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ink/ink39.xml" ContentType="application/inkml+xml"/>
  <Override PartName="/ppt/ink/ink40.xml" ContentType="application/inkml+xml"/>
  <Override PartName="/ppt/theme/theme1.xml" ContentType="application/vnd.openxmlformats-officedocument.theme+xml"/>
  <Override PartName="/ppt/ink/ink50.xml" ContentType="application/inkml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9.xml" ContentType="application/inkml+xml"/>
  <Override PartName="/ppt/ink/ink48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31.xml" ContentType="application/inkml+xml"/>
  <Override PartName="/ppt/ink/ink55.xml" ContentType="application/inkml+xml"/>
  <Override PartName="/ppt/ink/ink56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675" r:id="rId2"/>
    <p:sldId id="676" r:id="rId3"/>
    <p:sldId id="677" r:id="rId4"/>
    <p:sldId id="678" r:id="rId5"/>
    <p:sldId id="679" r:id="rId6"/>
    <p:sldId id="680" r:id="rId7"/>
    <p:sldId id="728" r:id="rId8"/>
    <p:sldId id="681" r:id="rId9"/>
    <p:sldId id="729" r:id="rId10"/>
    <p:sldId id="730" r:id="rId11"/>
    <p:sldId id="731" r:id="rId12"/>
    <p:sldId id="732" r:id="rId13"/>
    <p:sldId id="689" r:id="rId14"/>
    <p:sldId id="690" r:id="rId15"/>
    <p:sldId id="691" r:id="rId16"/>
    <p:sldId id="692" r:id="rId17"/>
    <p:sldId id="693" r:id="rId18"/>
    <p:sldId id="694" r:id="rId19"/>
    <p:sldId id="695" r:id="rId20"/>
    <p:sldId id="696" r:id="rId21"/>
    <p:sldId id="697" r:id="rId22"/>
    <p:sldId id="698" r:id="rId23"/>
    <p:sldId id="699" r:id="rId24"/>
    <p:sldId id="700" r:id="rId25"/>
    <p:sldId id="735" r:id="rId26"/>
    <p:sldId id="736" r:id="rId27"/>
    <p:sldId id="737" r:id="rId28"/>
    <p:sldId id="740" r:id="rId29"/>
    <p:sldId id="738" r:id="rId30"/>
    <p:sldId id="739" r:id="rId31"/>
    <p:sldId id="701" r:id="rId32"/>
    <p:sldId id="702" r:id="rId33"/>
    <p:sldId id="703" r:id="rId34"/>
    <p:sldId id="704" r:id="rId35"/>
    <p:sldId id="705" r:id="rId36"/>
    <p:sldId id="706" r:id="rId37"/>
    <p:sldId id="70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7T03:53:07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4071 1546 67 0,'0'0'192'0,"0"0"-15"15,2-9-5-15,-2 9-12 0,0 0-5 0,0 0-11 16,-2-13-12-16,2 13-5 0,0 0-3 0,0 0-8 16,0 0-8-16,-5-9-11 0,5 9-7 0,-5-5-9 15,5 5-4-15,-6-4-9 0,6 4-7 0,-8-4-1 16,8 4-10-16,-12-2-5 0,12 2-6 0,-15-2-4 16,5 4-1-16,-3 0-7 0,-5 4-2 0,0-1 30 15,-2 1-5-15,-6 4-3 0,0 3-3 0,-1-4-10 16,2 2-1-16,1 1-6 0,5-2-3 15,0 7 0-15,1-7-5 0,4 2-1 0,0-1 1 16,5-2-5-16,-1 1-5 0,2 1 3 0,1-1-5 0,5 0-1 16,-2 0 0-16,0 1 1 0,3 0-1 15,1-1-1-15,4 0 5 0,1 2-3 0,1-2 0 16,10 3 0-16,-1-3-3 0,3 1 3 0,0 0 1 0,9-1-5 16,2 2 2-16,-2-1 1 0,-7-3-5 15,6 0-7-15,-2 2 12 0,-5-1-6 0,-2-1 1 0,-2 1 4 16,-6 0-4-16,5 1 2 0,-5-1-1 15,-2-1 2-15,-1 1-4 0,-3 1 4 0,-1-1 0 16,-2-9 1-16,-5 21-3 0,0-13 4 0,-3 2 3 16,-2-3-5-16,-5 5 1 0,-2-2 1 0,-1-3-3 15,-3-1 3-15,-6 3-2 0,1-4 2 0,4 0-3 16,2-2 1-16,-7 1 0 0,10-1-18 0,3-3-18 16,2 0-23-16,0 2-32 0,12-2-51 0,-18-2-36 15,18 2-63-15,-11-5-155 0,11 5-423 0,-8-4 187 16</inkml:trace>
  <inkml:trace contextRef="#ctx0" brushRef="#br0" timeOffset="232.18">4242 1796 216 0,'2'-9'285'0,"-1"-1"-1"0,-1 10-13 16,3-13-12-16,-3 13-17 0,2-9-28 0,-2 9-13 15,0 0-22-15,0 0-21 0,1-12-22 0,-1 12-24 16,0 0 2-16,0 0-14 0,0 0-19 0,0 0 3 16,8 38-9-16,-7-22-7 0,1 3 1 0,0 1-11 15,-2-1-3-15,4 6-12 0,-3-4-25 0,0 2-22 16,1-4-27-16,-4 2-41 0,4-2-40 0,-4 0-57 16,1-1-76-16,-1 1-204 0,-2-5-485 0,0-3 215 15</inkml:trace>
  <inkml:trace contextRef="#ctx0" brushRef="#br0" timeOffset="401.72">4253 1609 2009 0,'0'-12'-9'15,"0"-5"-1"-15,0 17-7 0,1-24-6 0,-1 24-47 16,0-14-12-16,0 14-14 0,5-6-25 0,-5 6-29 15,0 0-89-15,0 0-258 0,0 0 114 0</inkml:trace>
  <inkml:trace contextRef="#ctx0" brushRef="#br0" timeOffset="872.43">4552 1928 181 0,'0'0'257'0,"0"0"4"0,0 0-16 15,0 0 11-15,-8 10-4 0,8-10-7 0,0 0-7 16,0 0-14-16,0 0-3 0,0 0-28 0,0 0-28 16,0 0-4-16,0 0-17 0,-27-17-19 0,27 17-8 15,-10-11-22-15,5 4 3 0,1-2-18 0,-1-1-21 16,2-1-11-16,-1 0-7 0,2-2-7 0,1-2-11 16,1 5-4-16,2-3-12 0,2 3-10 0,0 1 0 15,2 1-8-15,2 1 0 0,-8 7 0 16,15-3 2-16,-2 3-4 0,0 4 7 0,0 5 0 0,1 0-18 15,-1 5 18-15,-2 3 2 0,0-2-2 0,0 1 1 16,-3 1 6-16,0 2-4 0,-3-3 0 16,2-2 0-16,-3 2-4 0,-2-4 5 0,0-5 1 15,1-1 2-15,-3-6 2 0,4 13-3 0,-4-13 9 16,3 7-4-16,-3-7-1 0,0 0 4 0,0 0 0 16,0 0 0-16,0 0-2 0,0 0-3 0,0 0 0 15,0 0 3-15,-3-38-5 0,7 23 1 0,1-1 3 16,2-3-7-16,2-5 0 0,3 0-1 0,-2 2-6 15,5 1-14-15,0 0 13 0,3 2 0 0,-4 5 4 16,0 1-5-16,-1 8-2 0,-3-1 2 0,3 1-2 16,-13 5-1-16,24 1 6 0,-10 1-5 0,3 6 3 15,-1 1-1-15,0 3 0 0,-1 0 5 0,-5 4 0 16,-1 1 2-16,1 7 3 0,-5 0-20 0,-1-6-19 16,0 5-19-16,-1-5-39 0,-2 1-39 0,-2-3-55 15,-1-3-73-15,1 2-188 0,1-15-491 0,-2 19 217 16</inkml:trace>
  <inkml:trace contextRef="#ctx0" brushRef="#br0" timeOffset="1120.58">5122 1510 277 0,'0'0'280'0,"-3"-13"-25"16,3 13-27-16,-1-9-35 0,1 9-13 0,0 0-19 15,0 0-10-15,0 0-2 0,1 36-2 0,-2-8-12 16,2 3-11-16,1 3-9 0,-4 15-13 0,2-2-7 16,-1-12-10-16,1 11-3 0,-1-13-7 0,2 2-6 15,-2 0-13-15,-2-2 2 0,2-1-6 0,0-1-4 16,2-3-3-16,-1-1-26 0,0-1-21 0,1 1-24 16,-1-9-36-16,0 0-59 0,0-18-62 15,-4 24-69-15,-2-11-171 0,1-3-457 0,5-10 202 16</inkml:trace>
  <inkml:trace contextRef="#ctx0" brushRef="#br0" timeOffset="1346.23">5134 1823 1556 0,'13'-29'40'0,"3"9"-20"0,-7 2 12 16,3 1 7-16,0 6 22 0,-1-3 13 0,-2 6-2 15,4 0-1-15,-3 2-14 0,3 2-6 0,-1 1-1 16,-1 3-3-16,4 0-6 0,1 6 6 0,-4 0-5 15,0 0-2-15,-3 4 7 0,1 5 13 0,-2-2 0 16,-3 2-2-16,-4 3-1 0,-2-1-2 0,-5-2-7 16,-2 3 1-16,-2-3-4 0,-2 1-18 0,-3 4-17 15,-3 1-23-15,4-11-28 0,1 3-40 0,-1-2-53 16,-4-1-79-16,0-1-183 0,6-6-429 0,-1 0 190 16</inkml:trace>
  <inkml:trace contextRef="#ctx0" brushRef="#br0" timeOffset="1571.74">5441 1538 141 0,'3'-11'313'0,"-1"1"-10"16,1 3-17-16,-3 7-30 0,2-13-27 0,-2 13-25 15,3-8-30-15,-3 8-16 0,0 0-15 0,0 0-16 16,9 27 0-16,-10-9-6 0,2 9-12 15,0 4-9-15,1-2-22 0,-2 3 3 0,0-1-5 16,0-1-8-16,0 1-8 0,2-2-24 0,-2-1-22 0,0 0-27 16,1 1-39-16,-2-5-66 0,1-5-72 0,0-1-90 15,-4-1-146-15,4-5-460 0,0-12 203 0</inkml:trace>
  <inkml:trace contextRef="#ctx0" brushRef="#br0" timeOffset="1760.03">5615 1730 244 0,'0'0'241'0,"0"0"-28"15,5-4-11-15,-5 4-18 0,0 0-6 0,0 0-21 16,4 30-5-16,-2-17-12 0,0 1-16 0,-1 3-10 16,0 2-12-16,3-2-10 0,-4-1-19 0,1 2-32 15,-1-5-35-15,2 3-51 0,-1-4-48 0,0 0-74 16,-1-12-160-16,-1 20-354 0,1-20 158 0</inkml:trace>
  <inkml:trace contextRef="#ctx0" brushRef="#br0" timeOffset="1938.66">5618 1551 2731 0,'0'-17'53'0,"2"3"-32"0,-2 4-5 0,3 1-13 15,-3 2 1-15,0 7-9 0,-3-11-1 0,3 11-8 16,3-8-22-16,-3 8-11 0,0 0-27 0,0 0-27 16,0 0-59-16,0 0-62 0,15 23-139 0,-10-11-391 15,-5-12 174-15</inkml:trace>
  <inkml:trace contextRef="#ctx0" brushRef="#br0" timeOffset="2386.31">6025 1435 188 0,'0'0'249'0,"-5"-11"-5"0,1 4-12 16,4 7-14-16,-1-6-20 0,1 6-24 0,0 0-18 15,-2-9-19-15,2 9-18 0,0 0-7 0,0 0-9 16,-11 34 5-16,9-6-2 0,-5 4-9 0,-2 16-2 15,4-12-12-15,0 10-3 0,3 3-5 16,-5-4-8-16,5-10-9 0,-3 1-4 0,2-3-12 16,1 1 11-16,-1-4-15 0,2 3 10 0,-2-2-6 15,2-4-3-15,-2 1-5 0,3-8-1 0,-1 0 1 0,2-3-5 16,-2 2-3-16,2-2-2 0,-1-7-7 0,0 3-21 16,-1-4-22-16,0 2-17 0,1-11-17 0,0 14-17 15,0-14-17-15,0 0-30 0,0 0-35 16,-7 11-62-16,7-11-213 0,0 0-471 0,0 0 209 15</inkml:trace>
  <inkml:trace contextRef="#ctx0" brushRef="#br0" timeOffset="2677.23">5861 1803 95 0,'10'-6'155'0,"4"-2"-15"0,6 2-12 0,1 0-10 16,9-1-10-16,1-1-6 0,0 1-14 0,4 0 2 15,-1 1-9-15,-3 1-9 0,0 3 2 0,-1-4-5 16,-2 3 1-16,-3-3-5 0,-4 3-2 0,-2 2 5 16,-6-3-2-16,-3 2 3 0,1 2 4 0,-4-3-1 15,-1 2 7-15,-6 1 6 0,9 0-1 0,-9 0-3 16,0 0 2-16,12-3-12 0,-12 3-19 0,0 0 10 16,7 0-7-16,-7 0-6 0,0 0-12 15,3 10 9-15,-3-10 5 0,0 15-7 0,-1-5-2 16,1 1-5-16,0 5-1 0,-2-4-6 0,1 3-2 15,0 3-12-15,1-3 0 0,0 2-23 0,0 1-31 16,1-3-42-16,-1 1-59 0,3-1-86 0,-6 2-186 16,1-8-444-16,0 2 197 0</inkml:trace>
  <inkml:trace contextRef="#ctx0" brushRef="#br0" timeOffset="2831.54">6333 1626 1862 0,'0'-10'-26'0,"0"10"-1"0,5-11-75 0,-5 11-20 15,6-7 6-15,-1 5-27 0,-5 2-78 0,0 0-240 16,17 1 106-16</inkml:trace>
  <inkml:trace contextRef="#ctx0" brushRef="#br0" timeOffset="3117.31">6631 1873 59 0,'14'-11'240'0,"-9"8"-16"0,-1-4-8 0,3 1-17 16,-1-2-21-16,0-1-14 0,1 0-10 0,-4-1-12 16,3 0-15-16,-3 1-15 0,4-3-10 0,-5 2-12 15,2 0-5-15,-1 2-9 0,-2 0-1 0,0 1-7 16,-1 7-7-16,2-10-5 0,-2 10-11 0,0 0 1 15,-11-12-15-15,4 11 1 0,-2 1-4 0,-3 1-8 16,0 5 2-16,-5 4-11 0,-1 1 4 0,-1 4 3 16,0 6-5-16,0-4 0 0,6-3 2 0,2 2-3 15,6-4-3-15,-1 7 3 0,3-4-3 16,2-1-4-16,5-2 1 0,1 1-25 0,5 1-30 0,2-4-30 16,-2-1-32-16,8-2-44 0,1-1-42 15,9 1-167-15,-1-3-393 0,1-2 173 0</inkml:trace>
  <inkml:trace contextRef="#ctx0" brushRef="#br0" timeOffset="3532.5">7149 1734 42 0,'0'0'243'0,"-7"-15"-13"0,2 10-5 16,-1 1-24-16,-4 0-9 0,-1 4-11 0,-1 1-17 15,-5 3-9-15,-1 2-1 0,0 5-10 0,-5 3-3 16,5-1-13-16,0 4-8 0,4-2-8 0,3-4-11 15,-1 4-11-15,2 2-9 0,4-3-5 0,2-2-10 16,-1 3-7-16,5-3-4 0,1-3-12 0,2-2 1 16,-1-1 3-16,5 2-8 0,3-4-8 0,1-1 6 15,1 0 0-15,0-5-7 0,3-2-14 0,1 0 14 16,1-3-8-16,1 0 3 0,-4-4-5 0,1 2 0 16,-3-8 0-16,2 1-1 0,-5 0 1 0,2-8 1 15,3-1-1-15,-6-3-7 0,0 1-9 0,-3-6 7 16,-2 1-2-16,1-3 1 0,-3 1 4 0,1 1 16 15,0-1 12-15,-3 1-9 0,2 0 16 0,-1 5 23 16,-1 9-15-16,2 2 20 0,-1 2 12 16,0 4 3-16,2 2-10 0,-2 2-6 0,0 7-21 15,0-8-9-15,0 8-18 0,0 0 0 0,0 0 2 16,0 0 3-16,-8 40-1 0,2-8 2 0,3-1 0 16,-2 15-6-16,0-11 4 0,0 11-12 0,1-11 1 15,3 11 2-15,1-11-9 0,-3 0 3 0,3-2-31 16,1-1-52-16,1 0-44 0,1-2-55 0,-3 0-55 15,4-6-68-15,-1 1-358 0,-2-8-700 0,-1-1 311 16</inkml:trace>
  <inkml:trace contextRef="#ctx0" brushRef="#br0" timeOffset="5992.22">8188 1542 92 0,'-6'-12'179'0,"6"12"-14"0,-2-9-13 0,-6 4-12 0,3 2-12 16,-5 1-10-16,10 2-7 0,-23 2-8 0,8 6-1 15,-5 0-13-15,-1 7 0 0,-2 2-1 16,-3 3 23-16,3 3-2 0,-2 2-8 0,4 3-6 15,2 0-9-15,1 4-5 0,4-6-10 0,3 2-6 16,4 1-3-16,2-5-11 0,3 1-2 0,2 0-5 0,1-7-3 16,3 0-3-16,3-2-4 0,2 0-1 0,1-2-1 15,3-1-3-15,4-4-9 0,1 1-19 16,1-4-22-16,1 0-26 0,0-3-27 0,0 0-21 16,0-3-16-16,-2 1-43 0,9-3-18 0,-6-2-18 15,5 0-118-15,-8-4-333 0,-1 0 148 0</inkml:trace>
  <inkml:trace contextRef="#ctx0" brushRef="#br0" timeOffset="6778.01">8378 1769 107 0,'0'0'178'0,"0"0"-5"0,-5-10-15 0,5 10-13 16,0 0-14-16,0 0-4 0,0 0-3 0,-23 13 5 16,17-4 1-16,-2 4-12 0,-2 4-11 0,3-1-12 15,1 1-4-15,-1 0-7 0,2-1-8 16,2 1-5-16,-2 0-11 0,3 0-2 0,1 0-7 15,0-3-2-15,5-3-5 0,-1 0-6 0,2 0-2 0,0-1-4 16,-1-1-3-16,4-3 2 0,-1 3-9 0,0-6 4 16,2 2 1-16,-3-1-9 0,5-1 7 0,1-3-1 15,-12 0-4-15,21-2 0 0,-10 1-2 0,-2-2-7 16,2-1 1-16,-3-1-2 0,1-4-4 16,-2 2-9-16,-1-3 0 0,-1-2-12 0,0-3-1 15,-1 4 2-15,-2-6-3 0,-1 2 1 0,-2-2-4 16,-2-2-1-16,-1 4 2 0,0-2 6 0,-2 1-3 15,1 0 0-15,0 7 2 0,1-2 13 0,0 3 8 16,4 8 4-16,-6-13 3 0,6 13-5 0,-7-10 1 16,7 10-3-16,0 0-7 0,-2-8-11 0,2 8 2 15,0 0-1-15,0 0-2 0,0 0 0 0,25-4 2 16,-7 6 3-16,0 0-1 0,4 2 2 0,-2 4 2 16,1-3-3-16,6 4-3 0,-8 1 3 0,-3-2 2 15,2 4 2-15,-2 2-1 0,-1-3 2 0,-1 5 3 16,0-3 2-16,-5 0 3 0,2 0 4 0,-3-1-3 15,0-1 5-15,-3-2-1 0,0 1 0 0,-2 0-1 16,3-3 5-16,-6-7 5 0,5 10 6 0,-5-10 11 16,3 8 4-16,-3-8 18 0,0 0-1 0,0 0 0 15,0 0-4-15,0 0 0 0,0 0-9 16,0 0-3-16,0 0-3 0,0 0-3 0,-22-22-11 16,19 13 3-16,2-2 2 0,1-5-7 0,0 0-2 15,3 0-3-15,1-3-4 0,1 3-9 0,5-10-2 16,0 10-14-16,5-4 8 0,2 1-1 0,-2 6 0 15,-2 0-2-15,2 4-4 0,-3 4 2 0,-1 0-3 16,2 5 3-16,0 1-1 0,0 1-2 0,2 8 3 16,0 2 0-16,-2 1 0 0,6 7 2 0,-10-4 0 15,0 1 3-15,0 0 2 0,-1 1-6 0,-2 0 4 16,-1-4 3-16,1 1 0 0,-4-2-3 0,2-2 4 16,0-3 1-16,-4-8-3 0,2 13 4 0,-2-13 1 15,3 8 7-15,-3-8-2 0,0 0 13 0,0 0-8 16,0 0 0-16,0 0-3 0,0 0 4 0,0 0-4 15,0 0 3-15,0 0-4 0,5-29 0 0,-1 12-3 16,-2 6 0-16,6-7-3 0,1 1-2 0,0-1-14 16,2 1 15-16,1 1-6 0,-2 1 1 0,0 2 0 15,-1 4-3-15,1 2-2 0,0 1-2 16,0 2 1-16,-10 4-4 0,0 0-9 0,24 4 14 16,-11 4 1-16,-4-3 0 0,0 8 4 0,-2-2 0 15,1 5-4-15,-3 2 2 0,2-3-24 0,-5 3-10 16,-1-1-17-16,-1-1-33 0,-1 1-45 0,0-4-53 15,0 1-64-15,-1 0-151 0,2-14-434 0,0 0 192 16</inkml:trace>
  <inkml:trace contextRef="#ctx0" brushRef="#br0" timeOffset="7326.66">9346 1810 248 0,'0'0'233'15,"0"0"-30"-15,0 0-20 0,0 0-15 0,0 0-18 16,0 0-4-16,0 0-14 0,-3 43-10 0,2-29-4 16,1 3-8-16,0 0-13 0,0-2-6 15,1 1-4-15,-1-5-15 0,0-1-4 0,0 1-4 16,0-11-5-16,0 14-6 0,0-14-11 0,0 0 23 16,3 15 8-16,-3-15 26 0,0 0 14 0,0 0-15 15,0 0-3-15,0 0-6 0,0 0-8 0,0 0-8 16,0 0-10-16,0 0-5 0,0 0-2 0,-15-44-14 15,15 27 4-15,2 1-6 0,2-3-8 0,0 0-8 16,3 0-3-16,2-7-7 0,-3 9-5 0,3-1 3 16,3 3-5-16,-2 1 0 0,0 0 0 0,-1 6-5 15,0 2-4-15,-1 0-2 0,-8 6-3 0,16 1 2 16,-16-1 0-16,20 9 0 0,-9-1 1 16,1 5 2-16,-2 0 0 0,1 2-4 0,-3-1 2 15,-1 3 4-15,4-3-1 0,-5 2-2 0,1-1 5 0,-3-2-5 16,0-4 1-16,-1 1 2 0,1-2 4 0,-4-8-4 15,5 13-11-15,-5-13 17 0,3 7 4 16,-3-7 4-16,0 0-2 0,2 9 0 0,-2-9-3 0,0 0 1 16,0 0-10-16,0 0 5 0,0 0-1 15,0 0-6-15,8-33-2 0,-5 23-4 0,0-1-1 16,5-5-2-16,-2-1 0 0,6 2-1 0,4-6-3 16,-4 7-1-16,3 1 2 0,1 1-1 0,-5 0 2 15,-1 6-2-15,1 2 4 0,-1 2-6 0,0 0-1 16,-10 2 4-16,21 5 1 0,-10 1 0 0,-3-1 2 15,1 5-1-15,-3 1 4 0,2 3-4 0,-4-3 7 16,2 8 1-16,-1-2 3 0,-2-3-5 0,-1 3-21 16,1-1-31-16,-6 1-35 0,3-17-49 0,3 22-48 15,-2-10-65-15,-1-12-186 0,-1 17-476 0,1-17 212 16</inkml:trace>
  <inkml:trace contextRef="#ctx0" brushRef="#br0" timeOffset="7894.38">10008 1778 143 0,'-4'-12'278'0,"4"12"-29"0,0 0-25 0,-4-8-26 15,4 8-17-15,0 0-13 0,0 0-13 0,-19 23-8 16,11-8-14-16,3-4-9 0,-1 5-12 16,2 0-8-16,0 0-10 0,1-1-11 0,3 2-7 15,0-5-8-15,2 0-17 0,0 4 7 0,2-5-4 16,2-2-6-16,-1 0-5 0,2 1 1 0,-1-2-7 15,2-1-1-15,2 0 1 0,0-3-1 0,-10-4-7 16,21 1-7-16,-21-1 1 0,20-4-5 0,-10-1-7 16,-10 5 1-16,17-9-12 0,-12-1 1 0,2 2 0 15,-7 8 1-15,9-20-2 0,-8 9-17 0,0 0 20 16,0 0-4-16,2-6-1 0,1 1-1 0,-4 0-5 16,1-1 0-16,0 2-2 0,-1 2 0 15,3 1 4-15,-2 2-3 0,3 1 0 0,-4 9-2 16,5-13-1-16,-5 13 2 0,10-7 2 0,-10 7 1 15,16 1 0-15,-16-1-1 0,22 10-1 0,-9-1 5 16,2 3-1-16,-3 3 4 0,0-1-4 0,-1 0 2 0,1 3 1 16,-5-1 2-16,3-2-1 0,0 1 5 0,-5-4-4 15,2 3 5-15,-3-5-2 0,0 0 1 16,-1-2 1-16,-3-7 4 0,5 7 7 0,-5-7 16 16,0 0 10-16,4 11 14 0,-4-11 3 0,0 0-8 15,0 0-1-15,0 0-5 0,0 0-8 0,0 0-4 16,11-21-3-16,-6 12-7 0,0-2-7 0,7-5 3 15,1 3-2-15,7-10-6 0,-2 4-3 0,4 1-10 16,-7 7 11-16,-1-2-3 0,3 4 1 0,-2 0-6 16,-2 6 4-16,-3-1 0 0,0 3-5 0,-10 1 7 15,21 4-1-15,-11 0-7 0,-1 1 3 0,1 4 4 16,-2 0-3-16,-3 1 2 0,0 2-1 0,0-1-1 16,0 0 1-16,-2 1 1 0,-1 1 0 0,2 2 5 15,-3 1-18-15,-1-4-35 0,2-1-38 16,-2-11-51-16,1 21-69 0,0-11-104 0,-1-10-166 15,0 0-510-15,0 0 227 0</inkml:trace>
  <inkml:trace contextRef="#ctx0" brushRef="#br0" timeOffset="11301.4">10945 1894 76 0,'0'0'148'0,"0"0"-18"0,0 0-17 0,0 0-3 15,0 0-3-15,0 0-9 0,0 0-9 0,14 9-14 16,-14-9-7-16,6 2-4 0,-6-2-5 0,8 2-8 15,-8-2 0-15,11 6-1 0,-11-6-28 0,13 3-18 16,-3-3-43-16,3 3-38 0,0-3-124 16,-1 0-216-16,6 1 97 0</inkml:trace>
  <inkml:trace contextRef="#ctx0" brushRef="#br0" timeOffset="29642.38">11623 1646 26 0,'0'0'136'0,"0"0"-3"0,4-8 0 16,-4 8-7-16,0 0-5 0,0 0-11 0,0 0-12 16,0-6 0-16,0 6-8 0,0 0-2 0,0 0-2 15,0 0-5-15,0 0-5 0,0 0-6 0,-5-11-9 16,5 11-1-16,0 0 0 0,0 0-7 0,0 0-3 15,-3-10-4-15,3 10-7 0,0 0 3 0,-5-6-6 16,5 6-5-16,-4-6-12 0,4 6 8 0,-6-3-6 16,6 3-3-16,-12-5 0 0,12 5-8 0,-11-3-1 15,4 2-1-15,7 1 0 0,-17 1-4 0,6 3 2 16,0 0-2-16,-2 1-3 0,1 0 2 0,-4 6 2 16,2 1 36-16,-2 1-11 0,-2 7 2 0,6-4-10 15,-1-2 1-15,5 3-5 0,-2-2 0 0,2 0-1 16,5 1-5-16,-1 0-1 0,2-3-2 0,4 3 3 15,0-5-2-15,2 1-2 0,3-2 1 0,3 3 1 16,-3-1-2-16,4-4 1 0,5 3 5 0,0-4-5 16,1-3-1-16,-1 2 3 0,2-2-6 15,-5 0 2-15,3-2 4 0,-3-1-6 0,-2 0 1 0,1 0 3 16,-12-1-2-16,15 0 2 0,-15 0-3 16,12 0 2-16,-12 0 1 0,0 0-4 0,10 2 2 15,-10-2-2-15,0 0 0 0,0 0-2 0,0 0 0 16,0 0-2-16,0 0 1 0,0 0-5 0,0 0 0 0,0 0-3 15,-38 2 5-15,21 4-1 0,1 0-5 0,-1-1 8 16,0 2-5-16,1 0 0 0,1 0 0 0,1 3 0 16,3-1 0-16,2-3 2 0,0 3 1 15,0 3-3-15,4 0 6 0,0-2-4 0,2 2 4 16,3 0 1-16,-2 3-7 0,4-4 9 0,1 0-1 16,1 2 2-16,2-2-2 0,2-2-15 0,2 1-21 15,3 1-32-15,-2 0-11 0,6-3-30 0,-2 1-31 16,3-3-26-16,-1-1-20 0,-2 1-113 0,-2-3-321 15,-13-3 142-15</inkml:trace>
  <inkml:trace contextRef="#ctx0" brushRef="#br0" timeOffset="30366.21">11767 2013 121 0,'0'0'169'16,"0"0"-9"-16,0 0-23 0,0 0-13 0,0 0-9 0,0 0 7 15,0 0-1-15,0 0-14 0,0 0-5 0,0 0-11 16,0 0-11-16,-14 30-3 0,14-30-1 16,-1 12-4-16,1-12-2 0,-5 10 3 0,5-10-2 15,0 0 5-15,-4 9 9 0,4-9 8 0,0 0 11 16,0 0 13-16,0 0 1 0,-4 7-6 0,4-7-10 16,0 0-7-16,0 0-11 0,0 0-8 0,0 0-9 15,-9-22-4-15,9 22-10 0,-2-18-8 0,2 10 0 16,0 8-3-16,-2-22-9 0,2 9-9 0,3 0 1 15,-2 2-3-15,3-7-8 0,0 5 3 0,0 2-8 16,4-1 2-16,-2 2-6 0,-1 1-4 0,0 2-1 16,3-2-8-16,-8 9-11 0,16-7 12 15,-9 7-8-15,-7 0 7 0,20 5-2 0,-9-3 0 0,0 7-1 16,0 0-2-16,1 1 3 0,-1 3 3 0,-2-4-2 16,2 3 5-16,-4-2-3 0,1-2 3 0,-3 1 3 15,0 0 1-15,-1 1-1 0,-1-5 0 0,-3-5 0 16,6 12 1-16,-6-12 0 0,5 9 3 0,-5-9 5 15,3 8 3-15,-3-8 10 0,0 0 7 16,0 0 2-16,0 0-10 0,0 0 0 0,0 0-1 16,0 0-2-16,0 0-3 0,0 0-3 0,0 0-2 15,6-25-4-15,-2 17-4 0,0-2-3 0,3 1-1 16,1-5-1-16,0 4-2 0,-1 1-14 0,0 0 12 16,0 2 1-16,1 1-7 0,0-1-8 0,-2 3 10 15,2 0-16-15,-2 3 14 0,-6 1-4 0,13 1 3 16,-13-1-1-16,10 6 4 0,-2-2-3 0,-1 1 1 15,-1 3 4-15,1 1 1 0,0-3-1 0,0 3 7 16,-2-2-6-16,3 0 7 0,-3 2-4 0,2-3 0 16,-1 1 4-16,1-2 2 0,-7-5 2 0,10 5-1 15,-2-2-1-15,-8-3 3 0,20 0-7 0,-8-1 10 16,1-4 0-16,1 1 1 0,3-4-2 0,-3 0 3 16,-1-3 3-16,2 2-6 0,-5-1 3 0,-1 2 4 15,-3-1 0-15,2-2 0 0,-4-3-5 0,0 5 4 16,1-5 2-16,-3 5 1 0,0 0 1 0,0 0 5 15,-2 9-3-15,1-10 1 0,-1 10-5 16,0-7 0-16,0 7-6 0,0 0-5 0,0 0-2 0,0 0 3 16,0 0-10-16,0 0 9 0,-7 24 4 15,7-24-3-15,0 24-4 0,0-12 7 0,0 3-15 0,0-3-15 16,2 4-17-16,2 1-22 0,-1-5-26 0,6 1-33 16,-6-1-38-16,3-3-31 0,0 1-59 0,-1 1-170 15,-5-11-454-15,8 11 200 0</inkml:trace>
  <inkml:trace contextRef="#ctx0" brushRef="#br0" timeOffset="30534.43">12268 1630 9 0,'-11'-4'169'16,"11"4"-24"-16,0 0-22 0,-18 13-39 0,15-3-29 15,1 0-48-15,2-10-42 0,5 20-59 0,-3-7-100 16,6-4 45-16</inkml:trace>
  <inkml:trace contextRef="#ctx0" brushRef="#br0" timeOffset="30762.23">12538 1681 9 0,'0'-10'242'16,"0"10"-8"-16,2-16-3 0,0 8-4 0,-2 8-5 15,0-12-3-15,0 12-17 0,0 0-18 0,0-12-19 16,0 12-22-16,0 0-16 0,0 0-10 0,0 0 0 16,0 0-11-16,-8 34 1 0,7-8-5 0,-3 2-9 15,0 3-8-15,-4-2-11 0,2 3-2 0,2-2-11 16,3 2-5-16,-5-3-4 0,4 0-4 0,0-5-7 16,-1 5-6-16,-1-3-31 0,1-8-19 0,1 3-31 15,7-5-30-15,-5-1-39 0,0 2-37 0,0-17-59 16,4 21-249-16,-4-21-499 0,-4 13 221 15</inkml:trace>
  <inkml:trace contextRef="#ctx0" brushRef="#br0" timeOffset="30926.86">12429 1838 176 0,'0'0'175'0,"6"-8"-15"0,-6 8-15 0,8-3-16 15,-8 3-14-15,23-3-19 0,-6 3-17 0,2-1-33 16,8-2-31-16,0 4-42 0,-7-1-54 0,2 0-91 16,1-1-185-16,-3-2 81 0</inkml:trace>
  <inkml:trace contextRef="#ctx0" brushRef="#br0" timeOffset="31122.28">12727 1626 203 0,'-1'-10'222'0,"1"10"-21"15,-4-10-28-15,4 10-20 0,0 0-8 16,0 0-14-16,0 0 0 0,0 0 1 0,0 0-1 16,-13 36-9-16,7-12 3 0,2 2-10 0,-2-1-9 15,2 6-9-15,3-2-10 0,-1 0-9 0,-2-3-14 16,0 2 1-16,3-3-1 0,0-6-9 0,1 7-15 16,1-7-26-16,-1-2-30 0,0 1-38 0,0-2-48 15,3-3-69-15,-3-2-215 0,0-11-417 0,2 15 185 16</inkml:trace>
  <inkml:trace contextRef="#ctx0" brushRef="#br0" timeOffset="31276.81">12689 1842 188 0,'0'0'178'15,"1"-12"-19"-15,-1 12-38 0,0 0-28 0,11-6-44 16,-11 6-38-16,12 0-56 0,-12 0-81 0,20 5-136 15,-11-2 60-15</inkml:trace>
  <inkml:trace contextRef="#ctx0" brushRef="#br0" timeOffset="31767.95">12794 2048 130 0,'0'0'196'0,"0"0"-7"16,0 0-3-16,0 0-7 0,0 0-10 0,12 3-10 15,-12-3-13-15,17-14-11 0,-3 7-9 0,-3-4-10 16,3-1-10-16,-1 2-8 0,0-4-8 16,1 2-9-16,-1-2-2 0,-1 0-15 0,-1 1 1 15,-1-4-7-15,0 2 0 0,-3-2-11 0,1 1-8 0,-3 0-2 16,-3 0-6-16,3 6-2 0,-5-2 3 0,0 3-3 16,0 1 1-16,0 8-2 0,0-10-10 0,0 10 4 15,-5-7-9-15,5 7-2 0,-9 0 0 0,9 0-2 16,-25 14 0-16,4 1-3 0,0 3 1 0,0 0-2 15,4 1-1-15,3-2-7 0,5-1-1 0,-2-1 7 16,4-1 2-16,1-2-7 0,5-1 4 16,-1 0-1-16,4 2 3 0,-1-4 0 0,3 1-2 15,3-1 4-15,0-1-3 0,-1-1 1 0,5-3 0 16,1 2 1-16,1-5 2 0,3 1 0 0,0-2-1 16,4-3 1-16,-3 0-1 0,4-3-3 0,-2 1 2 15,0-3-6-15,-1-2 6 0,-2 0-1 0,0-2 0 16,-3-1 0-16,1 0-9 0,-3 0 8 0,1-4 4 15,1 2-4-15,-2 2 4 0,0 1-1 0,-4 2 2 16,-1 3 6-16,-1 0-3 0,-1 4-3 0,1-1-2 16,-5 4-8-16,7-6-4 0,-7 6 4 0,0 0-2 15,0 0-2-15,11 7 5 0,-7-2-3 16,-4-5 4-16,4 17 1 0,-3-8 3 0,4 1-5 0,-5 2 3 16,2-1-10-16,0 3 15 0,-2-3-3 0,0 6 2 15,0-7-6-15,2 0-26 0,-2 2-20 16,0-1-40-16,0-11-44 0,3 17-84 0,-5-9-202 0,2-8-451 15,0 0 200-15</inkml:trace>
  <inkml:trace contextRef="#ctx0" brushRef="#br0" timeOffset="35977.37">13654 1621 54 0,'-4'-8'198'0,"1"1"-9"0,-1 2-3 0,4 5-8 16,-6-10-6-16,6 10-9 0,-5-7-15 0,5 7-14 16,-2-6-17-16,2 6-14 0,0 0-14 15,0 0-6-15,0 0 2 0,0 0-5 0,4 31 12 16,3-7-6-16,-1 4-2 0,-3 2-2 0,1-1-6 15,-4 3-8-15,2-1-4 0,-2-4-6 0,0 1-3 16,0-1-5-16,0-3-5 0,0 3-4 0,-2-9-6 16,2 0-1-16,-2 0-6 0,2-1 0 0,-2-2-11 15,2-3-25-15,2 0 0 0,-2-2-20 0,0-10-26 16,2 17-25-16,-2-17-39 0,2 13-37 0,-2-13-55 16,0 7-167-16,0-7-409 0,0 0 180 0</inkml:trace>
  <inkml:trace contextRef="#ctx0" brushRef="#br0" timeOffset="36352.44">13683 1877 30 0,'14'-4'126'0,"-1"-1"-5"0,3-1-13 15,2 3-20-15,2-3 0 0,-1 2-7 16,0 1-11-16,2 1-15 0,0-3-14 0,-6 0-17 15,3 5-20-15,-5-2-1 0,0 0-12 0,-3 1 0 16,1-3-7-16,-3 0 5 0,2-2-4 0,-3 1 0 16,1-2 5-16,-3-2-2 0,-1-1 10 0,-1 1 12 15,2 0 11-15,-4-2 6 0,0-2 14 0,-2 0 13 16,-1 1 6-16,0 1 0 0,0-2 11 0,-3 1 7 16,3 4 12-16,-1-3 14 0,1 4-8 0,0-1 8 15,2 8 1-15,-4-12-5 0,4 12-12 16,-2-9-9-16,2 9-12 0,0 0-8 0,0 0-10 0,0 0-1 15,0 0-7-15,0 0-6 0,0 25 2 0,-2-7 4 16,1 6 2-16,1 3 1 0,-2 1-8 0,0-1 1 16,2 1-8-16,0-1-1 0,-2 2 1 0,0-1-3 15,2 0-4-15,0-1-16 0,0-1-18 0,0-7-30 16,2-1-23-16,-2 1-40 0,2-1-52 0,0-5-214 16,0-1-402-16,1-2 179 0</inkml:trace>
  <inkml:trace contextRef="#ctx0" brushRef="#br0" timeOffset="36713.1">14146 1885 42 0,'0'0'191'0,"2"-10"-9"16,-2 10-22-16,0 0-18 0,0 0-5 0,0 0-15 15,0 0-10-15,0 0-7 0,12 24-12 0,-12-24-8 16,6 11-3-16,-4-5-10 0,3 1-12 0,-5-7-1 15,12 7-6-15,-6-3 1 0,-6-4-5 0,13 4 0 16,-13-4 8-16,17 1 5 0,-7-2 2 0,-10 1 1 16,18-8 0-16,-11 4-6 0,2-1-3 0,-3-1-8 15,0-2 8-15,2 2 2 0,-5-3-3 0,1 0-1 16,2 0-9-16,-3 1 8 0,-3 8 3 0,2-13-5 16,-2 13 11-16,5-9-10 0,-5 9-3 15,0 0-10-15,3-8-7 0,-3 8-6 0,0 0-5 16,0 0-1-16,0 0-2 0,4 25 3 0,-6-8-4 15,2-1-3-15,-2 10 1 0,-1-1-1 0,-2-6-3 16,1 6-1-16,-3 0 3 0,3-5-2 0,1 5 6 16,-3-1-10-16,1-5-17 0,3-1-27 0,0 3-24 15,-1-2-38-15,3-4-30 0,-2 4-35 0,2-8-58 16,0-11-195-16,0 23-452 0,-2-13 200 0</inkml:trace>
  <inkml:trace contextRef="#ctx0" brushRef="#br0" timeOffset="37135.75">14550 1592 59 0,'0'-7'233'0,"0"7"-24"16,0 0-26-16,0 0-20 0,0 0-12 0,0 0-9 15,3 34-4-15,-6-4-2 0,0 2-8 16,0 1-2-16,1 2-6 0,-1-1-14 0,-2-2-7 15,2-1-11-15,1-2-6 0,-3-3-7 0,1-1-2 16,3-6-5-16,-2-3-8 0,3-1-4 0,-2-4-3 16,2-1-5-16,0-10-4 0,0 16 0 0,0-16-3 15,0 11 9-15,0-11 18 0,0 0 16 0,0 0-5 16,0 0-4-16,0 0-14 0,0 0-3 0,0 0-1 16,0 0-12-16,0 0-5 0,0 0-14 0,12-45-7 15,-5 31-3-15,3-4-6 0,3 5-5 0,-1-1-3 16,4 0 1-16,-1 4-1 0,2 1-18 0,-2 3 14 15,5 3 1-15,-7 3-3 0,6-1-6 0,-8 4 2 16,8 2 2-16,-8-1-1 0,5 6 2 0,-7-2-11 16,-1 2 12-16,0 1 3 0,-4 0-2 0,-2 1 3 15,0-1 5-15,-4 2-5 0,-1-3 0 0,-3 3 0 16,-2-4 4-16,-4 3-3 0,0-1 3 0,-3-2-9 16,3-1 1-16,-1-3-12 0,2-2-16 15,-4 1-27-15,3-1-26 0,0-3-34 0,1 0-45 16,11 0-65-16,-18-3-212 0,18 3-477 0,-13-7 211 0</inkml:trace>
  <inkml:trace contextRef="#ctx0" brushRef="#br0" timeOffset="37552.01">14694 1881 1723 0,'5'-4'126'0,"1"-4"-60"0,2 5-30 16,0-2-20-16,-1 3-10 0,-7 2 6 0,21-4 0 15,-11 4 10-15,4 3 0 0,-1-1 0 0,1 3 9 16,1 0-3-16,0 3 1 0,0 2 5 0,-3 1 1 16,0-4-1-16,-3 2-4 0,0 0-2 0,0 0 6 15,-2 1-1-15,-2-1-5 0,1 0 2 0,-3-2-6 16,-3-7 1-16,3 13 4 0,-3-13-2 0,-1 13-2 16,1-13 5-16,-7 11-9 0,1-7 11 0,-1-2 9 15,7-2 5-15,-14 2 1 0,9-2 8 16,5 0 5-16,0 0-3 0,-15-2-12 0,15 2-1 15,-4-9-3-15,4 9-10 0,-2-17-6 0,4 7 1 16,3-3-1-16,3 0-21 0,5-9 10 0,-2 6-1 16,5-6-6-16,4 1 0 0,-1 1-2 0,3 2-4 15,-2 1 1-15,3 0-5 0,-7 6 2 0,0 3-9 16,-6 0 7-16,2 4 1 0,-1 1-3 0,0 0 0 16,-11 3 0-16,16 3 1 0,-5 1-2 0,-5 4 1 15,3-1 3-15,0 3 2 0,0 4-5 0,-2 0 4 16,1 1 1-16,-4 2 1 0,-4 1 3 0,0 0-5 15,2 0 3-15,-4 0-13 0,2-1-27 0,0-1-37 16,-3-4-35-16,2 1-52 0,-4-1-76 0,-1 2-190 16,-2-5-461-16,1-1 204 0</inkml:trace>
  <inkml:trace contextRef="#ctx0" brushRef="#br0" timeOffset="37709.32">15078 1609 26 0,'0'0'115'15,"0"0"-38"-15,0 0-43 0,22 12-40 0,-12-3-35 16,-2 4-45-16,2 0 19 0</inkml:trace>
  <inkml:trace contextRef="#ctx0" brushRef="#br0" timeOffset="38119.75">15526 1792 182 0,'0'0'228'0,"-9"-13"-8"0,4 9-13 15,5 4-4-15,-11-8-13 0,4 6-7 0,7 2-11 0,-13-5-13 16,3 7-12-16,-3 0-20 0,-1 1-12 0,1 5-8 16,-2 5-10-16,-2 0-9 0,3 1-8 0,-1 0-8 15,3 3-10-15,-2 3-3 0,8-5-7 16,-2 0-7-16,3 2-1 0,1-6-7 0,4 2-1 15,3-3 0-15,1 2-6 0,1-5-1 0,1 3 0 16,1-3-5-16,5-1-15 0,-2-2 10 0,3 0-15 16,1-4 5-16,0-3-4 0,4 0 2 0,-2-4-8 15,-1 1 6-15,-2-6-5 0,1 1 0 0,-3-5 3 16,1 0-5-16,-2-8 4 0,-1 0-5 0,-3-2 3 16,1 2-6-16,-4-4 3 0,-1-2-3 0,-2 0-2 15,1 2 1-15,-2-5 2 0,1 2 0 0,-2 1 9 16,0-1 1-16,1 2 9 0,-3 10 11 0,1 3 7 15,2 4 12-15,1 1 6 0,-1 2-8 0,1 9-2 16,-3-13-13-16,3 13-6 0,0 0-1 0,0 0-5 16,0 0 1-16,0 0-1 0,-5 36-8 0,5-6 5 15,-1 0 2-15,-3 1-3 0,3 2-1 0,-2 2 2 16,-2 1-15-16,4-1 8 0,-2-2-22 0,6-2-32 16,-2 0-33-16,0 1-44 0,2-3-69 15,2-3-68-15,-5-9-202 0,4 2-502 0,-3-7 223 16</inkml:trace>
  <inkml:trace contextRef="#ctx0" brushRef="#br0" timeOffset="38346.58">16046 1657 2219 0,'8'-15'191'0,"-3"-3"-29"0,1 7-64 15,-2 0-40-15,-3 3-21 0,-1 8-12 0,4-9-11 16,-4 9-8-16,0 0 2 0,0 0 18 0,0 0 12 15,0 0-1-15,-14 39 3 0,8-20-5 0,-2 8-1 16,1-2-5-16,0 0 1 0,0 1-6 0,1-1 1 16,2-5-3-16,0 6 0 0,2-1-6 0,0-7-17 15,2 1-19-15,-1-1-30 0,1-2-34 0,1 1-36 16,-1-7-48-16,3 1-71 0,-3-11-180 0,0 0-455 16,-4 19 202-16</inkml:trace>
  <inkml:trace contextRef="#ctx0" brushRef="#br0" timeOffset="38714.18">16073 1605 100 0,'0'0'226'16,"2"-9"-29"-16,-2 9-17 0,0 0-22 0,0 0-15 16,7-5-13-16,-7 5-11 0,0 0-9 0,0 0-3 15,14 19-9-15,-5-12-14 0,-3 2 0 0,9 3-12 16,-6-4-2-16,5 3-9 0,-1-6-4 0,1 6-4 15,4-3-2-15,-5-5-9 0,6 1 1 0,-7 0-2 16,1-5-4-16,2 2 0 0,0-2 4 0,-4-6 1 16,6 1 1-16,-2-1 1 0,-2-3 3 0,-1 1-6 15,1-1 13-15,-3 0 0 0,-1-3 2 0,-2 1-8 16,1-1 0-16,0 0-3 0,-2 2-3 0,0-4 8 16,0 6 12-16,-3-1-4 0,1 1 3 0,-4 9-11 15,8-11-7-15,-8 11-7 0,0 0-10 16,2-6-5-16,-2 6 0 0,0 0-2 0,6 24 0 15,-5-10-3-15,-4 9 2 0,1 4-8 0,-1 1 7 0,1 1 4 16,-2 0-3-16,0 0-4 0,3 0 2 0,-1-1-4 16,1-4-8-16,0 6-36 0,0-5-23 15,1-5-36-15,0-4-36 0,0-2-42 0,2 0-55 16,-1-1-56-16,-1-2-144 0,0-11-458 0,4 12 203 16</inkml:trace>
  <inkml:trace contextRef="#ctx0" brushRef="#br0" timeOffset="39000.33">16613 1774 162 0,'0'0'219'0,"0"0"-26"0,7-9-16 0,-7 9-2 15,0 0-17-15,0 0-6 0,0 0-12 0,0 0-15 16,-4 32-10-16,4-19-11 0,0-3-7 0,0 2-10 16,2 0-6-16,2 0-11 0,0 0-5 15,0-2-4-15,4-1-5 0,3 0 4 0,-1-2 0 0,4-1 2 16,0-2 0-16,-1-2 0 0,1-1 5 0,-1-2 3 15,-13 1 9-15,22-4 3 0,-11-1-7 0,-1 1-5 16,-1-2 5-16,-1-3-11 0,-1 0-3 0,0-2-9 16,-2-4-2-16,-2 4-13 0,-1-1 7 15,-3-4-7-15,0 4-2 0,-2 0-5 0,-4-3-12 16,3 5-15-16,-1 1-9 0,0 2-20 0,-2-2-19 16,7 9-20-16,-16-5-31 0,7 4-26 0,9 1-22 15,-23 3-35-15,16 0-36 0,-2 3-218 0,0-2-468 16,9-4 208-16</inkml:trace>
  <inkml:trace contextRef="#ctx0" brushRef="#br0" timeOffset="39614.24">17175 1735 177 0,'-2'-12'268'0,"-1"5"-10"0,-3 2-10 15,6 5-24-15,-13-10-7 0,4 7-9 0,-3 0-10 16,12 3-19-16,-23-1-9 0,11 4-12 0,0 1-15 15,0 2-10-15,2 1-11 0,-3 5-17 0,-1 1-4 16,5 3-10-16,0-2-11 0,0 0-7 0,5-3-11 16,2 3 0-16,0-3-6 0,4 4-8 15,0-3-5-15,2-3-4 0,1 1-5 0,4-2-2 16,-1 0-8-16,1-4-1 0,2 2-4 0,2-5-2 16,0 1-5-16,5-2-2 0,-6-2-4 0,6-2 1 15,-5 0-5-15,0-3 2 0,0-4-3 0,0-3-14 16,-2-1 13-16,0-9-5 0,-1 7 3 0,-2-8 0 15,-1 1-5-15,-1-3 8 0,-1-1-6 0,-2-2 2 16,-1 0 1-16,1-1-3 0,-2-1 0 0,-1 2 5 16,1 1 5-16,-2 3-3 0,0 9 14 0,-2 1 11 15,4 3 8-15,-2 4 7 0,0-1-3 0,0 4-7 16,1 6-24-16,-2-10 5 0,2 10-16 0,0 0 12 16,0 0 1-16,0 0 1 0,-11 32-3 0,7-7-1 15,0 6 6-15,0-3-1 0,3 5-5 0,-2 0-1 16,1-3-2-16,2-3 5 0,1 2-4 0,2-2 1 15,-1 1-4-15,6-3 0 0,0-2 1 0,1-6 0 16,0-1 2-16,1-2-1 0,1-1 2 0,2-1 4 16,2-5-22-16,2 1 17 0,2-4-6 0,-1-1-5 15,3-1 5-15,-1-5-6 0,-1-2 3 16,2-1 4-16,4-4-8 0,-8 1 8 0,1-1-4 16,-2-4-3-16,0 1 1 0,0 0-5 0,-3-3 3 0,0-7-3 15,-4 6-6-15,-2 0 2 0,-3 1 6 0,-1-1 3 16,-1 1 1-16,-2 7-2 0,0 9-5 0,-1-17 1 15,0 7 0-15,1 10 3 0,-8-10-4 16,8 10-1-16,-13-3 0 0,13 3 2 0,-20 5 0 16,7 2 2-16,-2 4 2 0,0-1-2 0,2 5 5 15,0-1-5-15,4 0 2 0,4 3 1 0,-2-2-2 16,6-4-14-16,1 5-17 0,1-1-22 0,5-3-31 16,5 2-42-16,3-4-48 0,12 1-73 0,-7-4-225 15,9-4-520-15,0-1 230 0</inkml:trace>
  <inkml:trace contextRef="#ctx0" brushRef="#br0" timeOffset="39832.21">17958 1525 1758 0,'5'-19'148'0,"-1"1"37"0,-2 1-66 0,1-1-7 0,-2 8 12 16,0 1-10-16,-1-1-11 0,0 10-28 0,2-11-15 15,-2 11-8-15,0 0-13 0,0 0-3 0,0 0 0 16,0 0 0-16,0 0 2 0,-7 49-1 0,6-22-1 15,-2 0 2-15,2 5-2 0,-1-1-5 0,-1 0 0 16,2-2-4-16,-1 1 1 0,1-1-11 16,0 2 9-16,1-4-20 0,-1 0-34 0,2 0-27 15,-2-4-52-15,-1-5-47 0,2-1-71 0,-1 0-239 16,-2-6-502-16,3-11 223 0</inkml:trace>
  <inkml:trace contextRef="#ctx0" brushRef="#br0" timeOffset="40019.55">18295 1678 95 0,'0'0'273'0,"3"-8"-26"16,-3 8-26-16,0 0-24 0,0 0-26 0,5-4-35 15,-5 4-24-15,0 0-43 0,0 0-35 0,0 0-40 16,0 0-65-16,-1 21-60 0,1-21-94 0,1 13-243 15,1-4 107-15</inkml:trace>
  <inkml:trace contextRef="#ctx0" brushRef="#br0" timeOffset="40163.68">18341 1887 270 0,'0'0'270'0,"1"9"-3"0,-1-9-4 15,0 0-13-15,0 0-28 0,0 0-22 0,0 0-21 16,0 0-38-16,3 6-36 0,-3-6-37 0,0 0-48 15,0 0-45-15,0 0-61 0,29-13-52 0,-17 9-197 16,-6 2-362-16,12-4 160 0</inkml:trace>
  <inkml:trace contextRef="#ctx0" brushRef="#br0" timeOffset="40301.85">18588 1800 56 0,'9'-6'263'15,"-9"6"-13"-15,0 0 2 0,0 0-10 0,0 0-15 16,7-3-19-16,-7 3-17 0,0 0-26 15,0 0-21-15,0 0-33 0,0 0-41 0,0 0-45 0,0 0-50 16,0 0-75-16,8-4-92 0,-8 4-123 0,0 0-340 16,0 0 150-16</inkml:trace>
  <inkml:trace contextRef="#ctx0" brushRef="#br0" timeOffset="42191.6">3531 2457 80 0,'-12'-4'120'0,"12"4"-6"0,0 0-4 16,0 0-5-16,-13-1-3 0,13 1-2 0,0 0 1 15,0 0-7-15,-15 1-4 0,15-1-8 0,0 0-14 16,-13 2-4-16,13-2-8 0,0 0-3 0,-14 0 3 16,14 0-1-16,-6 4 5 0,6-4-4 0,0 0-3 15,0 0-3-15,-13 2-9 0,13-2 5 0,-13 2-7 16,13-2-8-16,-13 2 6 0,13-2 0 15,-10 1 0-15,10-1-6 0,0 0 0 0,-12 3-5 0,12-3-9 16,-7 2 7-16,7-2-12 0,0 0 2 0,0 0 3 16,0 0 1-16,0 0-3 0,0 0 3 15,17 9 0-15,-6-8 1 0,7 0-2 0,1-1-1 16,11 0-5-16,2 2 1 0,0-4 1 0,2 1 1 0,-1 2-2 16,5 2 2-16,-3-3-5 0,0 0 2 0,0 0 1 15,1 0 1-15,1 0-5 0,1 0 2 0,1 2-3 16,-1 0 6-16,-2-2-6 0,5-1-1 15,11 5-2-15,1-4 3 0,-1 2-5 0,1-2 4 16,3-2-5-16,1 4 4 0,5-2-1 0,-1-2 1 16,-1 4 1-16,7-4-3 0,-1-1-2 0,0 3 7 15,24-2-7-15,-26 0 6 0,-2-2-5 0,3 3 3 16,-1-4-4-16,2 3 2 0,24 0-3 0,-31-1 1 16,4 0 0-16,-1 0 1 0,-2 0 0 0,2 0-2 15,-1 3 0-15,3-5 3 0,-1 3 1 0,2 0-7 0,-1-2 7 16,2 3-3-16,-3-2-1 0,28 1 2 15,-33 1 2-15,5-2-4 0,-2 2-1 0,1-1 4 16,0 2-2-16,1-1 0 0,3 1 4 0,-2-2-2 16,3 0-1-16,-5 0-1 0,2 0 4 0,0 1-7 15,0 4 1-15,0-2 3 0,0-1-3 0,27 3 0 16,-34-1 4-16,3-4-5 0,1 4 7 0,3-4 1 16,27 2 4-16,-28 2 5 0,-1-2-1 0,2 1 2 15,30-4-7-15,-28 3 3 0,24-3 1 16,-25 0-1-16,1 3 1 0,25-1 0 0,-27 1-3 0,29-3 4 15,-30 1-1-15,29-5 0 0,-26 6-2 0,31-3-1 16,-5 3-1-16,-28 1-2 0,31-4 3 0,-29 2 2 16,29 3-3-16,-2-4 1 0,-26 1 2 0,30-3 2 15,-3 2 0-15,0 2 2 0,-1-3-3 0,-2 6 1 16,-1-5 8-16,4 0 1 0,-4 3-11 0,-24-1 4 16,36-1-2-16,-1-1-1 0,-1-4-1 0,-1 1-4 15,2 2 4-15,-1 1-4 0,-4 2-2 16,3-1 9-16,1-5-9 0,-1 6 8 0,4-6-5 15,2 5-4-15,-1-3 2 0,-1-2-1 0,1 4-1 16,-9-4 1-16,5 7-3 0,-3-2 4 0,4-2-2 16,1 3 0-16,-2-1-2 0,1-1 2 0,1-1-2 15,2 6 0-15,-5-3 1 0,0-2 3 0,-1 6-4 0,2-7 0 16,5 3 0-16,-10 1 1 0,6-3-1 16,-6 2 1-16,-5 1 0 0,4-2 1 0,-4 2 0 15,4-5 0-15,-29 5 5 0,32 2 3 0,-1-2-5 16,-4-2 2-16,-27 4-3 0,27 1 5 0,-25 0-4 15,28 0-2-15,-30-3 3 0,30 5 1 0,-28-2 0 16,30 2 3-16,-7-7-1 0,-24 8 3 0,-1-4-5 16,28 3 4-16,-3 0-3 0,-27-2 2 0,3-1 0 15,27-3-5-15,-28 4 4 0,27 1 0 0,-24-1 0 16,21-4 1-16,2 5 0 0,-29-2 2 0,28-6-2 16,-27 6 1-16,4-1-2 0,28 2 3 0,-32-4-3 15,31 0 3-15,-29 3-3 0,-1-3 1 0,27 1-2 16,-2 5 3-16,-27-8-3 0,2 3 3 0,25 1-3 15,-28 1 1-15,1-5-1 0,4 2-2 0,24 1 0 16,-29 1-2-16,2-3 2 0,2 2-1 16,27 2 9-16,-28-3-13 0,25-2 3 0,-30-3 2 0,2 7-1 15,-1 0 4-15,4-2-5 0,-2-2 8 16,0 5-15-16,2-3 5 0,0 2 2 0,-1-3-6 16,-1 4 3-16,0-3-1 0,0 1-3 0,-3-1-1 0,-1-2 5 15,-2 3-2-15,-1-2 4 0,-1 0-4 0,-1 2 6 16,-2-2 0-16,-14 1 0 0,13-1-4 15,-10 0 0-15,0 4 4 0,-3-2-10 0,3 0 6 0,-4 0 5 16,0 0-3-16,0 0 4 0,-2-3-2 16,-3 1 0-16,0 2 2 0,-1 0 0 0,-2 0-7 15,2 0 6-15,-9 1 6 0,-1-2-5 0,1 1 0 16,1 0 3-16,-3-2-6 0,3 2 4 0,-2 2 0 16,-1-4-4-16,-2 2 6 0,-4 2-7 0,6-4-5 15,-7 4 4-15,-1-2-3 0,-11 0-1 0,16 1 3 16,-16-1 0-16,12-1 1 0,-12 1-3 0,0 0 3 15,14 0-2-15,-14 0-1 0,0 0-1 0,0 0-9 16,0 0-14-16,11-2-22 0,-11 2-33 0,0 0-33 16,0 0-47-16,0 0-46 0,0 0-67 0,-33 14-257 15,4-7-570-15,0-5 252 0</inkml:trace>
  <inkml:trace contextRef="#ctx0" brushRef="#br0" timeOffset="48815.5">2420 3430 144 0,'0'0'183'0,"0"0"-14"0,0 0-12 16,0 0-12-16,0 0-9 0,0 0-6 0,0 0-6 15,0 0-9-15,0 0-2 0,0 0-6 0,0 0-8 16,0 0-9-16,0 0-1 0,0 0-15 0,0 0-7 16,0 0-1-16,0 0-11 0,0 0-4 0,0 0-3 15,0 0-6-15,0 0 1 0,0 0-6 0,-29 2-4 16,29-2-2-16,-14 2 3 0,7-1-6 0,7-1 3 16,-16 0 0-16,8 2-4 0,0-1-3 0,8-1 1 15,-11 1-8-15,11-1 4 0,-13 1-3 16,13-1-1-16,-6 1-3 0,6-1-6 0,0 0 1 0,0 0-5 15,-9 1 2-15,9-1 1 0,0 0-2 0,0 0-1 16,0 0 1-16,21 9 3 0,0-7-2 16,0 1 3-16,8-2-7 0,-3 1 7 0,4-1-6 15,-2 1 0-15,1-2 3 0,-7 0-2 0,6 1-1 16,0-1-1-16,-6 0 4 0,-3 0 0 0,3 0 0 16,-2 0 1-16,0 0 0 0,-3-1 2 0,1 1 1 15,-5 0 0-15,-1-3 4 0,-3 3-6 0,-1 1-1 16,-8-1-3-16,12-1 4 0,-12 1-3 0,9 0-2 0,-9 0 0 15,0 0-4-15,11 0-10 0,-11 0-13 16,0 0-16-16,0 0-23 0,8 0-24 0,-8 0-23 16,0 0-26-16,0 0-27 0,0 0-48 0,0 0-124 15,-21 12-362-15,21-12 161 0</inkml:trace>
  <inkml:trace contextRef="#ctx0" brushRef="#br0" timeOffset="49390.01">2642 3225 157 0,'-6'2'155'0,"6"-2"-11"0,-6 3-16 16,6-3-7-16,0 0-11 0,-5 4-7 0,5-4 0 15,-3 8-7-15,3-8-7 0,0 0-11 0,3 13-5 16,0-8-6-16,4 1-7 0,2 2 3 15,0 1-6-15,0-3-3 0,5 3-8 0,0 1 3 0,0-1-10 16,0 1-1-16,-1-4-4 0,1 4-1 16,2-2-7-16,-6 0-3 0,1-2 0 0,0 2-5 0,-2 1-1 15,0 0 3-15,1 1-5 0,-5 0 1 0,3 6 4 16,-5-4-1-16,-1 5 4 0,-3 0 2 0,-3 1 0 16,-5 5-2-16,-4 1 1 0,1 2-6 15,-6-3 2-15,-2 1 0 0,0 1-16 0,-2-4-36 16,4 2-39-16,-3-1-67 0,0-3-202 0,-1-3-367 15,1 0 163-15</inkml:trace>
  <inkml:trace contextRef="#ctx0" brushRef="#br0" timeOffset="50231.55">3616 3352 71 0,'0'0'142'16,"0"0"-5"-16,0 0-12 0,-2 25 4 0,-1-14-8 16,-5 5-5-16,2 1-11 0,-5 8-8 0,3-7-11 15,0-1-1-15,2-1-4 0,1 1-8 0,-2-7-10 16,4 0-2-16,-1 1-14 0,1-6 4 0,2 1 7 16,1-6 14-16,-3 10 15 0,3-10 14 0,-5 7 20 15,5-7 4-15,0 0-8 0,0 0-15 0,0 0-11 16,0 0-13-16,-6-20-4 0,6 20-9 0,2-20-7 15,0 7-4-15,1-5-8 0,4 1-6 0,2-9-2 16,1 1-6-16,0-2 0 0,2 0-8 0,0 0 0 16,1 2-3-16,3-2-5 0,0 0-2 0,2 2 1 15,-2 3-3-15,1 0-1 0,-4 8-6 0,1 1 3 16,-5 3-7-16,0 2-2 0,-1 5-2 0,2 2 1 16,-2 0-2-16,2 3-1 0,1 3-1 0,1 6 0 15,1 4 9-15,-3 1-6 0,1 8-2 0,0 1 1 16,-2 3 4-16,-4-1 0 0,0 1 1 0,0-1 1 15,2-1-1-15,-1 1 1 0,-4-2 1 0,2-7 1 16,0 1-1-16,0-2-4 0,-2 0 7 16,3-1-1-16,-1-5-2 0,-1 2 2 0,1-3 0 15,-2-1 1-15,2 2-7 0,-1-2-17 0,-1-5-27 16,-2-4-21-16,4 12-33 0,-4-12-18 0,0 0-35 16,5 10-28-16,-5-10-39 0,0 0-155 0,0 0-406 0,0 0 180 15</inkml:trace>
  <inkml:trace contextRef="#ctx0" brushRef="#br0" timeOffset="50397.61">3660 3451 96 0,'0'0'145'16,"0"0"-10"-16,0 0-10 0,0 0-9 0,34-2-19 15,-12 2-3-15,7 0-7 0,-2 0-13 0,5 0-22 16,-1 2-33-16,-2-4-30 0,1 2-39 0,-1 0-34 15,-1 2-66-15,-6-2-161 0,6-2 71 0</inkml:trace>
  <inkml:trace contextRef="#ctx0" brushRef="#br0" timeOffset="50635.92">4197 3238 55 0,'0'0'234'16,"-4"-21"-4"-16,4 21-5 0,0-11-17 0,0 11-22 15,-2-9-19-15,2 9-25 0,0 0-15 16,0 0-12-16,0 0-14 0,0 0 1 0,0 32-8 16,-2-2-1-16,-1 2-7 0,1 13-7 0,-5-12-5 15,1 3-5-15,1-1-5 0,0 10-7 0,-2-10 0 16,3-2-12-16,-2-1 0 0,1-2-5 0,0-1-3 0,1 0-12 16,0 0-14-16,0-1-24 0,3-9-23 15,0-2-25-15,-1 2-30 0,1-4-36 0,0-1-50 16,0-3-42-16,1-11-122 0,-5 20-370 0,5-20 165 15</inkml:trace>
  <inkml:trace contextRef="#ctx0" brushRef="#br0" timeOffset="50857.75">4199 3363 143 0,'17'-6'195'0,"-2"2"-18"0,3 4-5 15,0 2-19-15,-3 0-8 0,3 4-13 0,-4 4-11 16,0-1-2-16,-6 1-7 0,3 4-10 0,-4 1-9 16,-1 2-9-16,-6 0-3 0,-1-2-10 0,-6 2-6 15,1 1-6-15,-3-3-1 0,-2-1-6 0,-1 1-16 16,-1-1-20-16,-2-3-27 0,1 2-30 0,-1-2-41 16,-1-2-53-16,4-3-185 0,-1-2-346 0,2-1 153 15</inkml:trace>
  <inkml:trace contextRef="#ctx0" brushRef="#br0" timeOffset="51102.42">4506 3228 43 0,'4'-5'223'0,"-4"5"-25"15,5-6-18-15,-5 6-17 0,0 0 6 0,0 0 3 16,3 30-1-16,-4-11-7 0,0 11-10 0,-2-1-12 15,0-1-4-15,0 4-2 0,-1 0-9 0,2 0-9 16,-2-3-8-16,0-1-12 0,0-1-10 0,0-1 2 16,2-2-15-16,-2 1-10 0,3 1-3 0,-2-7-9 15,2-3-11-15,0 3-25 0,2-1-31 0,-1-1-23 16,-1-1-36-16,2 1-37 0,-1-5-46 0,0-1-42 16,0 1-204-16,0-12-435 0,-5 16 192 0</inkml:trace>
  <inkml:trace contextRef="#ctx0" brushRef="#br0" timeOffset="51323.91">4501 3379 109 0,'12'-5'201'0,"1"1"-16"0,0 3-12 15,1 2-11-15,-1 1-16 0,3 4-6 0,-3 1-9 0,1 3-18 16,-2 0-4-16,-4 1-13 0,2 3-3 0,-5-2-12 15,-1 5-7-15,-4 0-4 0,-2 0-5 0,-4 0-3 16,-3-2-7-16,-1 2-3 0,-1 0-9 16,-2-3-30-16,-2 1-25 0,-1-3-43 0,-2 5-45 15,0-10-50-15,1 1-160 0,3-4-335 0,1-2 149 16</inkml:trace>
  <inkml:trace contextRef="#ctx0" brushRef="#br0" timeOffset="51836.15">4700 3388 45 0,'5'-3'206'16,"-5"3"-4"-16,0 0-19 0,16 4-3 0,-6 1-15 16,-1 3-12-16,3 3-12 0,-1 0-18 0,-1 5-9 15,0-1-10-15,0 1-9 0,-3 1-6 0,-1-1-9 16,-3 1-6-16,1-1-4 0,-3 0-8 0,-1-3-9 15,0-1-1-15,0-1-1 0,0-11-4 0,-3 18 3 16,1-12-5-16,2-6 4 0,-4 10-1 16,4-10 7-16,-7 7-5 0,7-7 0 0,0 0-8 0,-11 3 1 15,11-3-5-15,0 0-2 0,0 0-4 0,0 0-4 16,-13-16-2-16,13 16-7 0,1-19 4 0,2 8-4 16,1-2-2-16,2-1-3 0,4 0-3 0,-2-3-3 15,1 2-3-15,2 1 2 0,-3 5-4 16,4-4 1-16,-2 5 1 0,-2 0-4 0,1 2 0 15,2-1-1-15,-2 3-3 0,-1 1-3 0,-8 3-1 16,15 0 4-16,-15 0-1 0,13 9 1 0,-8-1 2 16,0 1 0-16,1 1-3 0,-3 0 4 0,1 2-3 15,0-1 2-15,-2-2 1 0,3 2-1 0,0-3-1 0,3 2 1 16,-4-2 2-16,2 1 0 0,-1-3 3 16,1-1-2-16,-6-5 1 0,12 6 1 0,-12-6 1 15,14 1-3-15,-14-1 6 0,17-5 2 0,-7 0-4 16,-2 0 0-16,-2 0 3 0,3-4 1 0,-4 1 3 15,-1-1-6-15,-1-1 0 0,-2-1 0 0,-1 0 1 16,0 11 0-16,-6-21-6 0,-1 11-1 0,1 1-15 16,-2 2-8-16,-1 1-15 0,-1 2-19 0,-1 2-22 15,11 2-24-15,-31 6-38 0,17 1-32 0,1-1-40 16,0 4-167-16,3-1-409 0,1-3 181 0</inkml:trace>
  <inkml:trace contextRef="#ctx0" brushRef="#br0" timeOffset="52062.41">5147 3437 48 0,'4'-14'268'0,"-1"2"-21"15,3-2-18-15,-3 2-4 0,-1 5-14 16,1-3-17-16,-1 5-18 0,-2 5-21 0,4-8-19 16,-4 8-15-16,7-2-5 0,-7 2-12 0,16 13-5 15,-3-2-4-15,0 1-7 0,5 8-10 0,-2 1-7 0,-4-5-10 16,4 6-2-16,0-2-2 0,-6-3-8 0,3-1 1 15,-2 0-9-15,6 4-4 0,-6-4-30 0,1-1-24 16,-2-2-30-16,0 0-37 0,-3-3-45 16,1-1-60-16,-1-1-61 0,-3-3-135 0,-4-5-416 15,0 0 185-15</inkml:trace>
  <inkml:trace contextRef="#ctx0" brushRef="#br0" timeOffset="52236.49">5444 3434 179 0,'-5'-15'256'0,"1"6"2"0,0 1-14 0,0 2-19 16,4 6-21-16,-5-8-22 0,5 8-14 0,-10 3-11 16,0 4-9-16,-6 6-10 0,-4 6-9 0,2 0-15 15,-4 3-9-15,1 4-14 0,1-2-9 0,4 1-37 16,0-2-31-16,2-1-31 0,1-2-41 0,3-4-46 16,4 0-55-16,2-6-61 0,2 0-144 0,2-10-394 15,-6 14 174-15</inkml:trace>
  <inkml:trace contextRef="#ctx0" brushRef="#br0" timeOffset="52417.83">5570 3380 171 0,'3'-5'254'0,"-3"5"-28"0,2-7-24 16,-2 7-22-16,0 0-9 0,0 0-7 0,6 19-12 15,-6-3-15-15,0 1-10 0,-3 1-13 16,3 0-9-16,-5 5-8 0,1 3-7 0,0-2-18 15,2-6-39-15,-1 1-39 0,-2-1-42 0,3-1-73 16,-1-1-75-16,-2-1-125 0,1-3-348 0,4-12 154 16</inkml:trace>
  <inkml:trace contextRef="#ctx0" brushRef="#br0" timeOffset="52573.45">5534 3082 145 0,'0'0'128'0,"0"0"-44"0,2-9-44 0,-2 9-46 15,0 0-60-15,0 0-70 0,17 24 31 0</inkml:trace>
  <inkml:trace contextRef="#ctx0" brushRef="#br0" timeOffset="53211.58">5874 3433 143 0,'0'0'161'0,"0"0"-16"16,0 0-9-16,0 0-5 0,-12 9 11 0,12-9-10 16,-5 17-7-16,1-6-7 0,0 0-10 0,0 1-8 15,3-1-8-15,-2-1-2 0,2 6-13 0,0-5-2 16,1 0-3-16,0-11-6 0,-2 19 2 0,0-12-11 16,2-7 3-16,2 13 8 0,-2-13 11 0,0 0 13 15,0 10 15-15,0-10 4 0,0 0-14 0,0 0-5 16,0 0-12-16,0 0-8 0,0 0-4 0,0 0-6 15,0 0-8-15,0 0-3 0,-8-39-7 0,8 26-7 16,-2 2-3-16,2-4-3 0,2 2-11 16,0-2-5-16,4-5-5 0,-1 4-10 0,3 0 1 0,-4 0-8 15,6 0-4-15,2 4-1 0,1 1 0 16,1 2-1-16,2 2-2 0,1 1 3 0,0 5-3 0,2 2 4 16,-3 2-4-16,1 5 5 0,2 2-3 0,-5 4 3 15,4 5 2-15,-7-4 0 0,2 1 1 0,-3-3 0 16,-1 2-1-16,0 3 2 0,-2-3 2 0,-4-4 8 15,1 0-9-15,0-2 7 0,-1 0-3 16,-3-9 3-16,2 11 12 0,-2-11 15 0,2 8 2 16,-2-8 3-16,0 0-2 0,0 0-2 0,0 0-4 15,0 0 0-15,0 0-2 0,0 0 5 0,0 0-11 16,0 0 0-16,-18-24-5 0,18 13-3 0,2 0-3 0,1-2-7 16,2-2 0-16,3-1-2 0,2-1-4 15,3 0-8-15,2-2 0 0,-1 6 2 0,1 1-1 16,2 0-1-16,-2 3 0 0,-2 5 2 0,0 0-6 15,0 3 3-15,-1 3 1 0,0 2 0 0,1 4 5 16,0 3-5-16,-1 1 3 0,-3 3 1 0,-1 3 0 16,0-1 10-16,-3 2-6 0,-3 0-8 0,1 0-32 15,-3-2-38-15,1 2-36 0,-4-1-66 0,2-2-73 16,-6 0-164-16,3-5-456 0,0 2 202 0</inkml:trace>
  <inkml:trace contextRef="#ctx0" brushRef="#br0" timeOffset="53573.7">6645 3387 15 0,'-9'-8'253'0,"2"2"-8"16,-2 2-31-16,-2 1-18 0,11 3-11 0,-25 7-16 16,10 2-7-16,-4 4-16 0,-1 3-7 0,6-2-19 15,3 1-12-15,0 2-11 0,4 0-8 16,2-3-6-16,1 2-8 0,3-5-8 0,1 2-4 15,3-3-9-15,2 1 0 0,-1-3-7 0,3 0 0 16,-1-3-7-16,4-2-1 0,2-1-2 0,-2 0-2 16,-10-2-2-16,23-4 1 0,-13 1-2 0,7-4 0 0,-2-3 3 15,-1 2 3-15,-5 0-3 0,1 0 4 0,-1-7-1 16,2 3-8-16,-6 3-1 0,0-3-1 16,2 1-1-16,-3 1-4 0,0 3 3 0,-4 7 4 15,6-12-2-15,-6 12-5 0,4-8-9 0,-4 8 0 16,7-5-8-16,-7 5-3 0,0 0 0 0,0 0 4 15,0 0-2-15,0 0 1 0,9 25-5 0,-11-12 3 16,4-1 0-16,-1 3 0 0,-1-2 0 0,4 2-23 16,-2 1-29-16,1 2-31 0,-2-6-49 0,0 2-56 15,5-3-58-15,-1 3-211 0,1-6-490 0,-1 2 217 16</inkml:trace>
  <inkml:trace contextRef="#ctx0" brushRef="#br0" timeOffset="53828.09">7040 3164 151 0,'0'-15'271'0,"0"15"-29"0,0-12-31 16,0 12-15-16,0 0-23 0,0 0-4 0,0 0-8 15,-5 38-9-15,1-13-6 0,0 5-11 0,-2-1-16 0,2 1-10 16,0 1-5-16,-1-2-6 0,-1 2-9 0,2-1-11 15,0-2-5-15,1-2-7 0,1-7-8 16,1 0-2-16,-1 0-7 0,1 1 7 0,0-4-30 16,1 0-30-16,0-4-32 0,0-1-32 0,0 0-45 15,0-11-60-15,-2 17-58 0,2-17-164 0,0 0-425 16,0 0 188-16</inkml:trace>
  <inkml:trace contextRef="#ctx0" brushRef="#br0" timeOffset="53975.57">6953 3372 140 0,'0'0'165'0,"9"-6"-20"15,-2 3-17-15,-7 3-13 0,24-3-31 0,-10 4-35 16,2 1-34-16,3 1-51 0,0 4-31 0,-2 2-56 16,-1 0-134-16,0 1 59 0</inkml:trace>
  <inkml:trace contextRef="#ctx0" brushRef="#br0" timeOffset="54266.67">7179 3627 18 0,'0'0'214'15,"0"0"-16"-15,0 0-9 0,0 0-9 0,0 0-10 16,11 0-7-16,-11 0-6 0,0 0-8 0,25-10-11 0,-13 2-2 16,3 0-13-16,-1-2-8 0,3 0-5 0,-1-2-11 15,-2 0-6-15,0 0 2 0,-1-2-1 16,-1 0-10-16,-1 2-5 0,-2-6-17 0,-1 4-1 15,-4 1-9-15,-1 2-2 0,-1 1-7 0,-1-1-6 16,-1 11-3-16,-3-15-5 0,3 15-3 0,-6-12-5 16,6 12-5-16,-15-4-1 0,7 6-4 0,-2 4 3 15,0 2-6-15,-3 2 3 0,1 2-2 0,2 2 2 16,2-1 0-16,-2 1-1 0,4 1-4 0,-1-1 1 16,5 1 2-16,0-2-4 0,4-3-2 0,0 2-6 15,2-1-20-15,1 0-28 0,3-3-30 0,1-1-40 16,0 2-53-16,0-4-55 0,-9-5-186 0,16 7-447 15,-5-5 198-15</inkml:trace>
  <inkml:trace contextRef="#ctx0" brushRef="#br0" timeOffset="54447.67">6949 3382 2342 0,'-24'-10'113'0,"7"3"-24"0,6 2-49 15,1 1-22-15,1-1-3 0,1 3 3 0,8 2-17 16,-6-3 1-16,6 3 1 0,0 0 0 0,0 0-9 0,34-8-8 16,-4 6-24-16,4-2-37 0,3 0-49 15,4 1-74-15,-3 1-168 0,-1-1-395 0,-1 0 176 16</inkml:trace>
  <inkml:trace contextRef="#ctx0" brushRef="#br0" timeOffset="55074.66">7933 3387 59 0,'7'-10'291'0,"-5"-1"-14"0,0 5-20 16,0-1-29-16,-1 1-28 0,-1 6-19 0,6-5-22 15,-6 5-17-15,0 0-14 0,0 0-14 0,19 14-13 16,-13-4-6-16,3 9-5 0,1 5-3 16,-2 1-9-16,0 0 3 0,-3-2 3 0,4 2-2 0,-4-5-3 15,-1-1-7-15,2 5 6 0,-1-7-9 0,0-2-2 16,0 0-10-16,-2 0-3 0,2-3 2 0,-2-3-11 16,0 1-3-16,0-3-1 0,-3-7-9 0,5 10 0 15,-4-5 0-15,-1-5-3 0,0 0 1 16,0 0-4-16,16 6-3 0,-16-6 1 0,14-11-2 15,-4 4-3-15,0-1 1 0,4-6-2 0,-1 0 0 16,2-6-9-16,2 1 10 0,-2-5-10 0,1 2-6 16,-1-2-9-16,-1 1 1 0,-1-4-6 0,-1 4-2 15,-1-4 0-15,-3 2-2 0,-2 0-1 0,3 0 1 16,-5 8 1-16,-3-2-3 0,0 4 1 0,0 4 6 16,-2 2-6-16,-1-2 0 0,-1 5 3 0,-2 0-1 15,0 0-2-15,5 6 0 0,-14-4 2 0,6 5 4 16,8-1-6-16,-18 6 6 0,9-2-5 0,2 2 0 15,3-1-14-15,-1 1-3 0,2 0 1 0,3 5 3 16,0-11-9-16,5 16-10 0,2-7-13 0,2 0-13 16,6 1-13-16,3 1-28 0,2-4-30 0,7 3-40 15,4-2-37-15,-1-2-172 0,-1 1-424 0,-3-5 189 16</inkml:trace>
  <inkml:trace contextRef="#ctx0" brushRef="#br0" timeOffset="55452.18">8737 3373 97 0,'0'-7'184'0,"0"7"-5"16,0 0-11-16,-9-14-3 0,3 11-4 0,1 0 0 16,-3-1-2-16,0 1-2 0,-2 1-9 0,10 2-6 15,-18 1-11-15,7 3-9 0,-1 1-10 0,-2 8-2 16,0 0-17-16,1 2 0 0,1 1-15 0,1 1-2 16,4 0-8-16,-3 0-6 0,2 1-6 0,4-3-4 15,1 3-5-15,3-3-2 0,0-2-6 0,3 0-2 16,2-3-4-16,2 2-6 0,-1-3-8 15,3 0-5-15,0-3-15 0,2-1-1 0,2-2-4 0,-1-2-3 16,2 2-8-16,4-5 5 0,-1-3-2 16,-1-1 1-16,2 2 1 0,-3-5 8 0,2 1-10 0,-3-1 6 15,-2-4-1-15,-1 0 6 0,-2 0-4 0,-1-1 3 16,-4 0 5-16,2-3 2 0,-4 2 4 0,-1 3 8 16,-1 1 8-16,0 1 6 0,-1 1 7 0,0 2 3 15,1 7-6-15,0-11-2 0,0 11-11 16,0 0-1-16,0 0-6 0,0 0 2 0,0 0 2 15,-17 18-2-15,12-5-1 0,0 4 1 0,0 0-1 16,0 0-1-16,2 2-1 0,-2 0-1 0,5-1-2 0,0 1-11 16,1 2-28-16,1-4-31 0,0 2-53 0,1-2-73 15,2-1-77-15,-1-5-177 0,3-2-478 0,0-1 211 16</inkml:trace>
  <inkml:trace contextRef="#ctx0" brushRef="#br0" timeOffset="55677.84">9089 3200 191 0,'-2'-11'317'0,"2"4"-28"16,0 7-36-16,0-11-24 0,0 11-27 0,0 0-22 16,0 0-9-16,0 0 2 0,-6 27-3 0,3-8-11 15,1 10-10-15,-3 3-24 0,0 0 3 0,1 0-10 16,-1 0-13-16,1-1-7 0,0-1-10 0,1 1-7 15,1-2-22-15,1 0-33 0,-1-3-40 0,2-1-30 16,0 1-42-16,-1-8-64 0,2-1-85 0,-2 0-229 16,1-5-503-16,0-12 223 0</inkml:trace>
  <inkml:trace contextRef="#ctx0" brushRef="#br0" timeOffset="56427.96">9245 3439 305 0,'1'-5'308'0,"-1"5"-36"0,4-7-32 16,-4 7-28-16,0 0-15 0,0 0-8 0,0 0-3 15,2 20-20-15,-3-8-14 0,0-2-16 0,1 2-12 16,-1 2-13-16,3 1-10 0,-1-4-7 0,1 2-12 0,0 0-4 16,2-3-6-16,1 0-7 0,-1 1-4 0,2-1-3 15,1-3-11-15,1-1 1 0,-1-2-5 16,1 0-9-16,-8-4 4 0,17 5 1 0,-6-5-11 15,-5-3-2-15,-6 3 2 0,19-4-4 0,-8 0-4 16,-4-1 0-16,3-2-2 0,-3-1-4 0,2-2-1 16,1-3-4-16,-1-1-4 0,-1-1-4 0,-3 3 3 15,4-2-1-15,-4 2-3 0,0 1 1 0,-1 2 3 16,1 0 5-16,-3 4 3 0,-2 5-3 0,3-10-5 16,2 7-1-16,-5 3-3 0,0 0 0 0,0 0-4 15,0 0 0-15,0 0 1 0,6 14 2 0,-6-4 1 16,0 1-2-16,2 0 0 0,-1-1 0 0,-1 3 6 15,3-1-5-15,-1-2 2 0,1 1-2 0,2-2 2 16,1 0 2-16,3 0 4 0,1-2 6 0,1-1-7 16,1-2 11-16,5 0-3 0,-2-2 0 0,3-2-6 15,1 0 12-15,0 0-1 0,0-3 1 0,-2-1 2 16,1-4 6-16,-4 3 0 0,2-3-2 0,-1-2-6 16,-2-2 3-16,-1 1-3 0,-3-2-5 0,0-1 6 15,0-1-4-15,-1-2-4 0,-4 5-5 0,1-3 2 16,-2 3-1-16,-3 0 4 0,0 0-5 0,0 3-2 15,0 9 2-15,-2-14-4 0,1 9 0 0,1 5-8 16,-5-5 1-16,5 5-6 0,0 0 4 0,-19 10-1 16,10 0-2-16,-3 2 2 0,2 2 0 0,2 1-3 15,2 1 4-15,-1-2 3 0,1 1 7 0,5-2-4 16,-3 0 0-16,5 0 6 0,1-3-10 0,3 0-2 16,-2-2 11-16,5 1-24 0,0-3 23 0,3-1-4 15,2 1 1-15,0-3-4 0,6-2-4 0,3-1-8 16,5 0-7-16,-2-4-7 0,-4 0 3 0,-1-1 0 15,-1-2 1-15,0-1-1 0,-1-1 4 0,0-2-2 16,-1 1-1-16,-3-5-3 0,0 1-5 16,-4 1 0-16,2-3 5 0,-2 0-1 0,-4 1 2 0,-1 2 3 15,2 3 5-15,-5-1 1 0,2 2 6 0,0 2 8 16,-1 1-2-16,-3 6-3 0,2-7-4 0,-2 7 1 16,0 0 11-16,0 0 7 0,0 0 6 0,0 0-2 15,-25 30 2-15,18-19-2 0,0 1-2 16,-2 2 3-16,0 3-2 0,0-2 2 0,0 0-3 15,1 1-22-15,3-1-24 0,1-2-31 0,-2 2-27 16,2-3-42-16,3 0-38 0,-1 1-32 0,5 0-64 0,2-2-174 16,-5-11-482-16,18 18 214 0</inkml:trace>
  <inkml:trace contextRef="#ctx0" brushRef="#br0" timeOffset="57034.25">10581 3483 2325 0,'3'-5'146'16,"1"-3"-35"-16,-4 8-24 0,1-7-11 0,-1 7-4 16,0 0-17-16,1-7-6 0,-1 7-3 0,0 0 3 15,0 0 1-15,-14 18-4 0,9-10-10 0,1 2 7 16,0 2-5-16,2-2-1 0,-1 0-6 0,2 0-1 16,2 2 1-16,-1-2-2 0,3 0-7 0,1-1 1 15,1 0 2-15,3-2 11 0,0 2 5 0,3-3 0 16,5-1-4-16,-3 1 3 0,0-4-1 0,1-2-5 15,-2 1-5-15,1-1-1 0,-13 0 8 0,22-5-10 16,-10 1-1-16,-2 0 0 0,-2-2 4 0,-2-2-10 16,0-1 2-16,-2-1-3 0,-1 0-4 0,1-6-10 15,-4 1-11-15,-2-1-1 0,0-3-2 0,-2 2 0 16,-1-1-4-16,-3 1 2 0,2 1 1 0,1 1-2 16,0 6 3-16,-1 0 2 0,3 3-6 0,0 0 3 15,-2 1 2-15,5 5-4 0,-4-7-4 0,4 7 2 16,0 0-1-16,0 0 7 0,0 0-18 0,0 0 15 15,0 0 4-15,0 0-1 0,0 0 1 16,18 12-1-16,-6-8-2 0,7-1-9 0,2 0 9 0,10-3-10 16,0 0 0-16,4-3-2 0,0-1-2 0,-3-2 0 15,1 2 2-15,-3-8 3 0,-10 5-2 0,-2-3 4 16,-3 0 3-16,2-2-2 0,-3 0 4 0,-3-3 1 16,0 2 4-16,-1-3-1 0,-2 1 6 15,-3 1 4-15,-3 3 8 0,2-1 5 0,-3 2 12 16,2-1-6-16,-2 1 13 0,2 4 3 0,-3 6-3 15,0-12 3-15,0 12-28 0,1-6 14 0,-1 6-4 0,0 0-6 16,0 0 3-16,0 0 10 0,-13 29 4 0,7-11 1 16,-3 7 2-16,0 4 2 0,0 2-14 15,0 3 30-15,-2 11-8 0,3-11 3 0,-6 14 1 16,4-14-1-16,1-2-4 0,0 15 3 0,2-15 0 16,-2 3-18-16,3-2 8 0,1 1-3 0,0 0 3 15,3-1-5-15,1 0-1 0,0-3-5 0,0-1-4 16,2-4-26-16,-1-6-32 0,1-5-35 0,-1-1-45 0,3-1-46 15,-2-1-47-15,2-3-85 0,-3-8-291 16,0 0-636-16,0 0 282 0</inkml:trace>
  <inkml:trace contextRef="#ctx0" brushRef="#br0" timeOffset="57213.03">10963 3630 2694 0,'3'-5'86'0,"-3"5"-30"0,4-8-9 15,-4 8-5-15,4-8-14 0,-4 8-10 0,2-4 1 16,-2 4-5-16,0 0-1 0,4-7-4 0,-4 7 1 16,0 0-8-16,6-3-3 0,-6 3-12 0,13 0-8 15,-5-2-25-15,3 0-34 0,4 2-55 0,8-3-76 16,-3 0-212-16,-2-1-456 0,4 0 202 0</inkml:trace>
  <inkml:trace contextRef="#ctx0" brushRef="#br0" timeOffset="57824.43">12066 3530 19 0,'0'0'291'0,"5"-5"-30"16,-5 5-32-16,0 0-24 0,0 0-21 0,0 0-16 15,0 0-12-15,0 17-4 0,-7-6-9 0,-3 5-8 16,-4 4-9-16,1 1-11 0,0 2-1 16,3-6-15-16,0-1-10 0,1 0-8 0,1-2-9 15,1-4-3-15,0 0-11 0,2-2 0 0,1-2-5 16,-1-1-2-16,5-5-3 0,0 0 42 0,-6 10 8 0,6-10-2 16,0 0-10-16,0 0 9 0,0 0-14 15,0 0-2-15,0 0-13 0,2-31-3 0,1 18-1 16,3-3-10-16,0 1-2 0,2-2-7 0,0-2-24 15,3-4 20-15,3 1-9 0,0-2-7 0,4-3 8 16,-5 3-5-16,3-5-12 0,-1 4 3 0,1-2-6 16,0 3 3-16,0 2 1 0,-5 5 6 0,-3 4-6 15,2 3-7-15,-3 2 1 0,-3 3-4 0,0 1 1 16,1 1 0-16,-5 3-9 0,11 0-2 0,-4 6 2 16,0 4 0-16,1 0 0 0,-2 6 6 0,2 3-6 15,-1 6-5-15,-2-1 8 0,-2-4 5 0,0-1-2 16,4 6 7-16,-4-6 8 0,1 8-7 0,0-9-5 15,-2 2 2-15,0-3-21 0,3 2 26 0,1-1-2 16,-2-2-8-16,0-1-25 0,0-3-26 0,-3-1-33 16,3 0-31-16,-4-1-38 0,0-10-45 0,-1 18-58 15,1-18-56-15,-4 13-212 0,-2-9-565 0,6-4 249 16</inkml:trace>
  <inkml:trace contextRef="#ctx0" brushRef="#br0" timeOffset="58268.35">11943 3598 63 0,'0'0'186'0,"0"0"-16"15,0 0-12-15,25-2-32 0,-8 1-2 0,2 1-8 16,10-2-31-16,0 2-15 0,3 0-31 0,-1-2-29 16,1 2-26-16,1 0-23 0,-1 0-20 0,-1 0-9 15,-2-2 2-15,-11 1 6 0,4-2 10 0,-11 3 20 16,1-1 27-16,-1 0 32 0,-5 0 37 0,-6 1 8 15,12-5 5-15,-9 2 24 0,-3 3 8 0,6-5 10 16,-6 5-1-16,4-6 3 0,-4 6 9 0,3-7 15 16,-3 7 2-16,0 0-10 0,0 0-16 0,2-6-17 15,-2 6-10-15,0 0-17 0,0 0-5 0,0 0-12 16,0 0-8-16,18 14 2 0,-14-4-1 0,1 1-1 16,5 2-7-16,-2 3 6 0,-3 2 0 15,3-1-5-15,-2 0-3 0,4-1-1 0,-3 1-3 16,-3-1-5-16,2-1 1 0,4-2-13 0,-7 0 4 0,1-1-2 15,2-1-2-15,-3-1-2 0,1-1 1 0,-2-1 3 16,-2-8-6-16,8 9 3 0,-8-9 16 0,4 9 16 16,-4-9 14-16,0 0 5 0,0 0-10 0,0 0-2 15,0 0-6-15,25-15-2 0,-21 2 5 16,5-1-21-16,0 1 2 0,1-5-5 0,3-3-7 16,-3 4-4-16,4-8-16 0,-3 3-15 0,5 0-15 15,-5 1-18-15,2 4-29 0,-3 2-23 0,1 2-25 0,-5 4-36 16,-3 0-43-16,2 2-92 0,-3 4-254 0,-2 3-587 15,0 0 260-15</inkml:trace>
  <inkml:trace contextRef="#ctx0" brushRef="#br0" timeOffset="58466.23">12860 3829 230 0,'0'0'247'0,"6"5"-13"15,-6-5-3-15,4 8 1 0,-4-8-6 0,0 0-5 16,-4 17-14-16,2-7-13 0,-6-1-26 0,0 1 1 16,1 0-23-16,-4 1-13 0,-3 0-26 0,3 2-45 15,-3-2-42-15,4 1-50 0,1-5-50 0,-1 0-75 16,1 1-78-16,5-4-156 0,4-4-420 0,0 0 186 16</inkml:trace>
  <inkml:trace contextRef="#ctx0" brushRef="#br0" timeOffset="59155.62">13362 3438 293 0,'0'0'262'0,"0"0"-27"0,3-6-26 16,-3 6-20-16,6-5-20 0,-6 5-20 0,14-4-14 15,-5 4-16-15,2-2-11 0,3 2-17 0,-3-4-9 16,3 3-9-16,-1 0-6 0,-7-1-10 0,-6 2-3 16,14-2-6-16,-7 2-1 0,-7 0 4 0,10-1 5 15,-10 1 4-15,0 0 5 0,12-3 1 0,-12 3 8 16,0 0-9-16,0 0 3 0,0 0-7 0,7-1 5 16,-7 1-6-16,0 0-2 0,0 0-4 0,0 0-4 15,0 0-9-15,0 0-3 0,0 0-8 0,0 0-2 16,0 0-8-16,-18 17 2 0,7-3-4 0,-5 0-9 15,0 6 14-15,2 2-3 0,-3-1 2 0,-2 1 0 16,2-1 5-16,1 1-2 0,3 0 3 0,-3-2 4 16,0 1 2-16,7-6-4 0,0-2-3 0,0 2-4 15,3-7 1-15,-2 3-1 0,4-1 5 0,-2-1-5 16,1 0-1-16,3-1 0 0,2-8-1 0,-7 12 0 16,4-5-5-16,3-7 1 0,-4 9 0 0,4-9 1 15,0 0 4-15,-2 8-4 0,2-8 12 16,0 0 9-16,0 0 7 0,0 0 0 0,0 0-4 0,0 0-1 15,0 0 5-15,0 0-11 0,0 0-7 0,11-38-2 16,-4 21-7-16,0 0 0 0,6-5-6 0,3 0-7 16,-1-2-2-16,3-1 0 0,1 2-4 15,0 1 8-15,0-1-9 0,-4 3 3 0,3-2-2 16,-5 8 4-16,-1 1-5 0,-1 1 4 0,1-1 3 16,-5 4-2-16,1-1-6 0,-1 1-4 0,-1 2 11 15,2-1-3-15,-6 4 8 0,2 0 4 0,-4 4-2 0,5-7 7 16,-5 7-16-16,6-6-5 0,-6 6-4 15,0 0 5-15,0 0-6 0,0 0-5 0,14 12 15 0,-10-5-9 16,-1 4 0-16,1 1 8 0,-2 2 2 16,2 4 2-16,-3-2 10 0,-1 2 9 0,0-1-10 15,-1 1 5-15,1 1-1 0,-2-1-1 0,2 0 0 16,-2 0-1-16,2-2 2 0,-2 0-16 0,0-3 7 0,2-2 6 16,0 1 1-16,0-1-2 0,0-11 0 0,2 18-14 15,0-9-23-15,-2-9-31 0,2 14-42 16,-2-14-30-16,2 11-34 0,-2-11-26 0,1 10-38 15,-1-10-42-15,0 0-35 0,2 10-262 0,-2-10-608 16,0 0 268-16</inkml:trace>
  <inkml:trace contextRef="#ctx0" brushRef="#br0" timeOffset="59321.93">13389 3653 116 0,'0'0'217'15,"0"0"-24"-15,0 0-13 0,0 0-14 0,0 0-14 16,20-6-17-16,-6 5-16 0,7-2-12 0,-2 2 0 16,8-2-42-16,3 3-40 0,1-1-55 0,0-1-58 15,1-1-156-15,-9 2-265 0,-4-1 117 0</inkml:trace>
  <inkml:trace contextRef="#ctx0" brushRef="#br0" timeOffset="59855.3">13760 3661 33 0,'0'0'295'0,"0"0"-27"0,0 0-24 15,0 0-22-15,0 0-21 0,0 0-23 0,0 0-20 16,0 0-15-16,0 0-15 0,31-2-12 0,-20 0-17 0,3 1-23 16,4 0-17-16,-4-1-21 0,-1 0-27 0,-2 2-24 15,3-1-24-15,-3 0-24 0,-2 1-7 0,-2-2-23 16,-7 2 0-16,13-1-5 0,-13 1 4 0,6-2 13 15,-6 2 0-15,0 0 7 0,8-3 12 16,-8 3 11-16,0 0 11 0,0 0 15 0,0 0 13 16,-14-11 20-16,14 11 18 0,0 0 20 0,-9-3 27 15,9 3 12-15,0 0 5 0,-4-6-4 0,4 6-5 0,0 0-6 16,0 0-10-16,0 0-6 0,0 0-8 0,0 0-2 16,0 0 17-16,-14 17-4 0,10-9 0 0,-1 3 10 15,1 1-8-15,1 4 2 0,-3 1-4 16,1 4-4-16,0 3-1 0,1-5-4 0,2 0-3 15,-1 0-4-15,-1-2-2 0,4 0-2 0,-2 0-6 16,2-1-5-16,-4 0 0 0,4-5-5 0,0-1-1 16,0 1-2-16,0-2-1 0,0 1 0 0,-2-4-3 0,2-6-2 15,0 13-4-15,0-13 4 0,-1 11-3 16,1-11-1-16,-1 6 4 0,1-6-2 0,0 0-2 16,-6 8-7-16,6-8 7 0,0 0-4 0,-11-2-8 15,11 2-1-15,0 0 1 0,-13-8-4 0,13 8 4 16,-10-6-2-16,4 3 3 0,2-3 0 0,4 6 4 15,-7-6-1-15,7 6 15 0,-7-5 0 0,7 5 1 16,-5-5-1-16,5 5-1 0,0 0-4 0,0 0 1 16,0 0-6-16,0 0 0 0,0 0-4 0,10-9-6 15,3 7-12-15,0 2-4 0,3 0-18 0,5 0-15 16,8-3-29-16,0 1-34 0,2-3-40 0,1 2-58 16,0 1-68-16,-6-2-170 0,5 2-483 0,-2-2 213 15</inkml:trace>
  <inkml:trace contextRef="#ctx0" brushRef="#br0" timeOffset="60012.36">14306 3905 117 0,'0'0'243'0,"0"0"-14"0,0 0 1 0,2 12 2 16,-2-12-5-16,0 0-14 0,-8 13-21 0,8-13-20 16,-6 13-17-16,6-13-12 0,-2 16-17 0,0-7-9 15,-1 1-27-15,-1-1-40 0,2 1-42 0,2-10-53 16,-9 13-99-16,4-6-249 0,-2-1-425 0,-3 1 188 15</inkml:trace>
  <inkml:trace contextRef="#ctx0" brushRef="#br0" timeOffset="61030.3">14997 3543 80 0,'0'0'186'0,"0"0"-10"0,0 0-4 0,0 0-8 16,1-9-1-16,-1 9-7 0,0 0-9 0,0 0-8 15,0 0-8-15,0 0-10 0,0 0-10 0,0 0-7 16,0 0-8-16,0 0-9 0,0-9-5 0,0 9-7 16,0 0-3-16,0 0-7 0,0 0-6 0,0 0-4 15,0 0-5-15,0 0-5 0,0 0-6 0,0 0-3 16,0 0-1-16,0 0-4 0,0 0-4 0,0 0-2 15,0 0-2-15,0 0-8 0,0 0 8 0,0 0-8 16,0 0-3-16,0 0 0 0,0 0 0 0,0 0-1 16,0 0-3-16,-8-5 4 0,8 5 7 0,0 0-2 15,0 0 3-15,0 0 3 0,0 0 4 0,-4-6 3 16,4 6-6-16,0 0 10 0,0 0 4 0,-7-4-3 16,7 4-2-16,0 0 0 0,0 0 2 0,-4-9 4 15,4 9 4-15,0 0 3 0,0 0 4 0,-4-4-5 16,4 4 5-16,0 0-19 0,0 0 15 0,0 0-8 15,0 0-6-15,0 0-9 0,0 0-6 0,0 0-2 16,0 0-1-16,0 0-2 0,-5 23-3 0,2-6 2 16,1 2 3-16,-2-1-1 0,-3 9 1 15,1-3-15-15,-1 1 31 0,3-2-11 0,-3 2-2 0,5-7-4 16,-5 9 9-16,4-7-7 0,-3-1-2 0,4-1 1 16,-1-1 9-16,1 0-15 0,0 1-2 0,1-3-4 15,-1 1-18-15,2-6-28 0,-2 3-30 0,1-5-26 16,1-1-28-16,-1 0-33 0,1-7-44 0,-5 14-41 15,5-14-35-15,-5 7-174 0,5-7-493 16,0 0 219-16</inkml:trace>
  <inkml:trace contextRef="#ctx0" brushRef="#br0" timeOffset="61372.41">14950 3421 161 0,'16'-11'185'0,"-6"5"-2"16,3 3-21-16,-3 0-10 0,2 6-7 0,0 0-13 16,-1 4 5-16,3 5-6 0,-8 2-1 0,3 2-4 15,-5 2-5-15,0 3-14 0,-3-2-6 0,-4 6-11 16,0-6-7-16,-3-1-5 0,-4 5-10 0,2-6-3 16,-3-3-6-16,2 1-4 0,-5-2-8 0,3-2 0 15,-5 1-1-15,6-6-8 0,2-1-3 0,-2 1-5 16,0-3 1-16,4 0-4 0,-1 0 2 0,7-3-5 15,-14-2 5-15,14 2-4 0,-8-4 3 0,8 4 0 16,-7-5 1-16,7 5 4 0,-2-8 0 0,2 8-6 16,0 0-1-16,0 0-9 0,0 0-3 0,0 0-7 15,0 0 3-15,0 0-2 0,23 4 3 0,-14 4-5 16,-1-1 2-16,3 5-2 0,3-1 2 0,-1 1-8 16,1 1-27-16,1 3-27 0,-5-2-47 0,8 5-57 15,-3-6-64-15,-4 1-214 0,-4-5-473 0,6 0 209 16</inkml:trace>
  <inkml:trace contextRef="#ctx0" brushRef="#br0" timeOffset="61567.17">15224 3824 118 0,'3'-5'333'16,"-3"5"-24"-16,0 0-24 0,0 0-34 0,0 0-15 15,6-9-23-15,-6 9-38 0,0 0-1 0,0 0-16 16,0 0-13-16,0 0-12 0,0 0-8 0,-1 28-14 15,1-16-8-15,0-12-13 0,-4 22-6 16,3-6 4-16,-2-4-33 0,2-1-37 0,-2 2-47 0,2-1-47 16,-2-2-57-16,2 1-57 0,1 2-79 0,-5-3-150 15,1-1-451-15,4-9 199 0</inkml:trace>
  <inkml:trace contextRef="#ctx0" brushRef="#br0" timeOffset="61735.42">15303 3569 180 0,'0'0'259'0,"0"-10"-59"16,0 10-46-16,0 0-30 0,0 0-46 16,0 0-54-16,0 0-69 0,0 0-118 0,0 0-176 15,8 30 79-15</inkml:trace>
  <inkml:trace contextRef="#ctx0" brushRef="#br0" timeOffset="61921.86">15541 3915 75 0,'1'10'252'0,"2"-5"-5"0,-3-5-18 0,0 14-7 15,0-3-11-15,-3-1-11 0,1 5-22 0,-3-3-13 16,-2 1-13-16,1 2-15 0,-2-1-12 0,-1 1-21 15,-2-1-32-15,0 1-34 0,3-5-41 0,-3 2-55 16,4-1-64-16,-1-3-71 0,-2 2-146 0,2-5-366 16,0 2 161-16</inkml:trace>
  <inkml:trace contextRef="#ctx0" brushRef="#br0" timeOffset="62169.95">15860 3720 2151 0,'15'-25'151'0,"-1"-1"-29"0,-7 10 39 0,0-1 33 16,-2 1-51-16,-3 5-29 0,2 2 1 0,-3 1-17 0,2 3-27 15,-3 5 10-15,3-8-11 0,-3 8-10 0,0 0-4 16,0 0-4-16,0 0 14 0,0 0 4 0,-4 35-4 16,0-17-9-16,-4 7-2 0,1 3-7 15,3-2-5-15,-3 4-2 0,2-1 10 0,-4-1-14 16,3 2 0-16,1-5-5 0,0 3-26 0,-1-3-39 15,1-1-29-15,-1-5-42 0,4-2-29 0,-1-1-37 0,0-1-49 16,2-5-51-16,0 1-274 0,-4-2-587 0,5-9 260 16</inkml:trace>
  <inkml:trace contextRef="#ctx0" brushRef="#br0" timeOffset="62508.43">15898 3691 1523 0,'14'-31'67'15,"-5"5"29"-15,2 2 63 0,-2 9-16 0,-3 4-45 16,2 0-9-16,0 2-20 0,-1 0-14 0,0 4-11 16,-2 1-2-16,-1 0-7 0,-4 4-1 0,14-1-2 15,-14 1 4-15,0 0-4 0,13 8 4 0,-8 0-1 16,-1 2-1-16,1 1-4 0,-3 2-2 0,-2 2 0 16,0 2 0-16,-2-2-5 0,0-3-1 0,-4 3 5 15,0 0-6-15,-2 0 0 0,-3-4 0 0,1-1-4 16,1-2 3-16,1 0-3 0,1-1 1 0,2-3 0 15,0-1 1-15,5-3-3 0,-8 7 7 0,8-7 1 16,-6 6 6-16,6-6-1 0,0 0 11 0,0 0 2 16,-9 5 0-16,9-5-7 0,0 0-5 0,0 0-1 15,0 0-5-15,-4 9-4 0,4-9-3 0,0 0 0 16,0 0 0-16,12 12-3 0,-3-1-2 0,0-3 0 16,1 0-5-16,6 4-22 0,0-2-26 0,2 1-38 15,1-3-36-15,4 5-47 0,2-4-63 0,-4 0-58 16,-5-1-147-16,2-2-466 0,-1 1 207 0</inkml:trace>
  <inkml:trace contextRef="#ctx0" brushRef="#br0" timeOffset="62813.7">16294 3906 247 0,'0'0'299'0,"0"0"-14"0,-3-11-13 0,3 11-11 16,0 0-18-16,0 0-20 0,0 0-23 0,0 0-20 15,0 0-16-15,0 0-7 0,0 0-27 0,0 0 4 16,0 0-10-16,-19 22-14 0,17-14-12 0,-1 1-13 15,2 0-3-15,-1 1-9 0,2-10-5 0,4 15-4 16,-2-8-3-16,3 0-5 0,1-1 9 0,2 2-10 16,1-3 5-16,3-1 3 0,1-2-4 0,5 2-7 15,-1-2-3-15,0-2-5 0,0-4-5 0,1 0 0 16,-5 0-9-16,2-2 5 0,-3-1-3 0,-3-1 11 16,1 0-8-16,-2-1-7 0,-2-3-17 0,0 2 9 15,1-4 1-15,-4-4-1 0,0 0-8 0,-3-1-1 16,-1 2 2-16,-1 0 0 0,1 6-11 15,-3-2-7-15,1 1-13 0,-1 3-20 0,-3-1-18 16,0 5-29-16,-4-2-30 0,-4 6-32 0,-3 4-36 16,-1-1-39-16,-1 4-48 0,0 2-58 0,1-1-172 15,1 1-542-15,4 2 239 0</inkml:trace>
  <inkml:trace contextRef="#ctx0" brushRef="#br0" timeOffset="64630.25">17628 3552 247 0,'-4'-14'230'16,"0"9"-18"-16,1-3-17 0,3 8-9 0,-8-8-13 15,1 5-11-15,7 3-14 0,-14 0-5 0,5 0-13 16,-2 3-4-16,1 5-10 0,-3 3-1 0,-1 2-15 16,2 4-5-16,0-1-10 0,-1 5-4 0,2-3-12 15,4 0-3-15,-1 2-7 0,4-1-5 0,2-1-5 16,2 0-8-16,1 0-14 0,7 5-24 0,-3-7-20 16,6 0-19-16,1-5-28 0,2 3-31 0,1-6-27 15,3 1-32-15,-2-2-24 0,4-2-14 0,2-4-151 16,-2 2-371-16,2-5 165 0</inkml:trace>
  <inkml:trace contextRef="#ctx0" brushRef="#br0" timeOffset="64949.05">17921 3647 69 0,'0'-10'187'0,"-3"0"-16"0,-2 3-13 0,-3 0-8 0,3 2-2 16,-4 0-4-16,-1 5-5 0,10 0 3 0,-28 6-13 15,17 2-8-15,-6 0-10 0,-1 4-7 0,4 0-8 16,-7 7-10-16,7-5-10 0,3 1-6 15,3 3-8-15,0-3-2 0,5 2-9 0,1-1 0 16,2-4-7-16,3-2-4 0,1 0-5 0,0 0 0 16,-1-3-6-16,-3-7-3 0,12 9-12 0,-4-5-7 15,-8-4 0-15,12 4 1 0,-4-3-2 0,-8-1 1 0,19-3 3 16,-10-3 8-16,0-1-1 0,0 2 4 0,-4-4-4 16,3 2 4-16,-3-3 9 0,3 3 6 15,-5 1-2-15,3-2 3 0,-1 5 1 0,-3-4 0 16,-2 7-3-16,7-7-6 0,-7 7-8 0,2-5-4 15,-2 5-7-15,0 0 4 0,0 0-3 0,0 0 0 16,0 0-4-16,12 16-1 0,-10-4-17 0,0 3-18 0,-2 0-30 16,1 1-28-16,0 1-27 0,0 0-68 0,1 0-53 15,-2 0-156-15,0-1-423 0,-2-5 186 0</inkml:trace>
  <inkml:trace contextRef="#ctx0" brushRef="#br0" timeOffset="65157.32">18029 3814 199 0,'9'-16'245'0,"-1"-1"-25"0,1 0-19 15,1 2-20-15,-1 1-9 0,-1 0 0 0,-2 7-2 16,2-2-12-16,-2 3-15 0,-1 4-20 0,2 0-11 16,0-1-13-16,3 3-13 0,1 0-10 0,0 5-4 15,-1 0-10-15,1 4-7 0,-1 3-3 0,1 3-12 16,-2 9-20-16,-3-7-29 0,-1 2-36 0,1 0-49 15,0-2-54-15,-2 2-62 0,-3-1-149 0,2-2-389 16,0-5 173-16</inkml:trace>
  <inkml:trace contextRef="#ctx0" brushRef="#br0" timeOffset="65812.02">18704 3677 2134 0,'6'-34'104'0,"-4"1"-59"15,0 2 71-15,1 0 27 0,-5 3-15 0,2 3-25 16,0 8-2-16,0 1-4 0,3 3 1 0,-3 3 12 16,0 3-14-16,1-1-10 0,-1 8-13 0,0 0-14 15,0-9-5-15,0 9-11 0,0 0-2 0,0 0-9 16,0 38 3-16,-1-12 0 0,1 0 3 16,-3 3-13-16,3 3 3 0,-2 0-7 0,1-3-15 15,-3 0 17-15,1-1-3 0,3-2-1 0,-2 2-4 16,-1-4 11-16,1-5-11 0,0-2 2 0,0-5-1 15,1-1-17-15,-2 1 19 0,2-3-9 0,1-9 0 0,-2 11 1 16,2-11 1-16,0 12 0 0,0-12-1 16,0 0 0-16,0 0-2 0,0 0 5 0,0 0-10 15,0 0-8-15,0 0-7 0,0 0-4 0,0 0-6 0,26-31 1 16,-13 17-5-16,5 1 2 0,4-2-2 16,2 4-4-16,-5 1 4 0,0 2-1 0,0 2 2 15,-7 1-10-15,0 4-4 0,-1 0-1 0,-1 2 1 0,-1 0 2 16,-1 6 2-16,-2 0 4 0,-1 3-2 0,-2-4-4 15,-2 4-7-15,-1-1-13 0,-4 4 0 16,-4 0-13-16,1 1-5 0,-7-2-1 0,5-2-3 16,-5-1-1-16,-2 0 9 0,6-2 9 0,-1-2 6 15,2-2 8-15,2-1 7 0,0 1 1 0,-2-2 4 16,9-1 8-16,-9 1 7 0,9-1 6 0,0 0 0 16,0 0 1-16,0 0-2 0,0 0 4 0,0 0-1 15,0 0 0-15,15-14 2 0,-5 9 0 0,2 0 5 16,0 0 3-16,7 2-2 0,0-1 1 0,7-4 0 15,0-1 4-15,-2-1 0 0,2-1-1 0,-4 3-1 16,-2 1 4-16,-1 0-1 0,2-2 2 0,-2 2-4 16,-3-1 1-16,0-1 7 0,-7 3-2 0,0 0 12 15,0-1 2-15,-2-1 2 0,0 0-2 0,-4-1 2 16,4 0 5-16,-6 1-3 0,2-3 3 0,-3 6 7 16,0 5 3-16,0-13-1 0,-3 6-5 0,3 7 1 15,-5-9-7-15,0 7-1 0,5 2-6 0,-14-1-4 16,4 2 1-16,-2 2-3 0,-1 5-2 0,-1 0 0 15,0 3-1-15,4-3 1 0,0 5-6 0,0 0-10 16,5-2-13-16,-2 5-19 0,5-5-31 0,0-1-45 16,6 3-57-16,1-2-57 0,4-1-152 0,1-3-412 15,5 2 182-15</inkml:trace>
  <inkml:trace contextRef="#ctx0" brushRef="#br0" timeOffset="66124.37">19651 3721 2121 0,'1'-4'186'0,"-1"4"-30"0,0 0-30 0,2-7-53 16,-2 7-35-16,0 0-7 0,0 0-3 0,0 0 9 15,0 0 1-15,0 0 5 0,-11 18-6 0,11-18-3 16,0 18-4-16,3-1 2 0,-2-4-2 0,4 2-2 16,2-5-2-16,3 3 1 0,0 1-7 0,3-2-1 15,4-2 2-15,-3-1 1 0,4-2-6 16,-2-2 0-16,2-3 6 0,0 0-5 0,-3-6 4 0,-1 5-2 15,-2-2 23-15,-1-1 3 0,-1-3 1 16,0-2 2-16,-4 0 9 0,0-2-13 0,-1-1 6 16,0-6-7-16,-2 5 4 0,-3-1-16 0,1-2-1 15,-1-1-2-15,-1 3-5 0,-2 0 5 0,0 0-7 16,0 1-5-16,-3-1-18 0,-1 3-21 0,1 1-24 16,-2 1-33-16,-2 4-30 0,0 0-29 0,-3 4-36 15,-1 1-56-15,-1 3-48 0,-3-2-193 0,6 3-510 0,1-1 226 16</inkml:trace>
  <inkml:trace contextRef="#ctx0" brushRef="#br0" timeOffset="66530.03">20047 3660 2451 0,'9'-14'41'16,"1"-4"1"-16,-5 3 37 0,-1 0-12 0,-1-1 20 15,1 5 28-15,-2-1 4 0,1 3-3 0,-2 2 3 16,-1 7-9-16,3-9-10 0,-3 9-7 0,1-7-20 15,-1 7-11-15,0 0-20 0,0 0 12 0,0 0-1 16,6 25 0-16,-7-8-1 0,-3 3 13 0,2 5-20 16,-1 0-3-16,1-5-3 0,-4 5 8 0,3-2-9 15,0 2-13-15,4-7-2 0,-5-2-3 0,3 1-4 16,0-5 5-16,0-2 1 0,1-10-3 0,-5 12-22 16,5-12 22-16,-2 12 4 0,2-12-9 0,0 0-3 15,0 12 4-15,0-12-6 0,0 0-7 0,0 0-8 16,0 0 1-16,0 0-20 0,0 0 8 0,21-3 2 15,-21 3-8-15,28-14-1 0,-8 5 1 0,0 1 0 16,0 3-2-16,0-1 2 0,7 5-5 0,-8-2 0 16,-1 2 1-16,-6 2-3 0,3 2 4 0,-3 2 0 15,-6-1 2-15,2 2 1 0,-2 1 3 0,-6-7 8 16,5 13 0-16,-5-3-1 0,0-10 5 0,-5 19 0 16,-4-9 5-16,4-1-13 0,-4 1 13 15,-2-2 3-15,-1-1-7 0,-2 1-11 0,1-2-15 0,0 1-31 16,1-4-22-16,-2 0-32 0,5-3-30 0,-4 0-58 15,13 0-51-15,-19-5-242 0,9 1-538 0,3 0 238 16</inkml:trace>
  <inkml:trace contextRef="#ctx0" brushRef="#br0" timeOffset="66745.22">20415 3564 149 0,'4'-11'318'0,"-3"3"-13"16,3 1-19-16,-4 7-29 0,3-9-29 0,-3 9-28 15,2-5-19-15,-2 5-22 0,0 0 7 0,0 0-1 16,8 24 0-16,-5-7-6 0,-1 1 1 0,-1 7-1 16,2 0-14-16,-4 1-7 0,2-3-18 15,0-3-16-15,-2 6-5 0,1-1-9 0,0 1-10 0,-1 0-10 16,2-8-6-16,-1 0-25 0,-1-2-44 0,1 1-40 16,-3-4-49-16,3-2-52 0,1-1-55 0,-1-10-68 15,2 15-272-15,-2-15-587 0,0 0 260 16</inkml:trace>
  <inkml:trace contextRef="#ctx0" brushRef="#br0" timeOffset="67427.95">20391 3733 1762 0,'-4'-6'106'0,"0"0"-17"0,0 1-44 0,4 5-20 16,-1-7-18-16,1 7 0 0,0 0-1 0,0 0 1 15,13-8-6-15,1 5 2 0,4 2 0 16,2 0 2-16,10-2-3 0,-2 2 3 0,5 1-6 15,-1-1 8-15,0-1-7 0,1 1 4 0,-2 1 1 16,-2 0 1-16,-8-1-3 0,-3 1 0 0,-4 0 4 16,-3-2 17-16,0 2 13 0,-5 0 17 0,-6 0 15 15,14 0 14-15,-14 0 0 0,6-1 0 0,-6 1-8 16,0 0-10-16,0 0-3 0,0 0-11 0,0 0-1 16,0 0-5-16,-30 7 6 0,14 0 0 0,0-1-6 15,0 1-3-15,0 0-1 0,3 2-5 0,0-2-5 16,2 4-1-16,-1-3-6 0,5 2 0 0,0 1-6 15,3 0 7-15,-1 0-3 0,4 2-4 0,-2-5-3 16,3 0-3-16,0-8 1 0,8 15-1 0,0-9-3 16,2-2-4-16,1-1-5 0,1-1-1 0,2-1-2 15,-1 0 2-15,1-2-2 0,-1-2 3 0,-2 2 0 16,2-3 1-16,-3-2-1 0,-1-2 2 0,0 2 2 16,-1-3 0-16,-2 0 2 0,6-3-1 0,-7 2-2 15,-2 0 0-15,1-2 5 0,-1 5 4 0,-1 0 2 16,-2 0 5-16,0 7 0 0,4-8 2 0,-4 8-5 15,2-7-7-15,-2 7-6 0,0 0-3 0,0 0 3 16,0 0-6-16,0 0 3 0,0 0-8 0,0 0 8 16,-13 27 2-16,10-15-2 0,1 0 2 0,0 0 1 15,-1-1 4-15,1 0-6 0,6 2 1 0,-1-4 0 16,0 1 4-16,1 0-3 0,4-1 2 0,0-2 4 16,3-3-13-16,3-2 13 0,5 1 2 0,-1-2-1 15,0-5-1-15,0 0 1 0,0 0 12 0,0 0 1 16,-3-1 1-16,0-4 9 0,-2 4 3 0,1-7 9 15,-2 0 2-15,-1 0-13 0,1-2 13 0,-3 1 4 16,-4 3-2-16,1-5 4 0,2 1-9 0,-3 0-6 16,-2 2-4-16,-2 1 7 0,0 1 3 0,-1 10-2 15,5-14-6-15,-5 14 1 0,3-8-6 0,-3 8 0 16,0 0-34-16,0 0 23 0,0 0-6 0,0 0 0 16,0 0-23-16,0 0 34 0,-27 21-13 0,19-6-1 15,-2-3-2-15,0 3-5 0,4 0-2 0,-2 0 9 16,5-3 1-16,-1 1-13 0,2 2 2 0,3-4 0 15,0 2-20-15,2-4-32 0,1 1-36 0,2-3-48 16,1-1-43-16,2 0-58 0,2-3-66 0,-2 0-297 16,-9-3-648-16,19 1 287 0</inkml:trace>
  <inkml:trace contextRef="#ctx0" brushRef="#br0" timeOffset="67582.92">21102 3529 2436 0,'-8'-14'53'0,"-2"0"-50"0,2 6-5 16,4-2-8-16,-2 3-18 0,1 1-37 0,1 2-25 15,4 4-27-15,0 0-8 0,0 0-32 0,0 0-160 16,0 0-342-16,0 0 151 0</inkml:trace>
  <inkml:trace contextRef="#ctx0" brushRef="#br0" timeOffset="68029.22">21307 3881 222 0,'0'0'281'0,"0"0"-4"15,0 0-8-15,0 0-16 0,0 0-10 0,0 0-6 16,15-17-12-16,-15 17-10 0,6-14-17 0,-2 4-15 16,1-1-14-16,2-4-16 0,0 5-15 0,3-3-14 15,0-2-19-15,3 5-1 0,0-1-16 0,1 2-6 16,1 1-13-16,-5 4-10 0,2 0-11 0,-2 1 0 15,2 1-6-15,-2 5-10 0,-3-1-7 0,1 2-2 16,0 2-4-16,-2 3 8 0,2 1-13 0,-2 1-2 16,1 4 5-16,-1 0-9 0,2-1 8 0,-3 1-7 15,3 1 5-15,-2-4-2 0,0-2-5 0,3 0 1 16,0-2-12-16,2 0 1 0,5-1-1 0,2-4-3 16,2 0-21-16,2-3 9 0,-1-1-10 0,6-4 1 15,-7 1 5-15,0-1-3 0,-2-1 6 0,0-4 2 16,-1 0 1-16,-3 0 5 0,-1-4-3 0,-3 2-6 15,0-2 15-15,-2 0-3 0,-4 0 3 0,-1-2 0 16,4 1 5-16,-5-1 1 0,-2 4 7 16,1 1 2-16,-1 0 7 0,-1 3 8 0,-1 1 3 15,2 7 9-15,-5-11-20 0,1 9 0 0,4 2 0 16,-10-3 0-16,10 3-11 0,-21 5 4 0,8 0-2 16,-2 2-1-16,-2 3-5 0,2 3 7 0,2-1-13 0,3 0 10 15,-1 1-6-15,4 3-3 0,3-6-10 16,4 7-19-16,0-7-37 0,5 0-31 0,2 2-42 15,4-5-51-15,5 1-69 0,3-2-266 0,-1-4-571 0,10 3 253 16</inkml:trace>
  <inkml:trace contextRef="#ctx0" brushRef="#br0" timeOffset="68446.23">22195 3752 93 0,'0'0'242'0,"-2"-12"-10"0,2 12-7 0,-9-10-3 16,1 7-6-16,2-1-8 0,-4 4-14 0,10 0-22 15,-33 0 7-15,15 4-12 0,1 1-11 0,-2 2-7 16,-7 3-17-16,7 0-9 0,2 0-8 0,1 0-13 16,4 4-13-16,0 0-10 0,3-1-7 0,2-3 2 15,3 1-10-15,3 0-3 0,1-1-11 0,0-10 0 16,10 16-2-16,-1-10-2 0,3-1-9 0,3 2 1 16,3-5-19-16,0 0-2 0,0-4-6 0,0 0 3 15,-5-1-3-15,1-1-2 0,2-2-2 0,-4 1 0 16,-1-3 1-16,1-3 1 0,-2-3 4 0,0-1-5 15,-6-3 0-15,2 2 0 0,-2-2-7 0,0-1 11 16,-1-1 6-16,-2-4 2 0,4 4 9 0,-5 0-2 16,1 1 2-16,0-5 3 0,-1 6 17 0,0 0 13 15,0 1 8-15,2 5-9 0,-4 1 27 0,2 4 2 16,0-1 3-16,0 8-5 0,-1-12-9 0,1 12-13 16,0 0-12-16,0 0-8 0,0 0 1 0,0 0-10 15,0 0-3-15,-6 28-3 0,0-10 0 0,0 9-1 16,0 1-6-16,1 3-2 0,1-4 1 0,-2 1-1 15,1 2-5-15,1 0 2 0,1 1-2 0,1-4 1 16,2 1-7-16,-2-2-21 0,-2 0-31 0,7-7-46 16,0-2-63-16,-1 1-69 0,1-1-66 0,-1-5-111 15,-2-3-270-15,0-9-721 0,0 0 320 0</inkml:trace>
  <inkml:trace contextRef="#ctx0" brushRef="#br0" timeOffset="70280.16">22627 3914 138 0,'7'-8'167'0,"1"-2"-3"16,-2 2-13-16,3-2-9 0,-1 1-6 0,-2-3 1 16,2 3-7-16,1-2-6 0,-3 1-6 0,-1-2-22 15,0-3-2-15,-1 4-5 0,4-4 3 0,-2 0-9 0,-3-1-10 16,-2 3-11-16,0-2-2 0,1 1-6 16,-2-2 29-16,0 0-12 0,1 4-4 0,-4 1-14 15,2 1 1-15,2 1-6 0,-3-1 0 0,-1 3 5 16,3 7-3-16,-3-12-6 0,3 12-6 0,-5-9 2 15,5 9-3-15,-8-5-5 0,8 5 0 0,-11-2-9 16,1 2 1-16,0 0-3 0,0 1 1 0,-1 3-6 16,0-2-1-16,3 0-5 0,3 2-2 0,-1-1 0 15,6-3 1-15,-8 5-6 0,8-5 0 0,-2 7 1 16,2-7 1-16,0 0-1 0,12 11 2 0,0-7 0 16,4-1 0-16,1 2-4 0,5-2 0 0,1-1 1 15,6 1 2-15,-2-2-2 0,-4 0-2 16,5 2 1-16,-9-2-1 0,-1 1-2 0,1-1 0 15,-6 2 2-15,0-1-1 0,-2 2-2 0,0-2-1 0,0 3 1 16,-5-1-1-16,1 0 1 0,-1 1-2 0,2 1 4 16,-4-2-3-16,1 3 1 0,-3-1 3 0,1 2 2 15,-2-2 0-15,-1 3 2 0,0-9-6 0,3 15 2 16,-3-15 1-16,1 13 1 0,-1-13 0 0,0 13 1 16,0-3-1-16,0 1 0 0,0-11-1 0,1 14-1 15,-1-14 2-15,4 13-2 0,-1-8-12 0,-3-5-16 16,4 12-32-16,-4-12-28 0,3 9-41 0,-3-9-46 15,7 7-42-15,-7-7-182 0,0 0-431 0,4 9 191 16</inkml:trace>
  <inkml:trace contextRef="#ctx0" brushRef="#br0" timeOffset="72471.22">23361 3710 4 0,'0'0'231'16,"0"-11"-4"-16,0 11-8 0,-6-11-19 0,1 7-7 15,5 4-19-15,-4-10-12 0,-1 5-12 0,-3 2-15 16,8 3-12-16,-10-7-16 0,5 5-10 0,5 2-10 16,-14 3-11-16,3 0-9 0,1 2-2 0,0 1-9 15,0 2-2-15,-1-1-8 0,4 3-3 16,-3 2-5-16,5 0-4 0,-1 0-4 0,3 4-2 15,1-4 0-15,1-1-3 0,4 0-4 0,0 0 2 0,3 0-4 16,0-1-2-16,3-2 4 0,1 0-3 0,-2-3-2 16,2 2 1-16,-2-4-3 0,-2-1 0 0,0 0 1 15,-6-2 0-15,14 0-1 0,-14 0 4 0,13-5 10 16,-6 1 0-16,-1 1-1 0,-1-4-5 0,2-1-1 16,-2-3 3-16,-1 3 4 0,-1 0 2 15,1-2 9-15,0 0-3 0,-3 3-5 0,2-2 2 16,-3 9-4-16,1-12 1 0,0 7 4 0,-1 5-4 0,0-8-1 15,0 8-8-15,0 0-8 0,0 0-4 0,0 0-1 16,0 0-2-16,0 0 1 0,0 0 3 0,0 0-5 16,-9 26 0-16,6-11-13 0,3 2-14 15,0-1-16-15,3-4-17 0,-1 3-23 0,1-3-33 0,3 5-32 16,0-3-49-16,-1-3-53 0,0 0-194 16,4-4-475-16,-2 0 209 0</inkml:trace>
  <inkml:trace contextRef="#ctx0" brushRef="#br0" timeOffset="72720.48">23600 3643 1989 0,'5'-26'82'0,"-1"0"27"16,-4 8-12-16,1 1-7 0,-2 4 9 0,0 3 22 16,1 2-21-16,0 8-17 0,1-11-15 0,-1 11-12 15,-1-9-13-15,1 9 2 0,0 0 8 0,0 0 18 16,-8 26 6-16,4-9-1 0,0 4 3 0,-1 5-13 15,1 2-2-15,-1 5-10 0,-1-7 0 0,2 3-5 16,0 2-7-16,2 0 0 0,-1-3-7 0,1 1-1 16,2-4-7-16,1 1-21 0,-2-7-29 0,3 0-26 15,-2-2-28-15,1 0-27 0,1-4-29 0,-1-4-40 16,0 1-60-16,1 0-61 0,-2-10-161 0,0 0-492 16,-3 12 218-16</inkml:trace>
  <inkml:trace contextRef="#ctx0" brushRef="#br0" timeOffset="73523.89">23660 3625 157 0,'15'-12'154'0,"7"-3"3"16,-6 4-7-16,-1-1-7 0,-1 2-2 0,-2-2-9 15,-1 4-7-15,-2-1-11 0,0 2-5 0,-3-2 2 16,3 3 0-16,-6 2 0 0,1-1-2 0,1 1-8 15,-5 4-10-15,9-6-11 0,-9 6-7 0,5-2-7 16,-5 2-14-16,0 0-8 0,0 0-3 0,6 9 3 16,-6-9 0-16,0 19-2 0,-2-3 5 15,0 0-11-15,1 3 1 0,0 0-2 0,-4 1-4 16,2 5 0-16,-2-8-6 0,0 3 1 0,1-2-5 16,4-2 0-16,-1 1-3 0,-1 0 1 0,0-1 0 0,2-4-1 15,-1-2-1-15,1-10-3 0,0 19-3 16,0-19-3-16,0 13-6 0,0-13-4 0,0 9 0 0,0-9-1 15,0 0-1-15,0 0 2 0,0 0 2 16,0 0-3-16,0 0 2 0,10 8 0 0,-10-8-4 0,0 0 4 16,23-8-7-16,-13 5 4 0,0 0-2 15,2 1 1-15,-2 4-3 0,-1-1 2 0,2 1 1 16,0 4 0-16,0-1 1 0,2 1-2 0,-1 0 3 0,0 0 1 16,0 0 1-16,4 1 2 0,0-1 1 15,-2-2-1-15,1-1 2 0,2 2 0 0,-4-4 2 16,-2-1-2-16,3 1 3 0,-2-2 0 0,0-2 0 15,-1 0 3-15,-2 1-2 0,2-4 1 0,-3-2-3 16,-1 2-2-16,1-1 2 0,-2-2 4 0,1-2 0 16,-2 0 1-16,0-1 10 0,0 1 8 0,-1 0-7 15,1-1-4-15,-1 1-2 0,-2-2-2 0,1 1 1 16,1 2 1-16,-3 3 6 0,0-2 11 0,-1 9-6 16,2-13 4-16,-2 13-1 0,-2-9-2 0,2 9-7 15,-2-8-1-15,2 8-5 0,-9-1-2 0,9 1-3 16,-18 7 0-16,7 0-2 0,-5 4-1 0,5 0-6 15,-1 1 4-15,2 2-4 0,1 3 0 0,1-1 2 16,2-5 1-16,2 6-3 0,4 1 5 0,2-3-7 16,1-4 5-16,4 1-1 0,0-2 2 0,6 1-2 15,1-2 9-15,3-2-3 0,-2 2-2 0,1-1-1 16,3-5 1-16,1 1 4 0,-2 0 3 0,-2-4-5 16,4-2 0-16,-6 1 0 0,-1 0-2 0,-1-3 3 15,-1 0 1-15,-1-3-12 0,1 0 10 0,-2 0-1 16,0-3-5-16,0 1-7 0,-1-4-2 0,-2-3 0 15,-1 0-4-15,2-2 0 0,0 3 2 0,-2-2-1 16,-1 6 3-16,-1-1-2 0,1 3 4 0,1-1-1 16,-4 3-1-16,0 1-5 0,3 1 4 0,-4 5-5 15,9-8-1-15,-5 7-3 0,-4 1 6 0,0 0-3 16,13 1 1-16,-13-1 5 0,12 12 2 0,-6-5 0 16,-1 4-1-16,0-2 1 0,-1 6 2 0,2 3 4 15,-1-1-3-15,0-1 0 0,-3 1-20 16,1-1-20-16,0-4-26 0,6 1-33 0,-4 3-40 0,0-8-61 15,0 3-245-15,-5-11-483 0,13 14 214 0</inkml:trace>
  <inkml:trace contextRef="#ctx0" brushRef="#br0" timeOffset="73784.2">25127 3548 2368 0,'0'-19'121'15,"0"1"57"-15,0-2-66 0,-2 4 5 0,0 7 5 0,1-2 4 16,0 5-28-16,1 6-12 0,0-12-22 0,0 12-10 16,0 0-6-16,0 0 6 0,0 0 19 15,0 0 9-15,-4 31-7 0,3-14 4 0,-2 8-9 0,0-1-6 16,0 4-3-16,2-2-3 0,-3 3-5 16,0 0-9-16,0-1-7 0,1 0-4 0,3 0 6 15,0-2-5-15,-2-7-36 0,2 4-1 0,-2-4-37 0,-2-2-34 16,2-1-31-16,0 0-33 0,1-5-27 0,0-1-39 15,1-10-52-15,-4 9-44 0,-2-5-211 0,6-4-553 16,0 0 245-16</inkml:trace>
  <inkml:trace contextRef="#ctx0" brushRef="#br0" timeOffset="74603.77">25135 3639 60 0,'15'-11'165'0,"2"0"4"0,-1 1 13 15,-1-1 1-15,-3 0-7 0,-1 1 1 0,0 0 0 16,-1-2-13-16,-3 4-7 0,1-7-12 0,-2 4-9 16,-1-1-11-16,0 2-2 0,-1-2-7 0,1 1-4 15,-1 1-6-15,-2 2-9 0,1 1-3 0,1 0-8 16,-4 7-9-16,2-8-10 0,-2 8-11 0,4-6-10 16,-4 6-4-16,0 0-6 0,0 0-6 0,4 31-1 15,-5-12-9-15,-1 5 3 0,-1 4-1 0,1-1-2 16,-2 0-1-16,-1 0-4 0,3 0 2 0,2-2-4 15,-4 0 5-15,0 0-4 0,1-6 0 0,2 0-4 16,0-2 3-16,1-6 0 0,0 1-2 0,-2-2-1 16,-1 1 4-16,3-11-4 0,0 0 5 0,0 16-5 15,0-16 5-15,0 0-1 0,0 9 3 0,0-9-3 16,0 0 2-16,0 0-7 0,0 0 2 0,0 0 1 16,27-13 0-16,-18 6-3 0,0 1 1 0,5-3-3 15,1 2-3-15,-1-1-4 0,-5 2 3 0,3 0-8 16,-2 5 6-16,0-2-6 0,1 2 6 0,-11 1-6 15,23 6 3-15,-13-3-2 0,1 1 3 0,-1 0-8 16,0 4 9-16,-1-1 2 0,3 2-1 0,-1-3-3 16,-2 2 3-16,3 0 4 0,-1-3-1 0,2 0-3 15,5-2 7-15,-2 1 0 0,-3-1-3 0,5-3 2 16,0-1 1-16,0-1 4 0,-6 2 2 0,4-5 12 16,-4 1 2-16,0-1 2 0,-1-1 0 0,-4-3 16 15,2 2 4-15,0-1 1 0,0-2-3 0,-3 1 0 16,-2 0-10-16,4-3-4 0,-5 1 0 0,1-1 1 15,-2 3 6-15,0-1-3 0,0 1-1 16,-2-1-3-16,0 10 1 0,-4-14 1 0,0 8-8 16,4 6 2-16,-5-8-5 0,5 8 2 0,-16-5-6 0,5 6-8 15,11-1 0-15,-29 7 6 0,11-2-7 0,2 3-4 16,4 0-12-16,0-2 4 0,5 1 6 0,-1-3-2 16,-1 5-1-16,3-2 5 0,-1 0-6 0,7-7 2 15,-7 14-3-15,5-9-1 0,2-5 7 0,0 16-5 16,0-16 8-16,5 11-8 0,-5-11 4 15,7 9 0-15,-7-9-6 0,13 8 13 0,-7-5-2 0,-6-3-1 16,15 5-4-16,-7-3-2 0,-8-2-2 0,16 0 2 16,-16 0-2-16,13-2 6 0,-13 2-10 0,17-7 5 15,-11 4-2-15,3-1-1 0,-9 4 3 16,9-6-1-16,0 1 5 0,-5-1-6 0,-4 6 1 16,9-8 1-16,-9 8-10 0,6-7 12 0,-6 7-8 15,8-6-1-15,-8 6 3 0,0 0-6 0,7-5-2 0,-7 5 5 16,0 0-5-16,0 0-1 0,0 0 2 0,0 0-4 15,0 0 0-15,0 0-1 0,8 14 4 16,-8-14-5-16,2 16 3 0,-2-6 12 0,0-10 0 16,0 15-1-16,1-6 1 0,-1 2 2 0,4-1-9 15,-4-10 3-15,2 13-9 0,-2-6-22 0,3-1-35 16,1 0-42-16,-1 1-51 0,-3-7-53 0,4 10-63 16,0-7-54-16,-4-3-225 0,0 0-604 0,0 0 268 15</inkml:trace>
  <inkml:trace contextRef="#ctx0" brushRef="#br0" timeOffset="74973.34">25910 3713 239 0,'0'0'223'16,"8"-4"-13"-16,-8 4 8 0,0 0 4 0,7 11-7 15,-5-1-6-15,2-2-14 0,-2 1-12 0,0 1-5 16,3 6-11-16,-3-4-11 0,0 1-9 0,4 3-6 15,-2-5-13-15,0 0-11 0,-2-1-11 0,0-3-8 16,-2 0-11-16,2-1-8 0,-2-6 1 0,0 0 0 16,3 12 15-16,-3-12 13 0,0 0 17 0,0 0 9 15,0 0-8-15,0 0-11 0,0 0-8 0,0 0-13 16,0 0-7-16,0 0-9 0,0 0-11 0,0 0-2 16,8-33-3-16,0 17-11 0,-2 1-6 0,1-1-5 15,2-1-9-15,7 2-6 0,1-5-11 0,-5 7 0 16,1 1-1-16,1 1-4 0,-5 3 0 0,0 3-6 15,1 1-2-15,-10 4-1 0,13-2-1 0,-13 2-1 16,15 1-2-16,-6 4 5 0,-9-5-10 0,13 14 7 16,-8-5-1-16,2 1 4 0,-4 0 3 0,3 5-6 15,-2 1 6-15,0-2-33 0,-1-1-47 0,-3 3-69 16,0 0-58-16,-3-4-56 0,3-2-85 0,-4 1-311 16,2-4-709-16,2-7 314 0</inkml:trace>
  <inkml:trace contextRef="#ctx0" brushRef="#br0" timeOffset="75416.98">27108 3536 1932 0,'-5'-11'67'0,"-3"-4"-24"0,-6 2 61 0,-8-3-47 16,-5 4 2-16,2 3 1 0,-2 5 0 0,4 1-7 0,-6 6-4 15,-2 1 1-15,3 6 6 0,-3 2 0 0,3 4 0 16,1 3 2-16,0 0-4 0,6 1-5 0,0 2-2 16,8 2-4-16,3 1-3 0,4-6-2 15,4 1-3-15,9 3-6 0,-2-3 1 0,6 4-5 16,5 0 3-16,1-2-11 0,6-3-14 0,2-3-28 15,2-1-26-15,0-4-28 0,1-4-42 0,2-2-44 16,4-4-44-16,-5 1-216 0,0-4-461 0,0-4 205 16</inkml:trace>
  <inkml:trace contextRef="#ctx0" brushRef="#br0" timeOffset="76740.19">27319 3608 133 0,'0'0'235'0,"-4"-10"-13"0,4 10-9 15,-9-6-15-15,9 6-7 0,-18 6-9 0,7-1-8 16,-12 7-13-16,4 0-15 0,-6 0-6 0,10 2-15 16,0-2-13-16,1 2-9 0,4 0-11 0,3-1-8 15,-3 2-8-15,6-1-6 0,4-2-7 0,-3 1-7 16,4-2-3-16,1-1-5 0,-2-10-5 0,4 17-8 16,6-10 3-16,-6-2-7 0,5 2 0 0,-9-7-7 15,15 0 0-15,-5 2-5 0,-10-2 4 0,17-10-6 16,-7 2 3-16,-1 0-4 0,-1 0 1 0,2-1-1 15,-1-3-2-15,2-1-1 0,1-1 6 0,-2 0 2 16,-3-2-3-16,4 2 3 0,0 0 6 0,-4 0 1 16,-3 2-2-16,1 3-2 0,4-1 8 0,-6 6 7 15,-1-2-4-15,2 1-8 0,-4 5-15 0,0 0 3 16,6-10-4-16,-6 10-1 0,0 0-4 0,0 0 5 16,0 0 2-16,0 0 3 0,-1 28 0 0,-2-18-6 15,-1 3 2-15,6 0 1 0,-4-2 1 0,2 1-3 16,0-2 3-16,2 4-3 0,0-4-2 0,2 0 4 15,1 1-1-15,-1 1 0 0,6-4-3 0,-3 2 0 16,-1-3 2-16,8 0-13 0,-5-4 22 0,1 0-4 16,4-2 2-16,-3 1 0 0,1-5 1 0,1 0-1 15,-4 0-1-15,3-3 4 0,-1 2-2 0,-1-5 4 16,-3 3-7-16,3-4-2 0,-2 1-1 0,-3-1-3 16,1-1 4-16,0-2-1 0,2-2-3 0,-5-2-6 15,-3 5 1-15,0 0-6 0,0-3 0 0,-3-1 5 16,-1 5-8-16,2-1 2 0,-5 1-1 0,0 2-7 15,2-1 3-15,-1 2 0 0,0 2 8 0,0 0-7 16,2 2 3-16,4 4-2 0,-7-7-19 0,3 3 11 16,4 4-12-16,0 0-11 0,0 0 1 15,0 0 6-15,0 0 16 0,0 0-11 0,11-8 2 16,-1 8 5-16,3 2-2 0,3-1 4 0,-1-1-2 0,5 2 3 16,-2 0 5-16,0-1 1 0,-5 0 1 0,0 1 3 15,0-2-1-15,0 2-2 0,-2 0 3 0,0 1 0 16,-3-2 1-16,2 1-12 0,-3 0 20 0,2 3-9 15,0-2 0-15,-2 3 1 0,-1-2-1 0,-1 3 3 16,3 0-2-16,-4 0 3 0,2 3 0 16,-2-1 1-16,1 1 10 0,-1-1 4 0,1 3-7 15,-4-3 14-15,3 2-7 0,-2-2 1 0,1 1 0 16,1-2-4-16,-2 0 5 0,0 1-11 0,2 1 11 0,-2-5-4 16,0 2-1-16,-2-7-3 0,5 13 0 0,-5-13 4 15,7 8-1-15,-7-8 0 0,7 7-15 16,-7-7 14-16,9 6-3 0,-9-6 3 0,12 0 0 15,-12 0 5-15,0 0-3 0,21-6-3 0,-21 6 1 16,15-8-3-16,-7 3 5 0,-2-2-11 0,-6 7 0 16,12-13 2-16,-8 3-9 0,-3 0-8 0,3-1-4 15,-4 0 3-15,2-1-1 0,-2-1 3 0,-2 0 2 16,2 2-3-16,-2-1 12 0,0-1-12 0,-1 4-4 16,2 0-1-16,0 3 17 0,1 6-6 0,0-12-4 15,0 12-17-15,-2-8 12 0,2 8-1 0,0 0 0 16,2-8-16-16,-2 8 21 0,0 0-4 0,9-2 0 15,-9 2 2-15,0 0-2 0,16 9 3 0,-7-3-2 16,-1 1 1-16,-3 2 1 0,3-1-2 0,-2 3 1 16,-1-1 6-16,-1 3-1 0,0-2 7 0,1-1 1 15,1 5 4-15,-4-3 3 0,1-1 7 0,1-1 0 16,-1-2 4-16,1 2 4 0,-4-10-1 0,5 16-4 16,-1-8 4-16,-4-8 6 0,6 10 2 0,-1-6 2 15,-5-4 0-15,13 4 3 0,-3-4-2 0,2 0-6 16,-1-2 1-16,-1-2-3 0,2 1 4 0,-1-2-2 15,0 0 0-15,1-2-5 0,0-2-3 0,1 0-4 16,-3 0 9-16,2-2-7 0,-3 1 0 0,1-3-12 16,-3 4 0-16,0-8 5 0,3 4-3 0,-6 1-9 15,1 2 7-15,-1 2 16 0,0-2-7 0,-2 6 9 16,-2 4-8-16,5-6-2 0,-5 6-12 0,4-5 0 16,-4 5-6-16,0 0 3 0,0 0 5 0,0 0-6 15,0 20 4-15,-1-11 5 0,1-1 1 0,0 2-5 16,0-1-3-16,0-1 8 0,2 0-7 0,-2-1 7 15,7 1 3-15,-5-1 4 0,2-2-5 0,3 0-22 16,0-2 29-16,1 1 5 0,-1-1-4 0,1-3 7 16,4 0 5-16,-2-1 4 0,1-3 4 0,-2 2-1 15,2-1-3-15,-2-1 8 0,-2-1 0 0,2-2-2 16,-1 1-6-16,-2-1-1 0,6 0 7 0,-7 0-8 16,2 0-2-16,-1 2-4 0,-1 1 1 0,0 0-6 15,-5 4 0-15,5-9-8 0,-5 9-1 0,5-3-14 16,-5 3 2-16,0 0 6 0,0 0-5 0,0 0 3 15,12 14 0-15,-12-3-4 0,1 1 3 0,-1 4 2 16,1-1 4-16,-1 2-6 0,-1 2 3 0,0 8 2 16,-1 1 4-16,4-1-4 0,-4-1-3 0,2 0-1 15,2-2 5-15,-4-5 3 0,2 7 0 0,-1-8-1 16,1-1-17-16,3 0-37 0,-3-1-47 0,1 0-64 16,0-4-66-16,1-1-55 0,1-2-81 0,-3-2-267 15,0-7-678-15,6 9 300 0</inkml:trace>
  <inkml:trace contextRef="#ctx0" brushRef="#br0" timeOffset="76955.86">28763 3630 29 0,'4'-13'328'0,"-3"4"-4"0,-1 1-16 15,1 1-26-15,-1 7-29 0,3-6-25 0,-3 6-22 16,0 0-19-16,0 0-14 0,0 0-9 0,0 0-3 15,0 24-15-15,-2-12-10 0,2 3-15 0,-1 2-11 16,-1-2-9-16,2 2-9 0,0-2-13 0,-3 4-8 16,3-2-45-16,0-2-21 0,-1 1-28 0,0-3-45 15,1 3-42-15,0-5-60 0,1 0-81 0,-2 0-234 0,1-11-526 16,-3 11 234-16</inkml:trace>
  <inkml:trace contextRef="#ctx0" brushRef="#br0" timeOffset="77353.38">28868 3787 216 0,'2'-5'219'0,"2"-2"-13"16,-1 0-4-16,2-4-4 0,0 0-15 0,0-1-8 0,2-2-10 15,4-2-10-15,-2 0-5 0,5 1-1 0,-4 1-13 16,3 1-10-16,-3-1-6 0,0 6-11 0,-2 1-6 15,0 0-12-15,2 3-12 0,-4 3-5 0,2 1-9 16,3 3-8-16,-3 2-5 0,0 2-8 16,0 3-3-16,-1 1-8 0,-1 1 0 0,-1 4-2 15,1 0-1-15,-4 1-4 0,0-1-12 0,-2-4-30 16,1 7-32-16,-1-2-34 0,-1-1-35 0,1 0-61 16,0-4-67-16,-2 1-188 0,2-13-469 0,0 13 208 0</inkml:trace>
  <inkml:trace contextRef="#ctx0" brushRef="#br0" timeOffset="77783.89">29383 3655 1824 0,'0'-9'113'0,"-3"-4"-9"0,-1 7-39 0,-2-2-20 16,-4 2 15-16,-2 2 9 0,-1 3 6 0,-1 2-3 15,-2 1-5-15,-2 4 1 0,5 0-3 0,-2 3-7 16,2 0-6-16,2-1-3 0,2 0-4 0,2 1-4 15,-2 0-1-15,6 1-4 0,0 2-4 0,0-4-1 16,5 3-1-16,-1-4-8 0,2 0 2 0,0 0-8 16,5-4 3-16,2 0-3 0,-1 1-1 15,0-2-1-15,0 0 2 0,1-3-4 0,-1 1 0 0,-9 0-2 16,13-5-1-16,-5 0 0 0,2-1 1 0,0 2-1 16,-2-2 6-16,-3 2 4 0,5-1-3 0,-6 1 7 15,1 0-2-15,-5 4 1 0,10-5-3 0,-6 4-6 16,-4 1-7-16,0 0 2 0,0 0-3 0,10 8-2 15,-6 3 1-15,-4 4 0 0,-3 12 2 0,0 4-1 16,-2 4 4-16,0 0 2 0,-3 10 11 0,-1 3 9 16,-1-2 7-16,5-11 11 0,-1 1 0 0,-3 8 12 15,7-11-2-15,-3 1-5 0,1-4 8 0,0 0-4 16,-1-1-3-16,0-5 4 0,1-5-9 0,0-1-1 16,-1-1-8-16,-1-2-2 0,-1-3-1 0,1-2-1 15,-3-2 0-15,-1-2-9 0,1 1-28 0,-3-5-20 16,-2-1-28-16,1-1-34 0,-4-5-37 15,0-1-41-15,-3-2-54 0,-2-9-67 0,0 1-296 16,1-5-623-16,1-2 276 0</inkml:trace>
  <inkml:trace contextRef="#ctx0" brushRef="#br0" timeOffset="77962.39">28753 3298 43 0,'-3'-4'304'0,"3"4"-35"0,-6-10-30 16,6 10-25-16,-5-6-40 0,5 6-24 15,0 0-38-15,0 0-46 0,0 0-46 0,0 0-85 0,24 17-190 16,-12-9-276-16,8 0 124 0</inkml:trace>
  <inkml:trace contextRef="#ctx0" brushRef="#br0" timeOffset="78317.86">29680 3537 301 0,'10'-1'318'0,"-10"1"-20"16,7-2-32-16,-7 2-16 0,0 0-26 0,0 0-1 15,5 9 2-15,-5-9-18 0,-9 17 3 0,3-3-21 16,-4 3-14-16,0-2-15 0,2 2-13 0,1-3-20 15,2 2-32-15,1-1 22 0,-1 1-27 0,5-1 0 16,0-1-15-16,3-3-6 0,1 2-1 0,1-3-11 16,1 2 4-16,3-1-8 0,3-3 2 0,-2-3 7 15,0 0 0-15,4-5-12 0,-2 0-2 0,-12 0 6 16,21-6 6-16,-6 3-3 0,-3-2-2 0,1-5-16 16,1 1 0-16,-2-3-10 0,-2-1 4 0,1-2-2 15,-4 1 0-15,-2-3-8 0,1-1-2 0,-1 2-6 16,-3-1 4-16,-4-1-6 0,4 1-1 0,-4 2-9 15,1 4-14-15,0 1-20 0,-4-2-19 0,0 3-27 16,-2 1-23-16,-3 2-34 0,-2 2-35 0,0 1-26 16,-7 3-34-16,-2 1-38 0,8 3-38 0,2 1-252 15,-2-1-602-15,4 1 266 0</inkml:trace>
  <inkml:trace contextRef="#ctx0" brushRef="#br0" timeOffset="78706.39">29941 3563 141 0,'8'-7'236'0,"0"4"17"0,-3 0-19 16,-5 3-7-16,9-5-15 0,-9 5-26 0,5-2-17 16,-5 2-23-16,0 0-21 0,0 0-2 0,10 6 0 15,-10 1 0-15,0-7-5 0,1 18-7 16,-1-7 0-16,0 2-4 0,0-2-3 0,0 5-11 0,0 0-6 16,3-4-8-16,-1 0-8 0,2 1-2 0,0-4-9 15,1 2-1-15,3-2-8 0,1-2 2 0,0-1 3 16,1-3-14-16,3 4-3 0,-2-7 1 0,4 2 0 15,-2-1-9-15,3-2 6 0,-1-3-14 16,-2 0 6-16,0 1 0 0,-2-2 0 0,2-2-2 16,0-3-7-16,-2 2-3 0,-2-1 10 0,1-3-6 15,-2 2-3-15,2-4 1 0,-5 5-1 0,2-1-1 0,-2 0 7 16,-3 4 9-16,3 1-1 0,-5 5 6 0,4-8-20 16,-4 8-7-16,4-6-9 0,-4 6 2 15,0 0 4-15,0 0-9 0,0 0 7 0,0 0-7 16,0 0 6-16,0 21 0 0,-1-10 3 0,-2-2-2 15,3 1 3-15,-1 0-1 0,0 2-2 0,2-2 4 16,2 0-3-16,0 1-3 0,3-1 5 0,4 2-18 16,5 0-30-16,1-5-29 0,3 1-39 0,1-4-46 15,-3-2-43-15,4-1-51 0,-3-1-42 0,3-1-244 16,-10-1-576-16,1-5 255 0</inkml:trace>
  <inkml:trace contextRef="#ctx0" brushRef="#br0" timeOffset="78913.72">30533 3471 9 0,'6'-16'239'16,"-6"1"11"-16,2 2 6 0,-1 2 11 0,-1 5-3 16,1-1-6-16,-1 7-24 0,1-9-24 0,-1 9-21 15,3-7-24-15,-3 7-15 0,0 0-2 0,0 0 2 16,-1 29 3-16,-2-11-9 0,1 10-2 0,-7-3 0 16,5 0-10-16,-2 1-11 0,-1 2-3 0,2-1-14 15,-1-1 3-15,3 1-18 0,1-1-16 0,-1 0 1 16,2-6-2-16,-2 5-40 0,3-5-39 0,1 5-50 15,1-8-59-15,-1-1-58 0,0 0-72 0,2-5-78 16,-3-11-238-16,1 16-608 0,-1-16 270 0</inkml:trace>
  <inkml:trace contextRef="#ctx0" brushRef="#br0" timeOffset="79067.42">30431 3650 2627 0,'0'0'16'0,"1"-11"-5"0,-1 11-5 15,-1-9-6-15,1 9 11 0,0 0 1 16,0-9 2-16,0 9-3 0,9-8-5 0,1 4-2 16,3 2-17-16,5 0-38 0,11-2-48 0,0-1-66 15,3 2-234-15,0-1-432 0,1-2 193 0</inkml:trace>
  <inkml:trace contextRef="#ctx0" brushRef="#br0" timeOffset="80161.1">4343 4055 156 0,'-1'-16'304'0,"1"4"-13"0,0 1-12 0,3 1-18 16,-3 1-21-16,0 9-26 0,1-10-24 0,-1 10-24 15,0 0-17-15,0 0-6 0,0 0 0 0,4 23 4 16,-2-3-4-16,-2 9-13 0,-1 3-9 0,1 4-8 16,-1-1-10-16,-2 1-9 0,1 0-18 0,-1-4 0 15,2 0-9-15,-3 1-5 0,3-4-6 0,-1 0-25 16,1-1-26-16,-1 0-38 0,2-1-39 0,1-8-34 15,-2-2-43-15,-1 2-77 0,2-4-60 0,-5 3-196 16,0-6-521-16,1-1 230 0</inkml:trace>
  <inkml:trace contextRef="#ctx0" brushRef="#br0" timeOffset="80468.5">4309 4536 160 0,'5'-4'200'0,"5"-1"-7"15,0 1-6-15,2-2-11 0,2 0-12 0,1 1-14 16,6-3-14-16,-4 3-13 0,3 1-5 0,0-4-8 16,5-3-2-16,-1 0-7 0,3 2-3 0,-8-3-6 15,-4 3-10-15,4-2-2 0,-3 0 2 0,-1-1-4 16,1 0-8-16,-9 2-7 0,3-4-4 0,-5 0-4 16,2 2-7-16,-6 0 7 0,2 1-11 0,-5 0 4 15,0 0-6-15,-1 2-7 0,-2 1-2 0,-3 0-3 16,2 1 2-16,-5 4-6 0,0 3-1 0,-1 0 3 15,-4 7 1-15,-3 4-11 0,2 0 15 0,-4 6-9 16,2 2-2-16,2 2-2 0,7-4-3 0,-2 5-7 16,8-5 5-16,2 2-3 0,1-2-15 0,2 2-32 15,4-2-21-15,1 1-37 0,3-2-43 0,7 4-57 16,-4-5-44-16,-1-1-193 0,-2-7-465 0,2 0 205 16</inkml:trace>
  <inkml:trace contextRef="#ctx0" brushRef="#br0" timeOffset="80739.42">4711 4570 4 0,'4'-7'285'15,"-4"7"-3"-15,0 0 2 0,0 0-10 0,3-10-9 0,-3 10-15 16,0 0-16-16,0 0-17 0,-1-12-15 0,1 12-18 16,0 0-15-16,0-14-13 0,0 14 14 0,1-13-15 15,-1 13-12-15,5-16-13 0,0 4-20 16,-1 1-12-16,5-1-11 0,-1 1-5 0,2-3-6 15,0 3-6-15,0-2-17 0,-1 6-7 0,1 1-6 16,-1 0-1-16,-1 4-16 0,-8 2-2 0,19-2 0 16,-19 2 1-16,18 4-10 0,-8 2-23 0,-2 4 25 15,5 2-7-15,-3 5 5 0,-2-1-12 0,1 10-33 16,-4-1-23-16,-3 0-29 0,1-4-31 0,-5-4-34 16,2 1-49-16,-1-2-55 0,1 0-67 0,-4-1-181 15,4-15-545-15,2 16 241 0</inkml:trace>
  <inkml:trace contextRef="#ctx0" brushRef="#br0" timeOffset="81088.86">5155 4467 253 0,'0'0'284'16,"-4"-11"-14"-16,0 5-10 0,-1 3-15 0,5 3-26 15,-10-4-10-15,10 4-12 0,0 0-13 0,-30 10-15 16,14 1-12-16,2-2-17 0,-1 2-12 0,0 0-13 15,2 3-7-15,2 0-10 0,0-3-11 0,4 1-16 16,1-3-2-16,2-1-10 0,4-8-17 0,-4 14-8 16,4-14-7-16,0 10-11 0,0-10-9 0,5 10-10 15,-5-10 10-15,0 0-2 0,8 5-7 0,-8-5-7 16,0 0 12-16,19-4-1 0,-19 4-4 0,16-5 2 16,-16 5-2-16,17-1-1 0,-8-2 2 0,-9 3-4 15,16-1-2-15,-16 1-1 0,14 3-2 0,-14-3 4 16,11 7 3-16,-6-1-4 0,1 1 0 0,-1 2 4 15,0 3 5-15,-1-1-7 0,1 2 3 0,-3 4 0 16,1-2 9-16,-5-2 1 0,1 1 4 0,-3 2-3 16,-3 1 3-16,2-1-2 0,-2-1-10 0,-2-1-29 15,-2 0-33-15,-2 0-50 0,-1-3-76 0,4-4-75 16,-6 1-201-16,-2-2-503 0,6 0 222 0</inkml:trace>
  <inkml:trace contextRef="#ctx0" brushRef="#br0" timeOffset="81334.3">5354 4181 11 0,'4'-9'343'0,"-1"3"-38"0,2 3-34 15,-5 3-19-15,0 0-7 0,0 0 2 0,6 28 0 0,-7-9-5 16,-2 9-23-16,1 0-8 0,-2 3-20 15,1-3-13-15,-2 4-32 0,4-1-9 0,-3-4-16 16,2 4-7-16,-1-3-13 0,-1 1-6 0,6-4-12 16,1 2-28-16,-1-9-29 0,-2-2-37 0,0 1-44 15,1-5-53-15,0 1-42 0,-3-3-61 0,3-4-68 16,0 2-226-16,-1-8-546 0,0 0 242 0</inkml:trace>
  <inkml:trace contextRef="#ctx0" brushRef="#br0" timeOffset="81782.19">5358 4453 152 0,'4'-5'185'15,"0"-1"-19"-15,2 2-10 0,3-1-15 0,0-1-9 16,1 0-16-16,6-3-5 0,-2 1-6 0,2-1-9 16,-1-1-3-16,1 1-5 0,-4 2 4 0,0-1 17 15,-3 3 10-15,2-2 3 0,-5-1-4 0,1-1-10 16,0 0 3-16,-3 1 0 0,0-2-5 0,0 0-8 15,-1 0-12-15,-1 0-10 0,4 1-1 0,-5 3-5 16,2-1 12-16,-3 7-4 0,1-7-8 0,-1 7-8 16,1-8-8-16,-1 8-11 0,0 0 0 0,0 0 1 15,0 0 3-15,5 30-1 0,-5-13 2 0,0 0 2 16,-1 2 4-16,2 1-1 0,-1-1-1 0,-1-1-3 16,1 2-10-16,0-3-1 0,-1-1-5 0,2 1 2 15,-1-5-3-15,-1 0-7 0,1-2-3 0,0-1 11 16,0-9-12-16,1 12 3 0,-1-12-3 0,1 10-1 15,-1-10-2-15,0 0-4 0,0 0 3 0,0 0 0 16,0 0-1-16,8 4-5 0,-8-4-15 0,0 0 17 16,17-17-12-16,-11 9 11 0,3 0-13 0,1-1 1 15,-2 4-3-15,2-1 6 0,-1-1-26 0,-4 3 18 16,2 1-1-16,-1 3-5 0,-6 0 2 0,10 0 3 16,-10 0 3-16,14 7-2 0,-7 2 5 0,-2-1-7 15,-1 2 6-15,1-1 1 0,-3 3-2 0,1 3-21 16,1-1-31-16,-4-2-26 0,1 3-46 0,-2-3-36 15,2-2-50-15,0 2-71 0,-1-12-260 0,-1 18-588 16,1-18 260-16</inkml:trace>
  <inkml:trace contextRef="#ctx0" brushRef="#br0" timeOffset="82327.12">5854 4459 95 0,'5'-6'275'0,"-5"6"-23"15,3-5-25-15,-3 5-26 0,0 0-20 0,0 0-19 16,0 0-14-16,0 0-8 0,0 0-10 0,0 0-14 16,12 15-11-16,-8-11-10 0,3-1-4 15,-1 0-8-15,3 1-1 0,-1-2-2 0,-1 0-1 16,7-1 0-16,-7-1 4 0,3-1 2 0,-10 1 8 0,17 0 4 16,-12-3 1-16,1 0 7 0,-6 3-2 15,10-5 1-15,-6 2 5 0,-4 3-15 0,9-10-6 16,-6 6-3-16,-3 4 1 0,4-11-8 0,-3 5 4 0,0-1-8 15,-1 7 2-15,1-11-5 0,-1 11 5 0,3-11-1 16,-3 11-7-16,3-7-8 0,-3 7-10 16,0 0-2-16,1-7-14 0,-1 7-2 0,0 0-4 0,0 0-2 15,0 0-8-15,0 0-1 0,0 0 1 0,4 28 2 16,-6-12-8-16,4 2 7 0,-4 8-6 0,2 2 3 16,-1 4 6-16,-1 2-4 0,-2 14 10 15,-1 2 1-15,-1-4 2 0,0 2 2 0,1-1-13 0,1 0 10 16,-4-3 3-16,5 2-6 0,-3-12-2 15,0 0-3-15,-1 0 1 0,3 1 0 0,-3-3-2 0,1-2-3 16,1-2-1-16,-2-1-3 0,1-9 1 16,2 0-1-16,0-2 1 0,0-5-5 0,2-3 5 0,-1 1-1 15,3-9 2-15,-5 10 2 0,5-10-6 0,-7 7 3 16,7-7-2-16,-12 0-1 0,12 0-2 16,-18-7-7-16,18 7-12 0,-24-20-7 0,11 6-9 0,-1-7-2 15,0-1-7-15,4-5-14 0,1-1-12 0,-3-4 1 16,8 0 7-16,4-2-3 0,6 0-15 0,4-14 14 15,6 4-7-15,3 0-11 0,5 4-12 0,4-1-7 16,5 4-21-16,5 2-16 0,1 4-17 16,-9 12-18-16,4-2-19 0,-1 5-14 0,1 2-19 15,2 3-26-15,-4-3-46 0,-1 4-205 0,-4 1-536 0,2 3 238 16</inkml:trace>
  <inkml:trace contextRef="#ctx0" brushRef="#br0" timeOffset="82484.39">6517 4566 3087 0,'9'3'54'16,"-9"-3"17"-16,0 0-31 0,0 0-2 0,0 0 15 16,0 0 11-16,0 0-10 0,2-16-3 0,-2 16-14 15,0 0 0-15,0 0-11 0,0 0-31 0,0 0-32 16,0 0-38-16,0-11-50 0,0 11-70 0,0 0-75 16,0 0-215-16,0 0-524 0,0 0 232 0</inkml:trace>
  <inkml:trace contextRef="#ctx0" brushRef="#br0" timeOffset="88952.35">7282 4463 23 0,'-13'-2'163'0,"5"2"2"0,8 0-11 0,-19 6-2 16,6-1-7-16,-3 1-7 0,-1 5 2 0,-1 0-8 15,-5 4-4-15,4 7-12 0,-3-3-4 16,2 5-11-16,2 0-8 0,0-5-8 0,6-3-8 15,2 2-8-15,3-1-4 0,3 0-8 0,4-1-4 0,2 0-5 16,3-1-7-16,4-3-16 0,3-1-10 0,6 0-20 16,1-2-30-16,9-1-16 0,4-2-55 15,4-6-32-15,3-2-29 0,1 0-133 0,-2 0-324 16,15-6 144-16</inkml:trace>
  <inkml:trace contextRef="#ctx0" brushRef="#br0" timeOffset="89311.5">7680 4551 106 0,'0'0'159'0,"-14"-9"-4"16,5 5-3-16,-5 2-3 0,-1 7-5 0,0-3-7 15,-3 2-12-15,0 5-1 0,-1 1-4 0,2-1-3 16,-3 7-10-16,4-2-7 0,2 1-13 0,5-3-5 16,0 3-9-16,0-2-7 0,3 4-6 0,5-5-9 15,-1-3-3-15,2 4-2 0,2-3-5 0,2 0-4 16,1 0-1-16,2-3-7 0,1-2-8 0,0 2-3 15,-1-4-1-15,5-1-1 0,-2-2 2 0,-1 0-4 16,2-4-4-16,-4 0 3 0,4-3-1 0,-2 2 10 16,0-3 3-16,-1-1 4 0,0-1-5 0,-1-1 2 15,-2-1-2-15,3 2 0 0,-3-1 7 0,-1-2 3 0,2 3 4 16,-2-2 7-16,-1 3 1 0,-2-1 3 16,-1 10 0-16,0 0 0 0,3-14-3 0,-3 14-12 15,0 0-12-15,2-9 0 0,-2 9-4 0,0 0 2 16,0 0-7-16,0 0 3 0,4 21-7 0,-4-8 2 15,1-2 1-15,-1 2-6 0,2 3-18 0,-1 2-15 16,0-1-20-16,-1-2-29 0,1 4-23 0,1-4-40 16,0-1-41-16,2-2-38 0,1-1-188 0,-4-1-441 15,3-1 195-15</inkml:trace>
  <inkml:trace contextRef="#ctx0" brushRef="#br0" timeOffset="89531.92">7864 4450 128 0,'-1'-12'268'0,"1"3"-11"0,0 1-16 15,0 8-25-15,-1-11-21 0,1 11-28 0,0 0-19 16,0 0-7-16,0 0-20 0,0 0-9 0,0 0-5 16,-9 37-9-16,2-14-7 0,1 5-13 0,0 1-2 15,1-1-8-15,2-1-5 0,-2 2-12 0,1-1-11 16,1-1-26-16,1 0-28 0,1-1-41 0,-1-2-45 15,2-6-57-15,0-1-51 0,-1 0-150 0,1-5-387 16,1-1 170-16</inkml:trace>
  <inkml:trace contextRef="#ctx0" brushRef="#br0" timeOffset="90123.8">8083 4585 127 0,'-4'-7'265'15,"-1"-2"-16"-15,0 6-18 0,-3 0-19 0,8 3-10 16,-19 3-13-16,9 4-14 0,-5 5-17 0,0 4-15 16,-1 4-16-16,6-2-12 0,0-1-12 0,2 1-4 15,1 0-14-15,3-1-6 0,2 1-11 0,4 0-5 16,1-2-8-16,3 0-7 0,4-4-9 16,2 2-12-16,3 0-21 0,-4-8-18 0,5 3-8 0,1-3-17 15,3-1-11-15,-2-4-16 0,3-1 0 0,-1-2-8 16,-2-2 6-16,1 0 5 0,-2-3 1 0,1-1 11 15,-5-2 3-15,0 1 7 0,-1-3 0 16,-2-2 13-16,0 1 18 0,-1 0 8 0,-3 1 6 0,-1-3 6 16,0 3 3-16,-3-5 9 0,-2 6 11 0,1 1 11 15,1-1 10-15,-2 11 5 0,1-11-4 16,-1 11-5-16,0 0-7 0,-3-12-3 0,3 12-3 16,0 0-14-16,0 0 1 0,0 0 4 0,-8 24 1 0,5-11-4 15,1-2-4-15,-1 6 2 0,0-2-5 16,1-1 2-16,2 1-7 0,1 0 5 0,-1-3-3 0,4 0-5 15,-1-1 0-15,2-1 1 0,2-2 1 0,1-1-2 16,-2 2 3-16,2-3 1 0,2-1 1 0,-3-2 3 16,0-1 0-16,-7-2 1 0,17-2 3 15,-7 0 6-15,0-3-1 0,0-1 0 0,0 0-5 0,-1 0 2 16,-1 0-3-16,0-4 6 0,0 0-8 16,0 0 2-16,-3-3 0 0,2-1-2 0,0 0-1 0,-2 3-4 15,0-6 1-15,-1 7-3 0,-2-2-1 0,2 2 7 16,-4 10 12-16,4-13-4 0,-4 13-2 15,1-9-9-15,-1 9-4 0,0 0-2 0,0 0-4 16,5-4 3-16,-5 4-1 0,0 0-4 0,0 0 1 16,3 29-2-16,-3-18-2 0,1 0 0 0,0 1 2 15,2 0-2-15,-2-2 2 0,2 2-3 0,2-1 2 0,0-3 3 16,0 2-3-16,3-1-2 0,0 0-4 0,2-3-8 16,1-1-35-16,1 1-37 0,0-3-51 15,1 1-52-15,1-3-68 0,-2-2-243 0,-1 1-537 16,1-4 237-16</inkml:trace>
  <inkml:trace contextRef="#ctx0" brushRef="#br0" timeOffset="90332.33">8638 4434 298 0,'0'0'279'15,"-2"-10"-17"-15,2 10-29 0,0 0-21 0,-1-9-27 16,1 9-11-16,0 0-1 0,0 0-4 0,0 27-4 15,1-10-8-15,3 9-17 0,-3 2-8 0,-1 2-14 16,0 0-8-16,-1 1-10 0,-1-2-9 0,4 1 5 16,-4-1-38-16,4 0-41 0,-4-3-33 0,2 0-41 15,-3 2-34-15,4-8-49 0,4-3-75 0,-2 1-227 16,-2-2-478-16,3-5 211 0</inkml:trace>
  <inkml:trace contextRef="#ctx0" brushRef="#br0" timeOffset="90696.21">8939 4634 241 0,'-6'-14'295'0,"-1"4"-6"0,0 2-25 0,-2 2-16 16,2 2-16-16,0 3-28 0,7 1-19 0,-26 10-18 16,11-1-16-16,-2 5-15 0,-4 5-12 0,4 1-12 15,5-5-10-15,3 3-8 0,3-2-13 0,0 3-5 16,4-3-9-16,1 1-8 0,4-2-8 0,-2-5 0 15,4 3-11-15,-1-4-10 0,1 0-7 0,3-2-6 16,0 0-4-16,0-4-3 0,0-2-3 0,0-1 0 16,-8 0 1-16,19-4-8 0,-9-2 3 0,0-1 8 15,-2 0-1-15,-2 0-13 0,2-2 6 0,-1-1-2 16,0-5-1-16,2-1 0 0,-4 0-5 0,1 6 1 16,1-7-2-16,-2 5 2 0,-4 3 4 0,0 3 7 15,1-2 4-15,0 3-1 0,-2 5-10 0,3-8 0 16,-3 8-4-16,0 0-2 0,0 0 2 0,0 0-1 15,0 0 3-15,5 21-2 0,-5-10 1 16,0 5 2-16,3 1 1 0,-1-2-11 0,-2 3-20 0,0-1-31 16,3 0-28-16,-1 0-43 0,2-5-66 0,1 3-62 15,-2-1-173-15,-1-2-470 0,3-1 208 0</inkml:trace>
  <inkml:trace contextRef="#ctx0" brushRef="#br0" timeOffset="90950.68">9214 4532 14 0,'-1'-19'292'0,"-3"1"5"0,1 6-1 0,2-1-3 0,0 4-16 16,1 9-20-16,-3-11-29 0,3 11-25 0,0 0-31 16,0 0-19-16,0 0-8 0,0 0-8 15,0 0-4-15,-6 52-5 0,3-24-17 0,-2 2-7 0,1 2-7 16,2 0-7-16,-1 0-9 0,2 1-6 15,-6 1-6-15,5-4-10 0,2 1-4 0,-3-4-9 0,2 0-11 16,0-2-22-16,1-6-36 0,-3-2-32 0,6 0-34 16,-3-1-39-16,0-5-42 0,0-1-47 0,0-10-47 15,2 15-222-15,-2-15-526 0,0 0 233 16</inkml:trace>
  <inkml:trace contextRef="#ctx0" brushRef="#br0" timeOffset="91226.55">9118 4689 8 0,'0'0'203'0,"-3"-10"-26"0,3 10-11 0,0 0-21 15,0 0-11-15,17-3-12 0,-7 1-13 0,-10 2-9 16,32 1-9-16,-5-1-10 0,1-1-5 0,2 2-2 0,-2 0-6 16,-1 0-1-16,2 1-6 0,-10 0-1 0,0-1-5 15,-6 2-8-15,0-3 3 0,-2 2-4 16,-3-2 4-16,-8 0-10 0,14 0-4 0,-6 2 9 15,-4 1 8-15,1 1 10 0,1 1 4 0,-1 3 8 16,-1 1 0-16,-4 4 2 0,0-3-2 0,0 2-2 16,0 4-3-16,1-1-6 0,-3 1-8 0,-1 1-4 15,2 0-6-15,-3-1-5 0,4-3-34 0,-1 3-25 16,-2-2-35-16,1-1-38 0,0-1-64 0,1-3-67 16,1 2-189-16,0-11-446 0,-2 14 197 0</inkml:trace>
  <inkml:trace contextRef="#ctx0" brushRef="#br0" timeOffset="91395.72">9491 4505 121 0,'0'0'88'0,"0"0"-37"0,0 0-47 0,0 0-48 15,8 31-48-15,-2-23 21 0</inkml:trace>
  <inkml:trace contextRef="#ctx0" brushRef="#br0" timeOffset="91951.01">9770 4669 19 0,'-17'6'211'0,"17"-6"-5"0,-18 7-5 0,8-1 1 16,-3 1-6-16,-1 3-6 0,0 2-8 0,3-1-13 15,-1 2-8-15,0-3-18 0,5 0-13 0,-2 3-13 16,4-3-6-16,-3 6-12 0,6-7-12 0,-1 1-7 16,3 1-8-16,2 0-4 0,-1-2-6 0,4 0-3 15,2-2-7-15,-1 1-3 0,-1-2-5 0,3-1-4 16,0 1-2-16,1-2-4 0,2-2-4 0,0 0-5 16,1-2 3-16,-2 0 0 0,1-3-7 0,-1-2-3 15,0-1-2-15,1 0-3 0,-3-3-1 0,-1 0-1 16,1-6-3-16,0 5 5 0,-2-7-16 0,0 3-5 15,-2-3 0-15,1 2-3 0,-1-2-2 0,1 1 3 16,0 0 7-16,-3 3-7 0,0 0-2 16,1 3 3-16,-1 0-2 0,2 0 2 0,-1 3-1 0,-1 3 0 15,-2 4 0-15,9-4 3 0,-9 4 0 0,0 0 3 16,17 13 5-16,-11-5-4 0,1 3 0 0,-4 0 3 16,4 7-3-16,-3-1 9 0,-2 0-1 0,1 0 5 15,-1 0 3-15,0-1 0 0,4-1 2 16,-4-4-1-16,-2-1 2 0,3-1 11 0,-4-3-6 15,1-6 9-15,0 8 18 0,0-8 10 0,0 0 22 0,0 0 10 16,0 0-9-16,0 0-1 0,0 0-8 0,0 0-9 16,0 0-7-16,0 0-6 0,0 0 1 0,0 0-12 15,4-38-3-15,2 22-3 0,3 1-7 16,1-3-4-16,6-2-10 0,3-2 7 0,-1 0-15 0,2 5-4 16,3-1 0-16,0 4 1 0,-8 3-1 0,2 4-6 15,-2 0 11-15,-2 5-16 0,3 0 9 0,-5 4-2 16,4 0 2-16,-6 4 2 0,2 2-6 0,1 3 7 15,-5 0-7-15,0-1 5 0,1 5 2 16,-3-1 0-16,-1 3-5 0,0-1-1 0,-2 0 1 0,2 0-13 16,-2 0-22-16,-1-3-33 0,1-1-48 0,0 0-58 15,-4-1-80-15,1 4-317 0,0-5-622 16,1-10 275-16</inkml:trace>
  <inkml:trace contextRef="#ctx0" brushRef="#br0" timeOffset="92335.61">10310 4844 208 0,'4'-5'267'0,"4"-3"-18"0,-3 1-16 0,1 1-27 0,2-2-21 16,0 0-14-16,2-5-21 0,4 2-15 15,-1-3-16-15,9-5-10 0,-2 1-13 0,-1-3-12 16,2 0-4-16,-2 2-12 0,-1-2 3 0,-7 7-15 15,-1-2-7-15,-2 2-5 0,-1 6 0 0,-2-2-3 0,-2 5 2 16,0-1-6-16,-1 0-3 0,-2 6-9 16,0-11-3-16,0 11-5 0,0 0-3 0,-8-5-3 15,8 5 0-15,0 0-2 0,-27 11 0 0,17-3-5 0,-1 2-5 16,2-2-5-16,0 3-5 0,3-1 1 16,2 0-2-16,2 0 3 0,2 1 1 0,1-1-4 15,3 0 4-15,1 0-5 0,0-1 5 0,6 5 1 0,-4-4-2 16,6 2 3-16,-3-3 1 0,-2 1-1 15,-1-1 1-15,0-1-1 0,0 1 0 0,-3 2 0 16,1-3 1-16,-1 0 3 0,-1 2 1 0,-2-3 1 16,-1 3 6-16,0 0-3 0,0-10-3 0,-4 16-17 15,0-6-23-15,0-2-32 0,-1-2-50 0,3-1-58 16,-6 2-207-16,2 0-418 0,6-7 186 0</inkml:trace>
  <inkml:trace contextRef="#ctx0" brushRef="#br0" timeOffset="92501.3">10718 4846 2931 0,'10'-3'176'0,"2"1"-53"0,-12 2-4 16,13-5 3-16,-13 5-3 0,9-5 9 0,-9 5 17 15,10-4 1-15,-10 4-14 0,0 0-8 0,7-4-17 16,-7 4-8-16,0 0-17 0,0 0-29 0,0 0-50 16,0 0-43-16,8-6-57 0,-8 6-58 0,0 0-81 15,0 0-97-15,0 0-292 0,0 0-677 0,0 0 300 16</inkml:trace>
  <inkml:trace contextRef="#ctx0" brushRef="#br0" timeOffset="107532.12">6098 5599 132 0,'1'-10'218'0,"1"4"-25"0,-2 6-17 0,2-13-14 16,-2 13-4-16,2-10-4 0,-2 10-2 0,2-9-9 15,-2 9-18-15,1-6 1 0,-1 6-17 0,0 0-6 16,0 0-13-16,0-8-8 0,0 8-8 0,0 0-13 16,0 0-8-16,0 0-6 0,0 0-3 0,0 0 2 15,0 0-1-15,3 32 6 0,-6-14-3 0,2 9-1 16,-1 0-2-16,-2 2-2 0,-1 2-7 0,1 2 2 16,-3 0-1-16,2-1 1 0,0 0-7 0,-1-6-5 15,2 5-3-15,-1-2 2 0,1-1 0 0,-4-3-3 16,5-7-7-16,1 0 3 0,-2 0-5 0,2-3 7 15,-1-3-8-15,3 0 0 0,-1-1-2 0,0 0 2 16,-1-1 1-16,1-3-5 0,1-7-1 0,0 9-3 16,0-9 5-16,-3 7 12 0,3-7 7 0,0 0 9 15,0 0-1-15,0 0-1 0,0 0-3 0,0 0 3 16,0 0-7-16,0 0 0 0,0 0-4 0,0 0-2 16,3-29-6-16,0 19-1 0,-1-2-2 0,3-5 1 15,3 1-1-15,1 0-5 0,2-6 1 0,1 5 5 16,1 1-12-16,3-4 3 0,5 2-5 0,-5 6 2 15,2 1-1-15,0 1-2 0,1 1-2 0,-1 1-1 16,1 3 1-16,-2 1-1 0,-3 2 1 0,4 1-4 16,-5 2 1-16,0 3 2 0,-2 1-2 0,2-1 5 15,0 4-2-15,-3 0 12 0,3 4-11 0,-4-4 5 16,2 6-6-16,-5-3 3 0,2 2 0 0,-1-1 4 16,-4-1-5-16,4-1 2 0,-4 6 1 0,1-2 1 15,-1-3-1-15,0 2-24 0,-1-2-20 0,-1-1-23 16,1-1-28-16,-2 0-28 0,0-9-34 0,1 16-33 15,-1-16-38-15,3 13-29 0,-3-8-150 0,0-5-437 16,0 0 193-16</inkml:trace>
  <inkml:trace contextRef="#ctx0" brushRef="#br0" timeOffset="107725.34">6597 5953 100 0,'0'0'216'0,"2"-10"-6"16,-2 10-10-16,0 0-17 0,1-9-19 0,-1 9-14 15,0 0-16-15,0 0-15 0,0 0-8 0,0 0-8 16,0 0-2-16,0 0-9 0,0 0-7 0,0 0-6 16,0 0-9-16,-1 35-5 0,0-25-7 0,0 3-4 15,1 0-7-15,0 3 5 0,0 0-30 0,-2 2-24 16,2-1-38-16,-1 0-53 0,1-4-46 16,-1 1-47-16,-3 2-141 0,1-4-352 0,3-12 156 0</inkml:trace>
  <inkml:trace contextRef="#ctx0" brushRef="#br0" timeOffset="107905.33">6563 5700 1787 0,'-2'-19'39'0,"2"2"-16"15,-3 0-8-15,2 7-9 0,0 1-12 0,-1 2-8 16,2 7-8-16,0 0-15 0,7-9-36 0,-7 9-31 15,0 0-38-15,0 0-104 0,19 16-266 16,-13-7 118-16</inkml:trace>
  <inkml:trace contextRef="#ctx0" brushRef="#br0" timeOffset="108276.08">6824 6079 53 0,'10'-5'260'0,"-3"1"-4"0,-2 1-4 0,4-1-14 16,-3-2-19-16,2-1-20 0,1-1-11 0,1 3-12 15,0-4-13-15,3-1-13 0,2-2-3 0,-2-1-16 16,2 2-6-16,-2-2-8 0,1-1-10 0,-2 2-7 16,-1 0-2-16,2-2-33 0,-7 4 1 0,1 0-3 15,-3 1 1-15,-2 2-1 0,3 1-1 16,-2-1-2-16,1 0-9 0,-4 7-2 0,0-10-10 0,0 10-2 15,0 0-4-15,-9-8-9 0,9 8-3 0,-18 4 0 16,1 5-6-16,1-1 0 0,-6 7-3 0,-2 5-4 16,3-4 5-16,5-2-5 0,3 0-1 0,-1 0 0 15,2 2-3-15,2-1 3 0,2 0-4 0,5-3-2 16,0 0-1-16,2 2 4 0,1-2 1 0,4 3 1 16,2-1-2-16,4-5 2 0,2 4-1 0,4-3-3 15,1-3 6-15,3 1-23 0,7 0-29 0,1-4-40 16,0-1-38-16,-7-2-36 0,2 1-35 0,5-2-39 15,-8 2-28-15,1-4-196 0,-7 2-492 0,0 0 219 16</inkml:trace>
  <inkml:trace contextRef="#ctx0" brushRef="#br0" timeOffset="108464.24">7394 6121 53 0,'0'0'233'0,"10"0"-9"15,-10 0 1-15,7 7-9 0,-7-7-10 0,1 9-3 16,-1-9-19-16,-4 12-12 0,4-12-13 0,-6 17-19 16,6-10-13-16,-4 2-11 0,0 1-10 0,-2 0-31 15,0-2-40-15,-1 0-43 0,2 1-61 0,-2 0-70 16,1 0-76-16,-1-3-126 0,0 0-369 0,1 0 164 16</inkml:trace>
  <inkml:trace contextRef="#ctx0" brushRef="#br0" timeOffset="112033.93">8199 5850 191 0,'-1'-12'231'16,"-2"1"-15"-16,-2-3-15 0,1 3-12 0,-2 1-3 0,-2 0-7 15,-1 1-10-15,2 0 2 0,-2 4-15 0,-3-4-5 16,3 3-9-16,-3 1-10 0,0 0-10 16,0 2-5-16,0 3-19 0,-1 1 3 0,-4 4-16 15,1 1-13-15,-7 7-5 0,0 1-6 0,0 2-3 16,1 3-8-16,0 1-5 0,4 2-1 0,1-1-6 15,1 0-5-15,7-3-2 0,0 0-5 0,4-1-1 16,-1 0 0-16,2 1-3 0,3-2-5 0,2 1 7 16,4-2-5-16,1 2-4 0,5-4-5 0,-1-2-2 15,5 1-2-15,3-1-1 0,1-3-2 0,3-6-7 16,7 1 8-16,2-5-4 0,0 1 0 0,-3-5-3 16,0-2 3-16,-4-2 1 0,2 1-1 0,-6-2 0 15,-3 1 4-15,3-7-5 0,-6 6 5 0,-1-3 0 0,1 0-2 16,-4-2-2-16,-2 0 7 0,-1-1-1 15,-2 0 8-15,-3 0-3 0,2 2 0 0,-2 1 3 16,-2 3 7-16,-1-1 3 0,1 3 5 0,0 2 5 16,0 7-4-16,-1-10-7 0,1 10-6 0,0 0 1 0,0 0-4 15,0 0-1-15,0 0-2 0,0 0 0 16,-15 29-4-16,8-13 7 0,1 2-7 0,1 1-1 16,0 0 3-16,2 0-1 0,1 6-1 0,0-6 0 15,2 0-5-15,3 1-12 0,2-1-24 0,-1 1-20 16,2-4-28-16,-1 0-23 0,0 0-25 0,2-6-43 15,-1 0-35-15,4 2-27 0,-2-6-23 0,4-2-182 0,2 2-477 16,-1-5 212-16</inkml:trace>
  <inkml:trace contextRef="#ctx0" brushRef="#br0" timeOffset="112378.99">8556 5927 63 0,'2'-6'257'0,"-2"6"-20"0,4-8-21 0,-4 8-21 15,0 0-17-15,0 0-8 0,0 0-3 0,0 0-15 16,0 0 1-16,-2 29-16 0,0-20-13 0,1 3-14 16,-2-3-8-16,3 2-12 0,-2 1-3 0,1-1-10 15,-1 1-5-15,1-2-8 0,0 1-5 0,-2-5-6 0,2 4-5 16,1-10-4-16,-1 9-2 0,1-9 3 16,0 0 7-16,0 0 17 0,-4 10 10 0,4-10-9 15,0 0-8-15,0 0-1 0,0 0-9 0,0 0-3 16,0 0-8-16,0 0-5 0,6-32-6 0,-1 22-3 15,2-1-6-15,-3-4-11 0,5-2 1 0,1 4-13 16,0-2 3-16,3 2-1 0,1 2-3 0,-4 2-4 16,-1 2 1-16,2 3 0 0,0-1-3 0,-4 5-7 15,5 0 7-15,-12 0 4 0,17 7-6 0,-6 2 4 16,-2-1-3-16,-1 2 6 0,1 4 1 0,-1 2-5 16,1 0-13-16,-2 2-22 0,-2 0-25 0,0 0-38 15,0-1-42-15,0 0-49 0,0-1-61 0,2-2-187 16,-2-3-481-16,2-1 213 0</inkml:trace>
  <inkml:trace contextRef="#ctx0" brushRef="#br0" timeOffset="112792.38">9076 5974 42 0,'-3'-11'284'15,"1"-2"-4"-15,-3 5-11 0,1 2-17 0,0 1-20 16,-1 1-18-16,5 4-17 0,-13 0-15 0,13 0-16 15,-24 11-7-15,9-1-16 0,-1 3-12 0,1 3-6 16,-2 2-17-16,5-2-7 0,2 2-12 0,1-1-10 16,1 0-8-16,4 0-7 0,0-2-3 15,3 0-11-15,1 0-2 0,1-2-7 0,3-5-9 0,-2 0-10 16,5-5-10-16,-4 3-1 0,6-1-8 0,-1-3 1 16,1-2-2-16,-9 0-2 0,22-6 3 0,-10-1-3 15,-1 1 6-15,2-5-1 0,-3-1 4 0,0-2-7 16,-2-3 4-16,-2-1-5 0,-1 0 4 0,-2-9-4 15,-2-1 3-15,3 0 4 0,-3-2 1 0,-1-3-4 16,0-3-4-16,1 4-1 0,-1-2-2 0,0-1-2 16,-2 4 19-16,4 3 11 0,-3 4 8 0,1 7 15 15,0 6 10-15,-2 1 2 0,2 0-17 0,0 10-4 16,0-10-6-16,0 10-4 0,0 0-7 16,0 0 2-16,0 0 0 0,-3 35 0 0,0-7 1 0,-2 0-7 15,0 3 5-15,3-1-3 0,-2 2-1 0,1 1-1 16,2 1-8-16,0-1-29 0,2-1-35 0,3 1-27 15,-1-2-36-15,-1-1-42 0,3 1-52 0,4-4-59 16,-3 3-275-16,0-5-588 0,-1-6 260 0</inkml:trace>
  <inkml:trace contextRef="#ctx0" brushRef="#br0" timeOffset="113273.6">9647 5715 118 0,'-1'-12'281'0,"2"2"-13"0,-1 5-20 0,0 5-27 15,2-12-26-15,-2 12-25 0,0 0-17 0,0 0-11 16,0 0-19-16,2 24-7 0,-1 1-9 0,-2 5-3 16,-1 1-8-16,-1 1-8 0,2 1-5 15,-2-1-7-15,0 0-2 0,1 0-15 0,-2-6-4 0,3 3-7 16,-1-4 3-16,1-6-4 0,0-2-5 0,1-3 0 16,0-4-3-16,0-1-2 0,-1 0-1 0,1-9 3 15,-2 10 10-15,2-10-1 0,0 0 11 0,0 0 16 16,0 0 9-16,0 13-1 0,0-13-10 0,0 0-9 15,0 0-8-15,0 0-1 0,11-26-2 0,-5 15-14 16,3-5-1-16,1 1-6 0,2-2-12 0,4-4-3 16,1 1-6-16,-4 7-3 0,-1 2-4 0,1 0 2 15,-1 4-6-15,-3 2 0 0,1 3-6 0,-1 0 2 16,-9 2 2-16,17 6 1 0,-7 1-3 0,-1 2 3 16,0 2 2-16,0 4 1 0,-1 1-7 0,1 7-2 15,-3-5-28-15,0 6-19 0,-3-7-33 0,0 2-31 16,-1-1-40-16,0 0-48 0,-1-1-33 0,1 0-55 15,-2-1-175-15,2-5-509 0,1-1 225 0</inkml:trace>
  <inkml:trace contextRef="#ctx0" brushRef="#br0" timeOffset="113542.5">10184 5964 225 0,'-4'-21'259'0,"-1"5"4"0,1-1 0 16,-1 2-13-16,0 3-11 0,0 2-8 0,1 0-16 15,-2 4-23-15,2 3-20 0,4 3-8 0,0 0-19 16,0 0-6-16,-18 20 12 0,5 2-20 0,3 6-12 16,1 3-10-16,-4 2-3 0,0 11-11 0,7-9-5 15,2 0-11-15,-2 0-3 0,2 0-3 0,0-1-5 16,3-2-11-16,-2 0-5 0,2 1-3 0,0-4-9 16,-1 2 4-16,2-5-10 0,0-1-4 0,2-1 2 15,-2-5-4-15,0 0 4 0,1-2-35 0,-1 0-32 16,0-6-34-16,0 0-21 0,0-1-24 0,0-10-23 15,-1 17-29-15,1-17-36 0,-6 11-46 0,6-11-35 16,-7 4-202-16,7-4-524 0,-14 0 232 16</inkml:trace>
  <inkml:trace contextRef="#ctx0" brushRef="#br0" timeOffset="113687.83">9908 6250 64 0,'5'-9'237'0,"-5"9"-20"0,9-14-15 15,-1 6-14-15,2 2-18 0,1 2-17 0,6-4-16 16,2 0-18-16,3 4-34 0,6-2-44 0,-6 1-57 16,3 1-67-16,5-3-64 0,-9 6-82 0,7-2-246 15,-6 1 109-15</inkml:trace>
  <inkml:trace contextRef="#ctx0" brushRef="#br0" timeOffset="113982.11">10317 6278 99 0,'0'0'237'0,"11"-4"-9"16,-1 2-9-16,1 0-16 0,-1-1-12 0,3-4-16 0,-3 2-7 16,7 0-5-16,-2-3-16 0,1 0-5 0,0-2-3 15,3 3-6-15,-2-4-8 0,-3-2-2 0,-1 2-8 16,0 1-2-16,-2-3-14 0,-2 4-1 0,-2-3-14 16,-3 2-3-16,1 0-10 0,-3-2-10 0,-1 2-1 15,-1 0-6-15,0 10-1 0,-4-14-10 0,-1 9-2 16,-1 1-2-16,-2 0-8 0,-2 2-5 0,10 2-2 15,-31 7-5-15,7 6 1 0,1 1 3 0,1 4-5 16,2 1-3-16,2 3 7 0,2 0-6 0,1-1-4 16,6-4 0-16,4 2 0 0,0-2 2 15,2 1-3-15,4-1-7 0,3-1-21 0,3-2-18 0,2 0-22 16,5-3-33-16,2-1-45 0,4 0-57 0,1-3-54 16,12-2-38-16,1-3-171 0,21 1-492 0,-5-4 218 15</inkml:trace>
  <inkml:trace contextRef="#ctx0" brushRef="#br0" timeOffset="115107.8">11467 5906 64 0,'3'-4'288'0,"-3"4"-15"0,5-10-18 0,-5 10-24 15,-2-11-12-15,2 11-7 0,-6-10-18 0,1 6-13 16,-1-2-12-16,-2 4-9 0,-3 2-5 16,0-2-17-16,-4 4-8 0,-4 3-16 0,1 1-15 15,-2 2-2-15,3 5-11 0,-6 2-13 0,3 3-1 0,0 3-8 16,4-2-6-16,2 3-6 0,4-6-4 16,4 1-2-16,0 0-8 0,3 1-2 0,3 0 0 0,1-1-6 15,6-2 0-15,-2 2-3 0,3-1-1 0,-1-7-7 16,6 2 2-16,-2-5-3 0,0 0-4 0,0 0 2 15,1-3-7-15,-1-2-1 0,3 1-4 0,-2-2-2 16,2-2 1-16,-1-2-3 0,2 1 3 0,0-5-1 16,-1-2-2-16,-1-2 5 0,-2 1 1 0,0-2-3 15,-1 0 2-15,-2-3-4 0,1 2-6 16,-3 0 10-16,0-2-7 0,2 2 1 0,-4-2 4 0,2 4-3 16,-3 1 0-16,-1 2 0 0,1-1 0 0,0 4 5 15,-1 0 0-15,-2 6 2 0,0-8 2 0,0 8-2 16,0 0-13-16,0 0-1 0,0 0 0 0,0 0-2 15,0 0 2-15,0 0-1 0,0 0 5 0,-8 35 3 16,7-20-6-16,-1-3 3 0,0 0-2 0,2 2 2 16,0 1 4-16,0 3-1 0,0-1 2 0,3-2-3 15,-1-3 0-15,2-1 6 0,1-2-5 0,2 0 7 16,-1 0 3-16,3-2 1 0,-2 0 7 0,2-2-2 16,2-2 6-16,-1 0-8 0,4-1-2 0,4-3-2 15,-5 0-2-15,1-1 6 0,-1-1-10 0,1-1-3 16,-3-2-2-16,6-3 0 0,-6 3-4 0,2-5-2 15,3-1 4-15,-6 2-3 0,2-6-10 0,-3 3 1 16,2-2-11-16,-7 0-7 0,3-2-1 0,1-3 0 16,-4 4 6-16,-2-1 0 0,0 0 3 0,-2 5 2 15,-2-1 4-15,-2 2 7 0,2 0 6 0,-5 1 3 16,0 2 0-16,2 1 1 0,-3 0 1 0,0 1-3 16,3 2 1-16,5 4 0 0,-10-6 0 0,5 4-4 15,5 2 0-15,0 0 1 0,-6-4 2 0,6 4-2 16,0 0 5-16,0 0-7 0,0 0 1 0,0 0 4 15,0 0 0-15,0 0 3 0,21 12-2 0,-9-9 3 16,-1-1-1-16,3 1-1 0,3-1-1 0,-3 0 1 16,0 0 2-16,-1 3-4 0,0-3 2 0,-3 0-5 15,1 1 3-15,-2 0-4 0,-2 0 1 0,0 1 3 16,1 1 9-16,-3 0-2 0,-1 0-5 0,0 1 4 16,1 0-3-16,-1-1 5 0,-2 3 8 0,1-3 2 15,-2 1-1-15,-1-6 2 0,0 14 0 0,2-9-2 16,-2-5 6-16,-2 13-7 0,2-13 1 0,2 12 3 15,-2-7-6-15,0-5-4 0,2 9 1 0,-2-9-3 16,0 11 5-16,0-11 0 0,0 8 5 0,0-8-13 16,0 13 4-16,0-7-3 0,0-6 2 0,0 13-5 15,-2-7 2-15,2-6 1 0,2 14 3 0,0-7-3 16,-2 0 0-16,0-7 0 0,3 8-7 0,-3-8 10 16,3 7-3-16,-3-7 0 0,5 6 1 0,-5-6-5 15,2 7 3-15,-2-7-1 0,8 4 4 0,-6 0-2 16,-2-4-2-16,8 3 5 0,-1-1-8 0,-7-2 17 15,17-2-12-15,-9 2 2 0,1-1 0 0,5 1 1 16,-1-2-3-16,1-1 0 0,-1 1-3 0,3-4 0 16,0 2 6-16,-3-2-7 0,3-1 7 0,2-3-5 15,-3-1 5-15,-1 0-1 0,-1 0-3 0,-2 3 5 16,3-5 6-16,-3 0-12 0,-5 0 9 0,4-1-9 16,-6 2 5-16,1-1-9 0,1-2 5 0,-4 5 1 15,-2-3 1-15,3 2-8 0,-6 0 3 0,1 2-2 16,0 3 3-16,2 6 1 0,-6-12-1 0,2 9 3 15,4 3-4-15,-13-3-2 0,13 3 6 0,-23 12-5 16,7-4 5-16,2 4-3 0,-2-1 0 0,6 4-3 16,-5-2 6-16,5 0-6 0,1 1 6 0,1 3-6 15,4-6 8-15,2 1-15 0,2 0-24 0,2 0-12 16,2 2-28-16,4 0-28 0,-1-4-40 0,3-3-46 16,10 1-49-16,1-1-56 0,-5-4-176 0,7 1-508 15,-2 0 225-15</inkml:trace>
  <inkml:trace contextRef="#ctx0" brushRef="#br0" timeOffset="115928">13126 5892 100 0,'0'-13'300'0,"0"13"-11"0,-2-10-21 16,2 10-21-16,-4-6-27 0,4 6-21 0,0 0-20 16,0 0-16-16,0 0-5 0,-21 10-2 0,8 2-11 15,4 0-10-15,-2 3-12 0,2 2-16 0,0 0-5 16,2-2-12-16,4 1-5 0,1 3-13 0,2-2 0 16,2-1-8-16,4 0-10 0,-2-1-6 0,1-3-4 15,5-2 0-15,-3-3-4 0,5 4-8 0,-1-1-1 16,-1-4-3-16,4-4 0 0,-1 3-5 0,4 1 0 15,-4-2-4-15,1-4-2 0,-3 0-6 0,3-2-7 16,-1-1 1-16,3-4-2 0,-5 4-1 0,0-5 2 16,-5 0-4-16,4-1-3 0,-1 1 4 0,-1-3-3 15,-3-4 3-15,2 3-4 0,-3 1-3 0,-3-1 2 16,1-4 2-16,0 0-4 0,-4 3 2 0,2-2 3 16,0-1-4-16,-3 4 2 0,1 1 4 0,2 0-6 15,0 4 3-15,0 7-9 0,0-12 1 0,0 12 1 16,0-10-9-16,0 10-3 0,5-8-3 0,3 6 4 15,-3 0-2-15,7 2 4 0,-1 1-6 0,3 2 5 16,-4 1 1-16,3 3-1 0,-1 0 0 0,-1 5 1 16,0-1 6-16,-1 3 3 0,1 2 0 0,-5 1-1 15,-2-1 5-15,2-5 1 0,-2 3-2 0,-4-1 3 16,2-1 5-16,-2-1 9 0,0 0 1 0,0-11 6 16,-2 13 10-16,2-13 13 0,0 11 14 0,0-11 13 15,-4 9 11-15,4-9 14 0,0 0 14 0,0 0-1 16,0 0-1-16,0 0-6 0,0 0-5 0,0 0-10 15,0 0-7-15,0 0-11 0,0 0-2 0,2-33 1 16,4 22-26-16,5-6 12 0,1 1-12 0,-1 0-3 16,9-4-2-16,-2 2-10 0,0-1-3 0,-2 7-7 15,2 2-15-15,-1 0 17 0,-1 1-17 0,-4 2 11 16,2 4-1-16,-4-1-3 0,4 4-5 0,-5 2-1 16,4 1-15-16,-3 3 14 0,-1-1-1 0,1 3 1 0,0 1 9 15,1 5 2-15,-2 0-8 0,-5-3-4 16,4 6 3-16,0-1 0 0,-3-1-2 0,-1 2 1 15,0-1-5-15,-2 3-26 0,1-8-45 0,-3 7-43 16,0-5-40-16,0-3-42 0,0 0-59 0,0 0-67 16,-3 0-300-16,3-10-678 0,-6 11 301 0</inkml:trace>
  <inkml:trace contextRef="#ctx0" brushRef="#br0" timeOffset="116160.08">13890 5698 91 0,'2'-12'315'0,"1"2"-9"16,-2 1-27-16,-1 2-30 0,0 7-28 0,3-7-19 15,-3 7-1-15,0 0 10 0,2 21 6 0,0-6-1 16,-2 6-7-16,0 6-6 0,-2 0-18 0,0 2-19 16,-1-1-11-16,1 2-25 0,0-2-6 0,0 2-9 0,2-5-11 15,0 2-52-15,0 0-47 0,0-2-45 16,0-1-53-16,2-6-36 0,0-1-49 0,0-2-50 15,1-3-39-15,1-1-21 0,1-2-168 0,-2-4-493 16,5 2 218-16</inkml:trace>
  <inkml:trace contextRef="#ctx0" brushRef="#br0" timeOffset="116624.08">14054 6013 88 0,'2'-10'275'0,"3"4"1"0,-2 1-15 15,-3 5-19-15,2-6-25 0,-2 6-22 0,0 0-19 16,4-4-17-16,-4 4-4 0,0 0-12 0,0 0-9 15,9 11-17-15,-9-11-7 0,4 10-15 0,0-4-7 0,2-1-7 16,2 2-7-16,-1-1-7 0,4-1-2 16,7 1-2-16,-7-2-11 0,5-3-5 0,-5 1 9 15,5-3-9-15,1 1 2 0,-4-2 3 0,-3 1 10 16,1-2-3-16,-1-1 7 0,-1-1-5 0,-3 1-9 16,4-2 0-16,-10 6 1 0,10-10-7 0,-7 4 1 0,-3 6-4 15,8-11 4-15,-8 11-1 0,1-6-1 16,-1 6-7-16,0 0-5 0,9-7-2 0,-9 7-8 15,0 0 1-15,0 0-8 0,0 0 3 0,0 0-3 16,-8 42 9-16,4-13-2 0,0 4 2 0,-2 13-3 16,-3 1 2-16,5 6 1 0,-4-3 1 0,1 3 3 15,1 0 2-15,2 0-3 0,-6-2-9 0,4 1 13 16,-1-4-1-16,4 0 0 0,-3-3 2 0,4-11-12 16,-3 0 0-16,-2-1 1 0,3 1 3 0,-5-5-3 15,4-2-4-15,-2-5-1 0,1-5 5 0,1 0 0 16,-3-7-7-16,3-2 5 0,-4-1 9 0,0-4 0 0,9-3-13 15,-19-2-9-15,9-3 13 0,1-3-10 0,-5-7-14 16,-1-6-17-16,-1-3-2 0,5-2-11 16,-3-3-11-16,5-5-4 0,2-2-7 0,1 2 0 15,6-12-4-15,4 12 11 0,5-1 2 0,0 3 4 16,5-1-2-16,1 2-1 0,3 1-7 0,3 2-11 0,0 1-23 16,0 2-21-16,4 3-39 0,4 2-41 15,1 1-43-15,16-4-53 0,-10 7-261 0,12-2-588 16,-11 7 261-16</inkml:trace>
  <inkml:trace contextRef="#ctx0" brushRef="#br0" timeOffset="117321.89">15182 6168 197 0,'6'-27'214'0,"2"2"-19"0,0-2-22 0,-2-2-12 16,-1-2-12-16,-2 4 3 0,-1-2 14 0,1 4-14 15,-2 6-5-15,-1 2-11 0,0 4-6 0,0 2-6 16,-1 1-12-16,-3 1-12 0,1 3-11 0,0 0-7 16,3 6-4-16,-11-7-15 0,2 6-7 0,9 1-4 15,-15 2-7-15,7 1-6 0,-3 0-5 0,7 3-5 16,-3-1 3-16,4 0-8 0,0 0 3 0,3-5-6 16,0 13-2-16,0-13 1 0,6 13-1 0,2-6-1 15,0-1 0-15,5-2-4 0,3 3 0 0,-3-4 1 16,5 2 0-16,3-3-3 0,-9 1 1 0,6-1-5 15,-5 0-3-15,-2-1-1 0,0 0 1 0,-5 0-5 16,3 1-1-16,-3 2-1 0,1-1 0 0,1 3 1 16,0 1 5-16,-3 5-2 0,2-2 0 0,-3 6 2 15,0 0 5-15,-2-1-1 0,1 3 3 0,3-1-3 16,-2 1-2-16,0-1 5 0,2-2-4 0,-2 1 1 16,1-4-1-16,3-1 0 0,-2-2 4 0,3 0-1 0,0-2 3 15,4 0-5-15,-2-1 6 0,7-3 6 16,-1-1 5-16,5-2-8 0,-2-4 6 0,-1-1-5 15,8-1 0-15,-1-4 0 0,-7 2 1 0,-3-5 0 16,2 2 0-16,-4-1-2 0,-2-4-1 0,2 1-1 16,-4 0-3-16,-1-1 1 0,-4 0-6 0,2-2 3 15,-4-1-4-15,0 2 1 0,-3-2 1 0,0 3-4 16,0 0 3-16,0 4-3 0,-1 2 3 0,-2 1 5 16,1 3 1-16,-2 0-2 0,4 6 0 0,-8-7-12 15,8 7-1-15,-15 2 1 0,6 5 3 0,-5 4-4 0,1 2 1 16,0 3 2-16,0 0 0 0,4 1-3 15,2-1 8-15,1 3-8 0,4-1-1 0,3 3-23 16,2-4-20-16,5-1-19 0,-1-1-29 0,5-2-35 16,2-1-33-16,1-1-38 0,11-3-19 0,2-3-20 15,1-1-8-15,3-1-132 0,0-4-408 0,1-2 181 0</inkml:trace>
  <inkml:trace contextRef="#ctx0" brushRef="#br0" timeOffset="118703.29">16097 6109 16 0,'14'-9'87'15,"-4"2"10"-15,0-1 7 0,-3-2 6 0,-1 1 5 16,-2-3-1-16,-3 2 28 0,-1 0 5 15,-2 1 4-15,-1-1 1 0,-1 1 1 0,-1 0-6 0,-4 1 4 16,0 1 4-16,0 2-6 0,-3 2-5 0,-2 3-3 16,1 0-5-16,-2 3-5 0,2 1-3 0,-3 4-12 15,6 0 3-15,-5 3-18 0,5-2-8 16,2-1-6-16,1 3-15 0,4-3-4 0,-2 1-5 16,3 1-2-16,1-1-8 0,1 1-8 0,1-3-1 0,4 3-4 15,-1-3-8-15,1 0-2 0,0-2-5 0,2-2-1 16,2-1-1-16,-2-1 4 0,2 0-5 0,2-1 0 15,0-4 4-15,-3 1-4 0,2-4 0 16,0 2 1-16,-2-2 3 0,0 1-14 0,-1-2 12 16,1 2-12-16,-2-1 10 0,-1 2 6 0,-1 1 2 0,1 0-8 15,-5 4-6-15,0 0-1 0,9-6-4 0,-9 6-4 16,0 0-1-16,0 0-5 0,9 14-1 0,-6 1 8 16,-3 2 6-16,-1 2-4 0,-2 10 8 15,-2 0 0-15,1 1 2 0,-2 0-8 0,-2 1 8 0,2-1 4 16,2 0 10-16,-4-2-14 0,2 1-4 0,-2-3 7 15,7-1-9-15,-6-6 2 0,5-4 1 0,0-1-3 16,0-4 6-16,1 1-5 0,-1-4 15 0,0-1-21 16,2-6 8-16,-1 10 0 0,1-10 23 0,0 0 14 15,0 0 1-15,0 0-5 0,0 0-4 0,0 0-5 16,29-30-4-16,-11 12-3 0,4-7-5 0,-2 2 0 16,3-3-9-16,1-4-2 0,7-8-6 0,-2 1 1 15,1-2-11-15,-2 1-5 0,-10 7 7 0,1-1-10 16,6-10 4-16,-9 11 0 0,0 1-3 0,-3 2 0 15,0 5-1-15,-7 5 0 0,2 0 3 0,-3 5 9 16,-1 2 7-16,-1 1 5 0,-3 3 8 0,3-1-7 16,-3 8-2-16,5-8 0 0,-5 8-13 0,0 0-4 15,2-6 1-15,-2 6-3 0,0 0 2 0,0 0-3 16,-7 27 0-16,4-10 1 0,-1-1 4 0,1 3-5 16,-1-2 2-16,2 0 2 0,2 2 0 0,-1 9 1 15,2-10 1-15,0-3-3 0,2 3 0 0,1-7 4 16,1 1 0-16,2-1 2 0,1 0-3 0,1-4 7 15,2 1 3-15,0 0-9 0,4-3-3 0,-1-3 1 16,-1 0-2-16,7-2 6 0,-2-2-7 0,0-2 1 16,-1-2 1-16,1 1 2 0,-6-1 9 0,0-2-10 15,-1-2 0-15,2-6-3 0,-3 2-11 0,3 0 14 16,-5-1-2-16,-1 0 1 0,-3-2 3 0,3 1-3 16,-2 5-21-16,1-4 18 0,-3 4 3 0,-2 1 2 15,0 1-2-15,2 2-5 0,-2 0 2 0,-1 7 1 16,1-8-1-16,-1 8-11 0,0 0 7 0,3-6-20 15,-3 6 16-15,0 0 0 0,0 0 1 0,0 0 10 16,-3 26-11-16,2-15-2 0,0-1 9 0,1 2 0 16,1 0-3-16,-1-1 4 0,0 3 0 0,0-3-1 15,3 1 6-15,1-3-6 0,-1 0-9 0,4 0 15 16,0-2 1-16,1-2 2 0,2 2-2 0,0-6 2 0,3 2-3 16,0-2-1-16,-1-2-2 0,-1-3-5 15,3 1 5-15,3-3 3 0,-1-2-4 0,0-1-11 16,-1 0 15-16,-6 1 1 0,1 0-1 0,2-6 0 15,-3 2-1-15,-3 2-1 0,3-4-3 0,-3 0 7 16,-2 2 3-16,0-3-5 0,-1-1-1 0,-2 6-4 0,0-2 3 16,-1 2-3-16,2 1 4 0,-2 9 5 15,-3-14-5-15,3 14-1 0,1-9 2 0,-1 9-6 16,0 0-3-16,0 0 1 0,0 0-3 0,0 0 1 16,0 0 2-16,0 0 5 0,-14 28-4 0,10-16 2 15,2 3 2-15,-3-3-3 0,2 4 7 0,1-4-8 0,-2 4 4 16,2-1-1-16,1-3 2 0,2 4 0 15,2 1 4-15,-2-2 6 0,1-3-3 0,0 0-1 16,2 0 1-16,2-5 3 0,-1 2-1 0,1-1-4 0,-1-3 9 16,1-1-3-16,3 3 1 0,-3-3 0 0,2-3-2 15,-2 1-1-15,7-3-1 0,-4 0 3 0,3-3-4 16,-1 1-3-16,1-6 3 0,-1 2-1 0,2-5-2 16,-1 2 3-16,-1-3-4 0,-1 0 6 0,-2-2-1 15,1 1-6-15,1-2 1 0,-2 3-1 0,-1-3-5 16,0 5-3-16,2-3-1 0,-4 3-14 0,1 2-4 15,2 0 14-15,-3 2 2 0,0 1 7 16,-1 2-7-16,2-2-3 0,-1 5 2 0,-5 1-7 16,12-3 6-16,-4 3-6 0,-8 0 6 0,14 10-8 0,-7-4-1 15,1 3 8-15,-2-2 1 0,0 3-4 0,1 1 6 16,-3 0 2-16,0 5-2 0,0-5 0 0,1-2 5 16,-1 4-16-16,1 1 3 0,0-5 16 0,0 1 1 15,0-1 0-15,-2-1 5 0,2-3-13 0,2 1 13 16,0 1 0-16,-2-3-4 0,3-3 5 0,3 3 6 15,2-4-7-15,0-3 1 0,6 0-15 0,0-4 15 16,-1-1 0-16,0 0-2 0,-3-1 1 0,0-4-18 16,-2 1 16-16,-1 1 2 0,0-2 0 0,-1-1 0 15,-1-1-1-15,0 0-2 0,-2 0 2 0,0 2-7 16,-2 2 4-16,-4-2-2 0,1 4-5 0,-2 0 8 16,0 1-5-16,-1 8 4 0,0-11 0 0,0 11-7 15,-7-6 2-15,7 6-4 0,-17 2 0 16,6 3-1-16,-7 2 9 0,1 0-7 0,2 4 0 0,1 1 14 15,0 2-8-15,2-1-20 0,1 0-6 0,3-2-32 16,2-3-44-16,2 3-31 0,1 2-27 0,3-2-28 16,5-1-23-16,7 1-25 0,4 1-33 0,13-3-24 15,4-3-10-15,1-1-207 0,5 3-551 0,-3-4 244 16</inkml:trace>
  <inkml:trace contextRef="#ctx0" brushRef="#br0" timeOffset="119088.23">17918 6095 104 0,'12'-6'83'0,"-2"-1"22"0,-4-1 7 0,-1 2 10 16,-1-3 16-16,-1-1 18 0,-3 0 6 0,1 0 2 15,-1 3 10-15,0 7 7 0,-5-16-10 0,1 11 5 16,-1 0 1-16,0 1-2 0,5 4-9 0,-18-3-15 16,6 5 2-16,0 0-8 0,-6 4-4 0,0 1-10 15,1 2-10-15,1 1-15 0,0 1-6 0,2 0 2 16,1 2-28-16,1 2-1 0,8-3-11 0,0 0-4 0,4 4-9 16,-1-6-6-16,5 0-8 0,2-1-4 0,2-1-1 15,3 0-9-15,6 0-4 0,3-4-2 16,2-3-5-16,-2 1-5 0,9-3 4 0,-9-4-6 15,-1 0 1-15,-1-2 7 0,-1 0-6 0,-3-3-1 16,0-2-2-16,-3-2 3 0,0-4 4 0,-1 2-2 16,-4-1-3-16,2-9 5 0,-3 7 0 0,-1-7-4 15,1 1-3-15,-1-1 15 0,-1-1 3 0,0 0-14 16,-2 0 2-16,2 2 12 0,-3 5 16 0,0 1 14 16,0 5 17-16,1 2 15 0,0 3 7 0,-1 1-17 15,0 8-12-15,0-9-11 0,0 9-6 0,0 0-6 0,0 0-2 16,0 0 1-16,-5 26-19 0,1-7-2 15,-1 7 13-15,-5 1-4 0,5 0 1 0,0-1 5 16,0 2-28-16,0-1 16 0,0 2 0 0,2 2 1 16,1-2-9-16,3-1-22 0,-1-2-23 0,0-6-59 0,2-1-40 15,-2-1-42-15,0-1-36 0,-1-6-46 16,1 2-63-16,-1-2-316 0,-2-2-689 0,-2-3 305 0</inkml:trace>
  <inkml:trace contextRef="#ctx0" brushRef="#br0" timeOffset="119268.2">17020 5660 252 0,'-8'-3'261'0,"8"3"-55"15,-8-2-35-15,8 2-37 0,0 0-43 0,0 0-52 16,0 0-67-16,0 0-76 0,0 0-67 15,0 0-185-15,23 17 83 0</inkml:trace>
  <inkml:trace contextRef="#ctx0" brushRef="#br0" timeOffset="119680.12">19054 5727 154 0,'9'-16'302'0,"-1"4"-21"16,-3 2-11-16,3 3-3 0,-5-2-3 0,1 5-17 16,-4 4-22-16,5-8-28 0,-5 8-8 0,4-4-28 15,-4 4-15-15,0 0-8 0,3 16 5 0,-6 0 2 16,-1 4 2-16,-2 5-9 0,0 4-7 0,-1-3-15 16,4 3-4-16,-4 2-6 0,1-2-9 0,-1 0-8 15,2-2-6-15,-2 2-10 0,3-4-6 0,4 1-6 16,-3-1-11-16,1-5 4 0,0 0-15 0,4-2-29 15,-1-2-44-15,-1-1-47 0,1-5-31 0,-1 2-31 16,0-5-33-16,0 4-44 0,0-11-45 0,-1 10-38 16,-2-5-225-16,3-5-572 0,0 0 253 0</inkml:trace>
  <inkml:trace contextRef="#ctx0" brushRef="#br0" timeOffset="120029.7">18824 5929 102 0,'4'-5'204'0,"6"-1"-18"0,3 1-15 16,6 1-7-16,2 0-1 0,7-2-8 0,-6 3-9 16,7 2-4-16,0-1-13 0,-7 4-10 0,-1-2-13 15,0 5-4-15,0 1-9 0,-3 1-6 0,1 1-5 16,-4 3-3-16,0 0 8 0,-4 3-3 0,1-2-3 16,-3 1 2-16,-1-3-6 0,-3 1-3 0,4 4-5 15,-4-6-4-15,2 1-6 0,-1-2-4 0,0 3-2 16,3-1-7-16,-1-2-4 0,6 0 1 0,-1-1-4 15,3 1-3-15,4-5-2 0,-1-1-6 0,0 2-5 16,0-5 14-16,0 0-7 0,0-4 10 0,-1 3 19 16,-1-3 0-16,-1-4 0 0,-1 1-2 0,-5 0 2 15,3-4-7-15,-4-2-5 0,2 0-3 0,-5-2 4 16,0 1-18-16,-3-2-4 0,-1 1 1 0,-6-2-6 16,-1 1 0-16,1 0-3 0,-5 2-5 0,0 1-3 15,-1 2-9-15,1 3-2 0,-3 4-20 0,1 0-22 16,-3 3-28-16,-2 0-38 0,-3 5-41 0,1 0-54 15,-1 3-54-15,1 3-278 0,2-2-578 0,-1 1 255 16</inkml:trace>
  <inkml:trace contextRef="#ctx0" brushRef="#br0" timeOffset="120676.4">19983 5821 2515 0,'16'-20'41'0,"-5"4"15"0,-1-1 107 15,-3 2-19-15,-3 3 1 0,1 2-8 0,-1 1-9 16,-2 2-17-16,-1 2-6 0,-1 5-31 0,6-8-13 16,-6 8 1-16,0 0-8 0,0 0 9 0,0 0 0 15,0 29 0-15,-6-10-5 0,0 8-3 0,-3 0 0 16,1 0-9-16,2-1-2 0,1 0 1 0,0 1-3 16,-1 1-14-16,2-2 5 0,0-1-6 0,1-6 2 15,1 5 11-15,-1-7-22 0,0-2 5 0,2-4-5 16,0 0-2-16,0-1 2 0,-2-2-6 0,3-8 15 15,-4 12-16-15,4-12 4 0,0 0 2 0,0 0 0 16,-2 12 6-16,2-12-6 0,0 0-5 0,0 0-16 16,0 0-13-16,0 0-11 0,0 0-6 0,0-29-8 15,4 19 21-15,4-6-9 0,3 0-1 0,4 1 3 16,-3 1 3-16,0 3-7 0,5 0 0 0,-5 4 4 16,-1 1-5-16,-3 2-3 0,1 3 5 0,-2-1 1 15,-7 2 1-15,14 3 5 0,-10 0 0 0,1 1 3 16,-1 1 1-16,-3 4 2 0,-2 1-10 0,-1-1-13 15,-2 3-12-15,-4-4-2 0,0 6-8 0,-4-2-8 16,0-1-3-16,-3-1-2 0,3-4 1 0,3 1 1 16,-2-1 8-16,3-2 6 0,2 1 7 0,1-1 9 15,-2-1 2-15,7-3 5 0,0 0 2 0,0 0 4 16,0 0 5-16,0 0 3 0,0 0 1 0,0 0 5 16,0 0 8-16,22-13 1 0,-12 10-1 0,4-1 0 15,7-3 4-15,-2 2 2 0,8-2 0 0,0-2 2 16,-1 0 1-16,1-1 4 0,1 2-3 0,2-2 1 15,-5 1 2-15,2-1 4 0,-1-2 0 0,-8 3 0 16,-3-1 10-16,3 2 2 0,-4-1 0 0,0-3 4 16,-1 0 0-16,-3 0 10 0,-2 1 3 0,-2 0 0 15,-1 1 8-15,-2-1 3 0,-3 2 0 0,0-1 14 16,-3 3 2-16,3 7-2 0,-4-11 0 0,-2 7-3 16,-2 1-11-16,-5 3 2 0,-2 1-11 0,-8 5 2 15,4 0-1-15,1 3-1 0,-6 4-6 0,7-2-2 16,6 1-2-16,-1 2-4 0,3 1-5 0,5 1-22 15,3 1-26-15,5-4-27 0,4 4-35 0,11 2-36 16,5-5-47-16,8 1-59 0,18-2-60 0,-12-6-224 16,17 1-559-16,0-1 247 0</inkml:trace>
  <inkml:trace contextRef="#ctx0" brushRef="#br0" timeOffset="121111.22">21636 5811 2112 0,'7'-14'137'0,"-3"-1"-57"0,-5-1-19 0,-2-1-48 16,-4 2 14-16,-2 2 5 0,0 3 11 0,0 2 7 0,-4 3 7 15,2 0 4-15,-7 3 0 0,2 4 2 0,-3 3 3 16,-4 7 10-16,1 3-6 0,1 2-3 0,0 1-3 15,5 2 1-15,-1 1-4 0,4 1-8 0,8-3-5 16,-1 0 0-16,3 1-8 0,3 4-6 16,3-6 2-16,7 7-1 0,-1-8-8 0,8 6-8 0,2-5-18 15,3 0-23-15,3-3-23 0,6 3-24 0,-2-5-32 16,2-1-38-16,2-1-29 0,0-2-43 0,1-6-32 16,-2 3-13-16,-3-4-137 0,-6-2-424 15,-3-2 187-15</inkml:trace>
  <inkml:trace contextRef="#ctx0" brushRef="#br0" timeOffset="121462.65">21935 6060 39 0,'16'-13'63'15,"-3"0"19"-15,1-2 4 0,-2-1 13 0,-3-1 16 16,2-6 25-16,-3 6 1 0,-4-2 17 0,0 1-4 16,0 1 3-16,-4 1 8 0,-2 0-5 0,1 3-5 15,-3 3 0-15,-1 0 6 0,1 4-6 16,-4-1-20-16,-3 2-7 0,1 4-9 0,-9 3-6 16,3 3-2-16,-8 7-8 0,-2 2-6 0,0 2-10 0,5 0-4 15,1 3-12-15,6-5-6 0,2 3-3 0,3-2-11 16,-1 2 0-16,5-2-8 0,1 1-5 0,1 0-3 15,5-7 0-15,0 4-5 0,2-3-9 16,2-1-3-16,1-2-3 0,1-1-2 0,1-1-6 16,2-3-3-16,-2 1 0 0,-9-3 0 0,23-3 1 0,-10-1-5 15,3-4 3-15,-5 2 1 0,-1-2 3 0,4-4 2 16,-3 0 2-16,2-1 4 0,-3-3 0 16,1 2-2-16,-1-2 4 0,-1 3-1 0,-3-1 8 0,-2 4 6 15,1 0 12-15,1-1 8 0,-2 6 2 16,-1-1 1-16,-3 6-7 0,4-9-11 0,-4 9-15 0,4-5 5 15,-4 5-4-15,0 0-2 0,0 0-6 0,0 0-1 16,-3 31 1-16,3-14-1 0,-4 0-1 16,4-2 2-16,-1 4-20 0,-2 0-26 0,3-2-31 15,0 9-34-15,0-8-42 0,0 2-37 0,3-4-67 16,2 0-58-16,-1 0-244 0,-2-5-590 0,4 0 262 0</inkml:trace>
  <inkml:trace contextRef="#ctx0" brushRef="#br0" timeOffset="121699.36">22309 5768 1998 0,'14'-46'47'0,"-6"13"96"0,0 1 0 0,-2 3-29 16,-3 10 17-16,0 3 6 0,0 4 5 0,-2 1-16 16,1 5-22-16,-1-1-8 0,-1 7-19 15,1-7-5-15,-1 7-8 0,0 0-5 0,0 0-7 16,-2 29 1-16,-2-4 3 0,-1 2-4 0,1 3-5 0,-1 0-3 15,0 1-1-15,-1 2 5 0,4-1-6 0,-3 0-11 16,2 0-23-16,-1-4-26 0,1 4-30 16,1-2-31-16,-1-1-34 0,3-4-35 0,0-5-50 15,1-1-47-15,1 0-48 0,-2-2-172 0,3-5-503 16,2-3 222-16</inkml:trace>
  <inkml:trace contextRef="#ctx0" brushRef="#br0" timeOffset="122282.85">22649 5874 54 0,'7'-17'281'0,"-6"5"-10"16,-1 0-2-16,0 0-10 0,0 5-13 0,0 7-12 15,-4-12-16-15,0 9-25 0,4 3-11 0,-15 2-5 16,3 3-6-16,-4 7-15 0,-2-1-13 0,3 2-18 16,-4 5-2-16,2 0-15 0,3-1-13 15,4 0-6-15,0 0-8 0,2 0-9 0,3 1-9 0,-1-1-3 16,5-1-4-16,1-4-4 0,3 0-12 15,-1 5 0-15,5 0 2 0,3-2-28 0,1-3-4 0,5-2-6 16,-2-2 7-16,1 0-15 0,-2-6 2 0,5-1-1 16,0-1-4-16,-4-1 0 0,2-4 11 15,1-1-8-15,-2-4-2 0,2 0 4 0,-3-2-1 0,2-1 0 16,-3 0-1-16,1-3 3 0,4-6-8 0,0 3 5 16,-8 2 7-16,1 0-7 0,0 1 13 0,-3-1-4 15,0 2 4-15,-1 1 9 0,-3 4 5 0,1 3 10 16,-1 0-7-16,-2 2-11 0,-2 5-2 15,4-6-3-15,-4 6-8 0,0 0 2 0,0 0 5 0,0 0-3 16,-6 30-7-16,3-17 5 0,-1 3 5 0,4 0-2 16,-5 1-1-16,2-5-2 0,3 3 4 0,0-3 3 15,0 0-2-15,2 0 1 0,3-1-2 0,4 2 1 16,-1-4-1-16,1-3 2 0,5 3 1 0,-3-4 2 16,2-2-3-16,0 0 13 0,5-2-6 0,-4-2-6 15,4-2-6-15,-5 2 3 0,1-5-2 0,0 0 3 16,-2 0-1-16,3-3 0 0,-6-2 0 0,1 3-1 15,-3-3-2-15,2-4-1 0,-1 0-2 0,0-2 0 16,-1 1 1-16,0 0-2 0,-3-1 4 0,-1 2-5 16,0 2-1-16,-1 4 6 0,0 0 6 0,0 2 14 15,1 2-9-15,-3 5 0 0,1-10-5 0,-1 10-5 16,0 0-8-16,0 0 5 0,0 0-3 16,0 0 2-16,0 0-1 0,-5 25 0 0,2-15-3 0,0 4 6 15,-2-1 1-15,2 0-5 0,-1-1 2 0,3 1-23 16,0-1-24-16,2 1-39 0,0-2-50 0,3-1-47 15,0-1-44-15,5 2-74 0,-2-4-276 0,5 0-622 16,2-4 275-16</inkml:trace>
  <inkml:trace contextRef="#ctx0" brushRef="#br0" timeOffset="122508.66">23433 5763 1693 0,'6'-34'49'16,"-1"6"128"-16,-2 0-20 0,-1 8-1 0,-2 5-5 15,0 5 3-15,2 0-17 0,0 3-27 0,-1 1-23 16,-1 6-14-16,0 0-14 0,0 0 4 0,0 0 13 16,0 0 6-16,-7 32-3 0,2-8 14 0,0 3-18 15,-1 3-4-15,0-2-7 0,0 3-4 0,-1 0-3 16,1-1-7-16,3 0 0 0,1-2-2 0,0 0-8 16,0 2-15-16,1-2-30 0,-1-4-35 0,4 4-35 15,-2-3-40-15,-2-6-44 0,4-4-63 0,-1-2-41 16,1 2-247-16,1-4-552 0,0-2 245 0</inkml:trace>
  <inkml:trace contextRef="#ctx0" brushRef="#br0" timeOffset="122880.04">23709 5886 158 0,'1'-16'255'0,"-1"3"-4"15,-1 5 4-15,-2-1-13 0,-3 1-15 0,-2 4-16 16,-3 3-21-16,-5 1-12 0,0 6-14 0,-12 4-10 15,1 4-12-15,1 0-10 0,2 2-13 0,7-4-13 16,1 0-10-16,2 1-7 0,1 0-11 0,4-2-10 16,2 0 0-16,4-1-13 0,0-2-4 0,2 1-7 15,1-4-4-15,0-5-9 0,4 14-1 0,1-11-2 16,0 0 1-16,4 0-4 0,1-2-3 0,0-2 0 16,2-3-3-16,-2 0-4 0,0 0 0 0,2-2 3 15,-2-1 7-15,5-3-6 0,-5 1-5 0,2-2 2 16,-2-1-1-16,0-1 2 0,-2 4 10 0,-1-2 7 15,-1 1 15-15,1 1-12 0,-1 1 9 0,-2 3 9 16,-1-1-8-16,1 3 1 0,-4 3-11 0,5-6-14 16,-5 6 1-16,0 0-9 0,0 0 5 0,0 0-3 15,9 16 0-15,-6-4 17 0,-3-1-17 0,1 2-9 16,-4 2 1-16,3 2 4 0,0-1-7 0,3-2-31 16,-3 2-22-16,1 1-30 0,6-3-37 0,-3 4-40 15,3-3-39-15,3-2-68 0,1-4-69 0,-6-1-190 16,6 0-562-16,1-5 249 0</inkml:trace>
  <inkml:trace contextRef="#ctx0" brushRef="#br0" timeOffset="123122.13">24078 5691 117 0,'0'-10'296'0,"1"-1"-2"16,2 5-22-16,-3 6-25 0,1-13-26 0,-1 13-25 0,1-4-23 15,-1 4-11-15,0 0-6 0,0 0-3 16,-2 26-10-16,-1-10-3 0,1 3-5 0,-2 5-9 16,0 1-6-16,-1 0 0 0,1-6-12 0,2-1-17 15,-2 1-14-15,-4 6-4 0,4-5-4 0,0-1-11 0,2 0-5 16,1 0-12-16,-2-2-28 0,3-2-36 16,0 2-38-16,-1 0-36 0,1-6-37 0,0 0-52 15,0 0-62-15,1-4-237 0,-1-7-524 0,0 0 232 16</inkml:trace>
  <inkml:trace contextRef="#ctx0" brushRef="#br0" timeOffset="123288.03">24027 5808 67 0,'13'-6'157'0,"5"1"-15"0,1 1-27 0,1 2-33 15,7-2-44-15,3 3-40 0,-1 1-42 0,-1 1-49 16,-6 1-100-16,-1 2 44 0</inkml:trace>
  <inkml:trace contextRef="#ctx0" brushRef="#br0" timeOffset="123587.52">24226 5972 70 0,'0'0'233'15,"0"0"-7"-15,0 0-7 0,0 0-14 0,0 0-12 16,0 0-16-16,0 0-11 0,0 0-14 0,25-13-11 16,-17 9-13-16,4-1-12 0,-2 0-12 0,7-4-4 0,-3 4-15 15,4-5-8-15,-4 1-6 0,6-1-4 16,-6-1-4-16,-1-2 2 0,0 3-12 0,0-5 3 16,-4 2-8-16,-3-2 2 0,3 0-9 0,-5 4-5 15,0-2 7-15,-2 2 7 0,0 2-2 0,0 3 0 16,-2 6 2-16,1-13-5 0,-1 13-4 0,-1-6-8 0,1 6-8 15,0 0-6-15,0 0 1 0,-27 12-3 16,14 1 0-16,-1 0-3 0,-1 0 3 0,3 4-3 16,-4 2-3-16,8-2 1 0,-3-1-1 0,4 1-17 15,2 0-35-15,3-1-37 0,0 1-47 0,6 0-64 16,5-5-55-16,5 1-222 0,0-4-504 0,7-2 222 0</inkml:trace>
  <inkml:trace contextRef="#ctx0" brushRef="#br0" timeOffset="124021.92">24882 5918 145 0,'1'-11'266'15,"-2"1"-7"-15,1-1-4 0,-4 0-6 0,-1 0-14 16,-2 1-14-16,-2 3-19 0,-2 1-18 0,-3 3-9 16,-3-2-7-16,-3 6-19 0,-7 3-14 0,-1 0-8 15,9 4-9-15,-7 2-11 0,7 0-9 0,3-1-13 16,0 3-10-16,3-1-1 0,3 1-13 0,1-2-4 0,5 0-6 15,-2 3 0-15,3-3-2 0,3-10-5 0,9 21-13 16,2-11-5-16,1-1-13 0,5 0 2 16,-2-4 3-16,2 1-11 0,3-3-13 0,0-1 2 15,0-3-11-15,-1 0 7 0,1 0 3 0,-3-4-2 16,0 0 1-16,-6-2 4 0,5-3-1 0,-6-1 0 0,2-1 1 16,-2-4-2-16,0-3 3 0,-5 2 5 15,4-5 3-15,-1-5-2 0,-3 1 3 0,2-1 3 16,0 1-2-16,2-2 6 0,-2-1 4 0,2-1 5 15,-1 0-1-15,1 3 14 0,-2 1 19 0,-1 9 4 16,-1 1 23-16,-2 4 8 0,0 2 10 0,-1 3-20 0,0 1-14 16,-2 6-11-16,4-8-13 0,-4 8-9 15,0 0-2-15,0 0-10 0,-14 31 4 0,5-7-1 0,-3 3 3 16,-3 1 4-16,2 5-5 0,-3-2 2 16,2-2-6-16,0 3 1 0,1-1-7 0,2 2 3 15,2-4-5-15,-1 0 2 0,5 2-32 0,-1-8-52 0,5-3-60 16,-1-1-74-16,1 1-68 0,4-6-95 15,-3 0-272-15,2 0-688 0,1-3 305 0</inkml:trace>
  <inkml:trace contextRef="#ctx0" brushRef="#br0" timeOffset="124202.76">25021 6038 201 0,'0'0'390'0,"5"-4"-11"0,-5 4-10 15,0 0-18-15,0 0-36 0,2-6-26 0,-2 6-27 0,0 0-27 16,0 0-46-16,2-6-55 0,-2 6-55 0,0 0-53 16,0 0-42-16,0 0-39 0,0 0-52 15,0 0-68-15,0 0-74 0,0 0-188 0,0 0-472 0,-20 12 209 16</inkml:trace>
  <inkml:trace contextRef="#ctx0" brushRef="#br0" timeOffset="127372.55">4625 6087 152 0,'-13'-1'195'0,"-1"0"-7"16,4 1-9-16,-1 0-8 0,11 0-13 0,-11 1-14 15,11-1-14-15,-9 0-14 0,9 0-10 0,0 0-10 16,-8 3-3-16,8-3-1 0,0 0 0 0,0 0-7 15,0 0 1-15,26 13-5 0,-10-9 0 0,5 1-6 16,8-2-4-16,1-1-6 0,1-2-4 0,3 2-6 16,-5-1-7-16,4 1-3 0,-2 1-6 0,-3-2-4 15,0-2 0-15,-8 2-7 0,-1 2-2 0,-3-2-9 16,-2 2-16-16,-2-2-16 0,-2 1-17 0,-2 0-24 16,-2-1-20-16,1 1-25 0,-7-2-28 0,10 1-28 15,-10-1-33-15,7 3-159 0,-7-3-377 0,0 0 167 16</inkml:trace>
  <inkml:trace contextRef="#ctx0" brushRef="#br0" timeOffset="127752.74">4883 5914 28 0,'0'0'205'0,"-10"-2"-15"0,10 2-16 16,0 0-14-16,-7-3-14 0,7 3-16 0,0 0-11 16,0 0-10-16,0 0-9 0,0 0-8 0,0 0-7 15,0 0-5-15,0 0-5 0,24 4-6 0,-15-3-4 16,2 2-6-16,1 1-5 0,1-1-4 0,0 1-6 15,-2-1-5-15,1 0 2 0,1 1-11 0,-2 1 2 16,2 0-5-16,-2 0 2 0,-1 2-5 0,1 0-2 16,3 2-3-16,-6 1 5 0,1 0 4 0,0 4-1 15,-3 3 1-15,0 1 0 0,1-2-3 0,-5 5-2 16,-2-4-3-16,-2 8-3 0,-3 2 4 0,-4-2-4 16,0 1 5-16,-7 1-24 0,0 1-35 0,-1 3-42 15,-2-1-59-15,-5-3-69 0,-11 10-146 0,11-10-381 16,-9 8 168-16</inkml:trace>
  <inkml:trace contextRef="#ctx0" brushRef="#br0" timeOffset="128300.22">4565 7251 64 0,'0'0'195'0,"-6"4"-6"0,6-4-2 0,0 0-9 16,0 0-6-16,9 15-9 0,1-11-2 0,2 1-11 0,0-2-10 15,8 1-5-15,3-3-8 0,6 3-8 16,2-2-12-16,0-2-8 0,2 0-4 0,2 2-6 15,-2-4-10-15,-1 4-6 0,-2-4-3 0,0 4-5 16,-9-2-8-16,0 0-4 0,-3-2-6 0,0 4-4 16,-6-2-3-16,-1 1-9 0,0 0 1 0,-3 1-4 0,0-2-2 15,-8 0-7-15,12 4 0 0,-8-1-1 16,1 0-2-16,-1 2 0 0,-4-5 7 0,3 11 5 16,-5-1 5-16,0-2 6 0,-3 3-3 0,1-2 2 15,-5 2 1-15,-1 1-4 0,1 2-3 0,1-4 1 16,-3 2-3-16,2 3-7 0,-3-4 0 0,1 2-8 15,2-4-29-15,0 2-27 0,1-2-32 0,-5 4-38 16,3 0-49-16,1-5-59 0,3-1-64 0,-5 0-155 16,11-7-475-16,-12 12 210 0</inkml:trace>
  <inkml:trace contextRef="#ctx0" brushRef="#br0" timeOffset="128505.79">5100 7245 121 0,'-11'-23'326'0,"-1"0"-14"16,-1 6-11-16,-3-5-7 0,-2 0 0 0,-4 3-17 16,0 2-3-16,-1-2-12 0,0 1-6 0,5 8-14 0,-2-7-18 15,6 6-16-15,-1 2-18 0,3 2-17 16,3 1-16-16,2 0-22 0,0 2-7 0,7 4-37 16,-9-7-51-16,9 7-60 0,-5-5-64 0,5 5-37 15,0 0-35-15,0 0-49 0,0 0-57 0,0 0-64 0,18 19-197 16,-8-11-564-16,0-2 250 0</inkml:trace>
  <inkml:trace contextRef="#ctx0" brushRef="#br0" timeOffset="128939.62">6646 7256 31 0,'-6'-6'232'0,"-4"-1"-4"0,2 1-7 0,-3 5-11 0,-3 0 7 16,-3 4-11-16,-1 6-6 0,-7 2-11 0,0 5-10 16,1 3-14-16,2 1-13 0,1-1-11 0,2 3-9 15,2-2-17-15,8-1-13 0,1-1-10 0,2 3-7 16,4-3-7-16,4 2-7 0,4 5-7 0,3-2-12 15,6-2-21-15,2 0-19 0,5-2-32 0,2-5-29 16,4 2-33-16,5-7-47 0,1-3-40 0,3-2-36 16,0-3-40-16,-2-1-140 0,-1-1-416 0,2-2 185 15</inkml:trace>
  <inkml:trace contextRef="#ctx0" brushRef="#br0" timeOffset="129262.31">6979 7442 84 0,'-9'-9'220'0,"0"0"-1"0,0 4-1 15,-3-1-4-15,0 2-9 0,-1 2-6 0,-5 2-4 16,0 6-9-16,-3 0-6 0,-4 6-8 0,-2 1-10 16,3 3-14-16,1 0-6 0,2 1-19 0,6-1-14 15,5-3-11-15,0 3-8 0,-1-4-10 0,8-1-7 16,0 0-9-16,2 0-6 0,3 1-1 0,1-1-2 16,2-2-2-16,3 1 3 0,1-3-14 0,2-3-2 15,2 2-4-15,1-4-5 0,0-4-1 0,4 2-1 16,0-4-3-16,-2-1 1 0,1-3-2 0,-3 1 2 15,-1 1 1-15,0-3-5 0,-1 1 0 0,0-4-4 16,-2-1 1-16,2 2 1 0,-3 1-5 0,-3 0-5 16,2 0 11-16,-1 0 9 0,-3 4 16 0,0-1-13 15,0 2 9-15,-2 0-1 0,-2 5-10 0,6-8-3 16,-6 8-8-16,3-3-13 0,-3 3 2 0,0 0-12 16,0 0 8-16,0 0-4 0,9 15-44 0,-6-5-31 15,-2 2-22-15,2 1-41 0,-2 3-38 0,-1 1-54 16,0 3-48-16,1-2-264 0,-3-2-584 0,2 0 259 15</inkml:trace>
  <inkml:trace contextRef="#ctx0" brushRef="#br0" timeOffset="129466.37">7106 7609 239 0,'6'-19'265'0,"-4"2"-12"15,3-1-7-15,0 1-8 0,3 3-12 0,-4 3-7 16,2-1-16-16,1 1-14 0,-1 3-10 0,3-1-20 15,-1 3-12-15,-2 2-17 0,3-2-17 0,2 6-11 16,-2 0-15-16,2 0-4 0,1 7-9 0,1-3-5 16,1 7-17-16,-1-1-30 0,0 4-23 0,0 1-34 15,-3 2-31-15,1-2-38 0,-2 3-49 0,5 4-55 16,-6-3-64-16,0-4-138 0,-1-1-443 0,2 1 196 16</inkml:trace>
  <inkml:trace contextRef="#ctx0" brushRef="#br0" timeOffset="130121.92">8022 7444 2666 0,'5'-30'32'0,"-4"-1"50"0,-1 2 3 16,-1 2 13-16,-2 3 1 0,-2 4 14 0,0 4 0 16,2-1 24-16,1 1-12 0,-1 6 2 0,1 0-5 15,2 4-12-15,0 6-14 0,-3-9-28 0,3 9-1 16,0 0-10-16,0 0-6 0,-8 38 11 0,2-8-15 15,1 2-2-15,0 16-5 0,-3-2-3 0,-1-1-6 16,3-13-4-16,-1 3-7 0,2-2 7 0,0 3 1 16,1-4 0-16,2-3-9 0,-1-4 2 0,1-7-3 15,0 3 2-15,1-11-7 0,0 0 8 0,-2-1-14 16,2-4 12-16,0 2-7 0,1-7 7 0,-2 9 1 16,2-9-3-16,0 0 0 0,0 0-1 0,0 0-24 15,0 0 5-15,0 0-3 0,0 0-5 0,2-27-3 16,2 17-10-16,3 1-6 0,3-8 1 0,3 0 18 15,1 3-10-15,2-1-5 0,0 6-7 0,1-2-2 16,1 3 6-16,-3 2 2 0,-1 5 1 0,-2-1 10 16,-2 2-6-16,3 3 5 0,-3 1-3 0,-2 1 5 15,0 5 3-15,-2-2 2 0,-3 3-1 0,-1 0 0 0,-2 6 5 16,-4-6-9-16,0 1-11 0,-5 0-5 0,-1 3-18 16,-3-5-4-16,-3 3-9 0,3-5-3 0,-4 3 1 15,6-5 8-15,2 1 6 0,-3-3 4 16,6-2 7-16,-2 2 3 0,3 1 6 0,5-5-4 15,-9 1 0-15,9-1 6 0,0 0-6 0,0 0 4 0,0 0 4 16,0 0 1-16,0 0 2 0,0 0 2 0,14-18 3 16,-4 14 4-16,7-2-2 0,0 2 3 15,4 0-1-15,1-2 3 0,7-1 5 0,2 1-1 0,2-1 3 16,2 0-1-16,-3-2 2 0,0 0 3 0,0 0-1 16,-3-2-2-16,-2 3 4 0,-4-3 2 0,-4 1-1 15,-1 0-1-15,-3 1 7 0,1-4-4 16,-9 6 4-16,1-1 5 0,-3-5 2 0,0 4 4 0,-2-1 8 15,-3 0-9-15,-5 1 13 0,2 3 11 16,3 6 4-16,-6-11 1 0,-1 5 1 0,-2 3 7 0,-3-1 3 16,-4 6-11-16,-4 0-1 0,-1 1 22 0,-3 6-27 15,6-1-1-15,-1 2-8 0,4-1-5 0,-1 6-10 16,6 1 1-16,1-3-7 0,3 3-28 0,3-3-34 16,2-1-39-16,5 0-51 0,1 5-51 0,1-7-68 15,8 1-64-15,2 0-198 0,9-4-566 0,4 0 250 16</inkml:trace>
  <inkml:trace contextRef="#ctx0" brushRef="#br0" timeOffset="130662.32">9636 7497 48 0,'-3'-11'288'0,"-8"-3"-21"0,4 5-19 15,0 1-3-15,-3 2-18 0,-2 2-22 0,0 1-14 16,-7 6-10-16,2 1-12 0,-3 7-10 0,-4 3-14 0,-2 7-9 16,3 2-11-16,0 0-12 0,3-3-11 0,4 6-12 15,6-3-7-15,5-4-8 0,1-2-5 16,0 1-11-16,4 1 0 0,4-3-7 0,1-3-6 16,3-1-6-16,0-3-5 0,2 0-2 0,6 0-2 0,0-2-3 15,-2-5-2-15,6 1 2 0,1-3-9 16,-1-3 0-16,-2-1-1 0,0-1-1 0,-1-2 7 15,-1-4-2-15,0 2 4 0,-2-4 3 0,-3 1 2 16,1-1-2-16,-5-3-1 0,1 2 4 0,0 0 0 16,-4 3-6-16,1-6 12 0,-3 6-6 0,1 1 12 0,-1 2 13 15,0 2-1-15,-2 6-7 0,2-9-7 0,-2 9-11 16,3-7-6-16,-3 7-3 0,0 0-3 16,0 0-6-16,0 0 4 0,1 28-4 0,-1-12-3 0,1 1-14 15,1-1 16-15,0 1-9 0,2 8-12 0,4-6-37 16,-2-4-29-16,0 2-32 0,3 1-31 0,1-1-41 15,1-3-48-15,2-1-43 0,-1-2-62 0,-1-3-177 16,4-1-552-16,2-4 245 0</inkml:trace>
  <inkml:trace contextRef="#ctx0" brushRef="#br0" timeOffset="130906.59">10075 7545 2105 0,'4'-30'73'0,"-5"-2"30"0,1 3-16 0,0 3 25 15,-1 1 5-15,-1 8 14 0,-2 1 13 0,3 4-5 0,0 3 0 16,0 2-4-16,1 7-28 0,-3-11 0 0,3 11-23 16,0 0-6-16,0 0-6 0,0 0-4 0,1 29 9 15,-2-4 0-15,2 4-7 0,-5 3 0 0,4 0-7 16,-2 15-1-16,3-12-5 0,-2 1-7 0,1 0 4 16,0 9 2-16,0-12-25 0,-3 1 6 0,5-3-4 15,0 0-7-15,-2-1-32 0,3 1-40 0,-2-5-32 16,0-1-32-16,-1-5-33 0,-2-2-39 15,3-1-54-15,-1-6-44 0,1-2-42 0,-2 1-206 0,1-4-570 16,0-6 253-16</inkml:trace>
  <inkml:trace contextRef="#ctx0" brushRef="#br0" timeOffset="131119.84">10181 7579 87 0,'21'-16'248'0,"-3"7"-9"0,-3 0-15 15,-2 3-19-15,0 3-10 0,1 2-20 0,-2 1-13 16,0 0-8-16,1 3-8 0,-2 1-10 0,-3 3-6 16,1 3-10-16,-2-1-7 0,-1 2-6 0,-2 1-7 15,-2 4-9-15,-2-1-7 0,-2 1-6 0,-4 1-9 16,-3 1-7-16,-2-3-4 0,1 0-24 0,-3 0-30 16,-2-4-26-16,2 2-32 0,-2-2-50 0,2 0-68 15,2-4-67-15,0 0-166 0,1-3-439 0,2-3 194 16</inkml:trace>
  <inkml:trace contextRef="#ctx0" brushRef="#br0" timeOffset="131363">10477 7435 25 0,'6'-12'332'0,"-1"3"-9"0,-1 1-16 0,-2 2-14 15,1-1-33-15,-3 7-26 0,3-4-26 0,-3 4-17 16,0 0-1-16,0 0 9 0,3 17 22 0,-1-4-4 15,-4 3-10-15,2 3-7 0,-2 9-12 0,1 3-16 16,-3-3-13-16,0 3-13 0,-1 0-31 0,-2 1 1 16,6-3-12-16,-5 0-10 0,3 2-11 0,1-4-4 15,-1 0-17-15,0-3-32 0,2-5-32 0,0 0-36 16,1-1-53-16,-1 1-48 0,-1 0-36 0,2-1-47 0,0 0-48 16,2-9-37-16,-2 7-279 0,-2-5-633 15,2-5 280-15</inkml:trace>
  <inkml:trace contextRef="#ctx0" brushRef="#br0" timeOffset="131579.96">10538 7628 8 0,'13'-13'287'0,"-1"1"-9"16,3 1-10-16,0 4-14 0,0 0-20 0,-2 2-18 15,-1 2-21-15,1 1-20 0,-1 2-18 0,0 2-9 0,0 2-15 16,-1 0-3-16,-1 1-8 0,-1 2-15 15,-3 3-8-15,1 0-4 0,-2 2-8 0,0 1-9 16,-4 3-5-16,-2-3-6 0,-3-2-3 0,0 4-12 0,-1-4-28 16,-3 3-27-16,2-4-24 0,-4 3-34 0,1 0-46 15,0-3-62-15,1-2-60 0,-2-2-231 0,0 0-497 16,-1-1 220-16</inkml:trace>
  <inkml:trace contextRef="#ctx0" brushRef="#br0" timeOffset="131810.37">10921 7410 277 0,'4'-10'317'15,"4"0"-7"-15,-6 3-7 0,2 1-14 16,0 0-28-16,-4 6-35 0,6-6-21 0,-6 6-21 0,7-2-14 16,-7 2-12-16,0 0 11 0,4 24 8 0,-2-8-1 15,1 3-7-15,-2 5-15 0,-2-3-19 0,1 7-9 16,-3 1-12-16,1 0-8 0,1-3-15 15,-2 4 3-15,-1-4-27 0,-3 2-18 0,4-9-53 0,-1 5-59 16,1-5-50-16,1 0-45 0,-3 0-43 0,0-3-55 16,1 0-50-16,-1-5-232 0,2 1-582 0,2-6 257 15</inkml:trace>
  <inkml:trace contextRef="#ctx0" brushRef="#br0" timeOffset="131987.26">11091 7651 216 0,'7'-15'278'0,"-1"8"-4"0,-1 0-5 0,0-1-18 16,-2 5-25-16,-1-2-23 0,-2 5-26 0,0 0-17 16,0 0-15-16,0 0-10 0,11 12-9 0,-11-5-11 15,-2 3-11-15,1 1-8 0,1 0-8 0,0 6-7 16,0-4-21-16,-4 0-40 0,2 2-33 0,-1-2-30 16,2-1-45-16,-4 4-59 0,3-7-78 0,-3 1-193 15,3-1-454-15,2-9 201 0</inkml:trace>
  <inkml:trace contextRef="#ctx0" brushRef="#br0" timeOffset="132153.21">11137 7406 2148 0,'-1'-17'12'15,"-4"-1"-17"-15,1 2-10 0,2 8-42 0,0-2-38 16,2 10-24-16,-1-9-11 0,1 9 14 0,0 0-7 15,0 0-23-15,0 0-80 0,1 35-244 0,3-18 107 16</inkml:trace>
  <inkml:trace contextRef="#ctx0" brushRef="#br0" timeOffset="132429.07">11282 7678 129 0,'11'0'172'0,"-1"3"-3"0,1-3-12 15,1-3-6-15,-1 3-11 0,2-5 2 0,-1 1-7 16,2-5 6-16,0 2 6 0,-3-1-2 0,4-5 2 0,-4 1-7 15,1 2 6-15,-2 0-5 0,-3 0-1 0,-1-2-11 16,0 2 8-16,1 1-3 0,-4 0 8 16,3 1-8-16,-5 1 7 0,1 1-15 0,-2 6-9 15,-1-11-14-15,1 11-10 0,-6-11-5 0,6 11-23 0,-14-2 21 16,4 4-27-16,-2 1-5 0,-2 6-6 0,-1 1-6 16,-1 2-2-16,1 1-3 0,3 3-5 0,1 1 10 15,0-1-13-15,2-1 5 0,5 2-3 16,1-2-8-16,1-2-15 0,4-1-22 0,1-1-31 0,2 2-30 15,3-3-29-15,0-1-41 0,6 1-36 0,3-3-38 16,2-2-40-16,8-1-23 0,-5-2-11 16,-1-1-158-16,-1 1-486 0,3-6 215 0</inkml:trace>
  <inkml:trace contextRef="#ctx0" brushRef="#br0" timeOffset="132826.1">11702 7672 129 0,'7'-13'150'0,"-2"3"7"0,1-1 18 15,-3 1 7-15,0 0 13 0,0 2 7 0,-2-1 4 16,-2 0-6-16,1 9-3 0,-1-13-6 0,-1 7-7 15,2 6-10-15,-5-8-20 0,5 8-18 0,-8-1-11 16,8 1-11-16,-15 6-12 0,6 0-9 0,1 1-6 16,0 3-8-16,-1 0-8 0,-1-1-4 0,2 1-8 15,3-1-9-15,0 0-5 0,2 4-4 0,1-7-4 16,0 2 10-16,2-8-17 0,0 14 1 0,4-8 0 16,0-1-9-16,3-1 0 0,-1-1-9 0,4-2-6 15,4 0-5-15,-4-2-5 0,-2-2-6 0,3 1-1 16,0-5-2-16,4 0 3 0,-5 0 5 0,3-3-5 15,-2 0 6-15,-5-6-1 0,3 3 0 0,-2-2-3 16,1-3 6-16,-2-1-3 0,1-6 6 0,0 1-7 16,0 0-1-16,-1-3 3 0,-2 1 0 0,2 1 1 15,2-4 5-15,-3 3 7 0,-1 1 8 0,-1 5 21 16,2 4 17-16,-2 3 29 0,-1 3 16 0,0 3-1 16,0 1-11-16,-2 6-7 0,3-10-13 0,-3 10-4 15,0 0-11-15,0 0 2 0,0 0 4 0,0 0 2 16,-5 39-7-16,3-16-1 0,-7 2-3 0,5 1 0 15,-3 1-10-15,0 1-1 0,1-2 2 0,1 2-6 0,-1 0-1 16,-1 0-5-16,2-1-19 0,3 0-38 16,1-7-57-16,0 6-60 0,0-7-48 0,1 2-54 15,-2-2-59-15,2 2-84 0,0-7-232 0,0-1-671 16,0-13 298-16</inkml:trace>
  <inkml:trace contextRef="#ctx0" brushRef="#br0" timeOffset="133268.28">12531 7779 73 0,'0'-11'276'0,"0"11"-23"0,3-17-16 0,3 7-26 16,1-2-12-16,4 1-18 0,-2-4-8 0,4 0-13 16,-3 5-13-16,1-1-8 0,1 0-4 0,1-1-2 15,0-1-7-15,0 0-2 0,-2 1-8 0,-2-1-14 16,1 3 1-16,-3 1-12 0,1-1-4 0,-3 1-4 15,0 1 0-15,-1 0 0 0,-2 4-6 0,-2 4-1 16,0-13-3-16,0 13-9 0,1-7-13 0,-1 7-5 16,0 0 1-16,0 0-13 0,0 0-1 0,0 0-1 15,0 0 5-15,0 0-8 0,-19 20 0 0,15-8-7 16,2-2 0-16,2 6 2 0,0 1-5 0,2 0 0 16,0 0 3-16,0-1 2 0,5 0-6 0,2-2-6 15,2-1-21-15,5 0-42 0,-3-2-32 0,4 0-53 16,-2-1-52-16,3-1-43 0,0-4-60 0,-5 2-232 15,5-5-566-15,-6-2 250 0</inkml:trace>
  <inkml:trace contextRef="#ctx0" brushRef="#br0" timeOffset="133432.24">12843 7387 2317 0,'-10'-24'24'0,"5"9"55"16,-2 0-30-16,4 7-10 0,-1 0-16 0,0 1-10 15,2 3-12-15,2 4 1 0,0 0 2 0,0 0-10 0,0 0-25 16,0 0-37-16,-5 23-30 0,8-11-47 0,3 1-33 16,3 3-160-16,1-3-366 0,4 0 162 15</inkml:trace>
  <inkml:trace contextRef="#ctx0" brushRef="#br0" timeOffset="133675.97">13201 7445 216 0,'0'-8'238'0,"0"-4"-6"15,2 2-2-15,0 0 2 0,-2-2-2 0,0 6-1 16,0 6-3-16,0-14-9 0,0 14-1 0,0-8-10 16,0 8-19-16,0 0-22 0,0-10-16 0,0 10-15 15,0 0-11-15,0 0 7 0,2 26 2 0,-6-7 4 16,2 6 2-16,-6 7-19 0,0 0-8 0,1 1-9 16,-4 10-4-16,2-7-8 0,0-2-9 0,0-2-6 15,2 2-12-15,0-3 1 0,-1 2-7 0,3-2-2 16,1-4-9-16,-2-3-30 0,4-2-27 0,0 2-47 15,2-5-45-15,-2-3-22 0,2 2-35 0,-2-1-18 16,2-6-39-16,-2-3-46 0,4 0-60 0,-6-3-229 16,4-5-596-16,0 0 265 0</inkml:trace>
  <inkml:trace contextRef="#ctx0" brushRef="#br0" timeOffset="133848.26">13201 7383 200 0,'11'-13'238'0,"-2"4"-19"0,7-2-15 0,-3 0-22 16,3 3-18-16,1 2-13 0,13 1-15 0,-10 3-17 15,3 1-8-15,-4 2-33 0,4 2-32 0,6 3-36 16,-10-1-47-16,-2 2-49 0,1 4-48 0,-7 2-134 16,-2 0-288-16,-2 0 128 0</inkml:trace>
  <inkml:trace contextRef="#ctx0" brushRef="#br0" timeOffset="133995.41">13297 7686 87 0,'0'0'189'0,"0"0"-14"0,9 10-13 16,0-9-19-16,3-1-10 0,1 0-22 0,7-1-36 16,7 0-44-16,5-2-22 0,3 1-37 0,1 2-17 15,16-3-26-15,-1 2-92 0,1-1-174 0,-2-4 77 16</inkml:trace>
  <inkml:trace contextRef="#ctx0" brushRef="#br0" timeOffset="134216.81">14173 7510 205 0,'2'-11'249'0,"-2"-2"0"16,0 1 10-16,0 3-5 0,0-1-9 0,0 10-2 16,0-11-17-16,0 11-21 0,0-7-15 15,0 7-29-15,0 0-14 0,0 0-12 0,0 0 8 16,-5 27 5-16,1-8 11 0,-4 7-30 0,4 3-5 0,-4-2-8 15,1 3-12-15,1 0-6 0,-1-2-11 0,3 2-7 16,-2-3-10-16,2 0-6 0,2-4-5 0,-2-2-10 16,1-2-21-16,-1-1-32 0,2-1-36 0,-2-1-34 15,3-4-38-15,-4 1-29 0,1-2-44 0,0 1-59 16,-1-5-50-16,-3 2-228 0,3-5-566 0,-2-1 250 16</inkml:trace>
  <inkml:trace contextRef="#ctx0" brushRef="#br0" timeOffset="134805.37">14196 7397 59 0,'12'-12'262'16,"5"-2"-12"-16,-4 4-11 0,-1 4-13 0,5 1-13 16,-3 3-23-16,-3 0-14 0,3 3-15 0,-1 1-6 15,-2 1-8-15,1 3-10 0,-1 3-5 0,-1-2-9 16,-2 4-14-16,-1-1-12 0,-3 1-4 0,1 2-10 15,-5-1 1-15,0-1-14 0,1 1-10 0,-2-1-7 16,-4 2-2-16,-2 2-3 0,1-1-2 0,-1-3 6 16,-2-1-18-16,0 0-3 0,-5 0-3 0,3-1 1 15,2-3-6-15,-2 1 1 0,2-1-4 0,2-1-3 16,1-3 0-16,0 5-3 0,-2-5-5 0,4 2-1 16,-1 0 1-16,5-4-7 0,-8 7 3 0,8-1 1 15,0-6-4-15,-4 9 3 0,4-9 5 0,0 10-1 16,0-10 13-16,7 12-11 0,-4-5 2 0,5 1-1 15,-1-2 0-15,5 2 2 0,-1 0-3 0,5-2-5 16,1 0-23-16,0 2-20 0,-2-3-27 0,4 1-32 16,0-5-31-16,-1 5-22 0,-1 0-18 0,-3-3-13 15,-1-2 3-15,-1 2-6 0,0-2 3 0,1 1 13 16,-4 0 13-16,0-2 16 0,3-2 3 0,-3 0 16 16,-1-2 13-16,1 2 24 0,0-1 17 0,-2-3 34 0,1-1 4 15,-1 2 41-15,0-4 18 0,0 0 25 16,-1 3 18-16,-1-3 20 0,0 0 20 0,0 4 18 15,-1 1 11-15,-4 4 4 0,4-6-10 0,-4 6-17 16,0 0-5-16,0 0 7 0,0 0 20 0,0 0 16 0,1 18 1 16,-8-3 0-16,2 2 1 0,-2 0-6 15,-2 5-3-15,-1 4-14 0,-2 0-12 0,3-4-2 16,3-2-8-16,-4-1-4 0,5-1-13 0,-1-1-9 16,0-4-5-16,1 1-8 0,5-2 1 0,-2 0-5 0,2-2-8 15,0-3-3-15,0 3-3 0,2-4-6 0,-2 1-2 16,7-2-3-16,-3 0-3 0,5 1 0 0,2 0-8 15,3-5-8-15,4 1-25 0,1-1-46 16,2-1-54-16,0-3-64 0,-4 3-68 0,2-4-71 0,-2 1-62 16,-6 0-331-16,2-1-749 0,0-2 332 0</inkml:trace>
  <inkml:trace contextRef="#ctx0" brushRef="#br0" timeOffset="135236.29">15320 7611 2592 0,'15'-15'16'16,"-1"2"50"-16,-2 0 8 0,-5 3 1 0,0-1 5 15,2 3 1-15,-3 2 6 0,-1-2-3 0,0 1-5 16,-2 3 3-16,-3 4-7 0,5-6-12 0,-5 6-1 16,4-5-7-16,-4 5-5 0,0 0 5 0,0 0-6 15,0 0-1-15,0 0 2 0,-14 30 6 0,4-17 2 16,-8 9-11-16,1 4 3 0,-2-2 3 0,-3 5-4 15,2-1 2-15,-3-2-13 0,2 0 2 0,-3 1 0 16,5-3 10-16,0-1-25 0,3-1 1 0,2-6-10 16,4-1 10-16,4 0-1 0,-3 0-5 0,4-5-8 15,0 0 2-15,2-2-8 0,0-1-5 0,3-1 0 16,0-6-5-16,0 11 3 0,0-11-13 0,6 9 8 16,-1-7 1-16,-5-2-5 0,15-1 4 0,-5 0-4 15,0-3 3-15,2-2 0 0,-1 0 0 0,1-6-1 0,-1 1 7 16,1-2 3-16,-1-2-2 0,-3-1-3 15,-3-2 4-15,1-6 1 0,-4 5-12 0,1-1 7 16,-6-7 9-16,-3 0-3 0,-4 1 9 0,-3-2-2 0,-3 4 6 16,-2 2-6-16,-3 3-1 0,-3-1-11 0,0 3 15 15,-1 1-11-15,-2 6 6 0,-1 2-9 16,7 2-10-16,0 2-35 0,0 0-41 0,3 4-43 16,-3 2-46-16,0 2-50 0,11 0-66 0,0 2-300 0,1-2-640 15,9-4 283-15</inkml:trace>
  <inkml:trace contextRef="#ctx0" brushRef="#br0" timeOffset="135782.15">16304 7583 2311 0,'17'-24'28'0,"-3"1"-11"0,-4 7 22 15,-2 3 13-15,-2 6 17 0,0-4 4 0,1 4 7 0,-5 1-3 16,1 0-18-16,1 1-8 0,-4 5-10 0,4-5-7 15,-4 5-3-15,0 0 0 0,0 0 15 16,6 16-1-16,-5 1 10 0,-3 8 13 0,-1 4 9 0,1 2 0 16,-2 1-9-16,0 0-6 0,-1 0 2 0,0 0-9 15,-2 0-3-15,3-3-3 0,2-1-11 0,-1-4 7 16,1-5-5-16,0-2-5 0,1-1 1 0,0-4-6 16,1-3-1-16,-3-2 1 0,3-7-3 15,2 10 7-15,-2-10 7 0,0 8 14 0,0-8 17 16,0 0 7-16,0 0-8 0,0 0-5 0,0 0 1 15,0 0-9-15,0 0-9 0,0 0-2 0,12-22-6 16,-5 11-10-16,5-4 4 0,1 0-13 0,8-6-10 16,-2 4-4-16,5-4-1 0,-2 5-5 0,1 2 0 0,4 5-3 15,-12 0 2-15,2 2-5 0,-6 4-3 0,1 1 1 16,0 2-8-16,-1 3 5 0,-1 1-4 0,0 3 7 16,-2 0-7-16,0 2 2 0,-2 3-1 0,4 1 8 15,-5 3-1-15,-1 0-2 0,-3-1-18 0,1 2-39 16,-2-2-40-16,1 2-33 0,-2-3-39 0,-2 3-45 15,2-6-47-15,2 0-48 0,-2 1-251 0,-2-2-614 16,3-4 273-16</inkml:trace>
  <inkml:trace contextRef="#ctx0" brushRef="#br0" timeOffset="136092.04">16829 7805 143 0,'3'-6'265'0,"-2"0"-9"0,-1 6-14 0,1-11-26 15,-1 11-20-15,2-7-22 0,-2 7-9 0,0 0-7 16,0 0-5-16,0 0-15 0,-10 24-10 0,10-17-14 16,-2 5-8-16,2-5-8 0,2 4-8 0,-1-1-7 15,1 0-6-15,2 1-5 0,2-2-9 0,2-1-5 0,0 1-5 16,2-3-3-16,2 0-5 0,-2-3-2 16,2 1 3-16,1-3-5 0,1 0 25 0,-2-1-5 15,-1-2 8-15,1-2 8 0,-3-1 9 0,0-1-2 16,0-1 9-16,-3-3-12 0,-1 3-4 0,-1-5-4 15,0 2-8-15,-4-3-6 0,-1 2-6 0,-2-2 12 16,-1-2-30-16,-4-1-4 0,0 0-8 0,3 6 1 16,-6-2-21-16,4 4-16 0,-7-4-33 0,5 5-28 15,-3 1-27-15,-1 4-38 0,2 1-34 0,-3 3-42 0,2 0-60 16,-3 4-60-16,1 3-170 0,-3 0-547 0,7-2 243 16</inkml:trace>
  <inkml:trace contextRef="#ctx0" brushRef="#br0" timeOffset="136438.34">17124 7908 97 0,'11'-2'240'0,"-1"-2"-8"0,0-1-14 16,2 1-12-16,0-2-13 0,-1 2-5 0,1-3-5 0,2-2-10 16,-2 2-10-16,3-2-9 0,-2-1 9 0,2 1-6 15,-4 1-4-15,3-3-1 0,-7 1-8 0,2 2-15 16,-1-6-3-16,1 3-11 0,-5 0-10 15,1 1 2-15,-1-1 7 0,-3 1-5 0,0 0-15 0,1 3 1 16,-1 1-6-16,-1 6-10 0,-4-12-2 0,4 12-16 16,-9-6 2-16,9 6-15 0,-16 3-4 0,3 3-3 15,-5 1 0-15,2 3 7 0,-7 6-4 0,8-3 7 16,1 2-9-16,2-1-8 0,0 1-2 0,3-1 4 16,2 2-7-16,3-5-1 0,4 3 2 0,2 0-5 15,2-2-5-15,3 4-5 0,4-4 15 0,3-1-12 16,1 0 1-16,4-1-3 0,8-2 1 0,-5-4-5 15,7 2-13-15,-3-1-26 0,3-1-22 0,-7-3-32 16,-2 1-23-16,-3-1-31 0,-2-1-43 0,-3 2-47 16,0-2-45-16,-1-2-60 0,-4 0-254 0,0 0-632 15,-7 2 280-15</inkml:trace>
  <inkml:trace contextRef="#ctx0" brushRef="#br0" timeOffset="138251.84">18610 7515 171 0,'-15'-9'215'0,"-1"3"-17"0,0 1-11 16,-1 3-12-16,-3-1-12 0,3 3-8 0,-1 3-8 16,-2 0-6-16,0 2-13 0,2 3-6 0,2 1-15 15,-1 4-6-15,4 1-11 0,0 2-8 0,3 0-8 16,1-1-4-16,4 5-7 0,2-1-2 0,3-1-8 15,3 0-5-15,1-1-4 0,5 0-4 0,0 0-5 16,2-6 4-16,2 5-12 0,2-4 2 0,-2-1-10 0,4-1-2 16,0-4-8-16,-1 0-1 0,-3-3-2 15,1-3-1-15,-1 3-4 0,4-6 4 0,-4 0 0 16,1-1-2-16,3-2 1 0,-4 1 1 0,-2-6 6 16,0-4 2-16,-3 4-3 0,3-5 3 0,-5 1-2 15,-1 4 7-15,0-4 11 0,0-2 15 0,-3 6-3 16,-1 0 3-16,-1 0 0 0,0-2-2 0,-3 4 0 15,3 9 1-15,-1-14-7 0,-1 9 2 0,2 5-7 16,0 0-6-16,-4-11-7 0,4 11-4 0,0 0-1 0,0 0 3 16,-12 14-6-16,6-4 2 0,-1 5-3 15,2 2-1-15,3 1 2 0,1 1-2 0,1-3-3 16,2 3 0-16,1-1 3 0,3-1-3 0,-1 0 6 16,2-3-6-16,3 0 0 0,0 1 2 0,0-4-2 15,2 0 10-15,0-3-7 0,0-2-2 0,1-1-6 0,2-1 9 16,-3 0-3-16,0-3 0 0,0 1-5 0,2-2-4 15,-1-3 8-15,-2-2 0 0,1 1 1 0,-1-5-2 16,1 3-2-16,2-5-6 0,-3-3 3 0,1-1-3 16,1-8-3-16,-6 6-9 0,2-1 0 0,-1-4 6 15,-2-1-2-15,-3 7 2 0,-1-1 4 0,-2 1 3 16,-1 5 2-16,-1-2 7 0,-1 1-5 0,-2 1 7 16,-2 1-5-16,1 2 2 0,-2-1 4 0,-1 3-1 15,0 0 4-15,-2 2-8 0,1 1 2 0,-2 2-1 16,1 1-5-16,2 1 1 0,9-1-5 0,-14 2 4 15,14-2-1-15,-9 5-2 0,6-1-2 0,3-4 2 16,2 10 2-16,-2-10-1 0,12 13 1 0,0-7 1 16,6 0-2-16,2-2-3 0,7 1 11 0,4-2-3 15,-2 0-4-15,2-1 0 0,-2-2 2 0,-7 0-1 16,0-2-2-16,-5 2 4 0,1 0-5 0,-6 0 3 16,-2 0-5-16,-1 0 1 0,-9 0 7 0,13 3-6 15,-7 0-5-15,1 2 1 0,-2-1 6 0,0 7 11 16,-3-2 6-16,2 3 8 0,-1 5-2 0,-3 0 0 15,1 0-1-15,-2 0 1 0,2-2 1 0,-2 5-4 16,2-2-5-16,0-2 10 0,3 0-1 0,-1-1-9 16,2-2-1-16,0 1-5 0,1-3 0 0,2 0 5 15,0-2-5-15,1-1 2 0,1 0-3 0,1-3-5 16,6 0 4-16,-4-1-2 0,5-2 4 0,-7-1-3 16,3-4 2-16,-1 3-3 0,5-6-1 0,-3-1-6 15,2-2 4-15,-3-1-5 0,2-1 1 0,0-5-6 16,-2 1 13-16,0-5-16 0,-3 4-7 0,3-9 3 15,-3 3-3-15,-2-3 7 0,-7 6 2 0,2 0-4 16,-4 1 7-16,1 3-3 0,-2 0 2 0,0 6 11 16,-2-4-3-16,-3 4 3 0,-2 2-3 0,2 4 1 0,-1-1-5 15,-5 3 12-15,0 2-11 0,-6 6 1 16,3 3-6-16,1 0 7 0,-2 5-5 0,5-4-13 16,1 3-9-16,3-2-26 0,1 6-30 0,5 1-34 15,2-1-55-15,4 0-46 0,4 0-64 0,6-3-183 16,3 3-504-16,0-8 222 0</inkml:trace>
  <inkml:trace contextRef="#ctx0" brushRef="#br0" timeOffset="139162.37">19934 7337 146 0,'1'-10'286'0,"0"3"13"0,-1 1-21 0,0 6-29 0,-1-11-31 16,1 11-23-16,0 0-22 0,1-10-21 0,-1 10-14 15,0 0-9-15,0 0-22 0,0 0-4 0,0 0-6 16,15 28-4-16,-8-13-3 0,-3 3-6 0,-2 2-2 16,3 6-4-16,-3-1 1 0,1 2 1 0,0 0-2 15,-2 3-2-15,-2-1-3 0,0-2-4 0,1 3-5 16,-2-3-7-16,1 0-1 0,-1-1-11 0,0-8 4 15,0 2-12-15,1-4 0 0,-1 1-2 0,0-2-5 16,2 2-6-16,-2-7 0 0,2 1 1 16,0-2-4-16,-1-1-1 0,1-8-2 0,-1 9 2 0,1-9-1 15,0 11 1-15,0-11-4 0,-3 7 18 0,3-7 16 16,0 0 1-16,0 0 14 0,-1 7 0 0,1-7-4 16,0 0-2-16,0 0-9 0,0 0-4 0,0 0 2 15,0 0-3-15,0 0 0 0,0 0-9 16,0 0-1-16,0 0-5 0,1-31-2 0,-1 31 1 0,2-7-1 15,-2 7-9-15,1-9 1 0,-1 9-3 0,0 0 1 16,2-8 5-16,-2 8-8 0,0 0-2 0,0-9 9 16,0 9-6-16,0 0 2 0,3-7-6 0,-3 7-20 15,0 0 20-15,0 0-1 0,0 0-7 0,0 0 6 16,0 0-2-16,3-6-4 0,-3 6 1 0,0 0 2 16,0 0 6-16,0 0-12 0,0 0 3 0,0 0-4 15,0 0 3-15,0 0-1 0,0 0 2 0,0 0 4 16,0 0 1-16,0 0-1 0,0 0-4 0,0 0 3 15,0 0 10-15,0 0-10 0,0 0 3 0,0 0-1 16,0 0 2-16,0 0-3 0,0 0-1 0,0 0 6 16,0 0-16-16,0 0 17 0,0 0-5 0,0 0-2 15,0 0-3-15,0 0-1 0,0 0 6 0,0 0-7 16,0 0 1-16,0 0 4 0,0 0 3 0,0 0-8 0,0 0-2 16,0 0-1-16,0 0 0 0,0 0 0 15,0 0 7-15,0 0-4 0,0 0 1 0,0 0-3 16,0 0 3-16,0 0-5 0,0 0 0 0,0 0 2 15,0 0 2-15,0 0-2 0,0 0-1 0,0 0 4 0,0 0-2 16,0 0 0-16,0 0 3 0,0 0-4 0,0 0 1 16,0 0-2-16,0 0 6 0,0 0-2 0,0 0-2 15,0 0 2-15,0 0 0 0,0 0-5 16,0 0 1-16,0 0 6 0,0 0-2 0,0 0-3 16,0 0 0-16,0 0-2 0,0 0 2 0,0 0-9 0,0 0 9 15,0 0-2-15,0 0 3 0,0 0 0 0,0 0-1 16,0 0-2-16,0 0 1 0,0 0 4 15,0 0-3-15,0 0 0 0,0 0 0 0,0 0 5 16,0 0-1-16,0 0-4 0,0 0-4 0,0 0 4 0,0 0 1 16,0 0-2-16,0 0-11 0,0 0 12 0,0 0 0 15,0 0 1-15,0 0-2 0,0 0-2 0,0 0 1 16,0 0 3-16,0 0-3 0,0 0-14 0,0 0 18 16,0 0 2-16,0 0-9 0,0 0 7 0,0 0-5 15,0 0-13-15,0 0-22 0,0 0-25 0,0 0-34 16,0 0-29-16,0 0-29 0,0 0-31 15,0 0-27-15,0 0-40 0,0 0-47 0,0 0-44 0,-12-5-246 16,12 5-639-16,0 0 282 0</inkml:trace>
  <inkml:trace contextRef="#ctx0" brushRef="#br0" timeOffset="139529.24">20234 7592 51 0,'-4'-9'309'0,"4"9"-10"0,-6-6-15 16,2 1-19-16,4 5-20 0,-9-5-23 0,9 5-15 15,-10 1-11-15,10-1-12 0,-14 9-7 0,5-3-6 16,0 2-10-16,1 1-14 0,-2 5-5 0,3 1-20 16,2-4-10-16,0 5-13 0,5-4-9 0,0 1-9 15,0-1-10-15,5 4 1 0,-1-3-12 0,4-6-1 16,3 6-5-16,-2-4-8 0,4 0 1 0,-3-1-2 15,2-1-6-15,2-3-2 0,-1 0-4 0,1-1 0 16,0-2-9-16,-3 0 7 0,3-1 3 0,-14 0-9 16,23-4 3-16,-13 0-10 0,2 1 3 0,-2-4 1 15,2 0-7-15,-5-3 7 0,1 1-2 0,-2-3-23 16,2-2 21-16,-2-3-5 0,0 0-4 0,-2 0 0 16,-3-1-2-16,0 1-19 0,-1 1-13 0,0 0-16 15,-1 4-4-15,0 1-12 0,-2-1-19 0,-1 4-22 16,0 0-37-16,-1 1-37 0,5 7-44 0,-14-7-38 15,5 5-34-15,9 2-221 0,-22 2-552 0,11 1 244 16</inkml:trace>
  <inkml:trace contextRef="#ctx0" brushRef="#br0" timeOffset="140026.25">20574 7555 103 0,'5'-5'305'0,"-5"5"-21"15,0 0-21-15,0 0-21 0,0 0-22 0,0 0-6 16,0 0-4-16,0 0-10 0,0 15-14 0,0-15-14 16,-5 20-10-16,4-6-11 0,-1 0-15 0,2-2-12 15,2 5-10-15,-1-3-15 0,1-3-2 0,1 0-13 0,2 1-7 16,1 1-1-16,1-5-14 0,0 0-3 16,0 1-5-16,2-2 2 0,-2-2-11 0,0-1 4 15,1-2-5-15,3 1-1 0,-3-1-4 0,-1-2 3 16,2-1-3-16,-9 1 2 0,17-4 8 0,-9-1-6 0,2-1-12 15,-3 0-2-15,2-1 5 0,0-2-8 0,2 1 3 16,-1-5-11-16,-4 4-8 0,2 0 4 16,-1-1 0-16,-1 6-2 0,-2 0-8 0,-4 4 0 15,6-9-6-15,-6 9 0 0,0 0-3 0,10-2-3 16,-10 2 13-16,0 0-7 0,9 11-2 0,-4-3-3 16,-1-2 10-16,0 1-1 0,1-1-5 0,3 1-2 0,-1 2 2 15,1-3 3-15,5 0-8 0,-3 1 8 16,3-3 5-16,1-1 0 0,-1 0-5 0,1 0 0 15,-2-3 6-15,0 1-1 0,2-2 9 0,-2-1-21 16,0 0 4-16,-2-1 11 0,0-5 2 0,0 2-1 0,-1-3 3 16,-3-2-9-16,0-4 6 0,1 0 6 15,-2-1 6-15,-3 0 4 0,1 0-21 0,-2-3 1 16,-1 3 0-16,-1-2 3 0,-2 1-5 0,1 0 6 16,-3 2-1-16,0 2-7 0,1 3 10 0,0-1-22 15,0 3-24-15,0 1-20 0,-1 3-24 0,5 4-33 16,-11-7-32-16,4 7-24 0,7 0-28 0,-13 4-52 15,5-1-41-15,1 4-249 0,7-7-582 0,-9 12 258 16</inkml:trace>
  <inkml:trace contextRef="#ctx0" brushRef="#br0" timeOffset="140282.07">21642 7485 104 0,'4'-7'329'0,"0"1"6"0,-2 1-9 16,-2 5-15-16,7-10-21 0,-7 10-8 0,2-5-32 16,-2 5-21-16,0 0-23 0,4-6-27 15,-4 6-12-15,0 0-25 0,0 0-8 0,0 0-13 16,0 0-13-16,9 21 1 0,-9-12-12 0,0 4-13 0,-1-1 12 16,0 6-22-16,-1-2-13 0,2 2-3 0,-1-1-3 15,1 1-1-15,-4-1-5 0,4 2-34 0,3-3-21 16,-3-3-34-16,0-2-43 0,0 2-36 0,-3 0-42 15,2 0-51-15,1-4-57 0,0 1-294 0,0-3-609 16,0-7 270-16</inkml:trace>
  <inkml:trace contextRef="#ctx0" brushRef="#br0" timeOffset="140477.6">21732 7256 76 0,'-3'-9'264'0,"-3"4"-23"0,2 0-21 15,4 5-24-15,-5-8-36 0,5 8-40 0,-5-4-35 16,5 4-36-16,0 0-40 0,0 0-53 0,0 0-53 16,9 26-117-16,-3-19-230 0,5 2 102 0</inkml:trace>
  <inkml:trace contextRef="#ctx0" brushRef="#br0" timeOffset="140678.67">21893 7632 59 0,'0'0'301'16,"-2"8"-3"-16,2-8-10 0,0 0-18 0,0 0-25 15,0 0-6-15,0 0-31 0,0 0-13 0,0 0-12 16,0 0-14-16,0 0-20 0,0 0-10 0,0 0-8 15,0 0-29-15,0 0-35 0,0 0-30 0,0 0-42 16,0 0-45-16,0 0-49 0,0 0-48 0,18-18-56 0,-18 18-227 16,7-7-465-16,-2 4 206 0</inkml:trace>
  <inkml:trace contextRef="#ctx0" brushRef="#br0" timeOffset="141062.93">22114 7653 2441 0,'10'2'155'0,"-10"-2"-106"15,0 0-40-15,11-4 7 0,-11 4 14 0,11-5 20 16,-6 1 10-16,1 0-10 0,4-1-4 0,-2 1-10 16,-1 0-3-16,4-1-3 0,-1 0 3 0,1 0 3 15,1-2-1-15,2 0 1 0,3 1 1 0,-3-3-3 16,3 0 4-16,-7 4-3 0,3-1 1 15,-3 0-2-15,-1 0 8 0,0-1 4 0,0 3-3 0,-4-3 0 16,-1 1-3-16,-1 1-3 0,1-2 10 0,-2 0-16 16,-2 7 0-16,-2-11 1 0,2 11-12 0,-1-13 5 15,1 13-3-15,-5-10 2 0,1 6-3 0,4 4-5 16,-14-4-4-16,4 4-1 0,-3 1 11 0,-5 4-11 16,3 2 0-16,-2 1-1 0,-1 2 9 0,3-1 1 15,0 2-3-15,3 1 15 0,4-1-18 0,-1 0-3 16,3 0 2-16,2 5-3 0,4-4 4 0,2 3-2 15,0-3 1-15,7 2-19 0,0-1-20 0,3 0-30 16,4-3-29-16,6-1-44 0,3 3-47 0,2-5-34 16,0-1-43-16,-5-2-25 0,-3-1-208 0,-1 2-526 15,0-1 233-15</inkml:trace>
  <inkml:trace contextRef="#ctx0" brushRef="#br0" timeOffset="141217.37">22554 7690 24 0,'3'-4'273'16,"-3"4"10"-16,5-8 1 0,-3 2 12 0,0-2-2 15,-2 8-6-15,3-9-7 0,-3 9-17 0,2-10-3 16,-2 10-28-16,2-7-11 0,-2 7-18 0,1-7-23 0,-1 7-24 16,0 0-28-16,2-7-36 0,-2 7-62 15,0 0-48-15,0 0-51 0,4-9-59 0,-4 9-61 0,8-2-55 16,-2 0-53-16,-6 2-181 0,11-1-516 16,-4-3 228-16</inkml:trace>
  <inkml:trace contextRef="#ctx0" brushRef="#br0" timeOffset="141814.24">23480 7170 84 0,'5'-5'309'0,"0"0"-7"0,-1 2-31 16,-4 3-26-16,6-7-27 0,-6 7-27 0,6-4-22 15,-6 4-16-15,0 0-15 0,5 13 4 0,-5-2 1 16,0 5-8-16,1 10-3 0,-4 3-8 0,2 0-11 16,-3 0-4-16,3 3-10 0,0 0-16 0,-1-3-3 15,1-1-9-15,1-1-6 0,1-1-2 0,1-2-3 16,-2 1-13-16,0-9-3 0,1 0-5 0,0 0-4 16,-1 1 1-16,0-4-3 0,2-3-5 0,-1 0 3 15,-1-1-5-15,1-3 0 0,-1-6-8 0,0 12 11 16,0-5-14-16,0-7 3 0,0 0 11 0,1 9 13 15,-1-9 6-15,0 0 9 0,0 0-4 0,0 0-2 16,0 0-16-16,0 0 20 0,0 0-14 0,8-21-6 0,-3 10 0 16,4-4-17-16,6-5-4 0,-3 5-2 15,8-7-2-15,2 2-7 0,0 1-4 0,3 4-3 16,2 0 3-16,0 2 1 0,0 1-8 0,0 4 2 16,-9 5-2-16,-2-1-3 0,-3 3 0 0,-1 2 8 0,-1 3-11 15,-1-1 2-15,-2 3 10 0,0-1-7 16,-1 4-1-16,-3 1 9 0,0 0-6 0,0 3 9 15,-3-1-8-15,2 1-1 0,-3 2 4 0,1 2 4 0,-2-1-12 16,-1 0-42-16,1-1-35 0,0-4-44 0,-2 2-43 16,1-2-57-16,-1-3-66 0,0 4-261 15,1-4-605-15,-1-2 267 0</inkml:trace>
  <inkml:trace contextRef="#ctx0" brushRef="#br0" timeOffset="142136.6">24035 7531 149 0,'0'0'265'0,"0"0"-23"0,0 0-21 0,-8-6-17 15,8 6-13-15,0 0-6 0,0 0-9 0,-8 16-16 16,8-16-10-16,-4 16-15 0,4-10-11 0,0-6-6 16,6 18-14-16,-1-9-9 0,1 1-8 0,2-1-7 15,2-4-1-15,0 3 1 0,3-2-3 0,4 1-6 16,-5-4-2-16,5-1-4 0,0 0-7 0,-3-4 7 15,0 4 1-15,-3-4-4 0,2-2 5 0,-2 3 20 16,0-3 11-16,-4-2 1 0,1-1-6 0,-3 1-19 0,-1-3 7 16,0-1-10-16,-2 0-8 0,0-1-11 15,-2-1-8-15,-2 0-12 0,-1 0 11 0,-1 0-10 16,-1-2-3-16,-3 3-15 0,2 1-19 0,-2 2-18 16,-2 1-16-16,-3 1-20 0,0 3-28 0,-3 1-23 15,-2 0-33-15,-2 4-36 0,0 2-33 0,3-1-45 16,5 0-41-16,-4 2-197 0,5-1-534 0,1 1 237 15</inkml:trace>
  <inkml:trace contextRef="#ctx0" brushRef="#br0" timeOffset="142462.21">24304 7574 239 0,'14'-4'267'0,"2"-2"10"15,0-1-29-15,-3 3-22 0,5-4-22 0,-3 1-24 16,2-2 2-16,-2 0-16 0,1 2-5 0,2-2-4 15,-3 0-9-15,-4 2-10 0,1 0-9 16,-2-2 3-16,0 1-11 0,-1 1-5 0,1-3-6 0,-2 2-6 16,-1 0 9-16,-2-1-9 0,-2 2-5 0,-3-1-12 15,0 8-4-15,-2-12-9 0,-2 6-6 0,-1 0-9 16,0 1 4-16,-7 1-13 0,0 1-3 0,-3 3-6 16,-5 3-6-16,-1 3 0 0,-3 4-2 15,6 0 13-15,-5 5-3 0,0 3-2 0,6-5 1 0,-1 6-3 16,5-3-5-16,4-1 3 0,-1 2-10 0,6-1 5 15,0 2-5-15,4-6-2 0,1 6 5 0,4 1-1 16,6-2-4-16,1-2-7 0,9 1-5 0,4-3-32 16,0-2-32-16,3-1-40 0,4-4-38 0,2-3-33 15,-2 3-43-15,1-2-45 0,0-2-33 0,-4 0-37 16,-11 0-229-16,-4 1-595 0,-4-3 263 0</inkml:trace>
  <inkml:trace contextRef="#ctx0" brushRef="#br0" timeOffset="142795.94">25008 7265 287 0,'7'-11'293'0,"-1"-7"-18"16,1 6-6-16,-2 3 6 0,-1 0-2 0,-1 2 16 15,0 0-5-15,2 1-10 0,-3 0-19 0,-2 6-20 16,3-7-27-16,-3 7-19 0,0 0-22 0,5-6-21 16,-5 6-16-16,0 0-7 0,7 19-13 0,-6-2-3 15,0 2-4-15,3 6-1 0,-4 2-11 0,2 1 6 0,-2-1-11 16,-2 1-2-16,0 0-5 0,3-2-12 16,-2 1-5-16,-1-8-2 0,0 6-7 0,-1-4-4 15,3-2-8-15,-5 7-2 0,1-9-3 0,2 1-13 16,-1 0-28-16,1-1-30 0,0 0-46 0,2-8-47 15,0 3-39-15,-2-3-39 0,0 1-31 0,1-2-33 16,-1-1-29-16,2-7-23 0,-4 9-264 0,4-9-633 16,-5 4 280-16</inkml:trace>
  <inkml:trace contextRef="#ctx0" brushRef="#br0" timeOffset="143121.22">25121 7183 261 0,'13'-10'270'0,"2"-2"-19"0,-5 8-28 0,3 0-16 16,2 2-14-16,-3 2-14 0,1 3-15 15,-3 2-11-15,1 0-17 0,5 5-5 0,-8 0-7 16,6 5 5-16,-6-1-8 0,-1 1-10 0,-2 2-15 0,-1-6-6 16,-4 6-2-16,0-7-11 0,0 4 5 0,-7 0-5 15,3-3 0-15,-5 4-6 0,-3-2-7 16,0-2-4-16,-2-1 1 0,0-1-1 0,5-2-4 15,2-3-5-15,-1 1-2 0,3 1-5 0,-2-3-8 0,7-3 11 16,-6 5-19-16,1-2-4 0,5-3-1 0,-5 9-4 16,5-9-4-16,-4 6 3 0,4-6-3 0,0 0-1 15,3 11-3-15,-1-5 1 0,5-3-2 16,0 4 2-16,2-1-6 0,3 0-20 0,4-1-25 0,3 0-33 16,-2 1-44-16,3-2-54 0,0-1-44 0,7 2-40 15,-4-5-45-15,-2 1-179 0,2 0-519 0,-4 1 230 16</inkml:trace>
  <inkml:trace contextRef="#ctx0" brushRef="#br0" timeOffset="143386.29">25599 7405 170 0,'3'-5'267'16,"0"-2"16"-16,-3 7-4 0,5-6-16 0,-5 6-13 16,7-7-43-16,-7 7-21 0,0 0-15 0,0 0-3 15,0 0 17-15,0 0-1 0,2 20 6 0,-4-9 6 16,-2 7-11-16,1 0-13 0,-5-1 5 0,2 2-16 15,-1 4-8-15,-1-5-8 0,-1 0-13 0,4-1-10 16,0 0-10-16,2-1-5 0,0 2-8 0,1-6-14 16,0-1 4-16,-1 1-13 0,3-1-5 0,0-3-6 15,1 0-3-15,3-2-3 0,0 2-3 0,0 1-1 16,5-1 0-16,1-4-5 0,3 1-3 0,6 1-3 16,2 0-7-16,8-3-16 0,3-3-34 0,0 1-41 15,1-1-59-15,3-3-65 0,-4 0-60 0,-3 0-61 0,0-4-78 16,-11 4-317-16,3-3-753 0,-4-1 333 15</inkml:trace>
  <inkml:trace contextRef="#ctx0" brushRef="#br0" timeOffset="143777.73">26584 7348 2669 0,'0'-12'39'0,"0"1"33"16,0 0 70-16,-2 0-40 0,0 1 25 0,2 3-39 16,0 7-26-16,-2-10-4 0,2 10 4 0,-4-6 0 15,4 6 8-15,-12 1-2 0,12-1 8 0,-20 9-1 16,2 0-2-16,0 1-11 0,-4 2-5 0,1 4-9 16,-4 0-1-16,-3-1-8 0,5 1 2 0,-2 0 1 15,-2-2-6-15,2-1 9 0,8-2-16 0,1-2-7 16,5-2-2-16,-3-2 1 0,7 1-11 0,-3 0 7 15,5-2-2-15,1 1 2 0,-2-3-3 0,6-2-2 16,0 0 12-16,-8 5-9 0,8-5-9 0,0 0 1 16,-5 5 1-16,5-5 12 0,0 0-1 0,0 0 10 15,0 0-6-15,19 9 3 0,-6-5 0 0,-2-2-1 16,3 4-2-16,3 0-4 0,1-1-3 0,-7-1 3 16,10 3-2-16,0-1 1 0,-2-1-8 0,8 3-3 15,-6-3-15-15,-2 0-48 0,2 0-42 0,-3-1-38 16,-3 1-40-16,-1-1-38 0,-1-2-45 0,-2 1-42 15,3 2-37-15,-5-4-197 0,-3 3-581 0,-6-4 257 16</inkml:trace>
  <inkml:trace contextRef="#ctx0" brushRef="#br0" timeOffset="144287.81">26978 7260 8 0,'0'0'285'0,"2"-6"-29"0,-2 6-26 0,0 0-10 16,0 0-3-16,0 0-6 0,-23 3-12 0,10 1-15 15,2 2-17-15,-9 1-15 0,3 0-16 0,-2 3-15 16,1 1-5-16,-7 0-14 0,5-2-12 0,2 1-3 15,-1-1-12-15,2-2-2 0,1 0-10 16,1 3-7-16,4-5-5 0,1-1-8 0,1 3-1 0,5-3-10 16,-1 0 1-16,5-4-8 0,-9 4 4 0,7 0-2 15,2-4-4-15,0 0 8 0,0 12 7 0,0-12 2 16,12 10 6-16,-6-5 7 0,3 0-8 0,0 1-2 16,2 1-3-16,-2-2 2 0,7 3-9 0,-5 1-2 15,0-3 0-15,7 5 0 0,-3-2-4 0,2 1-3 16,1 0-1-16,2-1-19 0,-2 0-34 0,2 1-40 15,0-4-45-15,-1-1-50 0,0 3-55 0,2-5-49 16,-10 0-242-16,9-1-555 0,-7 0 246 0</inkml:trace>
  <inkml:trace contextRef="#ctx0" brushRef="#br0" timeOffset="144526.13">27371 7281 247 0,'5'-20'339'0,"-1"5"-15"0,0-2 9 16,2 2 0-16,-3 6 14 0,0-1-11 0,-1 4-28 15,0 0-29-15,-2 6-28 0,3-6-28 0,-3 6-28 16,0 0-8-16,0 0-6 0,-5 31-12 0,0-12-15 16,-4 8-8-16,1-2-22 0,1 4-11 0,-1-1-9 15,4 3-11-15,-1-5-9 0,-1 3-19 0,0-2-52 0,4 0-65 16,-4-2-72-16,6 2-59 0,-4-7-67 0,4-3-90 15,-4 1-327-15,-1 0-722 0,1-1 319 16</inkml:trace>
  <inkml:trace contextRef="#ctx0" brushRef="#br0" timeOffset="146466.34">28337 7234 20 0,'0'0'199'0,"3"-7"-2"15,-3 7-7-15,0 0-7 0,0 0 4 0,0 0-19 16,0 0-13-16,3-6-16 0,-3 6-9 0,0 0-15 15,0 0-11-15,0 0-8 0,0 0-6 0,0 0-4 16,0 0-6-16,0 0 1 0,0 0-4 0,0 0-1 0,0 0 0 16,0 0-1-16,0 0 0 0,0 0 0 15,0 0-7-15,0 0-1 0,0 0-1 0,0 0-7 16,0 0-3-16,0 0-9 0,0 0 0 0,0 0-4 16,0 0-6-16,0 0-2 0,0 0-4 0,0 0-6 0,0 0-1 15,0 0 0-15,0 0 0 0,0-9 2 16,0 9-3-16,0 0-1 0,0 0 4 0,0 0 2 15,0 0-3-15,0 0 2 0,0 0-3 0,-6-9 2 16,6 9 1-16,0 0-4 0,0 0 1 0,-9-3-9 16,9 3 0-16,-12 0 6 0,12 0-8 0,-18 5 7 15,5-1-8-15,-5 5-2 0,0-2 0 0,0 4 1 16,-6 3 5-16,-3-3-4 0,4 5 3 0,6-2-3 16,-2 3 7-16,5-4-9 0,-2-1-3 0,8-2 1 15,2-1 2-15,-2 4 7 0,6-4-9 0,-1 2-5 0,2-3 3 16,-2 4 0-16,6-2 1 0,1 0-3 15,3-2-2-15,-1 1 6 0,2-4-1 0,0 0-1 16,3-2 0-16,-2 2 1 0,2-4 1 0,-1-1 1 16,-1 0 1-16,0-1-1 0,-9 1-1 0,18-6 1 15,-8 1 7-15,-1 0-3 0,1-2 0 0,-1-2-8 0,-1 1 4 16,0-3 2-16,0 2 5 0,0-6-1 0,-2 4 6 16,2 0-5-16,-3 2 8 0,0-2 5 15,0 1-3-15,-2 0-10 0,-2 5 8 0,3-3-1 0,0 4-2 16,-4 4-8-16,5-7-6 0,-5 7-5 0,0 0-3 15,0 0 7-15,0 0-4 0,0 0-3 0,0 0 1 16,1 21 0-16,-1-9 6 0,0-2-5 16,2 2-4-16,0-1 0 0,0 4-27 0,2-3-30 15,-1 3-21-15,3 0-25 0,-1-2-34 0,3 2-41 0,0-1-55 16,3-2-55-16,-2-1-244 0,-2-3-579 0,2-2 257 16</inkml:trace>
  <inkml:trace contextRef="#ctx0" brushRef="#br0" timeOffset="146816.34">28541 7352 54 0,'0'0'240'0,"0"0"-25"16,0 0-13-16,0 0-7 0,0 0-5 0,0 0-9 16,7 15-16-16,-7-8-11 0,0-7-9 0,2 17-13 15,-4-8-10-15,2 1-3 0,0 0-11 0,0-2-8 16,0 2-9-16,0-3-6 0,0-7-9 0,-1 10-7 15,1-10-7-15,0 9-2 0,0-9-4 0,0 0 2 16,1 9 5-16,-1-9 10 0,0 0 1 0,0 0 1 16,0 0-4-16,0 0-12 0,0 0-5 0,0 0-1 15,18-25-10-15,-10 15-6 0,5-4-4 0,-1 1 1 16,6-6-10-16,-2 5 2 0,4-3-6 0,-1 6 1 16,3-3 3-16,-7 5-7 0,1 0-4 0,-5 2-4 15,-2 4-3-15,2-1-3 0,-4 2 2 0,-7 2-3 16,18 2-1-16,-12 0 5 0,3 2-8 0,-5 3 3 15,4 1-1-15,-1 3 3 0,-3-1-2 0,1 5 4 16,-1 0-19-16,-4 1-25 0,3-1-25 0,-1 1-32 16,-2 3-44-16,0-4-63 0,2-2-55 0,-2 2-229 15,0-5-527-15,0-10 233 0</inkml:trace>
  <inkml:trace contextRef="#ctx0" brushRef="#br0" timeOffset="147245.84">29181 7361 175 0,'0'-12'283'16,"-3"1"-12"-16,0 1-4 0,-1 2-17 0,-1 3-11 15,-3-1-15-15,-2 1-24 0,-1 5-12 0,1 2-14 16,-4 2-9-16,1 0-10 0,-2 4-13 0,-1 2-6 16,2 1-7-16,2 0-19 0,2 2-7 0,-2 0-10 15,6-2-7-15,2 1-13 0,0 4-12 0,1-6 2 16,2 2-25-16,4-3 17 0,-1 4-9 0,3-6 1 15,1 4-7-15,0-3-5 0,4-2-9 0,-2 2-4 16,2-5-7-16,-1 0 1 0,1-2-7 0,-2-1 2 16,3-1-6-16,-11 1 2 0,16-8 6 0,-8 2-4 15,2-2-5-15,-5-2 0 0,4-3 4 0,-4-3-1 16,0 3 1-16,1-7-5 0,-2 1 7 0,0-7-4 16,0 2-2-16,0-4-4 0,-2-4 2 0,2 3 2 15,1 0 14-15,-1 3 13 0,1 1 9 0,-1 5 8 16,-3 1 8-16,0 2 1 0,1 4 17 0,2 4 7 15,-3-2-6-15,0 6-9 0,-1 5-7 0,2-10-12 16,-2 10-8-16,0 0-19 0,0 0 11 0,0 0 4 16,0 0-5-16,-7 30-4 0,4-12 6 0,1 7-9 0,-3-1-1 15,0 2 0-15,2 1-3 0,-1-3-11 0,4 3 11 16,-2-2-21-16,2-5-24 0,0 6-38 16,5-10-51-16,-3 4-51 0,1-1-50 0,1-2-50 15,2 1-68-15,-2-3-305 0,4-1-692 0,2-1 308 16</inkml:trace>
  <inkml:trace contextRef="#ctx0" brushRef="#br0" timeOffset="147675.59">29893 7361 87 0,'-8'-4'258'0,"8"4"-3"0,-6-6-16 0,1 3-14 15,-2-2-5-15,-1 1-11 0,1 0 1 0,0 1 2 16,-2-2-8-16,3 1-5 0,0 0-2 0,6 4-4 16,-9-4-7-16,9 4-14 0,0 0-14 0,-9-5-7 15,9 5-17-15,-5-2-14 0,5 2-2 0,0 0-14 16,0 0-8-16,-8-4-17 0,8 4-8 0,0 0-1 16,0 0-11-16,0 0-17 0,36 2 9 0,-20 0-9 15,5-2-2-15,7 2-6 0,1 1-6 0,-3-2-10 16,2-1-21-16,-1 1-21 0,2 1-25 0,-1-4-30 15,-1 1-32-15,1 1-35 0,-10 0-24 0,1-1-24 16,-5-2-34-16,-1 2-17 0,-2 0-28 0,-3-1-221 16,-1 0-534-16,-7 2 237 0</inkml:trace>
  <inkml:trace contextRef="#ctx0" brushRef="#br0" timeOffset="147996.34">29960 7156 290 0,'0'0'312'15,"-2"-11"-2"-15,2 11 1 0,0 0-11 0,-3-9-6 16,3 9-17-16,0 0-22 0,0 0-18 0,0 0-23 15,-2-7-27-15,2 7-21 0,0 0-18 0,0 0-18 16,0 0-14-16,0 0-12 0,0 0-10 0,4 22 1 16,-2-12-13-16,-1 3-15 0,-1 3-1 0,3 0-8 15,0 1-1-15,-3-1-5 0,0 1-9 0,0 1-2 16,0-1-2-16,2 2-10 0,-2-2-29 0,0 1-45 16,3-2-38-16,-3 0-43 0,-2 0-38 0,4 2-51 15,-1-1-68-15,2 0-294 0,-3-5-624 0,2-1 277 16</inkml:trace>
  <inkml:trace contextRef="#ctx0" brushRef="#br0" timeOffset="148379.91">30355 7189 273 0,'4'-10'331'0,"0"0"-13"0,-1 2-19 0,-2 3-23 15,-1 5-25-15,6-9-32 0,-6 9-18 0,4-2-19 16,-4 2-19-16,0 0-8 0,9 22-4 0,-4-6 5 16,-1 1-15-16,0 0-5 0,2 7-6 0,-2-5-7 0,2 0-13 15,-2-1-7-15,0 0-2 0,1 2-8 16,0-5-10-16,-1 2-5 0,1-1 0 0,0-4-15 16,-1 3-6-16,-1-5-11 0,2-2-12 0,-3 1 10 15,4 0-4-15,-4-3 2 0,1-1-11 0,0 1 2 0,-3-6 1 16,4 5-9-16,1-3 11 0,-5-2 14 0,0 0 8 15,4 8 7-15,-4-8-1 0,0 0-6 0,13-8-5 16,-7 5-4-16,2-7-2 0,-1 1-7 16,4-2-2-16,-2 1-4 0,4-7-5 0,6-3-5 0,-5-2-2 15,2 1-6-15,1-4-14 0,1-1-13 0,0 3-37 16,4-3-3-16,-1 6-21 0,-3-1-28 0,3 1-35 16,-6 7-34-16,0-1-25 0,1 6-30 0,-9-1-34 15,1 3-31-15,1 2-20 0,-3 3-9 16,-6 1-201-16,0 0-560 0,0 0 248 0</inkml:trace>
  <inkml:trace contextRef="#ctx0" brushRef="#br0" timeOffset="148690">30837 7411 128 0,'5'4'196'0,"-5"-4"6"0,12 0-4 0,-12 0-16 0,14-4-3 15,0 2-4-15,-4-4-7 0,2-1-13 0,4-2-1 16,2 0-13-16,-4-1-5 0,3 0-2 0,-2 0 3 15,-1-2-17-15,-1-2-2 0,0 1-17 0,-2 0 5 16,1-1-8-16,-3 2 2 0,-3-1 3 0,-1 3-6 16,-1-1 4-16,-1 0 5 0,-1 1-5 0,-1 3-9 15,1-2-11-15,-2 9-10 0,-5-13-4 0,1 10-8 16,4 3-7-16,-17-2-7 0,6 5 0 0,-7 3-4 16,1 4-2-16,-6 4 2 0,3 1 10 15,-1 3 2-15,7-4-11 0,0 3-3 0,5 0 7 16,-2-1-7-16,3 2-6 0,4 0-2 0,0-4-5 0,7 5-7 15,2-3 7-15,1 1-7 0,7-1-7 0,1-3-23 16,9 2-37-16,5-4-43 0,-1 0-52 0,0-1-50 16,1-4-64-16,0-1-47 0,-6 0-273 15,-5-3-624-15,2 0 277 0</inkml:trace>
  <inkml:trace contextRef="#ctx0" brushRef="#br0" timeOffset="148851.44">31307 7470 225 0,'0'0'331'16,"8"-3"-8"-16,-3 1-10 0,-5 2 4 0,7-4 13 15,-7 4 4-15,6-6-3 0,-6 6-16 0,6-6-21 16,-6 6-26-16,5-3-28 0,-5 3-18 0,0 0-20 16,6-7-24-16,-6 7-16 0,3-4-39 0,-3 4-42 15,0 0-47-15,0 0-66 0,4-10-58 0,-4 10-55 16,0 0-53-16,0 0-53 0,-2-10-61 0,2 10-288 16,0 0-649-16,-22-1 288 0</inkml:trace>
  <inkml:trace contextRef="#ctx0" brushRef="#br0" timeOffset="151148.84">10938 9013 51 0,'1'-13'224'0,"-1"7"-12"0,0 6-12 0,0-12-13 16,0 12-11-16,-4-11-8 0,4 11-15 0,-3-10-7 15,-1 7-11-15,4 3-12 0,-8-9-11 0,0 5-4 16,1 0-9-16,0 2-9 0,-2-2-9 0,-3 4-4 0,-1 0-9 16,-5 2 1-16,0 2-5 0,-2 2-3 0,-7 3 1 15,1 0-8-15,7 1-4 0,-4 2-5 16,4 0-6-16,3 2-2 0,0-3-5 0,4 3-3 15,1-1-3-15,5-3-1 0,2 1-4 0,1 1-2 0,2-1-2 16,3 1 0-16,2 0 0 0,3-2-3 16,5 3 3-16,3-2-3 0,2-1-3 0,1-2 3 15,3-1-7-15,8 0 3 0,-1 0-2 0,-6-5 3 0,0 1-4 16,-2 0-2-16,-2-2-5 0,-5 1-3 0,-3-4 2 16,3 4 0-16,-7-1 1 0,2-2 4 0,-8 1-1 15,0 0-2-15,13-2-4 0,-13 2 9 0,6-4-4 16,-6 4 4-16,0 0-3 0,0 0 3 15,0 0-3-15,0 0 2 0,-22-11 1 0,15 9 0 0,-5 2 2 16,-2 1-2-16,-3 1 5 0,-3 2 4 0,0 1 0 16,0 2-2-16,1 3 1 0,-6 2 5 0,2 2 6 15,5-6-1-15,1 6-5 0,-3 3 0 0,6-5-2 16,2 2-4-16,1-2-2 0,3 3 10 0,3-5-10 16,4 3-4-16,-1-2 0 0,4 2 10 0,1-1-8 15,6 1-4-15,5-2-19 0,2 1-16 0,4-3-31 16,4 1-33-16,3-2-39 0,-2 0-50 0,1-4-51 15,-3-2-235-15,-1-1-508 0,-3 0 225 0</inkml:trace>
  <inkml:trace contextRef="#ctx0" brushRef="#br0" timeOffset="151885.6">11192 9228 205 0,'-7'-9'240'0,"1"4"-6"0,0-1-5 0,-1 4-11 15,-5-1-16-15,2 1-16 0,-7 4-7 0,-1 6-15 0,-1 1-10 16,-5 7-10-16,2-2-10 0,5-1-13 16,-3 7-12-16,3 1-11 0,0-2-8 0,7-3-8 15,4-1-9-15,2 2-6 0,0-2-8 0,2-4-3 16,4 2-5-16,2-1-8 0,2-2-3 0,0 1-6 0,2-3-11 16,3-1-8-16,-1-1-5 0,3-3-7 15,1-2 7-15,-1-1-13 0,2-1 6 0,-2-1-5 0,1-2 0 16,-3-2-2-16,6-1 2 0,-7 0-3 15,-1-2 4-15,0 0 1 0,1-1 1 0,-2 0-2 0,0-5 1 16,1 4 0-16,-3-5 2 0,-2 6-1 0,0-3 1 16,-3 1-3-16,2 0 11 0,-1 2 10 15,0 2-1-15,-1-3 0 0,-1 4 5 0,0 7 5 16,2-9-8-16,-2 9-6 0,0-8-4 0,0 8 0 0,0 0-2 16,0 0 1-16,0 0 3 0,0 0 4 0,-7 24 1 15,3-13 0-15,2 4-2 0,-1-3 1 0,0 5-5 16,4-2 8-16,-1 1-6 0,2 0-4 15,1-2 4-15,3 3-5 0,-1-6 3 0,5 2 1 0,-2-2-1 16,1-1-6-16,2-2-1 0,3 0 7 0,-2-2-5 16,0 0 5-16,4-1-4 0,2-1 1 0,-4-1 0 15,0-3-3-15,0 0 2 0,0-3-6 0,-1 0 7 16,1-1-8-16,2-2-3 0,-4 0 0 0,3-2-1 16,-6 0-4-16,1-2-1 0,-2 1-3 0,5-8 2 15,-4 2-9-15,-2 0-5 0,0 0-4 0,-1-4-1 16,4-5 1-16,-6 0-1 0,0 6 3 0,-3-3 5 15,1 4 1-15,-2 5 7 0,-3-4-1 0,0 5-2 16,0 0 6-16,-5 3 4 0,2-1 5 0,-5 2 5 16,2 3-2-16,-3 0 2 0,-1 2-1 0,-1 0-2 15,1 1 0-15,3 4 3 0,-4-1-3 0,5 4-2 16,-1-1-2-16,4-2 8 0,0 5-6 0,4-3-4 16,2-5 3-16,2 12 2 0,2-7-1 0,2 3 1 15,6-2-1-15,1-1-1 0,4 0 1 0,4 0 0 16,-2-1-3-16,8 0 1 0,-5-3 1 0,-2-1-1 15,1 2-1-15,-1 2 3 0,-5-2-5 0,-1 0 2 16,-5 0 5-16,2 3-3 0,0-2-1 0,-3 3-2 16,0 0 5-16,-3 2 6 0,0 2 5 0,1 2 4 15,-5 0 9-15,0 0-4 0,-1 4-2 0,0 0 4 16,-1-4 1-16,1 6-6 0,-1-3 0 0,1 0 8 0,0 2-20 16,0-5-26-16,2 4-17 0,-2-4-30 15,3 1-29-15,0 0-32 0,2-4-27 0,-3-1-44 16,4-3-39-16,0 2-219 0,1-3-493 0,-1-1 218 15</inkml:trace>
  <inkml:trace contextRef="#ctx0" brushRef="#br0" timeOffset="152130">11931 9051 175 0,'0'-10'287'0,"2"4"-19"0,0-1-18 0,-2 7-31 15,0 0-19-15,0-11-24 0,0 11-8 16,0 0 6-16,0 0 5 0,2 29-5 0,-2-11-9 0,0 0-13 16,-1 10-13-16,0-2-3 0,1 3-12 0,-2-3-8 15,0 1-18-15,2 0-5 0,0-1-9 0,0-1-4 16,0-2-11-16,0-3-5 0,4-1-31 0,-3-1-22 16,0-1-27-16,1 2-29 0,-1-3-29 0,-1-5-36 15,1 1-39-15,-1 0-45 0,4-3-42 0,-4 1-233 16,0-3-507-16,0-7 225 0</inkml:trace>
  <inkml:trace contextRef="#ctx0" brushRef="#br0" timeOffset="152324.47">12098 9288 239 0,'0'0'234'0,"4"-8"-27"15,-4 8-14-15,0 0-12 0,0 0-2 0,0 0-8 16,0 0-15-16,0 0-12 0,-2 29-13 0,0-19-16 15,0 4-6-15,0 2-9 0,1-1-11 0,-3 2-9 16,4-7-15-16,-5 8-30 0,5-3-28 0,0-3-32 16,0-1-26-16,-2 0-47 0,2-2-26 0,0 1-32 15,0-10-34-15,2 13-109 0,-2-9-323 0,0-4 143 16</inkml:trace>
  <inkml:trace contextRef="#ctx0" brushRef="#br0" timeOffset="152477.31">12140 9057 166 0,'0'0'190'0,"-2"-11"-45"0,2 11-47 16,0 0-44-16,0 0-51 0,0 0-51 16,0 0-54-16,0 0-110 0,0 0 49 0</inkml:trace>
  <inkml:trace contextRef="#ctx0" brushRef="#br0" timeOffset="153001.97">12302 9390 38 0,'0'0'243'0,"0"0"-7"16,0 0-7-16,0 0-5 0,11-12-16 0,-8 8-14 16,-3 4-15-16,4-6-9 0,-4 6-12 0,6-13-3 15,-1 9-13-15,-3-4-8 0,2 0-15 16,2-1-3-16,0 1-9 0,-5 1-7 0,3-3-11 0,0 1-8 15,-2-1 0-15,1 5-1 0,-2-1-4 16,-1 6-2-16,0-11-6 0,0 11 1 0,0 0-12 0,-4-13-4 16,2 10-13-16,2 3 4 0,-15-2-12 15,3 2 2-15,1 3-6 0,-2 2 0 0,-3 3-5 0,0 3 6 16,0 1-2-16,5 0-5 0,-2 2 4 0,3 0-3 16,4 0-2-16,-1 1-10 0,2-1 10 0,3-2-1 15,2 2-4-15,2-4 6 0,3 2-9 0,2 0-3 16,0-1 8-16,6 0-6 0,1-1 2 0,1-1-1 15,2-1-10-15,3 0 4 0,-3-3 9 0,4-1-5 16,-4-2-7-16,3-1 6 0,-1 2 1 0,-3-5-6 16,0 1 1-16,-4-1 4 0,1-2-1 0,0 1 2 15,-3-2-5-15,2-2 4 0,-3 2 2 0,-3-1-9 16,3-1 7-16,-4-2-8 0,0 0 11 0,1-1-12 16,-4 1 2-16,3-1 2 0,-5-1 3 0,6 2-11 15,-4-1 1-15,1 0-1 0,2 1 4 0,-1 1-2 16,3 0 7-16,-5 2-15 0,2 2 0 0,1-2 1 15,2 3-2-15,-7 3-1 0,11-4 1 0,-4 4-7 16,-7 0 2-16,14 4 3 0,-8 1 6 0,-1 0-6 16,1 2 4-16,-2 2 5 0,1 0 6 0,-2 1 5 0,1 0-3 15,-3 2-1-15,2-1 3 0,-2 0-3 0,1 0-1 16,-2-1 0-16,2 3-4 0,-4-1-4 16,2 1-23-16,0-2-34 0,2-1-35 0,-4 1-37 15,2 0-47-15,0-2-49 0,2-1-53 0,-2-8-232 0,0 11-557 16,2-6 247-16</inkml:trace>
  <inkml:trace contextRef="#ctx0" brushRef="#br0" timeOffset="153339.54">13105 9383 173 0,'0'0'252'0,"0"0"-11"16,0 0-14-16,0 0-10 0,0 0-7 0,0 0-12 15,0 0-13-15,0 0-14 0,0 0-4 0,0 0-2 16,0 0-6-16,25 5-3 0,-13-5-9 0,-1 0-8 16,3 0 1-16,-1 2-26 0,-2-4-5 0,3 2 3 15,-1 0-24-15,-3 0 1 0,-10 0-3 0,13 2-7 16,-6-4-6-16,-7 2-4 0,11 2-8 0,-11-2 6 15,9-2-14-15,-9 2-9 0,0 0-3 0,9 2-3 16,-9-2-6-16,0 0-3 0,0 0-2 0,0 0-4 16,8 0-2-16,-8 0-11 0,0 0-27 0,0 0-28 15,0 0-34-15,0 0-36 0,0 0-40 0,0 0-49 16,0 0-58-16,0 0-295 0,0 0-601 0,0 0 267 16</inkml:trace>
  <inkml:trace contextRef="#ctx0" brushRef="#br0" timeOffset="154953.37">14687 9278 222 0,'0'-10'245'0,"0"10"-26"0,3-7-22 16,-3 7-23-16,0 0-18 0,0 0-16 0,0 0-10 16,0 0-5-16,-7 21-8 0,1-6-12 0,0 1-4 15,-1 2-10-15,2-2-7 0,-2 1-5 0,3 1-10 16,-4 0-9-16,6-1 2 0,-5-3-4 0,5 0 2 15,-2-3 2-15,4 1-8 0,-3-1-4 0,-1-1-7 16,4 0-2-16,-2-3-4 0,2-7-3 0,0 13-3 16,0-7 0-16,0-6-5 0,0 10-2 0,0-10 2 15,-2 7-1-15,2-7 13 0,0 0 17 0,0 0 2 0,0 0 8 16,0 0 11-16,0 0-6 0,0 0-8 16,0 0-6-16,9-19 9 0,-1 4-20 0,6-9-11 15,-1-2 6-15,2 0-4 0,2-3-4 0,1 0-5 0,1 1-4 16,-2-4-4-16,2 1 5 0,0-1-6 0,-1 0 1 15,-3 2-4-15,2 1 1 0,-2 0-2 16,-1 4 0-16,-1 2-2 0,-3 7-8 0,-1 1 9 16,-1 1-6-16,-1 2 11 0,-1 3-12 0,-3 3-2 0,0 0 1 15,2 0-13-15,-5 6 5 0,5-3-4 0,-5 3-2 16,0 0 2-16,13 13 0 0,-9-3 1 0,2 6 2 16,-3 3-1-16,-1 1 7 0,3 9-2 0,-4 1 3 15,1 0 4-15,-2-3 0 0,2 2 5 0,1-2-7 16,-3 0 3-16,-1-8-3 0,-1 7 2 0,2-6-8 15,3 3 5-15,-3-5 4 0,1 2-2 0,1-2-4 16,-1-2 1-16,-1 2-15 0,1-1-19 0,2 1-41 16,-3-1-25-16,0-2-24 0,0-4-41 0,2 2-49 15,1-4-38-15,-3-1-54 0,-3 0-153 0,3-8-493 16,-2 11 219-16</inkml:trace>
  <inkml:trace contextRef="#ctx0" brushRef="#br0" timeOffset="155128.24">14700 9378 167 0,'0'0'230'16,"-6"-4"-19"-16,6 4-27 0,0 0-21 0,0 0-18 16,0 0-22-16,23-9-23 0,-2 8-26 0,6 1-21 15,3-1-48-15,3-2-44 0,4 3-49 0,-3 0-134 16,0-1-240-16,1 0 107 0</inkml:trace>
  <inkml:trace contextRef="#ctx0" brushRef="#br0" timeOffset="155330.26">15312 9390 212 0,'0'0'218'15,"0"0"-12"-15,14-2-8 0,-14 2-22 0,12-2-17 16,-6-1-13-16,7 1-13 0,-2 2-13 0,6-3-12 0,-3 3-12 15,4-2-10-15,-2 3-7 0,4-4-23 0,-5 5-31 16,2-4-27-16,-2 2-32 0,-1-3-31 0,-2 3-14 16,-2 0-22-16,0 0-15 0,-10 0-8 15,10-4 2-15,-10 4 0 0,7-3 4 0,-7 3-72 0,0 0-204 16,0 0 90-16</inkml:trace>
  <inkml:trace contextRef="#ctx0" brushRef="#br0" timeOffset="155698.65">15563 9364 658 0,'0'0'-35'0,"-22"-7"20"0,22 7 12 0,-13-3 11 0,7 1 9 15,-1-1 10-15,7 3 22 0,-12-3 13 16,5 2 19-16,7 1 21 0,0 0 10 0,-11-2 10 0,11 2-12 15,0 0-9-15,-7-2-11 0,7 2-8 0,0 0 6 16,-8 10 7-16,5 0-1 0,0 6 6 0,0 2 0 16,0 6 0-16,-1 3 3 0,-2 0-4 15,1 3-5-15,1-1-2 0,-4 0-5 0,6 0-4 0,-2-2-12 16,1-2-4-16,1-6-5 0,2 1-5 0,-2-1-5 16,1-2-6-16,0-2-2 0,1 1-1 0,1 0-7 15,0-6-1-15,-1 2 2 0,2-2-10 0,-2-2-7 16,2 1 9-16,-1-2-11 0,-1-7-1 0,3 12 0 15,-3-7 3-15,0-5-6 0,0 0 1 0,0 8-5 16,0-8-1-16,0 0-8 0,0 0-2 0,-13 0-5 16,13 0-5-16,0 0 1 0,-20-9 1 0,11 5 1 15,-1-1-5-15,-2 0 2 0,-1 2 4 0,3-3-1 16,-1 1-1-16,-3 0 1 0,6 2 2 0,-2-1 2 16,2 2 4-16,8 2-2 0,-10-4 4 0,10 4-9 15,-8-3 6-15,8 3 0 0,0 0 0 0,0 0 5 16,0 0 6-16,0 0 18 0,0 0-9 0,16 16 0 15,-4-10-2-15,4-1 3 0,4 0 4 0,11 1-7 16,-3-4-11-16,5-1-15 0,-1 2-18 0,5-5-30 16,3 2-29-16,0-2-33 0,10-3-26 0,-10-2-45 0,0 2-38 15,-2 1-211-15,-3-1-475 0,-1-2 209 16</inkml:trace>
  <inkml:trace contextRef="#ctx0" brushRef="#br0" timeOffset="155897.81">16322 9500 163 0,'2'-7'295'0,"-2"7"-15"0,0 0-15 16,4-4-24-16,-4 4-21 0,0 0-27 0,8-6-16 16,-8 6-21-16,13-2-12 0,-3 2-17 15,4-2-23-15,3 1-34 0,0 0-32 0,-2 1-42 16,-1 0-46-16,-2 1-55 0,2 0-44 0,-3 1-39 0,-1-2-142 15,-2 1-357-15,-2 1 159 0</inkml:trace>
  <inkml:trace contextRef="#ctx0" brushRef="#br0" timeOffset="156064.31">16355 9607 57 0,'-6'3'235'0,"1"0"7"16,5-3-2-16,-9 3-2 0,9-3-9 0,-7 5-18 15,7-5-17-15,0 0-5 0,-4 3-14 0,4-3-13 16,0 0-3-16,0 0-13 0,0 0-8 0,16 7-22 15,-6-6-6-15,3-1-17 0,1 0-29 0,4 0-33 16,1-1-23-16,-1 1-47 0,-2-2-40 0,-2 2-51 16,6-1-47-16,0-1-53 0,-2-1-167 0,1 1-431 15,-1-1 191-15</inkml:trace>
  <inkml:trace contextRef="#ctx0" brushRef="#br0" timeOffset="156988.5">17279 9374 205 0,'-25'-3'193'0,"25"3"-11"0,-11 0-3 16,11 0-12-16,-11-2-11 0,11 2-1 15,-14-1-4-15,7 0-1 0,7 1 5 0,-10-3-13 0,10 3-2 16,-11-3-8-16,11 3-14 0,0 0-5 0,-12-1-5 15,12 1-9-15,0 0-9 0,0 0-8 0,0 0-10 16,-10 1-2-16,10-1-4 0,0 0-10 0,0 0 0 16,0 0-7-16,45-2-2 0,-24 2-4 0,10 0-6 15,2 0-4-15,-3-2-3 0,-2 2-11 0,-1-3-19 16,2 3-17-16,-1-2-23 0,0 4-32 0,-6-2-35 16,0 0-43-16,-3-2-48 0,9 0-64 0,-6 2-147 15,-3-3-441-15,0-1 195 0</inkml:trace>
  <inkml:trace contextRef="#ctx0" brushRef="#br0" timeOffset="157453.14">18022 9049 1996 0,'2'-27'3'0,"-2"-1"39"0,-1 3 33 15,0 1 8-15,-3 5-2 0,-1 1-5 0,1 1 4 16,0 0 23-16,1 1-6 0,-2 5 12 0,3 3 1 15,1 1-3-15,1 7-16 0,-3-10-12 0,3 10-13 16,-3-7-7-16,3 7-5 0,0 0-9 0,0 0 0 16,6 34-6-16,-4-10 4 0,2 6-3 0,-2 0 7 15,0 4 2-15,-1 2-3 0,1 10 1 0,-2 0 5 16,0-12-5-16,-1 1-11 0,2-3 7 0,-3 0-5 16,2-2 0-16,-1-1 1 0,-1 0-9 0,2-4 3 15,-2-6-12-15,1-1 2 0,-1 0 4 0,1-5-5 0,1-2 15 16,-2 0-21-16,0-1-1 0,2-2-4 15,0-1 6-15,0-7 7 0,-1 9-7 0,1-9 2 16,-3 8 33-16,3-8-2 0,0 0 3 0,0 0-9 16,0 0-5-16,0 0-4 0,0 0 4 0,2-32-13 0,3 15 12 15,4 2-19-15,2-10-4 0,3 1 8 0,4 0-15 16,0 2-6-16,-1 1 5 0,0 1-2 0,-4 5 0 16,3 2-4-16,-4 0 2 0,1 1-2 0,-1 5-1 15,-3 0 0-15,1 4-8 0,1 3 1 0,1 0 4 16,-1 3-3-16,-2 0 3 0,2 6-5 0,1 2 0 15,-1 2 6-15,-4 3-2 0,1-1-1 0,1 2 6 16,-4 2-11-16,0-2 7 0,0 3-14 0,0 5-37 16,-2-6-29-16,1 0-42 0,-1 4-39 0,-3-5-33 15,0 0-61-15,2-5-48 0,-2 0-280 0,2-3-634 16,1 0 281-16</inkml:trace>
  <inkml:trace contextRef="#ctx0" brushRef="#br0" timeOffset="157752.07">18699 9149 210 0,'1'-17'284'0,"1"0"-7"0,-4 7-7 16,4-2-16-16,-2 3-15 0,-3 2-23 0,3 7-22 16,-4-6-15-16,4 6-25 0,0 0 6 0,0 0-7 15,-24 16-3-15,8 3-9 0,-1 6-4 0,0 0-15 16,2 5-5-16,2 1-5 0,0-3-5 0,3 2-11 15,2 1-4-15,3 1-2 0,-2-1-10 0,-3-3-12 16,8 3 3-16,-2-3-1 0,0 1-11 0,3-4-8 16,0-6-16-16,1 2 9 0,0-4-2 0,0 2-5 15,1-2 2-15,-1-1-8 0,1 1-3 0,-2-4-9 16,2-3-21-16,-1-1-24 0,0-1-29 0,0-8-13 16,0 12-31-16,0-12-22 0,-4 12-20 0,2-7-23 0,2-5-33 15,-5 5-43-15,5-5-40 0,0 0-227 0,0 0-547 16,0 0 242-16</inkml:trace>
  <inkml:trace contextRef="#ctx0" brushRef="#br0" timeOffset="157931.31">18400 9415 108 0,'9'-1'222'0,"2"-3"-10"0,3 1-14 16,3-4-12-16,2 3-20 0,3 1-16 0,6 0-14 15,2-1-14-15,1 0-27 0,1 0-32 0,2 0-49 16,1 2-28-16,1 1-32 0,2-2-49 16,0 2-40-16,-3-1-96 0,2 4-250 0,-5-1 112 0</inkml:trace>
  <inkml:trace contextRef="#ctx0" brushRef="#br0" timeOffset="158238.09">18988 9449 101 0,'0'0'203'0,"0"0"8"16,0 0-4-16,-3 7-8 0,3-7-12 0,0 0-7 15,0 0-10-15,0 0-6 0,16-1-13 0,-16 1-6 16,19-2-9-16,-9-2-11 0,2 2-10 0,1-2-6 16,0 0-12-16,5-2-4 0,-6 2-1 0,2 1 5 15,0-6-10-15,0-1-7 0,-3 3-7 0,-2 0 5 16,0-2 3-16,-1-1-12 0,-2 0-5 0,-1 0 9 16,-1-2-13-16,-1 2-5 0,-2-3-1 0,-1 3-4 15,-1-2-5-15,-3 5-1 0,-1-3-2 0,-3 1-6 16,-1 2-6-16,-1 3 2 0,0 2 10 0,-11 2-18 15,-5 5 0-15,6 3 4 0,-5 3 7 0,-1 6 3 16,3 0-9-16,4 0 3 0,5-1-6 0,2 0 5 16,2 1-3-16,7 2-4 0,0 2-6 0,4-4 7 0,3 4-7 15,6-3-2-15,6 3-10 0,4-2-21 16,3-1-23-16,5-2-26 0,0-3-32 0,2 0-37 16,0-3-46-16,-3 1-38 0,1-3-47 0,-10 0-282 15,-1-1-591-15,-5-3 262 0</inkml:trace>
  <inkml:trace contextRef="#ctx0" brushRef="#br0" timeOffset="158682.37">17486 9878 36 0,'-14'2'249'16,"3"-1"-5"-16,2-1-14 0,1 1-13 0,8-1-19 15,0 0-7-15,0 0-9 0,0 0 3 0,42 10-11 16,9-8-13-16,8-2-6 0,44 3-9 0,9-3-17 15,11 0-9-15,8-3-12 0,8 5-8 0,1-4-11 16,-5 2-4-16,-1 3 4 0,-5-3-18 0,-2 3 2 16,-18 0-18-16,-7-2-6 0,-36 2-2 0,29 4-10 15,-31-4-2-15,-2 3-2 0,-4-3-2 0,-6 0-6 16,-1 1 0-16,-16 0-1 0,-2-2 1 0,-3-2 0 16,-7 1 7-16,-3 1 3 0,-1-1 1 0,-1 1 5 15,-5-1 10-15,0-1-1 0,-4-1 3 0,-2 1 1 16,-7 0-13-16,14 0 4 0,-14 0 4 0,8-4-10 15,-8 4-17-15,5-2-23 0,-5 2-31 0,0 0-31 16,0 0-39-16,0 0-43 0,-18-8-51 0,4 6-52 0,1 1-50 16,-6 1-220-16,-2 0-561 0,0 1 248 15</inkml:trace>
  <inkml:trace contextRef="#ctx0" brushRef="#br0" timeOffset="159579.94">17423 10279 143 0,'2'-8'266'0,"-2"-3"-10"0,1 3-12 16,-1 8-5-16,1-13-3 0,-1 13-21 0,2-10-15 0,-2 10-25 16,1-7-18-16,-1 7-20 0,0 0-13 15,0 0-16-15,0 0-1 0,0 0 0 0,6 24-2 0,-6-8 0 16,0 1 22-16,0 3-8 0,-2 7 1 16,0-2-4-16,0-1-7 0,1-5-11 0,-1 8-3 0,0-3-4 15,-1-4 2-15,1-2-16 0,2 2-4 16,-3-1-11-16,-1-4 4 0,4 5-12 0,-1-2-6 15,1-3-4-15,0 2 0 0,0-5-9 0,0 4-1 16,1-1-3-16,1-1-10 0,0-3-22 0,-1 1-37 0,2 0-32 16,-1-2-41-16,0 1-33 0,2-3-28 0,-3 0-46 15,-1-8-47-15,4 9-44 0,-4-4-217 0,0-5-570 16,0 0 253-16</inkml:trace>
  <inkml:trace contextRef="#ctx0" brushRef="#br0" timeOffset="159769.9">17687 10568 197 0,'10'-6'200'0,"-2"4"-5"16,2 0-12-16,1 1-13 0,2-1-16 0,0 2-14 16,6-1-12-16,0 2-12 0,2 2-16 0,-1-3-8 15,1 2-8-15,0 0-12 0,-1 0-31 0,0 1-33 16,-3 1-41-16,2-3-48 0,-6 2-48 0,-1-2-145 15,-3 1-295-15,-1-3 131 0</inkml:trace>
  <inkml:trace contextRef="#ctx0" brushRef="#br0" timeOffset="160001.79">17895 10378 8 0,'0'0'269'0,"-5"-6"-20"15,5 6-27-15,0 0-15 0,0 0-5 0,0 0-3 16,0 0 7-16,0 0-4 0,-6 19-4 0,3-7-12 16,2-2-8-16,-2 4-7 0,1 1-3 0,0 2-32 15,0 1-9-15,-1-1-8 0,2 0-2 0,0 1-21 16,-1 0-12-16,1 2 1 0,1-1-20 0,0 0-26 16,0 0-33-16,1 5-32 0,1-7-33 0,-1 2-39 15,0-2-46-15,1 1-58 0,0-5-41 0,-1-1-219 16,6 3-499-16,-3-6 221 0</inkml:trace>
  <inkml:trace contextRef="#ctx0" brushRef="#br0" timeOffset="160432.74">18295 10309 92 0,'5'-18'317'16,"-2"8"-12"-16,-1 0-13 0,0 1-31 0,1 4-22 15,-3 5-30-15,2-7-19 0,-2 7-5 0,0 0-19 16,0 0-1-16,6 28-4 0,-7-3 2 0,-1 1-11 16,0 3-9-16,1-1-10 0,-4 4-14 0,2-5-13 15,2 3-5-15,0-2-2 0,-1-1-12 0,2-2-11 16,3 1 4-16,-3-6-14 0,1-2-3 0,0 0-3 16,1 0-8-16,-1-1-4 0,-1-7-3 0,2 2-8 15,1-3-3-15,-3-3 0 0,1 2 3 0,-1-8-6 16,1 9 2-16,-1-9-1 0,0 0 9 0,0 0-1 15,0 0-9-15,0 0 2 0,0 0-6 0,0 0-3 16,0 0-2-16,15-25-3 0,-8 13-8 0,3-2 2 16,2-3-9-16,6-4 5 0,-4 6-13 0,5-4-2 15,-3 6 13-15,-1-2-10 0,-1 4 12 0,0 1-14 16,-4 5-4-16,0-2 1 0,1 4-3 0,-4 0 7 16,1 4-7-16,-8-1 1 0,14 3-3 0,-8 2 6 15,1 2 7-15,-2 0-9 0,0 3 4 0,0 0-2 16,-1 1 1-16,0 2 1 0,0 2 2 0,-3-2 0 15,1 2-12-15,0 1-38 0,-2-1-33 0,0 2-40 16,-3-2-32-16,3 1-39 0,-1-4-45 0,-2-2-57 0,2 2-268 16,1-4-614-16,0-8 273 0</inkml:trace>
  <inkml:trace contextRef="#ctx0" brushRef="#br0" timeOffset="160746.18">18811 10626 72 0,'0'0'279'0,"2"-7"-16"0,-2 7-22 0,0 0-18 16,0 0-6-16,0 0-4 0,0 0-10 0,0 0-11 0,0 0-13 15,-17 20-9-15,15-13-14 0,-2 5-13 16,0-2-5-16,4-3-19 0,-1 3-8 0,1-1-8 16,1 2-8-16,1 1-5 0,2-4-6 0,0 0-2 15,4-1-9-15,-1 0 3 0,4 1-1 0,1-4-4 0,1-1-13 16,5-3 8-16,-1 2-11 0,1-3-11 0,-6 0 1 15,6-5 0-15,-6 3 3 0,1-4 2 0,1 0-2 16,-4-3-2-16,0 2 7 0,-2-2-14 0,-3-1-2 16,-1-2-1-16,-2 1-4 0,0 1-6 0,-1-7-7 15,-4 3-6-15,1-1-12 0,-2 2-12 0,-3 3-13 16,0 0-19-16,-2 3-17 0,0-1-21 0,-1 2-27 16,-3 4-23-16,-1 0-25 0,0 3-34 0,0 1-38 15,0 1-42-15,-2 3-252 0,6 0-564 0,-3 2 249 16</inkml:trace>
  <inkml:trace contextRef="#ctx0" brushRef="#br0" timeOffset="161056.63">19099 10754 44 0,'13'-4'227'0,"-2"0"-3"16,6 0-4-16,-4-1-9 0,2-2-17 0,2-1-13 15,2 0-15-15,-4 2-12 0,3-2-2 0,-6 2 1 16,-1 1-8-16,6-5-7 0,-3 0-8 0,1 3 4 15,-6-2-11-15,-3 1 3 0,3-1-10 0,-2 2-6 16,-3-2-5-16,-1 1-11 0,-1 0-1 0,-2 8-8 16,-4-14-4-16,1 7-5 0,-3-1-8 0,-4 4 8 0,-2 0-20 15,1-1-5-15,-9 5-3 0,1 3 7 16,1 3 4-16,-3 0 4 0,-4 5-3 0,6-2-1 16,-3 6 3-16,6-3-14 0,3 1 5 0,0 1-7 15,3 0 4-15,2 4-1 0,2-2-8 0,3-1 4 16,5 0-8-16,0 2-3 0,2-5-6 0,6 2-2 15,2 0 1-15,1-1-28 0,4-3-36 0,3-2-31 16,0-2-40-16,7 1-53 0,-7-1-45 0,0 0-48 0,3-1-48 16,-2-1-279-16,-4-2-630 0,-1-1 278 0</inkml:trace>
  <inkml:trace contextRef="#ctx0" brushRef="#br0" timeOffset="161312.25">19559 10521 206 0,'0'-11'332'0,"3"1"6"0,-2 4 4 16,-1 6-12-16,1-12-15 0,-1 12-30 0,2-7-25 15,-2 7-36-15,0 0-6 0,0 0-11 0,0 0-4 16,0 0-5-16,0 0-13 0,-7 38-13 0,3-21-16 16,2 2-13-16,-5 6-11 0,0-2-9 0,0 3-12 15,2 0-7-15,0-2-11 0,-1 2-10 0,-1-7-5 16,2 5-9-16,1-4-7 0,2-1-8 0,-2-3-12 15,1 4-23-15,-1-4-33 0,3-4-44 0,1 1-49 16,-1-2-43-16,0-1-35 0,1 1-30 0,-3 0-35 0,2-2-40 16,-3-4-40-16,4-5-252 0,-4 9-629 15,4-9 280-15</inkml:trace>
  <inkml:trace contextRef="#ctx0" brushRef="#br0" timeOffset="161656.15">19591 10405 104 0,'13'-14'247'0,"-2"4"-7"0,0 0-18 0,1 4-19 15,0 1-20-15,-1 0-16 0,2 6-16 0,-3 1-12 16,2 2-7-16,-3 3 1 0,-2 2-6 16,1 4 1-16,-5 0-9 0,-3 4-5 0,0 1-11 15,-4-2-13-15,-3 2-5 0,1-3-9 0,0 1-6 0,-6 1-9 16,2-3-1-16,-3 2-5 0,0-5-8 0,0 1 0 15,0-3-7-15,2-1 1 0,1 0-4 0,-1 0-3 16,2-3-5-16,0-2 8 0,0 1-11 16,2 0 3-16,1-3-4 0,6-1 2 0,-10 3-1 0,10-3-3 15,-9 2 2-15,9-2-5 0,0 0-3 16,0 0 0-16,0 0-3 0,0 0 0 0,0 0-3 16,0 0 1-16,0 0-3 0,0 0 0 0,0 0-3 15,22 10 6-15,-13-7-1 0,2 1-5 0,0 0-15 0,1 2-29 16,6 2-28-16,2-3-35 0,-3 1-46 0,3 0-72 15,1-2-40-15,-2 2-212 0,9 0-509 0,-6 0 226 16</inkml:trace>
  <inkml:trace contextRef="#ctx0" brushRef="#br0" timeOffset="161992.99">19988 10626 219 0,'0'0'340'0,"2"-8"8"0,-2 8-17 0,0-8-20 16,0 8-27-16,0 0-34 0,0 0-27 0,0 0-3 16,0 0-3-16,0 0 2 0,0 0-4 0,0 0-14 15,-12 25-11-15,5-14-14 0,3 2-11 0,-3 3-10 16,1 1-10-16,1 0-7 0,0 2-6 0,0-1-8 16,1 1-9-16,-1-1-8 0,0 0-7 0,1 0-11 15,0-2-2-15,1 2-9 0,1 0-9 0,-2-2-4 16,1-2-8-16,1-1 2 0,-1-1-6 0,2-2-4 15,-2 0-3-15,3 0-6 0,0-2-1 0,0-8-5 16,-1 11 0-16,1-11-2 0,0 9-4 0,0-9-3 16,3 10 4-16,-3-10 4 0,6 7-2 0,3-5 1 15,1-1-4-15,7 2-3 0,5-2-1 0,6-1-7 16,4-3-11-16,4 1-24 0,2 0-41 0,0-3-54 16,1-1-58-16,-2 0-77 0,-3 1-73 0,1-2-89 0,-8 0-373 15,-1 1-848-15,-7 0 377 0</inkml:trace>
  <inkml:trace contextRef="#ctx0" brushRef="#br0" timeOffset="186021.03">18737 11189 30 0,'9'-6'47'0,"-9"6"-3"16,5-4 2-16,-5 4-8 0,7-4-1 0,-7 4-6 15,5-4-3-15,-5 4-12 0,4-6 3 16,-4 6-9-16,6-6 1 0,-6 6 2 0,0 0-8 0,1-10 2 16,-1 10-11-16,0-8 6 0,0 8-5 0,3-8 3 15,-3 8-11-15,0 0 4 0,2-9-5 0,-2 9-5 16,2-7-11-16,-2 7 4 0,5-6 0 0,-5 6-19 15,5-7-46-15,-5 7 21 0</inkml:trace>
  <inkml:trace contextRef="#ctx0" brushRef="#br0" timeOffset="186476.87">18544 11058 15 0,'0'0'75'0,"-15"-3"1"0,7 3 5 16,8 0-11-16,-14-4 7 0,8 2 10 0,6 2-3 15,-13-2-13-15,13 2 4 0,-11-2 1 0,11 2 1 0,-9-1-10 16,9 1-3-16,0 0-8 0,-10-1-1 16,10 1-8-16,0 0-1 0,0 0-9 0,0 0-1 15,0 0-3-15,0 0-2 0,0 0-10 0,0 0 12 16,39 11-4-16,-10-7-1 0,10 0 3 0,17-1 0 15,0 4-3-15,12-4 0 0,24 3-8 0,1 1 2 0,0-3-7 16,3 1 0-16,-2 1-1 0,-2-2-4 0,4 0-1 16,-1-2 5-16,-3-1-4 0,-2 3-2 15,-26-1 4-15,27-1-9 0,-29 1 6 0,-2 0-7 0,0 1 7 16,-4-4-1-16,-3 2 1 0,-2 2-2 0,0-3-3 16,-14 0 3-16,-2-1-4 0,-2 0 2 0,-5 0-4 15,-6 2 7-15,-5 0 1 0,-4-1-1 0,-1-1-1 16,-2 1 1-16,-1 1 3 0,-9-2 17 0,13 0 5 15,-8 1 5-15,-5-1 3 0,0 0 3 0,13-1 1 16,-13 1-7-16,0 0-5 0,0 0-4 16,0 0-4-16,0 0-1 0,0 0-2 0,0 0-2 0,0 0-3 15,0 0-10-15,-21-12-11 0,21 12-19 0,0 0-19 16,0 0-28-16,-14 2-19 0,14-2-35 0,0 0-46 16,-14 4-123-16,14-4-316 0,-9 2 140 0</inkml:trace>
  <inkml:trace contextRef="#ctx0" brushRef="#br0" timeOffset="188616.83">22947 10865 67 0,'-4'-14'172'0,"4"14"-2"15,0 0-10-15,5-18-9 0,-1 9-1 0,-1 3-7 0,3-5-1 16,-2 1-2-16,0-5-3 0,1 5-1 0,-1-1-4 16,1-5 8-16,-1 4-11 0,1 1-1 15,0-4-20-15,-1 2-3 0,0 2-9 0,-1-5-8 0,0 5-6 16,0 0-7-16,-1-1-6 0,1 1-1 0,-2 1-3 16,1 2 12-16,0-2-23 0,-2 10-2 0,0-12-5 15,1 6-5-15,-1 6-2 0,0 0-1 16,0-12-5-16,0 12-3 0,1-6-3 0,-1 6-8 0,0 0-3 15,0 0-1-15,0 0-2 0,0 0 1 0,0 0-3 16,-20 14-1-16,15-4-3 0,1-1 8 0,-1 3-8 16,1-1-5-16,0-1 0 0,4-1 0 0,0 7-7 15,1-5-6-15,2-2-9 0,1 1-13 0,0 1-2 16,1-1-15-16,2 0-17 0,1 0-25 0,1-2-29 16,1 0-29-16,-2 0-26 0,3-2-24 0,-2-1-21 15,0 1-160-15,-2-2-411 0,0-1 183 0</inkml:trace>
  <inkml:trace contextRef="#ctx0" brushRef="#br0" timeOffset="188774.26">23106 10433 166 0,'0'0'144'0,"-6"-5"-24"0,6 5-30 0,0 0-19 0,0 0-29 16,0 0-51-16,0 0-40 0,0 21-48 15,0-21-103-15,9 10 46 0</inkml:trace>
  <inkml:trace contextRef="#ctx0" brushRef="#br0" timeOffset="189020.31">23504 10454 92 0,'0'0'239'0,"2"-12"-13"0,-2 12-9 0,0 0-29 0,0 0-17 15,0 0-12-15,0 0-14 0,0 0-2 0,0 0-5 16,-6 36-5-16,3-17 0 0,-3 8 11 0,0 2-16 16,-3 3-8-16,0-2-13 0,0 6-6 0,0-2-2 15,3 0-20-15,0 0-6 0,0-4-7 0,2 0-6 16,2-6-3-16,-1 4-9 0,0-2 0 0,4 1-5 16,-2-8-19-16,1 2-21 0,0-4-20 0,0 2-25 15,0-2-30-15,-2-1-31 0,1-4-29 0,0-1-23 16,0-2-34-16,-1-3-16 0,2-6-20 0,-4 12-116 15,1-11-370-15,3-1 165 0</inkml:trace>
  <inkml:trace contextRef="#ctx0" brushRef="#br0" timeOffset="189151.65">23370 10807 14 0,'1'-10'139'0,"-1"10"-17"15,7-6-12-15,1 3-7 0,3 0-15 16,3 0-22-16,6 1-19 0,7 0-24 0,4-1-39 15,3 1-39-15,1 2-53 0,2-2-115 0,18-4 52 16</inkml:trace>
  <inkml:trace contextRef="#ctx0" brushRef="#br0" timeOffset="189558.37">24230 10486 30 0,'-1'-11'231'0,"1"1"-5"0,-3 1-4 0,3 2-17 15,0 7-21-15,-2-10-21 0,2 10-16 16,0 0-15-16,0 0-3 0,0 0 6 0,6 32-11 16,-3-12-10-16,-1 8-7 0,1 4-10 0,-1 0-6 0,1 0-8 15,0 4-9-15,-1-2-5 0,-1 0-14 0,4-2-1 16,-1-2-4-16,1-1-5 0,-2-4-4 0,-2-6-3 16,3 1-6-16,-4-4-3 0,0-3-3 0,1-4 0 15,-1 2-1-15,2-5 1 0,-2-6-4 0,0 14 12 16,0-9 8-16,0-5 9 0,0 0-7 0,0 0-5 15,0 0 2-15,0 0-5 0,0 0-4 0,0 0 6 16,0 0-11-16,0 0-5 0,1-26-2 0,5 14-2 16,4-4-3-16,3 0-2 0,6-4-11 0,-1 1 0 15,5-1-2-15,1 4 0 0,0 0-2 0,-1 4 2 16,1 0-3-16,-5 5 2 0,-2 4-1 0,-3 1-1 16,4 4 1-16,-4 0-2 0,-1 1-2 0,-2 4 4 15,2 6 0-15,-4-4-2 0,1 4-2 0,-2 1 3 16,-2 4 3-16,-2-3-2 0,2 0 3 0,-6 1-3 15,0 1 5-15,3-2-1 0,-6-1-9 0,1 1-35 16,-1-3-25-16,1 1-43 0,-2-2-52 0,0-2-41 16,3-2-49-16,-3 2-187 0,1-4-473 0,2 0 210 15</inkml:trace>
  <inkml:trace contextRef="#ctx0" brushRef="#br0" timeOffset="189844.24">24828 10852 197 0,'4'-5'228'0,"-4"5"-14"16,1-7-15-16,-1 7-24 0,0 0-2 0,0 0-4 0,0 0-8 16,0 0-11-16,0 0-5 0,3 22-9 15,-4-13-8-15,-1-1-16 0,2 4-9 0,2 0-11 0,-1-2-9 16,5 1-9-16,-2 0-2 0,3-3-7 16,2 2-4-16,1-1 3 0,1-4-5 0,7 1-1 0,-1 0-1 15,2-3-4-15,0-2-5 0,-1-1 1 0,-1-1 0 16,-2-2 3-16,0-1 7 0,-1 0 8 15,-5-2-5-15,0 0 15 0,2 0-26 0,-5-4-3 16,-1 0-8-16,-1-1-4 0,-4-1-3 0,0 1-8 0,-1-1-7 16,-2-4-20-16,-5 2-19 0,3-1-19 0,-5 6-18 15,1-5-16-15,1 8-28 0,-3 0-41 0,-1 0-42 16,1 2-38-16,-1 1-44 0,0 3-172 0,1 0-473 16,11 0 210-16</inkml:trace>
  <inkml:trace contextRef="#ctx0" brushRef="#br0" timeOffset="190186.28">25167 10977 86 0,'18'-4'198'15,"0"2"-4"-15,0-4 3 0,1 3-5 0,0-4-12 16,-3 0-7-16,-1-2 1 0,2 2-9 0,-4-2 1 16,5-1-6-16,-4 0-8 0,-1-2-9 0,0 0-10 15,0 0-5-15,-1-2-6 0,-3 0-8 0,-1-1 3 16,-2 1-17-16,-3 3-8 0,1-1-18 0,-3 2 2 15,0-4-8-15,-2 4-9 0,0-1-6 0,-6 2-7 16,1 2 4-16,1 2-13 0,-4 2-4 0,-3 2-4 16,-2 1 11-16,-2 6-7 0,-9 6-3 0,0 4-2 15,-2 1 1-15,3 2 7 0,3 1 1 0,0-1 11 16,0 2-18-16,8-6 0 0,5 4-7 0,0-4-2 16,4 2 0-16,4-1 3 0,1 1-1 0,7-1-6 0,3 0 15 15,5-4-22-15,8 2-5 0,4-3-22 16,1-4-24-16,2 3-16 0,3-5-12 0,2-3-9 15,0 2-28-15,0-2-27 0,-2-2-13 0,-4-1-14 16,-9 1-9-16,-1-2-6 0,-1-1-11 0,-6-1-14 0,-2-3 1 16,-1 0-24-16,-1-1-123 0,3-4-373 0,-2-3 166 15</inkml:trace>
  <inkml:trace contextRef="#ctx0" brushRef="#br0" timeOffset="190406.73">25724 10764 64 0,'5'-27'169'0,"2"-1"2"15,-2 2-1-15,-1 1 3 0,-2 6 17 0,2 3-1 16,-1 3 14-16,-2 4-6 0,0-2-3 0,0 4-4 15,2 1-12-15,-3 6-8 0,3-9-23 0,-3 9-14 16,0 0-11-16,0 0 0 0,0 0 12 0,0 0 19 16,2 22-26-16,0-4-1 0,-2 6 10 0,1 4-24 15,-2-1-1-15,-1 3-10 0,0-2-8 0,-1 2 1 16,0-2-3-16,1 2-20 0,0-3-9 0,0 1-1 16,0-3-6-16,0-6-3 0,-2 2-14 0,3-2-36 15,-1-1-29-15,0 0-20 0,-2-1-34 0,2-5-25 16,-3 0-21-16,2 0-25 0,-5-1-35 0,3-2-39 15,0 1-35-15,-2-4-40 0,0 1-180 0,1-4-522 16,6-3 231-16</inkml:trace>
  <inkml:trace contextRef="#ctx0" brushRef="#br0" timeOffset="191043.21">25833 10554 64 0,'4'-11'211'15,"2"1"-9"-15,-1 0-5 0,2 1-7 0,-1 2-13 16,1 4-9-16,0-1-10 0,2 3-13 0,0-1-8 16,-9 2-12-16,19 2-13 0,-11 0-12 0,3 2-11 15,-4 2-5-15,1 1-7 0,-2 3-8 0,0-2-6 16,-2 2-5-16,-3 1-4 0,0 0-7 0,-3 0-2 16,0 0 1-16,-4 0-5 0,1-2-1 0,-4 7-5 15,0-7-2-15,1-1-2 0,-2 2-3 0,3-3-2 16,-2 2 0-16,1 0-5 0,0-2-1 0,-1 2-5 15,5-4 1-15,-2 3-4 0,2-4-1 0,1 3-4 16,0-2 6-16,-1 1-5 0,4-6-1 0,0 13-2 0,0-13 6 16,4 12-2-16,-1-7-2 0,3 3-2 0,3-2 2 15,2-1-7-15,3-1-14 0,2 1-23 16,6 0-16-16,-3-1-20 0,2-1-18 0,2-2-11 16,4 3 0-16,3-1-4 0,1-1-17 0,-2-2 7 0,0 0-16 15,-1-2 8-15,-7 2 0 0,0-2 3 0,2 1 17 16,-4-6 8-16,-3 4 21 0,-3-3 14 0,3-2 18 15,-7 1 3-15,-2-1 18 0,2 1 18 0,-2-5 32 16,-1 3 17-16,-1-1 10 0,-1 1 14 0,1 0 24 16,-2 1 8-16,1 1 7 0,-4 0 3 0,0 7 4 15,0-10-5-15,0 10 1 0,4-8-17 0,-4 8-9 16,0 0-12-16,0 0 16 0,0 0 8 0,0 0 14 16,0 0 4-16,-8 28-2 0,3-10 3 0,-4 7 2 15,4-1-3-15,-1 3 6 0,-5 1-16 0,3-1 7 16,0-2-7-16,1 1-13 0,0 0-1 0,0-6-7 15,1 2-3-15,1 4-11 0,1-9-1 0,-1-2-7 16,3-1 0-16,0-4-9 0,2 1 3 0,-3 0-12 16,6-2-3-16,-3 0-2 0,0-9-3 0,0 13-3 15,4-6 6-15,-4-7-6 0,1 7 4 0,5-3-4 16,-2-1-7-16,-4-3 8 0,14 5 1 0,-3-5 2 16,0 0-5-16,7-2-4 0,0 0 0 0,2-1-4 15,1 1 2-15,-2-1-8 0,4 0-17 0,6-3-5 16,-8 2-37-16,6 0-28 0,2 1-12 0,-9 0-46 15,1-1-32-15,-4 0-34 0,-5 2-42 0,1 1-54 0,1-1-41 16,-3 1-274-16,0-3-653 0,3-1 288 16</inkml:trace>
  <inkml:trace contextRef="#ctx0" brushRef="#br0" timeOffset="192895.67">27162 10627 129 0,'0'0'160'0,"6"-5"-11"16,-6 5-7-16,1-7-13 0,-1 7-13 0,0 0-12 0,0 0-6 15,0 0 1-15,0 0 10 0,0 0-2 16,0 0-5-16,-25 22-3 0,12-13-8 0,-10 10-7 16,0-6-4-16,1 3-3 0,-1-1-10 0,1-2-5 15,5 0-5-15,0-2-11 0,0-2-7 0,1-1-6 0,5 0 6 16,1-2-3-16,1-2-3 0,3-2-3 0,-1 1 3 15,1 2-1-15,6-5-4 0,-8 6 3 16,8-6-1-16,-6 2-7 0,6-2 5 0,0 0-4 0,0 0-3 16,-5 4-1-16,5-4-6 0,0 0 0 15,0 0-5-15,0 0-1 0,0 0 1 0,28-3-1 16,-16 4-2-16,-2 1-2 0,3 0 1 0,3 2-3 0,-2 1 3 16,1-1 7-16,5 1-12 0,-1 2-4 0,8 2-18 15,-12-3-13-15,6 1-24 0,-2 1-29 0,-1 0-28 16,1-2-25-16,-4-1-25 0,6 3-34 0,-6-1-109 15,-3-2-335-15,1 1 148 0</inkml:trace>
  <inkml:trace contextRef="#ctx0" brushRef="#br0" timeOffset="193115.34">26933 10999 164 0,'-9'0'177'0,"9"0"-6"0,-11 1-9 16,11-1-6-16,-7 1-7 0,7-1-8 0,0 0-6 16,0 0-9-16,0 0-14 0,0 0-7 0,18 10-10 15,-2-6-8-15,1 1-12 0,1 0-5 0,0-1-10 16,4 3-1-16,-3-3-23 0,0 1-23 0,0 1-22 16,2 1-38-16,-4-2-27 0,1 1-36 0,0 0-34 0,-4-3-142 15,-1 0-308-15,-1-1 137 0</inkml:trace>
  <inkml:trace contextRef="#ctx0" brushRef="#br0" timeOffset="196177.06">27806 10639 113 0,'0'0'137'0,"0"0"-18"16,0 0-13-16,0 0 4 0,0 0-11 0,0 0 7 0,0 0-14 16,0 0 1-16,0 0-7 0,0 0-5 0,0 0-3 15,0 0-8-15,0 0-3 0,0 0 2 16,0 0-6-16,2-12-13 0,-2 12 1 0,0 0-6 0,0 0-5 16,5-13-5-16,-2 9-3 0,-3 4-9 0,6-6 5 15,-6 6-2-15,8-7-4 0,-6 4-1 0,4-1-7 16,-6 4 7-16,7-8-10 0,-1 3 4 15,1 0-5-15,-4 1-1 0,-3 4 7 0,9-9 2 0,-5 7-2 16,-4 2 5-16,9-6 1 0,-9 6 1 0,2-6-1 16,-2 6-3-16,7-8-2 0,-7 8 0 0,4-7 0 15,-4 7-1-15,5-4 3 0,-5 4-4 16,0 0 3-16,2-7-2 0,-2 7-9 0,0 0 6 0,0 0-5 16,0 0-3-16,0 0 2 0,0 0-8 0,0 0 2 15,0 0-4-15,0 0 1 0,0 0 1 0,0 0 5 16,0 0-4-16,0 0 8 0,6 23 5 0,-8-13 3 15,0 3 1-15,2 0-1 0,-4 3 0 0,2 0 1 16,-1 1 1-16,1 4 5 0,-2-4 4 0,-1 3-2 16,4-1 1-16,-2-1-3 0,2-1-1 0,-3 0-1 15,2-1-2-15,1 0-7 0,-1-4 4 0,2 2-2 16,-3-4 0-16,0 1 1 0,1 0-4 0,2 0-3 16,-2 0 3-16,2-3-4 0,0-1 2 0,0-7-1 15,-2 10-1-15,2-10 0 0,-2 10-3 0,2-10 2 0,-3 7-1 16,3-7 1-16,0 0 1 0,-1 8 0 0,1-8 1 15,0 0 7-15,0 0-4 0,-6 5 3 16,6-5-4-16,-9 0 2 0,9 0 0 0,0 0-4 16,-18-3 0-16,18 3-4 0,-13-2 4 0,4-1-1 0,2 1-3 15,7 2 2-15,-16-3-1 0,10 0 1 16,-2 1-3-16,8 2 0 0,-8-4-3 0,8 4 3 0,-7-1-3 16,7 1 2-16,0 0-1 0,0 0-4 0,-9-3 0 15,9 3 3-15,0 0-2 0,0 0 0 0,0 0-1 16,0 0 1-16,0 0-10 0,0 0-7 0,24 15-14 15,-10-10-18-15,4-3-14 0,5 2-24 0,10 0-28 16,3-2-26-16,2 1-20 0,-1 0-32 0,-2-1-139 16,3 0-362-16,-2 0 161 0</inkml:trace>
  <inkml:trace contextRef="#ctx0" brushRef="#br0" timeOffset="199249.91">14993 12616 166 0,'-3'-11'182'0,"1"1"11"0,-2 1-8 0,-1-1-19 16,0-2-11-16,1 3-7 0,0-3 8 0,-1 2-15 15,1 2 4-15,0 1-8 0,0 2-11 0,4 5-14 16,-2-10-11-16,2 10-15 0,-6-7-7 0,6 7-10 15,0 0-10-15,0 0-4 0,0 0 0 0,-11 13 8 16,6-4-5-16,-1 3-3 0,-3 3-7 0,-2-1-7 16,1 3 2-16,3-1-8 0,-4 3-3 0,1-3-4 15,1-2-3-15,2 0-1 0,-4 0 0 0,7-2-6 16,-4-3 2-16,4-1-5 0,-1 1 1 0,-1-3-2 16,5-1-2-16,1-5 3 0,-5 9-1 0,5-9 6 15,-4 5 11-15,4-5 13 0,0 0 2 0,0 0-3 16,0 0-8-16,0 0-4 0,0 0-1 0,8-23-3 15,-4 8-2-15,2-3-4 0,1-5-2 0,4-3-4 16,-1-3 1-16,3 2-2 0,0-1-3 0,1-2-5 0,0-1 0 16,-1 3-1-16,3 0-7 0,1-5-2 15,-2 5-1-15,-1-1 2 0,2 1-1 0,-2 2 3 16,2 0 1-16,-3 5-3 0,-4 5 0 0,2 1 1 16,-4 5-1-16,1 0 0 0,2 4-6 0,-5-1 3 15,1 1-2-15,-6 6 0 0,0 0-3 0,14 0 0 16,-14 0 4-16,14 10-1 0,-8 0 5 0,-1 1-2 15,1 7 2-15,2 0-3 0,-5 1 1 0,0 1 5 16,1 4-4-16,-1 2-1 0,-1-1 3 0,1-5 4 16,-2 0-3-16,-1 6-3 0,5-1 3 0,4 0 1 15,-5-6 0-15,1 4 0 0,-3-4-1 0,0 1 2 0,2-2-4 16,-3-3-3-16,1 3-25 0,-2-1-19 16,-1-1-20-16,1-4-31 0,-1 1-29 0,0-1-36 15,-3-1-40-15,1 0-39 0,-1-1-158 0,-2-1-436 16,-3-2 193-16</inkml:trace>
  <inkml:trace contextRef="#ctx0" brushRef="#br0" timeOffset="199426.39">14887 12533 10 0,'0'0'182'0,"-7"-6"-14"0,7 6-16 0,0 0-15 16,0 0-12-16,13-12-8 0,0 11-16 0,6-2-12 15,2 1-8-15,8 1-13 0,2 1-31 0,1 1-35 16,3-1-30-16,-3 2-37 0,3-2-34 0,-5 2-81 16,-3-1-194-16,-5 2 85 0</inkml:trace>
  <inkml:trace contextRef="#ctx0" brushRef="#br0" timeOffset="199927.91">15408 12519 20 0,'0'0'148'15,"4"-5"-8"-15,-4 5-9 0,8-5-9 0,-1 1-5 16,4 0-8-16,1 1-8 0,4-3-10 0,3 1-9 16,1 3-6-16,2-1-7 0,-2 0-13 0,0-1-10 15,-3 2-20-15,-4 1-16 0,-1-2-9 0,-12 3-9 16,16-2-12-16,-16 2-7 0,15-2 6 0,-15 2 3 16,8-2-5-16,-8 2 2 0,0 0 2 0,0 0 1 15,0 0 3-15,0 0 2 0,0 0-2 0,0 0 9 16,0 0 14-16,0 0 0 0,-32-7 5 0,32 7 11 15,-14 2 0-15,14-2 3 0,-15 4 4 0,10-1 6 16,-2 0-6-16,1 4 5 0,1 0 14 0,0 2 1 16,1 1 5-16,0 2 6 0,0 5 6 0,3-1-14 15,0 2 5-15,2 7 8 0,-1-5-3 0,0 4-7 0,2-5-4 16,0 0-2-16,1-1-4 0,-1 0-7 16,1 0 0-16,-2 0-2 0,-1-1-8 0,0-1 1 15,0-1-1-15,0 1-6 0,0-5 0 0,-1 1-2 16,-1-2-2-16,1-1-3 0,-1 0 0 0,0-1-1 15,-2-2-2-15,2 0-1 0,-3-2 1 0,-2 0-1 16,0 4 2-16,0-7-4 0,0 2-2 0,7-3 3 16,-18 1-3-16,9-1 0 0,1-2 0 0,-2-1-1 15,1 0-2-15,1 2 0 0,1-4 2 0,0 1-3 16,2-1 0-16,5 5-2 0,-9-8-1 0,9 8 0 0,-6-6-1 16,6 6-1-16,-5-4-2 0,5 4 1 0,0 0 0 15,0 0-2-15,0 0-1 0,0 0 2 16,0 0-3-16,22 1 4 0,-22-1-1 0,18 5 2 15,-7-1 0-15,4 0 1 0,0-1 0 0,5 2-3 16,-2-2-22-16,3 3-39 0,6-3-57 0,2-1-69 16,-2-2-179-16,3-2-398 0,2 0 176 0</inkml:trace>
  <inkml:trace contextRef="#ctx0" brushRef="#br0" timeOffset="200392.81">16524 12630 98 0,'0'0'196'16,"0"0"-5"-16,0 0-4 0,0 0-2 0,0 0-14 0,0 0-12 15,0 0-14-15,-13-3-11 0,13 3-6 0,0 0-9 16,-6-8-2-16,3 3-14 0,3 5-9 0,-6-7-8 16,4 0-9-16,2 7-4 0,-3-13-4 0,3 6-6 15,-2-2-6-15,2-1-3 0,0 10-7 0,4-20-3 16,-1 9-6-16,0 1-6 0,1-1-1 0,3 0-3 16,3-1-4-16,-2 3-4 0,-1 0-5 0,1 3 1 15,-3 2-5-15,3 0 1 0,-2 1-4 0,-6 3-2 16,13-1 2-16,-13 1 0 0,14 4-2 15,-8-2 0-15,5 2 0 0,-4 1-3 0,3-1-1 0,1 2 0 16,-1 0 4-16,1-2 3 0,2 1 1 0,0-1 7 16,0-2-2-16,1 0 2 0,4 1-3 0,-4-1-2 15,-3 0 4-15,0 0 1 0,-1-2 0 0,-10 0 0 16,14-3-5-16,-9 2 0 0,-5 1-5 0,14-5-18 16,-6-1-10-16,-1 0-10 0,-3 1-23 0,0-1-17 15,1-1-24-15,-4 1-29 0,2-1-19 0,-3 7-24 16,2-11-18-16,-2 11-17 0,3-8-128 0,-3 8-356 15,0 0 159-15</inkml:trace>
  <inkml:trace contextRef="#ctx0" brushRef="#br0" timeOffset="200738.52">16538 12832 200 0,'0'0'195'0,"-8"-2"-3"16,8 2-8-16,0 0-12 0,-12 0-5 0,12 0-2 16,0 0-6-16,-11-4-11 0,11 4-11 0,-5-5-8 15,5 5-4-15,-6-7-11 0,6 7-8 0,-3-9-5 16,3 9-11-16,0-7-7 0,0 7-8 0,5-11-7 16,-2 6-7-16,-3 5-4 0,9-5-6 0,-4 1-3 15,1 2-9-15,2-1 0 0,-8 3-3 0,14-1-5 16,-5 0-5-16,0 1 0 0,1 1-2 15,0-1 5-15,3 0-2 0,-1 1-8 0,3 0 0 0,2 1-1 16,-3 0-1-16,0 0 1 0,3-2-1 0,-7 2-2 16,5-2-1-16,-4 2-3 0,0-2 0 0,-4 2-3 15,1-1-1-15,-8-1-5 0,11 4-13 0,-5-1-12 16,2-1-14-16,-4 2-23 0,-4-4-24 0,11 5-31 16,-6-4-36-16,4 2-37 0,2 1-48 0,1-1-161 15,4-3-428-15,-2-3 190 0</inkml:trace>
  <inkml:trace contextRef="#ctx0" brushRef="#br0" timeOffset="201316.34">17661 12246 25 0,'0'-9'245'15,"0"2"-14"-15,0 7-13 0,3-12-6 0,-3 12-17 0,-3-9-15 16,3 9-22-16,0 0-18 0,3-11-17 0,-3 11-15 15,0 0-12-15,0 0-9 0,0 0-9 16,4 30 5-16,-3-3-4 0,0-1-6 0,-1 4-8 16,-2 2-1-16,0-3-7 0,1 3-7 0,-3-3-3 15,3 0-3-15,1 0-1 0,1 0 0 0,-2-4-6 0,0-6-3 16,-1 2-1-16,1-5-4 0,1 1-6 0,-1-5 0 16,1-2-1-16,0 0-2 0,-1-2 2 15,-1-1-5-15,2-7 8 0,-1 11 5 0,1-11 16 0,-1 9 15 16,1-9 14-16,0 0 9 0,0 0 1 0,0 8-6 15,0-8-13-15,0 0-1 0,0 0-8 0,0 0-2 16,0 0-11-16,0 0-6 0,0 0-4 0,-2-33-10 16,6 23-1-16,3-7-9 0,3 1-6 0,3-6 3 15,2 8-9-15,-1-1-4 0,10-4 4 0,1 4-8 16,-1 1-2-16,3 4 3 0,-7 3-2 16,1 1-1-16,-2 2 1 0,0 2 0 0,-1 2-1 0,-4 2-3 15,-2 2 8-15,0 2-3 0,-3 4 2 0,0 1 0 16,0 4 4-16,-3 1-6 0,0 0 1 0,-5 2-2 15,0 2 5-15,-1-4-4 0,-1 2 3 0,0-1-25 16,-3 0-24-16,2-3-28 0,0 2-35 0,-2-3-35 16,0-1-46-16,3 1-42 0,0-5-55 0,-1 1-152 15,2-3-480-15,0-6 212 0</inkml:trace>
  <inkml:trace contextRef="#ctx0" brushRef="#br0" timeOffset="201923.17">17254 12581 180 0,'0'0'207'0,"0"0"-15"0,-9-2-14 0,9 2-18 0,0 0-11 16,0 0-10-16,0 0-4 0,-11-3-6 0,11 3-2 16,0 0-7-16,-10 0-6 0,10 0-2 0,0 0-9 15,0 0-3-15,0 0-2 0,0 0-3 0,-8-1-4 16,8 1-2-16,0 0 0 0,0 0 3 0,0 0-6 15,0 0-1-15,0 0-2 0,0 0-4 0,0 0-6 0,0 0-8 16,0 0-4-16,0 0-3 0,0 0-4 16,0 0-5-16,0 0-6 0,0 0 0 0,26-10-7 15,-20 8-2-15,-6 2-1 0,13-2-3 0,-4 0-7 16,-1 1 0-16,-2-1-4 0,7 1 1 0,-7 0-5 16,-6 1 2-16,16-1-2 0,-5 2 1 0,-1-1-5 15,1-1 0-15,0 2 2 0,-1-1-9 0,-3 0 3 16,2 1-7-16,-9-1-18 0,13 0-16 0,-8 1-20 15,-5-1-16-15,9 2-20 0,-9-2-21 0,7 3-21 16,-7-3-45-16,7 2-36 0,-7-2-45 0,0 0-184 16,0 0-478-16,2 9 212 0</inkml:trace>
  <inkml:trace contextRef="#ctx0" brushRef="#br0" timeOffset="202477.49">18417 12451 150 0,'-3'-5'213'0,"3"5"-13"0,-7-9-10 0,7 9-14 16,-7-7-20-16,7 7-14 0,-9-4-15 16,9 4-9-16,-12 0-11 0,12 0 5 0,-15 9-6 15,7-1-11-15,-1 5 2 0,-1 3-3 0,3 2 13 16,-2 7-9-16,0 1-2 0,0 5-8 0,1-3-3 0,2 2 0 16,3-1-7-16,1 1-5 0,0-2-6 15,1 1 5-15,1-2-9 0,0 1 2 0,-1-3 0 16,-2 0-2-16,3 0 1 0,-1-1-2 0,1-5 0 15,-3 5-4-15,1-5-6 0,2 0-3 0,0 0 0 16,0-2-7-16,0-1-4 0,-3 2-3 0,2-2-3 0,-2-1-1 16,2-3-4-16,1-2-8 0,-5 0-16 0,1-2-16 15,2 0-19-15,-5-2-20 0,4-1-22 16,-4 0-25-16,2-2-32 0,-2 1-37 0,7-4-49 16,-13 1-40-16,5-2-205 0,-2-2-500 0,-1-2 222 0</inkml:trace>
  <inkml:trace contextRef="#ctx0" brushRef="#br0" timeOffset="202634.25">18089 12849 59 0,'2'-8'195'0,"3"3"-19"0,-5 5-15 0,11-11-3 16,-3 4-3-16,5 2-11 0,-2-1-12 0,8-1-9 16,1 2-17-16,0 0-10 0,7 0-11 0,1 2-7 15,0 0-23-15,-6 0-39 0,5 2-55 16,1-1-57-16,-1 0-172 0,-8 2-289 0,1-3 127 0</inkml:trace>
  <inkml:trace contextRef="#ctx0" brushRef="#br0" timeOffset="202970.53">18592 12854 89 0,'0'0'211'0,"10"-1"3"0,-10 1 5 15,9-4-9-15,-2 0-11 0,1 2-14 0,2-4-15 16,-1 3-9-16,5-1-6 0,3-1-12 0,2-2-2 15,0 0-5-15,1-3-6 0,-1 3-6 0,0-2-4 16,-4 1 0-16,2-2-7 0,-2-1-14 0,0 1-7 16,-6 1-12-16,-1-2 1 0,-1 2-10 0,0-1-1 15,-2 1-10-15,-5-1-6 0,0 1-3 0,0 9-7 16,-2-17-9-16,-2 12-3 0,-2 0-9 0,-5 0 3 16,0 4-4-16,-10 0-3 0,2 2 1 0,0 5-1 15,-2 1 5-15,-4 3 3 0,-2 3 2 0,10-1 8 16,-4 3 3-16,0 3-10 0,9-2 1 0,0-1-6 15,3 0-6-15,1 2 4 0,5-2-2 0,1 5 3 16,6-5-4-16,3 2 10 0,1-3 4 0,4 1-25 16,3-3-14-16,8 2-19 0,3 2-28 15,-1-5-30-15,5-1-41 0,-1-2-31 0,1 1-40 0,0-4-39 16,1 1-26-16,-3-2-34 0,-2 0-164 0,-5-2-496 16,1 0 220-16</inkml:trace>
  <inkml:trace contextRef="#ctx0" brushRef="#br0" timeOffset="203095.37">19256 12939 211 0,'0'0'215'0,"0"0"-11"0,4-6-22 15,-4 6-21-15,0 0-19 0,0 0-37 0,0 0-56 16,0 0-53-16,0 0-55 0,0 0-142 0,0 0-218 16,-22-6 96-16</inkml:trace>
  <inkml:trace contextRef="#ctx0" brushRef="#br0" timeOffset="204105.9">13909 12124 123 0,'0'0'181'0,"0"0"-3"0,0 0-13 0,0-10-10 16,0 10-12-16,0 0-5 0,0 0-11 0,0 0-9 16,0 0-12-16,0 0-8 0,1-7-11 0,-1 7-5 0,0 0-11 15,0 0-5-15,0 0-8 0,0 0-3 16,0 0-8-16,0 0-7 0,0 0-8 0,0 0 1 16,0 0-3-16,0 0-1 0,0 0-4 0,0 0-2 15,0 0-3-15,0 0-4 0,0 0 0 0,0 0-5 0,0 0 2 16,0 0 3-16,0 0-6 0,0 0 1 0,0 0 0 15,0 0 0-15,0 0-2 0,0 0 2 16,0 0-1-16,0 0 0 0,0 0 6 0,7-3 1 16,-7 3 6-16,0 0 2 0,0 0 2 0,0 0 2 0,0 0-3 15,0 0 2-15,0 0-1 0,0 0-1 0,0 0 1 16,0 0-3-16,0 0-1 0,0 0-2 0,0 0-3 16,0 0-4-16,0 0-4 0,0 0 0 15,0 0-2-15,0 0-2 0,0 0 2 0,0 0-2 16,0 0 2-16,-4 26 1 0,4-15 2 0,-3 4 1 0,1 4 3 15,-3 6-2-15,3 0 0 0,0 0 1 0,0 3-1 16,1 3 9-16,0 1 3 0,0 0-1 0,-1 2 1 16,0 0 21-16,2 0-6 0,0 2 2 15,0 9-3-15,2-11-3 0,0 2 3 0,-2-2 2 0,1 1 4 16,1-3-6-16,-2 1-2 0,0-2 2 0,0-2-2 16,0-2-3-16,-1 1 5 0,1 2-4 0,0-2-2 15,-1 1 10-15,1-5-15 0,0-1-6 16,-1-3 2-16,-1-3 2 0,0 2-5 0,0-3-2 0,0-1 0 15,2 0 0-15,-2-3-6 0,-1 4 6 0,3-5 3 16,-4 0-13-16,2 0 3 0,-2-3-3 0,2-1 1 16,0 0-4-16,2-7 2 0,-4 10-9 0,4-10-12 15,-4 7-13-15,4-7-26 0,-2 3-25 0,2-3-18 16,0 0-33-16,0 0-36 0,0 0-37 0,-19-10-27 16,17 4-34-16,2 6-191 0,-4-16-489 0,4 6 218 15</inkml:trace>
  <inkml:trace contextRef="#ctx0" brushRef="#br0" timeOffset="205750.72">13867 11898 59 0,'-4'-4'124'0,"4"4"-14"0,-9-4 5 0,9 4-8 0,-8-5-7 15,8 5-12-15,-8-3-3 0,8 3-13 16,0 0-7-16,0 0-5 0,0 0-6 0,0 0-12 16,0 0-4-16,20-7 3 0,-1 7-4 0,7 0-5 0,6-2 3 15,4 2-3-15,4-1-2 0,15 2-6 16,5 1-7-16,1-2 4 0,6 2-1 0,23-1-1 0,-23 0-2 15,28-2 1-15,-3 1-2 0,-3 3 8 16,-22 0-12-16,25-2 5 0,-1 0-8 0,-1 2 3 0,7-5-5 16,3 0-7-16,6 2 17 0,4-3 0 0,5 3-5 15,0 0 0-15,1-1 1 0,6 2 7 0,-2-2-10 16,4 1 2-16,9 1 7 0,-4-1-3 0,3 0 3 16,0 2 0-16,-1-2 1 0,-1-2-3 0,2 6-1 15,1-5 0-15,-6 3 0 0,0 1-3 0,-4-1-1 16,-1-2 8-16,0 2-6 0,-1 1-6 0,2 0 4 15,-8-2-3-15,0 3-2 0,-1-1 4 0,-6 0 1 16,1-1 0-16,-2 2-7 0,-1 0 8 0,-5-2-4 16,-3 1 1-16,-5 1-1 0,-28-4-4 0,27 2 1 15,-31-2 2-15,3-2-5 0,4 2 4 0,-6-3 2 16,-3 2 1-16,0 0 3 0,-4-2 6 0,-1 2 3 16,-16-1 0-16,0 1 3 0,-3 0 3 0,-1-2 0 15,-2 0 1-15,-4 1 4 0,-8 1-1 0,-6-2 0 16,-1 3 3-16,-2-1 1 0,-2 0 8 0,-3-1 2 15,-6 2 6-15,14 0 2 0,-14 0 3 0,8-1 0 16,-8 1 0-16,0 0-7 0,9-2-6 0,-9 2-5 16,0 0-5-16,5-4-1 0,-5 4-1 0,0 0-6 15,0 0-1-15,0 0-4 0,0 0-3 0,0 0-1 16,8-3-3-16,-8 3 0 0,0 0-6 0,0 0-3 16,0 0 3-16,0 0-5 0,0 0 1 0,0 0-4 15,0 0 2-15,6 9-1 0,-6-9 2 0,0 0-2 16,0 13 0-16,1-7-1 0,2 1 1 0,-2 3 0 15,1 1-1-15,0 1-1 0,-2 4 1 0,-1 1 0 0,2 2 2 16,-2 6-4-16,0-1 3 0,-2 1-1 16,-1 2 1-16,-1-2-1 0,-1 5 7 0,1 3-7 0,-2-1 5 15,-1 0-5-15,0 1 5 0,1 0 1 16,1-1-1-16,-2 0-2 0,-1 0 4 0,3-2 20 16,-2 0-2-16,2 4 1 0,-3-1 2 0,0-1-3 0,2-1 2 15,-2-1-2-15,3-1 1 0,-3 1 0 0,3-3 3 16,1 3 1-16,-2-5-4 0,1 3 2 15,0 2-5-15,-1 0 7 0,3-4-10 0,-2 4 5 16,2 2-3-16,-2-4 10 0,-1 5-13 0,2 0-1 0,0-4 6 16,1-1-6-16,0-1 1 0,-2 1-2 0,0 0-1 15,1-2 2-15,-1 1-6 0,2 2 2 0,-3-4-3 16,2-6 2-16,-2 5 1 0,1-5-4 0,2-1 1 16,0 1 4-16,-2 0 6 0,2-1-4 0,0 0-6 15,2 1 6-15,-2-1 2 0,-1 1-11 0,1-2 2 16,-1 2-3-16,1 0 3 0,2-2 2 0,-1 1-2 15,0-1 4-15,-1-2 4 0,2 0-10 0,-2 2 4 16,-1-3-7-16,1-1 0 0,-2 1-2 16,2-2 4-16,0-1-2 0,0 0 0 0,-1 0 4 0,0-3-11 15,-1 1 11-15,1-3-8 0,-3 2 7 0,1-4-4 16,0 1 3-16,-5-1-1 0,3-2-6 0,-5-1 8 16,2 2 0-16,-8 0-3 0,1-6-1 0,-3 4 0 15,1-4 0-15,-11 2 5 0,2-2-17 0,-3-1 3 16,-1 0 6-16,-5-1 0 0,-14-1 3 0,-1 0-4 15,0-1-4-15,-5 3-1 0,1-1 2 0,-6 1 4 16,0-2-5-16,-24 0 1 0,-4 4 2 0,2-1 0 16,0-5 2-16,-5 1 0 0,-4 3 1 0,-8-2-3 15,1 2-1-15,-4-2 0 0,-4 3 9 0,-2 0-11 16,-1-5 3-16,-4 5 3 0,-3-2-5 0,-6 1-1 16,-5-3-1-16,2 1 2 0,-3-1 3 0,-7 2 4 15,-4-1-1-15,1 3-7 0,-3-4 3 0,-3 4 2 16,2-2-3-16,2 0 1 0,-1-4 1 0,4 5-2 15,3 1-4-15,-1-4 7 0,4 4 4 0,6-4-3 16,1 2-7-16,3 1 4 0,5 0 0 0,2-2 0 16,5 3 2-16,8-3 1 0,5 1 1 0,8-1 19 15,3 0-25-15,2-3 15 0,34 5-26 0,-1-3-10 16,2 1-18-16,6 0-10 0,13 0-19 0,5 0-19 16,1 0-22-16,2-1-29 0,6 1-34 0,4-1-40 15,4-2-29-15,4 2-31 0,6 0-194 0,1-2-508 16,3-2 226-16</inkml:trace>
  <inkml:trace contextRef="#ctx0" brushRef="#br0" timeOffset="206405.9">13823 12882 103 0,'0'0'149'0,"0"0"-11"15,-2-7-4-15,2 7-8 0,0 0-7 0,0 0-9 16,0 0-6-16,0 0-6 0,0 0-8 0,0 0-14 16,0 0-6-16,0 0 1 0,0 0-17 0,0 0 12 15,0 0 8-15,0 0 5 0,2 24 0 0,-2-11-1 16,0 3-4-16,0 3-3 0,0 11-1 0,-2-2 3 16,0 8-1-16,-1-1-4 0,-2-2-2 0,1 3-5 15,-1 11 4-15,1-2-9 0,0-11 1 0,-1 0-6 16,1 0-2-16,-1-4-6 0,2 2-2 0,-3-1 0 15,1-4-7-15,1 0-2 0,0-2-4 0,0-6-3 16,0-2 0-16,2-1-2 0,0-2 2 0,2-2-1 16,0-1-4-16,-2 0 0 0,0 0-3 0,2-4-2 15,0-7 1-15,-2 11-1 0,2-11-4 0,-3 9 2 16,3-9-2-16,0 6-2 0,0-6 1 0,0 0-1 16,2 8 0-16,-2-8 2 0,3 5-2 0,-3-5 1 15,6 3 0-15,-6-3 0 0,19 4-2 0,-7-3-9 16,5 2-20-16,3-3-26 0,0 0-32 0,9-2-39 15,1 0-57-15,3-2-39 0,1 1-215 0,5-3-464 16,-1 2 206-16</inkml:trace>
  <inkml:trace contextRef="#ctx0" brushRef="#br0" timeOffset="-204316.01">7963 13360 60 0,'-7'-3'153'16,"7"3"-8"-16,-9-8-5 0,3 5 1 0,6 3 13 16,-13-5-24-16,7 1 5 0,-1 3-4 0,7 1-4 15,-12-4-1-15,4 3-5 0,8 1-5 0,-11-1-10 16,11 1-6-16,-8-1-5 0,8 1-9 0,0 0-10 16,-9-4-5-16,9 4-3 0,0 0-4 0,0 0-7 15,0 0-4-15,23-2-1 0,-5 1-9 0,11-6 0 16,2 4-7-16,-1-2-2 0,2-1-4 0,2 0-3 15,-1 1-12-15,0 2-18 0,-6-2-22 0,-5 4-28 16,-2-3-36-16,-2 3-35 0,-1 0-31 0,-2 1-48 16,-3 1-145-16,-12-1-376 0,12 1 167 0</inkml:trace>
  <inkml:trace contextRef="#ctx0" brushRef="#br0" timeOffset="-204026.37">7872 13283 164 0,'0'0'174'0,"-9"4"3"0,5 2-3 16,2 1-4-16,-1 2-7 0,1 8-11 0,-1 0-3 16,-2 8-8-16,2 3-7 0,1-1-12 0,-2 5-4 15,1-1-12-15,0 0-7 0,3-1-12 0,-2 0-4 16,0 0-9-16,-1 0-7 0,1 1-2 0,-1-5-7 15,0 3-8-15,0-2-1 0,0-4-9 0,-1 3-5 16,3-7 1-16,0-1-3 0,-2 0-6 0,2-1-31 16,-2-2-22-16,1 1-14 0,0-4-20 0,1-1-20 15,-1-2-29-15,0 1-21 0,1-4-23 0,1-6-10 16,-1 10-13-16,1-10 0 0,0 0-96 0,0 0-295 16,0 0 131-16</inkml:trace>
  <inkml:trace contextRef="#ctx0" brushRef="#br0" timeOffset="-203108.95">7858 13711 99 0,'3'-10'123'0,"-1"6"-16"16,1-3 6-16,2 1-12 0,1 2 4 0,3 0 7 15,3-1-1-15,2 3 3 0,2 1 1 0,3 2-1 16,-1 2-1-16,2 4-13 0,0-1-10 0,-3 0 3 16,2 4-5-16,-3 0-6 0,1 1-7 0,-2 1-2 15,-2 1-7-15,1 1-7 0,-2-2-8 0,-3 1-2 16,-3-2-3-16,4 3-4 0,-5-3-2 0,-1 1-5 15,-1-2-6-15,-1-2 2 0,1 0-3 0,-3 0-4 16,0-8-1-16,0 8 3 0,0-8-7 16,0 0 2-16,-4 10-2 0,4-10-4 0,0 0 1 0,0 0-1 15,0 0-7-15,0 0 6 0,0 0-8 0,0 0-4 16,-5-26-7-16,6 16-1 0,4 0 1 0,-1-2-7 16,1 0-1-16,4-3 1 0,0 1 1 0,3 0 2 15,-1 2 0-15,2 1 3 0,1-2-4 0,-6 4 2 16,4-1-1-16,-2 3 1 0,0 0 5 0,0 4-7 15,0 0 3-15,-10 3-5 0,13-6 4 0,-13 6 1 16,13 0 3-16,-13 0-1 0,0 0 5 0,16 13 8 16,-11-4 6-16,-1-1 6 0,0 1-6 0,0 3 6 15,-2 0 2-15,1-3 1 0,-3 4-1 0,1 3 0 16,-1-4-3-16,0-1-3 0,3 1 1 0,-1-1-2 16,0-1-3-16,1-1 0 0,0 1-1 0,1-5 2 15,1 3-5-15,0-3 3 0,0 0-3 0,1-2 2 16,0-1-4-16,-6-2-5 0,19-1-2 0,-9-1-5 15,-1-2 0-15,2 0-4 0,-2-2-5 0,0 2-1 16,0-3-1-16,-4-4-2 0,1 1 1 16,-4-1 3-16,-1 3-3 0,1-3 3 0,-2-2-1 0,-3 2-1 15,1-2 5-15,-1-3 2 0,-1 5 0 0,0-3-1 16,-1-2-2-16,3 6 4 0,-1 0-2 0,2 4 2 16,0-2-2-16,1 8 2 0,0 0 4 0,5-12-7 15,0 10 1-15,2 0 11 0,-7 2-11 0,17 6 1 16,-4-3 9-16,2 5-5 0,2 3 9 0,-3-1-1 15,2-1 1-15,-1 3 3 0,0 0 1 0,0 0 5 16,-2-2-1-16,0 3 4 0,-2 0-1 0,1-4 1 16,-2 4-1-16,-2-4-2 0,-2-2-4 0,0 3 0 15,-2-3 3-15,0-4 0 0,1 2 3 0,-5-5 9 16,4 7 12-16,-4-7 5 0,5 4-3 0,-5-4-1 16,0 0-4-16,0 0-2 0,0 0-4 0,0 0 0 15,0 0 0-15,0 0-1 0,-9-30 0 0,8 21-5 16,4-1 0-16,0-2 4 0,2-2-11 0,2-1-1 15,-1 3-8-15,4-1-1 0,1-1-3 0,0 4-1 16,-1 1 3-16,0 5-3 0,-2 1-2 0,3 0 0 16,-4 3-3-16,-7 0 4 0,17 5-5 15,-11-1 4-15,3 2-2 0,0 5 4 0,-3-4-3 0,2 7 4 16,0-3 0-16,-3-1-1 0,0 1 1 0,-2-1 1 16,0 1-2-16,0-2 5 0,0-1-4 0,-2 0-1 15,1-2 2-15,-2-6 3 0,5 8-5 0,-5-8-3 16,4 3 1-16,-4-3-2 0,0 0 2 15,0 0-3-15,16-7 0 0,-9-2 1 0,3-2-3 0,-1 2 3 16,3-6 1-16,3 1-1 0,-3 0 0 0,2 0 1 16,-1 0-5-16,1 1 2 0,-3 0-2 0,-1 4 7 15,3 2-5-15,-3 0 0 0,-1 3-3 0,0 3-1 16,-2-1 3-16,-7 2 2 0,0 0-3 0,16 5 3 16,-9 2-2-16,-7-7 6 0,7 18-2 0,-5-7-15 15,0 5-27-15,-1 3-22 0,-1 0-37 0,2 0-66 16,0-2-50-16,2 8-147 0,5-6-397 0,6 0 175 15</inkml:trace>
  <inkml:trace contextRef="#ctx0" brushRef="#br0" timeOffset="-202248.23">9705 13701 92 0,'-3'-4'216'0,"3"4"-25"0,0 0-15 15,-8-2-13-15,8 2-1 0,0 0-14 0,-6 22-10 16,2-11-12-16,3 2-8 0,-4 2-12 0,2 1-6 16,1-1-12-16,-1 2-5 0,1-5-11 15,2 5-2-15,-2-5-3 0,2-2-1 0,-1 3-4 0,0-5-3 16,-1-2-3-16,2-6 7 0,-1 8 12 15,1-8 4-15,-1 8 16 0,1-8 5 0,0 0-5 0,0 0-5 16,0 0-8-16,0 0-7 0,0 0-12 0,0 0-7 16,0 0-3-16,0-32-5 0,2 20-8 15,4-5-3-15,0 1-2 0,0-3-13 0,5-4-4 16,-5 5-6-16,3 1-6 0,0-1-1 0,2 3 0 16,0 2-8-16,1 0 0 0,-1 7 2 0,-2-1-3 0,3 4-2 15,0 3-2-15,-2 2 3 0,4 3-3 0,-1 4 6 16,0 4-3-16,-3 2 1 0,0 3 3 0,-1-2-4 15,-1 10 2-15,-3-8 2 0,1 2 2 0,-2-1 4 16,0-2-2-16,0 2-4 0,-3-8 0 16,1 5-3-16,-2-7 5 0,0 3 1 0,2-5 0 15,-2-7 0-15,-2 13-1 0,2-7 3 0,0-6 1 0,0 8 1 16,0-8-4-16,0 0 5 0,0 0 3 0,0 0-8 16,0 0 1-16,0 0-4 0,0 0 3 15,0 0-1-15,6-29-2 0,-2 19-1 0,-1-3-2 16,4-1-4-16,-2-2-2 0,5 0-2 0,-1 2-4 15,1 1 3-15,3 1-2 0,-5 3 3 0,-1 5-2 0,2 0-3 16,0 1-1-16,-9 3 4 0,13-1 5 0,-13 1-1 16,18 5-1-16,-9 1 1 0,-1 1 1 0,0 1 6 15,0 2-4-15,0-2 1 0,1 1 0 16,-3 1 6-16,-1-3-6 0,3 2 6 0,0 1-7 16,-1-3-13-16,-2-3 0 0,-1 1-2 0,1-2-4 15,-5-3 1-15,9 7 2 0,-2-4 7 0,-7-3-8 0,11 0 2 16,-11 0 6-16,12-7 1 0,-5 4-1 0,0-2 4 15,-2 1 5-15,1-3-2 0,-1 1-2 16,2-2 3-16,-4 2-3 0,3-4 4 0,-2 5-3 16,-1-1 6-16,1 1-5 0,-4 5 1 0,5-6 0 15,-5 6 2-15,0 0-4 0,7-3 3 0,-7 3-1 16,0 0 4-16,0 0-2 0,10 12 2 0,-9-6-1 0,3 1 3 16,-1-1-1-16,1 2-2 0,-1-2 3 0,4 1 11 15,-2-1-7-15,1-3 1 0,1-1-3 16,0 1 3-16,3-2-4 0,-10-1 4 0,18-3-3 15,-5 0 5-15,-4 0 0 0,-1-3 5 0,3-2 1 16,-3 2 5-16,-2-4-2 0,2 2 3 0,-2-3-4 0,-2 1 1 16,-1 0 0-16,-1 1-3 0,0-5 0 15,-4 5-1-15,-2-2-3 0,2 4-2 0,-2-2-4 16,-1 1-4-16,0 4-17 0,-2 0-11 0,2 0-19 0,5 4-15 16,0 0-29-16,-23 4-21 0,14 2-30 15,3 1-28-15,-2 2-32 0,3 1-152 0,0 1-385 16,4-2 170-16</inkml:trace>
  <inkml:trace contextRef="#ctx0" brushRef="#br0" timeOffset="-201664.67">10643 13808 166 0,'2'-6'211'0,"-2"6"-8"0,-1-11-18 0,1 11-5 16,-13-10-10-16,3 6-7 0,0 2 4 0,-4 0-18 0,0 2-9 15,-6 2-5-15,3 0-7 0,0 5-9 16,0 1-10-16,1 1-11 0,-1 4-7 0,3 0-12 15,0 0-10-15,3 1-4 0,1 1-4 0,3-1-9 16,3-1-2-16,2 0-9 0,3-1-4 0,0-2-5 16,4 2-1-16,3-2-1 0,2-1-5 0,0-3 0 15,3 1-2-15,4-3-11 0,2-1-7 0,1-3-6 16,-2-3-3-16,3-1-1 0,-1-4-1 0,1 0-4 16,-2-3 4-16,-4-3 2 0,0 1-1 0,-2-3 3 15,2-7 2-15,-7 6-5 0,-1-1 6 0,-2-6-3 16,0 5 4-16,-4 0-5 0,-1-7 4 0,0 8 1 15,1-10 1-15,-3 1-3 0,-1 9 1 0,2-9-2 0,0 1 1 16,-2 9 0-16,2 4 12 0,0-3 7 16,-1 5 3-16,1 2 5 0,1 1-5 0,0 8-7 15,0 0-3-15,1-8-1 0,-1 8 0 0,0 0-5 16,0 0 2-16,5 38-1 0,-2-14-1 0,-2 3 0 16,2 2 1-16,-2-1-5 0,-1 0 1 0,3-1 2 15,-2 2-2-15,1-3-2 0,2-1 2 0,0-2 3 0,1-6-1 16,2-2-1-16,1 1-2 0,0-6 5 15,3 3 3-15,-1-7-5 0,-1 1 1 0,1-3 1 16,3-2 1-16,-1-2 0 0,1-1-3 0,5-3-2 16,-1-1-3-16,-1-3 0 0,3 0 0 0,-6 0 1 15,1-4-1-15,0 0-4 0,-3 0 2 0,-1-4-2 16,-1 1-2-16,-2 0-4 0,-3-1 3 0,1 1-6 16,-3 3 2-16,-1 0 0 0,-1 12 1 0,-6-19-2 15,3 13 2-15,3 6-3 0,-8-6 4 0,8 6-1 16,-16 1-2-16,16-1 2 0,-26 13 5 0,11-1 1 15,3 3 4-15,0-1-4 0,0 3 3 0,3-1-1 16,3-1 8-16,2 2-7 0,0 0 0 0,3-4-6 16,6 1-14-16,0-2-22 0,1-2-27 0,3 0-38 15,2-5-39-15,1 1-52 0,1-2-52 0,2 0-129 16,-2-4-412-16,7-3 182 0</inkml:trace>
  <inkml:trace contextRef="#ctx0" brushRef="#br0" timeOffset="-201184.56">11220 13569 140 0,'2'-12'231'0,"-2"2"-2"15,1 4-11-15,-1 6-23 0,5-11-16 0,-5 11 3 16,0 0-5-16,0 0 1 0,0 0-12 0,9 22-10 16,-9-5-11-16,3 0-13 0,-1 9-11 0,2-2-12 15,-5 0-12-15,2-5-6 0,2 5-8 0,-3-6-11 16,2 0-20-16,1-1-16 0,2 0-22 0,-2 0-22 15,1-2-17-15,1-3-21 0,-2 1-12 0,1-3-10 16,0-1-15-16,2 0-3 0,-2-2-12 16,1-1 3-16,-2 0-1 0,0-2 8 0,-3-4 3 0,11 5 6 15,-11-5 13-15,0 0 11 0,18-4-3 0,-18 4 14 16,15-10 12-16,-8 3 6 0,1-4 13 0,0-3 2 16,0 4 13-16,0-1 3 0,0-4 8 0,1 1 7 15,1-3 7-15,-1 0-5 0,0-2 9 0,-1 3 4 16,1 0 9-16,0-2-2 0,-4 3 9 0,0 3 7 15,-2 2 14-15,0 3 9 0,0 1 11 0,-1 0-9 16,-2 6-2-16,3-8-8 0,-3 8-7 0,0 0-11 16,0 0-7-16,0 0-4 0,0 0-3 0,0 0-5 15,-13 20-3-15,9-9-7 0,-3 1 0 0,3 4-2 16,-1 0 0-16,3-5-2 0,1 1-5 0,-1 4-2 16,2 1 0-16,0-5-3 0,0-1 2 0,1 2-6 15,0-2 1-15,0 2-3 0,1-2 7 0,-1 0 3 16,3-4-11-16,-4 2 1 0,3 1 0 0,-3-3 6 15,1 0-5-15,-1-7 1 0,-3 15-2 0,2-8-6 16,-4-1-16-16,-4 1-34 0,3 0-30 0,-5-1-37 16,2 1-51-16,-5-1-43 0,1-2-222 0,-3-1-467 15,4-1 207-15</inkml:trace>
  <inkml:trace contextRef="#ctx0" brushRef="#br0" timeOffset="-201033.9">11608 13775 176 0,'6'-6'202'0,"-6"6"-20"0,0 0-22 0,0 0-13 15,0 0-34-15,0 0-48 0,0 0-63 0,0 0-68 16,0 0-98-16,0 0-177 0,0 0 79 0</inkml:trace>
  <inkml:trace contextRef="#ctx0" brushRef="#br0" timeOffset="-200358.77">12460 14364 26 0,'0'0'281'0,"0"-8"-28"0,0 8-26 0,0 0-42 16,0 0-10-16,-14 16-6 0,7 0-9 0,-4 7-12 15,-2 2-10-15,-1 4-9 0,-4-1-16 0,5 2-9 16,-3-1-10-16,2 0-10 0,1-3-8 0,6 0-8 16,0-9-5-16,3 0-8 0,0-2-7 0,-1-3 0 15,3-6-6-15,1 1 3 0,-1 0 17 0,0-1 25 16,2-6 13-16,0 0 7 0,0 0-9 0,0 0-12 15,0 0 2-15,0 0-4 0,0 0-5 0,-2-31-9 16,4 12-8-16,2 2-8 0,6-8 0 16,-5 8-8-16,5-9-3 0,-1-1 5 0,3 1-15 0,-4-1-12 15,5-1 1-15,0-1-8 0,0 0-6 0,3 1-4 16,1 0 1-16,2 5 3 0,1-1-7 0,-1-1 1 16,0 6-1-16,-4 5-2 0,-1 1 1 0,3 3-2 15,0 2 10-15,-7 4-5 0,2 2-8 0,0 2 2 16,0 3-8-16,0 3 4 0,-1 3 2 0,1 3 1 15,3 10 6-15,-2 1-6 0,-3-1 12 0,-2 4 5 16,-1-1 1-16,1 3-5 0,-4-2-1 0,0 1 2 16,-1-8 5-16,-1 1-3 0,2 6-2 0,-2-1-5 15,0-6 1-15,3-1 5 0,-3-2-4 0,1 2-4 16,1-6 4-16,-2 1 7 0,1-2-11 0,3-1-12 16,-4-4-26-16,-2-6-24 0,2 18-31 0,1-10-27 15,-3-8-25-15,0 11-35 0,0-11-44 0,-5 11-36 16,5-11-44-16,-8 7-155 0,8-7-494 0,0 0 218 15</inkml:trace>
  <inkml:trace contextRef="#ctx0" brushRef="#br0" timeOffset="-200191.46">12391 14590 194 0,'-10'-6'221'0,"10"6"-27"0,0 0-18 0,0 0-4 16,0 0-9-16,0 0-11 0,23-11-8 0,-6 6-20 15,4 2-14-15,10 0-9 0,3-1-19 0,1 2-37 16,-1-2-40-16,5 0-50 0,-4-3-56 16,4 3-50-16,-4 1-114 0,-5-1-286 0,-1 1 127 0</inkml:trace>
  <inkml:trace contextRef="#ctx0" brushRef="#br0" timeOffset="-199680.57">12980 14526 122 0,'0'0'158'0,"0"0"-2"0,0 0-2 0,0 0-4 16,0 0-2-16,0 0-6 0,12-3-7 0,-12 3-13 0,13-1-7 16,-1 1-11-16,-12 0-10 0,31-4-8 15,-14 4-7-15,-4-3-23 0,4 0-22 0,-3 0-25 16,-1 2-23-16,-5 0-23 0,-8 1-14 0,0 0-8 16,21-3 5-16,-21 3-20 0,9-4 5 0,-9 4 1 15,0 0 17-15,9-5 6 0,-9 5 10 0,0 0 16 16,0 0 17-16,0 0 8 0,0 0 14 0,0 0-2 0,0 0 17 15,0 0-10-15,0 0-2 0,0 0 9 0,0 0 8 16,0 0 9-16,0 0-5 0,0 0 8 16,-24 17 7-16,21-7 4 0,3 0 15 0,-2 2-4 15,4 4 14-15,-4 3-1 0,2-2 2 0,0 2 0 16,-2 5 7-16,2-5-5 0,0 6-5 0,4 0-4 0,-4-2-1 16,0-4-12-16,5 6-1 0,-3-7-9 0,-2 1 0 15,2-1-9-15,-2 1-3 0,0-1-4 16,-2-2-5-16,0-4-2 0,0 0 0 0,-3-2-8 15,1 2 4-15,-2-4-5 0,0 3-1 0,0-4-4 16,-1 0 0-16,-1 0-2 0,0-3-5 0,1-2-1 16,1 2-2-16,6-4-7 0,-19 0-3 0,19 0-2 0,-15-6 0 15,6 2-2-15,4-3-1 0,-3 3-1 16,3-3 4-16,5 7-2 0,-6-11-3 0,2 6 3 16,0-1-4-16,4 6-1 0,-4-11 3 0,4 11-4 15,0 0 1-15,0 0-2 0,0 0 5 0,8-7 0 16,-8 7 4-16,0 0-2 0,16 5 2 0,-16-5 0 15,19 5-1-15,-8-3 7 0,0 2-6 0,3 0-6 16,3-1-16-16,2-2-19 0,3 0-37 0,-4-2-38 16,0 1-41-16,5-3-47 0,6-3-37 0,2 1-175 15,1 0-451-15,2-6 200 0</inkml:trace>
  <inkml:trace contextRef="#ctx0" brushRef="#br0" timeOffset="-199495.01">13758 14615 130 0,'0'0'229'0,"0"0"-11"0,-2-10-9 15,2 10-13-15,0 0-19 0,0 0-13 0,0 0-18 16,0 0-12-16,15-6-18 0,-6 5-6 0,5-1-19 16,-1 1-32-16,-13 1-37 0,25 0-36 0,-25 0-49 15,25-1-48-15,-17 2-47 0,-1 0-119 0,-7-1-298 16,0 0 132-16</inkml:trace>
  <inkml:trace contextRef="#ctx0" brushRef="#br0" timeOffset="-199342.47">13726 14734 123 0,'-11'9'162'0,"2"-3"-5"16,4 0-7-16,-1 0 0 0,-1 1-1 0,0-3 0 16,5 0-4-16,2-4-11 0,0 0-3 0,0 10-13 15,0-10-13-15,14 5-10 0,-1-6-19 0,5 0-23 16,2-3-32-16,7-5-36 0,4 5-41 0,1-2-18 15,6-1-49-15,1 2-152 0,-1-1-299 0,15-5 133 16</inkml:trace>
  <inkml:trace contextRef="#ctx0" brushRef="#br0" timeOffset="-198976.58">14879 14331 48 0,'-5'-10'191'0,"5"10"5"0,-5-6-10 15,5 6-16-15,-8-8-7 0,8 8-9 0,-4-5-7 16,4 5-6-16,-6-4-1 0,6 4-10 0,-5-4-4 16,5 4-7-16,0 0-9 0,0 0-5 0,-5-6-10 15,5 6-8-15,0 0-11 0,0 0-2 0,22-9-7 16,-3 5-8-16,10-2-4 0,4 1-4 0,2 0-7 16,15-3-3-16,-12 4-11 0,-1 0-15 0,0 0-20 15,-3 1-18-15,-2 2-38 0,-5 0-32 0,-10 2-42 16,-3 0-34-16,0-1-24 0,-5 3-19 0,-1-1-110 15,-8-2-349-15,0 0 156 0</inkml:trace>
  <inkml:trace contextRef="#ctx0" brushRef="#br0" timeOffset="-198612.7">15130 14279 21 0,'-12'1'160'0,"12"-1"2"0,-8 0-4 15,8 0-10-15,-7 2 2 0,7-2 5 0,-5 9 5 16,3 1 0-16,0 0-5 0,-2 2-2 0,4 6-4 15,-1 2-7-15,-2 4-11 0,2 2-8 0,-1-7-4 16,0 7-6-16,1 0-11 0,-1 0-8 0,0 0-3 16,2-7-14-16,-3 0-10 0,1 8-5 0,-2-11-7 15,4-4-5-15,0 6-4 0,-1 0-3 0,-1-2-6 16,0-3-4-16,2-3-1 0,-2-1-4 0,0 2-3 16,-2-3 0-16,1-1 0 0,0 1-2 0,-4-1-6 15,1-4-1-15,-3 4-8 0,1-3-1 0,-1-2-7 16,-1 0 5-16,0-2-5 0,-2 0 1 15,12 0 1-15,-19-4-4 0,10 1 4 0,3 1-3 0,-2-5 1 16,3 5 2-16,5 2 1 0,-10-8-1 0,6 5-3 16,4 3-1-16,-5-6 0 0,5 6 0 0,0 0-1 15,0 0 1-15,8-10-1 0,-1 6 1 0,4 4 0 16,1 0 2-16,2 0-4 0,7 0 5 0,-1-1-3 16,1 2-13-16,8-4-18 0,-2 3-19 0,2-3-22 15,-3 5-38-15,2-1-49 0,1-5-43 0,0 2-33 16,-8 1-167-16,1-1-438 0,-1 0 193 0</inkml:trace>
  <inkml:trace contextRef="#ctx0" brushRef="#br0" timeOffset="-198310.87">15556 14494 162 0,'2'-8'245'0,"-2"8"-17"16,2-7-8-16,-2 7-22 0,0 0-21 0,0 0-9 15,0 0 2-15,0 0-6 0,0 0 1 16,3 28 1-16,-5-13-11 0,0 2-5 0,1 7-7 0,-3-5-14 16,3 1-10-16,-5 3-8 0,4-4-8 0,-2-1-4 15,-1 0-16-15,4 0 0 0,-1-2-9 0,1 0-8 16,0-3-1-16,0-2-5 0,-1 1 3 0,2-3-13 16,2-1-8-16,-2 0 3 0,2-1-6 15,-2-7 2-15,4 9-4 0,3-5 2 0,1-1-2 16,2-2-8-16,2-2 0 0,2-1 1 0,5 1-8 0,1-3-9 15,6-4-18-15,2 1-22 0,-2 0-24 0,-2-3-25 16,-3 4-30-16,-2 0-41 0,-3-2-33 0,-3 3-49 16,-1 0-47-16,-3 3-211 0,-3-2-529 15,-6 4 234-15</inkml:trace>
  <inkml:trace contextRef="#ctx0" brushRef="#br0" timeOffset="-197846.53">15077 15026 181 0,'-13'-4'179'0,"5"3"-2"16,1-1-2-16,7 2-5 0,-13-2-7 0,13 2-19 15,-7-2-14-15,7 2-13 0,0 0-5 0,0 0-13 16,29 0-7-16,-7 0-1 0,11-2-1 0,17-2-3 16,5 2-11-16,2 0-4 0,1 2-2 0,0-2 0 15,4 0-7-15,-5 0-5 0,0 2-2 0,-4-1-3 16,-17 2-5-16,4 2-6 0,-6-3-5 0,-2 0-3 16,-4 2-3-16,0-1-2 0,-8 2-3 15,-3 0-5-15,-4-2-16 0,0 0-16 0,-2-1-28 0,0 3-24 16,-2-3-40-16,-4 2-37 0,-5-2-36 0,5 4-46 15,-5-4-119-15,0 0-370 0,-14 8 165 0</inkml:trace>
  <inkml:trace contextRef="#ctx0" brushRef="#br0" timeOffset="-197228.59">15207 15170 64 0,'0'0'208'16,"0"0"-2"-16,-3 3-12 0,3-3-5 16,0 0-9-16,0 0-16 0,28 7-12 0,-15-6-14 0,5 0-16 15,1 1-6-15,0-1-12 0,1 0-11 0,-1-2-7 16,2 2-8-16,-3-2-8 0,0 1-7 16,2-1-18-16,-7 1-23 0,0-1-19 0,1 1-17 0,-4 0-26 15,1-1-18-15,-11 1-22 0,14-1-10 16,-14 1-15-16,0 0-1 0,17-1 11 0,-17 1 2 15,0 0 8-15,0 0 12 0,12 1 7 0,-12-1 7 0,0 0 2 16,0 0 14-16,0 0 10 0,0 0 7 0,0 0 2 16,0 0 17-16,0 0-5 0,0 0 22 15,0 0 12-15,0 0 14 0,0 0 9 0,0 0 7 0,-29 4 5 16,29-4 9-16,-7 1 4 0,7-1 9 16,-7 4 5-16,7-4 6 0,-8 7 2 0,2-2 5 15,0 2-1-15,1 2-3 0,1 0-4 0,-2 1 5 0,-1 5-4 16,2-2-2-16,0 2-4 0,-1 3-2 0,2-1 0 15,0 3-4-15,1-5-13 0,0 3 2 0,0-3-5 16,2 3-7-16,-1-4-6 0,1 2-3 16,0-3-5-16,2 0-1 0,-1-3-6 0,1 3-5 15,-1-2-2-15,-1 0-2 0,1-2-2 0,0-2-1 0,1 0-3 16,-1-7-4-16,0 12 0 0,0-6-2 0,0-6-4 16,-1 10-4-16,1-10-4 0,-1 8-1 0,1-8-4 15,-5 5-2-15,5-5-7 0,-8 4 0 16,8-4-2-16,-10 2-5 0,10-2-5 0,-16-2-1 15,16 2 4-15,-16-3 4 0,6 2 0 0,1-1 2 16,-3-1 0-16,1 1 3 0,4 1-1 0,-1-2 5 0,8 3 0 16,-12-2 2-16,12 2 3 0,-12-4 2 0,12 4 0 15,-7 0-1-15,7 0 0 0,0 0-1 16,0 0 0-16,0 0 1 0,0 0-1 0,0 0 0 16,27-9 2-16,-10 7 7 0,3 2-7 0,1 0 1 15,9-3-12-15,-1 2-12 0,-1-2-21 0,2 3-29 16,-2-1-50-16,0 0-45 0,1-2-47 0,-2 1-201 0,-8 0-451 15,4 0 200-15</inkml:trace>
  <inkml:trace contextRef="#ctx0" brushRef="#br0" timeOffset="-196328.66">15902 15424 53 0,'0'0'130'0,"0"0"-7"0,0 0-3 16,0 0-6-16,0 0-1 0,0 0-1 0,0 0-6 15,0 0-6-15,0 0-2 0,0 0 1 0,0 0-9 0,0 0-1 16,0 0-1-16,0 0-6 0,0 0-3 0,0 0-2 15,0 0-5-15,0 0-10 0,0 0 0 0,0 0-6 16,0 0-5-16,0 0-6 0,0 0-4 16,0 0-2-16,0 0-3 0,0 0-3 0,0 0-3 15,0 0-3-15,0 0-3 0,0 0-3 0,0 0-1 16,0 0-3-16,0 0-2 0,0 0 1 0,0 0-2 0,0 0 0 16,0 0-2-16,0 0 4 0,0 0-2 0,0 0 8 15,0 0-3-15,0 0 7 0,0 0-1 16,0 0 2-16,0 0 3 0,0 0 2 0,0 0 1 15,0 0 6-15,0 0 1 0,0 0 5 0,0 0 0 16,0 0 6-16,0 0 4 0,0 0 5 0,0 0 7 16,0 0-6-16,0 0 8 0,0 0-2 0,0 0-1 15,0 0-3-15,0 0-2 0,0 0-3 0,0 0-7 16,0 0-2-16,0 0 4 0,0 0-7 0,0 0-3 0,0 0-6 16,0 0-6-16,0 0-5 0,0 0-9 15,0 0 6-15,0 0-6 0,0 0 11 0,0 0-13 16,-3 23 1-16,2-8 3 0,1 2-5 0,-2 0 7 0,1 2 1 15,1 1 11-15,-1 5-19 0,-1-6 9 0,1 5-4 16,0-6-3-16,0 0-6 0,-1-3-1 16,-2 1 3-16,3 0 1 0,1 0 3 0,-1-5 11 15,1 2-6-15,0-2-10 0,0-3-5 0,1 1 2 16,0-2 3-16,-1-7-1 0,3 14 5 0,0-9-6 16,-2 1 0-16,-1-6 3 0,2 8-12 0,-2-8 2 15,0 0 1-15,2 8 2 0,-2-8 2 0,2 3 3 0,-2-3-4 16,0 0-20-16,0 0-27 0,0 0-34 15,0 0-39-15,0 0-30 0,0 0-34 0,0 0-57 16,0 0-49-16,-9-22-259 0,5 14-586 0,4 8 259 16</inkml:trace>
  <inkml:trace contextRef="#ctx0" brushRef="#br0" timeOffset="-195808.22">16644 15041 138 0,'-12'-1'211'16,"3"-1"-11"-16,2 1-11 0,7 1-8 0,-14-1-13 15,14 1-17-15,-9 1-13 0,9-1-14 0,0 0-9 16,0 0-10-16,0 0-8 0,0 0-12 0,0 0-5 15,0 0-10-15,25 11-2 0,-14-8-9 0,1 0-20 16,2-3-27-16,3 4-36 0,-4-3-37 0,1 0-39 16,-1 1-36-16,-2-1-33 0,1 2-121 0,-5-3-315 15,4 0 140-15</inkml:trace>
  <inkml:trace contextRef="#ctx0" brushRef="#br0" timeOffset="-195627.56">16578 15150 92 0,'0'0'173'0,"-8"2"-11"16,3 3-13-16,5-5-10 0,-4 3 2 0,4-3 3 15,0 0-7-15,0 0-7 0,0 0-14 0,17 9-9 16,-6-9-13-16,2 1-9 0,2 0-8 0,0-1-33 16,6 0-35-16,-3-1-37 0,-4 0-51 0,3 1-45 15,0 0-138-15,-3-2-283 0,0 1 126 0</inkml:trace>
  <inkml:trace contextRef="#ctx0" brushRef="#br0" timeOffset="-195127.09">17466 14908 168 0,'0'0'205'0,"0"0"-8"15,0 0-11-15,0 0-9 0,0 0-4 16,0 0-13-16,0 0-13 0,0 0-13 0,0 0-13 0,0 0-13 16,0 0-12-16,0 0 3 0,0 0-7 0,0 0-5 15,0 0 0-15,24-7-4 0,-12 5 0 0,3 2-5 16,-1-1-1-16,2-2-8 0,2 2 7 0,0-2-13 15,-5 3 0-15,2-1 0 0,-2 0-7 16,0 0 0-16,-3-1-3 0,0 1-6 0,-1-1-2 0,-1 2-3 16,-8 0-8-16,13-1-2 0,-13 1-2 0,11-2-6 15,-11 2-1-15,0 0-4 0,11 0 0 0,-11 0 5 16,6-1-4-16,-6 1-31 0,0 0-18 0,0 0-20 16,0 0-26-16,0 0-45 0,0 0-47 0,0 0-65 15,8 3-224-15,-8-3-493 0,0 0 218 16</inkml:trace>
  <inkml:trace contextRef="#ctx0" brushRef="#br0" timeOffset="-194572.38">18330 14336 36 0,'-9'3'151'0,"9"-3"-10"0,-7 1 1 16,7-1-4-16,0 0-12 0,0 0-7 0,-7 1-6 15,7-1-12-15,0 0-2 0,0 0-6 0,0 0-7 0,0 0 2 16,0 0 4-16,0 0 4 0,0 0-1 0,0 0-8 16,25 6-2-16,-12-4-11 0,6-2-6 0,3 0-9 15,5 0-6-15,1-2-2 0,-1 0-7 16,5 2-2-16,-12 0-8 0,10 0-9 0,-1-1-12 15,-9 1-23-15,1 0-24 0,-5-1-24 0,3 2-22 0,-7-2-24 16,1-1-27-16,-2 2-30 0,-3 0-135 0,-8 0-320 16,11-1 142-16</inkml:trace>
  <inkml:trace contextRef="#ctx0" brushRef="#br0" timeOffset="-193928.72">18526 14322 118 0,'-6'-2'193'16,"6"2"-4"-16,0 0-4 0,0 0-6 0,0 0-12 15,-5-4-14-15,5 4-16 0,0 0-13 0,0 0-15 16,0 0 3-16,0 0-1 0,0 0-3 0,-3 20-12 0,3-11-7 16,0 0-5-16,-1 3-1 0,0 4-4 0,1 1-6 15,-1 0-4-15,-1 1-4 0,1 0-4 16,-2 1-2-16,5 0-6 0,-2-1-4 0,-2 2-2 15,4-1-4-15,-4-1-6 0,4-1 7 0,-4 0-15 16,2-1 2-16,0 0-6 0,-2-4-2 0,2-1-4 0,2 0-1 16,-2-1 6-16,-1 0-9 0,0 0-3 0,1-3-3 15,0-7-1-15,0 15 5 0,0-10-4 16,0-5 3-16,0 12-4 0,0-12 0 0,-3 9-3 16,3-9 4-16,0 0-3 0,0 7 2 0,0-7-1 15,-2 7 2-15,2-7-4 0,0 0 3 0,0 0 0 0,0 0 1 16,0 0-1-16,-4 6-5 0,4-6-1 0,0 0-2 15,0 0-1-15,-12 0-4 0,12 0 0 0,0 0 2 16,-12-1-3-16,12 1 6 0,-14 1-6 16,14-1 1-16,-13-1-1 0,6 2 1 0,-1 0 0 15,8-1 3-15,-16-1-5 0,16 1 1 0,-15 1 1 0,7 1 1 16,8-2 1-16,-11 1 0 0,11-1-3 0,-10 1 1 16,10-1 0-16,-8 2 2 0,8-2-1 0,0 0 0 15,-8 2 1-15,8-2 0 0,0 0-3 0,0 0 12 16,-8 0-8-16,8 0-2 0,0 0 3 15,0 0 0-15,0 0 6 0,0 0-8 0,0 0 0 16,0 0 0-16,0 0 3 0,0 0 0 0,0 0 1 16,0 0 1-16,0 0 1 0,22 5 1 0,-9-5-2 15,-2 0 1-15,3 0 5 0,4 0 0 0,1-2-2 16,-2 2-6-16,1 0 3 0,-1 0 2 0,2-3-3 16,1 3 3-16,0-2 0 0,0 1 0 0,-2 1-2 15,-2-2-1-15,-2 1-1 0,3-1-1 0,-3 0 3 0,-2 3 0 16,-1-2-7-16,-1 0 8 0,2-1-4 0,-6 1-6 15,-6 1-6-15,14-3-9 0,-9 2-10 16,-5 1-13-16,9 0-14 0,-9 0-16 0,0 0-29 16,0 0-31-16,11-2-36 0,-11 2-36 0,0 0-188 15,0 0-425-15,0 0 188 0</inkml:trace>
  <inkml:trace contextRef="#ctx0" brushRef="#br0" timeOffset="-188639.53">19256 14740 59 0,'0'0'135'16,"-13"-3"-3"-16,8 1-12 0,5 2 3 0,-15-1 1 16,7 1-6-16,8 0-6 0,-15-1-5 15,7 1-8-15,8 0-4 0,-15 0-18 0,5 2 2 0,-1 0-4 16,0 1 0-16,-2 2 6 0,-2 0-1 0,-2 3-4 16,3 0-8-16,-4-1-2 0,3 3-1 0,-3 0-1 15,3 1-6-15,-1-1-4 0,4-1-6 0,2-1-5 16,0 2 4-16,3-1-10 0,0 0-4 15,1-1-1-15,2 2-1 0,2-1-1 0,0 0-1 16,2-2-2-16,4 3-4 0,1-2-2 0,4-2 1 0,3 2-1 16,2-4-5-16,2 1 0 0,5-1-3 0,8-2 2 15,-2 0-3-15,-1-2 4 0,2-1-26 0,-8 0-16 16,1 1-31-16,-3-1-20 0,-3 0-42 0,-4-2-27 16,3 2-32-16,-2-1-166 0,-6 2-372 15,2-1 165-15</inkml:trace>
  <inkml:trace contextRef="#ctx0" brushRef="#br0" timeOffset="-188265.25">18223 15208 67 0,'0'0'172'0,"-12"0"-12"0,12 0-8 16,-9 0-15-16,9 0-12 0,0 0-8 0,0 0-5 16,0 0 3-16,0 0-8 0,40 7-6 15,-7-11-4-15,19 5-8 0,4-4-1 0,9 3-3 16,30-5-2-16,-28 1-2 0,25 1-4 0,-26 0-11 15,26 0-3-15,-33 0-4 0,0 0-2 0,-4 2-6 16,-2 0-6-16,-14 1 0 0,-1-2-6 0,-2 2-5 0,-4 0-3 16,-4-1-2-16,-8 2-2 0,1-1-7 0,-3 0 2 15,-7 1-18-15,-3 0-16 0,-2 0-25 16,1 3-23-16,-2-1-27 0,-5-3-35 0,8 7-33 16,-8-7-45-16,0 0-114 0,0 0-341 0,-12 15 151 15</inkml:trace>
  <inkml:trace contextRef="#ctx0" brushRef="#br0" timeOffset="-187892.29">18471 15399 76 0,'-7'-3'191'0,"7"3"-14"0,0 0-14 0,0 0-6 16,0 0-7-16,0 0-4 0,0 0-8 0,0 0-5 15,37-6-17-15,-8 3-13 0,3 1-7 0,7-3-7 16,12-2-8-16,-12 9-9 0,-2-7-12 0,-1 3-7 16,-5 1-13-16,-3-1-17 0,-8-2-18 0,-5 2-25 15,-3 2-25-15,-3 0-23 0,-1-1-20 0,-8 1-7 16,9 3-11-16,-9-3-10 0,0 0-2 0,0 0-9 16,0 0 1-16,-22 11-68 0,12-10-209 0,-4 3 92 15</inkml:trace>
  <inkml:trace contextRef="#ctx0" brushRef="#br0" timeOffset="-187503.69">18814 15385 674 0,'-18'2'-49'0,"-1"1"19"16,2-1 11-16,3-2 12 0,0 2 15 0,3 0 7 15,-2-2 7-15,0 2 12 0,3-1 5 0,-1 1 22 16,3-2 8-16,8 0 5 0,-12 1-1 0,12-1-1 16,-10-1 2-16,10 1-10 0,-8 1 2 0,8-1 23 15,-6 7 12-15,6-7 2 0,-3 12-3 0,1-3-7 16,0 4 0-16,1-2 6 0,1 5 0 0,-1 3-8 16,2-3-9-16,-2 3-6 0,-2 1-5 0,5-1-4 15,-6 1-7-15,-1 4 3 0,5-6-7 0,-1 0-9 16,-2 1-2-16,0-1-6 0,0-3 3 0,1 2-9 15,0-1-5-15,-2-4-4 0,3 0-3 0,-2 0-1 0,2-3 3 16,-4 4-7-16,2-4 0 0,2 0-1 16,0-1 4-16,-3-2-6 0,1-2 0 0,3-4-1 15,0 10-2-15,0-10 0 0,-4 9-1 0,4-9 28 16,-6 9 0-16,2-7-2 0,4-2-6 0,0 0-2 16,-13 2-8-16,13-2 1 0,-10 0-1 0,10 0-5 15,-13-1 1-15,13 1-3 0,-9-5 2 0,3 4-3 16,6 1-2-16,-9-4 0 0,9 4-4 0,-10-3 5 15,10 3-3-15,-7-2-3 0,7 2 1 0,0 0 0 16,0 0-2-16,-6-4-5 0,6 4 4 0,0 0 0 16,0 0-1-16,0 0-2 0,0 0-1 0,22-3-1 15,-11 2-4-15,0 2-11 0,2-2-14 0,6 2-12 0,-6-3-20 16,0 2-21-16,8-2-24 0,-2 1-22 16,-1 1-32-16,1 0-23 0,-1-1-15 0,2 0-15 15,-9-1-139-15,9-1-383 0,-3 0 170 0</inkml:trace>
  <inkml:trace contextRef="#ctx0" brushRef="#br0" timeOffset="-187236.69">18842 15786 340 0,'12'-5'-11'0,"-2"-1"25"16,-3-2 9-16,2 2 11 0,-1 1 15 0,0-4 19 16,-4 5 19-16,-1-4 34 0,1 4-5 0,0 0 10 15,0-2-7-15,-1 0 4 0,-3 6 5 0,3-10-2 16,0 6 6-16,-3 4-1 0,5-9-1 0,-5 9 1 16,4-7-1-16,-4 7-6 0,0 0-9 0,1-6-6 15,-1 6-12-15,0 0-4 0,0 0-12 0,0 0 11 16,0 0-1-16,0 0-12 0,0 0 12 0,1 26 6 15,-1-15-8-15,-2 1-9 0,0 0-4 0,-1 0-11 16,-2 5-6-16,1-2-1 0,1 1-4 0,1-3-8 16,-2 3-3-16,0-4-7 0,1 0 1 0,1 0-1 15,-1 0-5-15,1 0-21 0,-2-1 15 0,3 0-1 16,-2-4-16-16,2 4-15 0,0-3-15 0,-1-2-21 16,2-6-20-16,-2 11-22 0,2-11-29 0,-3 8-18 15,3-8-41-15,0 0-35 0,-1 9-36 0,1-9-40 16,0 0-148-16,-5 4-467 0,5-4 207 0</inkml:trace>
  <inkml:trace contextRef="#ctx0" brushRef="#br0" timeOffset="-186482.49">18902 15703 137 0,'-4'-8'149'16,"4"8"12"-16,-2-9 0 0,2 9-15 0,-3-9-5 16,3 9-6-16,-1-9-4 0,1 9-6 0,1-10 1 15,-1 10-8-15,4-7-1 0,0 1-12 0,0-2-6 16,2 3-5-16,3-2-6 0,0 0-7 0,1 1 6 16,1-1-9-16,1 1-4 0,0 0-4 0,-2 2-4 15,1 0-5-15,0-1-6 0,-1 4-3 0,1-1-4 16,-4 0-7-16,1 0-2 0,0 1-3 0,-8 1-4 15,13 1-2-15,-6 2-6 0,0-2-6 0,-7-1 2 16,13 5-5-16,-8-2 2 0,0 2-2 0,0 1-2 16,2-1-2-16,-2-1 2 0,-3 4-1 0,1-1-7 15,-3-7 2-15,3 14 0 0,-6-7 2 0,3 3-2 16,-4 1 0-16,2-3-1 0,-2 2-1 0,-4-1-1 16,2 1 1-16,-2-1 0 0,-1 1-1 0,0-2 2 15,-1 0-3-15,2 1 1 0,-1-2-1 0,3-3 0 16,2 1-1-16,-1-1 1 0,5-4 0 0,-8 7 0 15,8-7-4-15,-6 5 2 0,6-5-1 0,-4 4 0 16,4-4 2-16,0 0 0 0,-5 4-3 0,5-4 3 16,0 0-4-16,0 0 5 0,0 0-3 0,0 0 0 15,18 6-3-15,-12-6 3 0,2 3 1 0,3-1 0 16,0-1-4-16,-1 3 3 0,1-1 1 0,-2 2 0 16,0 0-3-16,3-1 0 0,-3 2 0 0,-2-2 0 15,1 2-3-15,1 0 4 0,-5 0 2 0,1 1-5 16,-1-2 0-16,-2 1 1 0,1 1 1 0,0-1-1 15,-3-6 4-15,-2 9-1 0,2-9 1 0,-4 11 1 16,2-7-1-16,2-4 2 0,-9 9-2 0,4-5 1 16,-3-1-2-16,2 0 3 0,-3-3-1 0,9 0 2 15,-17 2 0-15,9-1 2 0,1-1-4 16,7 0 1-16,-17-3-2 0,9 3 1 0,1-3-2 16,7 3-11-16,-13-3-17 0,7-1-14 0,6 4-25 0,-12-6-20 15,8 2-13-15,4 4-14 0,-9-7-26 0,9 7-32 16,-2-7-27-16,2 7-168 0,-5-8-395 0,5 8 175 15</inkml:trace>
  <inkml:trace contextRef="#ctx0" brushRef="#br0" timeOffset="-185462.32">19995 15218 82 0,'0'0'178'0,"-9"-3"-3"16,9 3-7-16,-8-2-4 0,8 2-7 15,0 0-8-15,-10-4-10 0,10 4-8 0,0 0-7 0,0 0-8 16,-8-2-9-16,8 2-6 0,0 0-8 16,0 0-4-16,0 0-7 0,0 0-6 0,0 0-6 15,0 0-5-15,28-5-8 0,-15 2-1 0,6 3-10 0,2-2-15 16,-2-1-32-16,1 2-29 0,2 1-42 0,-4-3-39 15,1 3-45-15,-6-2-49 0,-2 3-109 16,-1-2-340-16,-3-1 151 0</inkml:trace>
  <inkml:trace contextRef="#ctx0" brushRef="#br0" timeOffset="-185284.2">19977 15302 71 0,'-4'5'201'0,"4"-5"-15"0,0 0-11 0,0 0-15 16,-7 6 5-16,7-6-3 0,0 0-8 0,0 0-12 16,16 5-18-16,-4-5-7 0,5 3-25 0,1-2-20 0,3 2-37 15,-1-1-47-15,1-3-61 0,9 0-54 16,1-4-147-16,-9 3-298 0,10-1 132 0</inkml:trace>
  <inkml:trace contextRef="#ctx0" brushRef="#br0" timeOffset="-184993.12">20753 15108 55 0,'-7'-3'235'0,"1"1"-16"0,6 2-16 0,-8-5-20 0,8 5-15 15,0 0-19-15,-5-5-12 0,5 5-18 0,0 0-11 16,0 0-15-16,28-4-2 0,-9 5-10 0,-1 0-13 16,5-1-27-16,7 3-24 0,-1-2-33 0,-1 1-25 15,4 0-51-15,-4-2-29 0,3-1-44 0,-10 1-91 16,8-1-276-16,-10-1 122 0</inkml:trace>
  <inkml:trace contextRef="#ctx0" brushRef="#br0" timeOffset="-184521.16">21292 14677 135 0,'-1'-5'228'0,"1"5"-20"0,-3-13-21 0,3 13-17 16,0 0-20-16,0-9-13 0,0 9-17 0,0 0-13 16,0 0-6-16,0 0-6 0,0 0-10 0,9 27-1 15,-8-10-5-15,1 1-1 0,-1 7-4 0,-2 2-10 16,1 1-5-16,-2-2-2 0,1 0-4 0,-3-1 0 16,2 0-4-16,1-4-1 0,1-2 0 0,-3 1-5 15,0-1-7-15,1-2 0 0,2 1-5 0,-1-3-1 16,-1-3-6-16,1 0 1 0,0-1-4 0,-1 0 2 15,1-4-7-15,0 3 2 0,1-10-6 0,-3 9 4 16,3-9-4-16,0 8 6 0,0-8 5 0,0 0 13 16,-1 8 10-16,1-8 7 0,0 0-7 0,0 0-3 15,0 0-3-15,0 0-6 0,0 0-2 16,17-21 0-16,-11 13-7 0,5-7-1 0,0 2-5 0,3-1 0 16,1 1-10-16,-1-1-5 0,2 0 5 0,-1 4-2 15,0 0-2-15,-4 3-1 0,1 1-1 0,-2 1 0 16,2 2-4-16,-1 0 3 0,0 3-4 0,-2 2 0 15,2 1 9-15,-2 3-10 0,-1 1-2 0,-1 4 5 16,0-2 4-16,-2 2-1 0,1 4-9 0,-3 1 3 16,0 2 2-16,-1-1-2 0,-2-1 2 0,1 1 2 15,-2-1-21-15,-1-1-28 0,3 1-30 0,-2-4-32 16,2 2-35-16,0-4-58 0,-1-2-40 0,4 2-173 16,0-5-448-16,1 1 198 0</inkml:trace>
  <inkml:trace contextRef="#ctx0" brushRef="#br0" timeOffset="-184205.72">21976 14886 118 0,'-4'-16'205'16,"1"9"-2"-16,2-1-6 0,1 8-8 15,-5-10-18-15,5 10-14 0,-4-5-23 0,4 5-12 0,0 0-11 16,0 0-4-16,0 0-1 0,-19 19-10 0,10-5 4 15,0 4-8-15,0 9-8 0,-4-4-1 0,3 5-2 16,0-3-2-16,1 2 0 0,0 0-8 0,1 1 0 16,1-1-1-16,0-1-4 0,1 1-2 15,1-2-7-15,0 1-4 0,-2 1-2 0,5-3-8 0,-2 1-1 16,3-6-5-16,-2 0 1 0,2-3-8 0,-2 0-2 16,2 1-2-16,0-1 1 0,-1-4-7 0,1-1-3 15,0 2-20-15,-2-4-4 0,1 3-13 0,-3-4-12 16,1-2-17-16,-1 3-15 0,1-5-28 15,-4 3-23-15,2-3-37 0,6-4-36 0,-12 2-21 0,12-2-29 16,-11 0-122-16,11 0-389 0,-14-10 172 0</inkml:trace>
  <inkml:trace contextRef="#ctx0" brushRef="#br0" timeOffset="-184060.47">21681 15202 155 0,'2'-7'169'0,"5"3"-21"0,1-2-12 0,1 2-12 15,4 0-17-15,5-2-9 0,1 2-11 0,2 0-9 16,-2 2-15-16,0 0-35 0,4 2-42 0,-1-1-45 16,-1 3-28-16,-1-2-86 0,0-1-186 0,-1 1 83 15</inkml:trace>
  <inkml:trace contextRef="#ctx0" brushRef="#br0" timeOffset="-183730.98">22093 15230 94 0,'0'0'149'0,"8"4"-12"0,-8-4 5 15,10 0-1-15,-10 0 1 0,14 0-7 16,-6 0-12-16,1-3-9 0,3 0-8 0,5-3-4 16,2 2-7-16,1-2-4 0,0-3-1 0,-1 1-2 15,0-1-2-15,2-1-1 0,2-4-1 0,-7 4-1 0,1-2 2 16,-4 0-2-16,0-1-5 0,-1 1-4 0,-4 0-1 16,0 3 7-16,-3-1 2 0,1 0-6 15,-3 1-2-15,-2-1-8 0,-1 4-12 0,0 6-4 16,-5-10-5-16,-1 6-6 0,6 4 1 0,-20 2-5 15,3 4 8-15,-1-1-6 0,-7 6 8 0,1 5 0 16,1 0 0-16,1 2 10 0,2-2-10 0,3-1-2 0,6 0-6 16,3 1 5-16,-2 0-8 0,2-1 3 15,4 0-5-15,4 2 2 0,0-5-8 0,6-1 5 0,4 5-6 16,0-2 2-16,5-3-5 0,7 5-2 0,5-5-12 16,4-2-29-16,3 0-28 0,2 1-38 15,-3-2-34-15,2-1-37 0,0-5-33 0,0 3-32 16,-5-3-24-16,1-1-15 0,-10 1-155 0,7-2-450 15,-8-1 200-15</inkml:trace>
  <inkml:trace contextRef="#ctx0" brushRef="#br0" timeOffset="-183593.36">22887 15293 96 0,'0'0'163'0,"0"0"-6"0,0 0-9 0,0 0 6 16,0 0-11-16,0 0-5 0,0 0-3 0,-10-20-17 0,10 20-8 15,0 0-14-15,0 0-26 0,-12-8-39 16,12 8-53-16,-5-7-48 0,5 7-74 0,0 0-77 15,-19-11-239-15,8 5 106 0</inkml:trace>
  <inkml:trace contextRef="#ctx0" brushRef="#br0" timeOffset="-182647.14">11587 14339 90 0,'2'-7'191'0,"-2"7"-10"0,0 0-16 15,3-7-9-15,-3 7-22 0,0 0-13 0,0 0-14 16,0 0 2-16,0 0 1 0,0 0-7 0,-5 31-9 16,4-12-4-16,-2 10 5 0,1 3-6 15,-1 17 1-15,-2 0-8 0,4 2-3 0,-1 1-3 0,2 1-3 16,-2-2 3-16,2 3-9 0,-3 0-4 0,3 0-1 16,-2-3-3-16,1-3 1 0,1 0 2 0,0-3-4 15,1 1-4-15,1-8-1 0,1-6-8 0,-1 4 1 16,2-6-5-16,1 2 2 0,-1 2-8 15,0-5-3-15,1 0-5 0,0-4 2 0,2 1-6 16,-1-1 2-16,-2-6-5 0,1 0-3 0,-1-3 1 0,0 0-2 16,4-1-2-16,-6-2-15 0,1-5-18 0,1 1-17 15,-2-2-21-15,0 1-14 0,-2-8-24 0,3 11-20 16,-3-11-37-16,7 2-37 0,-7-2-42 0,0 0-155 16,0 0-418-16,7-18 185 0</inkml:trace>
  <inkml:trace contextRef="#ctx0" brushRef="#br0" timeOffset="-180572.34">11563 14181 22 0,'0'0'127'15,"2"-8"-13"-15,-2 8 3 0,5-9-25 0,-1 5-15 16,1 1-2-16,5-4-10 0,1 2-5 0,6 0-1 16,-1-1-7-16,3 2-11 0,13-1-5 0,-2 0-11 15,3 0 13-15,-1 1 4 0,4-2-6 0,-1 1 1 16,0 3-6-16,2-1-1 0,-1 1 1 0,5 2 5 15,10-1-2-15,2 0-1 0,4 1 14 0,0-1-6 16,2 0 2-16,-4 2 0 0,11 0-7 0,-8 0-9 16,33 2 8-16,-30 0-6 0,4-2-5 0,30 4 5 15,-3-1-10-15,1 0 5 0,-6 1-3 0,7 0 2 16,1-1-9-16,-4 3-3 0,7-6 6 0,-2 2 6 16,5 3-5-16,0 0-7 0,3 3 1 15,0-3 5-15,-5 0-10 0,-2 3 4 0,9-3 4 16,-5-3 0-16,1 4-5 0,7-1 6 0,-1 0-3 0,-2 1-4 15,4-3-2-15,-5 0 3 0,6-1-1 0,0-4-6 16,2 7 5-16,3-4-2 0,2 2 1 0,-2 3-3 16,-1-3 2-16,1-1-1 0,-6-4 3 0,5 3-2 15,-2 1 3-15,-2 2 2 0,-1-4-6 0,-3 3 0 16,3-2 2-16,-8-2-1 0,-3 3 1 0,0-2-4 16,-2-1 4-16,2 3 2 0,-2 1-7 0,-2-1 8 15,-3-1-2-15,0 0 2 0,1 0-7 0,-28 0 5 16,33 0 0-16,0-2-3 0,-1 4-1 0,-4-3 0 15,-1-1 0-15,0 0-2 0,-1 0-1 0,-27 3-1 16,30-3 5-16,-4-2 0 0,-26 2 0 0,29 2-5 16,-2-1 5-16,-26-2-2 0,32 1-6 0,-8-3 5 15,-29 0-1-15,6 2-1 0,27 0 3 0,-28-1 2 16,0 2-8-16,3-2 3 0,23-2 0 0,-26 6 1 16,24-4-1-16,-26 0 3 0,1 1-3 0,1-2 2 15,26-1-2-15,-30 4 0 0,3-2 0 0,3 1 3 16,25-2-3-16,-2 3 2 0,-28-5-4 0,2 4-1 15,25-5 1-15,-26 5-4 0,1 1 7 0,2-2-2 16,27 1-2-16,-3-1-2 0,-33 2 10 0,6 1-2 16,28-2-4-16,-29-2 0 0,5 3 3 0,25 0 0 15,-3-2-2-15,-24-1-2 0,26 2 6 0,-27-4-6 16,25 2-3-16,5-1-2 0,-29-1 8 0,31 1-5 16,-5 1 5-16,-27-3-3 0,34 2 1 0,-10 1-3 15,2 2 3-15,0-2-2 0,-26 0 2 0,31 2 5 16,-4-1-5-16,-2-1 1 0,3 2-1 0,0 2-5 15,-1-1-3-15,1-3 0 0,0 7-4 0,-2-8-6 16,-23 3 1-16,29-5 7 0,-7 4 0 0,-25 2-4 16,28-1 2-16,-29 2-1 0,26-2 5 0,-25 4-2 15,-1-3 2-15,2 2 1 0,1-2 5 0,-1 0-7 16,-1 1 2-16,0-1 2 0,-2-1 2 0,0 3-5 16,-6-3 1-16,3 1 6 0,-4 1-5 0,-1-5 3 15,-3 6 1-15,-11-4-4 0,12 2 4 0,-14 2 5 16,-1-4-2-16,-1 2-2 0,-1 2-3 0,-2-2 8 15,-4 1-3-15,3 0 2 0,-6 1 3 0,1-1-4 16,-6-1 2-16,-1 0 5 0,-4 3-3 0,-3 0-3 16,0-2 10-16,-2 1-3 0,-1 1-9 0,1 0 9 15,-5-2 5-15,4 1-2 0,-5-1 3 0,-5-1-2 16,8 6 0-16,-3-2 0 0,-5-4-2 0,8 7-1 16,-5-4 1-16,-3-3-2 0,2 9-3 0,-2-9 0 15,-1 10 1-15,1-10-1 0,0 10-2 0,-1 0 1 16,1-10 0-16,-7 15 0 0,5-8 4 0,-1 2-3 15,1 0 5-15,-4 4-2 0,1-3 6 0,1 4-8 16,-4 4 5-16,2-2-1 0,2-2-2 0,-1 4 2 16,1 7-2-16,-6-9 5 0,3 9-3 0,2 0 0 15,-3 0-3-15,-1-1-2 0,4-4-2 0,1 6 3 0,0-1-1 16,0 2 2-16,2 0-4 0,-1-1 1 16,-1 2 2-16,-1-1 0 0,5 3-2 0,-2-2 3 15,3 1 1-15,-3 1 2 0,3 1 1 0,-1-1-7 16,0 0 1-16,0-1 2 0,-3-1-3 0,3 2-1 15,-4 1 1-15,2-2 2 0,-2 1 1 0,-3-1-3 0,4 7 4 16,-2-5-1-16,-3 1 1 0,4 0-2 16,-1-1 0-16,-4 2 1 0,-1-1-6 0,2-2 3 15,-3 0 3-15,-1 2-4 0,1 0-1 0,0-1 3 16,-3 0 0-16,4 1 27 0,-6-1-4 0,4-2-2 16,-2-2-4-16,1 0 0 0,-1 1-2 0,-1-1-1 15,0-1 0-15,-2 5-2 0,-2-8-4 0,3 6 5 16,-1-4-5-16,0-1 4 0,-5 2-9 0,3-4 7 15,0 2 1-15,-2 0 0 0,2-1-6 0,0 0 0 16,0-2 0-16,1-1 1 0,-1 3-4 0,1-3 2 16,-3 1-3-16,4-2 0 0,-3 2 0 0,-3-2 0 15,-1-1-3-15,2-1 0 0,-2 2 3 0,-3 0-3 16,-1-2 2-16,0-1-5 0,-3-1 4 0,-5-1 2 16,2 1-28-16,-3-2 1 0,0 1 3 0,-12 0-1 15,-2-3 6-15,13-4 1 0,-16 2 1 0,2 0 4 16,-1-4 1-16,0 4 1 0,-4-4 3 0,-3-1 2 15,4-1 3-15,0 1-2 0,-5-1 4 0,-2-3 2 16,-1 3 1-16,-1-4-2 0,0 2-2 0,-29-4 3 16,29 1-2-16,-24 0-3 0,25 0 7 0,-27-1-10 15,25 1 2-15,-26-2 4 0,-2-2-5 0,32 3 1 16,-37-4 1-16,1 3 0 0,2-3-4 0,-2 3 3 16,7-1 0-16,-2 0 0 0,-1-3-2 0,2 0 3 15,0 1 0-15,-4 0-2 0,2-3 1 0,-3 3-2 16,0 0-1-16,2 1 2 0,-5-3-1 0,2 2 1 15,-2-1 6-15,-2-3 0 0,-1 7-2 0,-4-6 6 16,3 5-1-16,3-3 3 0,1 1 3 0,-2-2 1 16,-2 2 6-16,2 1-7 0,1 1 1 0,-6-1 6 15,7 3-8-15,-5-2 4 0,4-3-6 0,0 3 4 16,-5-4-3-16,4 1-2 0,-3 0-1 0,-2 2 3 16,-3 1-5-16,-4-3 2 0,4-2 0 0,0 1-2 15,-7 0 5-15,3 3-3 0,-6-5-2 0,-3 5 1 16,-3-2-4-16,3 2 4 0,0-4-5 0,-3-1 3 15,-6 2 2-15,0 0 0 0,0 4-6 0,4-5 0 16,3-4-4-16,-4 5 6 0,5-2 0 16,1-1 4-16,-4 3-3 0,5 4-1 0,-2-7-1 15,2 10 2-15,2-7 0 0,1 1 1 0,-1-1 4 16,-1 4-4-16,-3 1-2 0,9 0 2 0,-9 0-5 0,9-2 1 16,-2-1 0-16,0 0 0 0,3 4 0 0,-1-2-2 15,1-2 5-15,6 0-10 0,0 1 4 16,4-1 1-16,-1 0 1 0,4-2 0 0,0 3 3 15,2-1-4-15,0-1 3 0,4 3-1 0,-1 0 7 16,2-3-8-16,-1 2 1 0,3-3-6 0,27 6 2 16,-33-1 0-16,6-3 0 0,0 1 2 0,26 3-1 15,-25-3-1-15,-1-2-2 0,29 6 1 0,-3-2 1 16,-27 1 6-16,28-3-9 0,-27 2 3 0,27-1-2 16,2 3 3-16,-29-6 1 0,27 6-2 0,-25-3 5 15,28 2-7-15,1-2 3 0,-2 6-3 0,-4-6 3 16,4 0 3-16,0 2-3 0,2 0-2 0,2 1-2 15,2-3 0-15,2 4 2 0,-4 0 1 0,5-3-4 16,3 4 5-16,13-2-4 0,1 1 4 0,-3 1 1 16,4-3-2-16,1 2 0 0,0-2-1 0,3 0 2 15,10 1 0-15,-4-2-1 0,8 2 1 0,1-2 0 16,3 2 2-16,0 0-2 0,14 2-3 0,-22-2-7 16,22 2 1-16,-13-3-6 0,13 3 0 0,0 0-3 15,-15-4-5-15,15 4 1 0,0 0-3 0,0 0-10 16,0 0-3-16,-17-1-14 0,17 1-12 0,0 0-15 15,0 0-15-15,0 0-27 0,0 0-21 16,0 0-33-16,0 0-22 0,0 0-40 0,0 0-136 0,0 0-402 16,0 0 177-16</inkml:trace>
  <inkml:trace contextRef="#ctx0" brushRef="#br0" timeOffset="-179639.95">18985 15938 7 0,'0'0'116'0,"0"0"-20"0,0 0-21 16,0 0-19-16,0 0-21 0,0 0-16 0,0 0-22 16,0 0-27-16,10-1-33 0,-10 1-66 0,0 0 29 15</inkml:trace>
  <inkml:trace contextRef="#ctx0" brushRef="#br0" timeOffset="-178592.73">18970 15859 72 0,'0'0'89'0,"0"0"-1"16,0 0-5-16,0 0-1 0,0 0-1 0,0 0-10 15,0 0-10-15,0 0 4 0,0 0 11 16,0 0-35-16,0 0-21 0,0 0-3 0,0 0-26 15,0 0-23-15,0 0-27 0,0 0-66 0,0 0-134 16,0 0 59-16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7T03:57:26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7225 2346 1389 0,'5'-17'40'0,"2"5"17"15,-3 1-12-15,-2-2-8 0,1 1-7 0,-2 5 5 16,0-1 4-16,1-1 6 0,-1 3 5 0,-1 6-15 15,0-12 7-15,0 12 2 0,1-7-1 0,-1 7 1 16,0 0-9-16,4-6-1 0,-4 6-4 0,0 0-4 16,0 0-6-16,0 0 3 0,0 0 2 0,0 0 2 15,-4 27 5-15,4-9-1 0,-2 2 3 0,0 6 3 16,-1 2 0-16,0 0-5 0,0 4-1 0,1-3 1 16,1-1 1-16,-2-2-4 0,2 3-2 0,-1-4-1 15,1 2-3-15,1-1 3 0,-1-4-5 0,0-2-2 16,-1-2-2-16,2-1-2 0,0 0 4 0,-1 0-5 15,1-6 1-15,0 2-4 0,1-1-5 0,-1-1 4 16,0 1-5-16,2-2 5 0,-1 0 3 0,-1-10-20 16,1 18-7-16,-1-18-12 0,3 11-8 0,-3-11-22 15,0 9-15-15,0-9-18 0,0 0-15 0,0 0-24 16,0 0-25-16,1 11-45 0,-1-11-122 0,0 0-347 16,0 0 153-16</inkml:trace>
  <inkml:trace contextRef="#ctx0" brushRef="#br0" timeOffset="387.35">7350 2206 1 0,'30'-9'175'0,"-1"-3"-11"15,1 5-11-15,-3 3-13 0,1 1-10 0,-9 5-12 16,0 2-14-16,-1 3-6 0,0 3-11 0,-7 1 4 15,-2 4-12-15,1 2-5 0,-4 1-4 0,-4-2-9 16,-2 4-2-16,-2 0-4 0,-6-2-1 0,-3 8-5 16,-4-3-5-16,-1-1-3 0,2-8-8 0,-5 2 1 15,3-2-4-15,-3-3-4 0,2 0 0 0,-2-3 2 16,0-1-3-16,0-3-3 0,0 2-4 16,1-3 2-16,4-1-4 0,2-2 7 0,-2 0 4 0,3 0-6 15,11 0-1-15,-22-4 7 0,22 4-1 16,-12-3 5-16,12 3-3 0,0 0-8 0,-15-1 2 0,15 1-5 15,0 0-7-15,0 0-1 0,0 0-3 0,-7 8 5 16,7-8-5-16,0 0 0 0,14 20 0 0,-8-9 0 16,2 4-1-16,1 2 1 0,2 0-1 0,1 5 1 15,-1 0 1-15,3 0-6 0,-5-4 8 0,6 5-20 16,-6-5-32-16,6 5-30 0,-3-6-51 16,1-1-51-16,0 0-169 0,-2-4-371 0,1 2 164 15</inkml:trace>
  <inkml:trace contextRef="#ctx0" brushRef="#br0" timeOffset="607.59">7707 2652 16 0,'0'0'225'0,"2"-10"-26"0,-2 10-1 15,0 0-1-15,0 0-4 0,0 0-9 0,0 0-17 16,-7 32-15-16,4-21-14 0,2 2-14 0,-1-1-8 15,0 1-15-15,1-2-8 0,1 6-8 16,-1-5-11-16,-1 4-6 0,1-4-7 0,0 3-7 0,0-2-23 16,1-13-24-16,-2 27-27 0,2-16-28 0,0-11-49 15,2 17-50-15,-2-17-57 0,1 14-125 16,-1-14-354-16,0 0 157 0</inkml:trace>
  <inkml:trace contextRef="#ctx0" brushRef="#br0" timeOffset="801.62">7735 2330 1858 0,'2'-18'29'16,"-2"4"24"-16,0 8-11 0,0-3-23 0,1 2-4 16,-1 7-4-16,0-11-4 0,0 11 0 0,1-6-13 15,-1 6-5-15,8-4-9 0,-8 4-22 0,11 0-25 16,2 2-25-16,5 0-36 0,1 1-27 0,7 4-99 15,-6-1-274-15,6 4 121 0</inkml:trace>
  <inkml:trace contextRef="#ctx0" brushRef="#br0" timeOffset="953.44">8184 2499 179 0,'0'0'178'0,"13"0"-14"16,-13 0-10-16,14-3-14 0,-8 1-18 15,6 2-9-15,-1-3-13 0,1 1-28 0,-2 0-47 0,2 0-34 16,0 2-53-16,-4 0-51 0,-8 0-65 0,0 0-191 16,14 4 85-16</inkml:trace>
  <inkml:trace contextRef="#ctx0" brushRef="#br0" timeOffset="1107.08">8134 2684 31 0,'0'0'208'0,"-3"4"-11"15,3-4-5-15,0 0-10 0,0 0-5 0,9 6-12 16,0-5-14-16,3-2-16 0,1-1-11 0,5 1-14 0,1 1-16 16,-1-3-33-16,-1 2-41 0,-4-1-52 15,1 1-48-15,-1 0-65 0,0-1-120 0,0 2-288 0,-13 0 128 16</inkml:trace>
  <inkml:trace contextRef="#ctx0" brushRef="#br0" timeOffset="3260.06">9544 2087 20 0,'0'0'135'0,"0"0"-15"0,-4-12-1 15,4 12 5-15,-2-6 2 0,2 6-2 0,-1-7-6 16,1 7-5-16,-2-7 3 0,2 7-5 0,0 0-4 16,0 0-7-16,-4-12 0 0,4 12-6 0,0 0-10 15,0 0-8-15,0 0-3 0,0 0-12 0,0 0-8 16,0-8-8-16,0 8-3 0,0 0-3 0,0 0-2 15,0 0-6-15,0 0-3 0,0 0-3 16,16 14-4-16,-10-8-3 0,3 1-3 0,-2 2-4 16,1 1 7-16,3 3-6 0,-1 3 0 0,2-1-5 15,-3-2 3-15,1 4 1 0,-1-1-2 0,-1 2 2 16,0-2-2-16,0 0 3 0,0 2-2 0,1-1-2 16,-5-5-2-16,4 1-2 0,-5 0 5 0,3-1-5 15,-4-1 1-15,2-1-6 0,0 0 3 0,-2-1 3 16,-2-9 0-16,7 13 0 0,-5-7-4 0,-2-6 5 15,3 10 1-15,-3-10-4 0,2 8 1 0,-2-8 3 16,0 0-2-16,0 0 10 0,4 9 8 0,-4-9 9 16,0 0 7-16,0 0 10 0,0 0 2 0,0 0-6 15,0 0 0-15,0 0-6 0,0 0-5 0,0 0 4 16,9-30-9-16,-5 15-6 0,2-1-1 0,1-1 2 16,-1 1-5-16,1-3-1 0,3-4-6 0,-3 0 5 15,2-1-6-15,-2 6 0 0,-1-7-3 0,4 3-1 16,-3 5 0-16,-1-3-2 0,1 2 2 0,-1 0-4 15,-1 2-6-15,-1-3 3 0,0 2-3 0,-2 1 29 16,1 5-1-16,-2 0 0 0,2 3-7 0,-2 1 1 16,0 0-5-16,-1 7-8 0,4-8 3 0,-4 8-11 15,1-8-11-15,-1 8-16 0,0 0-25 0,3-5-15 16,-3 5-7-16,0 0-10 0,0 0-33 16,0 0-35-16,5 24-48 0,-5-13-208 0,-1 0-444 0,-1 2 197 15</inkml:trace>
  <inkml:trace contextRef="#ctx0" brushRef="#br0" timeOffset="3786.07">10045 2125 137 0,'0'0'210'16,"0"0"-23"-16,0 0-18 0,0 0-7 0,0 0-26 0,0 0-11 15,0 0-7-15,0 0-5 0,0 0-2 16,0 0-9-16,11 16 3 0,-11-16-11 0,0 22-1 16,-4-6-6-16,3 2-11 0,0 0-2 0,0 1-2 15,-2 0-6-15,0 2-10 0,1-2 2 0,0 2-8 16,1-2-3-16,-1-3-3 0,-1 4-2 0,2-2-6 16,-1-3-5-16,1 0 1 0,-1-5-5 0,2 1 0 15,0-11-3-15,-3 15-3 0,3-15-1 0,-1 13-5 16,1-13 5-16,0 0-6 0,-1 12 4 0,1-12 8 15,0 0 6-15,0 0 10 0,0 0 3 0,-2 9 4 16,2-9-3-16,0 0-2 0,0 0-9 0,0 0-3 16,0 0-3-16,0 0-4 0,0 0-4 0,0 0 0 15,9-30-5-15,-4 22-7 0,7-5 2 0,-1 0-12 16,2 1-3-16,4 2 1 0,-1 0 0 0,1-2-5 16,0 5-2-16,0 0-3 0,-4 2 8 0,1 2-3 15,-1 2-2-15,0 2 2 0,1 2-2 0,-2-1 3 16,0 3-1-16,-2 1-3 0,0-1 4 0,-2 4 5 15,-3 0-6-15,-1 1 4 0,-1 1-5 16,-2-1 8-16,-1 2 5 0,0-12-2 0,-8 22-1 16,2-13 0-16,-4 0 1 0,0 3 0 0,-6-4 4 15,1-1 0-15,-3-2 0 0,1 1-3 0,-2-2 4 16,-1-2 0-16,-1-1-1 0,2-2-3 0,0 1-4 0,-1-3-12 16,3 0-14-16,4 0-10 0,-5-2-19 0,8 1-18 15,-1 0-30-15,11 4-36 0,-17-9-59 16,12 2-230-16,5 7-463 0,0 0 206 0</inkml:trace>
  <inkml:trace contextRef="#ctx0" brushRef="#br0" timeOffset="4236.42">9499 2887 16 0,'-9'-4'203'0,"9"4"-22"0,0 0-13 15,-8-2-17-15,8 2-9 0,0 0-8 0,0 0-11 16,35-3-8-16,-3-1-5 0,6 0-13 0,18 0-6 15,7-2-9-15,2 3-12 0,26-5-5 0,-27 1-3 16,1 3-7-16,26-2-6 0,-31 2-7 0,-1 1-19 16,-1-1-13-16,0 0-17 0,-3 1-16 0,-4 4-8 15,-15-2-44-15,-3 2-27 0,-4 1-27 0,-8 2-142 16,-2 0-293-16,-9 1 130 0</inkml:trace>
  <inkml:trace contextRef="#ctx0" brushRef="#br0" timeOffset="4458.46">9891 3002 162 0,'0'0'166'0,"0"0"-12"0,0 0-11 0,37 1-11 16,-19-1-15-16,4-1 0 0,7 1-8 0,-3-1-14 15,2-2-14-15,0 3-9 0,-6 0-19 16,-1-2-34-16,-2 2-30 0,0 0-47 0,-6 2-43 16,2 0-108-16,-5-1-225 0,0 0 99 0</inkml:trace>
  <inkml:trace contextRef="#ctx0" brushRef="#br0" timeOffset="5296">10043 2987 41 0,'0'0'166'0,"0"0"-3"16,0 0-1-16,-9 16 2 0,8-5-6 0,1 5-2 15,-3 3-7-15,2 5-10 0,-1-5-8 0,-2 6-10 16,1 1-7-16,2 1-10 0,-1-2-9 0,-1-5-9 16,0 6-3-16,1-8-8 0,-1 1-8 0,1-1-7 15,0-1-3-15,1-5-6 0,2 2-3 0,-3-2-3 16,2-2-7-16,0 1-3 0,0-4-2 0,0-7 1 15,-1 12-8-15,1-12 0 0,-3 7 0 0,3-7-2 16,-1 7-2-16,1-7 2 0,0 0 4 0,-5 8 0 16,5-8-1-16,0 0 2 0,-7 2-9 0,7-2-2 15,0 0-3-15,0 0 3 0,-18-6-4 0,10 3 0 16,1-1-4-16,7 4-1 0,-12-4 0 0,5 2-1 16,7 2-1-16,-9-4 0 0,9 4-6 0,-6-5 1 15,6 5 2-15,-7-3 0 0,7 3-3 0,0 0-3 16,0 0 1-16,0 0 1 0,0 0-4 0,0 0 4 15,0 0-1-15,0 0 3 0,0 0-4 0,0 0 0 16,37 1-14-16,-18 1-7 0,1-2-17 0,1 0-11 16,6 0-18-16,-6-2-18 0,8 1-12 15,-1-1-22-15,0 0-20 0,-5 0-23 0,4-2-4 16,-8 3 5-16,3-3 0 0,-2 1 8 0,-2 0 3 0,0-1-77 16,-6 0-249-16,0-2 110 0,0 3 967 0,-1-5-678 15,-2 0 11-15,-2 2 23 0,-1-3 17 0,-1 1 20 16,2-1 13-16,-5-1 14 0,2-3 19 0,0-2 5 15,-2 4 20-15,1 0 7 0,0 0 22 0,-1 1 19 16,-1 3 5-16,1 1 6 0,0 0-2 16,-2 6-2-16,4-11-12 0,-4 11-10 0,1-6-16 15,-1 6 2-15,0 0-7 0,0 0 7 0,0 0-2 16,8 24-2-16,-8-12-1 0,1 5-6 0,-2 2-3 16,1 0-7-16,-1 7-3 0,1-7-6 0,-2-2-2 0,1-2-6 15,0 2-1-15,0-3-4 0,-1-2-2 16,1-1 5-16,1-3-13 0,-1 2 1 0,1-10-5 15,0 12 4-15,-3-7 3 0,3-5 10 0,-2 8 10 16,2-8 1-16,0 0 4 0,-2 10 5 0,2-10 6 16,0 0-4-16,0 0-3 0,0 0-7 0,0 0 6 15,0 0-18-15,0 0 2 0,0 0-2 0,0 0-15 16,-6-22-8-16,6 22-7 0,8-21-6 0,1 6-3 16,1 1-4-16,3-1-6 0,7-3-4 0,3 3 8 15,0 2-5-15,-5 4-2 0,2 2-4 0,-2 1 0 16,0 1 2-16,0 4 1 0,-1 1-3 0,-3 3 3 15,-3 1-3-15,-2 1 1 0,1 2 1 0,-1 0 8 16,-2 2-1-16,-3 2-2 0,-2-3 4 0,-2 4 2 16,0-1 2-16,-1-1-7 0,-4 2 4 0,0-4 4 15,-3 1 1-15,-1 0-4 0,1-2 4 0,-2 0-6 16,-1-2 6-16,0-1-1 0,1 0 3 0,-1 0-1 16,0-2-6-16,1 0-11 0,1 0-8 0,9-2-21 15,-14 0-15-15,14 0-19 0,-14-2-34 0,8 0-47 16,6 2-58-16,-9-6-44 0,5 2-193 0,4 4-487 15,-8-9 215-15</inkml:trace>
  <inkml:trace contextRef="#ctx0" brushRef="#br0" timeOffset="6180.39">11250 2755 13 0,'0'0'132'0,"0"0"-3"15,0 0-7-15,0 0-3 0,0 0 1 0,0 0-7 16,0 0-3-16,0 0-3 0,0 0-2 0,0 0-4 16,-13-12-3-16,13 12 0 0,0 0-10 0,0 0-2 15,0 0-7-15,-8-2-7 0,8 2-4 0,0 0-7 16,0 0-3-16,0 0-4 0,0 0-2 0,0 0-10 16,0 0 2-16,0 0-7 0,0 0 0 0,23-3-9 15,-9 2-2-15,4-2-10 0,4 3-19 0,0-4-24 16,0 4-33-16,4-3-28 0,-5 3-35 15,-2-3-32-15,-1 3-139 0,-4 0-317 0,-4-1 140 16</inkml:trace>
  <inkml:trace contextRef="#ctx0" brushRef="#br0" timeOffset="6367.82">11293 2833 135 0,'0'0'132'16,"0"0"-12"-16,0 0-11 0,0 0 7 0,0 0-21 16,0 0-9-16,31 9-7 0,-13-9-22 0,1-1-12 15,-2 1-38-15,4 1-30 0,-2 0-31 0,2-1-30 16,-2 3-53-16,-6-2-149 0,1-1 67 16</inkml:trace>
  <inkml:trace contextRef="#ctx0" brushRef="#br0" timeOffset="7886.61">10049 2469 29 0,'0'0'75'0,"0"0"-5"0,0 0-37 0,0 0-22 16,0 0-18-16,0 0-29 0,0 0-38 0,0 0 18 15</inkml:trace>
  <inkml:trace contextRef="#ctx0" brushRef="#br0" timeOffset="10611.41">12910 1904 114 0,'0'0'135'16,"0"0"-4"-16,0 0-19 0,-13-8 5 0,13 8-8 0,0 0 7 15,-4-2-11-15,4 2-6 0,0 0 5 0,0 0-17 16,-9-5-9-16,9 5-1 0,0 0-3 0,0 0-1 16,0 0-2-16,0 0-4 0,-5-4-1 0,5 4-5 15,0 0-5-15,0 0-2 0,0 0-6 16,0 0-3-16,0 0-8 0,0 0 0 0,0 0-2 15,0 0-6-15,0 0-4 0,0 0-2 0,0 0 2 16,44 3-8-16,-25-4 0 0,12 1-4 0,3-2-17 16,-2 2-12-16,6-4-21 0,-4 3-24 0,-3 1-23 15,3-1-48-15,-5 0-44 0,0 1-116 0,-11-1-315 16,0-1 140-16</inkml:trace>
  <inkml:trace contextRef="#ctx0" brushRef="#br0" timeOffset="11066.27">13091 1871 76 0,'0'0'177'0,"-11"0"-20"0,11 0-19 0,0 0-7 0,0 0 1 15,-8 8 0-15,8-8 0 0,-2 15-5 16,0-5-8-16,0 6 1 0,1 2-11 0,1 0-6 15,-2 0-8-15,0 0-9 0,0 0-6 0,2 0-1 16,0 1-12-16,0-2-1 0,-2 0-5 16,2 0-4-16,-2 0-9 0,0 2-1 0,1-7-11 0,1 4 6 15,-2 0-8-15,2-16-3 0,-2 24-2 0,0-12 1 16,2 2-3-16,0-14-5 0,-2 21 1 0,2-21-7 16,-5 13 4-16,5-13-5 0,-1 12 1 0,1-12 1 15,0 0-1-15,-4 11-4 0,4-11 3 0,0 0-9 16,0 0 7-16,0 0-1 0,0 0 0 0,-4 10-2 15,4-10 1-15,0 0-3 0,0 0-3 0,0 0-1 16,-29-10-1-16,29 10 4 0,-13-7-5 0,13 7 3 16,-17-7-2-16,8 1-2 0,9 6-6 0,-10-3 3 15,10 3 2-15,0 0 1 0,-14-6-10 0,14 6 12 16,0 0-9-16,0 0-1 0,-13-3 1 16,13 3 2-16,0 0 1 0,0 0 3 0,0 0-4 15,0 0 3-15,0 0-1 0,0 0 1 0,37 13-13 16,-16-10-18-16,-1-1-24 0,11 0-14 0,-2 0-22 15,1-3-14-15,5 1-41 0,-5-3-32 0,-1 1-21 16,2-1-117-16,-2-1-344 0,-8 2 153 0</inkml:trace>
  <inkml:trace contextRef="#ctx0" brushRef="#br0" timeOffset="11466.41">13465 2141 177 0,'0'0'180'0,"0"0"-5"16,0 0-15-16,2-14-12 0,-2 14-16 0,0 0-16 15,0 0-11-15,0 0-11 0,0 0 8 0,0 0-14 16,0 0 2-16,0 0 0 0,5 36 7 0,-5-36-4 16,-9 26-6-16,7-10-9 0,0 2-1 0,0-2-11 15,2 1 0-15,-3-2-7 0,1-3-6 0,2-12-3 16,-4 23-4-16,4-13 0 0,0-10 1 0,-8 17-2 16,8-17-4-16,-2 8 3 0,2-8-6 0,0 0-3 15,-4 12 2-15,4-12-4 0,0 0-1 0,0 0-4 16,0 0-1-16,0 0-1 0,0 0-2 0,0 0-1 15,0 0-8-15,0 0-1 0,0 0-5 0,0 0-1 16,34-8-4-16,-14 1-5 0,0-1 1 0,-2 1-2 16,7-2-3-16,-4 2-2 0,-2 4 1 15,-1 0-2-15,-3 2 2 0,-2 1 0 0,-13 0-2 16,27 4 0-16,-16-1 1 0,-3 2 2 0,2 2-1 16,-1 0-2-16,-3 1 3 0,-2 0 2 0,-4-8-3 15,2 15 6-15,-2-15 3 0,-12 18 2 0,3-8-2 16,-1-1 0-16,-5 0 0 0,-1 1 3 0,1-2-3 0,-4 0-2 15,2-4 1-15,-2 2 2 0,-3-1-5 16,4 0-13-16,0-3-18 0,5 0-30 0,-3 0-34 16,16-2-50-16,-23-2-69 0,23 2-182 0,-18-4-428 15,18 4 190-15</inkml:trace>
  <inkml:trace contextRef="#ctx0" brushRef="#br0" timeOffset="11902.07">14036 2027 260 0,'0'0'300'0,"0"0"-30"0,0 0-33 16,2-16-23-16,-2 16-26 0,0 0-20 0,0 0-26 15,0 0-4-15,0 0-10 0,-11 42-8 0,8-23-10 16,-1 1-13-16,2-2-6 0,-2 8-8 15,3 1-8-15,-1-3-7 0,2 2-7 0,-2-7-6 16,2 1-4-16,0-4-4 0,0 1-16 0,0-1 8 16,0 0-5-16,0-4-1 0,0-3-5 0,0-9 1 15,0 15-3-15,0-15-6 0,-2 12 4 0,2-12 1 16,0 0 9-16,0 0-7 0,0 0 25 0,-2 14 7 0,2-14 0 16,0 0-5-16,0 0-6 0,0 0 0 0,0 0-8 15,0 0 1-15,0 0-8 0,13-33 0 16,-4 22-6-16,5-5-21 0,-1 1 21 0,1 0-15 15,1 2 3-15,4 3 1 0,-6 3-12 0,5-3 4 16,-5 4-4-16,-1 2-3 0,1 0 5 0,-13 4-7 16,23 0-1-16,-13 7-15 0,0-2 17 0,-1 4-17 15,-3-3 18-15,3 6 4 0,-2-1-3 0,-2 5-1 16,1-1 0-16,-2-3-19 0,-1 3-12 0,1 1-25 16,-6-1-26-16,4-1-27 0,-2-14-55 0,0 25-56 15,0-14-71-15,0-11-187 0,-4 18-515 0,4-18 229 16</inkml:trace>
  <inkml:trace contextRef="#ctx0" brushRef="#br0" timeOffset="12099.84">14404 2273 82 0,'0'0'250'0,"0"0"-28"0,3-14-23 15,-3 14-26-15,0 0-25 0,0 0-6 16,0 0-9-16,0 0-2 0,0 0-9 0,0 0-13 15,11 39-11-15,-11-25-6 0,0 0-13 0,0-1-4 16,-2 4-8-16,1 0-1 0,1-1-29 16,1-3-27-16,-1-13-32 0,0 25-39 0,0-15-57 0,0-10-62 15,-1 24-129-15,0-16-335 0,1-8 148 0</inkml:trace>
  <inkml:trace contextRef="#ctx0" brushRef="#br0" timeOffset="12272.06">14355 2026 150 0,'0'0'142'0,"0"0"-21"16,0 0-30-16,9-10-66 0,-9 10-63 0,0 0-45 15,0 0-87-15,31 15 38 0</inkml:trace>
  <inkml:trace contextRef="#ctx0" brushRef="#br0" timeOffset="12636.61">14642 2391 152 0,'16'0'279'15,"-16"0"-12"-15,0 0-22 0,13-4-12 0,-13 4-10 16,8-6-14-16,-8 6-10 0,13-7-15 0,-13 7-11 15,11-8-15-15,-11 8-15 0,18-9-10 0,-9 4-13 16,2-2-13-16,-2-3-3 0,0 3-15 16,5-5-8-16,-5 2-9 0,1 2-5 0,-2-1-10 0,-8 9-4 15,9-14-5-15,-4 8-6 0,-5 6-3 0,2-12-8 16,-2 12-6-16,0 0 2 0,0 0-4 0,-3-19-6 16,3 19 1-16,0 0-7 0,0 0-3 0,-21-4-1 15,21 4-3-15,-28 9 0 0,10 0-2 16,-2 7 1-16,4-5 2 0,0 1-1 0,1 2-2 15,1-2 1-15,5-1 0 0,1 3 3 0,0-4-2 16,6 0-2-16,-1 2 3 0,3-2-5 0,0-10 4 16,11 21 6-16,3-11-5 0,5 2 9 0,7-5-7 15,1 2 6-15,3-1-14 0,-2-4-28 0,0 1-28 16,-8-2-55-16,1 2-32 0,-4-2-39 0,1 3-34 16,-6-5-64-16,-2 2-173 0,-10-3-491 0,12 4 218 15</inkml:trace>
  <inkml:trace contextRef="#ctx0" brushRef="#br0" timeOffset="13186.2">12720 2860 50 0,'0'0'213'0,"-31"2"-7"16,19-2 2-16,12 0 0 0,-16 0-9 0,16 0-11 16,0 0-21-16,0 0-11 0,-13 2-10 15,13-2-7-15,0 0-1 0,43 2-5 0,-5-2-7 0,25 0-7 16,40-4-13-16,9 2-10 0,3-2-8 0,13-1-9 16,5 1 5-16,4 0-16 0,7 2-3 0,-1 3-2 15,3-1 0-15,-6 4-3 0,1-1 10 16,-1 3-11-16,-4-5 1 0,2 3-5 0,-7 1-1 15,-7-6-4-15,-4 5 0 0,-7-1-9 0,-2 2-1 16,-10-3-3-16,-5 2-1 0,-5-3-4 0,-31 1-3 16,0-2-1-16,-7 2-1 0,-13-2-1 0,-2 1-1 15,-8-1 2-15,-2 0 2 0,-10 0 7 0,-3-1 0 16,-15 1 6-16,18 1 9 0,-18-1 4 0,0 0-3 16,0 0-9-16,17-6 5 0,-17 6-15 0,0 0-28 15,0 0-17-15,0 0-29 0,-44-20-23 0,24 17-30 16,-3 1-24-16,-5 1-29 0,0 0-26 0,-1-1-28 15,6 4-40-15,2 0-48 0,-6 1-205 0,-3 1-536 16,4 1 238-16</inkml:trace>
  <inkml:trace contextRef="#ctx0" brushRef="#br0" timeOffset="14851.12">13991 3449 59 0,'-5'-4'185'0,"5"4"-1"0,0 0-9 0,0 0-7 0,-8-5-8 16,8 5-10-16,0 0-9 0,0 0-14 0,0 0-12 15,0 0-8-15,0 0-10 0,0 0-8 16,0 0-11-16,15-6-5 0,-3 5-7 0,5 1-5 15,4-1-3-15,0-1-12 0,12-3-1 0,-1 4-16 0,-1 0-15 16,-2-2-21-16,1 0-17 0,-3 1-23 0,0 0-23 16,1-1-36-16,-7 3-29 0,-3-1-25 0,-5 1-120 15,-1-3-303-15,-2 2 134 0</inkml:trace>
  <inkml:trace contextRef="#ctx0" brushRef="#br0" timeOffset="15238.18">14265 3368 78 0,'-11'-2'157'0,"11"2"-15"0,0 0-33 15,0 0 16-15,-9 8 7 0,6-2 0 0,1 2-2 16,0 3-4-16,-1 5-1 0,0 1 1 0,0 2-11 16,-1 0-4-16,4 6-13 0,0-6-5 0,-3 5-10 15,2-5-6-15,-1 1-6 0,-1-4-6 0,3 1-2 16,0-3-9-16,0 4-2 0,-5-5-6 0,8 2-3 15,-3-1-3-15,0-2-6 0,0-12-2 0,2 19 4 16,-4-13-9-16,2-6 1 0,-3 13-3 0,3-13-4 16,-2 11-1-16,2-11-1 0,-7 10-2 0,7-10-6 15,-7 7-4-15,1-5-4 0,1 0 0 0,5-2-2 16,-16 0-1-16,16 0 3 0,-18-4 0 0,12 1 0 16,-3 1-5-16,9 2 4 0,-13-4 0 0,7 3-4 15,6 1 4-15,-10-1 1 0,10 1 0 0,-9-2 1 16,9 2-1-16,0 0-1 0,0 0-2 0,-8-4 2 15,8 4-4-15,0 0 5 0,0 0 2 0,0 0 4 16,0 0-1-16,0 0 0 0,35 5 1 0,-22-4-2 16,8 1-6-16,0 0-24 0,7 0-13 0,0 0-29 15,-5-2-29-15,-4 3-42 0,12-5-43 16,-4 2-191-16,-7-1-402 0,0 1 178 0</inkml:trace>
  <inkml:trace contextRef="#ctx0" brushRef="#br0" timeOffset="15653.39">14575 3603 67 0,'4'-8'217'0,"-4"8"-23"0,0 0-22 15,5-4-22-15,-5 4-9 0,0 0 5 16,0 0 12-16,2 23 5 0,-4-12-5 0,3 1-10 16,-2 4-6-16,-2 4-5 0,1-1-13 0,2 9-4 15,0-3-12-15,-2-4-7 0,2 2-8 0,-2-3 2 0,2-4-9 16,-2-3-2-16,1-1-11 0,0 1-6 0,0-4-2 15,1 2-6-15,-2-5-3 0,2-6 0 16,-2 12 0-16,2-12-4 0,0 8 0 0,0-8 10 16,0 0-4-16,0 0 10 0,0 0 7 0,0 0 13 15,0 0-10-15,0 0 5 0,0 0-13 0,0 0-12 16,0 0-2-16,0 0-3 0,0 0-7 0,23-25-15 0,-10 12-3 16,3 1-9-16,6-4 1 0,-3 6-7 0,-1 0-8 15,-1 1-12-15,3 6 16 0,-4-2-14 16,-2 4 3-16,-1 0-5 0,1 2-12 0,-3 4 21 15,-1 2-5-15,2 1-3 0,-5 1 2 0,0 2 5 16,-1-3-2-16,-2 4 0 0,0-2 2 0,-4 4 3 16,-4-2 0-16,-2 2-2 0,-1-2 0 0,-7-1 1 15,-3 1 3-15,2-1-5 0,-3-2 2 0,-1 3 0 16,-1-7-9-16,-2 3-6 0,3-4-12 0,-1 1-22 16,0-4-21-16,5 1-22 0,-1-2-26 0,5 0-30 15,-1-2-49-15,12 2-66 0,-15-6-287 0,10 3-592 16,5 3 262-16</inkml:trace>
  <inkml:trace contextRef="#ctx0" brushRef="#br0" timeOffset="16652.08">17083 2885 48 0,'-11'-4'205'0,"11"4"-5"0,-13-5-10 16,9 4 0-16,4 1-15 0,-10-2-11 16,10 2-17-16,-7-3-9 0,7 3-15 0,0 0-16 0,-8-1-9 15,8 1-13-15,0 0-6 0,0 0-4 0,0 0-10 16,0 0 5-16,23 6-18 0,-9-3-17 0,5-2-29 16,-1 3-24-16,1-2-26 0,0 2-39 0,-1-1-59 15,1 0-29-15,-7 0-128 0,-1 0-325 0,-3 0 144 16</inkml:trace>
  <inkml:trace contextRef="#ctx0" brushRef="#br0" timeOffset="16818.45">16971 2991 211 0,'-11'0'198'0,"11"0"-19"0,-11 0-18 0,11 0-18 15,0 0-13-15,0 0-9 0,0 0-14 0,0 0-7 16,0 0-17-16,40 3-16 0,-22-3-26 15,5 0-27-15,5-2-35 0,5 4-49 0,0-2-58 16,-2 2-95-16,-1-2-241 0,-8 0 106 0</inkml:trace>
  <inkml:trace contextRef="#ctx0" brushRef="#br0" timeOffset="17624.16">17167 2936 5 0,'-4'-5'168'0,"4"5"-8"0,-7-11-3 0,4 5 3 15,0-2-9-15,0 2-18 0,1-1-7 0,-1-1-4 16,3 8-4-16,-7-10-3 0,6 5-4 0,1 5-13 0,-4-8-3 16,4 8-7-16,0 0-9 0,-3-7-10 0,3 7-4 15,0 0-10-15,0 0-5 0,-3-8-9 0,3 8-2 16,0 0-6-16,0 0-2 0,0 0-4 0,0 0-10 15,0 0 7-15,0 0-8 0,0 0-1 16,-2-6 1-16,2 6-2 0,0 0-1 0,0 0 2 16,0 0-2-16,0 0 0 0,0 0-4 0,0 0-1 15,0 0 5-15,0 0-5 0,0 0-1 0,0 0 1 0,0 0-4 16,0 0 4-16,0 0-3 0,0 0-1 0,0 0 0 16,0 0-3-16,0 0 3 0,0 0-2 0,0 0 0 15,0 0-1-15,0 0 1 0,0 0 1 16,0 0-5-16,0 0 3 0,0 0 0 0,0 0-1 15,0 0 0-15,0 0-4 0,0 0 2 0,-4-6 1 16,4 6-2-16,0 0-3 0,0 0 0 0,0 0 0 16,-19 10 1-16,13-8-1 0,6-2 0 0,-10 5 0 15,5-1 0-15,5-4 1 0,-11 4 2 0,7-2 0 16,4-2-1-16,-9 6-3 0,4-4 4 0,5-2 6 16,0 0-4-16,-13 8 2 0,13-8-1 0,-5 1 3 15,5-1 3-15,0 0-3 0,-6 2 5 0,6-2-4 16,0 0 1-16,0 0 2 0,0 0 2 0,-14-3-1 15,14 3 2-15,0 0 9 0,0 0 0 0,-7-8 1 16,7 8 2-16,-3-5-7 0,3 5 2 0,0 0-3 16,0 0 0-16,1-10-6 0,-1 10 1 0,0 0-7 15,5-8 1-15,-5 8-8 0,4-6 6 0,-4 6-5 16,9-3 1-16,-9 3 0 0,11 0 2 0,-11 0-2 16,12 1-1-16,-1 1 1 0,-4 0 0 0,3 1 0 15,0 0 3-15,0 0-2 0,1 1 3 0,1-1-2 16,-2 0 4-16,3 1-3 0,0-2 2 0,0 0-1 15,1-2 2-15,-1 1-1 0,-1-1 1 0,0 0-1 16,-4 0 4-16,-8 0-6 0,14 0 3 0,-8 0 1 16,-6 0-3-16,12-3 1 0,-12 3-12 0,7-4-18 15,-7 4-11-15,9-5-26 0,-6 1-21 16,-3 4-27-16,5-8-39 0,-5 8-41 0,4-7-141 0,-4 7-363 16,0 0 161-16</inkml:trace>
  <inkml:trace contextRef="#ctx0" brushRef="#br0" timeOffset="17926.96">16997 3149 74 0,'0'0'156'0,"-14"0"-5"0,14 0-12 16,0 0-3-16,-18-3-8 0,18 3 3 0,-9-5-5 15,9 5-5-15,-10-7-12 0,10 7-12 0,-6-10-7 16,6 10-13-16,-1-13-8 0,1 13-9 0,0-10-4 16,0 10-8-16,9-16-3 0,-4 8-5 0,2 4-6 15,-7 4-4-15,11-7-4 0,-4 4-4 0,3-1-4 16,-10 4 4-16,15-2-6 0,-5 2-3 0,-10 0-4 16,26 3-4-16,-12-1 5 0,4 2-3 0,2 0-6 15,2 1-9-15,6 0-18 0,1 2-16 0,2-3-13 16,0 1-35-16,1 1-35 0,1-4-36 15,-2 3-100-15,-2-7-281 0,4 4 126 0</inkml:trace>
  <inkml:trace contextRef="#ctx0" brushRef="#br0" timeOffset="18364.59">17818 2641 78 0,'0'-12'245'16,"-1"0"-8"-16,-1 6-9 0,0-1-20 0,2 7-20 16,0-11-23-16,0 11-21 0,0 0-18 0,0 0-16 15,0 0-10-15,0 0-9 0,2 26-1 0,-2 1-4 16,0 1-6-16,0 5-4 0,0 2 2 0,0 0-1 16,0 1-3-16,2-2-10 0,-1 0-3 0,-1-3-4 15,2 2-2-15,-1-5-2 0,-1 0-4 0,0-2-3 16,1-9-4-16,0-1-4 0,-1-4-4 0,0 0-4 15,-1-2 3-15,1-10-5 0,3 12 1 0,-3-12-4 16,0 10 9-16,0-10 9 0,0 0 11 0,0 0 13 16,-3 11 2-16,3-11-7 0,0 0-2 0,0 0-11 15,0 0 2-15,0 0 1 0,0 0-18 0,7-36-1 16,-1 25-10-16,2-4-4 0,2-1 1 0,0 0-9 16,2 0-2-16,0 4 1 0,0-1-6 0,-4 5 6 15,2 2-10-15,-1 2-4 0,0 0 2 0,-9 4 1 16,16-1-2-16,-16 1-3 0,18 4 1 0,-8 1-6 15,-3 0 13-15,1 3-8 0,-3 1 7 0,3-1-6 16,-1 7 2-16,-2-4 4 0,0 1-15 16,0-1-22-16,2 1-27 0,-4 1-26 0,3 1-27 15,-3-3-32-15,1 2-30 0,-1-3-37 0,-2 0-54 16,-1-10-177-16,5 15-481 0,-1-11 214 0</inkml:trace>
  <inkml:trace contextRef="#ctx0" brushRef="#br0" timeOffset="18556.03">18216 2992 36 0,'0'0'220'0,"0"0"-29"0,0 0-21 0,0 0-18 16,0 0-7-16,0 0-1 0,0 0-6 0,0 0-11 16,0 0-9-16,0 0-7 0,2 36-15 0,-2-25 0 15,-3 5-19-15,3-1 2 0,-2 0-12 0,2-1-19 16,0-2-31-16,2 2-28 0,-2-1-35 0,1-2-43 15,-1 0-56-15,0-11-146 0,-1 19-314 0,1-19 140 16</inkml:trace>
  <inkml:trace contextRef="#ctx0" brushRef="#br0" timeOffset="18721.59">18226 2773 20 0,'0'0'124'0,"4"-8"-29"16,0 4-36-16,-4 4-34 0,11-1-33 0,-11 1-45 15,16 5-57-15,-9 0 26 0</inkml:trace>
  <inkml:trace contextRef="#ctx0" brushRef="#br0" timeOffset="19050.47">18454 3097 35 0,'11'-3'218'15,"-11"3"-12"-15,12-9 5 0,-6 6-13 0,0-5-15 16,3 2-15-16,0-2-5 0,0 3-5 0,-4-4-1 16,5 1-5-16,-2-2-16 0,-1 2-9 0,0-2-11 15,1 2-3-15,-4 0-8 0,-4 8-4 0,5-13-7 16,-3 6-3-16,-2 7-8 0,3-12-10 0,-3 12-7 15,0 0-10-15,-6-16-3 0,0 11-8 0,6 5-5 16,-17-4-6-16,5 5-7 0,-6 4 2 0,0 0-4 16,0 3-4-16,2 1-2 0,-2 0-3 0,3 5-5 15,1-1 1-15,2 1 0 0,1 1 2 0,2 1 1 16,1 1 0-16,4-1 0 0,0 0 5 0,2 0-9 16,3 0-1-16,0 0 2 0,6-3 2 0,0 0-7 15,4 0-18-15,2-2-32 0,2 1-37 16,1-3-50-16,2 1-39 0,3-3-54 0,-1-1-48 0,-1-1-156 15,2 0-462-15,-1-2 204 0</inkml:trace>
  <inkml:trace contextRef="#ctx0" brushRef="#br0" timeOffset="19217.98">18868 3185 140 0,'0'0'302'0,"0"0"15"15,6-7-9-15,-6 7-13 0,0 0-16 0,5-5-26 16,-5 5-22-16,0 0-24 0,0 0-20 0,5-7-20 15,-5 7-19-15,0 0-20 0,0 0-35 0,0 0-42 16,0 0-41-16,7-7-58 0,-7 7-47 0,0 0-41 16,0 0-40-16,0 0-47 0,0 0-184 0,0 0-440 15,0 0 195-15</inkml:trace>
  <inkml:trace contextRef="#ctx0" brushRef="#br0" timeOffset="96326.35">18097 3602 2 0,'-5'-6'44'0,"5"6"7"0,0 0-2 0,-3-5-9 0,3 5 7 16,0 0-10-16,-2-9 3 0,2 9 5 15,0 0-12-15,0 0 2 0,-3-7-12 0,3 7 7 0,0 0-13 16,0 0 4-16,0 0-1 0,0 0 4 0,0 0 6 16,0 0-10-16,0 0-9 0,-4-5 15 0,4 5-15 15,0 0 1-15,0 0-6 0,0 0 7 0,-5-5-2 16,5 5-1-16,0 0-7 0,0 0 1 0,0 0 3 15,0 0-5-15,0 0-6 0,-6-3 6 0,6 3-6 16,0 0 10-16,0 0 0 0,0 0-7 0,0 0 4 16,36 4-2-16,-15 0 1 0,9-3-7 0,6 1 5 15,3-1 11-15,14 2-4 0,-1-3 2 0,-1 1-6 16,-12 0 2-16,1-1 0 0,-3 0 2 0,-1 0-7 16,-1-1 2-16,-5 2-2 0,-3-1 12 15,-5-1-12-15,-4 1 8 0,0 0-6 0,-7 0 0 16,1 0-5-16,-5 0 11 0,-7 0-6 0,13-1-3 0,-13 1-9 15,12-2-11-15,-12 2-16 0,7 2 4 0,-7-2-13 16,0 0-8-16,0 0-48 0,0 0-110 16,0 0 49-16</inkml:trace>
  <inkml:trace contextRef="#ctx0" brushRef="#br0" timeOffset="97304.65">9774 5146 148 0,'0'0'161'0,"0"0"-10"0,-3-4-22 0,3 4-12 15,0 0-15-15,0 0-7 0,0 0-10 0,-6 17-8 16,4-6 1-16,-1 8-6 0,0 0-3 0,-3 7 1 15,-2 6-4-15,2 1-5 0,-2 0 3 0,0 1-1 16,-2 1 5-16,2 0-1 0,3-1-3 0,-4-2-2 16,-1 0-9-16,2 0 4 0,1 0-1 0,-1-2 1 15,1-1-6-15,1 2-6 0,4-4-2 0,-1-3-5 16,1 3-1-16,2-2-4 0,-3-6-6 0,2 0-1 0,1 2-2 16,1-5-3-16,0 0-3 0,1 2-21 0,-1-6-25 15,0-1-29-15,-1 2-35 0,1-3-24 16,1-3-20-16,-2-7-9 0,1 11-8 0,-1-11-17 15,1 5-90-15,-1-5-281 0,0 0 125 0</inkml:trace>
  <inkml:trace contextRef="#ctx0" brushRef="#br0" timeOffset="97664.61">9703 5173 63 0,'19'-22'118'16,"1"3"-9"-16,3 2 3 0,0 4-2 0,1 0 1 0,-6 6-5 15,4 3-2-15,-1-1-8 0,-1 5-5 16,0 0-7-16,0 4-3 0,-3 3-14 0,1 1-1 16,-5 5-10-16,-2-1-2 0,1 3-4 0,-5 3-1 15,-3 0-5-15,-2 1-5 0,-4 7 0 0,-2 1-5 0,-1 1-3 16,-1-1 3-16,-4-3-6 0,-1 2 3 0,2-2-8 16,-2-9-4-16,1 1-1 0,-1-2 6 0,1-4-5 15,0-2-1-15,2 1 2 0,2-5 11 0,-2 0 6 16,2 0 1-16,1-1 8 0,0 1 4 15,5-4-4-15,-12 1-4 0,12-1-4 0,-7 0-5 16,7 0-4-16,0 0-2 0,0 0-5 0,-9 0-2 16,9 0-8-16,0 0 1 0,0 0-4 0,0 0 0 15,7 18-3-15,-3-8 2 0,6 3 1 0,1 4 1 16,1 5-1-16,2 3 1 0,-1 0-2 0,8 3 1 0,-5 0-5 16,2-1-7-16,0 0-18 0,-3-1-23 0,2-2-29 15,-2 2-27-15,3-4-27 0,-8-5-27 0,-1 0-17 16,2-1-134-16,-4-2-331 0,0-4 146 0</inkml:trace>
  <inkml:trace contextRef="#ctx0" brushRef="#br0" timeOffset="97878.37">10335 5700 146 0,'-2'-7'239'0,"2"7"-8"16,-6-10-16-16,6 10-22 0,-2-6-21 0,2 6-20 0,0 0-15 15,0 0-10-15,0 0-12 0,0 0-6 0,-12 22-7 16,8-7-2-16,-1 2-10 0,0-1-8 0,0 3-6 16,-2-2-6-16,2 2-8 0,1 0-5 0,1-2-4 15,-2 2-8-15,1 1-24 0,0 3-34 0,1-5-45 16,1 0-49-16,0-1-55 0,2 0-48 0,-2-1-131 16,1-6-370-16,-2-1 165 0</inkml:trace>
  <inkml:trace contextRef="#ctx0" brushRef="#br0" timeOffset="98068.52">10287 5410 127 0,'2'-7'214'0,"0"0"-23"0,1 2-21 16,1 0-17-16,3 0-19 0,1 0-28 0,2 2-55 15,3 0-48-15,5 2-49 0,1 1-49 0,-1 1-73 16,0 1-182-16,1-1 80 0</inkml:trace>
  <inkml:trace contextRef="#ctx0" brushRef="#br0" timeOffset="98302.46">10684 5553 2 0,'5'3'153'0,"-5"-3"-9"15,7 1-8-15,-7-1-6 0,13 0-5 0,-5 0-17 16,3 0-13-16,2-1-12 0,-1 1-4 0,5-2-14 16,-4 1-1-16,5 1-10 0,0-1-3 0,0 1-12 15,0 0-11-15,-7 1-13 0,1 0-15 0,2 2-18 16,-3-3-13-16,1 2-17 0,-2 0-4 0,-1 1-7 16,-2-1-1-16,-1-1-2 0,1 1-6 0,-7-2 0 15,8 5 7-15,-8-5 4 0,7 3 1 0,-7-3 14 16,0 0-8-16,0 0 0 0,0 0-1 0,0 0-39 15,0 0-97-15,-23 4 43 0</inkml:trace>
  <inkml:trace contextRef="#ctx0" brushRef="#br0" timeOffset="98934.31">10748 5528 50 0,'0'0'104'0,"-8"4"-5"0,8-4 8 0,-12 5 3 16,9-2-1-16,-3 0 10 0,6-3 5 0,-10 11-2 15,6-6-12-15,2 2-6 0,-3 0 6 0,2-3-10 16,-1 2-7-16,4-6-6 0,-5 10 3 0,3-7 7 16,2-3 7-16,-3 8 11 0,3-8 9 0,-4 5 10 15,4-5 14-15,0 0 11 0,0 0-9 0,0 0-6 16,0 0-10-16,0 0-10 0,0 0-8 0,0 0-18 16,0 0-7-16,-4-21-13 0,4 21-2 0,3-15-14 15,-1 8-5-15,0-2-7 0,4 2-7 16,-1-2-7-16,2 1-2 0,2-2-4 0,0 3-3 0,1 1-3 15,2 0-6-15,5 1-2 0,-4 2-1 0,5 0-6 16,-4 2-2-16,3 2-1 0,2 3 4 0,0 0-6 16,1-1 1-16,-1 4-1 0,-1-2-4 0,9 3 0 15,-7-1-6-15,1-3 4 0,-2 2-7 0,2-2 2 16,-3 0 2-16,2-2 3 0,-1 0 6 0,-2-1-8 16,3-2 1-16,-7 1-1 0,1-2 2 0,-5 0-1 15,1 2 3-15,-10 0 0 0,13-6-30 0,-7 4-24 16,-3-1-22-16,-3 3-23 0,7-10-33 0,-7 10-19 15,1-10-16-15,-1 10-4 0,0 0-7 0,-1-10-9 0,1 10-18 16,0 0 3-16,-7-6 11 0,7 6 11 16,0 0 18-16,-16 16 12 0,7-1 16 0,-4 1 6 15,-4 5 11-15,2 5 1 0,-6-1 12 0,0 4 8 16,1-1 14-16,-1 0 12 0,-2-5 7 0,6 1 17 16,6-7 21-16,-1-4 8 0,3 3 15 0,3-9 24 0,-3 2 23 15,4-3 14-15,0 1 14 0,-2-3 19 16,5 1 21-16,2-5 11 0,-9 5 3 0,4-2-1 15,5-3-1-15,0 0-1 0,-8 1-14 0,8-1-3 16,0 0-8-16,0 0-7 0,-9-9-3 0,9 9 0 16,-4-9-1-16,4 9-2 0,0-10-14 0,0 10-7 0,0-13-5 15,0 13-7-15,8-14-7 0,-6 10-1 16,-2 4-9-16,4-9-2 0,1 6-4 0,2 1-3 16,-7 2-3-16,11-3 2 0,-1 3-9 0,0 3 2 15,4-2-8-15,0 2 4 0,3 0-7 0,0 2-10 0,2-1-35 16,1-2-40-16,1 2-34 0,1 0-45 15,6-2-35-15,-7 1-45 0,8 1-128 0,-10-3-392 0,9-1 174 16</inkml:trace>
  <inkml:trace contextRef="#ctx0" brushRef="#br0" timeOffset="99370.9">11601 5279 1605 0,'9'-33'30'0,"0"2"11"0,-4 5 12 0,4 10 32 0,-6 0 1 16,1 5-17-16,-2 2-20 0,0 1-16 15,-2 8-11-15,4-5 1 0,-4 5-4 0,0 0-1 0,10 14-3 16,-6 1 9-16,3 11 3 0,-3 3 15 16,-3 5 3-16,0 16-7 0,1-2 0 0,-4 1 0 15,1-2-7-15,0 0 1 0,-1-12-1 0,0 0-2 16,1-1 8-16,-1-2-1 0,0-5 3 0,0-1-4 0,1-9-2 15,0 0-5-15,-1-5-2 0,-2-2-2 16,2-1 2-16,1-2-1 0,1-7 12 0,0 12 3 16,0-12 10-16,1 7 12 0,-1-7 4 0,0 0-5 15,0 0-6-15,0 0-6 0,0 0-1 0,0 0-9 16,0 0-4-16,8-21-2 0,-4 8 6 0,3-3-19 16,-1-4-1-16,4-1-5 0,6-1 3 0,1 0-5 15,-3 1-2-15,6 5-1 0,-5 2-2 0,0 5-3 16,-5 2-3-16,1 2 1 0,1 2-2 0,-1 2-2 0,0 3 0 15,0 3-2-15,1 3 3 0,1 3 1 0,-2 4-1 16,0 3-3-16,-3 2 1 0,-1-3 4 16,2 7-1-16,-3 0-15 0,-2-5-27 0,-2 0-23 15,0 0-38-15,-2-2-37 0,-2 2-38 0,2-4-30 16,-2-3-24-16,4 0-16 0,-2-2-138 0,2 1-418 0,-2-11 185 16</inkml:trace>
  <inkml:trace contextRef="#ctx0" brushRef="#br0" timeOffset="99556.77">12130 5624 154 0,'0'0'166'0,"0"0"-8"0,4 29-3 16,-6-13-17-16,0-4-17 0,1 6-11 0,-1-2-9 15,-2 1-11-15,1 2-4 0,-2 0-14 16,5-4-25-16,-4 1-29 0,2-3-46 0,-1-2-33 15,3 1-36-15,-1-4-108 0,-2 0-223 0,3-8 99 0</inkml:trace>
  <inkml:trace contextRef="#ctx0" brushRef="#br0" timeOffset="99705.81">12121 5334 61 0,'2'-11'82'0,"0"7"-37"0,-2 4-44 0,8-2-33 16,-8 2-34-16,0 0 15 0</inkml:trace>
  <inkml:trace contextRef="#ctx0" brushRef="#br0" timeOffset="100043.84">12350 5767 6 0,'12'-1'236'0,"0"-2"-5"0,-1 0-8 16,3-1-12-16,-3-1-3 0,7-2-11 0,-5 0-15 15,6-3-4-15,-6-2-16 0,5 0-9 0,2-5-19 16,1 1-10-16,-7 1-11 0,5-3-9 16,-8 2-4-16,1 0-2 0,-2 0-10 0,-1 2 0 0,1-1-6 15,-3 1-5-15,-3 3-7 0,-2 1-2 0,-2 10-5 16,0-12-7-16,0 12-8 0,-2-11-6 15,-5 8-7-15,7 3-2 0,-22 3-1 0,8 6-7 0,-10 5 5 16,1 7 6-16,-6 2-6 0,2 3 0 16,1 0 1-16,5 3-4 0,0-2 2 0,6-1-10 0,3-1 5 15,2 0-5-15,7-6 0 0,6 6-5 16,0-6-1-16,2-2 0 0,4 0 1 0,7 2-3 0,6-5-23 16,1 2-10-16,1-5-23 0,4-3-24 0,3-1-24 15,-2 0-29-15,-8-3-35 0,-2 0-34 16,2-3-24-16,-8-1-38 0,-1 2-189 0,-12-2-477 0,15 0 211 15</inkml:trace>
  <inkml:trace contextRef="#ctx0" brushRef="#br0" timeOffset="100530.29">8806 4788 60 0,'-6'-5'102'0,"6"5"-7"16,-13 1 2-16,5 4-9 0,1 6-1 0,0 7 20 15,-2 13 8-15,2 19 5 0,0 3-3 16,2 6 7-16,5 35 2 0,-2-4-6 0,-1 6-3 0,-1-1-3 15,4 1-5-15,5 1-8 0,-3-3-8 0,-1-6 0 16,3-7-9-16,-2-26-8 0,0 5-9 0,3 21 2 16,-4-30-8-16,2-2-3 0,-2 0-5 0,0-4-6 15,-1-10-3-15,0-2-5 0,0 1-1 0,-1-2-1 16,-2-2-4-16,-2-3-4 0,0 0-9 0,0-8-19 16,-3 0-25-16,2-2-31 0,-1-7-29 0,0 3-31 15,2-9-45-15,-4-1-52 0,0-3-137 0,9 0-378 16,-17-16 168-16</inkml:trace>
  <inkml:trace contextRef="#ctx0" brushRef="#br0" timeOffset="101417.72">8851 4843 12 0,'10'-6'135'0,"7"-1"-1"0,14-2-16 0,4 2-14 16,24-2-20-16,5 3 7 0,34-7-12 0,-2 2-11 15,4 3-6-15,3 1-6 0,2 0-8 0,0 4 2 16,4 0-13-16,-3 1-4 0,7 2 12 0,5-3-9 16,5 1-6-16,-1 2-10 0,2 1 2 0,7-1-8 15,-3 0-1-15,-1 1 8 0,5 3-4 0,2-2-12 16,-1 7 4-16,1-6 0 0,-1 3 0 0,-3-6 2 15,-4 4 1-15,0 1-9 0,-1-2 4 0,-6 4-15 16,-6-4 15-16,-8 1 5 0,-1 2-9 0,-5-3 1 16,-1 1 3-16,-4-3-9 0,-4 4 3 0,-27-2-1 15,2 3 3-15,-2-1 6 0,-2 1-4 0,-1 2-6 16,-8-1 7-16,-3 0-4 0,-10 0 2 0,-5-4-5 16,-1 7 0-16,-3-4-2 0,-1 0 6 0,-14 0 1 15,4 0 3-15,-6-2-9 0,1 1 1 0,-4-1 1 16,-3 2 5-16,-1-1-10 0,2 1 3 0,-6 0 4 15,2 1 3-15,-1 2-1 0,-1 2 5 0,-2 2 10 16,0 1-8-16,-2 3 3 0,2 0 9 0,-2 3 4 16,-3 5-2-16,1 2 1 0,-2 0-1 0,0 3 0 15,2 3 7-15,1 13 16 0,-3 1 1 0,2 0-5 16,4 0 1-16,-6 4-7 0,6 2 2 0,0-4-4 16,0 4 2-16,3-1-7 0,-1-4 0 0,-4 0 2 15,5 1-3-15,-1-13-3 0,0 12-3 0,4 1-3 16,1-4 3-16,-1 5-1 0,-2-4-4 0,2 3 2 15,-2-3 1-15,-1 0-6 0,-1 0-1 0,-2-10 5 16,0 13-4-16,-2-13 0 0,-3 14 2 0,1-4-4 16,0 0 2-16,-2-11-2 0,0 12 3 0,-9-4 0 15,5-11 1-15,-1-1 0 0,-9 12 1 0,6-10-2 16,-2-1-1-16,-8 13 0 0,-1-5-4 0,1 0 2 16,1-11 2-16,-7 7-3 0,6-9-1 0,0-2-3 15,-12 8 6-15,4-11-5 0,0-1-2 0,-1-1-1 16,-18 2 2-16,3-1-4 0,-1-3 4 0,-1-4-4 15,-4-2 0-15,-7-3-1 0,-3 1 0 0,-29-4 3 16,3-2-1-16,25 3-4 0,-33-3 5 0,-1-1-5 0,-3-3 3 16,-2-1-3-16,-2 2 1 0,-7-7 0 15,-1 5 1-15,-6-2 1 0,-3-1-4 0,0 2 1 16,-6-5-1-16,8 5-2 0,-11 2 1 0,4-4-2 16,-1 0 4-16,-2 1-4 0,4 2 2 0,6-1 2 15,1-3-3-15,3 0 1 0,2 6 9 0,6-4-6 16,2 3 2-16,3 0-1 0,1-5 3 0,10 2 0 15,2-3 1-15,1 3-3 0,24-3 6 0,0 3-5 16,-25-7 1-16,30 3 0 0,1 0-1 0,-3-2-2 16,3 1-3-16,4-4 4 0,2 3-1 0,16 0 0 15,-12-4 0-15,12 3 1 0,5 2-3 0,-3-5 0 16,4 3 0-16,2 2-3 0,6-3 5 0,6 6-4 16,0-3 3-16,5 3-2 0,2 1-3 0,1-1-28 15,10 5-29-15,-12-11-40 0,12 11-50 0,-2-11-34 16,2 11-49-16,0 0-135 0,18-16-397 0,-4 2 175 15</inkml:trace>
  <inkml:trace contextRef="#ctx0" brushRef="#br0" timeOffset="102168.18">8942 6207 65 0,'0'0'69'0,"0"0"-4"0,-7-3-13 0,7 3-1 15,-9-2-7-15,9 2-4 0,0 0-1 0,-16 3-11 16,9-1 0-16,7-2-5 0,-13 6-5 0,6-2 2 16,1 0-13-16,-2-2 11 0,3 2-8 0,0 0-1 15,-2 1-6-15,7-5 9 0,-7 9 1 0,4-4-5 16,3-5 0-16,-4 9-5 0,2-4 2 16,2-5 2-16,-3 9-5 0,3-9 3 0,0 0-4 0,0 10 8 15,0-10-5-15,0 0 0 0,0 8 4 0,0-8-2 16,0 0-6-16,0 0 7 0,0 0 5 0,0 0 1 15,0 0 6-15,0 9 1 0,0-9 7 0,0 0 4 16,0 0-12-16,0 0-3 0,0 0 11 0,0 0-1 16,0 0 5-16,-1 10-2 0,1-10 4 0,-3 8-5 15,2-2 10-15,-2 5-6 0,0 0 19 0,-2 7-5 16,1 2 3-16,-3 5-1 0,1 3 1 0,-2-1 6 16,3 1-5-16,-1 1-7 0,1 1 1 0,-1 0-1 15,1 0 0-15,0 4 1 0,0-2 4 0,0 0-8 0,-3 1-5 16,3-1 2-16,-7 14-2 0,5-15-3 15,-1 1-3-15,1 1-2 0,0-4-2 0,1-1-4 16,1 0-1-16,0-4 2 0,1-4-3 0,-1 0-2 16,0-1 3-16,2-4-4 0,1 0-1 0,2-4 2 15,1 2-1-15,3 0 9 0,1-1 0 0,0-2 1 16,5-1-3-16,3 2 3 0,5-1-5 0,1-1 1 16,8 0-2-16,5-5-3 0,0 3-1 0,5-3-3 15,13-4-2-15,-10-1-5 0,18 0-28 0,-4-8-33 16,7 5-46-16,-1-3-43 0,0 1-203 0,-2 0-375 15,-1-4 167-15</inkml:trace>
  <inkml:trace contextRef="#ctx0" brushRef="#br0" timeOffset="103059.75">12181 5229 124 0,'0'0'126'0,"0"0"5"16,0 0-8-16,0 0-3 0,0 0-4 0,0 0 2 16,0 0-2-16,0 0 2 0,0 0 4 0,0 0-3 15,0 0-2-15,0 0 4 0,0 0-8 0,0 0 0 16,0 0-7-16,0 0-3 0,0 0 0 0,0 0-10 16,0 0-8-16,0 0-9 0,0 0-1 0,0 0-11 15,0 0-7-15,0 0-9 0,0 0-3 0,0 0-7 16,0 0-7-16,0 0-23 0,-3 11-32 0,3-11-38 15,0 0-50-15,3 11-61 0,-3-5-220 0,0-6-426 16,5 9 188-16</inkml:trace>
  <inkml:trace contextRef="#ctx0" brushRef="#br0" timeOffset="108374.38">6577 8442 141 0,'-3'-10'192'0,"3"10"-13"0,-2-7-7 0,2 7-13 16,0 0-13-16,-2-7-9 0,2 7-22 0,0 0-6 16,0 0-16-16,0 0-9 0,0 0 1 0,0 0 0 15,0 0 3-15,0 0-13 0,-7 31-1 0,3-13-4 16,-1 5 0-16,3-3-7 0,-5 5-7 0,1 0-6 16,0-1-3-16,2-4-5 0,0-1-2 0,-1 7-7 15,2-8-1-15,1 0-3 0,-2 0-2 0,1-2-3 16,1-3-5-16,1-3-1 0,-1 2-2 0,2-3 0 15,-1-1-1-15,0-2-1 0,1-6 3 0,-2 13 3 16,2-13 2-16,-1 6 5 0,1-6 5 0,0 0 9 16,-1 7-6-16,1-7-2 0,0 0-3 0,0 0-2 15,0 0-5-15,0 0-4 0,0 0-1 0,5-26-1 0,-4 16 1 16,2-3-8-16,1-3 0 0,3-3-2 16,4-7 3-16,-2 1-6 0,2-1 1 0,-1-2-8 15,3 3-3-15,1-4 0 0,-1 0-2 0,3 1 2 16,-1 2-1-16,0-1 1 0,-1 1 1 0,4 1-4 0,-5 3 2 15,-2 4 1-15,-1 3 1 0,-1 0-1 16,-1 8 0-16,-1-1-1 0,-1 1-2 0,-1 3-1 16,-1 1 3-16,-4 3-4 0,10-3 6 0,-10 3-1 15,13 6 0-15,-8-3 6 0,1 2 0 0,-1 6 2 0,2 0 10 16,-1 6 4-16,-1 2 3 0,2 8-2 0,-4-4 7 16,0 3-5-16,-2-7 4 0,-1 7-4 15,3-6 0-15,-3-2-5 0,0 2 1 0,0-1-2 0,0-2-1 16,1-1-2-16,0 3-2 0,2-3 2 0,-1-4-3 15,0 4 4-15,0-4-3 0,2 3 3 0,-1-4-4 16,-1 2 1-16,2-4-15 0,0 1-13 0,-4-4-15 16,4 2-10-16,-2-1-20 0,1-2-17 0,-3-5-13 15,2 9-20-15,-2-9-27 0,3 8-1 0,-3-8-15 16,0 0-15-16,0 0-19 0,0 0-141 0,0 0-360 16,0 0 160-16</inkml:trace>
  <inkml:trace contextRef="#ctx0" brushRef="#br0" timeOffset="108561.07">6503 8614 59 0,'-7'0'143'15,"7"0"-9"-15,-12-3-14 0,12 3-11 0,-9-2-7 16,9 2-15-16,0 0-15 0,0 0-1 0,0 0-6 16,0 0-7-16,0 0-5 0,37 0-2 0,-15-1-5 15,10-1-10-15,2 2 2 0,1 0-13 0,4-2-27 16,-3 1-11-16,1-2-21 0,-2-1-19 0,-1 3-19 15,-3-1-12-15,-3-1-12 0,-6 3-57 0,-3-1-165 16,-6 1 73-16</inkml:trace>
  <inkml:trace contextRef="#ctx0" brushRef="#br0" timeOffset="108902.1">6980 8581 21 0,'5'-6'41'0,"-5"6"6"0,0 0 7 0,0 0 10 16,0 0 1-16,0 0 16 0,0 0 2 16,0 0 6-16,-5-14-2 0,5 14 6 0,0 0-12 15,0 0-6-15,0 0-9 0,0 0-4 0,0 0-10 16,0 0 4-16,0 0-2 0,0 0-1 0,0 0 1 0,14 22 13 15,-9-13 3-15,0 2-9 0,4 1-6 16,-2 4-4-16,-2-1-5 0,1 2-3 0,-1 1-5 16,3 0 0-16,-3-1-3 0,0 0-4 0,0-3 0 15,-1-2 0-15,-1 0-7 0,3-1 3 0,-4 0-3 0,1-1-1 16,-2-3-1-16,3 2-5 0,-1-2 5 0,-3-1-10 16,0-6 2-16,4 13-1 0,-2-8 1 15,-2-5-1-15,3 5 8 0,-3-5 9 0,4 6 9 16,-4-6 3-16,0 0 3 0,0 0-10 0,0 0 2 0,15-12-1 15,-10 4-6-15,0-4-3 0,4-2-2 0,-3-1-3 16,1-3-3-16,-1 3 0 0,1-5-3 16,3-5 0-16,-3 0-2 0,3-1 0 0,0 1-3 15,-3 1-3-15,-2 5 0 0,1 0 0 0,0 3-6 0,0-1-3 16,-1 3-7-16,-1 3-8 0,-1 4-18 0,-1 1-25 16,2 3-25-16,-4 3-44 0,9-9-12 0,-1 5-18 15,-8 4-25-15,11 6-120 0,-4-3-327 0,-7-3 146 16</inkml:trace>
  <inkml:trace contextRef="#ctx0" brushRef="#br0" timeOffset="109077.4">7630 8639 29 0,'9'-2'175'0,"-9"2"-20"0,9-2-9 0,-9 2-9 16,13-2-15-16,-6 1-11 0,-7 1-13 0,19-1-6 15,-9 1-20-15,2-2-37 0,0 1-33 0,0 1-33 16,2 0-23-16,-3 1-33 0,-2 1-80 0,-2 0-182 16,1 0 81-16</inkml:trace>
  <inkml:trace contextRef="#ctx0" brushRef="#br0" timeOffset="109233.52">7692 8750 90 0,'-10'4'178'0,"10"-4"-8"0,0 0-9 0,-8 1-12 15,8-1-11-15,0 0-14 0,-4 4-10 0,4-4-14 16,0 0-6-16,0 0-7 0,0 0-6 0,0 0-10 16,18 8-12-16,-5-8-28 0,5 1-31 0,0 2-34 15,3-6-47-15,9 3-49 0,-2 0-104 0,2-3-253 16,2 2 112-16</inkml:trace>
  <inkml:trace contextRef="#ctx0" brushRef="#br0" timeOffset="109760.8">8956 8303 1622 0,'-5'-21'22'0,"-2"3"31"16,2 1 9-16,0 5-22 0,2 1-10 0,1 1-1 0,1 2-8 16,-1 1-3-16,2 7-6 0,-2-9-4 15,2 9-6-15,0 0 2 0,0 0 1 0,0 0 0 0,0 0 4 16,0 0 1-16,18 15-6 0,-11 0 15 15,2 3 2-15,2 7-4 0,1 0 5 0,-1 1 0 0,-1 1 0 16,0-3-1-16,0 4 1 0,-1-2 5 0,-2 1-3 16,1-2 2-16,0-9-6 0,-3 1-1 0,-1-4 1 15,1-3-3-15,2 1 4 0,-4-1-6 16,-1-2 3-16,2-1 1 0,-3-3 8 0,3 0 9 0,-4-4 13 16,4 10 7-16,-4-10 14 0,0 0 7 0,2 5 0 15,-2-5-7-15,0 0-3 0,0 0-10 0,13-25-5 16,-7 10-9-16,3-10-4 0,4 3-2 0,-4-3-3 15,1 0 5-15,0 0-10 0,2-2-7 0,-1 1 1 16,3 0-6-16,-2 0-1 0,2-2-1 0,0 4 0 16,1-1 3-16,-2 5-15 0,-4 5-4 0,-1 4-8 15,-1 3-23-15,-3-2-28 0,0 5-38 0,1 0-23 16,-5 5-10-16,8-1-23 0,-8 1-7 0,0 0-24 16,11 9-22-16,-8 0-157 0,-2-2-392 0,0 4 174 15</inkml:trace>
  <inkml:trace contextRef="#ctx0" brushRef="#br0" timeOffset="110074.58">9322 8459 65 0,'0'0'149'0,"-1"12"-10"0,1-8-14 16,0-4 9-16,0 15-14 0,1-6-6 0,-1-1-8 15,2-1-4-15,-1 0-12 0,2 1-7 0,0 1 11 16,4-1-3-16,-1-1-7 0,3 0-7 0,0 0 3 15,4-3-4-15,4 0 2 0,-5-1-4 0,4-2-4 16,2-1-2-16,1-1-6 0,0-2 0 0,-2-1-10 16,0 0 10-16,-5-3 7 0,1 0-2 0,-1-4-5 15,-1-2-4-15,-1 1-5 0,-2-2-3 0,-3-1 3 16,-3-2 4-16,0 1 3 0,-6-1-6 0,0 2-6 16,-5-1-6-16,-1 2 0 0,-3 1-7 0,-2 1-7 0,-1 0 0 15,-2 3-5-15,0 3-5 0,-1 1-3 16,-2 2-4-16,1 5-11 0,-1 1-18 0,3 1-26 15,-1 5-26-15,0 1-24 0,4 6-30 0,1-3-24 16,3 4-29-16,2 0-32 0,0 8-166 0,5-9-406 16,3 9 181-16</inkml:trace>
  <inkml:trace contextRef="#ctx0" brushRef="#br0" timeOffset="110346.65">8787 9046 166 0,'-10'3'205'0,"2"0"-19"0,3-1-17 0,5-2-20 16,-1 7-11-16,1-7-11 0,15 10-12 0,5-7-8 15,12-1-11-15,8-1-3 0,18-4-8 0,0 0-7 16,36-7-10-16,-30 4-4 0,2 2-8 0,-2-1-5 15,0 0-4-15,-4-1-4 0,-3 2-14 0,-3 1-9 16,-17 1-13-16,2 0-15 0,-4 1-31 0,1 2-23 16,-5 1-24-16,-4 0-33 0,1 1-40 0,-10-1-112 15,-6 1-295-15,0 1 131 0</inkml:trace>
  <inkml:trace contextRef="#ctx0" brushRef="#br0" timeOffset="110770.42">9170 9278 212 0,'-12'0'225'0,"12"0"-17"16,0 0-18-16,-11 0-20 0,11 0-18 0,0 0-14 15,-7 2-11-15,7-2-12 0,-2 8-2 0,2 1 2 16,2 1-9-16,0 4-9 0,1 1-6 0,1 3-5 15,1 2-7-15,0-1-4 0,4 7-4 0,0-2-8 16,0 0-2-16,-3-5-10 0,3-2-3 0,0 0-3 16,-5-1-5-16,4-1-4 0,0 1 1 0,-1-5-9 15,-2-2 6-15,2 1-14 0,-2 0-1 0,1-2 5 16,-2-2-3-16,1-1-7 0,-3 0 4 0,-2-5-1 16,7 8 1-16,-7-8 7 0,4 4 4 0,-4-4 7 15,0 0 1-15,0 0-3 0,12-11-2 0,-5 1-6 0,2-5-3 16,2-2-5-16,-1-8 5 0,2 1-5 0,1-3-3 15,0-1-4-15,1 0 0 0,0-4 0 0,1 1-6 16,-1 1-1-16,3 1 2 0,-3 3-9 16,-4 3 1-16,-1 7-3 0,-3 6-2 0,-1 1-14 0,1 1-26 15,-4 3-24-15,1 1-12 0,-3 4-13 0,0 0-4 16,0 0-12-16,0 0-23 0,2 19-14 0,-3-9-9 16,-2 3-12-16,1-2-6 0,-1 6-5 15,2-5-121-15,1 6-328 0,-3-2 146 0</inkml:trace>
  <inkml:trace contextRef="#ctx0" brushRef="#br0" timeOffset="111161.18">9503 9423 122 0,'0'0'146'0,"0"0"5"0,0 0 0 15,0 0 3-15,0 0-6 0,0 0-7 0,0 0-17 0,0 0-15 16,0 0-10-16,0 0-7 0,0 0 7 0,1 13 5 16,0-7-3-16,0 1-2 0,1 0-8 0,2 2-1 15,-3 3-5-15,0 0-6 0,2-2-8 0,-2 1-5 16,2 1-9-16,1-2-7 0,-3 0 1 0,0 0-6 15,2-1-5-15,-2-2 0 0,1-1-7 0,-2-6 0 16,3 9-2-16,-1-4-2 0,-2-5-3 0,0 0 6 16,0 9 3-16,0-9 3 0,0 0-3 0,0 0 0 15,2 7 3-15,-2-7-4 0,0 0-1 0,0 0-2 16,0 0-5-16,0 0-3 0,0 0-4 0,15-7 1 16,-8 3-2-16,3-1-1 0,1 0-4 0,3 0-4 15,-1 2 0-15,-1-1-2 0,3 2 7 0,-2 1-13 16,-1 2 0-16,1-1 1 0,0 4 3 0,-3-2-2 15,1 1-4-15,-1 4 2 0,-3 0-3 0,0 1 1 16,-2-1-2-16,-1 2 4 0,0-1-5 0,-2 3 5 16,-4-5-3-16,2-6 4 0,-4 16 1 0,-1-5 0 15,-2-5-6-15,-1 2 7 0,-2-2-3 0,-1 0-1 0,-2-3 0 16,0 0 5-16,-3 0-2 0,-2-2 2 16,5-1-7-16,-2-1-6 0,2-2-18 0,-1 0-18 15,2-3-30-15,2 2-43 0,0-2-61 0,3-3-70 0,1-2-181 16,3 2-464-16,2-3 205 0</inkml:trace>
  <inkml:trace contextRef="#ctx0" brushRef="#br0" timeOffset="111566.33">10804 9021 208 0,'0'0'214'0,"-5"-3"-22"0,5 3-14 0,0 0-19 15,0 0-14-15,0 0-14 0,0 0-13 16,19-9-13-16,0 7-13 0,3 1-11 0,5-1-24 15,1 1-31-15,1-2-40 0,1 4-51 0,-10-2-49 16,-1 0-139-16,-5 1-272 0,-2 1 120 0</inkml:trace>
  <inkml:trace contextRef="#ctx0" brushRef="#br0" timeOffset="111726.22">10773 9201 72 0,'-4'3'226'0,"4"-3"-22"15,-7 5-21-15,7-5-15 0,0 0-17 0,0 0-12 16,0 0-18-16,16 8-3 0,-3-7-17 0,7 0-21 16,2-2-32-16,9 1-45 0,3-3-63 0,0 2-64 15,-3-2-115-15,0 2-258 0,-1 0 114 0</inkml:trace>
  <inkml:trace contextRef="#ctx0" brushRef="#br0" timeOffset="114034.23">12906 8335 45 0,'0'0'97'0,"0"0"-3"0,0 0-4 15,0 0 2-15,0 0-9 0,0 0 4 16,0 0 1-16,0 0-1 0,0 0-4 0,0 0-7 0,0 0 1 16,0 0-5-16,0 0-6 0,0 0-1 0,0 0-8 15,0 0 0-15,0 0-5 0,0 0 3 0,0 0-8 16,0 0-8-16,0 0-2 0,0 0 2 0,0 0-3 16,0 0-1-16,0 0 2 0,0 0-2 0,0 0-5 15,0 0-1-15,0 0 3 0,0-10-5 0,0 10-1 16,0 0-4-16,0 0 7 0,0 0-7 0,0 0-2 15,0 0-3-15,0 0 1 0,0 0-2 0,0 0 2 16,0 0-5-16,0 0 2 0,0 0-2 0,0 0 2 16,0 0-6-16,0 0-2 0,0 0 2 0,0 0-1 15,0 0-4-15,0 0 1 0,0 0-3 0,-9-3 4 16,9 3-2-16,0 0-2 0,0 0-1 0,-6-5 6 16,6 5-5-16,0 0-1 0,0 0 3 0,-12-2 0 15,12 2-4-15,0 0 0 0,-9-2 0 0,9 2 1 16,0 0 1-16,-10-2-1 0,10 2-1 0,-8-2-3 0,8 2 4 15,0 0-2-15,0 0 5 0,-9-2 0 0,9 2 3 16,0 0 1-16,0 0-8 0,0 0 2 16,0 0 2-16,0 0 2 0,0 0 0 0,0 0 0 15,0 0-5-15,0 0 0 0,30-1 2 0,-10 1 2 0,7-3-1 16,-1 4-8-16,4-2-4 0,-1 1-19 0,-2-3-11 16,-4 3-15-16,-3 0-17 0,0 0-23 15,2 0-15-15,-6-1-3 0,0-1-16 0,-5 2-8 16,1 0-108-16,-6 2-262 0,-6-2 117 0</inkml:trace>
  <inkml:trace contextRef="#ctx0" brushRef="#br0" timeOffset="114426.48">13044 8264 14 0,'0'0'145'0,"-6"-1"-12"0,6 1-20 0,0 0-24 16,0 0 1-16,0 0 4 0,-8 10 5 0,5-5 5 15,1 5-1-15,0 5-10 0,-2 1-9 0,0 1 4 16,0 3-13-16,0-1-1 0,4 7-8 0,-6-2-11 16,3 5 0-16,3-10-6 0,-2 4 2 0,0-5-7 15,2 0-2-15,0 1-4 0,-2-2-1 0,2-1-3 16,2 0-3-16,-2-1 3 0,0-3-8 0,0 0-4 16,0-1 0-16,-2 0 2 0,0-1-7 0,2-2 1 15,0 0 3-15,0-8-8 0,-5 12-1 0,5-6 3 16,0-6-2-16,-7 9-2 0,5-5 6 0,2-4-5 15,-5 6-2-15,5-6-3 0,-11 2 4 0,11-2-6 16,-14-1-1-16,14 1 0 0,-13-1 3 0,13 1 1 16,-18-2-3-16,11-1-2 0,1 2 2 0,6 1-2 15,-9-2 2-15,9 2-2 0,0 0-1 0,-10-2 0 16,10 2 2-16,0 0-6 0,0 0 3 0,0 0-2 16,0 0 4-16,0 0-3 0,0 0 0 0,27 4-5 15,-8-4 1-15,0 1-13 0,2 2-26 0,8-3-22 0,-1 0-20 16,3-1-22-16,-2 1-39 0,0-3-12 0,-8 2-115 15,1-1-296-15,0 0 131 0</inkml:trace>
  <inkml:trace contextRef="#ctx0" brushRef="#br0" timeOffset="114717.18">13329 8574 137 0,'0'-9'182'0,"0"9"-18"0,0 0-9 16,0 0-19-16,0 0-17 0,0 0-11 0,0-10-10 0,0 10-6 15,0 0 7-15,0 0 2 0,4 23 3 0,-4-14-9 16,0 4-7-16,2-2-5 0,-2 6-4 0,-2 0-12 16,0-1 4-16,0 1-8 0,0 0-7 15,-1-3-2-15,-2-1-5 0,5 0-6 0,-4-2-4 0,2-2-1 16,1 1-2-16,1-1 0 0,0-9-4 0,-2 12 0 16,2-12-2-16,-2 7-2 0,2-7-3 0,0 8 0 15,0-8-4-15,0 0 3 0,0 0-6 0,0 0 3 16,5 9-5-16,1-7 0 0,-6-2-3 0,14 1 2 15,-5-1-4-15,5 0-5 0,3-1-17 0,0-1-14 16,4 1-21-16,8-3-28 0,1 2-36 0,-1-5-26 16,2 1-32-16,-1 2-42 0,-3 0-115 0,2 1-350 15,-2-2 155-15</inkml:trace>
  <inkml:trace contextRef="#ctx0" brushRef="#br0" timeOffset="115560.83">14011 8388 193 0,'2'-13'176'0,"-2"13"-7"16,0-7-1-16,0 7-16 0,0 0-14 0,0 0-11 15,0 0-15-15,1-8-15 0,-1 8-9 0,0 0-11 16,0 0-6-16,0 0-11 0,0 0-2 0,6 27-4 15,-6-11-1-15,0 2-4 0,2 1 3 0,-6 5-1 16,4-4 3-16,-2 5-4 0,0-1 1 0,2 4 1 16,-5-8-2-16,3 5-1 0,0 1-7 0,0-7-1 15,1 1-2-15,0-4-3 0,-2 1-6 0,3 0-2 16,-3-2-4-16,1 1-2 0,2-5 0 0,0 0 2 16,0-3-7-16,0 3-3 0,0-11 0 0,-2 12 0 15,4-5 0-15,-2-7-8 0,-2 12-11 0,2-12-8 16,2 7-20-16,-2-7-11 0,0 0-22 0,-4 6-32 15,4-6-41-15,0 0-30 0,0 0-177 0,0 0-373 16,-14-15 165-16</inkml:trace>
  <inkml:trace contextRef="#ctx0" brushRef="#br0" timeOffset="115894.69">14038 8278 85 0,'9'-7'161'16,"0"-1"-13"-16,1 3-3 0,2 1-8 0,-1 1-16 16,2 1-6-16,-3 2-5 0,-3 0-13 0,3 1-11 15,0 3-11-15,-3 0-7 0,3 1-4 0,-4 4-3 16,-2-3-6-16,0 6-4 0,-4-1 2 0,-2 4-3 0,0-3-2 16,-6 2-7-16,0 0 0 0,-3 1-1 15,2-1 0-15,-5 0 2 0,1-3 3 0,-3 2-1 16,3-3-1-16,3-1 0 0,-2 0 1 0,3-2-1 15,0-2-9-15,0 0-1 0,4 0-5 0,-1-4-1 0,6-1-4 16,-9 7-6-16,6-4 4 0,3-3-1 0,-4 9-6 16,4-9 3-16,-3 6-1 0,3-6-3 0,6 11-1 15,-2-7 2-15,5 1 0 0,9 4-12 16,-3-2-17-16,3-3-26 0,0 2-23 0,9-1-28 16,-4-2-27-16,-2 0-22 0,0 2-23 0,-2-2-15 0,1 0-102 15,-3 0-305-15,-3-2 134 0</inkml:trace>
  <inkml:trace contextRef="#ctx0" brushRef="#br0" timeOffset="116174.17">14418 8497 182 0,'0'0'193'0,"4"-7"-8"0,-4 7-6 16,5-8-13-16,-5 8-13 0,3-5-19 0,-3 5-15 16,0 0-9-16,0 0 0 0,0 0 5 0,6 20 11 15,-6-3-1-15,-2 7-1 0,0 3-8 0,-5 0-7 16,0 3 0-16,4-2-9 0,-3 0-7 0,-1-1-9 15,0 0-5-15,2-9-7 0,1 0-7 0,-2 1 1 16,3 0-12-16,0-3-6 0,2-3-2 0,1-1-4 16,1-1-1-16,-2-2-5 0,2-2-2 0,2 3 0 15,-2-4 6-15,3 0-7 0,4-2-5 0,2 0-3 16,1 0-1-16,6-2-4 0,2-1-2 0,4-2-1 16,6-1-11-16,-2 0-15 0,3-1-16 0,-11 0-28 15,4 2-18-15,-3-1-15 0,-2 1-46 0,-5 1-35 16,-2 0-28-16,0 1-16 0,-3 2-31 0,-2 0-137 15,-6-3-409-15,5 5 181 0</inkml:trace>
  <inkml:trace contextRef="#ctx0" brushRef="#br0" timeOffset="116587.8">13133 9128 137 0,'-15'-2'191'0,"4"2"-21"16,-1 0-11-16,12 0-21 0,-9 0-12 0,9 0-13 15,0 0-5-15,0 0 0 0,36 10 4 0,0-7-7 16,29-1-13-16,34-1-1 0,11-1-4 0,9 3-9 16,7-9-8-16,8 9-9 0,-3-2-4 0,-3-8-11 15,0 7 1-15,-9-3-1 0,-4 2 2 0,-10 2-6 16,-11-5 14-16,1 3-4 0,-33-1 4 0,5 0-8 16,-3 0 0-16,1 3-6 0,-4 2-3 0,-5-3-5 15,-2-2 1-15,-17 2-4 0,-2-1-2 0,-6 1-3 16,-10 0-3-16,-5-3-4 0,-2 5-1 0,-1-4-2 15,-3 1-2-15,-8 1-4 0,8-1-14 0,-8 1-22 16,0 0-24-16,0 0-25 0,0 0-41 0,-42 1-39 16,13-1-51-16,-5 0-160 0,-5-1-397 0,1 0 175 15</inkml:trace>
  <inkml:trace contextRef="#ctx0" brushRef="#br0" timeOffset="117600.78">13346 9497 42 0,'-11'-3'151'15,"11"3"-9"-15,-8-2 2 0,3 0-6 0,5 2 2 16,-10-1-8-16,10 1-6 0,0 0-10 0,-10-3-9 0,10 3-14 16,0 0-11-16,0 0-8 0,0 0-3 15,0 0-6-15,0 0-2 0,0 0-7 0,0 0-6 16,40 3-1-16,-20-5-4 0,7 0-3 0,3 0-2 0,1 1-4 15,-2 1-5-15,1-3-5 0,-3 3-14 0,-6 0-19 16,0 0-12-16,-1-2-20 0,-7 3-23 16,0-1-28-16,0 0-5 0,-3 0-21 0,-3-1-9 15,-7 1-14-15,12 2-92 0,-12-2-249 0,6 2 111 0</inkml:trace>
  <inkml:trace contextRef="#ctx0" brushRef="#br0" timeOffset="118005.01">13547 9472 56 0,'-7'-1'137'0,"7"1"-7"0,0 0-16 16,0 0-9-16,0 0 5 0,0 0-7 0,-10 11 2 15,8-4 7-15,0 3-4 0,2 5-6 0,-4 2-3 16,2 2-8-16,-1 5-8 0,1-1-8 0,-2 4 2 16,2-1-1-16,1-5-7 0,-6 7-5 0,5-9-5 15,-2 0-9-15,3 0-3 0,-1-1-6 0,0-1-2 16,2-1-3-16,-2-4-5 0,0 0-4 0,0-1-5 15,0-2 4-15,-1-1-6 0,1 0 1 0,2-8-1 16,0 11-3-16,-2-6 2 0,2-5-7 0,-3 9 0 16,3-9 3-16,-4 5-2 0,4-5 1 0,0 0 0 15,-7 4-3-15,7-4-5 0,0 0 3 0,-11-2 1 16,11 2-4-16,-10-7 3 0,4 3-4 0,6 4-3 16,-9-7 6-16,1 3-5 0,2 0 1 0,6 4 4 15,-9-8-8-15,5 4 1 0,4 4-2 0,-11-3 1 0,11 3-3 16,0 0-2-16,-7-2 2 0,7 2-1 0,0 0 0 15,0 0 2-15,0 0-1 0,0 0 2 0,16 15-2 16,-7-12 3-16,2 1 2 0,0 0-4 16,10 1-9-16,-1-1-14 0,9-1-20 0,-2 0-20 0,0-3-14 15,2 3-1-15,0-3-26 0,1-1-11 0,-3 1 3 16,2-3-10-16,-9 1-11 0,0 2 0 0,1-3-97 16,-4 0-250-16,-3 0 110 0</inkml:trace>
  <inkml:trace contextRef="#ctx0" brushRef="#br0" timeOffset="118386.17">13894 9728 124 0,'0'0'136'0,"0"-11"19"0,0 11-2 0,1-8-15 15,-1 8-7-15,0 0-17 0,1-8-17 0,-1 8-6 16,0 0 4-16,0 0 3 0,5 21-4 0,-5-10 11 16,-2 6 2-16,2-2-8 0,-2 4-8 0,-1 0-7 15,-1-2-7-15,2 2-4 0,-5 5-9 0,3-6-5 16,2-2-6-16,-1-3-5 0,-2-1 2 0,3-1-12 15,0 2 3-15,0-5-7 0,0-2 9 0,2-6 0 16,-1 14 10-16,1-14 0 0,-4 7 9 0,4-7-2 16,0 6-2-16,0-6-9 0,0 0-6 0,0 0 1 15,0 0-8-15,0 0-3 0,0 0 1 0,0 0-6 16,11-19-12-16,-1 10-1 0,-1 0-10 0,4-2-4 16,3 3 2-16,-1-2-4 0,-1 2-1 0,4 0-2 15,0 0-2-15,-1 5-3 0,2 0 0 0,-1 0 3 0,-7 5-2 16,0 0-2-16,1 2 3 0,-4 0-2 15,1 1 1-15,0 4 1 0,-2-2 1 0,-3 3-1 16,-1-2 2-16,-3 3 5 0,-1-2-3 0,-3 3 0 16,-4 0-3-16,-2 1 4 0,-1-2 3 0,-5 0 0 0,1 2-3 15,-4-2-12-15,0-3-12 0,-6 3-13 16,4-3-21-16,4-2-18 0,-4 0-23 0,3-3-35 16,5-1-32-16,2-1-43 0,-1-1-153 0,5-1-392 15,7 1 174-15</inkml:trace>
  <inkml:trace contextRef="#ctx0" brushRef="#br0" timeOffset="118559.58">14181 9897 50 0,'6'-3'256'0,"-6"3"-13"0,9-3-7 16,-5-1-13-16,-4 4-12 0,8-2-22 0,-8 2-19 15,0 0-21-15,8-3-21 0,-8 3-38 0,0 0-32 16,0 0-28-16,0 0-33 0,9-1-43 0,-9 1-41 15,0 0-47-15,10 4-161 0,-10-4-317 0,0 0 141 16</inkml:trace>
  <inkml:trace contextRef="#ctx0" brushRef="#br0" timeOffset="118981.29">14499 9515 222 0,'4'-9'254'0,"-1"0"-11"0,-2 2-20 0,-1 7-22 16,3-9-23-16,1 5-15 0,-4 4-23 0,0 0-11 16,10 14-7-16,-5 1-7 0,0 10-4 0,0 0-4 15,-1 1 0-15,0 2-6 0,-3 1-10 0,1-3 0 16,1 0-7-16,-3 1-12 0,0 0-3 0,0-3-6 16,3-6-4-16,-2 1-6 0,-1-3-3 0,0-3-7 15,1-1-1-15,-1-1-4 0,0-2-4 0,1 1 4 16,-1-10-10-16,0 11 0 0,0-11-2 0,0 9-4 15,0-9 6-15,1 6 5 0,-1-6 5 0,0 0 0 16,0 0 0-16,0 0-9 0,0 0-4 0,0 0 14 16,0 0-18-16,0 0-8 0,-4-25-5 0,5 15-6 15,4 0-7-15,1-2 3 0,1-3-5 0,5 2 3 16,0-1-2-16,1 4 0 0,2-1 3 0,-4 3 0 16,1 2-4-16,0 2 1 0,2 1-3 0,-3 2 0 15,1 2 5-15,1 2 0 0,-4 0 4 0,2 2-5 16,0 3 3-16,-2 0 0 0,-2-1-1 0,2 3 2 15,-2 2 4-15,-1-3-7 0,-1 3 7 0,-1 0-3 0,-1 0-17 16,-1 3-18-16,4-2-22 0,-5-3-22 16,1 4-26-16,-4-3-26 0,5-1-31 0,-3-4-31 15,1 1-24-15,-1-7-20 0,3 13-153 0,-1-8-423 0,-2-5 187 16</inkml:trace>
  <inkml:trace contextRef="#ctx0" brushRef="#br0" timeOffset="119170.78">14968 9758 154 0,'2'-5'210'0,"-1"-2"-20"0,-1 7-14 16,3-9-19-16,-3 9-16 0,0 0-3 15,0 0-6-15,0 0-5 0,0 0-2 0,1 21-10 0,-1-7-12 16,-1-2-10-16,-2 0 0 0,0 6-12 0,1-3-9 16,0 0-8-16,-1 2-8 0,1 0-8 0,0-1-23 15,2-5-31-15,1 5-36 0,-2-5-34 16,0-1-28-16,1-2-31 0,0-8-41 0,0 12-118 0,0-5-318 15,0-7 141-15</inkml:trace>
  <inkml:trace contextRef="#ctx0" brushRef="#br0" timeOffset="119347.99">14885 9514 166 0,'-1'-7'192'15,"1"7"-18"-15,0-13-16 0,0 13-18 0,0-9-16 16,0 9-15-16,3-4-18 0,-3 4-38 0,10-2-25 16,-10 2-40-16,15 2-40 0,-2 2-40 0,-1 0-89 15,0 1-194-15,7 5 86 0</inkml:trace>
  <inkml:trace contextRef="#ctx0" brushRef="#br0" timeOffset="119672.46">15193 9826 174 0,'9'0'219'0,"4"0"-6"0,-4 0-14 0,2-3-11 15,-1 2-7-15,2-2-18 0,1-2-14 0,-1 0-9 16,5-1-4-16,-2-1-6 0,-1 1-10 0,-1-1-9 16,4-2-11-16,-3 0-6 0,-5 2-12 0,3-3-4 0,-5 1-1 15,-1-2-14-15,0 2-6 0,0 0-3 16,-4-1 6-16,0 3-6 0,-1 0-5 0,-1 7-8 15,-3-14-1-15,-1 10-11 0,-3-2 11 0,-2 4-12 0,-1 1-3 16,-1 2-6-16,-2 3 2 0,1 3 0 0,-5 0 0 16,0 5 1-16,0 1 4 0,-4 2-1 0,1 2 4 15,6-3-4-15,4 1-2 0,2-1-2 16,1-2 3-16,4 4-7 0,2-2 4 0,2-2-7 16,3 0 2-16,6 2-1 0,3-3-3 0,3 0-22 0,4-1-23 15,7-4-28-15,1-2-37 0,0 1-35 0,4-1-42 16,0-2-27-16,-4 1-44 0,1-4-172 0,-7 1-454 15,-3-4 201-15</inkml:trace>
  <inkml:trace contextRef="#ctx0" brushRef="#br0" timeOffset="119976.87">16475 9165 2162 0,'-9'-4'10'16,"9"4"68"-16,-9-7-18 0,9 7-18 0,-5-5-22 15,5 5 1-15,-5-3 3 0,5 3 5 0,0 0 1 0,0 0 0 16,0 0-1-16,0 0-1 0,12-11-2 0,-4 8-2 15,4 0-1-15,2 2-8 0,3-1-5 0,2 0 3 16,-2 1-4-16,-4-2-20 0,2 2-26 0,-6 0-32 16,2 1-31-16,-2-1-42 0,-9 1-16 0,10 3-18 15,-10-3-156-15,0 0-360 0,-2 9 160 16</inkml:trace>
  <inkml:trace contextRef="#ctx0" brushRef="#br0" timeOffset="120138.08">16392 9294 80 0,'0'0'189'0,"-4"6"3"16,4-6 3-16,0 0-7 0,0 0-7 0,8 11-11 16,0-8-14-16,1-1-5 0,2 0-15 0,8-1-12 15,0 1-16-15,2-1-5 0,7-2-18 0,1 1-29 16,1-2-33-16,0 0-32 0,-1 3-49 0,0-2-27 16,-1-2-44-16,-9 3-51 0,-5-3-100 15,7 2-302-15,-3-2 133 0</inkml:trace>
  <inkml:trace contextRef="#ctx0" brushRef="#br0" timeOffset="124750.12">17626 8729 130 0,'1'-10'167'16,"-1"10"-19"-16,0-8-18 0,0 8-10 0,0 0-16 15,0 0-8-15,0 0-3 0,0 0-5 0,0 0-6 0,-9 20-3 16,5-9-9-16,0 1-4 0,-1 2-2 0,-1 2-7 15,1 0-5-15,1 1-1 0,1-5-4 16,-2 2-2-16,2-2-7 0,0 1 3 0,0-2 0 16,-1 0-7-16,3 0 2 0,-2-3 5 0,2 1-3 0,0-4-7 15,1-5 0-15,-3 10 1 0,3-10 2 0,-2 6 1 16,2-6 6-16,0 0 8 0,0 8 8 0,0-8 5 16,0 0 0-16,0 0-4 0,0 0-8 0,0 0-2 15,0 0-3-15,0 0-3 0,0 0-6 0,5-32-4 16,-3 20-4-16,2-5-1 0,3-2-5 0,0-6-1 15,1-2-4-15,1 2-2 0,4-5-1 0,-4-2-3 16,3 4-4-16,1-1 2 0,1 3 0 0,0-5-1 16,0 3 1-16,4 2-1 0,0 1-1 0,-1 0-6 15,-6 8 1-15,1 2 1 0,-5 6 0 0,2-2-4 16,-1 3 0-16,-2 0-3 0,0 4 3 0,1 2-3 16,-7 2-2-16,15 2 3 0,-4 2-1 0,-2 3 1 15,1 4-3-15,-1 4 5 0,0 2-3 0,0 1-1 16,0 5 3-16,-2 2 1 0,0-1 3 0,0 0 0 15,-2-5-5-15,-1-1 3 0,1 7 1 0,-1-6-5 16,-1-1 4-16,2 1 0 0,0-1 1 0,0-1-1 16,-2 0 2-16,2-2-1 0,-3 0 4 0,1-3-20 15,0-1-26-15,-1 1-18 0,1-2-17 0,-2-1-33 16,0-2-28-16,-1-1-19 0,0-6-29 0,-1 11-167 0,1-11-380 16,-8 5 168-16</inkml:trace>
  <inkml:trace contextRef="#ctx0" brushRef="#br0" timeOffset="124914.99">17618 8726 39 0,'-7'-3'150'0,"7"3"-10"0,0 0-13 0,0 0-17 16,0 0-13-16,22-8-10 0,-4 7-7 0,9 0-23 15,7-1-32-15,2-2-30 0,2 2-32 0,12 0-37 16,3-1-59-16,-2 0-144 0,1 1 64 15</inkml:trace>
  <inkml:trace contextRef="#ctx0" brushRef="#br0" timeOffset="125108.07">18417 8687 81 0,'0'0'203'0,"-2"-13"-12"15,2 13-13-15,0 0-13 0,0 0-16 0,0 0-15 16,0 0-15-16,5-3-13 0,-5 3-13 0,11-3-3 15,-1 0-9-15,1 2-11 0,5-2-7 0,2 3-10 16,2-1-23-16,-3 1-20 0,2-2-33 0,-5 0-15 16,0 2-24-16,-3-1-15 0,1 0-13 0,-6-1-4 15,-6 2-20-15,13 0-16 0,-13 0-68 0,8-1-215 16,-8 1 95-16</inkml:trace>
  <inkml:trace contextRef="#ctx0" brushRef="#br0" timeOffset="125456.27">18514 8622 101 0,'-8'0'121'0,"8"0"-14"0,0 0-6 0,0 0-8 16,-9 1 4-16,9-1 1 0,-4 12 2 0,2-2 7 16,0 6-1-16,1 2 3 0,0 6 6 0,-2 2-12 15,1-1 0-15,-1 2-2 0,3-1-10 0,0-7-4 16,-2 6-8-16,0 1-1 0,1-7-8 0,1 0-6 16,-1-2-6-16,2 0-2 0,-2-1-5 0,1-3-5 0,1 3-2 15,0-4 1-15,-2 0-4 0,2-1-6 16,-2 0-1-16,0-4-4 0,1-7-5 0,0 13-2 15,0-6 1-15,0-7-3 0,-2 10-3 0,2-10 6 16,-1 6-7-16,1-6 0 0,0 0-2 0,0 0 1 0,-5 7-1 16,5-7-4-16,-10 1 0 0,10-1 1 15,0 0-2-15,-16-3 2 0,16 3-5 0,-13 0 5 0,13 0 3 16,-9-5 7-16,9 5-4 0,-10-1 2 16,10 1 0-16,0 0-4 0,0 0 0 0,0 0 0 0,-10-1-5 15,10 1 1-15,0 0-2 0,0 0 0 0,0 0-3 16,0 0 1-16,32-3-6 0,-19 2-6 0,4-2-10 15,3 1-15-15,10 1-23 0,0-1-24 0,0 0-29 16,-1-2-43-16,2-1-37 0,-3 1-46 0,0 0-123 16,0-1-383-16,-9 1 170 0</inkml:trace>
  <inkml:trace contextRef="#ctx0" brushRef="#br0" timeOffset="125701.14">19029 8853 2076 0,'1'-5'85'0,"2"-1"3"0,-3 6-15 16,2-11-34-16,-2 11 1 0,1-7 4 0,-1 7-3 15,2-7 0-15,-2 7-7 0,0 0-5 0,0 0-2 16,4-7-5-16,-4 7-3 0,0 0-3 0,0 0-16 15,5-3-19-15,-5 3-25 0,12 2-34 0,-12-2-31 16,21 1-60-16,-10-1-45 0,1 0-127 0,3 0-368 0,-2-3 163 16</inkml:trace>
  <inkml:trace contextRef="#ctx0" brushRef="#br0" timeOffset="126418.43">19642 8349 54 0,'0'0'205'0,"-1"-8"-14"0,1 8-6 15,0-10-8-15,0 10-7 0,0 0-11 0,0 0-16 16,0-9-14-16,0 9-23 0,0 0-8 0,0 0-7 16,0 0-12-16,0 0-8 0,0 0-8 0,0 0-5 15,0 0 1-15,8 27-6 0,-7-16-7 0,1 7 6 16,0-1 1-16,-1 3-5 0,0-3-2 0,1 3-4 15,-1 1 0-15,1 2-6 0,-2-4-3 0,2 5 0 16,0-5-2-16,-2-2-5 0,0 1-1 0,0-2-3 16,1 2-2-16,1 0-3 0,-1-2 1 0,-1 2-4 15,0 0 1-15,0-2-2 0,1-1 0 0,-1-4 0 16,1 4-1-16,-1-5-8 0,0 0-15 0,0 3-19 16,2-5-20-16,-4 2-7 0,1-5-21 0,1-5-12 15,0 12-23-15,0-12-2 0,0 0-12 0,-1 7-5 16,1-7-28-16,0 0-19 0,0 0-92 0,0 0-293 15,0 0 130-15</inkml:trace>
  <inkml:trace contextRef="#ctx0" brushRef="#br0" timeOffset="126744.36">19661 8373 84 0,'0'-13'135'0,"2"2"-10"0,0-2-16 15,2 4-2-15,0-2-9 0,1 2 1 16,3 3-10-16,-1 0 5 0,5 1-10 0,-2 1 3 15,0 1-9-15,3 2-1 0,-1 1-17 0,-2 2-7 0,1 0-4 16,0 3-2-16,-3 1-4 0,-1 1-7 0,-2 0 2 16,-1 2-2-16,-2 0-1 0,0 0-4 15,-4 2 1-15,1-1-1 0,-4 2 8 0,1-1-7 0,-2 4-2 16,-1-8-2-16,1 4-4 0,1-4-2 0,-2 0-1 16,2 2-1-16,1-6 3 0,-1 2-2 0,5-5-2 15,-5 8-3-15,5-8-2 0,-4 4-1 0,4-4 0 16,0 0 0-16,-3 6-4 0,3-6-1 0,0 0 4 15,0 0-1-15,9 11-2 0,-4-7-1 0,5 0 1 16,0 3 1-16,8-4-2 0,0 1-1 0,4 2-15 16,6-2-28-16,0-1-11 0,1 2-10 0,0-1-25 15,1-2-13-15,-1-1-11 0,-8 1-24 0,8-1 1 16,-7 0-12-16,0 0-87 0,-3-2-246 0,0-1 108 16</inkml:trace>
  <inkml:trace contextRef="#ctx0" brushRef="#br0" timeOffset="127236.11">20325 8316 83 0,'0'0'186'15,"0"-10"-8"-15,0 10-17 0,0 0-20 0,0-9-9 0,0 9-18 16,0 0-14-16,0 0-10 0,0 0-6 16,0 0 3-16,0 0 0 0,0 0 0 0,0 0 2 15,-6 28-3-15,5-17-4 0,-1 0-5 0,-1 0-4 16,-1 5-6-16,-1-2-1 0,0 1-2 0,0 3-2 15,2-1-5-15,-2-1-7 0,1 1 6 0,-1 2 0 16,2-2-3-16,0-2-5 0,-1 2-5 0,2-5 0 16,-1 5 1-16,0-1-12 0,1 0-2 0,-1-5 2 15,3 3-2-15,-1-2-5 0,0-3-2 0,-1 1 2 0,-1-2-3 16,1-1-3-16,1 1 0 0,1-8-2 0,-2 8 5 16,2-8-7-16,-2 10 1 0,2-10-5 0,0 0 0 15,0 8 4-15,0-8-4 0,0 0 4 0,0 0-5 16,0 0 0-16,-1 9 1 0,1-9 1 0,0 0-5 15,0 0 4-15,0 0-1 0,5 4 2 0,-5-4-2 16,0 0 0-16,8 3 0 0,-8-3-1 0,0 0-2 16,0 0 2-16,0 0 2 0,9 0-1 0,-9 0-3 15,0 0 0-15,11 0 2 0,-11 0-1 0,13 0-2 16,-13 0 3-16,11-2-5 0,-11 2 3 0,12-2-4 16,-4 0 2-16,-1 1-2 0,-7 1 3 0,13-3-4 15,-4 1 2-15,1 2-3 0,-1-3-2 0,4 2 2 16,-2-1 1-16,2 0-1 0,1 0 0 0,3 0 2 15,1-2 1-15,-4 1-3 0,4 3-1 0,-5 0 2 16,1-3-5-16,-3 3-11 0,1 0-8 0,-2 0-12 0,-2 0-15 16,-8 0-17-16,12-1-10 0,-5 0-29 15,-7 1-37-15,10 0-40 0,-10 0-31 0,0 0-185 16,11 1-430-16,-11-1 190 0</inkml:trace>
  <inkml:trace contextRef="#ctx0" brushRef="#br0" timeOffset="127576.59">19738 8935 180 0,'0'0'171'0,"0"0"-13"0,0 0-11 15,0 0-9-15,47 4-6 0,-11-6-3 0,14-2-13 16,4-1-6-16,3 2-10 0,6-2-3 0,-3 0-6 16,1 0-4-16,-1 1-4 0,-1-2-1 0,-5 2-6 0,-3-2-3 15,-14 2-2-15,0 2-9 0,-3 1-6 0,2-1 6 16,-4-1-11-16,-1 2-4 0,-4 2-3 0,-7-1-6 16,-1 0-4-16,-5 0-3 0,-1 1-7 0,-1-1 5 15,-1 2-7-15,-2 0-4 0,-1-2-3 0,-8 0-2 16,10 2-18-16,-2-1-18 0,-3 2-10 0,-5-3-20 15,6 4-13-15,-6-4-28 0,3 7-5 0,-3-7-30 16,0 8-27-16,0-8-31 0,-5 10-104 0,-1-6-315 16,0 3 141-16</inkml:trace>
  <inkml:trace contextRef="#ctx0" brushRef="#br0" timeOffset="127996.6">19865 9461 137 0,'0'-8'223'0,"0"8"-9"0,-3-14-14 16,3 14-8-16,0-8-17 0,0 8-12 0,-1-7-15 15,1 7-18-15,0 0-8 0,0 0-19 0,0 0-10 16,0 0-6-16,0 0-7 0,0 0 1 0,6 29-4 16,-5-17-5-16,2 6-3 0,0-1-8 0,-2 2-3 15,0-1-4-15,2 0-3 0,-1 2-9 0,1-2 0 16,-3-2-5-16,1-1-4 0,1 2-4 0,0-1-1 15,-1-4-2-15,0 0-5 0,1 0 2 0,-1 0-3 16,-1-2-11-16,0 1-12 0,-1-2-14 0,2 1-14 16,-1-4-13-16,0-6-14 0,-1 11-9 0,-1-5-15 15,2-6-19-15,-1 10-8 0,1-10-10 0,0 0-18 0,-3 7-15 16,3-7-26-16,0 0-123 0,0 0-325 0,0 0 144 16</inkml:trace>
  <inkml:trace contextRef="#ctx0" brushRef="#br0" timeOffset="128345.1">19926 9322 36 0,'16'-9'166'0,"1"-4"-10"0,1 9 8 16,3 0-10-16,-1 0-8 0,0 3-14 0,0 4-12 15,-3 3-12-15,1 1-9 0,-2 3-8 16,-4 3-8-16,2 0-4 0,-5 0-11 0,-3 3-4 0,-3 2 0 15,-3-1-7-15,-2-1-5 0,-5 2-1 0,2 0-5 16,-4 0 0-16,-2-2-7 0,-1-2-3 0,-2 1-2 16,0-2-6-16,1-2 0 0,-1 1-5 0,2-3 3 15,-1-1-6-15,3-2 2 0,-1-3-2 16,0 0-6-16,3 0 8 0,0-1 4 0,2 0 7 0,6-2-3 16,-13 2 3-16,13-2-3 0,-7 1-4 0,7-1-4 15,0 0-2-15,-8 3-3 0,8-3 0 0,0 0-3 16,0 0-3-16,0 0 0 0,12 13-3 0,-6-9-2 15,0-1 0-15,4 3 0 0,-1 0-2 0,3 1 0 16,1-1-4-16,1 3-24 0,1 1-26 0,-2 1-29 16,2-3-35-16,-1 1-37 0,-2-2-39 0,-2 1-145 15,-1-4-364-15,4 1 162 0</inkml:trace>
  <inkml:trace contextRef="#ctx0" brushRef="#br0" timeOffset="129057.73">20429 9683 178 0,'-2'-11'189'0,"2"11"-6"0,0 0 4 15,-1-10-5-15,1 10-3 0,0 0-7 0,-2-7-13 16,2 7-3-16,0 0-15 0,0 0-5 0,-1-9-13 16,1 9 0-16,0 0-13 0,0 0-4 0,0 0-7 15,0-10-8-15,0 10-1 0,0 0-1 0,0 0-8 16,0 0-3-16,0 0-6 0,0 0-3 0,0 0-9 16,0 0-2-16,0 0-4 0,0 0-7 0,-1-8 7 0,1 8-8 15,0 0-5-15,0 0 6 0,0 0-9 0,0 0-8 16,0 0 1-16,0 0 0 0,0 0-9 0,0 0-1 15,0 0-2-15,0 0 1 0,0 0-6 16,0 0 2-16,0 0-4 0,0 0 4 0,0 0-4 0,0 0-1 16,0 0-2-16,0 0-3 0,0 0 1 0,0 0 3 15,0 0-2-15,0 0-7 0,0 0 4 0,0 0 15 16,0 0-14-16,0 0 2 0,0 0-3 0,0 0 0 16,0 0-1-16,0 0 2 0,0 0-1 0,0 0 1 15,0 0 0-15,0 0-10 0,0 0 12 0,0 0-9 16,0 0 4-16,0 0-2 0,0 0 0 0,0 0-1 15,0 0 0-15,0 0 0 0,0 0-2 0,0 0-2 16,0 0 1-16,0 0-2 0,0 0 4 0,0 0 0 16,0 0-3-16,0 0 6 0,0 0-3 0,0 0-2 15,0 0 0-15,0 0 2 0,0 0-1 0,0 0 1 16,0 0 1-16,0 0-2 0,0 0 4 0,0 0-1 16,4 23-3-16,-4-23 5 0,1 7-3 0,-1-7 2 15,0 9 0-15,0-9-5 0,-1 10 0 0,1-10 6 16,-2 13-4-16,2-13 4 0,-1 13-5 0,0-7 1 15,1-6 4-15,0 13-5 0,-2-6 0 0,2 1 4 16,-1 1-3-16,-1 0 2 0,2-2 1 0,-2 2-4 16,0-2 2-16,2-7 1 0,-2 14-2 0,1-7 4 15,0 1-1-15,1-8-4 0,-1 12 5 0,-1-8 1 16,2-4-2-16,-1 16 0 0,2-11-2 0,-1-5 2 0,2 11 2 16,-2-11-4-16,1 8-11 0,-1-8-15 15,1 6-11-15,-1-6-18 0,0 0-16 0,1 9-17 16,-1-9-14-16,0 0-24 0,0 0-21 0,6 4-37 15,-6-4-25-15,0 0-35 0,0 0-175 0,14-8-454 0,-8 3 202 16</inkml:trace>
  <inkml:trace contextRef="#ctx0" brushRef="#br0" timeOffset="129439.5">20501 9419 75 0,'-10'-4'213'0,"10"4"-15"0,-5-2-13 0,5 2-12 16,0 0-7-16,-7-3-4 0,7 3-8 0,0 0-12 16,0 0-6-16,-5-5-16 0,5 5-8 0,0 0-16 15,0 0-4-15,0 0-5 0,0 0-8 0,0 0-9 16,0 0 4-16,0 0-13 0,0 0-4 0,0 0-9 15,0 0-2-15,0 0-6 0,0 0 1 0,0 0-5 16,0 0-3-16,0 0-1 0,0 0 4 0,0 0 1 16,0 0 8-16,0 0-1 0,8-12 2 15,-8 12 0-15,0 0-2 0,0 0-3 0,0 0-3 0,0 0-4 16,0 0-8-16,0 0-1 0,0 0-4 0,0 0-3 16,0 0-1-16,0 0-2 0,0 0-5 0,0 0 10 15,0 0-6-15,-7 24-5 0,7-24-15 0,-1 9-20 16,1-9-22-16,3 13-29 0,-3-7-31 0,0-6-43 15,6 9-53-15,-2-5-49 0,-4-4-155 0,10 7-440 16,-5-5 196-16</inkml:trace>
  <inkml:trace contextRef="#ctx0" brushRef="#br0" timeOffset="131844.62">13182 7971 41 0,'-4'-4'72'0,"4"4"-7"0,-4-6-13 0,4 6-1 0,-5-5-14 16,5 5 9-16,0 0-13 0,-11-4-1 0,11 4-2 15,-9-2-1-15,9 2-2 0,-9-1-7 0,9 1-11 16,-10 0 10-16,10 0-2 0,-15 2-8 0,9 1 7 15,-4-1-1-15,4 2-5 0,-1-1-4 0,-1 1 5 16,-2-1-4-16,1 1-2 0,0 2 2 0,0 0-3 16,-2 0 4-16,2 2-2 0,-3 0-1 0,1-1-4 15,0 3-4-15,-3 3 5 0,1-1-4 0,-3 1 8 16,5-2-3-16,-2 2-1 0,-1 3 2 0,1-2-2 16,-1 2-7-16,1-1 10 0,-3 5 6 0,3 2 0 15,-1 0-4-15,-1-1 1 0,1 1 1 0,5-4-1 16,-4 8 5-16,3 0-7 0,-1 0 1 0,1 5 3 15,0-3-13-15,5 2 13 0,-3 1-3 0,-1-3-2 16,1 4-2-16,2 1 1 0,-1-1 1 0,1 1 4 16,1 2 1-16,0 10 0 0,1-9-1 0,-1-2-5 15,1 2 7-15,0 10 4 0,-3-1-10 0,5-9-3 16,-3 12 5-16,-2 1-4 0,-2 3 2 0,5 0 9 16,0-4-8-16,0 3 1 0,1 0-4 0,2 2-5 15,7 0 3-15,2-2-3 0,3 2-3 0,3-2 7 16,-3-2 6-16,8-1-6 0,4 0 7 0,2-1-2 15,2-3-1-15,5 1 0 0,1-2-2 0,5 2-1 16,2-4-5-16,2-2-6 0,5-3-14 0,-5-2-9 16,3-1-7-16,1-3-19 0,0-5-13 0,0 0-56 15,-11-8-137-15,-1-4 60 0</inkml:trace>
  <inkml:trace contextRef="#ctx0" brushRef="#br0" timeOffset="132444.87">13679 8159 64 0,'22'23'71'0,"-4"2"-2"0,5 3-9 0,-3 1-4 15,5 13-11-15,-1 3 13 0,-1 1-6 0,-3 6-9 16,-2 2 7-16,0 3-10 0,5 24 2 0,-6-25-13 15,-1 1 0-15,4 26-4 0,-6-27-2 0,8 26 6 16,-6-25-7-16,4 24 7 0,-4-27-11 0,4 25 0 0,-5-25 2 16,4 1 0-16,3 23 3 0,-6-21-5 15,0-2-14-15,-3 1 6 0,1 0-1 0,-5 0-7 16,2 3 3-16,-2-2 5 0,-4 2 2 0,-1-6-9 16,-2 1 9-16,0-3-4 0,-2-1 3 0,1-4-11 0,-1-11 2 15,0-1-7-15,0 1 12 0,2-3-15 0,-4 0 0 16,4-1-11-16,-1-3-4 0,-1 2-3 15,-3-11-2-15,2 7-15 0,-5-2-12 0,2-4-1 16,-1-1-15-16,-5-3-47 0,0 2-127 0,-2 3 55 0</inkml:trace>
  <inkml:trace contextRef="#ctx0" brushRef="#br0" timeOffset="133343.41">17843 9489 19 0,'14'2'102'0,"15"-1"-6"0,0 1-6 15,9 0-9-15,15-4-1 0,0 2-12 0,6 0-6 16,1-1-3-16,0-1-10 0,-2 1 7 0,0 1-4 16,-3 0-1-16,1 0-7 0,-2-3-3 0,-3 5 2 15,-14-2 3-15,-4 0 6 0,1 1-6 0,-4-1 2 16,-2-1 4-16,-6 1-5 0,-3 0 8 0,-2 0 2 16,-3 1-1-16,-3-2 0 0,-4 1-6 0,-7 0 2 15,15 0 7-15,-15 0 0 0,9 0 3 0,-9 0 3 16,6 1-1-16,-6-1-8 0,0 0-10 0,0 0-2 15,0 0-5-15,0 0 1 0,0 0-8 0,0 0-7 16,0 0-19-16,-25-11-15 0,18 11-22 0,7 0-20 16,-12-2-27-16,4 0-39 0,8 2-27 0,-14-2-153 15,5 0-320-15,0-1 141 0</inkml:trace>
  <inkml:trace contextRef="#ctx0" brushRef="#br0" timeOffset="133857.37">14427 8519 33 0,'0'0'130'0,"0"0"-18"0,0 0-22 0,0 0-11 0,0 0-14 16,0 0-11-16,0 0-20 0,0 0-16 0,0 0-34 15,7 7-18-15,-7-1-61 0,2 3-102 0,0 0 46 16</inkml:trace>
  <inkml:trace contextRef="#ctx0" brushRef="#br0" timeOffset="134762.74">15128 10096 38 0,'0'0'122'0,"0"0"-30"16,0 0-26-16,0 0-15 0,0 0-21 0,0 0-24 16,4 5-23-16,-4-5-48 0,0 0-71 0,0 7 32 15</inkml:trace>
  <inkml:trace contextRef="#ctx0" brushRef="#br0" timeOffset="134920.84">15215 10136 25 0,'0'0'35'0,"-2"10"-41"0,2-10-3 0,0 0-10 15,0 0 4-15</inkml:trace>
  <inkml:trace contextRef="#ctx0" brushRef="#br0" timeOffset="135551.71">10107 6211 92 0,'0'0'105'0,"0"0"-19"0,0 0-9 0,-7 1-8 0,7-1-23 16,0 0-12-16,0 0-23 0,0 0-34 0,9 15-61 15,-9-15-89-15,3 7 41 0</inkml:trace>
  <inkml:trace contextRef="#ctx0" brushRef="#br0" timeOffset="135702.47">10171 6319 38 0,'5'5'60'0,"-5"-5"-3"16,0 0-35-16,0 0-22 0,7 5-30 0,-7-5-32 16,0 0 15-16</inkml:trace>
  <inkml:trace contextRef="#ctx0" brushRef="#br0" timeOffset="137802.21">21582 9114 169 0,'0'0'156'0,"0"0"-9"0,0 0-9 0,0 0 0 15,0 0-2-15,0 0-7 0,17-11-10 0,-7 8-10 16,1 0-18-16,1 1-7 0,2-2-5 0,4 1-9 16,0 3-5-16,2-2-8 0,0 0-7 0,-1 0-2 15,-3 1-17-15,3-1-12 0,-1 1-24 0,-6 2-25 0,1-1-25 16,2 0-26-16,-5 0-29 0,0 2-20 15,-2-1-108-15,-8-1-257 0,9 0 114 0</inkml:trace>
  <inkml:trace contextRef="#ctx0" brushRef="#br0" timeOffset="138368.53">21655 9269 93 0,'-6'8'123'0,"6"-8"0"0,-3 5 2 16,3-5-21-16,-4 6 12 0,4-6-4 0,-2 5-5 16,2-5-2-16,0 0 1 0,-7 7 1 0,7-7-3 15,-3 5 5-15,3-5 5 0,0 0-2 16,-7 5 8-16,7-5-8 0,0 0-1 0,0 0-1 0,0 0-8 15,-8 0-3-15,8 0-7 0,0 0-7 0,0 0-8 16,-12-7-7-16,12 7-4 0,0 0-4 0,-7-6-4 16,7 6-4-16,0 0-1 0,-4-7-7 15,4 7-2-15,-3-4-10 0,3 4-2 0,0 0-1 0,0 0-1 16,0-12-8-16,0 12 5 0,0 0-9 0,1-10-4 16,-1 10-3-16,0 0 6 0,4-6-10 0,-4 6 3 15,0 0-7-15,7-6 5 0,-7 6 1 0,9-2 0 16,-9 2-2-16,8-4-3 0,-8 4-3 0,8-1 0 15,-8 1 0-15,10-1 3 0,-10 1-1 0,9-2 0 16,-3-1-1-16,-6 3-1 0,10 0 2 0,-10 0 3 16,11-2-6-16,-11 2 6 0,9-4-4 0,-3 2 1 15,-1-2-4-15,1-4 3 0,1 6 2 0,-3-4-4 16,1 1-1-16,-1-2 1 0,1 0-1 0,1 2 2 16,-6 5-4-16,8-8 6 0,-4 2-3 0,-2 0-1 15,-2 6-4-15,5-7 1 0,-5 7 3 0,5-7-3 16,-5 7-1-16,0 0 0 0,7-5-5 0,-7 5-4 15,0 0-1-15,0 0 2 0,5-3-4 0,-5 3-4 16,0 0-4-16,0 0-9 0,0 0-13 0,0 0-8 16,11 9-13-16,-11-9-17 0,4 6-17 0,-4-6-30 0,4 5 0 15,-4-5-27-15,4 7-11 0,-4-7-9 16,5 6-17-16,-5-6-114 0,4 5-334 0,-4-5 148 16</inkml:trace>
  <inkml:trace contextRef="#ctx0" brushRef="#br0" timeOffset="138728.51">21710 9200 6 0,'-10'6'117'0,"0"-1"-7"16,2 2 8-16,0-3 1 0,2 0-1 15,-2-2-3-15,8-2 7 0,-10 5-3 0,5-3-6 0,5-2-2 16,-8 2-4-16,8-2-3 0,0 0-6 0,0 0-1 15,-15-4-6-15,15 4-5 0,-5-10-13 0,3 6-3 16,2 4-8-16,0-18-4 0,2 8-4 0,0 1-8 16,1-1-3-16,2 1-7 0,0-1 1 0,4 0-9 15,0 0 0-15,0 3-6 0,6-5 1 0,-2 3-4 16,2 0-3-16,1 3 0 0,0 0-5 0,1 1 0 16,1 2-2-16,-2 1-2 0,-2 0-6 0,1 1 8 15,-2 1-1-15,7 0-2 0,-1 3-3 0,-6-3 2 16,6 2-2-16,-6 0 2 0,1-2-2 0,-1 1-1 15,0 1 2-15,-2-1-7 0,-1 0 8 0,-1-1-1 16,-9 0-2-16,11 0-3 0,-5 1-16 0,-6-1-22 16,0 0-19-16,8 2-20 0,-8-2-20 0,0 0-25 15,0 0-39-15,0 0-156 0,-21 10-343 0,9-7 153 16</inkml:trace>
  <inkml:trace contextRef="#ctx0" brushRef="#br0" timeOffset="139074.07">21679 9399 135 0,'0'0'156'0,"0"0"2"16,0 0 2-16,0 0 2 0,0 0-1 0,0 0-6 15,0 0-6-15,0 0-14 0,0 0-8 0,0 0-7 0,0 0-3 16,0 0-6-16,0 0-9 0,0 0-12 0,0 0-2 15,0 0-3-15,-2-27-7 0,2 27-10 16,5-12-2-16,-3 6-10 0,2-1-6 0,0 2-4 16,0-1-7-16,5 1-4 0,-5 0-8 0,2 1-2 0,-1 0-1 15,0 1-5-15,-5 3 1 0,13-1-5 0,-13 1 2 16,14 0-2-16,-4 0-1 0,1 2-3 0,-1-1-2 16,2 1 2-16,0 1-3 0,2-1 0 15,-2 2-1-15,7-1 2 0,-6-1-6 0,4 0 1 0,-4-2 5 16,0 3-3-16,2-1-27 0,-2 0-11 0,0 1-21 15,1 1-26-15,-1-4-32 0,-3 2-26 0,0-1-29 16,0 1-29-16,-3-1-158 0,-2 2-383 16,3-2 170-16</inkml:trace>
  <inkml:trace contextRef="#ctx0" brushRef="#br0" timeOffset="143045.26">17645 9129 58 0,'0'0'56'0,"0"0"-21"0,0 0-17 16,0 0-12-16,0 0-22 0,0 0-11 0,0 0-28 15,0 0 13-15</inkml:trace>
  <inkml:trace contextRef="#ctx0" brushRef="#br0" timeOffset="143343.18">17840 9203 18 0,'-4'3'13'0,"4"-3"-19"0,0 0-5 15,0 0 2-15</inkml:trace>
  <inkml:trace contextRef="#ctx0" brushRef="#br0" timeOffset="145004.47">22881 9126 90 0,'0'0'194'0,"0"0"-20"0,0 0-8 15,0 0-6-15,0 0-3 0,0 0-4 0,6-6-13 16,-6 6-6-16,0 0-9 0,0 0-7 0,13 0-2 15,-13 0-8-15,18 0-8 0,-6 0-2 0,2 2-12 16,4-5-9-16,0 2-8 0,1 1-6 0,1 2-7 16,1-2-5-16,2 0-3 0,5 0-9 0,0 2-11 15,3-2-24-15,-1 0-21 0,-1-3-26 0,2 4-29 16,-3 2-30-16,-1-4-34 0,-4-1-32 0,-3 2-26 16,-1-1-110-16,-1 1-329 0,-5-1 146 0</inkml:trace>
  <inkml:trace contextRef="#ctx0" brushRef="#br0" timeOffset="145470.9">23667 8641 57 0,'-2'-16'232'0,"2"4"-9"0,0 2-9 0,-1 2-9 0,1 8-16 16,0-13-14-16,1 2-23 0,-1 11-17 0,0 0-17 15,0-7-11-15,0 7-12 0,0 0-7 0,0 0-12 16,5 27-9-16,-3-9-1 0,-1 8-10 16,-1 4 0-16,2 2-1 0,0 2-2 0,-2-2-3 15,2-2-5-15,1 1-4 0,-2-4-6 0,0 1-1 0,3 1-4 16,-2-11-1-16,-2-2-4 0,1 0 3 0,0 1-5 16,0-2-3-16,-1-5-3 0,2 0-1 15,-2-3-1-15,0 0 0 0,0-7 0 0,1 11 2 0,-1-11-2 16,0 8 6-16,0-8 13 0,0 0 6 0,0 8 10 15,0-8 9-15,0 0-4 0,0 0-3 0,0 0-9 16,0 0-2-16,0 0-4 0,0 0 1 0,8-23-9 16,-3 12-4-16,2 0-2 0,1-5-5 0,3 1-9 15,2 0 3-15,5-4-8 0,-4 4-3 0,7-2-2 16,-6 5-2-16,3 2-2 0,-5 5 15 0,-1 1-19 16,1 1 5-16,1 2-1 0,-3 0-1 0,0 5-2 15,1 1 2-15,-3 2 2 0,-2 1 0 0,1 1-5 16,1 5 6-16,-4-3-4 0,0 3 5 0,-1 2-1 15,0 0 0-15,0-3-7 0,-2 3-12 0,-1 0-12 16,-1-3-19-16,0-1-26 0,0 0-29 0,0 0-24 16,3 0-39-16,2-2-42 0,0-2-40 0,-1 3-137 15,4-5-421-15,2 0 188 0</inkml:trace>
  <inkml:trace contextRef="#ctx0" brushRef="#br0" timeOffset="145771.74">24423 8801 222 0,'-1'-10'215'0,"1"1"-4"15,0 9-15-15,0-11-10 0,0 11-23 16,0-10-12-16,0 10-22 0,0 0-12 0,0 0-8 16,0 0-6-16,0 0-9 0,-12 30-2 0,6-11 1 0,0 8-2 15,-2-1-11-15,0 4-4 0,1 0-7 0,3-1-4 16,-1 1-2-16,0-1-1 0,-1-1-8 15,2 1-2-15,3-4-6 0,-3 2-4 0,2 0-3 16,-1-7-1-16,2-2-5 0,1 0 0 0,0 1-1 0,-1-4-5 16,2 0-3-16,-1 1-2 0,0-1-2 0,0-2-3 15,-1-3-2-15,0 1-1 0,-1-2-15 0,2-2-9 16,-2 2-14-16,0-1-13 0,2-8-17 0,-6 9-19 16,3-4-20-16,3-5-41 0,-7 5-21 0,7-5-46 15,0 0-185-15,0 0-418 0,-18-14 185 0</inkml:trace>
  <inkml:trace contextRef="#ctx0" brushRef="#br0" timeOffset="145926.07">24164 9052 156 0,'0'0'158'0,"0"0"-14"0,2-9-16 0,-2 9-11 15,8-2-10-15,0 1-10 0,4-1-7 0,1 3-12 16,6-2-14-16,2-1-32 0,7 2-43 0,1-1-51 15,3 1-121-15,-11 1-199 0,8-2 88 0</inkml:trace>
  <inkml:trace contextRef="#ctx0" brushRef="#br0" timeOffset="146235.97">24658 9129 172 0,'0'0'184'0,"18"0"-6"16,-5-1-6-16,-2 1-9 0,2-4-13 0,4 0-7 15,1 2-8-15,-1-3-13 0,0 1-10 0,2-2-1 0,-1 2-9 16,-1-2-5-16,2 1-5 0,-2-2 1 16,-4 2-5-16,1-2-8 0,-2-1-5 0,-1 1-4 15,-1 2-5-15,-3-3-1 0,1 2 0 0,-5 0 3 16,-1 0-7-16,-2 6-3 0,2-10-5 0,-2 10-8 0,-6-10-7 16,6 10-2-16,-10-6-7 0,-3 6-2 0,2 0-3 15,-6 8-2-15,0-2-1 0,-1 2 4 0,0 2-2 16,0 1 2-16,2-1-5 0,2 4-1 0,3-1-1 15,-1 3 1-15,6 0-5 0,4-5 0 0,0 2 2 16,5 3 6-16,1 0-4 0,7 0-6 0,3-3-1 16,4-1-14-16,4 4-19 0,9-2-30 0,-2-5-33 15,1 1-42-15,1-2-54 0,1-4-34 0,-4 2-217 16,-5-5-467-16,0-1 206 0</inkml:trace>
  <inkml:trace contextRef="#ctx0" brushRef="#br0" timeOffset="146722.34">25704 8686 162 0,'0'-17'223'0,"1"6"-14"0,0-2-7 0,-1 3-4 15,1 0-1-15,1 4-6 0,-2 6-4 0,2-13-11 16,-2 13-19-16,2-7-14 0,-2 7-20 0,2-8-11 0,-2 8-16 16,0 0-11-16,0 0-7 0,0 0-4 15,9 22-6-15,-6-6-2 0,-2 1-7 0,3 8-5 16,-2 1-2-16,0 0-2 0,0 1-5 0,-2-3 1 16,-2 1-4-16,2-6 3 0,0 2-3 0,2 3-2 0,-4-5-3 15,2 0-2-15,-2-2-4 0,2 0-4 0,0-2 0 16,0 2-2-16,-2-6-5 0,-1 1 2 0,3-1-3 15,0 1-18-15,-1-3-22 0,1-2-18 16,0-7-21-16,-1 12-16 0,1-12-14 0,-3 11-15 0,3-11-18 16,-2 5-30-16,2-5-33 0,0 0-28 0,0 0-187 15,0 0-432-15,-11-18 192 0</inkml:trace>
  <inkml:trace contextRef="#ctx0" brushRef="#br0" timeOffset="147028.19">25711 8482 121 0,'11'-8'131'16,"1"1"1"-16,3 0-6 0,3 5 5 0,0 1-13 15,3 3 1-15,-1 4-8 0,0 2-14 0,0 2 5 16,0 4-15-16,0 4-5 0,-6-2-4 0,-5 1-4 16,0 2-14-16,-3-3-1 0,-1 4-4 0,-4-1 0 15,-1 0 0-15,-1 0 1 0,-4-1-5 0,1-1 0 16,-1-3-6-16,1-1-6 0,0-2 1 0,-1-1 5 15,-2 1 6-15,2-5-5 0,3 1-5 0,0-3 3 16,2-4-4-16,-4 7-2 0,4-7-8 0,-3 8 6 0,3-8-5 16,-2 5-5-16,2-5 1 0,0 0-6 15,0 0-1-15,5 10 1 0,-1-6-3 0,8-2-7 16,-1 1-17-16,0-1-25 0,9 1-25 0,1-1-25 0,-2 0-21 16,2-1-34-16,0 1-7 0,0-2-12 0,2 0-1 15,-4 0-9-15,-2-2-100 0,-1 0-288 16,-3 1 128-16</inkml:trace>
  <inkml:trace contextRef="#ctx0" brushRef="#br0" timeOffset="147284.44">26257 8735 73 0,'2'-9'125'0,"1"4"17"0,1-1 7 15,-4 6 5-15,4-9 2 0,-4 9-7 0,4-6-17 16,-4 6-10-16,0 0-22 0,0 0-8 0,0 0 8 16,0 0 8-16,0 0 2 0,-2 24 11 0,0-6 2 0,-2 1 8 15,-5 6-8-15,0-1-11 0,0 3-2 0,4-1-3 16,-3-2-6-16,-2 0-3 0,3 1 5 15,1-9-11-15,2-1-10 0,2 0-6 0,-1 0-6 16,0-2-3-16,1-1-4 0,2-2-7 0,0 0-2 0,5 0-1 16,-5 1-5-16,3-3-8 0,-1-1 19 0,4-2-13 15,1 2-2-15,1-1-7 0,6-2-1 0,4-1-5 16,2 0 1-16,10 0-23 0,1-2-17 0,-2-1-25 16,3-1-28-16,-3 1-28 0,2-3-37 0,-10 3-43 15,1-1-42-15,-2-1-26 0,-1 2-36 0,-9 2-166 16,1-1-474-16,1 0 210 0</inkml:trace>
  <inkml:trace contextRef="#ctx0" brushRef="#br0" timeOffset="147640.74">25460 9412 196 0,'-34'0'206'0,"5"2"-12"16,12-2-15-16,4 1-10 0,6 1-20 0,2 0-7 16,5-2 1-16,0 0-6 0,30 9-8 0,22-8-7 15,13-1-10-15,45 3-7 0,10-2-11 0,6-6-7 16,3 3-9-16,3 0-4 0,-4 0-5 0,-2-2-7 15,-11 1-3-15,-5 2-5 0,-15 2-4 0,-28 1 9 16,-6-1-11-16,-5-1-1 0,-5 2-8 0,-14 1 3 0,-4-2-8 16,-4 1-4-16,-2 1-3 0,-9-3-4 15,-5 4-1-15,-1-2-2 0,-1 0-11 0,-5 0-11 16,2 1-18-16,-4 1-20 0,-4-4-24 0,4 5-22 16,-4-5-41-16,0 0-37 0,-20 16-57 0,5-9-160 0,-6 1-413 15,-6-1 182-15</inkml:trace>
  <inkml:trace contextRef="#ctx0" brushRef="#br0" timeOffset="148258.64">25870 9640 163 0,'1'-7'224'0,"-1"7"-20"0,4-10-14 16,-4 10-17-16,0-8-21 0,0 8-22 0,0 0-9 16,0 0-9-16,0 0-7 0,0 0-7 0,9 20-10 15,-4-4-1-15,-5 4 2 0,2 5-4 0,0 2 2 16,-2 0-4-16,2 1-4 0,-4 1-10 0,0 0-1 16,2-2-6-16,2 4-4 0,-2-3-10 0,0-3 1 15,0-5 3-15,0-2-11 0,-2 0-3 0,4-2 0 16,-4 0-4-16,2-5-4 0,0 1-5 0,0-5 2 15,0 3-4-15,0-3-3 0,0-7 0 0,0 9 1 16,0-9 4-16,0 8 15 0,0-8 9 0,0 0 14 16,0 8 12-16,0-8-9 0,0 0-8 0,0 0-5 15,0 0-5-15,0 0-2 0,0 0-6 0,0 0 8 16,4-32-17-16,-1 22-7 0,3-5-6 0,1 0-4 16,4-3-1-16,-2 0-8 0,2 1 5 0,1 3 1 15,1-2-2-15,3 4-6 0,-3 3-5 0,-4 1 1 16,1 2-2-16,0 3 11 0,1-1-10 0,-5 3-6 15,-6 1 5-15,15 2-2 0,-9 2-2 16,4 3 2-16,-4 2 5 0,3 3-4 0,-2 4 2 0,2-1-1 16,-6 2 2-16,3-1-4 0,-2 0 2 0,-1 0 4 15,1 0-7-15,-4-4-32 0,4 4-22 0,0-3-19 16,-2 1-33-16,0-2-33 0,0-1-42 0,4-2-38 16,-3 1-44-16,1-3-161 0,-2-3-465 0,2-2 206 0</inkml:trace>
  <inkml:trace contextRef="#ctx0" brushRef="#br0" timeOffset="148474.54">26367 9932 190 0,'0'0'192'0,"4"-6"-22"0,-4 6-15 16,0 0-1-16,0 0 4 0,0 0-1 15,0 0-7-15,0 0-8 0,-2 27-6 0,0-16-10 0,2 4-12 16,-5 2-12-16,3-1-8 0,0 1-7 15,0-1-13-15,0 0-9 0,-3 1-2 0,5-1-8 16,-3-1-5-16,1 1-13 0,0-4-28 0,0 3-37 16,1-4-40-16,1 1-25 0,-2-4-43 0,0 3-43 0,2-5-151 15,-2 1-357-15,2-7 158 0</inkml:trace>
  <inkml:trace contextRef="#ctx0" brushRef="#br0" timeOffset="148655.51">26387 9746 75 0,'0'-10'186'0,"0"10"-23"16,4-7-16-16,-4 7-15 0,0 0-19 0,0 0-27 16,0 0-29-16,12 12-36 0,-3-5-53 0,-2 3-54 15,-1-3-58-15,5 6-156 0,1 0 69 0</inkml:trace>
  <inkml:trace contextRef="#ctx0" brushRef="#br0" timeOffset="148992.1">26659 10129 40 0,'11'0'258'0,"-11"0"-7"0,13-2-9 0,-1 0-11 15,-4-1-12-15,-1 3-9 0,5-4-10 0,-5-1-16 16,3 1-15-16,2 1-15 0,-1 0-13 0,0-3-7 15,1 1-14-15,1-1 11 0,-1 2-11 0,-2-3-12 16,-1 0 2-16,0 0-21 0,-1-1-9 0,-2-2-14 16,-2 3-4-16,3-1-5 0,-5-2-4 0,0 2-4 15,-2-2-3-15,0 10 0 0,-4-13-13 0,2 8-7 16,-3-1 7-16,-1 1-16 0,-3 1 2 0,-1 1-7 16,-1 3-1-16,-5 1 1 0,1 6-4 0,-3 3 4 15,-2-2 5-15,0 3 5 0,4 1 2 0,2 4 14 0,-2-2-18 16,7 1 9-16,-1 0-2 0,5-1-2 0,1 2-1 15,-1 1 3-15,7-4-4 0,1 3-3 16,6-2 8-16,4 0-2 0,1-1-10 0,8 2-4 16,5 1 1-16,0-5-16 0,4-3-34 0,2 1-35 0,-1-5-37 15,0 2-41-15,-3-1-56 0,2-4-49 0,-8 2-52 16,-5 0-195-16,2-3-542 0,2 0 240 0</inkml:trace>
  <inkml:trace contextRef="#ctx0" brushRef="#br0" timeOffset="149159.47">27353 10218 248 0,'0'0'303'0,"8"-4"1"0,-8 4 2 16,8-4-6-16,-8 4-2 0,2-6-13 0,-2 6-16 15,0 0-21-15,7-4-28 0,-7 4-16 0,0 0-27 16,0 0-20-16,4-3-38 0,-4 3-47 0,0 0-43 16,0 0-42-16,0 0-50 0,0 0-55 0,0 0-52 15,0 0-46-15,0 0-59 0,0 0-173 0,-21-3-484 16,12 3 214-16</inkml:trace>
  <inkml:trace contextRef="#ctx0" brushRef="#br0" timeOffset="150564.23">11098 11675 1878 0,'0'-30'-16'0,"1"3"79"0,-2 3 42 0,-1 5 6 16,1 4-17-16,0 4-13 0,0 1-13 16,-1 2-13-16,2 8-14 0,-4-12-7 0,4 12-5 15,0 0-3-15,0 0-2 0,0 0 4 0,-11 24-9 16,3-5 2-16,-2 8-2 0,4 4 4 0,-6 2-2 0,1 11 0 16,2-11-5-16,0 1 3 0,0-1-2 15,1 0 3-15,3-3 0 0,1 0 1 0,2-5 1 16,-3-8-3-16,3-4-2 0,0-1 1 0,3 0-2 0,-2-5 4 15,0 0 5-15,1-7 12 0,-1 12 17 0,1-12 8 16,1 8 21-16,-1-8-9 0,0 0 2 0,0 0-13 16,0 0-6-16,0 0-2 0,0 0-10 0,8-39-3 15,-3 20-8-15,3-6 2 0,-1-3-5 0,3-2-7 16,-3 0 0-16,2 1-4 0,2-5 1 0,1 0 9 16,0 2-13-16,-1-13-10 0,-2 12-2 0,2-1 0 15,3 3-2-15,-3 2-2 0,1 2 4 0,2 0-3 16,1 3-3-16,-4 8 2 0,-2 2-1 0,-2 5-4 15,-1 0-1-15,2 4-3 0,-2 2 1 0,2 3 0 16,-8 0-4-16,20 10 5 0,-10 2 1 0,5 10-7 16,-3 4 5-16,1 0 3 0,-4 3 1 0,-1 2 5 15,0 0 0-15,2 0 0 0,-3-1 5 0,1 0-4 16,-1-1 1-16,-1 0 7 0,-1 0 2 0,0-4-8 16,-1 1-2-16,-1-2 1 0,0-7 4 0,0 1-2 15,1-1-9-15,-4-1-27 0,0-2-27 0,0-3-27 16,0 5-27-16,-2-4-26 0,-1-1-22 0,-1-2-30 15,0 0-17-15,-1-2-23 0,-4-1-27 0,0 1-151 16,-3-3-440-16,-2-2 195 0</inkml:trace>
  <inkml:trace contextRef="#ctx0" brushRef="#br0" timeOffset="151026.68">10827 11911 50 0,'-8'0'206'16,"8"0"-20"-16,-8-3-21 0,8 3-12 0,0 0-19 0,0 0-12 15,31 1-13-15,-9-1-7 0,11-1-14 0,4-2-15 16,14-1-29-16,1 3-22 0,0-2-26 0,1 0-29 16,1 1-16-16,-4-1-19 0,-12 0-19 15,1 1-5-15,-4 0 0 0,1-2-4 0,-3 1 7 0,-3 0 9 16,-1-4 11-16,-2 1 19 0,-9 0 22 0,1-1 20 16,-4 0 32-16,-3 1 18 0,0-1 32 15,-2 3 4-15,-3-1 5 0,0 1-7 0,-1 1 5 16,-3-2 4-16,-3 5 5 0,9-5 2 0,-9 5-8 0,6-5-1 15,-6 5-9-15,0 0-6 0,9 1 4 0,-9-1 8 16,9 11 6-16,-2-5 1 0,0 4 4 0,1 4 3 16,-1-3-4-16,0 4-2 0,0 3-1 0,2-2-5 15,-3 4-4-15,2 3-7 0,0-5-9 0,1-1-3 16,-3 2-4-16,2-2-5 0,-2-2-4 0,5 0-6 16,-4-2-2-16,0-1-2 0,0-1-6 0,-3-1-2 15,3-1-2-15,-3-2-3 0,-2-2 9 0,4-1-8 16,-6-4 7-16,7 6 9 0,-7-6 5 0,10 0 5 15,-10 0-2-15,15-8 3 0,-7-1-9 0,3-4 0 16,1 0 0-16,3-8-3 0,1-1-10 0,-2 1 3 16,1-7-5-16,-2 4 1 0,0-5-5 0,2-1-3 15,-1-1 2-15,3 2-11 0,-2-1 3 0,3-2-16 16,1 6-20-16,-1 2-13 0,-5 7-13 0,-2 0-27 16,2 3-31-16,-3 5-43 0,-3 1-44 0,3 1-49 15,-2 2-26-15,-2 4-181 0,-6 1-487 0,11 1 215 16</inkml:trace>
  <inkml:trace contextRef="#ctx0" brushRef="#br0" timeOffset="151166.01">12394 11785 53 0,'11'-2'135'15,"-1"1"-33"-15,3-2-32 0,0 1-27 0,-4 2-33 16,1-1-33-16,0 2-42 0,-10-1-71 0,12 1 31 15</inkml:trace>
  <inkml:trace contextRef="#ctx0" brushRef="#br0" timeOffset="151313.41">12443 11896 109 0,'-4'9'165'0,"4"-9"3"0,-4 8-6 0,1-3-7 15,3-5-11-15,0 0-11 0,-1 9-14 16,1-9-5-16,6 8-15 0,-2-4-12 0,-4-4-25 15,11 4-49-15,-3-4-64 0,5 0-83 0,-3 0-91 0,3-2-242 16,0 1 107-16</inkml:trace>
  <inkml:trace contextRef="#ctx0" brushRef="#br0" timeOffset="151615.01">13987 11873 1483 0,'-18'-8'74'0,"0"1"-10"0,-1-1 7 0,0 1 13 0,-4 1 4 15,4 2-7-15,0 0-7 0,5 1 0 16,3 1-7-16,0 1-3 0,2 0 1 0,9 1-5 15,-9-3-3-15,9 3-8 0,0 0-2 0,0 0-1 0,0 0-4 16,0 0-3-16,52 4 1 0,-18-3-9 0,17 2-2 16,3-1-2-16,2-1-21 0,4 1-26 0,-5-2-30 15,3 3-41-15,-6 1-44 0,0-3-46 16,-17 2-201-16,-1-3-412 0,-5 2 183 0</inkml:trace>
  <inkml:trace contextRef="#ctx0" brushRef="#br0" timeOffset="152040.7">14584 11584 2094 0,'-3'-33'31'16,"1"1"-21"-16,-2 3 61 0,4 4 1 16,-2 0-16-16,2 8-4 0,0 5 3 0,0 2-6 0,-1 3-8 15,1-1-7-15,0 8-2 0,1-10-5 0,-1 10-3 16,0 0 7-16,0 0 5 0,16 21-2 0,-8-4 2 15,-3 15 2-15,7 13 4 0,-4 1-2 0,-1 1 5 16,-5-1-5-16,1 2 3 0,-3-2-2 0,-3-12 5 16,3-1-4-16,0-2-6 0,-2-4-2 0,4-1 1 15,-2 0 4-15,0-8-9 0,0-1 2 0,0-6-8 16,-2 1 4-16,2-2 2 0,0 1 0 0,0-4 5 16,0-7 18-16,0 10 5 0,0-10 32 0,0 0-17 15,0 0-9-15,0 0-5 0,0 0-5 0,0 0-3 16,0 0-9-16,0 0 7 0,0 0-13 0,6-38-10 15,-1 22-6-15,1-1-2 0,2-1-4 0,2-5-16 16,2 0-1-16,-3 7 2 0,2 0-7 0,1 1-1 16,1 3-1-16,-4 3 2 0,4 1 1 0,-2 3-11 15,-1 1 5-15,1 3 1 0,0 2 3 0,-2 4 4 16,1 1-4-16,-1 3 0 0,-1 5 1 0,3-1 13 16,-3 4-19-16,-2 0-28 0,-1 0-33 0,2 2-24 15,-3 1-22-15,0-1-37 0,-1-2-39 0,-1-1-43 16,0-1-46-16,0-2-192 0,1-3-517 0,0-3 229 15</inkml:trace>
  <inkml:trace contextRef="#ctx0" brushRef="#br0" timeOffset="152328.53">15195 11717 180 0,'0'-6'259'0,"0"6"-9"0,-2-12-22 0,2 12-26 15,-1-7-19-15,1 7-17 0,0 0-1 0,0 0-8 0,-9 21-3 16,7-4 4-16,-6 7-8 0,2 3-7 16,-2 3-11-16,3-1-7 0,-3 0-12 0,4 3-9 15,-2-3-9-15,1 3-9 0,1-4 0 0,-2 0-9 16,4 3-5-16,-3-5 2 0,5 0-4 0,-2-1-9 0,0 0-4 16,0 2-8-16,-1-4-1 0,2-3 7 15,1-4-18-15,-1 3 1 0,1 0-5 0,-3-8-4 16,3 1-1-16,-1-1-18 0,0-1-25 0,-1-2-21 15,0-2-20-15,-1 1-29 0,-2-1-29 0,0-2-36 0,0-1-25 16,5-3-39-16,-14 2-37 0,14-2-212 0,-21-5-503 16,11 0 223-16</inkml:trace>
  <inkml:trace contextRef="#ctx0" brushRef="#br0" timeOffset="152476.06">14906 12003 160 0,'13'-3'177'16,"5"0"-10"-16,3 0-5 0,7 0-25 0,-2 0-8 16,3 2-20-16,1-1-30 0,-1 0-45 0,3 2-44 0,-1 0-42 15,-8 0-130-15,-3 0-198 0,-2 0 88 0</inkml:trace>
  <inkml:trace contextRef="#ctx0" brushRef="#br0" timeOffset="152775.76">15357 12100 5 0,'9'1'195'16,"-9"-1"-3"-16,0 0 4 0,18-3-4 0,-9 1-10 16,1-3-4-16,-1 2-12 0,4-2-8 0,2-1-15 15,0-2-5-15,1 1-5 0,3-2-10 0,-4-1-7 16,3 0-6-16,0 0-2 0,-4 0-12 0,1-3-6 16,-3 3-4-16,-2-4-8 0,-1 6-3 0,-1-2-3 15,-4 2-4-15,1-2-5 0,-4 3-8 0,-1 7-3 16,-1-11-5-16,1 11-5 0,-7-8 3 0,7 8-12 15,-16-1-1-15,3 3-8 0,-5 4-2 0,0 3 7 16,-5 4 0-16,0 2 7 0,3 2 0 0,-2 2-4 16,8-5-1-16,1 1-5 0,2 2-1 0,2 0-6 15,4-2 12-15,2 2-11 0,3-1-3 0,3 1-14 16,4-3-24-16,5-1-30 0,-1 0-29 0,11 4-22 16,5-2-19-16,6-2-34 0,4-1-21 0,21-3-28 15,-4 0-41-15,-2-2-171 0,3-2-451 0,-4 0 200 16</inkml:trace>
  <inkml:trace contextRef="#ctx0" brushRef="#br0" timeOffset="153108.67">16539 11487 267 0,'0'-10'263'0,"0"1"-30"0,0 9-29 15,-1-9-23-15,1 9-18 0,0 0-12 0,0 0-9 0,0 0-9 16,0 0-12-16,5 45-3 0,-4-17-2 0,-2 5-6 16,-3 15-10-16,3 0-8 0,-2-12-7 0,1 12-7 15,-2-3-4-15,-1-11 0 0,-1-3-12 0,2 1-7 16,0 0-5-16,0-4-4 0,1-2-3 0,-1-1-8 15,2-6 0-15,-1-1-2 0,3-1-5 0,-3-1-17 16,1-5-9-16,2-1-27 0,-1 2-16 16,1-3-28-16,0-2-13 0,0-7-8 0,-2 9-17 15,2-9-34-15,0 0-26 0,0 0-31 0,0 0-167 0,0 0-394 16,0 0 175-16</inkml:trace>
  <inkml:trace contextRef="#ctx0" brushRef="#br0" timeOffset="153396.6">16612 11453 28 0,'9'-10'165'0,"-1"3"-7"0,1 1 3 0,1 3-1 15,-1 0-5-15,-2 5-10 0,-7-2-5 0,16 4-8 16,-6 2-3-16,-2 3-13 0,-1 1-6 0,0 3-11 16,-2 4 0-16,-4 2-9 0,-2 1-5 0,-2-1-9 15,-3 6-6-15,-3 1-3 0,-1-3-10 0,1-5-5 16,-5 3-2-16,2-5-2 0,-4 3-4 0,3-5 0 15,1-1 1-15,2-4-1 0,1-1-2 0,1 0-4 16,1-4 1-16,2 1-6 0,0-2 1 0,-1 1-3 16,6-4-7-16,-7 5-5 0,7-5-2 0,-7 5 0 15,7-5 0-15,-1 7-3 0,1-7 0 0,0 0-1 16,11 9-9-16,1-7-18 0,3 0-28 0,3-1-31 16,3 2-34-16,-1-2-32 0,8 0-37 0,-5-2-28 15,-2 1-158-15,-2 0-392 0,3-3 173 0</inkml:trace>
  <inkml:trace contextRef="#ctx0" brushRef="#br0" timeOffset="153641.51">16999 11656 98 0,'4'-3'195'0,"-4"3"4"0,5-9-14 16,-5 9-12-16,5-5-13 0,-5 5-11 0,0 0-1 16,0 0 2-16,0 0 8 0,3 23 1 0,-7-5 0 0,-1 5-3 15,-1 4 2-15,-4 2-7 0,2-1-12 0,1 2-13 16,1-4 7-16,-1 2-8 0,1-3-12 15,1 0-5-15,4-1-15 0,1-5-7 0,1-1-4 16,-1-1-13-16,1-5-2 0,3 4-4 0,0-4-7 16,4 1-5-16,1-3-6 0,2-3-3 0,2 3-2 0,5-2-2 15,0-4-5-15,3 0-10 0,1-3-26 16,6 1-23-16,0-5-31 0,0 1-30 0,-6 2-41 16,-2-2-47-16,0 0-52 0,-4 0-41 0,-4 2-226 0,-2-2-534 15,-4 2 237-15</inkml:trace>
  <inkml:trace contextRef="#ctx0" brushRef="#br0" timeOffset="153940.28">16232 12514 2413 0,'-29'-3'43'0,"11"-1"49"0,5 0-49 0,7 2-21 15,1 1-13-15,5 1 6 0,0 0-2 0,46-10-5 16,8 2 0-16,11 3-3 0,34-4-1 0,6-1 4 16,1 0 5-16,2 5 2 0,-4-2 4 0,1-3-3 15,-1 7-3-15,-2 2-3 0,-9 0 2 0,-30 2-7 16,2 0-24-16,-5 2-20 0,-5 1-21 0,1 1-20 15,-5 1-38-15,-12-1-30 0,-5 0-39 0,-2 0-170 16,-11 1-385-16,-5-1 172 0</inkml:trace>
  <inkml:trace contextRef="#ctx0" brushRef="#br0" timeOffset="154996.2">17057 12803 11 0,'0'0'326'0,"0"-9"-30"0,0 9-30 0,0 0-28 16,4-10-23-16,-4 10-16 0,7-3-24 0,-7 3-14 16,12-2 7-16,-5 2-22 0,-7 0-16 0,18 2-9 15,-6-1-39-15,1 3-51 0,-1 0-55 0,0 2-84 16,-2-1-84-16,-2-1-182 0,-3 2-405 0,-4 0 180 16</inkml:trace>
  <inkml:trace contextRef="#ctx0" brushRef="#br0" timeOffset="160006.37">16539 12705 76 0,'0'0'175'0,"-4"-14"-9"0,3 8-3 0,1 6-14 0,0-12-1 15,0 12-4-15,0-9-15 0,0 9-9 0,0 0-16 16,3-9-15-16,-3 9-7 0,0 0-1 0,0 0 13 16,0 0 2-16,2 27 12 0,-3-11-2 0,-2 3-8 15,2 8-8-15,-3 1-6 0,-1 0-5 0,0 0-4 16,1 0-12-16,-1-2-2 0,2 1-8 0,1-9-3 16,1 2-6-16,-1 4 0 0,4-6-5 0,-4 0-6 15,2-1-2-15,-1 0 0 0,1-1-4 0,-1-1-4 16,-1-3-3-16,1-1-2 0,1-3-1 15,0 0-2-15,0-8 1 0,-1 10-5 0,1-10 0 0,-1 9 1 16,1-9 1-16,0 0-1 0,0 0 2 0,0 0-3 16,0 0-1-16,0 0 0 0,0 0-3 0,0 0 0 15,9-26 1-15,-6 16-2 0,4-3 0 0,2-5-1 16,0 3-2-16,-2-2-7 0,4 0-2 0,1 1-2 16,0 1-2-16,2 1-3 0,-1 2 2 0,3 0-1 15,-2 0 0-15,2 3 0 0,-2 2 2 0,-3 2 0 16,2 4 0-16,-1-2-2 0,-2 4 5 0,0 1-1 15,2 1 1-15,-2 0 1 0,-1 3 2 0,-2 1 0 16,1 0 1-16,1 3-1 0,-3 0 4 0,0 1-1 16,-3 0-1-16,1 5 1 0,-1 0 1 0,-1-4-1 15,2 1-5-15,-3-3-21 0,1 3-19 0,-1 0-27 16,-1-3-38-16,0 2-25 0,0-1-32 0,1-2-28 16,-1 0-179-16,1 0-406 0,-1-9 181 0</inkml:trace>
  <inkml:trace contextRef="#ctx0" brushRef="#br0" timeOffset="160210.56">16980 12985 5 0,'0'0'199'0,"3"-8"-8"16,-3 8-15-16,0 0-17 0,1-6-15 0,-1 6 1 0,0 0 5 16,0 0-8-16,0 0-15 0,0 0 0 15,-4 29-8-15,0-20-10 0,2 6-9 0,-2 1-13 16,1-1-6-16,1 2-9 0,-2 0-4 0,1-1-7 15,-2 1-17-15,3 0-21 0,0 0-27 0,2-1-27 16,-1 1-39-16,0-5-42 0,2-1-29 0,0 3-43 16,-1-4-115-16,0 1-321 0,0-3 142 0</inkml:trace>
  <inkml:trace contextRef="#ctx0" brushRef="#br0" timeOffset="160382.59">17006 12731 104 0,'0'0'101'16,"0"0"-25"-16,15 18-37 0,-9-8-39 16,3 3-54-16,0 4-58 0,1 5 26 0</inkml:trace>
  <inkml:trace contextRef="#ctx0" brushRef="#br0" timeOffset="160681.01">17280 13086 163 0,'6'-4'177'0,"0"1"-9"16,3-1-6-16,-4-2-9 0,3-3-8 0,-2 2 1 15,3-2-5-15,-3 1-8 0,3-3-7 0,-1 3-7 16,2-2-4-16,-3 1-3 0,-1 0-2 0,-2 3-3 15,-2 0-8-15,0 0-5 0,-2 6-10 0,0-11-8 16,0 11-9-16,-7-10-7 0,1 9-7 0,-4-1-10 16,-3 4-3-16,-3-1-5 0,-1 7-6 0,-3 2-3 15,-1 7 1-15,-1-1-6 0,4 4 3 0,1 2-2 0,2-3-2 16,2-2-4-16,6 2 5 0,3-4-4 16,1 2-1-16,3-1-2 0,1 1 0 0,5-2 0 15,0-1-2-15,4 1 1 0,7-4-2 0,1 1-14 16,5-2-24-16,2-3-33 0,2 0-44 0,-5-2-47 15,7-1-58-15,-3-1-207 0,-8 0-450 0,0-3 200 16</inkml:trace>
  <inkml:trace contextRef="#ctx0" brushRef="#br0" timeOffset="160836.81">17671 13166 138 0,'0'0'233'0,"4"-8"-16"0,-4 8-20 15,0 0-22-15,0 0-20 0,0 0-34 0,0 0-33 16,5-7-37-16,-5 7-51 0,0 0-51 0,0 0-51 16,0 0-102-16,0 0-221 0,8 20 98 0</inkml:trace>
  <inkml:trace contextRef="#ctx0" brushRef="#br0" timeOffset="163688.6">10670 11220 154 0,'0'-10'164'0,"0"10"-14"0,0 0-18 0,2-7-11 0,-2 7-14 16,0 0-20-16,0 0-3 0,0 0-3 0,-2 36-3 15,-1-16-6-15,-1 11-2 0,2 4-5 16,-2 16 0-16,1 6-1 0,-2 0-1 0,0 2-5 15,-1 22 8-15,2-23-1 0,-4 23-2 0,2-24 3 0,1-4 2 16,-2 0 2-16,2-3-5 0,0 0-6 16,0-3-3-16,0 0-3 0,0-2-2 0,2-12-1 15,-1 2-6-15,1 1-4 0,0-3-5 0,-1 2 2 16,-1 10 1-16,2-11 17 0,-1-2-5 0,2 1-5 0,2-1-3 16,0-2-5-16,-1-1-2 0,1-3-13 0,-4-2-16 15,3-5-7-15,-1-1-14 0,1-1-18 0,1-1-12 16,-1-1-19-16,0-4-23 0,-1-2-27 15,1-1-22-15,1-8-23 0,0 10-27 0,0-10-147 0,-5 4-359 16,5-4 159-16</inkml:trace>
  <inkml:trace contextRef="#ctx0" brushRef="#br0" timeOffset="164992.53">10643 11204 102 0,'0'0'108'0,"12"1"-14"0,-12-1-7 15,22 3-13-15,-3 1-5 0,11-2 0 16,4 2-14-16,5-3-1 0,19 3-9 0,-3-4-2 0,6 1-6 16,1-2-1-16,30 0-4 0,-2-1-1 15,0-1-5-15,2-1-7 0,3-1 12 0,3 0 4 0,2-1 4 16,3 3-6-16,4-1-1 0,4 3-3 0,-1 0-5 16,-3-1-1-16,0 2 0 0,6 2-2 15,4-2 1-15,0 1-2 0,9-1-11 0,-1 2-1 16,-1-2 4-16,4 0 1 0,4 2 2 0,6-4 4 15,3 1-15-15,1 1 8 0,1 0-4 0,6-1-2 16,-8 0-1-16,8 2 9 0,-1-1-11 0,0 1 6 16,-2 0-6-16,-2 2-14 0,2 0 21 0,-5-2-4 0,4 4-7 15,0-3 11-15,-4 3-5 0,4-5-5 0,-3 4 6 16,1 0-1-16,1-3-2 0,2 3-7 0,-9-3 4 16,1 4 5-16,-1-3-1 0,-6 2 2 0,1-2-7 15,-2 2-3-15,-7 1 0 0,-3 0 4 0,-5 0 0 16,-1 3 3-16,-3-4 0 0,-6 1 6 0,3 3-5 15,-4 0-1-15,-2-3 7 0,-2 2-10 0,-11 0 5 16,6 0-3-16,-30-1 1 0,28-1 1 0,-29 1-1 16,28 1 1-16,-28-4 2 0,1 2-5 0,1-1 0 15,-1 0 1-15,-4 0 1 0,-2 0-7 0,-5 1 8 16,-1-1-4-16,-14-1 8 0,-2 0-9 0,0-1 8 16,-3 1 1-16,-2 0-8 0,-2-1 0 0,-2 4 5 0,-7-5-1 15,-1 1-1-15,-4 0-10 0,-1 0 0 16,-3 1 8-16,0 0 2 0,-2 0-2 0,-1 1-1 15,-2-2 7-15,1 0-8 0,-2 1 2 0,1-1 4 16,-3 2 6-16,-4-4-1 0,7 8 3 0,-4-2 4 0,1-1-1 16,-3 2-5-16,-1 2-5 0,0 2 5 0,0 5 3 15,0 0 0-15,-3 2-2 0,-2 2 3 16,3 4 1-16,-3 3-6 0,-2-1 13 0,1 1-3 16,-2 4-3-16,3-2 4 0,0 0-3 0,1 4 2 0,-1 1 2 15,2-2-2-15,1 1-2 0,-2 2 4 0,0 1 4 16,1 10-4-16,1-10 17 0,1 12-10 0,-3 0 4 15,2-15 4-15,0 15-2 0,-2-3 2 16,3 2-3-16,-2-2-2 0,-2 2-1 0,7 1 3 0,-7 1-1 16,1-3 3-16,4 1-4 0,-4 0-2 0,1 0-4 15,2-10-3-15,-1 8 2 0,0-9 9 0,-2 12-6 16,3 1-5-16,-4 0-1 0,1-3 2 0,3 3-6 16,-2-3 0-16,2 1 1 0,-3-11-2 0,2 11-5 15,-5-1-1-15,3-11-1 0,-2 0 2 0,1 1-6 16,0-2 4-16,1-1-3 0,-4 1-2 0,2-2 1 15,-3-1 2-15,0-1-5 0,1 0-1 0,1-2 4 16,-1-1-1-16,-1 0 1 0,1-4 0 0,-4 3-3 16,0-3 1-16,3 0 0 0,-2-6 1 0,1-1-3 15,-2 1 0-15,-3-2-1 0,1 0 3 0,-3-2-1 16,-6 2 16-16,0-2-4 0,-1 0 2 0,-3-1-3 16,-4-3 0-16,-1 3-2 0,-2-6 3 0,-5 1-5 15,-10 0-2-15,9-2 0 0,-14-1 0 0,-1 0-4 16,-1-3 1-16,4 2 4 0,-3-3-5 0,-5-1 3 15,-2-1 0-15,1 0 0 0,-28-3-1 0,25 4-1 16,-27-6-2-16,-1 1 0 0,25 2 3 0,-31-2-2 16,1 0 1-16,-1-3-2 0,0 4 2 0,-5-1 0 15,-3-4 1-15,-7 4-3 0,0-1-3 0,-6 3 2 16,4-1-1-16,-9-3 3 0,-4 0-1 0,-8 2-3 16,0 1-1-16,8 0 0 0,-5-1 0 0,0-1 2 15,2-1 2-15,-1 6 0 0,-1-2 8 0,-1-2-11 16,1 3-1-16,1-2 1 0,-2-1 4 0,0 1-2 15,-2 0 1-15,0 4-2 0,-3-4-2 0,0 0 2 16,0 2 1-16,-3-1-2 0,-2 4 6 0,1-3-3 16,1-3-2-16,4 1 1 0,-4 4 1 0,0-4-3 15,5 3 2-15,-3-4-2 0,2 0 0 0,1-1-2 16,0 2 5-16,4-4-1 0,-2 2-1 0,3 2 1 16,6-3 4-16,2 1-7 0,8-4-1 0,1 5 4 15,8-5-1-15,3 3 2 0,2-3-1 0,8 3-2 0,6-3 0 16,25 2 1-16,-3 0 1 0,3-1-1 0,2 0 1 15,2 1 2-15,7 0 3 0,-1 1-7 16,19 0-6-16,-1-1-11 0,1 3-11 0,1 0-5 16,6 0-9-16,5 1-10 0,2 0-14 0,2 1-11 15,4 0-23-15,-1 1-27 0,3 1-15 0,4-1-32 0,-1 0-21 16,-2 1-168-16,-1 2-392 0,1-2 174 0</inkml:trace>
  <inkml:trace contextRef="#ctx0" brushRef="#br0" timeOffset="165908.59">10566 12646 27 0,'0'0'116'0,"-3"-11"-5"15,3 11-1-15,0 0-16 0,-1-11-7 0,1 11-4 16,-1-7 1-16,1 7-3 0,-3-6 12 0,3 6-7 16,0 0 0-16,0 0-7 0,0 0-7 0,0 0-9 15,-1-8-5-15,1 8-11 0,0 0-3 0,0 0-5 16,0 0-5-16,0 0-5 0,0 0-7 0,0 0 3 15,0 0 2-15,1 27 0 0,1-14 5 0,-2 2 4 16,0 3 3-16,0 2-4 0,2 6-2 0,-1 1 3 16,1 1 1-16,-2 0-2 0,0 1 0 0,0 0 0 15,-2 0-4-15,2 0-3 0,-1 2 0 0,0-4-1 16,1 5-1-16,-1 1 5 0,1 0-7 0,-2-1 3 16,1 0-7-16,0-1 1 0,1-3 2 0,-2 2 3 15,4-2-4-15,-4 1 1 0,4-3-4 0,-2-2-4 16,-2-3 1-16,4 0-1 0,-2-2 0 0,0-2 1 15,1 0-2-15,-1 0-3 0,1-2 3 0,-1-2-6 16,2 0 1-16,-2-1 0 0,1 0-1 0,-1 0 2 16,-1-3-3-16,1 3 0 0,1-6-1 0,-1 1 0 15,0 2 0-15,0 1-2 0,0-10 0 0,0 11-1 16,0-3-4-16,0-8 3 0,-1 13 0 0,2-9 1 16,-1-4 2-16,1 11-3 0,-1-11 1 0,3 8 1 15,-2-2-1-15,3-2 0 0,-4-4-1 0,6 9 0 16,-1-4-1-16,-1-1 2 0,1 0 0 0,0-1-3 15,1 3 4-15,1-2-2 0,2 3-3 0,0-1 1 16,1 1 0-16,3-2 3 0,-1 0 0 0,5 0 0 16,-1 1 1-16,4 0-1 0,-2-4-2 0,1 2 2 15,9 0 0-15,-6-1-3 0,11-5 1 0,-5 6 2 16,6-2-3-16,-1-1 4 0,1 2-1 0,5-5-4 16,15 2-20-16,-3-1-20 0,2 4-20 0,0-3-32 15,3 0-27-15,-4-2-23 0,1 1-38 0,-1-4-148 16,-12 2-356-16,12-2 158 0</inkml:trace>
  <inkml:trace contextRef="#ctx0" brushRef="#br0" timeOffset="173518.1">10790 5493 22 0,'0'0'96'16,"0"0"-5"-16,0 0 0 0,0 0-6 16,-14 16 0-16,14-16 4 0,0 0-7 0,-4 4-2 15,4-4-5-15,0 0-10 0,0 0 6 0,-5 5-7 16,5-5 4-16,0 0-9 0,0 0 1 0,0 0-7 0,0 0-2 15,0 0-4-15,0 0 4 0,0 0-3 0,0 0-3 16,0 0 0-16,-7 3-2 0,7-3-3 0,0 0-5 16,0 0-6-16,0 0 3 0,0 0-11 15,0 0 5-15,0 0-8 0,0 0 1 0,-14-7-6 16,14 7 1-16,0 0-3 0,-8-1 2 0,8 1-6 0,0 0 1 16,0 0 1-16,0 0-5 0,0 0 1 0,0 0-1 15,-11 0-3-15,11 0 1 0,0 0 1 0,0 0 0 16,-6 3-6-16,6-3 4 0,0 0-2 15,-7 5 1-15,7-5 1 0,0 0 0 0,-5 6-1 0,5-6-1 16,0 0 2-16,-5 5 3 0,5-5-1 0,0 0 2 16,0 0-2-16,0 0 0 0,-5 5 2 0,5-5-4 15,0 0 2-15,0 0 5 0,0 0-2 0,0 0-1 16,0 0-3-16,0 0 0 0,0 0 1 0,0 0-1 16,0 0-1-16,0 0-1 0,0 0 4 0,0 0-4 15,0 0 2-15,-4-16 2 0,4 16-6 0,0 0 3 16,5-12-1-16,-5 12 1 0,4-8-3 0,-1 3 0 15,-3 5-1-15,7-9-2 0,-2 4 3 0,1 0-3 16,0 1-4-16,1 1 7 0,3-1 0 0,0 2-1 16,-1 1-1-16,-2 1-2 0,5-2 23 0,-1 4-22 15,-2-4-3-15,4 4 2 0,-2-2 2 0,2 0 1 16,1 1-2-16,-1 1 5 0,0 0-1 0,1 0 10 16,1 2-15-16,-2-4-2 0,0 1 8 0,1 1-9 15,-1-2-3-15,-2-2 4 0,3 4-1 0,-3-4 4 16,1 1-5-16,0 1 1 0,-2-1 1 0,-1-2 0 15,1 2 2-15,-2-2 5 0,0 1-7 0,-1-1 9 16,0 1-4-16,0 0 1 0,-7 2-2 0,9-4 6 16,-9 4-10-16,9-2 2 0,-9 2-1 0,8-2 5 15,-8 2-8-15,10-3-2 0,-10 3-6 0,0 0-8 16,11 1-11-16,-11-1-11 0,11 4-14 0,-3-2-13 16,-2 2-16-16,1-1-21 0,2 1-14 0,-3 0-65 15,-2 0-207-15,1 1 92 0</inkml:trace>
  <inkml:trace contextRef="#ctx0" brushRef="#br0" timeOffset="174148.36">10827 5889 132 0,'0'0'134'0,"0"0"-2"0,0 0-2 0,0 0-1 16,0 0-18-16,-13-1-7 0,13 1-16 0,0 0-9 16,0 0-6-16,0 0-6 0,-14-6-12 0,14 6-4 15,-10-1-2-15,10 1-8 0,-11-3-3 0,11 3 1 16,-10-1-2-16,10 1-6 0,-11-1-2 0,11 1-2 15,-10 0-2-15,10 0-1 0,-10-2-2 0,10 2-3 16,0 0-4-16,-11-1 2 0,11 1-7 0,0 0 4 16,-8-2 0-16,8 2-1 0,0 0-5 0,0 0 0 15,0 0-4-15,0 0 4 0,0 0-6 0,0 0 2 16,0 0 1-16,0 0-2 0,0 0 1 0,-10 0 0 16,10 0 2-16,0 0 2 0,0 0-3 0,0 0 1 15,0 0 0-15,0 0 7 0,0 0-1 0,0 0 1 16,0 0-6-16,0 0 4 0,-1-8-1 0,1 8 4 15,0 0 4-15,0 0-4 0,0 0 1 0,6-16-3 0,-6 16 1 16,7-9-5-16,-3 5 0 0,-1-1 0 0,-3 5-2 16,10-8 6-16,-6 5-13 0,3 0 2 15,-7 3-4-15,11-5-1 0,-3 4 0 0,-8 1 3 16,13 1-4-16,-13-1 0 0,16 4 0 0,-8 0 5 16,2-1-1-16,2 3-1 0,-5 0 3 0,2-1-2 0,3 2 2 15,-2-1-2-15,0 0-1 0,3 0 3 16,-3 0-1-16,3-1 4 0,1-1 1 0,-1 0-1 15,3 0-1-15,5-3 1 0,-1-2-4 0,-2 0-3 16,0-1 0-16,1-3 0 0,-1 2 3 0,-1-2-10 16,-4 1 5-16,3-3-1 0,-3 4 2 0,-3-2 3 15,1 1-1-15,-5 0-2 0,0 2-4 0,-6 2-5 16,10-4-13-16,-10 4-9 0,9-3-14 0,-9 3-18 16,0 0-9-16,7-1-4 0,-7 1-14 0,0 0-12 15,0 0-21-15,8 5-89 0,-8-5-233 0,0 0 104 0</inkml:trace>
  <inkml:trace contextRef="#ctx0" brushRef="#br0" timeOffset="175331.48">13836 5842 90 0,'4'-4'96'0,"-4"4"-5"0,0 0-6 15,0 0-6-15,0 0-3 0,0 0-2 0,0 0-6 16,0 0-6-16,0 0-5 0,0 0-2 0,0 0-5 16,0 0-5-16,0 0-1 0,0 0-5 0,0 0-6 15,0 0-4-15,0 0 4 0,0 0-2 0,0 0-2 16,0 0-4-16,0 0 0 0,0 0-11 0,0 0 5 15,12 0-1-15,-5 0 3 0,9-4-8 0,10-3-13 16,5-2-24-16,19-7-34 0,9-3-23 0,24-11-109 16,-22 9-205-16,28-19 90 0</inkml:trace>
  <inkml:trace contextRef="#ctx0" brushRef="#br0" timeOffset="-190802.66">11422 15183 8 0,'0'0'9'0,"0"0"-5"0,18 6 0 16,-18-6-2-16,0 0 5 0,0 0-2 0,0 0 1 15,4 6-1-15,-4-6-4 0,0 0 1 0,0 0-3 0,0 0 6 16,0 0-6-16,0 0-2 0,2 5-7 0,-2-5 10 15,0 0-3-15,0 0-4 0,0 0 5 0,0 0-4 16,0 0-5-16,3 5 2 0</inkml:trace>
  <inkml:trace contextRef="#ctx0" brushRef="#br0" timeOffset="-175778.46">11857 15295 37 0,'-9'-1'138'0,"0"-2"-15"15,9 3-4-15,-13-2-14 0,13 2-10 0,-6-3 0 16,6 3-14-16,0 0-1 0,0 0 1 16,0 0-11-16,25-1-1 0,-8 0 0 0,5-2-9 15,4 2-3-15,4-2-4 0,-10 3-3 0,3-1-6 16,-1 1-7-16,1 0 0 0,-3 0 3 0,-2 0-12 0,0-1-3 16,-6 2 3-16,-1-1-8 0,0 0-7 15,-2 1 4-15,-9-1-3 0,11 3-2 0,-6-2 0 16,-5-1-2-16,9 5-3 0,-7 0 2 0,-2-5 5 0,-4 17 6 15,-4-1 8-15,0 1 0 0,-6 8 12 0,-3 2-5 16,-4 1 2-16,-7 12 7 0,-5-3-6 0,1 2-5 16,-1-1-7-16,0-1 3 0,9-12-5 15,0 2-7-15,2-3 4 0,-1 0-3 0,0-1 1 16,6-1-1-16,-2-4-7 0,9-5 5 0,-4 1-5 0,8-5-2 16,-1-1 3-16,3 0-6 0,-1-1-6 15,3 0 7-15,-2-1-4 0,4-6 4 0,0 9-4 0,0-9 3 16,4 9-2-16,-4-9 2 0,10 7-2 15,0-7 1-15,4 0 0 0,5 0-1 0,11-2-10 16,3 2-15-16,-4-3-12 0,5-1-11 0,4 3-29 16,-1-2-28-16,3-2-37 0,-2 4-35 0,-4-1-120 0,2-2-316 15,-5 1 140-15</inkml:trace>
  <inkml:trace contextRef="#ctx0" brushRef="#br0" timeOffset="-175136.25">12414 15800 14 0,'-9'-3'154'0,"9"3"-12"0,-8-2-3 0,8 2 1 0,-10 5 5 16,10-5-20-16,-13 8-6 0,3 1-8 0,4-1-9 16,-3 5 1-16,1 1-9 0,-2 1-9 0,4 1 0 15,-1 0-6-15,0 3-5 0,1-2-11 0,0 1-2 16,4-3-8-16,0 2-7 0,2-3 1 0,0-2-7 15,2-1-2-15,-1-2-7 0,1 4 2 0,5-4-5 16,-2-3-3-16,3 4 0 0,0-6-5 0,4 0 3 16,-1 0-4-16,2-4 4 0,6-4-5 0,-1-1 0 15,-4 0 0-15,4 0-1 0,-1-4-2 0,1 0-3 16,-3-1 0-16,0 0-1 0,-2-2-1 16,1 2 3-16,-4-3-5 0,-1 0 0 0,-1 2-2 0,0-4 5 15,-5-1-5-15,-1 4-2 0,-2 1 1 16,-2-5-3-16,-3 4 2 0,-1 1-2 0,-4-1-2 0,0 2-2 15,-2 0 4-15,-4 2-2 0,-2 2-2 0,1 2 1 16,-2 3 0-16,0 1-9 0,0 1-6 0,-1 2-4 16,4 1-20-16,2 1-13 0,1-1-23 15,1 2-27-15,2 2-30 0,5-1-36 0,-1 0-142 16,1-2-336-16,5-5 149 0</inkml:trace>
  <inkml:trace contextRef="#ctx0" brushRef="#br0" timeOffset="-174962.38">12908 15815 140 0,'9'-3'165'0,"3"2"-19"16,1-2-12-16,1 4-16 0,3 1-39 0,-2-1-32 15,2 2-47-15,-5 0-32 0,-2 1-45 0,1-1-43 16,-5 1-130-16,-2 1 57 0</inkml:trace>
  <inkml:trace contextRef="#ctx0" brushRef="#br0" timeOffset="-174824.99">12938 15945 56 0,'-9'3'183'0,"9"-3"-15"0,0 0-20 0,0 0-11 0,0 0-13 15,27 2-14-15,-14-3-22 0,8 0-30 0,0 0-44 16,9-1-62-16,1-2-125 0,-2 3-188 0,3-1 83 15</inkml:trace>
  <inkml:trace contextRef="#ctx0" brushRef="#br0" timeOffset="-174234.91">14211 15261 129 0,'0'-9'193'0,"0"1"-9"0,0 8-17 0,-2-11-18 15,2 11-18-15,-1-9-12 0,1 9-15 16,0 0-9-16,0 0-15 0,0 0-6 0,0 0-2 0,19 23-7 15,-8-7-11-15,-1 7 4 0,0 4-9 0,2-3-3 16,1 4-2-16,-2-2 1 0,-2-2-9 0,3 1-2 16,-3-2-8-16,-1 0-1 0,0-6 3 0,1 2-7 15,-6-6-5-15,2-3-2 0,0 6 3 16,-2-5-3-16,-2-4 3 0,2 0-3 0,1-1-4 16,-3 0 0-16,-1-6 1 0,4 9 6 0,-4-9 14 0,4 6 6 15,-4-6 4-15,0 0-3 0,0 0-4 0,0 0 2 16,9-16-11-16,-3 4 0 0,-1-4-2 15,2-2-2-15,2-8-6 0,3 0 1 0,-1-1-5 16,-3-2 2-16,6-1 0 0,-3 0-1 0,-2 1-1 16,4 1-5-16,-4 1 0 0,2 4-1 0,-1 0-5 0,-1 7 2 15,-2 5 4-15,-3 2-5 0,-2 1-27 0,3 3-33 16,-5 5-28-16,5-6-35 0,-5 6-29 0,0 0-14 16,0 0-17-16,1 21-119 0,-7-6-326 15,-1 1 145-15</inkml:trace>
  <inkml:trace contextRef="#ctx0" brushRef="#br0" timeOffset="-173963.69">14646 15544 102 0,'8'5'141'0,"1"1"-5"15,-3 0-14-15,1 2-12 0,-2 2-1 0,-3 0-2 16,-2 2-12-16,-2 3 2 0,0 3-7 0,-8-1-3 15,0 0 17-15,-7 3-11 0,4-5-11 0,2-1-7 16,-1-1-4-16,1 1-4 0,3-6-3 0,0 0 2 16,2-2-6-16,-1 0-6 0,3-2-4 0,1 1-5 15,3-5-4-15,-9 8-2 0,9-8-6 0,-2 5 0 16,2-5-5-16,0 0 0 0,20 6-3 0,-2-4-7 16,12-1-21-16,2 0-15 0,6-2-34 0,13 2-17 0,3-2-45 15,-2 0-36-15,-1 2-37 0,-17 0-94 16,-1-3-302-16,-3 2 134 0</inkml:trace>
  <inkml:trace contextRef="#ctx0" brushRef="#br0" timeOffset="-173692.52">14014 15979 162 0,'0'0'179'0,"0"0"-24"0,0 0-8 0,38-4-12 0,-3 2-10 16,4-1-6-16,14 1-12 0,6-1-10 0,3-1-7 16,4-1-13-16,24 3-9 0,-27 2-6 0,4 0-6 15,-3 0-10-15,-1-1-17 0,-5 2-14 0,1-2-22 16,-5 4-20-16,-1-3-29 0,-14 1-32 0,-2 1-25 15,4 0-117-15,-5 2-249 0,-5-2 110 0</inkml:trace>
  <inkml:trace contextRef="#ctx0" brushRef="#br0" timeOffset="-173404.28">14401 16190 24 0,'0'0'164'0,"0"0"-10"0,0 0-7 16,14-9-12-16,-4 7-14 0,8-4-8 0,0 2-14 15,10 0-6-15,0-1-10 0,3 2-6 0,0 3-12 16,-2 0-19-16,-2 0-35 0,-8 1-31 0,3-2-20 16,-6 2-38-16,-5-1-26 0,0 0-78 0,-4 0-197 15,-7 0 87-15</inkml:trace>
  <inkml:trace contextRef="#ctx0" brushRef="#br0" timeOffset="-172956.72">14616 16141 135 0,'0'0'158'0,"0"0"-9"16,0 0-18-16,0 0-11 0,0 0-3 0,0 0 2 15,0 0-3-15,-7 14 1 0,9-4-8 0,-2 1-4 16,-2 7-2-16,1 0-9 0,-1 7-5 0,-4-1-13 16,1 4 0-16,1-4-7 0,-1 2-29 0,0-1-6 15,-1-1-4-15,3 3-1 0,-1-9-7 0,2 2 1 16,-2-3-2-16,0-1 0 0,-1 1-5 0,5 0-1 15,-5-3-3-15,3-3 1 0,0 0-3 0,0 0 0 16,-1-3 2-16,3 0-4 0,-2-1 0 0,0 2 0 16,1-2-3-16,0-1 2 0,-2 1 2 0,3-7-2 15,-4 8-3-15,4-8 2 0,-2 8 2 0,2-8-6 16,-4 6 1-16,4-6-3 0,0 0 3 0,0 0 0 16,0 0 5-16,-3 7-8 0,3-7-2 0,0 0 4 15,-9 0-9-15,9 0 6 0,0 0-13 16,0 0 11-16,-15-4 1 0,15 4-2 0,-10-3-1 15,10 3 5-15,-9-4-3 0,9 4-1 0,-11-6-1 16,4 5 8-16,7 1-7 0,-7-2 5 0,7 2 2 0,0 0 3 16,0 0-3-16,-10-1 5 0,10 1-2 0,0 0-4 15,0 0-1-15,0 0-1 0,0 0 5 0,0 0-5 16,0 0 8-16,0 0-7 0,0 0-1 0,31 0-8 16,-21 0-12-16,6 0-15 0,-5 2-23 15,8-1-18-15,-3 2-18 0,1-5-18 0,3 2-31 16,-1 0-13-16,1 2-107 0,0-2-284 0,0-2 126 15</inkml:trace>
  <inkml:trace contextRef="#ctx0" brushRef="#br0" timeOffset="-172620.59">14907 16570 154 0,'0'0'170'0,"0"0"-11"0,0 0-22 0,0 0-14 16,5-7-2-16,-5 7-11 0,0 0-9 0,0 0-8 15,0 0 0-15,18 10-14 0,-18-10-1 0,9 11-8 16,-9-11-7-16,4 13-11 0,-1-7-2 16,-3-6-5-16,0 19-1 0,-3-8-4 0,-1-1 2 0,2 1-8 15,-5-3 1-15,1 3 0 0,-4-3-3 0,1 1-2 16,0 0-2-16,0 0-2 0,1-1-4 0,0-2-3 15,3-2 2-15,5-4-2 0,-11 9-7 0,11-9-1 16,-8 6 0-16,8-6 1 0,0 0-1 0,0 0-1 16,0 0-1-16,22 11-3 0,-6-10 5 0,6-2-2 15,8-2-12-15,1 2-17 0,7-3-25 0,14 1-25 16,0 0-43-16,-1-2-54 0,-12 1-135 16,-1-1-327-16,12 0 145 0</inkml:trace>
  <inkml:trace contextRef="#ctx0" brushRef="#br0" timeOffset="-103318.2">13540 15430 27 0,'7'-17'66'0,"-1"-1"-5"15,0 3-2-15,-3-4-7 0,-1 1 2 0,-2 0-13 16,-2 1-7-16,0-2 7 0,-3 2 3 0,-3 1-9 15,-3 0 2-15,-3-6 4 0,-2 1-8 0,-6 1 4 16,-3 2 2-16,0-3 0 0,-6 4-1 0,-1-2-8 16,-10-4 17-16,-6 1-12 0,1 1-14 0,-5 0 9 15,-2 0 9-15,-6 0-6 0,-1 2-5 0,-26-5 0 16,21 7 19-16,-24-3-25 0,2 2-1 0,-3 1-7 16,0 3 7-16,-4 4-2 0,-5 1-9 0,-4-1 3 15,5 0-3-15,-5 9 5 0,-6-2-7 0,-2 4 8 16,3-1-1-16,-8 3 2 0,-5 6-3 0,-4-2-11 15,2 3 14-15,-3 4 3 0,2 4-3 0,-3 2 5 16,6 2-2-16,-2 0-16 0,7 4 12 0,2 0 3 16,9 2-3-16,5-1 8 0,8 2-5 0,9 3-7 15,26-6 11-15,0 1-7 0,2 2-2 0,8 6-2 16,3 5-5-16,7 1 3 0,6 1-1 0,5 4 10 16,5 1-14-16,6 1 1 0,7 6-1 0,5 2 0 15,8 1-4-15,1 2 4 0,14 20 24 0,8-1-4 16,-7-22-1-16,26 24-2 0,0 1 8 0,11-2-8 15,4-3-7-15,10-1 4 0,7-2-1 0,10-3 2 16,12-3-8-16,6-2-22 0,7-2-6 0,11 4 7 16,7-7-7-16,11 1 14 0,12-3-1 0,14-3 1 15,6-1-3-15,5-4 5 0,5-6 2 0,9-3 2 16,14-2-4-16,0-6 2 0,5 0 2 0,3-3 1 16,1-9 31-16,6 1-8 0,-2-4-2 0,4 0-3 15,-4-4-8-15,-1-5-9 0,-4-3 1 0,-4 3-5 16,-4-5-8-16,0-3 1 0,-10-6-12 0,-1-4 7 15,-5-1 1-15,-7-2-6 0,-9-8-1 16,-4-9 4-16,-8 0-6 0,-10-7 6 0,-5 4 8 16,-6-10-11-16,-12-5 2 0,-8-1 8 0,-12-7 0 0,-8-1 1 15,-12 1 1-15,-8-8 8 0,-6-1-4 0,-15-2 1 16,-12 0 7-16,-20 14-15 0,-3-25 11 0,-17 18-2 16,-7-29-2-16,-21 4 4 0,-8-5-8 0,-18 8 5 15,-11-2-15-15,-18 2-1 0,-9-2-6 16,-17-1 1-16,-14-3-2 0,-12 1 1 0,-20-2-6 15,-10 7 3-15,-6 3-3 0,-14-1 12 0,-8 7-6 16,-14 0 5-16,-2 4 0 0,-13 1 3 0,-6 0 3 16,-4 6 1-16,-9 1-8 0,-8 6 18 0,-7 2-4 15,-4 7 2-15,1 1 2 0,-5 5 4 0,-2 9-5 16,3 6 0-16,-6 3 6 0,4 7-2 0,4 1-3 16,-4 5 1-16,5 4-2 0,0 1-6 0,8 5 8 15,3 6-12-15,4 6-6 0,12 4-2 0,3 1-11 16,10 3-11-16,9 3-28 0,8 3-15 0,19 0-23 15,12 5-102-15,15-1-224 0,16 0 101 0</inkml:trace>
  <inkml:trace contextRef="#ctx0" brushRef="#br0" timeOffset="-102363.21">18493 15361 47 0,'3'-12'82'0,"-7"0"0"15,3 2-7-15,1 1-6 0,0 9-9 0,-3-11 5 16,3 11-16-16,0-8-8 0,0 8 3 0,0 0-15 16,0 0 0-16,-4-6-2 0,4 6-5 0,0 0 1 15,0 0-3-15,0 0-2 0,-16 16-4 0,9-9 1 16,1 4-12-16,-2 2 13 0,0 3-2 0,-3-2 1 16,3 3-6-16,-3 5-7 0,-3 0 9 0,2 1-3 15,2-5-2-15,-5 5 0 0,2 3-2 0,0-3 8 16,4 3 4-16,0-3-20 0,0 2 4 0,3-8-2 15,3 4 9-15,0-2-5 0,4 0-4 0,1-2 11 16,2 0-8-16,3-2 12 0,3-1-20 0,1-2 17 16,-2-2-8-16,9-3-2 0,1 0 4 0,-1-3 15 15,4-2-19-15,0-2 8 0,-2-2-15 0,8-3 9 16,2-4 2-16,-5-3-7 0,3-2 6 0,-5-2 6 16,2-3-4-16,-4 0-2 0,0-1 1 0,-6-4 3 15,-1 2 0-15,-4 0 0 0,-6 3 3 0,-1-8-4 16,-4 1-8-16,-5-1 8 0,-4 1-9 0,-2-1 2 15,0 1 7-15,-8 1-1 0,-1 2 2 16,-3 0-11-16,-1 1 7 0,-1 3-6 0,-2 2 0 16,-1 0 1-16,1 2 5 0,0 6 1 0,-3 1-9 0,1 3 6 15,0 3 4-15,3 3-5 0,6-1 4 0,0 4-17 16,3 1-11-16,3 5-11 0,2 1-22 0,2 2-13 16,6-1-76-16,2 4-157 0,3 1 69 0</inkml:trace>
  <inkml:trace contextRef="#ctx0" brushRef="#br0" timeOffset="-102057.29">19040 15188 23 0,'0'0'102'0,"2"-7"-14"0,-2 7-9 0,0 0-5 0,0 0-4 16,0 0 0-16,0 0 1 0,8 26-9 0,-8-8-9 16,0 11 3-16,0 6-5 0,-1 11 0 0,-5 4-6 15,1 0 3-15,0 1-11 0,-1 1-9 16,-1 0 5-16,-1-1-5 0,2-3-3 0,1 0-3 16,1 1-7-16,-3-4 4 0,5-9-1 0,-2 12-1 0,-2-2 1 15,2-10-16-15,-1 14 5 0,-2-3-15 0,3 0-11 16,-2-12 12-16,4 0-19 0,-5-2-25 0,3-1-22 15,0 1-10-15,0-3-4 0,1-3-56 0,-1-1-156 16,3-9 70-16</inkml:trace>
  <inkml:trace contextRef="#ctx0" brushRef="#br0" timeOffset="-101813.52">19268 15883 6 0,'2'-8'134'0,"-2"8"-11"0,5-9-19 0,-5 9-10 16,0 0 5-16,0 0 3 0,0 0-9 0,0 0-7 15,2 33 2-15,-2-14-5 0,-4 1-15 0,1 4 0 16,-1 6-2-16,-3-2-12 0,0 4 1 0,1-3-11 16,-1 1-4-16,2 0-2 0,-1-2-2 15,1-2-5-15,1 0-9 0,2 2-20 0,-4-2-10 0,5 1-3 16,0-8-27-16,1 1-27 0,-3 5-18 0,2-5-17 15,0-4-20-15,1 1-66 0,-3-5-200 0,3-2 88 16</inkml:trace>
  <inkml:trace contextRef="#ctx0" brushRef="#br0" timeOffset="-101547.93">19330 15800 94 0,'11'-7'109'0,"-1"0"-2"16,2 2-5-16,0 1-8 0,3 3-9 0,-15 1-14 15,26 1-4-15,-13 1-12 0,-2 2 0 0,1-1 3 16,-3 4-11-16,-9-7-6 0,13 14-2 0,-7-5-15 16,-1 0 3-16,-1 0 4 0,-4-9-3 0,1 22-2 15,-1-22-11-15,-8 20 3 0,1-10 2 0,2 1-5 16,-3-2 8-16,-4 1-7 0,1 0-5 0,2-2-5 15,-6 3-22-15,2-2-15 0,3-4-20 0,-3 3-25 16,5-3-29-16,0 0-63 0,8-5-181 0,-12 7 80 16</inkml:trace>
  <inkml:trace contextRef="#ctx0" brushRef="#br0" timeOffset="-101316.13">20296 15509 82 0,'0'0'117'0,"10"-4"-7"0,-10 4 4 15,0 0 3-15,0 0-8 0,0 0-11 16,3 32-5-16,-4-16-7 0,-5 1-10 0,-5 7-9 16,-1 3-3-16,1-1-4 0,-3 0-5 0,0 2-5 15,1-3-13-15,2 1 5 0,1-3-14 0,3-4-20 0,0 5-15 16,0-8-26-16,1 2-34 0,3-1-18 0,1-2-28 15,-1 0-72-15,1-1-201 0,0-6 90 16</inkml:trace>
  <inkml:trace contextRef="#ctx0" brushRef="#br0" timeOffset="-101137.14">20306 15293 15 0,'0'0'108'0,"0"0"-34"0,0 0-22 0,0 0-15 15,0 0-29-15,0 0-28 0,0 0-26 0,0 0-49 16,0 0 21-16</inkml:trace>
  <inkml:trace contextRef="#ctx0" brushRef="#br0" timeOffset="-100654.58">20625 15802 50 0,'0'0'124'16,"0"0"10"-16,4 6 2 0,-4-6-1 0,0 0-19 16,0 0-5-16,0 0-20 0,0 0-3 15,0 0 11-15,-19-22-15 0,16 13 3 0,0-2-5 16,2-2-9-16,0-3-11 0,1 0-5 0,2 0-3 15,1-1-3-15,1 2-8 0,5 0-3 16,-4 5-3-16,6-4-10 0,-2 5-1 0,5-3 0 0,-2 7-10 16,4 0 1-16,-4 1-1 0,2 3-4 0,0 2 4 0,-2 3-5 15,4 1-3-15,-3 0-1 0,0 2 1 16,-2 4-4-16,2 1 0 0,-3-1 3 0,-3 1-3 16,-1-3 1-16,-2 2-3 0,2 0 1 0,-3-2 0 15,-1-2 0-15,0 0-2 0,0-1 0 0,-2-6 3 16,4 9 1-16,-4-9 3 0,3 6 1 0,-3-6-2 15,0 0 0-15,0 0 2 0,0 0-3 16,0 0-1-16,0 0-2 0,0 0-5 0,4-29 2 0,-2 20 7 16,2-8-7-16,2 6 0 0,1 0 1 0,2-6-2 15,2 0 2-15,1 0-2 0,-1 3 1 0,1 1 0 16,-1 3 1-16,-2 0-2 0,0 4 0 0,-4 1 0 16,-5 5-6-16,8-7 3 0,-8 7 0 0,0 0-1 15,11 0-1-15,-11 0 6 0,0 0 2 16,14 13-7-16,-9-4 2 0,-2 0-2 0,0 1 5 0,-2-1-2 15,2 9 6-15,-2-2-3 0,-2 1-5 0,-2-2-12 16,3 2-18-16,-4 0-28 0,1-2-8 16,2-1-24-16,-3 2-18 0,2-1-27 0,0-2-108 0,1-1-269 15,1 0 119-15</inkml:trace>
  <inkml:trace contextRef="#ctx0" brushRef="#br0" timeOffset="-100383.1">21355 15352 23 0,'2'-15'143'0,"1"4"-3"0,-3 11 4 16,4-17-14-16,-4 17-13 0,1-11-13 0,-1 11-14 0,0 0-10 16,0 0-7-16,0 0-8 0,0 0 2 0,11 41 0 15,-11-14-6-15,2 1-5 0,-4 2-9 16,1 4 0-16,-1-1-4 0,-1 3-2 0,-2 13-8 15,4-14-3-15,-3-1 7 0,-3 1-9 0,4 0-1 16,-4-3-7-16,1 2 2 0,-3 0-2 0,0-4-5 16,-1 2 0-16,-2 0-8 0,1-1-30 0,-4-1-19 15,2-1-21-15,-2-2-22 0,-1-2-33 0,-3-1-126 16,-2 1-264-16,5-12 117 0</inkml:trace>
  <inkml:trace contextRef="#ctx0" brushRef="#br0" timeOffset="-99908.88">21466 15593 92 0,'10'-3'103'0,"-10"3"-11"0,0 0-11 0,0 0-4 15,15 7-7-15,-15-7-8 0,-1 11 3 0,1-11-9 16,-8 15-10-16,1-4-4 0,-6 3 1 0,-1-3-5 0,1 2-6 15,-2-2 8-15,-2-2-12 0,6-2-8 0,-2 0 1 16,4-1-4-16,-4-1 4 0,6-2 0 0,7-3-6 16,-12 3 4-16,12-3-5 0,0 0-3 0,0 0-3 15,0 0-2-15,0 0-6 0,0 0 8 16,0 0 1-16,0 0-5 0,27-19 0 0,-17 16-3 16,5 0 4-16,-2-1-5 0,0 3 5 0,6 0-5 15,0 0 0-15,-1-2 2 0,1 1 6 0,9 2-6 16,-8-1 9-16,1-1-10 0,8-1 2 0,-10 0 17 0,-1-1-12 15,1 1 4-15,-4-1-6 0,2-1 6 16,-4 0 2-16,-1 0-3 0,2-6 3 0,0 1 0 16,-3 0 1-16,-1-1-3 0,0-4 0 0,-4 0 0 15,2-1 2-15,-1 2-7 0,-4-1 3 0,2 2 13 16,-2 3 1-16,-3 10 4 0,2-22 1 0,-2 22 5 16,0-14-3-16,0 14-6 0,0 0 0 0,0-14-11 15,0 14 1-15,0 0-1 0,0 0 0 0,0 0-2 16,0 0 3-16,-31 20-3 0,22-7-3 0,-2 0-2 15,5 4-1-15,1-1 3 0,2 4 3 0,3-3-7 16,4 2-24-16,1 0-27 0,6 3-34 0,5-1-26 16,1 0-31-16,6-2-92 0,1-5-248 0,4 0 111 15</inkml:trace>
  <inkml:trace contextRef="#ctx0" brushRef="#br0" timeOffset="-99454.45">22340 15597 53 0,'-4'-21'94'0,"4"21"-4"0,-10-9-1 16,2 8-9-16,-3-2 1 0,-3 3 5 0,-3 1-10 15,-1 5-1-15,0-1-8 0,0 3 2 0,-1 0-14 16,0 3 15-16,5 0-21 0,-1 1-4 0,2-2 0 16,5 2-6-16,1-3-9 0,0 1-1 0,5 0-4 15,0 0-3-15,2 1 1 0,0-11-3 16,4 15-1-16,3-7 7 0,1-2-7 0,0-2-2 15,3-2-5-15,2 1 3 0,0-3-3 0,2-1 5 16,4-2-5-16,2-2 7 0,-3-4 0 0,5-4 5 16,0-3 4-16,0 0 7 0,-1-3-2 0,-6 0-6 15,1-3 3-15,-3-2-3 0,-2-2-2 0,-1 2-4 16,-1-2 1-16,-1-3-3 0,-1-2-2 0,-4 1 2 16,-2 1-9-16,1 2 5 0,1-4-6 0,-2 5 5 15,0 0-4-15,-2-3 3 0,1 10-1 0,-2 2-5 16,1 2 8-16,-2 5 5 0,2-1 2 0,0 11-1 15,-1-13 0-15,1 13-6 0,0 0-5 0,-1-11-1 16,1 11-3-16,0 0 5 0,0 0-3 0,0 0-2 16,-14 36-4-16,6-12 4 0,3-5-7 0,-1 9 8 15,-1 1-2-15,2-1-2 0,-1 0 0 0,3 2-2 16,-3-3 0-16,2 0 3 0,0 1-1 0,0-1 3 16,3 0-5-16,-2-2-15 0,1 1-19 0,-3-1-9 15,1 1-29-15,1-8-31 0,1 2-31 0,2-3-1 16,-2-2-11-16,0 1-97 0,1 0-261 0,1-6 116 15</inkml:trace>
  <inkml:trace contextRef="#ctx0" brushRef="#br0" timeOffset="-99144.35">22620 15543 8 0,'0'0'117'15,"2"-17"-19"-15,-2 17 5 0,0 0-14 0,-10-17 3 16,10 17-8-16,-11-2 0 0,11 2-1 15,-23 4-7-15,14 1-8 0,-4 0-2 0,-1 4-7 16,1 1-5-16,-1 1-4 0,5-3-5 0,3 2-2 16,-1 0-7-16,4 0-11 0,0-2 6 0,2 3-3 15,1-11-7-15,2 14 0 0,3-7-2 0,-5-7-3 16,13 7 4-16,-5-3-1 0,1-1-3 0,3-3-4 0,-12 0 2 16,25-3-1-16,-11-1-1 0,-1 2 0 15,3-6-2-15,-3 3 3 0,2-3-2 0,-3 4-3 16,-1 0 5-16,-2 0 1 0,-1 0-9 0,-8 4 1 15,13-3-4-15,-13 3-1 0,0 0 1 0,11 8 2 16,-11-8 0-16,3 13-2 0,-2-1-6 0,-2 0-3 16,0 6-29-16,-2-2-26 0,-2 2-31 0,0-1-20 15,-3 1-106-15,3-1-238 0,-4-2 105 0</inkml:trace>
  <inkml:trace contextRef="#ctx0" brushRef="#br0" timeOffset="-98926.2">22815 15654 87 0,'8'-15'92'0,"-3"5"7"0,2-1 6 15,0 4 3-15,-7 7 0 0,8-14-5 0,-8 14-3 16,8-9-8-16,-8 9-15 0,0 0-4 0,4-9-5 16,-4 9-9-16,0 0-5 0,0 0-4 15,0 0-5-15,16 14-3 0,-12-5-5 0,2 1 1 0,1-1-8 16,-1 4-10-16,3 0 8 0,-4 1-8 0,-1-2-24 15,1 0-27-15,-1-3-24 0,0 2-32 0,-1-1-23 16,-3-10-98-16,2 14-226 0,-2-14 100 0</inkml:trace>
  <inkml:trace contextRef="#ctx0" brushRef="#br0" timeOffset="-98540.52">23242 15503 36 0,'0'0'114'0,"0"0"-11"0,0 0-10 0,0 0 7 16,0 0-13-16,0 0 10 0,0 0-1 0,-38 24-8 15,25-10 1-15,-5 6-7 0,-1 2-5 0,4-2-2 16,2 2-4-16,4-4-6 0,3 1-6 0,1-1-9 16,-1 0-5-16,6-1 0 0,3-1-8 0,3 1 1 15,2-2-10-15,1-1 3 0,3-3-7 0,4-1 0 16,10 1 0-16,-1-3-2 0,5-3 2 0,3-2 6 15,0-3-3-15,0-3 2 0,3-1-2 0,-4-2-3 16,1-4-1-16,-5 1-1 0,2-4-5 0,-7-1 1 16,0-1-1-16,0-5 1 0,-4 0-7 0,-4 0 3 15,1-1 0-15,-6 4-3 0,0-1-2 0,-2 3-4 16,-6 3 2-16,-3 1 1 0,1 11-2 0,-9-18-12 16,5 12 9-16,-6 3-3 0,10 3 7 0,-27 2-4 15,7 5 9-15,-5 3-3 0,-1 3-1 0,1 3-2 16,2 2-1-16,5 3-1 0,3 1 4 0,5 1-7 15,5 2-18-15,1 0-27 0,6-1-13 0,2-3-30 16,3 4-30-16,2 0-27 0,-3-1-11 0,4-1-95 16,-5-5-272-16,2-2 121 0</inkml:trace>
  <inkml:trace contextRef="#ctx0" brushRef="#br0" timeOffset="-97614.68">21403 15555 40 0,'0'0'44'0,"0"0"4"0,0 0-9 0,0 0 5 15,0 0 2-15,0 0-6 0,0 0 5 0,-5-4-11 16,5 4 3-16,0 0-4 0,0 0-9 0,0 0 3 16,0 0-2-16,0 0-5 0,0 0 2 0,0 0 1 15,0 0-11-15,0 0 8 0,0 0-4 0,0 0 5 16,0 0-9-16,0 0 0 0,0 0 0 0,0 0 29 16,0 0-24-16,0 0 1 0,0 0 1 0,0 0 3 15,0 0 4-15,0 0 7 0,0 0-4 0,0 0-3 16,0 0 6-16,0 0 0 0,0 0-10 15,-3-8 6-15,3 8-13 0,0 0 6 0,0 0-3 0,-1-8 2 16,1 8-1-16,0 0 2 0,0-10 3 0,0 10 9 16,0 0-14-16,1-9-6 0,-1 9 3 15,3-9-9-15,-3 9 15 0,4-9-10 0,-1 5-7 0,0-2-1 16,-3 6 4-16,9-7 4 0,-1 3-1 0,-3 0-7 16,4 3-5-16,0-3 0 0,2 3 9 0,1 0-1 15,-1 1-8-15,1 0 6 0,1 2-5 0,-1 0 0 16,0 3 8-16,-2 0-7 0,-1 1 6 15,-1-2-7-15,0 2 7 0,-2 1-5 0,-2-1 3 16,-2 1-2-16,-1-1-2 0,-1-6-3 0,-3 16 10 0,-4-7-6 16,1-1 5-16,-3 0 4 0,-4 2-16 0,-1 0 6 15,0-2 5-15,-5-1-6 0,2 2-15 0,2-3-10 16,-2-1-14-16,2 3-10 0,1-2-24 0,4-4-18 16,-2 1-98-16,1 1-205 0,3-1 91 0</inkml:trace>
  <inkml:trace contextRef="#ctx0" brushRef="#br0" timeOffset="-96662.4">24312 15743 140 0,'0'0'162'0,"0"0"-13"0,0 0-17 0,0 0-9 16,1-13-8-16,-1 13-19 0,12-9-5 0,-3 1-7 16,7-1-4-16,-3-2-11 0,2 1-3 0,-1-1-8 15,3-3-4-15,-2 4-1 0,1-3-3 0,-2 0-7 16,1 2 0-16,-4-3-6 0,0 0 0 0,-2 0-2 16,1-1-7-16,-1-1-2 0,-1 0-4 0,-1 2 4 15,-3-1-4-15,1 5-1 0,-3-3 3 0,1 5 0 16,-1 0 4-16,0 2-10 0,-2 6 2 0,4-9-3 15,-3 4-11-15,-1 5 3 0,0 0-4 0,0 0 1 16,0 0 1-16,0 0-2 0,0 0-1 0,0 0 2 16,-11 23-3-16,8-13 2 0,-2 3-3 0,3 2-1 15,-1 2-1-15,2 0 0 0,2-6-1 0,2 6 5 16,-1-5-1-16,1-2-3 0,2 0 3 16,3-2 0-16,2 0-1 0,1-2 7 0,2-2-4 0,7-1-2 15,0-3 3-15,0 0 2 0,7-6-11 16,1 2 1-16,-2-5 0 0,-7 3 3 0,-1-4-11 0,-1 0 8 15,-2-2 1-15,0-1 2 0,-4 0-1 0,0-1 1 16,-4 0 0-16,0 0 0 0,-1 4-5 0,-2-6 5 16,-1 7 0-16,-2-1-1 0,2 5 4 0,-1-1 0 15,-2 6-5-15,5-11 0 0,-5 11-5 0,0 0 4 16,0 0-1-16,0 0 3 0,0 0-6 0,-22 23 9 16,13-8-3-16,-1 1-1 0,1 2 1 0,1-1 1 15,1 1-1-15,0 0 4 0,1 1-5 0,1-1-1 16,0 2-4-16,1-2 7 0,3 0-4 0,0 0 4 15,-1 0-4-15,2-1-13 0,0-2-16 0,2-2-22 16,-2-1-30-16,0-2-14 0,-2 1-23 16,-3-2-34-16,1 0-96 0,-3-2-271 0,0-2 120 0</inkml:trace>
  <inkml:trace contextRef="#ctx0" brushRef="#br0" timeOffset="-96490.5">24458 15185 45 0,'16'-2'72'0,"-4"3"-25"0,2 3-37 0,4 3-39 16,1 0-32-16,6 4 14 0</inkml:trace>
  <inkml:trace contextRef="#ctx0" brushRef="#br0" timeOffset="-96250.45">25497 15401 98 0,'0'0'139'15,"0"0"-11"-15,7-2-13 0,-7 2-1 0,0 0-5 16,0 0 6-16,6 10-10 0,-6-10-6 0,1 13-3 0,-1 0-1 15,-3-1-11-15,3 5-6 0,-1-1-5 16,-2 2-2-16,1 2-7 0,2 2-14 0,-2-4-2 16,2 7-8-16,2-7-4 0,-2 2-5 0,2-2-23 15,0 0-16-15,0-2-18 0,3 0-30 0,2-1-24 16,-4-3-30-16,1 0-28 0,2-3-92 0,-3 2-249 16,1-6 110-16</inkml:trace>
  <inkml:trace contextRef="#ctx0" brushRef="#br0" timeOffset="-96074.8">25545 15111 19 0,'5'-4'57'0,"-5"4"-25"16,0 0-14-16,0 0-26 0,17 5-12 0,-13 0-22 15,6-1 11-15</inkml:trace>
  <inkml:trace contextRef="#ctx0" brushRef="#br0" timeOffset="-95810.08">25816 15518 38 0,'0'0'107'0,"0"0"-3"15,0 0-5-15,0 0 0 0,-4-25-2 0,2 15-3 16,2-3-14-16,4-2 8 0,0 0-12 0,-1-1-9 16,4 0-2-16,-1-1-7 0,1 1 1 0,2 2-11 15,-1 3-2-15,0 2-7 0,-2 1 3 0,3 0-11 16,1 1 0-16,1 4-3 0,-5 1 0 0,4 2-7 16,-1 0-3-16,0 3 2 0,1 1-3 0,2 3-3 15,1 5-2-15,-5-2 1 0,0-1 1 0,1 6 5 16,0 2-7-16,1 1-35 0,-4-2-7 0,0-3-32 15,-1 2-28-15,-1 1-27 0,-2 1-94 0,1-6-228 16,2-2 102-16</inkml:trace>
  <inkml:trace contextRef="#ctx0" brushRef="#br0" timeOffset="-95492.58">26400 15097 118 0,'2'-11'135'0,"-2"11"-13"0,2-3-16 0,-2 3 1 0,0 0-27 16,0 0 9-16,0 0-1 0,-8 21-6 16,3-9 3-16,-1 6-8 0,-2 1-4 0,2 9 1 0,-3-2-7 15,1 4 1-15,3 3-1 0,-2-1-5 0,2 3 3 16,-1-2-11-16,2-1-4 0,3 1-2 15,-3 2 1-15,0 0-7 0,4 0-1 0,-5 2 0 16,4-2-8-16,-3 0-2 0,0-2-7 0,4-2-6 0,-2 1 4 16,-1-4-3-16,1 0-9 0,-4-2-6 0,3-1-7 15,-8-3-10-15,6-6-18 0,-3 1-14 0,-4-4-28 16,1 0-19-16,-2 0-42 0,-1-3-26 0,3-3-90 16,-3-3-272-16,3-3 121 0</inkml:trace>
  <inkml:trace contextRef="#ctx0" brushRef="#br0" timeOffset="-95194.29">26183 15545 4 0,'29'-7'87'16,"-2"-1"-7"-16,6 2-7 0,1-1-7 0,-1 2-6 15,1 1-1-15,-2-2-6 0,4 2-5 0,-4 1-13 16,1-2 4-16,-1 1 7 0,-1 1-3 0,-2-3 2 0,-9 1 0 15,7-1 13-15,-9 1-18 0,0 1 26 16,-4 1-3-16,-1-3 2 0,-3 2-7 0,0 1 3 16,-3 1 3-16,-1 0-3 0,-1-2-4 0,-5 4-9 15,10-3-6-15,-10 3-5 0,0 0 0 0,0 0-5 16,12 5-2-16,-12-5-2 0,0 10-2 0,0-1-3 16,-2 1 1-16,0 2-4 0,0 0-6 0,0 2 2 15,-3 2 2-15,3-4-30 0,0 3-2 0,-3 1-12 16,3 2-34-16,0-3-33 0,1 0-6 0,1 1-34 15,0-5-90-15,-2 4-241 0,4-7 107 0</inkml:trace>
  <inkml:trace contextRef="#ctx0" brushRef="#br0" timeOffset="-94608.1">27016 15593 59 0,'0'0'141'0,"0"0"-10"0,0 0-16 0,0 0-4 16,0 0-16-16,0 0 0 0,22-13-2 0,-22 13-6 15,14-14-10-15,-7 6-3 0,0-1-6 0,1 0-4 16,3 2-10-16,-1-2-7 0,3 3-1 0,-2 1-7 16,0 1-3-16,-2 2-6 0,-9 2 1 0,17-2-5 15,-17 2-2-15,19 3-1 0,-9 1-7 0,-2 1-2 16,-1 2 2-16,3-1-1 0,-2 2 1 15,-1-1-4-15,1 1 1 0,0-1-2 0,1 0-1 16,-3 1 0-16,5-4-4 0,-4 0 6 0,-2 1 5 16,6-2 0-16,-1-2 5 0,0 0-1 0,1-1 1 0,0-2 4 15,3 0 1-15,-3-4 1 0,1 2-2 0,1-5 2 16,-2 0-6-16,0 1 0 0,1-5-2 0,-1-1 2 16,-4 4-4-16,2-4 4 0,-1 0-3 0,0-1 2 15,-4 4-8-15,1 0 2 0,-3 0 8 16,0 5 3-16,-2 6-2 0,8-13 1 0,-8 13-1 15,3-9-7-15,-3 9-6 0,0 0 1 0,2-8-2 0,-2 8-4 16,0 0 1-16,0 0 0 0,0 0 2 0,0 0-3 16,-5 29 1-16,1-18-5 0,4-1 5 15,0 2-3-15,-4 5-8 0,6-2-13 0,-4-4-12 16,6 5-18-16,-1-1-21 0,1 0-19 0,3-3-34 16,0 3-29-16,4-4-35 0,-5-1-93 0,2-2-300 15,1-4 133-15</inkml:trace>
  <inkml:trace contextRef="#ctx0" brushRef="#br0" timeOffset="-94212.24">27840 15116 94 0,'7'-8'154'0,"-7"8"-18"0,0 0-15 15,7-3-7-15,-7 3 4 0,0 0-10 0,0 0 0 0,5 26 4 16,-7-10-4-16,-4 8-1 0,-1 3 5 0,1 0-8 16,-2 2-7-16,-2 2-8 0,-1-1-6 0,4 2-7 15,-3-4-3-15,2 1-8 0,-1-2-5 0,3 3-5 16,-2-3-10-16,6 0-1 0,-2-2-20 0,1 1 0 16,2-7-18-16,0-1-19 0,-1 0-21 15,4-2-34-15,-1 0-43 0,-1-3-36 0,0-3-35 0,0 0-99 16,1-2-303-16,2-1 134 0</inkml:trace>
  <inkml:trace contextRef="#ctx0" brushRef="#br0" timeOffset="-93744.03">28056 15576 17 0,'0'0'120'0,"15"7"0"0,-5-10-13 16,1 0 4-16,2-1-7 0,2-2-4 0,-3 0-2 15,4-1-8-15,-1-3 3 0,0 0-16 0,0-2-10 16,0-1-4-16,-2 0-1 0,0 0 2 0,-3-2-12 16,-1 1-4-16,0 0-5 0,-4-1 3 0,-1 3-6 15,-3 0-6-15,-1 2 0 0,-1-2-6 0,1 12-5 16,-9-20 2-16,0 14-2 0,1 1-3 0,-3 2 2 15,-8 2 5-15,6 2 11 0,-5 3-13 0,-3 3-1 16,4 0-5-16,0 5 3 0,2-1 0 0,3 5-2 16,2 0-6-16,3 0 3 0,2 2-2 0,5 0 1 15,3 2-8-15,5 6-1 0,3-2-25 0,6 0-25 16,1 0-41-16,4-1-44 0,4-3-43 0,0-3-90 16,3-1-281-16,-2 0 124 0</inkml:trace>
  <inkml:trace contextRef="#ctx0" brushRef="#br0" timeOffset="-93389">27575 15340 70 0,'24'-3'161'0,"8"0"-10"0,6 2-25 0,21 5-21 16,-1-4-34-16,3 4-35 0,1 0-49 0,-3 1-48 15,0 2-47-15,-3-2-117 0,0-5 52 0</inkml:trace>
  <inkml:trace contextRef="#ctx0" brushRef="#br0" timeOffset="-91991.78">28230 16262 6 0,'-28'2'59'0,"-1"0"-9"16,-1-1 12-16,-5 0-11 0,-4 1 13 0,-12-2-2 16,-4 3 9-16,-5 0-5 0,-5 0-2 0,-34-2 3 15,3 2-14-15,-2-2-8 0,0-4 3 0,-5 3-8 16,-8-2-1-16,-4-2-5 0,-5 5 6 0,-5-4-10 15,-4 1 4-15,1 1 2 0,-4-3 2 0,-1 5 2 16,-9-2-8-16,-2-1 2 0,-3 5 0 0,-4-3-4 16,-4 0 2-16,-1-3-6 0,-7 6 5 15,-3-3-12-15,-9-3 8 0,4 7-1 0,-11-2 0 16,-5-2 2-16,-6 0-8 0,5 5-3 0,-5-5 9 16,-3 1 1-16,0 0-4 0,4-1 8 0,1 2-3 0,3-2 6 15,3 0-11-15,4 1 6 0,4-1-8 0,1-1 5 16,2-1-1-16,-1 4-6 0,4 0-7 15,0-4 2-15,-2-1 5 0,-1 0-2 0,-3 0-7 16,0 3 0-16,3-7-7 0,1 3 11 0,-5-4-6 16,2 1 2-16,0-2-3 0,-1 3-4 0,3 1 9 15,-1-7-7-15,2 3 2 0,3-8-5 0,0 4 1 16,7-3 8-16,2-1-4 0,1-5-6 0,8 4 4 16,9-2-1-16,6-7 1 0,0 0 0 0,6-2 2 15,4 2-5-15,8-5 3 0,3-3-5 0,9-2 0 16,7 0-4-16,7-6 5 0,2 0-1 0,9-3-5 15,28 13 8-15,-17-18 2 0,26 18-8 0,4-7-2 16,2-5 3-16,6 3-1 0,6-3-9 0,6-1 4 16,6 0-8-16,5 0 3 0,4-3 2 0,5-1-1 15,5 1-9-15,5 2 4 0,5-1 0 0,1 0 5 16,6 0-4-16,2 0-6 0,5 0-1 0,3 3-4 16,1-4 5-16,6 6-10 0,2-2 5 0,1 0 8 15,3 2-1-15,21-15-2 0,-21 22 5 0,4-5 2 16,24-9 11-16,-20 14-10 0,23-13 2 0,1 2-6 15,1 4 9-15,-21 11-2 0,25-11-2 0,-1 2 10 16,7 2-8-16,-3 4 9 0,3 4-2 0,4 5 1 16,0 0 0-16,6 3-2 0,-3 3-3 0,2 2 5 15,3 4-4-15,2 2 2 0,0-3 5 0,5 6-8 16,2 2 10-16,6 0 1 0,1 0 0 0,1 4-1 16,1 3 0-16,-2 1 3 0,9-4-3 0,2 6-2 15,3-3-1-15,0 2 1 0,4 0-3 16,5 5-1-16,-1-7 10 0,7 5 0 0,3 0-1 0,3 3 0 15,3 1-13-15,0 0 21 0,9 0-14 0,4-3 1 16,0 2 0-16,5 3-5 0,2-1 8 0,1 1 3 16,3 1-1-16,1-2 0 0,2 2 3 0,-6 1-8 15,4 2 13-15,0-1 3 0,3 5-5 0,-5 1 2 16,-2-2 1-16,2 2 1 0,-1-2 2 16,-3 5-1-16,-4-1-4 0,2 2 10 0,-5-1-13 15,5 0 2-15,-2 3-10 0,-9 2 2 0,0-2 1 16,-1 2 2-16,-1-1 2 0,2 5 1 0,-2-5-4 0,-6 4-7 15,-3-3 2-15,-1 2-18 0,-4 1 8 16,-1 5 7-16,-6-3 6 0,-1 3-14 0,-4-5 4 16,-6 3 1-16,-4 3-4 0,-4 0-4 0,1-2 4 15,-11 2-3-15,2-3-3 0,-11-1-11 0,-3 0 14 16,-6-1 5-16,-4-1-4 0,0-2 12 0,-24-7-14 16,27 11 5-16,-30-8-2 0,1-2 2 0,0 3 4 15,-2 0-8-15,-3 2 2 0,0-1 0 0,-2 2 10 16,-4 0-13-16,-3 2 7 0,-1-1-3 0,-7 3 1 15,0-1 5-15,-3 1 1 0,-11-6 0 0,-1-1 2 16,5 13-4-16,-10-8 0 0,-2 2 6 0,-2-1-9 16,2 15 1-16,-6-15 5 0,-5 3-4 0,2 11 3 15,-6-14-2-15,0 3 8 0,-4 10-11 0,-2-11 6 16,-2 0 3-16,-4 12 1 0,-1-14-3 0,-5 13-1 16,0-14 1-16,-7 10 8 0,-5 0-8 0,-6-5-2 15,-1 2 2-15,-5 0-9 0,-6-2 20 0,-7-3-14 16,-23 16 7-16,-2-12-9 0,2 2 3 15,-4-4 5-15,24-12 4 0,-28 8-4 0,21-10 12 16,-23 7-11-16,-4-2-5 0,4-3 15 0,-1-4-9 0,-1-1 2 16,-2-4-2-16,-5 1 6 0,6-1 0 0,-1-6-8 15,26 1 3-15,-35-1 8 0,36-3-7 0,-36 4-8 16,7-8-33-16,29-2-37 0,-25-4-37 0,27 4-95 16,0-3-220-16,-1-7 98 0</inkml:trace>
  <inkml:trace contextRef="#ctx0" brushRef="#br0" timeOffset="-91695.27">29448 15527 4 0,'9'-6'173'0,"-3"3"-16"0,-1-2-15 0,1 0-12 15,0-1-13-15,3 0-15 0,2 0-12 0,0-1-23 16,5-3-27-16,10 0-50 0,-3 0-46 0,5 1-104 15,4-2-172-15,0-4 76 0</inkml:trace>
  <inkml:trace contextRef="#ctx0" brushRef="#br0" timeOffset="-91555.04">30441 15141 2128 0,'9'-7'-21'0,"-3"-4"-5"0,-2 0 26 0,1 2-6 16,-2-1-35-16,-2 3-24 0,-1 7-36 0,1-11-17 15,-1 11-30-15,0 0-119 0,-5-9-290 16,5 9 128-16</inkml:trace>
  <inkml:trace contextRef="#ctx0" brushRef="#br0" timeOffset="116266.82">9356 10250 11 0,'1'-10'45'16,"-1"10"1"-16,0 0-13 0,-1-7-16 0,1 7-18 16,0 0-25-16,0 0-27 0,0 0 13 0</inkml:trace>
  <inkml:trace contextRef="#ctx0" brushRef="#br0" timeOffset="120908.53">26504 10403 25 0,'0'0'25'0,"0"0"1"0,0 0-1 0,0 0-5 15,0 0-5-15,0 0 9 0,0 0-4 0,0 0-6 16,0 0 0-16,0 0-3 0,0 0 2 0,0 0-6 16,0 0 1-16,0 0-1 0,0 0-1 0,0 0-2 15,0 0 0-15,0 0 9 0,0 0-9 0,0 0-3 16,0 0 3-16,0 0 1 0,0 0-1 16,7 5-1-16,-7-5-2 0,0 0-9 0,0 0-14 0,0 0-4 15,0 0-16-15,0 0-44 0,0 0 19 0</inkml:trace>
  <inkml:trace contextRef="#ctx0" brushRef="#br0" timeOffset="122503.84">26318 10610 9 0,'0'0'111'0,"4"-7"-3"0,-4 7-3 15,0 0-16-15,4-9-1 0,-4 9-7 0,1-7-14 0,-1 7-2 16,6-8-11-16,-6 8-6 0,2-4-2 0,-2 4-15 16,4-4-15-16,-4 4-37 0,0 0-15 15,0 0-6-15,0 0-7 0,0 0-6 0,0 0-2 16,0 0-3-16,0 0-40 0,0 0-108 0,0 0 48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7T04:15:11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9421 2092 62 0,'-27'-1'120'16,"7"1"-10"-16,7 0 0 0,-6-2-8 0,2 4 5 16,2-4-12-16,2 2 5 0,-5 2-13 0,-1-2 9 15,6 0-7-15,2 0-9 0,-3-2-2 0,14 2-2 16,-18 0-8-16,18 0 0 0,-17 0-3 0,17 0-3 15,-13 0-7-15,13 0 2 0,0 0-1 0,-14 0-9 16,14 0-7-16,0 0-1 0,0 0-7 16,0 0 4-16,0 0-2 0,0 0-4 0,0 0 4 0,35 13-3 15,-13-10-5-15,7 2-1 0,9-2 1 16,19 1-4-16,3-2-1 0,3 3 1 0,4-6-5 16,30 3 1-16,-32 0-3 0,26 1-4 0,-29 0 1 15,33 0-2-15,-31 2 7 0,-3 0-8 0,31 0 3 16,-28-3-7-16,28 0 2 0,-28 2 0 0,26 2 2 0,-29-5-3 15,-1 1-1-15,-4 1 2 0,4-1-3 16,-6-2 3-16,1 2 1 0,0-3-6 0,-1 2 1 16,-17 1-1-16,19-1 0 0,-5-1-1 0,-13-1 3 15,-1 2 2-15,0-4-1 0,-2 2-2 0,-2 2 1 16,-3-3-2-16,-4 4 7 0,-6-3-10 0,-4 1 5 16,-2-1-6-16,-2 1 14 0,-12 0 1 0,14 0 1 15,-14 0 4-15,14-2-2 0,-14 2 4 0,0 0-2 16,13 0 3-16,-13 0-3 0,0 0 1 0,0 0-5 15,9 0 2-15,-9 0 3 0,0 0-3 0,0 0-2 16,0 0-4-16,0 0 3 0,0 0 0 0,9-1-5 16,-9 1 7-16,0 0-7 0,0 0 2 0,0 0-3 15,0 0-1-15,0 0 4 0,0 0-1 0,0 0-1 16,0 0 1-16,0 0 6 0,3-7-5 0,-3 7 0 16,0 0-5-16,0 0 2 0,-1-11-3 0,2 5-1 15,-1 6 0-15,2-16 1 0,-1 6-6 0,2 0 5 16,-1 1-2-16,2-1 2 0,1-3-4 15,0-1 1-15,0-2-1 0,0 5 35 0,-2 1-5 0,2-1-4 16,1 1-5-16,-1 2 3 0,-5 8-8 16,8-15 11-16,-5 10 0 0,-3 5-4 0,5-12-4 0,-5 12 0 15,6-7-2-15,-6 7-8 0,8-6 2 0,-8 6 0 16,10-2-15-16,-10 2 12 0,14 0-3 0,-14 0 0 16,24 8 0-16,-12-5-13 0,-1 3 13 15,2 0 0-15,1 3-3 0,-1 1-8 0,-3-1 9 16,2 2 0-16,-2-4-2 0,0 2 4 0,2 4-2 15,-4-3-2-15,2 0 5 0,1 1-1 0,-2 0 0 16,3-1-2-16,-7 1-1 0,3-3 4 0,-1 0-2 16,2 0 0-16,-9-8 1 0,14 12 1 0,-10-7-5 15,-4-5 8-15,9 7-5 0,-9-7 3 0,0 0 0 16,9 7 0-16,-9-7 4 0,0 0 11 0,0 0 12 16,0 0 2-16,0 0-11 0,0 0 3 0,0 0-6 15,25-14-18-15,-18 6 11 0,-1 0 1 0,1-2-2 16,-1 3-1-16,3-4-5 0,2-2 1 0,0 1-3 15,1-3-3-15,-1 5 0 0,1-3-4 0,1 4-4 16,-2 0 2-16,0 1-5 0,-1 2 6 0,0 1-1 16,-2 1-7-16,-8 4-3 0,15-3 6 0,-15 3-2 15,17 2-3-15,-7 2 3 0,1 1 4 0,1 1-6 16,-3 2 5-16,0 1 3 0,2 1-2 0,0 3 5 16,-3-3-2-16,0 1 2 0,1-3 0 0,-2 2-2 15,1-3 4-15,-1 2 2 0,-2-5-3 16,0 5 0-16,-5-9 2 0,8 7 6 0,-3-4-5 15,-5-3 0-15,11 4 4 0,-11-4 4 0,15 0-4 16,-15 0-3-16,19-7 1 0,-8 1 1 0,7-2-2 0,-9 2 0 16,6-4 5-16,-3 2-7 0,3-3 4 0,-1 2-1 15,-1-4-1-15,3 0 5 0,-2 0-5 16,0 0 2-16,-2 2-3 0,1 2-1 0,-3 1-3 16,-1 0 3-16,-2 5-5 0,-7 3-4 0,11-8 1 15,-11 8-2-15,11-1-1 0,-11 1 2 0,0 0 1 16,16 6-2-16,-9 2 0 0,-1 0-3 0,-1-1 7 15,-1 4 0-15,1-3 3 0,2 3-1 0,-3-1-2 16,0 0 0-16,1-2 5 0,-5-8-2 0,4 13 1 16,-4-13-1-16,4 8 4 0,-4-8-1 0,6 8 4 15,-6-8 10-15,0 0 2 0,4 6-7 0,-4-6 6 16,0 0-16-16,0 0 13 0,22-8-1 0,-12 3-1 16,3-1-1-16,1-4-2 0,-1 3-4 0,2-2 3 15,-1-1-2-15,4 1 2 0,-4-1-4 0,1 2-2 16,-3 1-4-16,-2 2 4 0,-1 0-6 0,5 1 0 15,-5-1-5-15,-9 5 2 0,14-4-5 0,-14 4 2 16,13 0-6-16,-13 0 8 0,14 4-5 16,-14-4 1-16,11 5 5 0,-5 0-1 0,1-1 3 15,-3 2 2-15,4 1-2 0,-8-7 2 0,13 10 3 0,-7-3-3 16,2-1 0-16,1-1 4 0,1 2 2 16,3-4-6-16,-1 4 6 0,5-5 0 0,2 3-2 15,2-3 4-15,8 1-6 0,2-1 3 0,3-1-4 16,4 0-2-16,12 0-1 0,6 0-12 0,-3-2 16 15,4-2-3-15,5-1 3 0,5 1-16 0,28-3 11 16,-3 5-2-16,0-7-4 0,2 6 4 0,2 0-3 16,-4 4-4-16,2-2 2 0,-29 1 3 0,33 0-1 15,-33 0 3-15,30 4 4 0,-5-2-1 0,0 1 3 16,-26 0-1-16,31 1-3 0,-32-2 4 0,27 4-1 16,-26-5 3-16,2 1 3 0,28 1 5 0,-33-1-1 15,7 0 6-15,-1 3-12 0,24-6 7 0,-24 3 9 16,-1 2 3-16,25 0-3 0,-31-1-2 0,4-2 3 15,0 3-4-15,-2-2-1 0,-2-1-1 0,-1 1 1 16,-3 1-1-16,-1-3-3 0,-2 5 4 16,-19-5-8-16,3 1 4 0,-3-2-5 0,-4 0 2 15,-10 3-3-15,-1-4-13 0,-8 2-14 0,-1-2-21 16,-10 1-25-16,12-2-51 0,-12 2-31 0,0 0-44 16,0 0-59-16,-50-14-185 0,13 7-476 0,-20-1 211 15</inkml:trace>
  <inkml:trace contextRef="#ctx0" brushRef="#br0" timeOffset="653.79">11707 1090 104 0,'2'-9'216'0,"0"3"-12"0,-2 6-25 15,-2-10-18-15,2 10-21 0,0 0-14 16,2-8-15-16,-2 8-13 0,0 0-12 0,0 0-3 15,4 24-5-15,-3-5-7 0,-1 0-11 0,4 7-1 0,-3 4-7 16,1-3-2-16,-5 1-5 0,3 2-6 0,-1-2-1 16,2-1-1-16,-5-8-4 0,7-1-2 15,-3-1-9-15,0-3 4 0,1-3-2 0,-2 1-3 16,1-12-3-16,-3 13 3 0,3-13 1 0,-1 10 13 16,1-10 16-16,0 0 9 0,0 0 7 0,-1 10 17 15,1-10 7-15,0 0-11 0,0 0-8 0,0 0-7 16,0 0-3-16,0 0-9 0,0 0-10 0,14-33-1 15,-4 20-12-15,2-2-4 0,7-3-2 0,2-2-9 16,2 3 1-16,3 1-7 0,1 3-3 0,0-1-1 16,-7 7-6-16,0 2 1 0,0 2-4 0,-3 1 1 15,-4 4-3-15,1 1-1 0,1 6 5 0,1-2-3 16,-3 5-1-16,-3 3 2 0,1 0 2 0,-4 1 0 16,-1 2-2-16,-3 0-4 0,1 6-15 0,-4-3-13 15,-1 4-16-15,-1-6-36 0,0-1-42 0,0 2-65 16,0-4-241-16,-2-5-472 0,0 1 209 0</inkml:trace>
  <inkml:trace contextRef="#ctx0" brushRef="#br0" timeOffset="859.43">12282 1294 80 0,'0'0'181'0,"0"0"-14"15,0 0-12-15,0 0 0 0,0 0-12 0,0 0-6 16,0 25-8-16,-2-15-12 0,0 3-18 0,1 2 2 16,1 2-15-16,0 0-5 0,-1 2-11 0,2 0-9 15,-1 0-32-15,-1-3-41 0,0 1-30 0,1-1-54 16,1-5-47-16,-2 2-107 0,1-13-270 0,-5 16 119 16</inkml:trace>
  <inkml:trace contextRef="#ctx0" brushRef="#br0" timeOffset="1009.58">12212 1024 5 0,'0'0'48'0,"7"-3"-37"0,-7 3-22 15,0 0-12-15,11 21 6 0</inkml:trace>
  <inkml:trace contextRef="#ctx0" brushRef="#br0" timeOffset="1329.88">12607 1445 132 0,'0'0'219'0,"12"-9"-2"0,-5 2-8 0,1-1-12 16,4 1-17-16,-5-1-17 0,2-3-5 0,-1 1-2 15,2 1-15-15,-2-2-3 0,1-2-18 0,-1 3-13 16,0-6-4-16,-3 7-6 0,-1-2-14 0,-2 1-3 16,-2 10-5-16,2-13-8 0,-2 13-8 0,1-13-5 15,-1 13-13-15,-9-9 1 0,0 7-9 0,9 2-7 16,-37 4-2-16,11 4-3 0,-7 4 4 0,0 1-2 16,7 4-6-16,1-1-1 0,2 2-4 0,6-5-4 15,5 2 4-15,1 10-1 0,7-11-1 0,4 3 1 16,2 3 2-16,7-5-3 0,11 6 4 0,2-2 0 15,10-1 0-15,4-5-3 0,15-1 2 0,1 4-13 16,0-10-28-16,-14 3-40 0,0-4-53 0,-9-1-53 16,3 4-64-16,-11-4-187 0,-4-1-460 0,-5 2 204 15</inkml:trace>
  <inkml:trace contextRef="#ctx0" brushRef="#br0" timeOffset="2234.48">9239 2101 44 0,'-3'-7'181'0,"3"7"-16"15,0 0-7-15,0 0-14 0,0 0-14 0,-4-5-8 16,4 5-16-16,0 0-19 0,0 0-9 0,0 0-7 16,0 0-9-16,0 0-3 0,0 0-11 0,0 0 6 15,-2 30-4-15,4-11 8 0,-2 6-3 0,-2 6 2 16,2 1 0-16,0 4-2 0,-2 8 1 0,2 3-8 16,-3-11 0-16,3 11 3 0,0 1 5 0,-2-2-11 15,1 2 9-15,-2-14-3 0,1 2 1 0,3-1-5 16,-4 1 0-16,5 10-1 0,-6-13-4 15,5 1 1-15,-1 0-3 0,0 0 3 0,1 0-1 16,-1 1 0-16,-1-4-4 0,1 1-4 0,4-1-1 16,-3 0-1-16,-1-4-3 0,3 1 2 0,-3-3 2 15,1-1-4-15,5 2 1 0,-5-7-3 0,-1 0-2 16,0-2 1-16,-1 2 1 0,0-4 6 0,2 0 0 0,-1-2 0 16,0-1 2-16,0 0-2 0,1-3-2 0,1 1 1 15,-2-10-6-15,-4 14-3 0,4-14 0 16,-1 13-1-16,1-13 0 0,-2 10-4 0,2-10 0 15,0 0 0-15,0 12-4 0,0-12 0 0,0 0-4 16,0 0 4-16,0 0-3 0,-3 9 1 0,3-9-2 16,0 0-9-16,0 0-16 0,0 0-22 0,0 0-20 15,0 0-27-15,0 0-26 0,0 0-46 0,0 0-59 16,0 0-75-16,-12 4-145 0,12-4-472 0,0 0 209 16</inkml:trace>
  <inkml:trace contextRef="#ctx0" brushRef="#br0" timeOffset="4084.35">9209 3428 47 0,'0'0'150'0,"4"-5"-7"0,-4 5 1 0,0 0-8 16,0 0-5-16,0 0-6 0,0 0-2 0,0 0-15 15,0 0-2-15,0 0-7 0,0 0-7 0,0 0-12 16,0 0-7-16,0 0-10 0,5-4-2 0,-5 4-5 16,0 0-9-16,0 0-4 0,0 0-6 15,0 0-6-15,0 0-1 0,0 0 3 0,14 4-6 0,-14-4-4 16,13 1 23-16,-7 2-3 0,3 0-3 0,1-1-6 16,0 1 1-16,2-1-8 0,-1 1 1 0,-2-1-9 15,3 2 3-15,-3-1-7 0,-3-1 7 0,1 2-10 16,0 0-1-16,0-1 0 0,-4 3 2 0,0 0-6 15,1 3 1-15,-7-1 2 0,1 3 5 16,-6 1 0-16,-5 3 2 0,-1-1 3 0,-5 6-1 16,-5-1 4-16,-2-1 2 0,1-1-3 0,2 2-3 0,-2-4 7 15,4-1-11-15,5-1 1 0,0-2 0 0,-2 2-3 16,4-1 1-16,1-1-3 0,4-2-5 0,0 0 4 16,-1 3-2-16,2 1-1 0,2-3 2 15,3 1-2-15,1 1-3 0,3-1-1 0,-1 0 8 16,2-1-6-16,2 0 1 0,1 0 0 0,-1 1 1 15,3-2 0-15,2 1-2 0,-3-1-2 0,2 1-1 0,-1-2 2 16,2 1-3-16,-1 0 2 0,0 0 1 0,-1 1-2 16,1-1 0-16,-3-2-2 0,0-1-1 15,-1 2 2-15,-1 0 0 0,0 0-2 0,-1 0 3 16,-2 0-2-16,-2 1 0 0,1 1 3 0,0-1 0 16,-2 0-2-16,-1 1 0 0,-1 0 1 0,1 0-1 15,-1 1 1-15,-1-2-1 0,0 2 2 0,0-1-3 16,0 2-2-16,1-4-1 0,0 3 2 0,1-2 3 15,2 1-1-15,-2 1 0 0,5 0-1 0,-4 0 1 16,5 0 2-16,-1 2-1 0,0-3 2 0,4 2-3 16,4 2 3-16,1 0-2 0,3 1 2 0,6 5-4 15,-3-8 3-15,6 6 2 0,1-1 0 0,-6-5 0 16,0-1 2-16,1 2-1 0,-3 0-3 0,-1-1 2 16,-1-1-2-16,-4-3 1 0,-1 3-2 0,-3-3-2 15,1 1 5-15,-2 0-4 0,-4 2 2 0,0 3-1 16,-5-1-1-16,0 3 3 0,-4-2 1 0,0 0-1 15,-3-3 0-15,-3 5 4 0,0-2 3 0,0-5 4 16,-1 4-1-16,-2-3 2 0,3 2 1 0,-2-2-4 16,3 0 0-16,-1 0-2 0,5-2-3 0,1 1 0 15,0-1 1-15,1 1-3 0,2-2-1 0,0 1 1 16,3 2-2-16,-4-3-1 0,2 2-5 0,5-9 5 16,-4 11 2-16,4-11-3 0,0 14 0 0,0-14-2 15,0 14 2-15,0-14-1 0,2 14 4 0,-2-14-2 16,2 12 0-16,-2-12 3 0,5 11 0 0,-2-5-6 15,-3-6-12-15,7 11-6 0,-7-11-9 0,7 8-13 16,-3-3-16-16,-4-5-14 0,6 8-20 0,-6-8-28 16,0 0-39-16,13 9-45 0,-8-7-190 0,-5-2-424 15,0 0 188-15</inkml:trace>
  <inkml:trace contextRef="#ctx0" brushRef="#br0" timeOffset="4840.31">9185 4901 39 0,'0'0'73'0,"1"-9"1"16,-1 9 5-16,0-10 1 0,1 3 14 0,-1 7 4 16,0-11 7-16,0 11-1 0,0-8 8 0,0 8 9 15,0 0 3-15,-1-10-3 0,1 10-3 0,0 0-10 16,0 0-7-16,0-9-5 0,0 9-12 0,0 0-8 15,0 0-8-15,0 0-11 0,0 0-7 0,0 0-1 16,0 0-2-16,0 0 3 0,-10 37 5 0,3-10 2 16,2 3 8-16,0-1-2 0,-1 6 2 0,0 11 2 15,0-1-8-15,-2 3-1 0,2 0-4 0,1 1-3 16,1-3-1-16,1 2-7 0,1 4 2 0,1-1-7 16,-2-1 1-16,2-3-5 0,-4-11 1 0,2 9-3 15,3-13-4-15,-1 2 0 0,0-3-5 0,2 0-2 16,3-2-3-16,-2-3 2 0,1 0-3 0,-2-7 5 15,0 6-2-15,-1-5-6 0,0-3-5 0,-1 1-7 0,2-1-23 16,-3-2-15-16,0-2-21 0,1-2-30 16,0 1-30-16,0-1-35 0,-2-1-45 0,1-3-44 15,0 1-151-15,2-8-425 0,0 0 187 0</inkml:trace>
  <inkml:trace contextRef="#ctx0" brushRef="#br0" timeOffset="6555.76">9059 5923 38 0,'-14'-2'178'0,"-4"2"-11"15,0 2-10-15,-2 0-5 0,-2 4-13 16,3-3-2-16,-3 4-15 0,-3 5-10 0,-1-1-8 16,3 3-8-16,1 5-9 0,1-1-8 0,-1 5 0 0,2 7 2 15,-1 1-2-15,-2 11 2 0,9-9-7 0,0 2-6 16,0 9-4-16,1 2-8 0,7-14-7 15,3 3-4-15,2 1-4 0,2-3-5 0,1 2-1 16,1-1-4-16,1-3-1 0,6-1-5 0,-3 0-2 16,1-2-2-16,2 3 6 0,2-7 1 0,5 0 3 0,0 2-4 15,1-4-1-15,3-4 7 0,2 0 6 0,5-5 7 16,1 1-5-16,3-5 6 0,-1-3-4 0,8-2-2 16,-2-1-1-16,0-6-2 0,1 0-5 0,13-4 1 15,-2-4-3-15,-1-1-3 0,-10 2-2 16,-1-2-1-16,10-4-1 0,-11 2-7 0,-2-4 3 0,10-7-4 15,-12 4-1-15,8-7 0 0,-10 5-3 0,3-12 3 16,0-2-2-16,-8-4 1 0,-2-2-8 0,-4 1 2 16,-6-1 0-16,-2-3-2 0,-6 1-4 15,-5-4 3-15,-8 2-2 0,-4 0 0 0,-5 1-3 16,-7 5-2-16,-7-1-1 0,-3 5 0 0,-6 3 0 0,-7 2 1 16,-3 4-3-16,-5 6 0 0,3 4-4 0,-8 7 1 15,-3 5-1-15,0 4-23 0,3 7-13 0,-1 5-6 16,-3 4-15-16,4 2-15 0,1 7-21 15,2 0-26-15,2 2-38 0,6 0-34 0,2 4-34 16,5-3-136-16,14-3-400 0,5-3 176 0</inkml:trace>
  <inkml:trace contextRef="#ctx0" brushRef="#br0" timeOffset="6947.2">7881 5753 135 0,'0'0'201'16,"-9"-4"-19"-16,9 4-16 0,0 0-19 0,-9-3-11 15,9 3-4-15,0 0-8 0,0 0-12 0,23-7-5 16,-5 5-14-16,1-1-7 0,11-2-10 0,-4 3-7 15,2 0-22-15,-6 2-26 0,-3 0-35 16,1 2-31-16,-3-2-36 0,-4 2-32 0,-1 1-32 0,-3 1-95 16,-4-1-259-16,-1 0 115 0</inkml:trace>
  <inkml:trace contextRef="#ctx0" brushRef="#br0" timeOffset="7130.66">8028 5631 98 0,'-3'-7'226'0,"3"7"-12"0,-5-10-20 0,5 10-17 0,-2-5-19 16,2 5-18-16,0 0-18 0,-4-7-15 0,4 7-6 16,0 0-11-16,0 0-8 0,0 0-13 0,3 30-2 15,-6-12-9-15,0 6-2 0,-1 3-12 0,3 1-20 16,-1 3-27-16,-2 0-22 0,0 1-38 16,3 4-21-16,1 10-28 0,0-1-31 0,0 1-124 0,0 2-288 15,0-13 128-15</inkml:trace>
  <inkml:trace contextRef="#ctx0" brushRef="#br0" timeOffset="7368.16">7922 7299 236 0,'-8'1'256'0,"8"-1"-24"0,0 0-24 0,0 0-20 16,0 0-20-16,0 0-18 0,32-5-14 0,-10-1-27 15,7-1-27-15,4 1-26 0,3 1-36 0,4-1-35 16,-3-2-46-16,2 2-49 0,11-4-55 0,-15 3-84 16,-1 0-269-16,-3 2 119 0</inkml:trace>
  <inkml:trace contextRef="#ctx0" brushRef="#br0" timeOffset="7887.02">7463 6335 197 0,'-5'-11'253'0,"1"2"-16"0,2 0-8 0,-1 4-22 16,3 5-24-16,-3-9-20 0,3 9-22 0,0 0-12 15,0 0-9-15,0 0-8 0,0 0-11 0,0 0-9 16,15 28-6-16,-5-13-8 0,-3 1-6 0,4 0-5 0,4 6-6 16,-5-5-7-16,-1 0-2 0,3 0-7 15,0 4 4-15,-3-4-9 0,4-2-4 0,-4 1 1 16,3-2-9-16,-2-1 2 0,-3-2-4 0,0-1-2 16,-1 0-2-16,2-3-1 0,-3-1-2 0,0 0-3 0,0 0-2 15,0 1 2-15,-1-4 4 0,-4-3 5 0,8 4 8 16,-8-4 4-16,0 0-1 0,11-11 0 15,-5 2-3-15,0-7-3 0,1-8-4 0,4-3-1 16,-1-2-5-16,0-2-6 0,0 0 3 0,-1-2-3 16,-2 1 0-16,0 1-4 0,1 1 0 0,-3 4-6 0,-1 5 2 15,0 4-16-15,-2-2-8 0,1 9-17 16,-2 0-19-16,0 2-28 0,-1 0-44 0,0 8-48 16,0 0-12-16,0 0-6 0,0 0-12 0,0 0-14 15,0 0-144-15,7 36-391 0,-7-17 173 0</inkml:trace>
  <inkml:trace contextRef="#ctx0" brushRef="#br0" timeOffset="8189.71">7949 6482 121 0,'0'0'226'0,"0"0"-12"16,0 0-8-16,0 0-18 0,0 0-14 0,0 0-11 0,-18-12-16 15,18 12-10-15,0 0-13 0,-19 6-11 0,12-3-13 16,-2 0-9-16,2 2-9 0,2 1-3 15,-1 3-9-15,1-1-9 0,0 0-9 0,3 1 0 16,2 0-3-16,2 1-9 0,3-3-4 0,0 3 0 16,3 0-5-16,1-2-3 0,5 2-2 0,-4-1-3 0,4 0-1 15,-3-1-5-15,-1 0-2 0,2-1 0 16,-2 0 0-16,-4 0-4 0,2 1 0 0,-2-5 1 0,-2 3-4 16,0 0 0-16,-2-1-3 0,-2-5 2 15,3 11-1-15,-3-11 1 0,-4 11 5 0,-1-7-5 16,0 1 0-16,-5 1-12 0,-1-2-14 0,2 1-9 0,-1-3-12 15,-1 1-21-15,-2 0-29 0,1-3-25 0,3-1-44 16,-1-4-48-16,-1 2-148 0,0-3-386 16,4-1 171-16</inkml:trace>
  <inkml:trace contextRef="#ctx0" brushRef="#br0" timeOffset="9314.04">7973 3892 43 0,'-3'-13'196'15,"3"13"-8"-15,0-8-1 0,0 8-10 0,-4-11-10 16,4 11-12-16,-1-8-15 0,1 8-15 0,0 0-20 15,0 0-15-15,0 0-7 0,0 0-9 0,0 0-11 16,0 0-1-16,0 0 4 0,-1 36-7 0,0-17 0 16,-3 1-2-16,0 6-2 0,0 1 19 0,0-1-7 15,1 0-5-15,-1-7-2 0,1 0-8 0,1 6-4 16,-1-6-3-16,2-2-6 0,-4 0-5 0,3-1 2 16,0-1-6-16,1 1-3 0,-1-2-2 0,1-2-2 15,1 1-1-15,-1-1-2 0,1-2 0 0,-2 0-23 16,1 2-13-16,0-3-16 0,0 1-21 0,-2-2-15 15,0 2-23-15,0-1-18 0,3-9-43 16,-8 13-31-16,4-8-26 0,-2 3-112 0,6-8-346 0,-12 5 154 16</inkml:trace>
  <inkml:trace contextRef="#ctx0" brushRef="#br0" timeOffset="9668.34">7982 3840 79 0,'11'-15'146'0,"-2"5"0"0,0 1-18 0,2 3-1 0,0 1-11 16,-2 1-9-16,-1 2-12 0,-8 2 11 0,16 2-23 15,-16-2-3-15,14 9-2 0,-5-2 5 16,-5 3-7-16,0 2-3 0,-3 0-8 0,0 0-3 16,-2 4-7-16,-3 0-6 0,-2 1-7 0,-5 8 0 15,-1-10-6-15,-1 0 0 0,0 0-2 0,-1-2-4 16,-2-1-8-16,2-2 5 0,0-1-13 0,3-2 12 15,1-2-3-15,3-1-4 0,-2-1-3 0,2 0 2 16,1-2-1-16,6-1-3 0,-13 0 1 0,13 0 0 16,-8 1 3-16,8-1 3 0,0 0-7 0,-10 0-1 15,10 0-5-15,0 0-3 0,0 0-1 0,0 0 1 16,0 0-4-16,0 0 0 0,10 17 1 0,-2-10 3 16,1 2-6-16,5 0 4 0,-2 4-1 0,1 1 2 15,2-4-1-15,1 4 0 0,0-2-3 0,0-1-14 16,-2 3-33-16,4-1-40 0,3 2-35 0,-5-4-50 15,2 0-140-15,-9-3-337 0,4 1 149 0</inkml:trace>
  <inkml:trace contextRef="#ctx0" brushRef="#br0" timeOffset="9983.07">8286 4136 222 0,'-8'-8'208'0,"8"8"-13"15,-6-7-18-15,6 7-18 0,-9 0-11 0,9 0-19 16,-10 6-11-16,5-2-11 0,0 1-11 0,-2 2-8 16,1 3-8-16,-1 0-6 0,2-2-8 0,3 2-7 15,0 0-8-15,2 1-4 0,2 0-4 0,2 0-4 16,-1-1-3-16,3 0-4 0,-1-1-5 0,4 1 2 16,2 2-6-16,-2-2-3 0,0-2-1 15,0 1 0-15,-1 0-5 0,-3 0 3 0,0-2-6 0,1 1-4 16,-2 0 3-16,-4-8 4 0,3 14-7 0,-3-14 1 15,-4 13 1-15,0-5 1 0,-2 1-4 0,-2-1 4 16,-1-2-1-16,-1 2-3 0,-2-3-1 16,1-1 1-16,-2 2-6 0,1-2-16 0,0-1-10 15,0 0-12-15,1-1-16 0,-2 0-23 0,13-2-46 16,-18 3-55-16,8-1-147 0,10-2-352 0,-22-1 156 16</inkml:trace>
  <inkml:trace contextRef="#ctx0" brushRef="#br0" timeOffset="13486.21">12171 2473 52 0,'-6'-3'167'16,"6"3"-9"-16,-11-2-3 0,11 2-8 0,-10-2-11 16,10 2-17-16,0 0-9 0,-6-3-13 0,6 3-7 15,0 0-9-15,0 0-17 0,33-2 4 0,-3 1-2 16,8 1-11-16,14-1-10 0,6-1 3 0,7-2-11 15,0 3-2-15,2-2-3 0,31 0 1 0,-33-1-5 16,0 3-4-16,-2-4-3 0,-3 2 0 0,-1 4-3 16,-4-3-4-16,-18 0 7 0,1 2-12 0,-4-3 4 15,-3 3 0-15,0-2-2 0,-12 1 1 0,1-2-8 16,-7 5 3-16,0-2-3 0,-4-3 3 0,1 4 3 16,-10-1 5-16,9 0 6 0,-9 0 2 0,8-1 3 15,-8 1 4-15,0 0-1 0,0 0-2 0,0 0 1 16,0 0-4-16,0 0-3 0,0 0-7 0,0 0 1 15,-17 10 0-15,7-3 1 0,-3 0-3 0,-2 2-1 16,-1 1-5-16,0 1 3 0,2 0-4 0,-1 0-2 16,1 0 2-16,1 3-4 0,-1-2-14 0,3 1-8 15,-1 0-26-15,0 2-24 0,3-1-32 0,-1-1-31 16,6-2-31-16,-1 1-145 0,-1-1-333 0,1-1 147 16</inkml:trace>
  <inkml:trace contextRef="#ctx0" brushRef="#br0" timeOffset="13687.84">13187 2355 153 0,'-5'-17'191'0,"-3"-1"-8"0,3 3-3 0,-4-1-12 16,4 5-8-16,-3-3-10 0,1 3-13 0,0 0-17 15,2 4-9-15,1-2-16 0,0 4-8 16,1 0-11-16,3 5-26 0,-6-7-36 0,6 7-37 15,0 0-34-15,-4-6-18 0,4 6-12 0,0 0-29 16,0 0-21-16,0 0-93 0,0 0-250 0,4 31 111 16</inkml:trace>
  <inkml:trace contextRef="#ctx0" brushRef="#br0" timeOffset="13920.53">12432 2642 115 0,'-9'-1'175'0,"9"1"-12"0,0 0-19 16,0 0-12-16,0 0-14 0,0 0-11 15,0 0-11-15,41 1-8 0,-11-2-16 0,5 2-18 0,1-1-31 16,-3 1-30-16,3-1-22 0,-4 2-37 0,-1-1-27 15,-2 1-89-15,-8-1-198 0,-4 3 88 0</inkml:trace>
  <inkml:trace contextRef="#ctx0" brushRef="#br0" timeOffset="14290">12668 2673 2 0,'-6'5'113'0,"6"-5"3"0,-3 13-3 0,3-4 7 15,-2 1 4-15,-2 7 0 0,1-2 9 0,1 2-13 16,2-1-10-16,-4 0-7 0,4 2-4 0,-3-3-5 16,1 4-5-16,1-2-10 0,1-2-5 0,-2 2 1 15,2-3-9-15,0-3-3 0,-2 1-7 0,2-2-6 16,0 1-2-16,-4-1-7 0,4-10-4 0,0 0 0 16,0 27-4-16,0-27-4 0,-2 13-4 0,2-13-2 15,-5 13 0-15,5-13-2 0,-6 10-2 0,2-6 1 16,4-4-5-16,-10 6-5 0,10-6-6 0,-13 3-6 15,13-3-5-15,-17 0 1 0,17 0-3 0,-21-3 0 16,11 0 3-16,10 3 0 0,-13-3-2 0,13 3 2 16,-9-2 3-16,9 2 1 0,-11-4-6 0,11 4 5 15,0 0-3-15,0 0-2 0,0 0 2 0,0 0 3 16,0 0-1-16,0 0-3 0,0 0 3 0,0 0 0 16,0 0-3-16,0 0-6 0,51-2-4 15,-33 3-6-15,3-2-21 0,1 1-21 0,1 1-18 0,-1-1-29 16,-2-1-32-16,1 2-19 0,-2-2-91 15,-5-1-274-15,6 2 121 0</inkml:trace>
  <inkml:trace contextRef="#ctx0" brushRef="#br0" timeOffset="14746.17">12917 2907 16 0,'3'-9'189'0,"-3"9"-12"16,0 0-24-16,0 0-18 0,0 0-7 0,0 0-13 16,0 0-1-16,0 0-11 0,0 0 1 0,0 0-9 15,-3 38-1-15,1-27-8 0,2-2-7 0,0-9-6 16,-2 23-7-16,2-7-7 0,-2-4-5 0,1 0-4 16,1-12-8-16,-1 22 3 0,1-12-5 0,-3 2-4 15,3-2 0-15,0 1-2 0,0-11 3 0,-2 13-6 16,2-13 2-16,-2 12-8 0,2-12 1 0,-4 11-6 15,4-11 3-15,0 0 4 0,-2 10 1 0,2-10 7 16,0 0 10-16,0 0 7 0,-3 9 7 16,3-9-1-16,0 0-1 0,0 0-7 0,0 0 0 0,0 0-8 15,0 0-1-15,0 0-9 0,0 0 0 0,-5-34 2 16,5 34-4-16,9-20-5 0,2 7-5 16,1 1-3-16,3-1-2 0,-2 4-1 0,4-2-3 0,-2 5-4 15,-1 2-2-15,-1 1-2 0,1 2 4 0,-1 1-6 16,-1 0 1-16,-1 2 0 0,-2 2 0 0,2 0-4 15,-4 0-2-15,0 1 4 0,-7-5 4 0,10 11-10 16,-8-2 4-16,-2-9 2 0,-2 16 3 16,-2-5-4-16,-3-3 1 0,1 2-12 0,-1-1-12 0,-5 0-16 15,2-1-18-15,-6 1-17 0,4-2-21 16,0-3-37-16,-5 2-27 0,2-2-35 0,-3 0-29 16,1-2-126-16,-2-2-378 0,5 0 167 0</inkml:trace>
  <inkml:trace contextRef="#ctx0" brushRef="#br0" timeOffset="17531.05">9266 6656 81 0,'-2'-4'147'0,"2"4"-5"15,-4-10 3-15,4 10-10 0,-3-8-8 0,3 8-15 16,-3-7-9-16,3 7-13 0,0 0-14 0,0 0-5 16,0 0-5-16,0 0-9 0,0 0 18 0,-9 16-4 15,9-4-3-15,-2 5-2 0,1 10 9 0,-2 2 4 16,1 4-4-16,-1 12-2 0,-3 3-8 0,0 1-3 16,4 2-1-16,-3-3-7 0,1 0-3 0,1 1-2 15,-3 1-4-15,2 0-2 0,1-4-8 0,-1-11 2 16,1 13-1-16,3-2-5 0,0 0-3 0,3-1 0 15,-3 0-1-15,1 2 2 0,3-1 1 0,-4 2-3 16,2 0-4-16,5-5 2 0,-3-6-2 0,4 8 0 16,-3-9-3-16,1 12-4 0,-5-2-1 0,3-11 0 15,4-2-1-15,-3 1-2 0,-1-3-2 0,0 4 0 16,3-3 0-16,-4 2 0 0,-2-2 2 0,4 1 0 16,-5 0 1-16,3-2-3 0,-3 2 1 0,2 0 1 15,-2 1 3-15,2-5 1 0,-1 3 0 0,-1 0-1 16,0-4 6-16,1 1-3 0,-2-3 1 0,0 0-4 15,-1-6-1-15,1-1 0 0,0 0-3 0,-1-1-1 16,2 0 2-16,-1-3 2 0,-1-2 1 0,2 0-3 16,-2-3-1-16,2 0-1 0,-1-2 4 0,1 0-7 15,0-8 3-15,-1 11 2 0,-2-6-1 0,3-5 3 0,0 0-1 16,0 9 4-16,0-9 4 0,0 0 16 0,-1 9-3 16,1-9 1-16,0 0 3 0,0 0-2 15,0 0-2-15,0 0-3 0,0 0 2 0,2 7 1 16,-2-7-7-16,0 0-6 0,0 0 3 0,0 0-6 0,0 0-1 15,0 0-1-15,0 0-5 0,0 0 1 0,0 0 8 16,0 0-15-16,0 0-2 0,0 0-8 16,0 0 5-16,7 4 0 0,-7-4-2 0,0 0-3 15,15-2 14-15,-2 2-14 0,-3-1 2 0,4 1-2 0,-1-1 1 16,7-1 10-16,-2 2-9 0,5 0-1 0,5-3 0 16,3 3 4-16,2-1-1 0,6 1-2 0,0 1 1 15,15-1 0-15,-3 2-1 0,0-1-2 0,-1 2 1 16,3 0 2-16,-4-1-1 0,4 3 3 0,4-2-3 15,3 0 6-15,0-1 0 0,6 3-3 0,27 3-6 16,-29-8 8-16,30 4-4 0,-26 1 5 0,28-4-3 16,-3 0-1-16,0 2 0 0,-2-1 2 0,2 0 1 15,1 1-2-15,-1-2 2 0,6-1-4 0,0 1 3 16,2 0-3-16,-2-2 2 0,3 5 1 0,4-3 1 16,2 0-3-16,5 0 0 0,5-1 3 0,-1-2-1 15,4 4 0-15,1-3-3 0,1-4 7 0,3 4-2 16,2 0-4-16,-3 0 0 0,5 0 0 0,0 0-2 15,-1 0-2-15,2-1 4 0,-4 4 2 0,7-4-2 16,-4 0 1-16,2 4 0 0,-4 0-2 0,1-2 4 16,0 2-1-16,2 2-1 0,1-1 0 0,-3 1-1 15,1 5-1-15,-4-6 0 0,0 0 4 0,1 2 0 0,1-3-2 16,1 2 0-16,3 2 11 0,-9-1-16 16,-3-1 3-16,2 3 7 0,2 1-4 0,-2-4-3 15,2 3 1-15,0-5 1 0,3 3-3 0,-7-2 4 16,1 0-2-16,-3 0 0 0,4 0 2 0,-4-2 4 15,1 4 6-15,-1-4-16 0,3-2 2 0,-10 3 6 16,3-5-3-16,4 5 1 0,-5-3 14 0,-1 1-18 16,-4-1 0-16,0 1 3 0,-9-3 1 0,1 2 0 15,-3 0 7-15,-4-1-6 0,-2 1-1 0,1-2 3 16,-31 2-3-16,5-3 2 0,24 2-3 0,-28-2 5 0,2 2 1 16,25-1-1-16,-26 1-4 0,1 0 6 15,-2 0-6-15,1 1 2 0,3-3-5 0,-2 2 7 0,-2-1-3 16,-1 0-2-16,-4 1 6 0,-4 0-8 15,-16 0 17-15,1 1-15 0,-1 0 1 0,0-2 0 0,-5 1-1 16,0-2 6-16,-3 4-10 0,-8-2 2 0,1 1 3 16,-2 0 0-16,-1-2-3 0,1 3 5 15,-3 0-1-15,0-1-3 0,-3 2-2 0,-2-2-2 16,-2 1-14-16,0 0-10 0,-10 0-8 0,13 0-10 0,-7-1-10 16,-6 1-7-16,10 0-9 0,-10 0-17 0,0 0-28 15,7-3-23-15,-7 3-28 0,0 0-36 0,0 0-40 16,0 0-186-16,0 0-466 0,-18-11 206 15</inkml:trace>
  <inkml:trace contextRef="#ctx0" brushRef="#br0" timeOffset="20260.2">16038 2064 53 0,'0'0'78'0,"-6"-4"-12"15,6 4-2-15,0 0-2 0,0 0-3 0,0 0-2 16,0 0 4-16,25 2-10 0,-7-2 1 15,10 0 1-15,0 2-8 0,3-1 5 0,4 0-10 0,2-2-9 16,1 1 5-16,17-3-8 0,-3 3 1 16,3-5-2-16,-1 3-2 0,2 2 5 0,-2-4-9 0,-2 1 5 15,-2 1 2-15,-10-1-12 0,10-1-1 0,-13 4 3 16,2-1 1-16,-6-1 0 0,-1 1-12 0,-1 0 3 16,-3-2 2-16,-8 2-1 0,0-1 0 15,-1 2-3-15,-6 1-2 0,-3-2 3 0,-1 0 1 16,-1 1 0-16,-8 0 9 0,13-1 9 0,-13 1 3 15,11 1 5-15,-11-1 9 0,6 1 4 0,-6-1 3 16,0 0 0-16,0 0-4 0,9 1 0 0,-9-1-6 16,0 0 7-16,0 0 26 0,0 0-7 0,0 0-6 15,0 0-6-15,0 0-4 0,0 0-6 0,0 0-3 16,0 0-9-16,0 0-5 0,0 0 3 0,0 0-8 16,0 0 1-16,0 0-1 0,0 0-7 0,0 0-1 15,0 0-6-15,0 0 2 0,0 0-4 0,0 0-6 16,0 0 4-16,0 0-5 0,0 0 1 0,0 0 3 15,7 10 1-15,-7-10-3 0,0 0 2 0,-4 21 0 16,3-10-1-16,-2 1-5 0,2-1 6 0,1 6-6 16,0-1 1-16,0 5 2 0,-2-3-2 0,4 10 6 15,-1-1 3-15,-1 1 2 0,0 1 1 0,-1 2-4 16,1 1 6-16,0-2 0 0,-2 4 3 0,4-3-1 16,0 1 1-16,-3 3 6 0,2-3 1 0,1 3 2 15,-1-3-2-15,-1 0 1 0,3 1 0 0,-1 1-1 16,2 1 1-16,0-1-1 0,-2 0-3 0,1 1-1 15,2-1 5-15,-4 0-3 0,4 18 7 0,-2-5 0 16,-3-14-3-16,2 13 0 0,0-11-9 16,-4 9 13-16,4-11-2 0,-5-1 0 0,3 1-3 15,1 13 2-15,-1-12-3 0,0-2-4 0,2 0 14 16,-2-1-3-16,0-2-4 0,0 2 5 0,1-4-9 16,-1-1-1-16,2 2-2 0,0-1-1 0,-1-2-5 15,1 2 4-15,-2-2-2 0,2-5-1 0,2 8-2 16,-4 1 7-16,1 0 1 0,0 2 11 0,1 0 6 15,-2 1 9-15,-3-4-4 0,3 4-2 0,0-2-3 16,-1 0 1-16,1 5 0 0,-2-6-6 0,2 1-3 16,-2 1-12-16,0-3 6 0,1 2 1 0,-5 2-3 15,6-3-5-15,-1-2 1 0,1 2 2 0,-2 1-2 16,2-3-3-16,2-1 7 0,-4-2-7 0,2 0 2 16,0-4 2-16,2 5-5 0,-2 2 3 0,-2-9-5 15,4 1-3-15,-2-2 1 0,0-17-3 0,0 26-1 16,0-14-3-16,0-12 7 0,3 23-5 0,-3-23 8 15,2 18-2-15,-2-18 0 0,0 0-5 16,0 17 6-16,0-17-1 0,0 0-2 0,0 0-3 0,0 0 7 16,0 0 2-16,1 16-1 0,-1-16-2 15,0 0 1-15,0 0 1 0,0 0-3 0,0 0 6 16,0 0-8-16,0 0-5 0,0 0 6 0,0 0-2 16,0 0-2-16,0 0 0 0,0 0-13 0,0 0 8 15,0 0 8-15,4 14-3 0,-4-14-4 0,0 0 1 16,0 0 3-16,0 0 0 0,0 0-5 0,0 0 1 15,0 0 7-15,11 10-6 0,-11-10 2 0,0 0 5 0,16 6 4 16,-16-6-9-16,18 5 1 0,-18-5 5 16,23 4-10-16,-11 0 16 0,6-4-9 0,-18 0-9 15,31 0-1-15,-13 1 4 0,0 1 5 0,2-2-3 16,1 1 7-16,6-2-3 0,1-1-6 0,2 1 2 16,2-3 0-16,4-1 0 0,0 2-4 0,1-1 5 15,-1-1-4-15,1 1-2 0,1 0 6 0,2 1-9 16,12-2-11-16,-1-2 18 0,0 3-1 0,2-2-8 15,-2 3 12-15,2-1-2 0,-1-2-3 0,1 1-2 16,1 2-3-16,2 1 6 0,3 0-5 16,1-3-7-16,4 0 14 0,0 5 0 0,0-4-1 15,1 3-4-15,-1-4 5 0,28 5-4 0,-31-1 2 16,1 0-1-16,0-3 3 0,-2 1-5 0,3 1 5 0,-6 0-3 16,5 1-4-16,-4-4 1 0,1 2 5 0,-4-3-4 15,3 1 9-15,-1-2-11 0,-2 0 14 0,-1 2-10 16,-3-1 4-16,0 5-5 0,-11 0 4 15,12-5-4-15,-15 3 0 0,3 1 0 0,-2 0 8 0,0-1-2 16,-2 0-1-16,3-1-3 0,-1 0 1 16,-1 1 0-16,-1-1-11 0,-2 1-7 0,-4-1 23 15,0 0-11-15,1 2 12 0,-2 0-10 0,-7 1 10 16,6-2-4-16,-8 2 0 0,0 1-8 0,-1-1 8 16,-19 1 2-16,31-4 4 0,-18 4 0 0,-13 0 4 15,24-3 0-15,-24 3-8 0,27-4 7 0,-15 4 1 16,-12 0-3-16,23-3 0 0,-23 3 3 0,23-2-7 15,-23 2 2-15,16-2 1 0,-16 2 3 0,0 0-7 16,0 0 2-16,23-1 0 0,-23 1 0 0,0 0-14 16,0 0 10-16,14-3-3 0,-14 3 1 0,0 0 2 15,0 0 0-15,0 0-12 0,0 0-13 0,0 0-12 16,0 0-32-16,0 0-24 0,0 0-28 16,15-5-35-16,-15 5-44 0,0 0-51 0,0 0-82 0,0 0-282 15,0 0-662-15,0 0 293 0</inkml:trace>
  <inkml:trace contextRef="#ctx0" brushRef="#br0" timeOffset="22644.31">21012 1619 5 0,'-9'-4'121'15,"9"4"-12"-15,0 0-4 0,-18-5-11 0,18 5-10 16,-10-3-5-16,10 3-2 0,-12-2-6 0,12 2-6 16,0 0-1-16,-13 0-4 0,13 0-6 0,0 0-10 15,-12-1-3-15,12 1-5 0,0 0-7 0,0 0 4 16,0 0-6-16,-8 3 23 0,8-3-4 0,0 0 5 16,0 0 0-16,33 14 3 0,-6-9-4 0,10 1-2 15,18-5-6-15,3 4-3 0,34 2 1 0,0-7-5 16,6 0-5-16,3 1-1 0,0-4-15 15,4-2 12-15,-3 1 6 0,-2 4-7 0,-1-6 0 0,-2 6-1 16,-2-7-5-16,-29 5 2 0,-1 2-4 16,-1-3 3-16,-3 6-2 0,-5-7-6 0,-2 5-1 15,-20-2-3-15,-2 3 0 0,-2-3 1 0,-11 2-3 16,-1 1 0-16,0-2-15 0,-7 1-19 0,-11-1-17 16,0 0 0-16,17 0-7 0,-17 0-17 0,0 0-18 15,0 0-32-15,0 0-39 0,-31 15-84 0,3-10-263 16,-3 1 117-16</inkml:trace>
  <inkml:trace contextRef="#ctx0" brushRef="#br0" timeOffset="23171.07">20850 1639 15 0,'0'0'40'0,"0"0"-5"15,-12-2-2-15,12 2-2 0,0 0-8 0,0 0 8 16,0 0-15-16,0 0-14 0,0 0-8 0,0 0-12 15,-6-5-16-15,6 5-36 0,0 0 15 0</inkml:trace>
  <inkml:trace contextRef="#ctx0" brushRef="#br0" timeOffset="23840.18">20974 1649 40 0,'0'0'86'0,"0"0"-8"16,0 0-1-16,0 0-5 0,-39 7 5 0,26-7-7 16,-4 1-3-16,-1 1 1 0,-1-2-14 0,-2 3 14 15,0-4-11-15,-6 4 1 0,5-1-9 0,-6 1 3 16,0-1-10-16,0 2 1 0,6-3 1 0,-1 4-2 15,2-3-9-15,-5 3 4 0,5-2-15 0,3-2 11 16,-3 2 3-16,1 0-6 0,1 0-1 0,0 1 3 16,2 0-9-16,0-3-12 0,9 2 11 0,-4 0 9 15,2-2-12-15,-1 1 1 0,11-2-12 16,-17 4 4-16,17-4 2 0,-14 3 4 0,14-3-4 16,-10 0-6-16,10 0 0 0,0 0 4 0,-10 4-4 15,10-4 11-15,0 0-4 0,0 0 3 0,-8 4-1 16,8-4 4-16,0 0 1 0,0 0 1 0,0 0 0 15,0 0-3-15,0 0 5 0,0 0-1 0,0 0-3 16,0 0 1-16,0 0-6 0,-12 2 2 0,12-2-3 16,0 0-10-16,0 0 11 0,0 0-4 0,0 0-1 15,0 0-5-15,0 0-3 0,0 0 1 0,0 0 0 16,0 0 0-16,0 0 1 0,0 0-5 0,0 0 2 16,0 0 1-16,0 0 0 0,11 22 3 0,-11-22-3 15,2 16 5-15,2-6-2 0,-1 2-1 0,0 0 1 16,0 5 5-16,2-1 0 0,0 2 2 0,0 1 1 15,7 5 6-15,-4-2 0 0,-5 3 2 0,9 2-1 16,-5-2-7-16,1 2 6 0,0 2 0 0,-1-1 8 16,2 4-2-16,-3 4 1 0,4 14-6 0,-5-16 9 15,-3-1 1-15,2 2 6 0,-4-1-9 16,4 0-1-16,-3-1-1 0,-3-5-2 0,3-1 2 16,-2-3-5-16,1 1-1 0,-1-7 1 0,1-4-3 0,-2 0-1 15,1-4-3-15,0 0-2 0,1-10 4 0,-2 17-4 16,2-17 1-16,-2 11 3 0,2-11-7 15,-3 7 5-15,3-7 0 0,0 0-4 0,0 0-11 16,0 0-19-16,0 0-21 0,0 0-15 0,0 0-27 16,0 0-24-16,0 0-33 0,0 0-29 0,0 0-26 15,0 0-137-15,0 0-359 0,0 0 160 0</inkml:trace>
  <inkml:trace contextRef="#ctx0" brushRef="#br0" timeOffset="24341.21">20216 2477 160 0,'-32'8'170'0,"-2"1"-3"0,0 3-8 15,1 1-7-15,0 2-9 0,1 4-10 0,2-1-10 16,0 6-13-16,-5 8-7 0,8-6 3 0,-6 8-5 0,9-6-2 15,1 3-13-15,-1 7-7 0,6-6-6 0,4 1-7 16,2 0-5-16,5 2-1 0,1 13 2 16,6-12-14-16,6 9-4 0,1-9 1 0,2-2 1 15,1-1-3-15,3 3 1 0,4-7-5 0,1 2 0 16,5-2-3-16,10 7-1 0,-6-12-4 0,2 1 5 16,3-4-7-16,3-3 13 0,17 4 3 0,2-3-8 15,-3-6 0-15,6-3 2 0,1-6-3 0,3-2 5 16,0-4-3-16,5-5-3 0,-2-3 0 0,0-2-6 15,1-2-1-15,20-12 1 0,-28 7-7 16,-1-3 3-16,-1-2-2 0,-4 0-3 0,-3-5 0 0,-2-3-6 16,-2 0-1-16,-7-1 0 0,-12 6-3 0,7-9 7 15,-9-8-20-15,-7 12 11 0,-5-1 1 16,1-15-3-16,-10 14 0 0,-8-15-4 0,-3 3-2 16,-6 1 0-16,-8-1-9 0,-8 2-5 0,-4 1 9 0,-6 4-5 15,-6 4-9-15,-4-1 12 0,-29-4-3 0,20 17 5 16,-31-7-7-16,1 12-1 0,1 7-3 0,0 2-5 15,26 8-7-15,-1 2-9 0,-3 2-7 16,5 5-7-16,4 0-14 0,2 3-14 0,19 1-17 0,3 0-32 16,0 4-25-16,7 2-28 0,6 3-27 15,1 3-158-15,4 5-396 0,3-1 176 0</inkml:trace>
  <inkml:trace contextRef="#ctx0" brushRef="#br0" timeOffset="24770.04">20290 2888 1882 0,'3'-26'67'0,"-7"-3"-14"0,5 5 52 0,-2-1-43 16,1 7 11-16,0 1 0 0,0 6-6 0,1 0-7 15,-1 4-16-15,1 1-5 0,-1 6-6 0,-1-11-7 16,1 11-9-16,0 0 0 0,0 0-3 0,0 0-4 15,0 0 0-15,12 24-2 0,-2-2 2 16,-3 4 1-16,2 5-2 0,0 1 1 0,0-1-1 16,-4 4 5-16,4 10-6 0,-5-15 2 0,5 1-2 15,-3-2 2-15,0 0-3 0,-3-2 4 0,3-2-3 0,-2-7 0 16,-1 0-2-16,2-1 4 0,0-2-6 0,-2-5 0 16,-2 2-2-16,1-5 5 0,-1 0-5 15,0-1 2-15,-1-6 0 0,0 9 6 0,0-9 1 16,1 8 15-16,-1-8 8 0,0 0 22 0,0 0 9 15,0 0-3-15,0 0-6 0,0 0-5 0,0 0-7 16,0 0-7-16,12-33-2 0,-1 14-3 0,4-3-6 16,1-4-3-16,3 0-4 0,4 4 2 0,-1-3-3 15,-4 6-5-15,2 0-4 0,-4 7-5 0,-4 1-10 16,-4 4-10-16,2-1-19 0,-3 4-20 0,-3-1-32 16,-4 5-31-16,9-5-38 0,-9 5-16 0,0 0-18 15,0 0-11-15,0 0-23 0,0 0-148 0,7 16-402 16,-7-16 178-16</inkml:trace>
  <inkml:trace contextRef="#ctx0" brushRef="#br0" timeOffset="24945.47">20353 3146 45 0,'-26'-7'264'0,"5"1"-7"0,2-4-7 15,-1 3-18-15,1 0-16 0,4 0-22 0,3 2-20 0,-1-1-18 16,3 0-16-16,-1 3-15 0,3-1-14 0,8 4-31 15,-10-3-35-15,10 3-42 0,-9-5-46 0,9 5-59 16,0 0-41-16,0 0-31 0,0 0-131 0,0 0-331 16,0 0 146-16</inkml:trace>
  <inkml:trace contextRef="#ctx0" brushRef="#br0" timeOffset="27386.1">20659 3481 62 0,'0'0'113'15,"-5"-11"-1"-15,0 7-7 0,5 4-4 0,-5-10-10 16,3 5 12-16,2 5-17 0,-6-5-3 0,6 5-7 16,0 0-6-16,-5-7-11 0,5 7 4 0,0 0-23 15,0 0 2-15,0 0-1 0,0 0-7 0,0 0-1 16,-7 13 0-16,7-13 3 0,-3 17 3 0,2-7 0 16,-2 2-1-16,2-1-2 0,-1 7 1 0,-1-1-3 15,2 1 1-15,-2 0 6 0,0 2 0 0,0 7 1 16,1 2 3-16,2-1-6 0,-1 5 6 0,1 2-1 15,-1-1-6-15,3 14 1 0,-2-13-1 0,3 11-2 16,-2-11-2-16,0 10 1 0,2-10 0 0,-3 1-1 16,1-4-3-16,1 2-3 0,-1 1 1 0,-1-3-3 15,0 3 1-15,0-7-2 0,1 2 0 0,-1 0 1 16,0 0-3-16,-1-2 4 0,0 0-1 0,-1-4 0 16,1-4-3-16,-2 0 0 0,2-3-4 0,0 2 2 15,0-1 1-15,-2 1 1 0,-1-2-1 0,2-6-1 16,0 2-2-16,1-3-1 0,-3 0 1 0,2-1-1 15,2-9-3-15,-4 15 0 0,1-8 0 0,3-7-1 16,-3 10 3-16,3-10-1 0,0 0 3 0,-3 10-1 16,3-10 1-16,0 0-1 0,0 0-1 0,-3 7-4 15,3-7 3-15,0 0-3 0,0 0-1 0,0 0-11 16,0 0-16-16,0 0-19 0,0 0-22 0,0 0-33 16,0 0-36-16,0 0-48 0,0 0-64 15,0 0-148-15,0 0-415 0,0 0 184 0</inkml:trace>
  <inkml:trace contextRef="#ctx0" brushRef="#br0" timeOffset="29103.93">18960 4615 16 0,'0'-10'174'0,"0"10"-4"0,0-7-7 0,0 7-6 16,0 0-7-16,0 0-8 0,0-10-14 0,0 10-10 15,0 0-10-15,0 0-17 0,0 0-13 16,0 0-8-16,0 0-8 0,0 0-11 0,0 0-3 16,0 0-4-16,0 0-4 0,0 0-3 0,-2 37-1 15,-1-20 1-15,1 9-2 0,4 1-2 0,1 1 2 16,-3 2-5-16,4 1 2 0,-1 4 2 0,-2-1-2 0,2-2-4 16,0 4-3-16,3 9 0 0,-4-13 1 15,1-1-1-15,2 0 0 0,-3-2 1 0,2 0-2 16,-3-1 4-16,2 3 2 0,1-3-2 0,-3-1 2 15,3 1-4-15,-4 0 2 0,1-2-2 0,1 2 1 16,0-1-1-16,-1-3-4 0,1 3-2 0,-1-8 2 0,1 1-1 16,-2-2-2-16,2 1-2 0,-1-2 2 0,0 1-5 15,-1-2 1-15,1 0-3 0,-1-3 0 16,2-1 0-16,-2 0 0 0,1 0-6 0,-1-1 1 16,0-2-1-16,0 1 1 0,1-2 2 0,-1-2-2 15,0-6-1-15,0 16 2 0,0-9-1 0,0-7-2 0,0 12 2 16,0-12-6-16,0 10 7 0,0-10-2 0,0 9 1 15,2-4-3-15,-2-5 3 0,0 0 3 0,0 10-7 16,0-10 3-16,0 0-4 0,0 0 2 16,1 9 4-16,-1-9-3 0,0 0 4 0,0 0 0 15,0 0-1-15,0 0 3 0,0 0 0 0,0 0-5 0,0 0 2 16,0 0-1-16,0 7 6 0,0-7-10 0,0 0-2 16,0 0 0-16,0 0-2 0,0 0 2 0,0 0 0 15,0 0-1-15,8 1 1 0,-8-1 1 16,12 3 0-16,-5-1-2 0,0 0 3 0,3 2-6 15,2-2 7-15,-2 0-5 0,1 1 2 0,0-2-2 16,-2 2-4-16,0 3 2 0,1-2 3 0,-1 1-3 0,-2-1 0 16,-1 2 1-16,0-2-2 0,-1 4 3 0,-2-1 2 15,1 1-1-15,-3 1 6 0,-1 3-9 16,-1 0 3-16,-2-1-2 0,-3 5 2 0,-4 1 0 16,-1-1 4-16,-6 4-2 0,-3 1 2 0,1-1-1 15,0-2 0-15,-1 0-3 0,1 1 4 0,0 0-4 0,-1 0 2 16,7-7 1-16,-2 4 0 0,2-2-4 15,1 2 2-15,0 0-1 0,3-2 0 0,-1 1 0 16,2 0 4-16,3-3-1 0,0 4 7 0,2-4-10 16,2 1 0-16,0-1-1 0,2 1 2 0,2-2 1 15,-1 2-2-15,2 0 1 0,0-3 2 0,1 2-4 16,1 1 0-16,1-2-3 0,0 3 3 0,0-3 1 0,-1 0 0 16,1 0 0-16,0 0-1 0,-3 1-2 15,1-3 2-15,0 4-1 0,-1 2 1 0,0 0-2 0,-3-3 4 16,-1-1-2-16,0 4-1 0,-2 1 1 15,-2 0-1-15,1-4 3 0,-3 3 0 0,-1 0-2 16,2-5 8-16,-5 6-10 0,3 0 3 0,-4 0-1 16,1-1 0-16,0-1-1 0,1 1 4 0,0 0-3 0,0 1-2 15,3-6 3-15,0 2-2 0,0-1 4 16,1 1-1-16,1-1-3 0,3 5 2 0,1-1 1 16,3 2-1-16,0-1-1 0,5 1 0 0,-3-6 1 15,4 4 0-15,0 1 0 0,1-3-2 0,-1 2-2 16,4 0 1-16,-3 0-2 0,0 0-2 0,-2 1-1 15,1 0-3-15,-1 1 4 0,-3 0 0 0,-3 1 2 16,2 1-1-16,-4-4-2 0,0 5 2 0,0-5 3 16,0 0-2-16,-2 2 0 0,0 0 1 0,-2-2 2 15,1 0 0-15,-3 5 0 0,1-5 1 0,-2 4 0 16,2-5 1-16,-3 1-5 0,3 2 4 0,-2-2-5 0,1 4 4 16,1 0 2-16,-1 0 1 0,3 1-2 0,-1 5 2 15,2 3-2-15,-1-1 1 0,6 1 1 16,-2-2-1-16,1 3-3 0,4 1 2 0,0 1 0 15,0-2 2-15,-1 2-3 0,0 0-2 0,-1-3-3 16,3 2 10-16,-3 2-9 0,1 1 4 0,-3-2-6 0,2 1 0 16,-1 0 3-16,-1-2-3 0,-2 0 8 15,1 2-4-15,-2-1 1 0,0-2 3 0,-3-2 0 16,-1 1-3-16,0 1 0 0,0-1 2 0,-3 0 0 0,0 3-2 16,0-2-2-16,1 1 9 0,2 5 2 15,1-1 0-15,-2-2 0 0,-2 2 0 0,4-1 0 16,2-4-1-16,0 6 3 0,0-3-4 0,1 3-2 0,-1-3 4 15,4-2 2-15,-4-1 0 0,4 0 0 16,-2-1-3-16,1-1 0 0,-2-1-3 0,-1-7-10 16,1 5-13-16,-2-7-19 0,0 1-22 0,-4-3-29 15,4-4-32-15,-1-1-34 0,-2-1-27 0,6-9-38 16,-11 13-123-16,11-13-372 0,0 0 164 0</inkml:trace>
  <inkml:trace contextRef="#ctx0" brushRef="#br0" timeOffset="31036.56">19496 6461 35 0,'-5'-7'153'0,"0"-1"-9"16,-1 0 14-16,1 2-1 0,-2-2-5 0,6 2 3 15,1 6 1-15,-4-8-8 0,4 8-10 0,-6-8-14 16,6 8-14-16,-3-5-10 0,3 5-17 0,0 0-8 15,0 0-9-15,0 0-6 0,0 0-9 0,-11 16-2 16,13-6-7-16,-3 2-1 0,0 5-3 0,0 2-7 16,2 6 0-16,0 0-5 0,-3 0 2 0,0-4-5 15,1-2 2-15,0 0-6 0,-2-1 7 0,1 2-11 16,-1-3 1-16,2 0-1 0,-1 1 1 0,4-2-4 16,-4 1 2-16,2-1-16 0,-1-1-14 0,1-3-18 15,-1 2-14-15,2-6-19 0,0 6-20 0,-2-2-32 16,-1-3-35-16,0-2-15 0,-4 1-137 0,1-4-332 15,5-4 147-15</inkml:trace>
  <inkml:trace contextRef="#ctx0" brushRef="#br0" timeOffset="31374.31">19531 6434 33 0,'6'-2'114'0,"2"1"-9"0,-8 1-3 16,10 6-11-16,-5-2-9 0,-2 2-1 0,-2 4 1 16,-2 2-6-16,0-2-1 0,-4 6-4 0,-1 0-14 15,-1-2 0-15,-3 1-8 0,1-1-9 0,-3 1 1 16,-2 0 2-16,0-3-12 0,-1 1 1 0,0 0 6 16,4-6-11-16,0 1-3 0,0-2 1 0,1 0-1 15,1-1 6-15,1-2 6 0,2 0 6 0,6-3 9 16,-10 4 3-16,10-4-6 0,-8 3 10 0,8-3-4 15,-8 2 4-15,8-2-8 0,0 0-4 0,0 0-5 16,-6 1-8-16,6-1-6 0,0 0-3 0,0 0 1 16,0 0-2-16,0 0-5 0,17 15 1 0,-11-11-1 15,7 2-3-15,-3-1 0 0,4 3-4 0,4 0-16 16,-3 1-17-16,2-1-30 0,-4 1-27 0,3 0-34 0,0 1-35 16,-6-3-149-16,-1 1-320 0,2-2 141 0</inkml:trace>
  <inkml:trace contextRef="#ctx0" brushRef="#br0" timeOffset="31697.28">19674 6813 43 0,'9'-8'201'0,"0"0"-12"16,2 2-4-16,2-3-6 0,3 0-11 0,-1-1-13 0,0 1-7 15,-1-1 5-15,3 1-4 0,-7 2-11 0,3-5-13 16,-2 5-7-16,0-2-3 0,-4 1-5 0,3 1-9 15,-2-1-6-15,-1 0-9 0,-2-1-8 16,-3 3-5-16,0-2-8 0,0-2-5 0,-2 10-9 16,-5-13-4-16,3 7-3 0,-1-1 2 0,3 7-12 0,-9-7-2 15,-1 6-9-15,0-2 1 0,-2 6-8 0,-1 0 2 16,-3 3-4-16,-1 5-1 0,2-1 1 16,-2 5-3-16,2-1 1 0,1 2 0 0,1-2-4 15,4 3-2-15,0-2 1 0,5 1-3 0,3-1 0 0,1 1 4 16,5 0 0-16,3-1 0 0,3-2-1 15,6-3-5-15,-1 1-25 0,10 0-19 0,2 0-32 0,1-3-27 16,1 1-37-16,0-2-51 0,0-1-47 0,-12-4-165 16,0 0-435-16,-5 3 193 0</inkml:trace>
  <inkml:trace contextRef="#ctx0" brushRef="#br0" timeOffset="34569.96">18860 8890 4 0,'0'0'163'0,"-2"16"-21"0,2-16 5 0,0 0-12 0,-7 10-3 16,7-10-11-16,-4 9-6 0,4-9-5 16,-2 7-13-16,2-7-12 0,0 7 1 0,0-7-6 15,0 0-2-15,1 11 7 0,-1-11-2 0,0 0-3 0,4 8 10 16,-4-8-6-16,0 0 6 0,6 3-8 15,-6-3-1-15,5 2-2 0,-5-2-6 0,0 0-3 16,12 0-7-16,-12 0-6 0,0 0-3 0,0 0 1 16,11-3-8-16,-11 3-3 0,4-5-8 0,-4 5 2 0,4-6-2 15,-4 6-9-15,4-8-4 0,-4 8-1 0,-3-9-4 16,3 9-3-16,0 0-2 0,-4-10-3 16,4 10-3-16,0 0 3 0,-7-2-7 0,7 2 2 15,0 0-4-15,-18 6 3 0,9-1-3 0,1 1-1 0,3-1 1 16,-1 2 1-16,1-1-4 0,2-1 2 0,-1 2-1 15,3 0 1-15,1-7-1 0,0 12 5 0,0-12 2 16,4 10-6-16,-2-6 5 0,-2-4-2 0,10 6 1 16,-3-2 1-16,1-3 2 0,-2 1-1 0,-6-2 0 15,13 1 0-15,-13-1 0 0,11-4 1 0,-7 0-6 16,-4 4 2-16,10-7-1 0,-7 4-1 0,-3 3 2 16,1-11 2-16,-1 11-4 0,-4-14-2 0,-1 8 1 15,0-3-1-15,-1 2-3 0,-2 0 1 0,0 1 3 16,-4-1-3-16,3 3 3 0,0-1-7 0,0 4-11 15,1 0-12-15,8 1-16 0,-15 2-19 0,5 1-21 16,-2 2-42-16,3 0-49 0,-1 1-42 0,1 0-161 16,1 1-409-16,3-1 181 0</inkml:trace>
  <inkml:trace contextRef="#ctx0" brushRef="#br0" timeOffset="35181.3">18331 8422 57 0,'-4'-9'194'0,"-2"-1"-13"0,-2 2-14 15,-2 0-7-15,-2 3-13 0,1 2-5 0,-3 1-11 16,-7-1-3-16,1 7-5 0,-1 1-6 0,-7 7-8 15,4-1-11-15,6 0-8 0,2 1-9 0,3 2-10 16,-1 1-4-16,2 1-4 0,3 0-9 0,4-3-7 16,0-1-4-16,5 1-2 0,1 0-4 0,3-1-4 15,2 0-1-15,3 0-4 0,3-2 3 0,5-1-7 16,-1 1-3-16,1-3-2 0,2-1-1 0,-2-3-4 16,0 2-4-16,-4-3-1 0,0 1 0 0,-5-2-1 15,-1-1 3-15,-7 0-3 0,13-1-1 0,-13 1 0 16,6-1-1-16,-6 1-2 0,0 0 0 0,4-6-1 15,-4 6-4-15,0 0 0 0,0 0-2 0,-19-10 3 16,9 10-5-16,0 0 1 0,-3 4 4 0,-4-1-3 16,1 0 7-16,-1 4-1 0,-2 2 7 0,0-1 0 15,3 1-1-15,-1 1 4 0,0 1-3 0,2 0-1 16,4 2-3-16,2-2 6 0,2-1-5 0,2 1 1 16,2 0-1-16,2 0 3 0,3-1-8 0,1 0 3 15,5 1 1-15,4 1-1 0,5-2-10 0,7 2-15 16,6-2-17-16,-1 0-16 0,3-3-29 0,0-1-27 15,1-1-29-15,-1 0-23 0,0-1-17 0,-1 1-154 16,-3 0-360-16,0 1 160 0</inkml:trace>
  <inkml:trace contextRef="#ctx0" brushRef="#br0" timeOffset="35851.44">18791 9028 126 0,'1'-9'144'0,"-1"9"0"0,2-5-4 0,-2 5 0 16,0 0-6-16,1-9-5 0,-1 9-5 0,0 0-6 0,0 0-7 16,1-8-8-16,-1 8-10 0,0 0-9 0,0 0-9 15,0 0-6-15,0 0-10 0,0 0 3 16,0 0 0-16,4 22-1 0,-3-10 7 0,-1 6-3 15,0 0 2-15,3 6 2 0,-2 5-4 0,0 0-3 16,-1 0-9-16,0 1-1 0,0 1 0 0,-1 1-5 16,0-3 0-16,-2 3-3 0,2-1-5 0,2-1-1 0,-2 0-2 15,0 0-3-15,2-2 4 0,-4-2 0 16,2 3-3-16,1-4-2 0,-1 1-2 0,1-6 0 0,-1-1-4 16,1 1-1-16,0-1-1 0,-2-3-3 0,1-1 1 15,1 1-4-15,0-2 1 0,0-4-2 0,-1 2-1 16,2 0-5-16,-2-4 2 0,-1 3-3 0,4-3 1 15,-2 1-3-15,0-9 1 0,-2 13-3 0,1-8-8 16,1-5-15-16,-2 11-14 0,2-11-14 0,-3 7-17 16,3-7-19-16,-1 7-21 0,1-7-28 0,-4 6-26 15,4-6-22-15,0 0-29 0,-5 4-17 0,5-4-116 16,0 0-367-16,0 0 162 0</inkml:trace>
  <inkml:trace contextRef="#ctx0" brushRef="#br0" timeOffset="36083.14">18509 9994 116 0,'0'0'166'0,"0"0"-2"0,0 0-10 0,26 5-8 15,-13-5-10-15,8-3-12 0,5 2-11 0,2 0-10 16,1 0-13-16,-1-1-23 0,-1 1-31 0,1-1-41 16,-7 2-43-16,1-1-43 0,-3-1-122 0,-1-1-229 15,-6 2 103-15</inkml:trace>
  <inkml:trace contextRef="#ctx0" brushRef="#br0" timeOffset="36260.43">18601 10163 176 0,'0'0'189'0,"0"0"-18"15,0 0-15-15,28-2-12 0,-17 0-18 16,8-1-13-16,2 1-16 0,-2-1-38 0,0 2-35 16,-1 1-41-16,-3-1-27 0,-2 1-21 0,1 0-24 0,-4 1-85 15,-3 1-188-15,-1 0 84 0</inkml:trace>
  <inkml:trace contextRef="#ctx0" brushRef="#br0" timeOffset="36412.71">18639 10278 95 0,'-5'3'127'0,"5"-3"-3"0,-8 4-3 16,8-4-8-16,-6 3 10 0,6-3 0 0,0 0-6 16,0 0 0-16,0 0-7 0,0 0-10 15,0 0-10-15,20 2-10 0,-8-4-12 0,0 1-29 0,1-1-28 16,6-4-59-16,0 3-43 0,1-2-146 0,0-2-256 15,-1 0 113-15</inkml:trace>
  <inkml:trace contextRef="#ctx0" brushRef="#br0" timeOffset="38540.18">18820 5059 13 0,'0'0'91'0,"-5"-6"-2"15,5 6 1-15,0 0 5 0,-5-5 1 0,5 5-6 16,0 0-4-16,0 0-11 0,-4-6-6 0,4 6 0 16,0 0-17-16,0 0 2 0,0 0 7 0,0 0-8 15,0 0-11-15,0 0 6 0,0 0 8 0,13 17-1 16,-8-9-2-16,-1 0-9 0,2 2 9 0,1 3-6 16,-2-3 4-16,3 6-9 0,-2-1 0 0,2-3-3 15,-1 1 0-15,1 2-2 0,1-2-2 0,0 1 5 16,0 0-2-16,1-2 1 0,-1-3-6 0,-1 2 0 15,-1-4 4-15,2 2 4 0,1-2 1 0,1-3 2 16,-5 0 2-16,4 0 4 0,2-2 1 0,-2 0 3 16,3-2 2-16,-2-3-3 0,2-2-7 0,1 0-2 15,-2 0-6-15,-1-4-2 0,3-2-7 0,2-2-2 16,-4-2 2-16,2 1-4 0,-2-1-6 0,-2 1 0 16,-1-2-5-16,-1 0-9 0,-2 2-13 0,-1-2-10 15,-1 4-13-15,1-4-17 0,-1 6-30 0,-1 0-29 16,0-1-35-16,-1 3-21 0,0 3-31 0,-2 5-134 15,3-7-355-15,-3 7 157 0</inkml:trace>
  <inkml:trace contextRef="#ctx0" brushRef="#br0" timeOffset="39113.32">19353 5161 20 0,'5'-5'185'0,"0"0"-27"0,4-1-15 16,1-1-8-16,2 0-16 0,4-1-18 0,-4 2-8 15,5-2-7-15,-1 2-10 0,0 1-15 0,-2 0-25 16,-3 1-16-16,1 3-17 0,1-2-27 0,-4 2-9 16,-3 0-12-16,-6 1-4 0,14-1-4 0,-7 1 6 15,-7 0-10-15,9 2 2 0,-9-2 1 0,0 0 12 16,8 1 8-16,-8-1 5 0,0 0 12 15,0 0 3-15,0 0 21 0,0 0 0 0,0 0 22 16,0 0-4-16,0 0 16 0,-27 1 6 0,27-1 5 0,-10 2 13 16,10-2-2-16,0 0-4 0,0 0 1 0,0 0-13 15,-10 1-5-15,10-1 2 0,-4 7 3 0,3-1 7 16,0 1 10-16,-2 3 7 0,3 2 4 0,-1 1-7 16,-2 3-1-16,2 2-6 0,1-5-1 15,0 4 0-15,-4 0-3 0,4 0-4 0,0 0-4 0,-1-1 0 16,1 1 1-16,-3 0-6 0,3-5-3 0,-1 3-3 15,-1-3-6-15,0-1 0 0,0 0-5 16,0 1 2-16,1-2-7 0,-3 1 1 0,2 0-4 16,-1-4 1-16,1 1-2 0,-2 0-2 0,-2-3-1 0,3 0-1 15,-1 1-1-15,4-6 1 0,-12 8-5 0,6-6-4 16,0 1 6-16,6-3 3 0,-10 6-5 0,10-6 2 16,-9 2-5-16,9-2 2 0,-11 0 1 0,11 0 0 15,-7 3-1-15,7-3-3 0,0 0-3 0,-11-2-1 16,11 2-2-16,0 0 0 0,0 0 0 15,0 0 4-15,0 0-3 0,0 0 0 0,0 0 0 16,25 7 2-16,-12-7 2 0,4 0 1 0,0 0-6 0,5 1 3 16,-3 1-11-16,1-1-11 0,3 0-22 0,4-3-31 15,-6 3-18-15,-1-1-28 0,2 1-29 0,-3-2-25 16,1 1-16-16,-2 1-116 0,-6 1-331 0,1-4 147 16</inkml:trace>
  <inkml:trace contextRef="#ctx0" brushRef="#br0" timeOffset="39444">19788 5510 31 0,'0'0'202'0,"0"0"-13"0,0 0-5 15,0 0-13-15,7-15-8 0,-7 15-4 0,7-8-13 0,-2 3-4 16,-1 0-9-16,-4 5-6 0,10-8-10 16,-4 5-3-16,-2-2-10 0,1 0-2 0,-1-1-10 0,1 1-3 15,0 1-6-15,-1-1-10 0,1-6-5 0,-2 6-7 16,-2-5-6-16,1 3-5 0,-1 0-2 15,-2-3 5-15,1 10-13 0,-3-10-5 0,2 3-6 0,-2-2-2 16,-1 2-2-16,0 2-2 0,4 5-7 16,-10-7 0-16,5 4-4 0,5 3-3 0,-15 0-1 0,15 0-5 15,-18 5 2-15,8 2 2 0,-4 4-4 0,3 1 1 16,2-3-1-16,-1 4 0 0,3 1-1 0,1-2-3 16,3 1 4-16,1-3-1 0,2 1 0 15,4 0 2-15,0 2-2 0,5 0 9 0,4-3-5 16,3 3 6-16,2-4-8 0,9 1-1 0,2-3-20 15,2 1-19-15,0-4-26 0,1 0-31 0,-3 2-29 0,-8-3-41 16,8-2-32-16,-9 1-29 0,0 2-137 0,-3-2-390 16,-4-1 173-16</inkml:trace>
  <inkml:trace contextRef="#ctx0" brushRef="#br0" timeOffset="43302.58">22564 1683 78 0,'0'0'83'0,"-10"-5"10"0,10 5-5 0,-8-4-2 16,8 4-6-16,0 0-2 0,-12-8-5 0,12 8 0 15,-10-2-2-15,10 2-9 0,0 0 9 0,0 0-7 16,-10-5-3-16,10 5-3 0,0 0-3 0,0 0-3 16,0 0-8-16,0 0-2 0,0 0-9 0,-8-4 1 15,8 4-6-15,0 0 1 0,0 0-8 0,0 0 5 16,0 0-5-16,46-2 3 0,-18 1-1 0,9 1 5 16,18-5-5-16,4 7 6 0,1-9-2 0,33 7-4 15,-1 0-2-15,2 0-5 0,7 3 4 0,-10-3-3 16,3 0 1-16,1 0 2 0,0-2-5 0,1 5 5 15,-1 0 1-15,-3 1-3 0,4 2-2 0,-4-6-5 16,-26 2 4-16,27-1-1 0,-2 1-1 0,-26 2 1 16,27-1-3-16,-30 0 0 0,2-1 4 0,26-4-9 15,-30 4 2-15,-1 0 6 0,1-4-10 16,-4 1 5-16,-2-1 1 0,-13-2-7 0,-5 0 1 16,0 4 6-16,-3 0 5 0,-11-3-2 0,-1 2 1 15,-5 2 11-15,-5-4 1 0,2 3 9 0,-13 0 1 16,15 0 4-16,-15 0 0 0,13-2-6 0,-13 2 1 15,0 0 0-15,13 2-6 0,-13-2 2 0,0 0-1 16,0 0-9-16,0 0 4 0,0 0-1 0,0 0-1 16,14-2-5-16,-14 2-2 0,0 0-3 0,0 0 2 15,0 0-2-15,0 0-4 0,0 0 0 0,0 0 1 16,0 0 0-16,8-4 2 0,-8 4-6 0,0 0-1 16,0 0 3-16,0 0-7 0,0 0 4 0,0 0-3 15,0 0 2-15,0 0-1 0,0 0-1 0,0 0 0 16,0 0-9-16,0 0 10 0,0 0-2 0,0 0 3 15,0 0-5-15,0 0 0 0,0 0 3 0,0 0-2 16,0 0 0-16,0 0 0 0,0 0-1 0,0 0-3 16,0 0 1-16,0 0 0 0,0 0-2 0,0 0-4 15,0 0 2-15,0 0 0 0,0 15 4 16,0-15 0-16,2 13 1 0,-1-2 5 0,1-2-4 16,-1 7 6-16,-1 1-1 0,0 0 2 0,-1 2 5 0,2 0-4 15,2 5 3-15,-5 1 6 0,0 0-7 0,0 1 18 16,1 1-1-16,4-1 1 0,-7 3 0 0,1-3 4 15,1 1-3-15,0 0 3 0,0-3-3 16,1 4 0-16,-1-1 4 0,1-1-2 0,-1 2-7 16,4 2 2-16,-4 1-2 0,2-3 1 0,2 1 0 15,-1 0 1-15,1 2 2 0,1-2-2 0,1-3-11 16,0 3 15-16,-1-1-2 0,1 1 3 0,-1-2-4 16,1 2 1-16,5-1-4 0,-8-4-4 0,3 1 1 15,0-8-4-15,-2 3 2 0,0-2 5 0,1-2-18 16,0 0 13-16,0-3-5 0,-3-3 1 0,3 4 0 15,-3-14 1-15,4 21 0 0,-2-10-2 0,-2-11 1 16,2 17 4-16,-2-17-5 0,3 14 3 0,-3-14-1 16,2 10 0-16,-2-10 1 0,0 0-4 0,0 0-3 15,2 14 6-15,-2-14-6 0,0 0 5 0,0 0-5 16,0 0 6-16,0 0-2 0,0 15-5 0,0-15-5 16,0 0 2-16,0 0 2 0,0 0-7 0,0 0 8 15,0 0 0-15,0 0-4 0,0 0 5 0,0 0-4 16,0 0-1-16,0 0-1 0,0 0-5 0,0 0 1 15,0 0-11-15,0 0 16 0,0 0-16 16,0 0 19-16,0 0-4 0,0 0 1 0,0 0 0 16,1 12 0-16,-1-12-2 0,0 0-11 0,0 0 13 15,0 0-3-15,0 0 3 0,0 0 0 0,0 0 0 16,0 0-2-16,0 0-1 0,0 0 0 0,4 11 6 16,-4-11-6-16,0 0 4 0,0 0-1 0,0 0-16 15,0 0 19-15,4 12-2 0,-4-12-3 0,0 0 1 16,0 0-4-16,0 0 2 0,0 0 1 0,6 15-1 15,-6-15 8-15,0 0-2 0,0 0-7 0,8 11 4 16,-8-11-3-16,0 0 2 0,0 0 0 0,7 11-6 16,-7-11-14-16,0 0 25 0,0 0-12 0,0 0 8 15,6 13 0-15,-6-13-2 0,0 0 1 0,0 0-3 16,0 0 3-16,0 0 0 0,0 0 2 0,0 0 1 16,0 0-3-16,0 0-3 0,0 0 2 0,0 0 0 15,0 0-12-15,-11 22 13 0,11-22 4 0,0 0 0 16,0 0 2-16,0 0-3 0,0 0-8 15,-12 5-5-15,12-5 9 0,0 0 4 0,0 0-3 16,0 0 3-16,0 0-1 0,-12 8-10 0,12-8 5 16,0 0 0-16,0 0 3 0,0 0-5 0,0 0 10 0,0 0-10 15,0 0 8-15,0 0-4 0,0 0 5 0,0 0-1 16,20 23 3-16,-20-23-1 0,11 9-6 0,-11-9-2 16,18 11 8-16,-12-6-8 0,-6-5 1 0,16 13-1 15,-16-13 4-15,12 9-8 0,-4-1-7 16,-8-8 13-16,9 10-3 0,-9-10-3 0,10 12 6 15,-10-12-4-15,6 12-1 0,-6-12 3 0,0 0 0 16,3 16-2-16,-3-16 4 0,0 0 1 0,-5 22-3 16,5-22-3-16,-10 17 6 0,4-7 3 0,-2 0-1 15,-2 3-1-15,-2 0 1 0,2-1-19 0,-3 2 16 16,1-1 0-16,-4 1-3 0,-2 2 2 0,0-3 5 16,0 5-4-16,3-6-1 0,1 1-1 0,0 1-2 15,1-1 4-15,4 1-18 0,-4 0 25 0,4 0-8 16,2 2 0-16,-1-1 6 0,2-3-4 0,0 2-1 15,4 3-3-15,0-2 3 0,2-15-1 0,0 32 8 16,3-15-9-16,2-2-15 0,0 2 16 0,4-2 4 16,-1 2-5-16,0-1-5 0,3 1 5 0,-2-2-3 15,1 1 4-15,3-1-5 0,-3 0 2 0,0-1-2 16,1 1 4-16,-2-2-3 0,-2 3-2 0,1 1 2 16,-2-1-3-16,-1 0 1 0,0-2 0 15,-3 4 4-15,-2-1 0 0,0-17 3 0,-4 33-9 16,1-16 10-16,-1 0-4 0,-3-2 6 0,-1 0-6 15,1 2 8-15,-4-2-8 0,-1 2 2 0,1-2 2 16,-1 0-4-16,0 0 1 0,-1 0 0 0,1 2 1 16,1-3 0-16,1 3-8 0,-1 0 6 0,2 2 0 15,0-2-2-15,-1 1 5 0,2 0 0 0,1 6 3 0,3-5-4 16,0 0-2-16,-2 0 7 0,6-2-3 16,-1 3-4-16,0-1 1 0,2 0-3 0,0 0-5 15,1 5 2-15,2 0-1 0,-2-3-3 0,2-2 1 16,0 0-1-16,3 4 8 0,-1 3-4 0,-3 1 1 15,2-3-1-15,-1 1 3 0,-1 0 0 0,-3 1 3 16,-2 0-6-16,1-1 1 0,-3 0 0 0,-4 2 4 16,-2 0-1-16,1 2 3 0,-3-2-1 0,0 0-1 15,-3 1 6-15,0-1-4 0,-1 2 1 0,0-2-16 16,0 2 11-16,2 0 3 0,-1 0 0 0,2 1 4 16,2 0-6-16,-1 1-10 0,2 2 16 0,5 1-2 15,1 0 2-15,1 12 3 0,5-10 0 0,-1-2-2 16,3 12-2-16,1 0-1 0,4-2-1 0,2-9 5 15,2 10 1-15,-2-11-1 0,6 11 0 16,-1 0-1-16,-4-12-5 0,0 1 1 0,1 0 0 0,-2 1 0 16,-2-1 2-16,1 1-5 0,3 9 5 0,-7 2-2 15,-2-10-2-15,2 12 4 0,-4-13 0 16,-2 11 3-16,0 4-1 0,-4-2-5 0,2-1 7 16,-3 2-3-16,0 1 5 0,-3-1-3 0,1-1 1 15,0 0-4-15,-1-1 6 0,4 1-23 0,-4-1-37 16,1 9-33-16,-3-3-43 0,2 2-36 0,1-1-54 15,1-3-66-15,-1 2-245 0,0-3-572 0,2-1 253 16</inkml:trace>
  <inkml:trace contextRef="#ctx0" brushRef="#br0" timeOffset="44186.18">19480 9107 101 0,'-9'-4'180'0,"9"4"-7"0,0 0-9 0,0 0-18 16,0 0-18-16,0 0-12 0,0 0-4 0,16-10-12 15,0 7-6-15,6 0-9 0,7-1-1 0,4-2-10 16,4 1-12-16,4 2-3 0,10-3-8 0,2 1-6 16,-2 1-2-16,-12 0-6 0,15 0-5 0,-16 0-1 15,1 2-3-15,13 0-5 0,-14 2 1 0,1 0-4 16,13-2-4-16,1 1 8 0,-16 1-10 0,18 3-2 16,-2 4-1-16,7-7 2 0,2 4-11 0,27 1 8 15,-22 2 3-15,30-3-6 0,-1 2 1 0,1 1 0 16,0 1-5-16,3-3 2 0,3 4 3 0,3 1 2 15,-1-5-4-15,2 4-5 0,-6-1 3 0,4-1 2 16,4 1-2-16,6-4-3 0,7 3 5 0,7 2 0 16,7-1-1-16,2 3-5 0,1-5 4 0,10-1 2 15,1 2-1-15,1 0 0 0,4-3 1 0,-10 1-4 16,2-6-4-16,-6-1 5 0,1 3 0 0,-8-2-1 16,-9 1-1-16,-8-3 2 0,-11-2 2 0,-8 0 1 0,-10 1-7 15,-29-2 0-15,-4 3 2 0,-4-2-5 16,-15 3-8-16,-2-1-3 0,-3-4-7 0,-9 4-18 15,-4-3-4-15,1 2-21 0,-8-2-20 0,6-2-40 0,-8 0-50 16,0-3-105-16,-3 0-302 0,-3 0 133 0</inkml:trace>
  <inkml:trace contextRef="#ctx0" brushRef="#br0" timeOffset="45096.5">24997 6902 68 0,'0'-6'77'0,"0"6"7"0,0-13 0 16,0 7 9-16,0 6-7 0,2-10 2 0,-2 10 10 15,0-8-2-15,0 8-6 0,0 0 3 0,0 0-20 16,0-9-5-16,0 9-8 0,0 0-11 0,0 0-6 16,0 0 21-16,0 0 4 0,0 39-9 0,0-12-2 15,2 2 7-15,-4 17-2 0,0 1-7 0,-2 1-5 16,-2 4 8-16,-4 5 0 0,3-1-3 0,-5-1 4 16,2 6 3-16,4-4-5 0,-4 25-2 0,3-24 2 15,2 0-2-15,1 25 0 0,4-27-5 0,2 4 4 16,0-1-3-16,5 21-3 0,0-25 0 0,-4 3-2 15,2 1-1-15,0 0-4 0,0 0 1 0,-2 0-3 16,2-3-9-16,-3-2 3 0,-2 4-4 0,2-4-2 16,-2 1-6-16,1-4 6 0,-6-2-8 0,3-2-2 15,0-12-3-15,2 0-2 0,-1 1 1 0,4-1 2 16,-1-1-2-16,-2-3-4 0,2-2 4 0,0 0-1 16,-1-3-2-16,4-2 6 0,-3-3-8 0,1-3 4 15,-1-1-6-15,0 0 5 0,2-6-5 0,-4-1 4 16,2-2-4-16,-2-2 1 0,0-6 1 0,2 10 0 15,-2-10 0-15,0 9 4 0,0-9 3 0,0 0 9 16,0 8 0-16,0-8 0 0,0 0 1 0,0 0 0 0,0 0-1 16,0 0-2-16,0 0-4 0,-15-26-4 0,9 18 3 15,0-1-4-15,-2 1-2 0,3 0-3 16,-3-3-2-16,1 2 3 0,-3 1 0 0,-1-1-6 16,-1-3 0-16,-2 5 4 0,1-3-2 0,-4 2 0 0,2 1 3 15,-3 0-4-15,0 0-4 0,1 1 0 0,-4 1-2 16,-6-1 2-16,-1-1-1 0,-2 0 5 15,0 4-5-15,-5-1 0 0,-1 2 1 0,-1 1-2 16,1 0-7-16,1 0-14 0,-2-1-15 0,3 2-17 0,0 0-22 16,-1 0-22-16,1 3-33 0,2-2-32 0,3 2-33 15,-1-1-38-15,-1-1-180 0,3 2-449 0,0-3 199 16</inkml:trace>
  <inkml:trace contextRef="#ctx0" brushRef="#br0" timeOffset="45856.33">25861 4257 59 0,'-3'-7'207'0,"2"1"-12"0,-4-1-5 0,5 7-7 15,-4-10-4-15,4 10-11 0,-2-7-13 0,2 7 9 16,0 0-18-16,-3-6-21 0,3 6-13 0,0 0-11 16,0 0-13-16,0 0-8 0,-2 20-8 0,2-10-7 15,-2 9-3-15,2 0-6 0,-6 6-7 16,3 1-5-16,-1-2-2 0,-2-4-6 0,2 5 0 0,0-6-5 15,-1 1-5-15,4-1 0 0,-4 5-1 16,3 1-2-16,-1-6-3 0,3-3-1 0,-2 0-19 16,0-3-14-16,2-3-22 0,0 3-29 0,-1-4-27 0,1-9-34 15,-2 16-38-15,2-16-15 0,0 12-17 0,0-12-123 16,0 0-345-16,0 0 152 0</inkml:trace>
  <inkml:trace contextRef="#ctx0" brushRef="#br0" timeOffset="46200.86">25912 4074 157 0,'10'-18'177'0,"3"3"-3"0,-4 4-10 0,5-1-12 16,1 4-14-16,-5 2-11 0,3 3-6 0,-4 0-11 16,5 4-14-16,-5 2-4 0,3 1-6 0,-2 3-8 15,-3 3-12-15,-1 2 5 0,-4 3-5 0,4 1-1 16,-4 3-5-16,-7 0-2 0,0 0-2 0,-5 6-3 15,3-7-4-15,-7 5-2 0,-1-3 4 0,-4-2-6 16,6-3 2-16,-1-1-1 0,-1-2-3 0,-1 0 2 16,1-3 1-16,1 1 0 0,-2-3-1 0,5 0-2 15,4-3-5-15,0 0-6 0,-1-1-2 0,4 0-4 16,4-3-1-16,-8 5-7 0,8-5-2 0,-4 5 0 16,4-5-3-16,0 0 0 0,0 0-1 0,11 12-1 15,0-9 1-15,4 2-1 0,6-1-2 0,6 1-10 16,0-1-15-16,0 1-25 0,2-1-17 0,1-1-13 15,-1 2-27-15,0-1-21 0,-3 0-18 0,-7-4-21 16,3 3-11-16,-4-1-3 0,2-1-6 0,-7 2 6 16,1-3-97-16,-5 1-292 0,-9-1 130 0</inkml:trace>
  <inkml:trace contextRef="#ctx0" brushRef="#br0" timeOffset="46429.31">26261 4406 929 0,'11'-2'-84'0,"-11"2"21"0,0 0 21 16,9-9 17-16,-9 9 16 0,2-10 29 0,-2 10 22 16,3-10 26-16,-3 10 11 0,5-11 19 0,-5 11 4 15,6-9 11-15,-6 9 5 0,5-6 5 0,-5 6 0 16,2-7-9-16,-2 7-10 0,0 0-12 0,0 0-9 15,0 0-11-15,0 0 6 0,0 0 5 0,0 0 2 16,0 0-1-16,-2 36-1 0,-3-19-5 0,-1 0 9 16,1 5-2-16,-4 3-4 0,2-2-8 0,1 1-1 15,3 1 4-15,-1-9-2 0,-1 0-6 0,1-2 2 16,3 0-14-16,-1-3-8 0,0 1 0 0,2-2-3 16,0-10-4-16,4 19-3 0,-3-7-2 15,5-4-4-15,2 0 5 0,2-1-6 0,7 0-4 0,2 0 2 16,10-3-43-16,1-2-35 0,3 0-37 0,3-1-46 15,3-2-49-15,10-6-62 0,-13 3-257 0,-2 0-541 16,0-4 240-16</inkml:trace>
  <inkml:trace contextRef="#ctx0" brushRef="#br0" timeOffset="46583.35">27005 4630 165 0,'15'-2'290'0,"-15"2"-16"0,0 0-4 0,12-1-5 16,-12 1-1-16,0 0-5 0,0 0-19 0,0 0-24 15,0 0-47-15,17-3-14 0,-17 3-32 16,5-3-40-16,-5 3-43 0,9-6-47 0,-9 6-56 16,9-9-56-16,0 4-70 0,3 0-218 0,-1-3-438 15,-11 8 193-15</inkml:trace>
  <inkml:trace contextRef="#ctx0" brushRef="#br0" timeOffset="48472.36">25037 2149 167 0,'2'-13'187'15,"-2"13"1"-15,1-9-6 0,2 2-15 0,-3 7-3 16,3-9-19-16,-3 9-10 0,0 0-15 0,2-10-15 15,-2 10-10-15,0 0-18 0,3-5-3 0,-3 5-10 16,0 0-7-16,0 0-3 0,14 11-9 0,-8-3-3 16,0 2-3-16,-2-1-7 0,4 3 3 0,-3 4 3 15,1 1-3-15,1-2-4 0,-1 1 4 0,1-2-9 16,-2 2-2-16,-1-5 0 0,2 3-1 0,-1-4-4 16,3 2 1-16,-2-4-3 0,-1-1 0 15,3 3-2-15,-4-5-2 0,6 1 4 0,-6-1-5 16,-4-5 4-16,13 6-3 0,-13-6-1 0,14 1 0 15,-14-1 0-15,16-5 1 0,-2 1-4 0,-5-2 1 0,3 0-1 16,-2-3-1-16,3-4-1 0,-2-1-14 0,3 0-29 16,1-8-34-16,-3 8-29 0,1-9-31 15,5 3-36-15,-4 1-45 0,0 2-113 0,1-3-351 16,1-2 155-16</inkml:trace>
  <inkml:trace contextRef="#ctx0" brushRef="#br0" timeOffset="49023.73">25754 1930 169 0,'11'-4'197'16,"2"1"-18"-16,5-1-22 0,-2 0-19 0,2 2-12 15,-5-1-13-15,1 0-9 0,0 1-15 0,-2 1-21 16,0 1-18-16,-12 0-22 0,20-1-23 0,-20 1-12 15,14 1-21-15,-7 0-8 0,-7-1-17 0,13 4-7 16,-13-4-18-16,9 4-2 0,-9-4 7 0,0 0 11 16,0 0 17-16,5 6 10 0,-5-6 27 0,0 0 12 15,0 0 15-15,0 0 19 0,0 0 11 0,0 0 5 16,0 0 13-16,0 0 1 0,-32-2 11 0,32 2-3 16,0 0 1-16,-9-1-6 0,9 1-3 0,0 0-14 15,-4 3-4-15,4-3-2 0,-7 4 1 0,4 3 8 16,3 3 1-16,-4 2-2 0,2 4 3 0,2-5-5 15,-4 8 5-15,3-7-5 0,1 6 5 16,-2-1-5-16,2 2-4 0,-2-8-5 0,2 6-4 16,0-3-3-16,0-3 1 0,2 2-5 0,-2-1-2 0,0-1-5 15,2 1-4-15,-2-12 2 0,0 16-7 0,1-6 5 16,-1-10-8-16,4 14 4 0,-4-14-4 16,0 11 2-16,0-11-2 0,0 0-5 0,0 0 5 15,-5 14-3-15,5-14-2 0,-11 4-2 0,11-4-4 16,-16 3 0-16,6-3-4 0,10 0 1 0,-21 0-2 15,21 0 2-15,-15 0-4 0,15 0 4 0,-14-2 1 16,14 2-4-16,-13 2-3 0,13-2-2 0,0 0 2 16,0 0 0-16,0 0-2 0,-12 1 2 0,12-1 0 15,0 0 3-15,0 0-2 0,0 0 3 0,0 0-5 16,31 5-6-16,-13-3 2 0,3-1-16 0,-1 0-2 16,2 1-26-16,10-6-22 0,-3 4-7 0,-2-3-30 15,2 3-28-15,-2-3-23 0,-5 1-17 0,-6 0-126 16,0 1-331-16,-2 0 147 0</inkml:trace>
  <inkml:trace contextRef="#ctx0" brushRef="#br0" timeOffset="49257.93">26247 2134 25 0,'7'-7'163'0,"-7"7"-9"16,0 0-10-16,0 0-12 0,0 0-10 0,12-8-18 16,-12 8 6-16,0 0 3 0,0 0 20 0,0 0 0 15,0 0-2-15,0 0-6 0,6 27-5 0,-6-27-11 16,0 13-4-16,0-13-3 0,0 20-7 0,0-20-9 15,0 22-3-15,0-13-10 0,0-9-7 0,2 24-4 16,-2-13-4-16,0-11-8 0,5 17 1 16,-3-6-4-16,-2-11-4 0,7 11-5 0,0-2-1 15,-7-9-4-15,15 13-1 0,-3-5-8 0,-1-5-12 16,7 3-12-16,-5-3-24 0,6 0-21 0,-2-3-31 16,4 1-36-16,2-4-50 0,6-4-61 0,-3 1-157 15,1-7-409-15,2 4 181 0</inkml:trace>
  <inkml:trace contextRef="#ctx0" brushRef="#br0" timeOffset="49401.58">26888 2151 185 0,'0'0'190'16,"6"-5"-18"-16,-6 5-21 0,0 0-24 0,0 0-36 15,0 0-47-15,0 0-56 0,0 0-69 0,0 0-64 16,0 0-157-16,0 0 71 0</inkml:trace>
  <inkml:trace contextRef="#ctx0" brushRef="#br0" timeOffset="50824.14">25207 1649 171 0,'0'0'168'0,"0"0"-13"0,0 0-9 0,0 0-17 15,0 0-3-15,0 0-14 0,0 0-6 0,0 0-14 16,0 0-4-16,0 0-10 0,0 0-7 0,0 0-7 16,0 0 0-16,0 0-1 0,0 0-13 0,0 0-1 15,0 0-7-15,-4 27-3 0,4-27-5 0,0 5 0 16,0-5-6-16,0 0-3 0,0 0-2 0,0 11-1 15,0-11 2-15,0 0-3 0,4 5 2 0,-4-5-1 16,8 1 3-16,-8-1 5 0,8 0 11 16,-8 0-5-16,0 0 5 0,12-1-5 0,-12 1-1 15,9-6-7-15,-9 6 2 0,7-7-4 0,-1 2-2 0,-3 1-4 16,1-1 0-16,-4 5-3 0,4-9 2 0,1 3-3 16,-5 6-5-16,1-15 4 0,0 9-6 0,-1 6 0 15,-2-11 1-15,2 11-4 0,-5-10 1 0,0 4-1 16,1 2-5-16,4 4 2 0,-9-6-5 0,9 6 0 15,-10-3-8-15,10 3-13 0,0 0-10 16,-17 8-12-16,17-8-17 0,-11 11-41 0,6-4-59 16,3-1-196-16,-4 3-389 0,6-9 172 0</inkml:trace>
  <inkml:trace contextRef="#ctx0" brushRef="#br0" timeOffset="51320.27">26036 1343 126 0,'0'0'218'0,"-9"-5"-13"16,3 4-10-16,-1-2-16 0,7 3-15 15,-14-1-14-15,4 2-3 0,1 0-15 0,-1 2-9 0,1 2-13 16,-4 4 4-16,2-2-6 0,0 1-8 0,2 5-6 16,-1-4-18-16,1 0-6 0,5 3-5 0,0-2-9 15,2 1 1-15,-1 1-8 0,6 1 2 0,-1 0-11 16,6-1 2-16,4 3-2 0,4-4-13 0,9-1-17 15,4 2-19-15,0-4-22 0,2-3-25 0,5-1-20 16,0-4-55-16,0 0-48 0,-1-2-199 16,-3 1-409-16,0-5 181 0</inkml:trace>
  <inkml:trace contextRef="#ctx0" brushRef="#br0" timeOffset="53158.28">27160 1630 59 0,'-14'-4'125'16,"14"4"-5"-16,-11-3-11 0,11 3-2 0,-11-4-6 15,11 4-9-15,-12-6 4 0,12 6-7 0,0 0-2 16,-9-2-7-16,9 2-8 0,0 0-10 0,0 0-3 16,0 0-8-16,0 0-3 0,0 0 1 0,0 0-11 15,59 6 9-15,-26-4-11 0,3 2 1 0,2-6-8 16,23 4 0-16,-5-2-3 0,2 0-2 0,1 0-4 16,-7 0 0-16,-16 1-1 0,0 1-2 0,-3 0-13 15,-4 2-19-15,-8-3-16 0,-1 1-27 0,1 0-36 16,-7-2-28-16,0 2-117 0,-5-1-259 0,-9-1 115 15</inkml:trace>
  <inkml:trace contextRef="#ctx0" brushRef="#br0" timeOffset="53599.14">27474 1693 28 0,'0'0'219'0,"0"0"-12"16,0 0-6-16,0 0-15 0,0 0-14 0,0-6-24 15,0 6-11-15,0 0-14 0,0 0-17 0,0 0-5 16,0 0-20-16,0 0-3 0,0 0-8 0,6 24-7 16,-3-12-7-16,-1 3-5 0,3 5 5 0,-1 6-4 15,1 1 0-15,-1 3-3 0,2-1-8 0,-1 4 4 16,-3-2-1-16,4 3-9 0,0-4 2 0,1 5 3 15,2-3-6-15,-2 3 7 0,4 11-5 0,2 2 4 16,-1-2 0-16,-3-1-9 0,-1 3 5 0,-3-14-3 16,4 0-3-16,0 11 0 0,0 0-3 0,-5-12-3 15,6 13 5-15,-4-12-6 0,1 1-3 0,-3 0 2 16,4 12-2-16,-2-13-2 0,-2 14-12 0,0-12 8 16,1 12 0-16,-1 2 0 0,-2 2 3 0,-1-5-6 15,1 1 3-15,-4 0-2 0,4-14 1 0,-2 2-1 16,1 11-1-16,-2-11-3 0,4 11 4 15,-5-13-5-15,4 13 1 0,0-13-11 0,4 14 14 16,-3-14-4-16,1 1 0 0,2 10 1 0,-5-10-11 16,1 9-17-16,-2 7-20 0,-2-3-29 0,-3 1-36 15,-8-2-44-15,-3-2-55 0,-6 1-234 0,-3-2-474 16,-2 0 210-16</inkml:trace>
  <inkml:trace contextRef="#ctx0" brushRef="#br0" timeOffset="54257.36">27325 4841 152 0,'0'0'199'0,"3"-9"-21"0,-3 9-19 15,10 0-13-15,-10 0-12 0,17 11-8 0,-3-1-10 16,1 3-6-16,4 6-3 0,-4 4-6 0,1 1-3 15,3 1-8-15,-2 0 1 0,1 0-15 0,-3 1 0 16,1 0-5-16,0-1-7 0,0-2-2 0,-3 1-8 16,-5-6-3-16,5-3-5 0,-7 1-3 0,5-1-6 15,-4-5 0-15,0 1-2 0,-1-3-2 0,-1 2-5 16,1-4-1-16,-3-1-1 0,-1 0 11 0,-2-5 13 16,7 6 17-16,-7-6 20 0,3 5 13 0,-3-5-7 15,0 0-11-15,0 0-5 0,10-12-8 0,-4 1-6 16,-1-3-11-16,4-1 1 0,-2-2-13 0,2-6-3 15,3 0-3-15,-2 0 2 0,-1-4-7 0,3 1-2 16,1 2-4-16,-4-3-6 0,3 1-2 0,1 3 4 16,-6 6-5-16,0 2-14 0,-2 2-14 0,-1 3-18 15,0-1-25-15,1 2-23 0,-1-1-23 0,0 3-31 16,1 2-29-16,-3 0-26 0,-2 5-11 0,9-5-8 16,-9 5-2-16,13 1 8 0,-7 4 0 0,2 3-115 15,-1 0-344-15,0 2 153 0</inkml:trace>
  <inkml:trace contextRef="#ctx0" brushRef="#br0" timeOffset="54653.74">27831 5263 34 0,'9'0'194'0,"-9"0"-3"0,0 0-14 0,0 0-8 0,0 0-18 16,0 0-15-16,0 0-11 0,4 5-9 15,-4-5-7-15,3 6-8 0,-3-6-9 0,6 8-7 0,-5-1-6 16,-1-7-3-16,7 13-6 0,-5-8-1 0,0 2-3 16,1-2-5-16,-1 3-6 0,1-3-5 0,0 3-2 15,2-2-4-15,-1-1-3 0,3 3 2 0,0-2-4 16,1-2 5-16,-3-1-1 0,6 1 8 0,-11-4 4 15,16 3 5-15,-4-4 5 0,-12 1-6 0,21-8-1 16,-11 4 4-16,-1-1-7 0,-1-3-4 0,-3 0-7 16,4-1-6-16,-6-2 2 0,1 3-9 0,-1-3-2 15,-2-2-4-15,-1 1-4 0,-1 0 1 0,-2 0-9 16,-2-3-10-16,-4 5-7 0,2-1-7 0,-1 3-9 16,-1-1-17-16,0 2-22 0,-2 3-18 0,-1 2-29 15,-2 2-34-15,-1 1-36 0,-3 3-33 0,-1 2-36 16,-4 8-123-16,0 2-399 0,5-6 177 0</inkml:trace>
  <inkml:trace contextRef="#ctx0" brushRef="#br0" timeOffset="55246.43">27715 6524 273 0,'1'-10'254'0,"0"4"-27"0,1 0-24 0,-2 6-25 0,4-7-18 15,-4 7-16-15,0 0-4 0,9 14-9 0,-4-2 4 16,-2 12-3-16,-1 5-7 0,2 6 0 0,-4 13-6 15,0 4-10-15,0 6-8 0,-2 0-5 0,1 32-6 16,2-8-6-16,-3 3-7 0,0-4-11 16,2-23 0-16,2 27-7 0,2-4-5 0,1 0-6 0,-4-24-4 15,6 33 1-15,-5-6-5 0,6-2-4 0,-6 1 3 16,-2-23-7-16,0 24-1 0,4-5-1 16,-4-19-4-16,3 22-3 0,-6-25 0 0,-1 1-4 0,2 1 1 15,-6 25-2-15,6-30-3 0,0 5 0 16,0 22-1-16,-3-26-2 0,3-1 2 0,2-2-3 0,2-2-1 15,-1 3-1-15,1-1-3 0,-3-2 4 16,1-15 2-16,-1 12-1 0,3-12-1 0,-2-3-1 16,3-3-2-16,-4 1-16 0,1-4-13 0,0-7-18 15,-2-1-12-15,2-1-20 0,0-1-27 0,-1-7-27 0,0 0-29 16,1-9-28-16,0 0-35 0,-1 12-33 0,1-12-176 16,0 0-462-16,0 0 204 0</inkml:trace>
  <inkml:trace contextRef="#ctx0" brushRef="#br0" timeOffset="55680.49">27739 9263 180 0,'0'0'203'16,"0"0"-1"-16,0 0-10 0,0 0-10 0,11-12-11 15,-6 5-15-15,1-1-12 0,6-2-12 0,3-1-8 16,4 0 0-16,4-4-6 0,-2-1-7 0,1 1-2 16,1 2-2-16,0-4-6 0,-1 1-5 0,-3 7-8 15,-2-4-9-15,-1 1-9 0,-3 5-10 0,-1-3-4 16,-3 4-17-16,-5 2-16 0,7-1-30 0,-8 2-40 15,-3 3-41-15,10-4-67 0,-7 0-42 0,-3 4-199 16,0 0-428-16,0 0 189 0</inkml:trace>
  <inkml:trace contextRef="#ctx0" brushRef="#br0" timeOffset="55866.64">27618 9124 137 0,'-32'-14'290'0,"-1"-1"-16"0,2 2-19 16,4-1-21-16,-1 3-17 0,4-1-22 0,5 3-21 15,2 1-16-15,3 2-31 0,5 1-38 0,1-1-45 16,1 4-58-16,3-3-72 0,4 5-68 0,0-8-170 0,0 8-350 16,11-10 155-16</inkml:trace>
  <inkml:trace contextRef="#ctx0" brushRef="#br0" timeOffset="56007">27573 8987 70 0,'-9'-5'188'0,"0"1"-27"0,3 1-40 16,-2 1-48-16,2-3-48 0,1 0-64 0,-3 0-62 15,2-1-107-15,2 1 48 0</inkml:trace>
  <inkml:trace contextRef="#ctx0" brushRef="#br0" timeOffset="59190.35">9256 2138 87 0,'0'0'207'0,"0"0"-12"0,0 0-16 0,0 0-6 0,-15-14-15 15,15 14-9-15,0 0-16 0,0 0-6 0,0 0-4 16,0 0-18-16,0 0-4 0,0 0-8 0,0 0-7 16,-7-4-6-16,7 4-4 0,0 0-10 15,0 0-3-15,0 0-6 0,0 0-7 0,-4-9-5 16,4 9-2-16,0 0-4 0,-2-6 4 0,2 6-2 15,0 0 4-15,0 0-1 0,0 0 4 0,-1-8-8 16,1 8 3-16,0 0-8 0,0 0-5 0,0 0-9 16,0 0 3-16,0 0-8 0,0 0 0 0,-12 0-6 15,12 0-1-15,0 0 0 0,-15 11-1 0,6-6-2 16,4 1 1-16,-2-2-2 0,2 0-1 0,5-4 2 16,-6 10-1-16,3-4-2 0,3-6-1 0,2 9 3 15,-2-9-3-15,0 0 0 0,5 9 1 0,-5-9-3 16,9 4 3-16,-3-4-3 0,-6 0-1 0,15-2 1 15,-7 0 6-15,-8 2-6 0,17-1-2 0,-10-2 3 16,-2 1 1-16,-5 2 1 0,12-4-1 0,-7 1 2 16,-5 3-5-16,8-6 4 0,-8 6-3 0,2-10 0 15,-2 10 0-15,-2-11-3 0,2 11 2 0,-5-10 1 16,-2 7-1-16,1 0-2 0,6 3 2 0,-16-7-2 16,5 6 4-16,1 0 0 0,-1 1-2 0,11 0 1 15,-17 2-4-15,9 1 0 0,2-2 6 0,6-1-6 16,-11 4 1-16,11-4-12 0,-3 4-14 0,3-4-13 15,0 0-17-15,0 0-27 0,0 0-28 0,19 10-39 16,-19-10-47-16,13-1-178 0,-6 2-409 0,-7-1 182 16</inkml:trace>
  <inkml:trace contextRef="#ctx0" brushRef="#br0" timeOffset="59589.87">8623 1394 126 0,'0'0'262'0,"-5"-7"-14"16,5 7-23-16,-5-6-14 0,5 6-25 0,-6-3-18 15,6 3-18-15,0 0-19 0,0 0-13 0,0 0-11 16,0 0-7-16,0 0 10 0,-8 34 0 0,8-13-2 16,-1 6-5-16,0-3-5 0,-2 2-11 0,3 0-8 15,-1-1-16-15,1-6 6 0,-1 0-6 0,-1 1-5 16,2-1-3-16,0-1-8 0,0-1-16 0,-2-2 7 15,2 2-4-15,0-5-17 0,1 0-20 0,-1 0-20 16,0-1-27-16,1-1-24 0,-1-10-19 16,2 15-34-16,-2-15-25 0,2 11-46 0,-2-11-35 15,3 8-143-15,-3-8-405 0,0 0 180 0</inkml:trace>
  <inkml:trace contextRef="#ctx0" brushRef="#br0" timeOffset="59986.56">8685 1420 107 0,'14'-13'188'0,"0"3"-5"15,1 0-1-15,2 3-11 0,1 1-9 0,-5 2-8 16,-1 1-16-16,1 1-12 0,0 1-6 0,0-1-15 16,-13 2-10-16,20 4-2 0,-11-1-11 0,-9-3-7 15,14 9-7-15,-9-2 1 0,-2 5-5 0,-1-6 3 16,-3 7 2-16,0-1-8 0,-6-3-1 0,0 7-2 15,-7 5-7-15,1-6-6 0,1 2 0 16,2-6-8-16,3-1-3 0,-1-1-1 0,-1 1-6 16,4-3-5-16,0 0-9 0,5-7-3 0,-7 11-4 15,5-4-3-15,2-7 3 0,-2 16-1 0,2-16-1 16,4 10 1-16,1-4-1 0,2 0-1 0,3 2 3 16,-1-2-6-16,0 2-1 0,4 0 4 0,-4-2 1 15,2 1-3-15,-1 0 1 0,1 1-3 0,-1-1 2 16,-1 0-9-16,-2-1 8 0,-1 2 4 0,-1-3-11 15,-5-5 10-15,6 14-2 0,-6-14 1 0,1 12 1 16,-1-12 2-16,-6 14-4 0,1-6 1 0,-3-1 2 16,-2-2-7-16,1 2 0 0,-1-2-6 0,1 0-13 15,-3 0-20-15,5-2-33 0,7-3-36 0,-18 4-41 16,18-4-74-16,-18 1-146 0,6-1-403 0,12 0 178 16</inkml:trace>
  <inkml:trace contextRef="#ctx0" brushRef="#br0" timeOffset="61588.3">25998 1356 53 0,'-4'-10'121'0,"4"10"-11"15,0 0 2-15,0 0 0 0,0 0-15 16,0 0 1-16,0 0-4 0,0 0-14 0,0 0 3 16,0 0-4-16,0 0-4 0,0 0-1 0,2-9-3 15,-2 9-9-15,0 0 0 0,0 0-7 0,0 0 10 16,0 0-5-16,0 0 4 0,0 0 1 0,0 0 2 16,0 0 3-16,0 0-5 0,0 0-1 0,0 0-9 15,2-7-5-15,-2 7-6 0,0 0-6 0,9-6-6 16,-9 6-1-16,12-9-7 0,-1 4-1 0,-1-1-3 15,2 0-4-15,-1 0 6 0,5-1-10 0,-3 2 2 16,-3 3-1-16,1-3-3 0,0 1 1 0,-2 0-2 16,2 2-4-16,0 0 1 0,-11 2-2 0,12-2-1 15,-12 2-4-15,11-3 0 0,-11 3-1 0,9-3 4 16,-9 3-1-16,0 0-6 0,0 0 4 0,0 0-4 16,14 6 4-16,-14-6 0 0,0 0 2 0,0 0-6 15,0 0 1-15,0 0 4 0,6 6-5 0,-6-6 5 16,0 0-2-16,0 0 2 0,0 0-1 15,0 0 4-15,0 0 0 0,0 0-4 0,5 6 3 16,-5-6-5-16,0 0-13 0,0 0-14 0,0 0-8 16,0 0-22-16,0 0-28 0,0 0-35 0,0 0-40 0,8 12-147 15,-8-12-335-15,0 0 149 0</inkml:trace>
  <inkml:trace contextRef="#ctx0" brushRef="#br0" timeOffset="62415.21">18762 8872 149 0,'0'0'191'0,"4"-11"-3"0,-4 11-2 15,1-6-4-15,-1 6-7 0,0 0-5 0,1-7-11 16,-1 7-13-16,0 0-10 0,0 0-14 0,0 0-13 16,0 0-10-16,0 0-17 0,1-7-18 0,-1 7-30 15,0 0-25-15,0 0-20 0,0 0-31 0,0 0-29 16,0 0-33-16,-18 14-25 0,12-11-35 0,0 2-116 15,-2 0-304-15,0 0 135 0</inkml:trace>
  <inkml:trace contextRef="#ctx0" brushRef="#br0" timeOffset="65660.16">21393 2595 36 0,'0'0'179'0,"0"-14"-13"15,0 14 4-15,-1-11-20 0,1 11-18 0,0-8-8 16,0 8-20-16,0 0-10 0,0 0-13 0,0 0-5 16,0 0-14-16,0 0-2 0,0 0-11 0,1 33-2 15,-2-14-1-15,1 8-6 0,-4-1 0 0,1 3 0 16,-2 0 2-16,1-2 1 0,1 1-2 0,-3-4-2 15,1 4-5-15,-1-11 3 0,1 7 2 0,2-6-6 16,-2 1-2-16,3-4 3 0,-1 1-5 0,0-4-2 16,1-1-3-16,1-2-2 0,-1 2 3 0,0-3-9 15,2-8 2-15,-6 11 1 0,6-11-2 0,-2 11 0 16,2-11 5-16,0 0 9 0,0 0 9 0,0 0 11 16,0 0 1-16,-1 11 7 0,1-11-4 0,0 0 1 15,0 0-10-15,0 0-3 0,0 0-6 0,0 0-5 16,11-29 0-16,-6 18-8 0,3-2 1 0,2 0-5 15,3-3-6-15,0 2-2 0,5-6-1 0,-3 6 3 16,2 2-12-16,-3 2-6 0,1 1 4 0,-3 4-4 16,2-2-3-16,-1 4 2 0,-1 1-2 0,1 4 1 15,-1-2-3-15,-1 3 4 0,-1 2-4 0,-1 0 1 16,1 1 3-16,-2 4-2 0,1-1 2 0,-4 1 1 16,4 3-10-16,-1 2-7 0,-3-3-8 0,1 4-22 15,0-4-20-15,-3 4-17 0,2-2-24 16,-2-2-50-16,1 0-34 0,-2-1-160 0,0 0-384 15,-2-11 170-15</inkml:trace>
  <inkml:trace contextRef="#ctx0" brushRef="#br0" timeOffset="65951.84">21870 2819 56 0,'2'-16'184'0,"-2"4"-5"16,0 1-3-16,0 0 11 0,0 2-14 0,0 9 2 15,-1-14-10-15,1 14-16 0,-4-8-15 0,4 8-16 16,0-8-18-16,0 8-7 0,0 0-16 0,0 0-5 16,0 0-10-16,-13 19-3 0,7-7-3 0,1 4-7 15,-2 2-5-15,1 1 1 0,0 6-6 0,-3 0 3 16,2 0-4-16,2 0 0 0,1-5-5 0,0 5-3 16,1 0 1-16,-2-6-6 0,3-1 2 0,0 0-1 15,2 0-1-15,-3 2-5 0,3-2 0 0,0-2-3 16,2 1 0-16,-2-3-4 0,0 4-17 0,2-2-21 15,-2-4-12-15,1 0-14 0,1 0-34 0,-2-12-14 16,-2 19-24-16,2-12-24 0,0-7-18 0,-3 14-21 16,3-14-126-16,-7 7-338 0,7-7 149 15</inkml:trace>
  <inkml:trace contextRef="#ctx0" brushRef="#br0" timeOffset="66101.28">21732 2955 39 0,'11'-5'91'0,"1"2"0"16,0-1-15-16,5-1-11 0,1 1-5 0,-4 4-7 15,5-3-24-15,0 3-33 0,-1 2-31 0,3-1-43 16,-5 1-84-16,2 0 38 0</inkml:trace>
  <inkml:trace contextRef="#ctx0" brushRef="#br0" timeOffset="66403.14">22059 3001 73 0,'0'0'163'0,"0"0"-11"15,9-5-3-15,-9 5-12 0,9-8-7 0,-4 3-6 16,1-3-8-16,-6 8-13 0,13-6-9 0,-5-1-9 16,-3-2-9-16,-5 9 0 0,10-12-8 0,-5 7-1 15,-2-2-11-15,-1 2-5 0,-2 5-6 0,1-14-1 16,-1 14-9-16,-3-12-3 0,-2 6-6 15,5 6-2-15,-12-10-8 0,4 7 4 0,8 3-6 0,-21-1 0 16,9 1-11-16,-4 3 8 0,-1 1-5 0,3 2 0 16,0 1-4-16,-1 4 2 0,2-1 1 0,-1 2 0 15,5 3 4-15,1-6-3 0,3 3-1 0,1 4 10 16,3-5-10-16,1 2 6 0,2-1-2 16,7 1-1-16,0 1 0 0,5-1-7 0,2-3-28 0,3 0-30 15,8-2-27-15,-2 1-43 0,-3-3-49 16,0-2-97-16,-2-1-296 0,-1-2 131 0</inkml:trace>
  <inkml:trace contextRef="#ctx0" brushRef="#br0" timeOffset="66960.03">22358 2761 76 0,'8'-6'146'0,"-2"2"-15"16,7 0-8-16,0 1-17 0,4 1-12 0,1 1-5 16,4-2-7-16,-3 1-11 0,0-1-18 0,3 2-17 15,-2 1-24-15,-7-2-18 0,3 2-20 0,-5 0-21 16,-2-1-4-16,0 1-8 0,-9 0-2 0,12-2 5 16,-12 2-6-16,6-3-4 0,-6 3 8 0,0 0-31 15,0 0-94-15,1-9 321 0,-1 9-162 0,0 0 9 16,-13-8 15-16,13 8 6 0,-11-6 9 0,5 3 4 15,2-1 11-15,4 4 9 0,-11-5 4 16,11 5 16-16,-6-2-8 0,6 2 0 0,0 0-3 16,-9-3-15-16,9 3 12 0,0 0-4 0,0 0 2 15,-6 14 9-15,2-5-4 0,1 1 10 0,-1 6 14 16,1 0 3-16,0 1 1 0,-2 2-3 0,1-2-4 16,0 0 0-16,2-1-4 0,-2 1-3 0,1 1-6 15,1-3-4-15,-1 2-2 0,2-5 0 0,-2 4-9 0,0-5-3 16,0 0-1-16,3-1-8 0,0-10 6 15,-5 20-6-15,4-15-1 0,-3 3 0 0,4-8-6 16,-7 12-6-16,7-12 2 0,-7 8 0 0,7-8-5 16,-10 6-4-16,10-6 2 0,-11 3-3 0,11-3-3 15,0 0 4-15,-15 0-3 0,15 0-2 0,0 0 0 16,-14-5-2-16,14 5-1 0,0 0 3 0,0 0-1 16,-12-5-3-16,12 5-1 0,0 0 4 0,0 0-5 15,-6-6-1-15,6 6-3 0,0 0 0 0,0 0 0 16,0 0 1-16,0 0 3 0,0 0 1 0,0 0-3 15,0 0-4-15,35 5-10 0,-21-3-13 0,5 0-16 16,-1 0-19-16,3-2-13 0,6 0-29 0,-5-2-18 16,6 2-9-16,-6-4-17 0,-2 4-85 0,2-3-256 15,-2 3 113-15</inkml:trace>
  <inkml:trace contextRef="#ctx0" brushRef="#br0" timeOffset="67323.89">22796 2938 11 0,'5'-11'49'15,"3"-2"4"-15,-4 3 20 0,0-1 14 0,2 0 7 16,-1 2 6-16,-2 2 19 0,-3 7 4 15,4-11-11-15,-4 11-9 0,3-9-15 0,-3 9-7 0,0 0-17 16,0 0 1-16,0 0 11 0,0 0 9 0,0 0-3 16,4 27-3-16,-5-15 4 0,-2 3 0 15,0 1 3-15,-1 2-3 0,1-2 0 0,1 1-6 16,-2-1-5-16,3-4-7 0,-1 1-4 0,1-1-5 0,1-2-7 16,-3-1-3-16,3-9-5 0,-2 13-1 15,2-13 3-15,-3 9-4 0,3-9 4 0,0 0 11 16,0 0 1-16,-2 9 4 0,2-9 6 0,0 0-6 15,0 0-4-15,0 0-8 0,0 0-2 0,0 0-7 0,0 0-5 16,0 0 1-16,0 0-8 0,0 0-12 16,0 0-7-16,13-24-9 0,-2 17-3 0,8 1 0 15,-2 0-4-15,1 2 6 0,-4 0-5 0,4 0 1 16,-1 0 3-16,-2 4-2 0,-1 0 1 0,-2 3-2 16,0 0 1-16,-1 0-1 0,0 1-2 0,-4 0 1 15,2 1 0-15,-9-5 4 0,7 13-1 0,-5-8 1 16,-2-5 1-16,-8 17 4 0,-2-8-1 0,-1 2-3 15,-6-1-13-15,-1-2-9 0,1-1-19 0,1 0-17 0,-2-2-29 16,2 3-41-16,-4-4-48 0,8-2-63 16,-6-1-138-16,6 0-412 0,12-1 182 0</inkml:trace>
  <inkml:trace contextRef="#ctx0" brushRef="#br0" timeOffset="67486.38">23098 3078 1803 0,'9'0'99'0,"0"-1"-25"0,-9 1-28 16,10 0-24-16,-10 0 3 0,9 0-10 0,-9 0 2 16,0 0-7-16,10-3-13 0,-10 3-19 0,0 0-24 15,0 0-29-15,0 0-35 0,9 1-29 0,-9-1-147 16,0 0-311-16,0 0 138 0</inkml:trace>
  <inkml:trace contextRef="#ctx0" brushRef="#br0" timeOffset="69607.89">20456 3852 82 0,'0'0'123'0,"0"0"-9"0,0 0-16 0,0 0-20 15,0 0-5-15,0 0-5 0,0 0 4 0,0 0 2 16,0 0 2-16,8 27-8 0,-2-17-3 16,-1 7-5-16,2 1-4 0,-1-1 6 0,-1 1-3 0,3 1-1 15,-3 0 8-15,-1-1-2 0,1-1-2 0,0 1-2 16,-1-2-8-16,0-4-5 0,1 1 3 0,-3 0-7 16,1-3-3-16,0-1 3 0,-2-1 2 15,1-5 2-15,-2-3 7 0,4 11 12 0,0-6 41 0,-4-5 7 16,3 5 4-16,-3-5 0 0,0 0-11 15,0 0-9-15,0 0-22 0,0 0 4 0,0 0-11 0,15-19-5 16,-9 10-6-16,0-1-11 0,2-1-17 0,1-3-13 16,0 0-17-16,0 0-20 0,1 0-22 0,3-1-30 15,0 0-30-15,5-3-47 0,-3 5-39 0,-2 1-37 16,4 1-164-16,-7 4-420 0,0 1 186 0</inkml:trace>
  <inkml:trace contextRef="#ctx0" brushRef="#br0" timeOffset="69826.2">21042 3875 111 0,'0'0'162'0,"10"-4"-11"0,-10 4-17 15,13-6-14-15,-3 4-9 0,2-2-11 0,1 0-11 16,5 2-10-16,-1-1-9 0,-3 1-17 0,-1 1-26 15,1 1-34-15,-3 0-20 0,-11 0-31 0,18 0-13 16,-18 0-11-16,12-1-8 0,-12 1-56 0,0 0-157 16,11 1 69-16</inkml:trace>
  <inkml:trace contextRef="#ctx0" brushRef="#br0" timeOffset="70173.38">21228 3847 306 0,'0'0'-12'0,"0"0"14"16,-41-7 11-16,41 7 9 0,-15-2 4 0,15 2 13 16,-12 0 5-16,12 0 4 0,0 0 3 0,-14-1-4 15,14 1-10-15,0 0 3 0,-11 3 3 0,11-3 19 16,0 0 2-16,-7 12 21 0,5-4 0 0,1 2 4 15,-3 1-3-15,2 0 11 0,1 7 0 0,-1-1 0 16,2 2-3-16,0 0 3 0,0-2-3 0,0 0-4 16,0 0-5-16,-2-1-5 0,2-3-6 0,-1-1-8 15,0 4-4-15,1-6-3 0,-3 2-7 0,3-1-4 16,-1-2-4-16,2-1-1 0,-1-8-5 0,-1 11-1 16,0-4 1-16,1-7-3 0,-3 9-1 0,1-4-2 15,2-5-1-15,-4 8-1 0,4-8-3 16,-8 6-1-16,3-5-5 0,5-1 2 0,-9 5-4 0,9-5 3 15,-9 2-5-15,9-2-2 0,-9 0 1 0,9 0-2 16,0 0-1-16,-11 0-1 0,11 0 1 0,0 0-3 16,-9-3-3-16,9 3 2 0,0 0-2 0,0 0 1 15,0 0-3-15,-9-1 1 0,9 1-2 0,0 0 1 16,0 0 0-16,0 0-1 0,0 0-2 0,0 0 0 16,0 0 0-16,25-7-11 0,-12 5-8 0,5-3-19 15,3 2-18-15,0 0-19 0,1 0-20 0,6 0-29 16,0-2-20-16,3 1-28 0,-4 0-20 0,1 1-9 15,1-4-125-15,-1 0-350 0,-2 2 155 0</inkml:trace>
  <inkml:trace contextRef="#ctx0" brushRef="#br0" timeOffset="70371.03">21579 4050 123 0,'0'0'188'0,"0"0"8"0,10-3-11 16,-10 3-11-16,0 0-15 0,0 0-7 0,0 0-4 15,0 0-4-15,0 0-7 0,-25 9 2 0,15-5-9 16,-3 2 1-16,2 2-4 0,0-3-4 15,1 3-14-15,1 0-7 0,2-2-10 0,-1 0-8 0,3 1-7 16,1-1-10-16,3 2-2 0,1-8-6 16,2 15-8-16,6-8 0 0,2 0-7 0,6 0-21 15,4 0-24-15,7-1-27 0,5-2-33 0,0-2-30 16,1-1-32-16,3-1-39 0,1 0-39 0,-4-1-39 0,-2 0-123 16,-4-3-392-16,0 0 174 0</inkml:trace>
  <inkml:trace contextRef="#ctx0" brushRef="#br0" timeOffset="75252.39">20575 5043 35 0,'1'-9'192'0,"-1"9"-17"15,0 0-10-15,0 0-12 0,-3-10-7 0,3 10-17 16,-7-5-9-16,7 5-11 0,-11-2-4 0,11 2-11 16,0 0-8-16,-14 7-7 0,7 0-2 0,-4 2 2 15,-1 4 1-15,-4 7-3 0,0 2-3 0,1 1 0 16,-2 4-6-16,1 1-6 0,2-2 0 0,2-1-6 15,1 2-7-15,3-1 4 0,3 1-8 0,1-3-3 16,6 1-3-16,-2-5-5 0,4-2-1 16,0 1-2-16,1-1-1 0,3 0-3 0,2 0-1 0,6 3-1 15,-4-4-3-15,6 0-5 0,3 1-13 0,-3-5-26 16,5 1-28-16,0-2-28 0,2-1-41 0,1-2-44 16,-2-3-37-16,-4 2-157 0,2-4-387 0,-4-1 171 15</inkml:trace>
  <inkml:trace contextRef="#ctx0" brushRef="#br0" timeOffset="75522.45">20905 5153 35 0,'-5'-6'187'16,"5"6"-13"-16,0 0-20 0,-3-5-12 0,3 5-7 16,0 0-8-16,0 0-12 0,0 0-16 15,14-6-6-15,-3 4-8 0,4 2-9 0,1 0-6 0,5-2-17 16,2-1-16-16,4 2-20 0,-7 0-22 0,-1 1-13 16,0-2-19-16,1 2-19 0,-6-1-22 0,-3 1-15 15,-1-1-10-15,2 2-8 0,-12-1-72 0,11-1-199 16,-11 1 88-16</inkml:trace>
  <inkml:trace contextRef="#ctx0" brushRef="#br0" timeOffset="75888">21132 5101 5 0,'-7'-2'69'0,"7"2"-5"0,0 0 3 0,-11-6-3 15,11 6 8-15,-6-2-8 0,6 2-2 0,0 0-7 16,0 0-9-16,0 0 7 0,-11 4 13 0,8 2 7 16,-1 0-1-16,3 4 14 0,-4 0-2 15,-2 5 0-15,4 2 6 0,-3 1 3 0,4 1-5 0,-5 5 0 16,2 1-5-16,3-7-4 0,-5 2 1 0,5-1-10 15,-2-2-4-15,3 2-9 0,-2-2-3 0,2 0-4 16,0-5-2-16,-2 0-4 0,3 1-5 0,-1-2-5 16,-1 0-1-16,1-1-7 0,0-2 1 0,0 2-1 15,1-10-6-15,-2 11 3 0,4-3-2 0,-2-8-4 16,0 11-2-16,0-11 4 0,-3 10-3 0,3-10-2 16,-4 3 0-16,4-3-1 0,0 0 0 0,-2 7 6 15,2-7-8-15,0 0-1 0,-9 1-1 0,9-1-1 16,0 0-2-16,0 0 5 0,-16-5-6 0,16 5 3 15,-10-3-2-15,10 3 0 0,-7-3-5 0,7 3 3 16,0 0-3-16,-7-3 0 0,7 3 5 0,0 0-8 16,0 0-3-16,0 0 2 0,0 0-1 0,0 0-1 15,0 0-2-15,0 0-3 0,0 0-2 0,0 0 2 16,0 0-7-16,24 0-8 0,-12 0-23 0,0 1-17 16,1 1-19-16,3-2-24 0,3 0-32 0,-1 0-29 15,2 0-139-15,1 2-332 0,-3-1 147 0</inkml:trace>
  <inkml:trace contextRef="#ctx0" brushRef="#br0" timeOffset="76398.89">21507 5343 182 0,'0'0'186'0,"0"0"-3"0,0 0-18 0,-1-9-14 0,1 9-6 16,0 0-10-16,0 0-13 0,-7-9-7 0,7 9-7 16,-6-4-8-16,6 4-6 0,-8-2-8 0,8 2-5 15,0 0-6-15,-14-1-7 0,14 1-8 16,-10 1-2-16,10-1-4 0,-13 2-8 0,7 1-2 16,-2-2-3-16,0 2-6 0,-1 1 4 0,0 0-2 0,0 2-1 15,0 2 1-15,-2-1 2 0,3 1-3 0,1-1-4 16,-5 2-4-16,4-1 6 0,-1 1-9 0,4-1 3 15,-1 1-1-15,1 1 0 0,0 2-1 16,1-4-1-16,1 2 0 0,2-1-4 0,1 1 3 16,-1-2-4-16,1-8 0 0,2 14-1 0,2-8 1 0,3 3-6 15,0-2 6-15,5-4-3 0,1 5 5 0,3-3-5 16,-6-1-10-16,8 1-10 0,-1-2-21 0,1 1-9 16,-5-2-24-16,-2 0-22 0,1 0-19 15,-5-1-47-15,3-1-26 0,1 0-33 0,-4 0-170 16,-7 0-405-16,14-3 179 0</inkml:trace>
  <inkml:trace contextRef="#ctx0" brushRef="#br0" timeOffset="76804.28">21844 5277 53 0,'0'0'121'0,"0"0"4"0,0 0-11 15,-14-2 2-15,14 2-7 0,0 0-1 16,-11-2-1-16,11 2-3 0,-8-2-6 0,8 2 2 15,0 0-3-15,-8-1-1 0,8 1 0 0,0 0-3 16,-8-2-3-16,8 2-6 0,0 0-6 0,0 0-5 0,0 0-3 16,0 0-6-16,0 0-5 0,0 0-6 15,0 0-5-15,0 0-5 0,0 0 2 0,0 0 0 16,0 0 0-16,0 0 0 0,0 0-2 0,0 0-2 16,44 1-5-16,-25-2-2 0,-2 1-5 0,1 0-3 15,-3-2-2-15,5 4-4 0,-2-2-17 0,-1-2-16 0,-3 2-11 16,-1-2-27-16,-2 2-19 0,1 0-25 0,-2-1-36 15,0 1-24-15,-2-2-18 0,-8 2-148 16,9-2-347-16,-9 2 153 0</inkml:trace>
  <inkml:trace contextRef="#ctx0" brushRef="#br0" timeOffset="77038.03">22011 5161 70 0,'0'0'200'15,"-5"-6"0"-15,5 6-9 0,0 0-12 0,-5-6-10 16,5 6-18-16,0 0-18 0,0 0-14 0,0 0-9 16,0 0-16-16,0 0 0 0,0 0-4 0,-10 17 2 15,8-5 2-15,0-1-4 0,0 6-6 0,-2 0-1 16,0-2-6-16,-1 3-9 0,2-1-7 0,1-1-2 16,1 2-5-16,-2 0-6 0,0-2 3 0,3 2-4 15,2-7-11-15,0 7-21 0,-2-6-25 0,-1-1-29 16,1 3-41-16,3-2-47 0,-1-3-43 0,1 1-220 15,-3-10-421-15,6 14 188 0</inkml:trace>
  <inkml:trace contextRef="#ctx0" brushRef="#br0" timeOffset="77644.48">22376 5136 98 0,'1'-7'218'0,"-1"7"-19"0,8-5-25 0,-2 2-16 0,4 1-14 15,3 0-10-15,-3 0-15 0,9-2-18 16,0 2-9-16,0-1-7 0,0 2-12 0,-1-2-12 16,1 2-21-16,-1 1-13 0,-4-1-20 0,-4 0-12 15,0 2-14-15,-10-1-5 0,14-1-2 0,-14 1-2 16,12-1-4-16,-12 1-1 0,7-2 4 0,-7 2-2 15,0 0 7-15,0 0 3 0,3-7 1 0,-3 7 3 16,0 0 8-16,0 0 4 0,0 0 3 0,0 0 3 16,0 0 18-16,0 0 1 0,0 0 8 0,0 0 5 15,0 0-8-15,0 0 5 0,-15-7-9 0,15 7-3 16,0 0-3-16,0 0-1 0,0 0 15 0,0 0 11 0,-8 17 7 16,7-8 1-16,-3 3 4 0,0 0 3 15,-1 5-4-15,1-2-3 0,0 1 5 0,0-4-6 16,-1 5-1-16,0-2-6 0,3 1 2 0,-2-5-6 15,-1 1-2-15,2-1-5 0,2 0 1 0,-2-1-5 16,3-3 3-16,-2 3-5 0,-1-3-6 0,2 1 3 16,1-8-3-16,-1 10 0 0,-1-1-6 0,2-9 1 0,-2 5 6 15,2-5-5-15,0 0-2 0,0 10 0 16,0-10-2-16,0 0 2 0,0 0 0 0,-3 6-3 16,3-6-1-16,0 0-4 0,-5 3-5 0,5-3-6 15,0 0 0-15,0 0-4 0,-14-1 0 0,14 1-1 16,0 0 0-16,-13-5 1 0,7 2 2 0,6 3 1 0,-8-4 5 15,8 4-7-15,-9-2 6 0,9 2 0 16,-5-4-4-16,5 4 5 0,0 0 0 0,0 0 0 16,0 0 1-16,-10-3-2 0,10 3 2 0,0 0 3 15,0 0-6-15,0 0 6 0,0 0 3 0,0 0-5 16,34-2-4-16,-14 1-3 0,0 1-15 0,9-3-16 16,2 2-24-16,0 1-17 0,2-1-20 0,-1-3-27 15,3 0-21-15,-5 1-16 0,1-2-119 0,-2 2-306 16,-8-1 135-16</inkml:trace>
  <inkml:trace contextRef="#ctx0" brushRef="#br0" timeOffset="78031.78">22982 5238 27 0,'0'0'186'0,"1"-9"-2"0,-1 9 7 0,0 0-4 16,-1-8-8-16,1 8-9 0,0 0-18 16,0 0-14-16,0 0-15 0,0 0-16 0,0 0-11 15,0 0 1-15,0 0-2 0,0 0-6 0,-8 24 2 16,3-12 2-16,1 0-9 0,0 4-3 0,-2-2-11 15,-1 1 4-15,3 0-9 0,1-2-6 0,-1-2-8 16,-1 5-1-16,1-6-6 0,1-1-3 0,2-4-2 16,1-5-5-16,-2 12-1 0,2-12-1 0,-6 6-5 15,6-6 11-15,-2 7-8 0,2-7-3 0,0 0 2 16,-1 7 2-16,1-7 6 0,0 0 11 0,0 0-3 16,0 0-10-16,0 0 3 0,0 0-3 0,20-8-8 15,-10 2-3-15,2 1 0 0,6-1-5 0,1 1-2 16,-1-1-8-16,1 3 1 0,0-2-6 0,0 2 2 15,0 3-6-15,-6 0 2 0,-1 3 2 0,2 0 2 16,-5 1-9-16,2-1 0 0,-2 4 1 0,-3-4-1 16,-2 3 4-16,3 2-5 0,-6-2 0 0,0 2 5 15,-1-8 1-15,-5 14 6 0,0-6 0 0,-3 1 0 16,-2-3 1-16,-3 1-2 0,-2 2 2 0,-2-2-3 16,2 1-10-16,-2-3-11 0,2-1-12 0,-1 3-21 15,3-5-22-15,0 1-30 0,1 0-34 0,12-3-52 16,-19 0-48-16,12 0-226 0,7 0-497 0,0 0 219 15</inkml:trace>
  <inkml:trace contextRef="#ctx0" brushRef="#br0" timeOffset="78257.77">23405 5111 90 0,'0'0'199'0,"12"8"-16"0,-5 0 3 16,-1 2 3-16,1 2 1 0,-2 5-10 0,-1-1 2 16,-3 10-16-16,1-1-1 0,-2 1-17 0,-2 0-7 15,-1 1-15-15,-2-2-10 0,-1 2-12 0,-7-2-10 16,1 0-5-16,-4-3-26 0,-7 1-28 0,-3 0-37 16,-4-1-34-16,-15 6-52 0,-1-3-72 0,0-3-234 15,-7 1-426-15,0-6 189 0</inkml:trace>
  <inkml:trace contextRef="#ctx0" brushRef="#br0" timeOffset="79930.2">20874 5965 24 0,'0'0'130'15,"0"0"-6"-15,0 0-11 0,0 0-9 0,0 0-3 16,0 0-5-16,0 0-4 0,0 0-9 0,0 0-8 16,0 0-6-16,0 0 2 0,0 0-8 0,0 0-3 15,0 0-1-15,0 0-5 0,0 0-2 0,0 0-3 16,0 0 1-16,0 0-10 0,0 0 3 0,0 0-6 16,0 0-5-16,0 0-2 0,0 0 1 0,0 0-4 15,0 0-4-15,0 0 2 0,0 0 2 0,0 0-8 16,0 0-1-16,0 0-2 0,0 0 0 0,0 0 0 15,0 0-6-15,0 0-1 0,0 0 1 0,0 0 3 16,0 0-1-16,0 0-6 0,0 0 5 0,0 0-1 16,0 0-2-16,0 0 6 0,0 0-5 0,0 0 3 15,0 0-2-15,0 0-1 0,0 0 0 0,0 0 2 16,0 0-5-16,0 0 3 0,0 0-1 0,0 0-2 16,0 0 2-16,0 0 1 0,0 0-1 0,0 0 3 15,0 0 0-15,0 0 1 0,0 0-1 0,0 0 0 16,0 0-2-16,0 0 5 0,0 0-5 0,0 0 4 15,0 0-4-15,0 0 3 0,0 0-5 0,0 0 4 16,0 0-2-16,0 0 0 0,0 0 5 0,0 0-6 16,0 0-1-16,0 0 0 0,0 0 2 0,0 0-1 15,0 0 0-15,0 0 1 0,0 0-1 0,0 0 0 16,0 0 0-16,0 0 2 0,0 0 0 0,0 0 0 16,0 0-2-16,0 0 0 0,0 0-2 0,0 0 0 15,-1-10 2-15,1 10-2 0,0 0-1 0,0 0 1 16,-12 0-3-16,12 0 1 0,0 0 0 0,0 0 4 15,-10 0 3-15,10 0 1 0,0 0 2 0,0 0 3 16,0 0 0-16,0 0-5 0,-9-1 1 16,9 1-1-16,0 0 0 0,0 0-2 0,0 0-1 0,0 0 0 15,0 0-1-15,0 0-1 0,0 0 2 0,0 0-3 16,39-3 3-16,-20 5-4 0,6-4-1 0,3 2-1 16,1-1 1-16,-1 1-1 0,1 0-10 0,-1 0-6 15,-10 0-13-15,1 0-11 0,-5 1-17 0,-1-1-16 16,0 0-25-16,-4 2-17 0,-3-1-16 0,-6-1-13 15,12 3-11-15,-6-1 0 0,-6-2 2 0,0 0-102 16,2 6-272-16,-2-6 120 0</inkml:trace>
  <inkml:trace contextRef="#ctx0" brushRef="#br0" timeOffset="80165">21042 5977 25 0,'0'0'95'0,"0"0"4"16,0 0 3-16,0 0-7 0,-6-5-4 0,6 5 1 16,0 0-2-16,0 0 1 0,0 0-10 0,0 0-5 15,0 0-5-15,0 0-1 0,0 0-2 0,0 0-6 16,0 0-8-16,0 0 0 0,0 0-13 0,0 0-2 16,0 0-4-16,-5-5-6 0,5 5-17 0,0 0-17 15,0 0-17-15,0 0-16 0,0 0-15 0,0 0-10 16,0 0-11-16,0 0-12 0,0 0-18 0,0 0-68 15,0 0-185-15,0 0 82 0</inkml:trace>
  <inkml:trace contextRef="#ctx0" brushRef="#br0" timeOffset="80409.92">20888 6168 95 0,'0'0'174'0,"0"0"-6"0,0 0-2 15,0 0-7-15,0 0-9 0,21 6-14 0,-14-5-8 16,5 0-9-16,2-1-12 0,4 1-10 0,0-2-6 0,2 3-11 16,-1-1-2-16,3-1-23 0,-3 0-23 0,2 0-30 15,-2 0-28-15,1-1-24 0,-1 0-27 16,1 1-39-16,0-2-30 0,-2 1-91 0,2-1-257 15,1-2 113-15</inkml:trace>
  <inkml:trace contextRef="#ctx0" brushRef="#br0" timeOffset="80994.45">21559 5904 22 0,'0'0'225'0,"0"0"-19"0,-1-9-16 0,1 9-17 15,0 0-17-15,4-8-16 0,-4 8-9 0,14-5-8 0,-3 2-14 16,7 0-14-16,0 0-7 0,4 0-9 0,-2 0-6 16,-1-1-15-16,2 2-23 0,-4 0-32 0,-4 2-23 15,-1-2-24-15,-4 2-29 0,1 0-16 16,-9 0-23-16,11 0-3 0,-11 0 2 0,0 0-1 15,9 0-5-15,-9 0 9 0,0 0 12 0,0 0-53 16,0 0-161-16,0 0 534 0,-23 6-276 0,23-6 20 16,-11 1 14-16,11-1 13 0,-11 2 17 0,11-2 10 0,-9 0 8 15,9 0 7-15,0 0 15 0,-10 0-4 0,10 0-7 16,0 0 0-16,0 0-2 0,-6 3 19 16,6-3 16-16,-4 9 17 0,1 1 7 0,1 1-1 0,0 0 5 15,0 3-6-15,1 2-1 0,-3-1-5 0,1 2-1 16,1-1-6-16,-1-3-3 0,1 4-5 15,-1-1-4-15,1-1-4 0,0 2-7 0,0-1-6 16,0-5-3-16,1 0-3 0,0 0-4 0,0-2-3 16,-2 2-3-16,-1-1 0 0,3-1-8 0,0-3-1 0,-2 1-1 15,3-7-3-15,-5 11 2 0,0-6-5 0,-2 0-1 16,-3-1-2-16,3 0-2 0,-1-1-7 0,0-1-1 16,-2-1-1-16,10-1 0 0,-15 2 0 15,8-4-1-15,7 2-1 0,-12 0 1 0,12 0-1 16,-11 0 2-16,11 0-2 0,0 0-1 0,-9 0-3 0,9 0 3 15,0 0 0-15,0 0-4 0,0 0-2 0,0 0 1 16,0 0 3-16,0 0-9 0,0 0 1 0,0 0-4 16,35 7-14-16,-18-6-14 0,2 0-14 15,-3-2-23-15,5 1-13 0,-1 2-20 0,2-3-18 16,-2 3-11-16,1-3-17 0,-3 1-8 0,0 0-3 0,-1-2-91 16,-2 1-279-16,1-2 124 0</inkml:trace>
  <inkml:trace contextRef="#ctx0" brushRef="#br0" timeOffset="81350.2">21880 6185 615 0,'9'-7'-21'16,"-1"1"26"-16,-1-2 16 0,-2 1 23 0,0-1 9 15,0-1 3-15,1 1 13 0,-6 8 19 16,6-13 7-16,-3 8 2 0,-3 5 2 0,4-9-7 0,-4 9-15 16,0 0-6-16,0 0-9 0,0 0 6 0,0 0 7 15,0 0 10-15,0 0 2 0,7 19-2 0,-8-9 7 16,-2 2-2-16,1-1-3 0,-1 1-4 0,2 0-7 16,-4-1-4-16,1-1-7 0,3 0-5 15,-3 1-6-15,0-2-4 0,1-3-5 0,-2 3-4 0,5-9 0 16,-2 10-6-16,2-10-2 0,-3 7-1 0,3-7-3 15,0 0 0-15,0 0-1 0,0 0 0 0,0 8 1 16,0-8 1-16,0 0 1 0,0 0 1 16,0 0-8-16,15-2-5 0,-15 2-4 0,16-7-4 0,-5 4 1 15,1 0-4-15,-1 3-4 0,2-2 0 0,-1 4-1 16,2-2-5-16,-3 2 2 0,1 3 1 0,0-2-2 16,-1 3 0-16,-2-1-1 0,0 1 0 0,-3 1-2 15,0 1 1-15,-2-1 5 0,0-2-2 0,-3 2 1 16,-1-7 2-16,-2 13 7 0,-2-6 2 0,-2 1 2 15,-3-1-5-15,-3-1-2 0,-1-1 5 0,2 1-3 16,-7-2-4-16,-1 1-4 0,1-1-8 0,-1-1-11 16,2-2-12-16,4 1-25 0,2 0-30 0,-2-2-28 15,13 0-45-15,-19-5-52 0,12 3-225 0,0-2-472 16,7 4 209-16</inkml:trace>
  <inkml:trace contextRef="#ctx0" brushRef="#br0" timeOffset="81692.33">22254 6179 73 0,'0'0'217'0,"0"0"-12"0,0 0-5 16,0 0-4-16,0 0-2 0,-12-12-6 0,12 12-9 16,0 0-10-16,0 0-5 0,0 0-12 0,-7-4-6 15,7 4-11-15,0 0-8 0,0 0-2 16,0 0-16-16,0 0-8 0,0 0-10 0,0 0-7 0,0 0-8 16,0 0-5-16,0 0-7 0,0 0-10 0,14-4-3 15,-14 4-8-15,26 0-8 0,-12-2-19 0,4 2-15 16,1 0-13-16,1-1-33 0,-3 2-19 0,-3-1-25 15,-1 0-22-15,-2 0-24 0,1 0-22 0,-2 2-26 16,-3-2-24-16,-7 0-13 0,12 0-121 0,-12 0-369 16,0 0 164-16</inkml:trace>
  <inkml:trace contextRef="#ctx0" brushRef="#br0" timeOffset="81901.84">22383 6055 27 0,'0'0'225'15,"-2"-9"3"-15,2 9-4 0,-4-5-2 0,4 5-17 16,0 0-16-16,0 0-24 0,-5-7-23 0,5 7-14 16,0 0-9-16,0 0-9 0,0 0-5 0,-8 22-4 15,6-10-9-15,0 2-4 0,1 1-6 0,0 1-8 16,-2 0-7-16,2 1-4 0,1 0-6 0,-1 1-5 16,2-2-3-16,0 2-13 0,-1 1-19 15,2-3-37-15,0-2-29 0,1 0-58 0,-1-3-64 0,1 1-60 16,-4-2-151-16,2 0-414 0,-2 0 184 0</inkml:trace>
  <inkml:trace contextRef="#ctx0" brushRef="#br0" timeOffset="82427.92">22732 5928 67 0,'0'0'225'16,"-3"-5"-18"-16,3 5-22 0,0 0-14 0,0 0-18 16,0 0-17-16,0 0-12 0,12-8-12 0,0 7-8 0,1 0-12 15,7 1-10-15,0-1-6 0,6 1-11 16,-4 0-12-16,-2 0-33 0,1 2-36 0,-3-1-40 15,-1 1-42-15,-4-1-39 0,-2 0-125 0,0 1-282 16,-11-2 125-16</inkml:trace>
  <inkml:trace contextRef="#ctx0" brushRef="#br0" timeOffset="83389.78">22897 5906 15 0,'0'0'144'0,"0"0"-8"0,-4 8 9 0,4-8-4 15,-1 13 4-15,2-3 1 0,-2 3 4 16,0 0 2-16,0 3 0 0,-5 2-6 0,1 2-14 16,3-3-10-16,-3 8-7 0,2-7-10 0,-2 0-4 15,3 0-10-15,-2-2-5 0,0 0-7 0,1-1-7 16,1-2-7-16,2-1-2 0,-3 0-11 0,-1-2-2 0,4 1-6 16,-2-1-4-16,2-4-4 0,-3 2 1 15,3-8-1-15,-4 13-9 0,2-8-3 0,2-5-4 16,1 12 0-16,-1-12-1 0,-2 7 0 0,2-7-3 15,-3 9 0-15,3-9-2 0,0 0-1 0,-5 5 1 16,5-5-4-16,0 0 1 0,-3 7 0 0,3-7 0 16,-6 2-4-16,6-2 6 0,0 0-7 0,-12 0-1 0,12 0-1 15,0 0-3-15,0 0-1 0,-15-3-2 16,15 3 1-16,-8-2-1 0,8 2-3 0,0 0 4 16,-14-1-4-16,14 1-1 0,-5-4-1 0,5 4 3 0,0 0 0 15,0 0 1-15,-10-1-1 0,10 1 5 16,0 0-2-16,0 0 0 0,-8-2-1 0,8 2 8 15,0 0-7-15,0 0 1 0,0 0 4 0,0 0-3 16,0 0 0-16,0 0-1 0,-6-3-1 0,6 3 2 16,0 0-1-16,0 0 3 0,0 0-1 0,0 0 2 0,0 0 4 15,0 0 0-15,0 0-1 0,0 0 3 0,0 0-4 16,0 0 4-16,0 0-2 0,0 0 2 0,0 0-7 16,0 0 1-16,0 0 3 0,0 0-4 15,0 0 1-15,0 0 1 0,0 0 4 0,0 0-1 0,0 0-2 16,0 0 3-16,0 0 1 0,0 0 0 0,0 0 0 15,0 0 1-15,0 0 3 0,0 0 0 0,0 0-1 16,-6-4 2-16,6 4-2 0,0 0 2 0,0 0 2 16,0 0-2-16,0 0 0 0,0 0 2 15,0 0 0-15,0 0 4 0,0 0-2 0,0 0 0 0,0 0 5 16,0 0-5-16,0 0 4 0,0 0 8 0,0 0-6 16,0 0 1-16,0 0 1 0,0 0 2 0,0 0-1 15,0 0 0-15,0 0 3 0,0 0 0 16,0 0-3-16,0 0 1 0,0 0-4 0,0 0 4 0,0 0-6 15,0 0 5-15,0 0 1 0,0 0-6 0,0 0-3 16,0 0 5-16,0 0 3 0,0 0-10 0,0 0 0 16,0 0-5-16,0 0-2 0,0 0 6 0,0 0-1 15,0 0-1-15,0 0-5 0,0 0 2 16,0 0-1-16,0 0-5 0,0 0 3 0,0 0-2 0,0 0-2 16,0 0 1-16,0 0 3 0,0 0-8 0,0 0 5 15,0 0-3-15,0 0 2 0,0 0-1 0,0 0 0 16,16-8 0-16,-16 8-2 0,14 3-2 0,-2-3 5 15,0 0-4-15,0 0 2 0,-1 0-1 0,1 0-3 16,1 0 2-16,-1 0-1 0,1 0 0 0,-1 1 0 16,-2-1-5-16,0 0 3 0,-2 0 3 0,-8 0 3 15,14-1-4-15,-8 2 12 0,-6-1-20 0,12 1 6 16,-12-1 9-16,0 0-8 0,9 0 7 0,-9 0-4 16,0 0 5-16,0 0 3 0,0 0 15 0,9 0 3 15,-9 0 2-15,0 0 9 0,0 0 5 0,0 0 1 16,0 0-3-16,0 0 4 0,8-5-13 0,-8 5 6 15,0 0-10-15,0 0-10 0,0 0 8 0,0 0-6 16,0 0-3-16,0 0-5 0,0 0-12 0,0 0 18 16,0 0-11-16,0 0 4 0,0 0-15 0,0 0-17 15,0 0-3-15,0 0-33 0,0 0-10 0,0 0-17 16,0 0-16-16,0 0-17 0,0 0-23 0,0 0-23 16,0 0-25-16,0 0-26 0,0 0-34 0,0 0-34 15,0 0-33-15,-19-7-159 0,19 7-511 0,0 0 226 16</inkml:trace>
  <inkml:trace contextRef="#ctx0" brushRef="#br0" timeOffset="83954.16">23164 6119 251 0,'4'-9'234'0,"-4"9"-7"0,3-6-10 15,-3 6-18-15,0 0-16 0,5-5-19 0,-5 5-18 16,0 0-13-16,0 0-20 0,0 0-9 0,0 0-9 16,1 19-4-16,-2-9-2 0,-4 0 7 0,1 6-3 15,0 2-3-15,-1-1-2 0,0 0-3 0,-2 2-2 16,1-2-2-16,1 0-10 0,-1-2-5 0,0-3-7 15,1-1-6-15,1 0 0 0,-1 0-4 0,2-1 4 16,0-1-11-16,2-2-4 0,-2-1-2 0,3-6-3 16,-4 12-1-16,2-9 0 0,2-3-2 0,0 0 3 0,-3 8-2 15,3-8 9-15,0 0-1 0,-1 6 6 16,1-6 5-16,0 0 6 0,0 0 5 0,0 0-8 16,0 0 5-16,0 0-2 0,0 0-8 0,0 0-2 15,0 0 0-15,0 0-12 0,0 0-7 0,11-16-5 16,-3 8 3-16,3 1-3 0,4-2-13 0,2 0 2 0,0 0-8 15,2 2 26-15,2 2-27 0,-3-2-7 16,1 3 1-16,-4 1-8 0,3 3 7 0,-6 0-5 16,-1 1 4-16,1 2 1 0,-3 2-3 0,-1 0 13 15,0 0-16-15,-1 2 1 0,-4-1 5 0,1 4 0 0,-2-2 1 16,-1 2 1-16,-1-10 6 0,-5 17-5 0,0-7 5 16,-3-2 3-16,-4 0 2 0,-2 1-8 0,-2-1-2 15,-1-1 0-15,-2-2-8 0,1-1 3 16,-1-2-11-16,-2-1-6 0,2-1-11 0,1 0-8 15,0-1-1-15,4-2-17 0,3 0-17 0,-2 0-15 0,5-1-25 16,1-1-35-16,0 2-44 0,7 3-55 16,-6-11-49-16,5 5-174 0,1 6-514 0,5-12 227 15</inkml:trace>
  <inkml:trace contextRef="#ctx0" brushRef="#br0" timeOffset="84433.47">23551 6063 301 0,'0'0'284'0,"0"-12"-22"0,0 12-16 15,2-7-25-15,-2 7-20 0,1-8-22 16,-1 8-19-16,0 0-23 0,0 0-16 0,0 0-12 0,0 0-9 15,0 0-3-15,0 28-1 0,-3-10-11 0,2 0-4 16,-1 0-5-16,-3 2-4 0,2-1-3 16,2 1-10-16,-2-4 1 0,-1 5-5 0,3-4 0 15,0-1-4-15,-2-3-4 0,2-1-1 0,-2-1-5 16,2-2-2-16,1-1-2 0,-1-2-5 0,1-6 0 16,-4 12-3-16,4-12 5 0,0 9 0 0,0-9 11 15,0 0 8-15,1 9 9 0,-1-9 3 0,0 0 7 0,0 0 3 16,-2 7 7-16,2-7-4 0,0 0-11 0,0 0-5 15,0 0-4-15,0 0-15 0,0 0 12 0,6-29-22 16,-1 20-6-16,2-3-11 0,2-2 0 0,2 2-13 16,-1-1 1-16,6 2-3 0,-5-1 1 0,-2 6-4 15,4-1-4-15,-4 1 1 0,0 4-6 0,0 1 4 16,-2-1-4-16,2 5-2 0,-1-1-1 0,2 3 5 16,-3 2-1-16,-2 0 5 0,1 0 5 0,-2 5-4 15,2-1-2-15,-3 1 6 0,-1-1-4 0,1 6-3 16,1-5-19-16,-4 0-26 0,0 4-31 0,0-4-25 15,-1-1-27-15,-1 0-41 0,0 1-48 0,-1-3-73 16,-1 1-245-16,3-4-588 0,-3 0 261 0</inkml:trace>
  <inkml:trace contextRef="#ctx0" brushRef="#br0" timeOffset="84742.45">24019 6144 71 0,'-1'-7'283'0,"1"-1"-15"0,0 8-17 0,-3-11-18 16,3 11-19-16,-3-5-15 0,3 5-13 0,0 0-12 15,0 0-6-15,-25 15-6 0,13-3-8 0,1 2-6 16,0 4-9-16,-1-2-13 0,2 7-9 0,-3 0-5 16,1 0-12-16,1 2-4 0,1-2-7 0,0 0 2 15,2 2-11-15,3-6-8 0,-1 0 1 0,3-2-11 16,-3 2 1-16,2-1-8 0,-1-3-7 0,1 3 0 15,3-3-5-15,-2-2-2 0,2-2-4 0,-3 1 0 16,4-3-8-16,-4 1-2 0,3 1-4 0,1-5-6 16,-3-1-25-16,3-5-15 0,-1 12-28 0,1-12-18 15,-1 7-17-15,1-7-23 0,0 0-21 0,-1 10-28 16,1-10-31-16,0 0-48 0,-4 3-50 0,4-3-179 16,0 0-503-16,0 0 223 0</inkml:trace>
  <inkml:trace contextRef="#ctx0" brushRef="#br0" timeOffset="84889.6">23780 6374 24 0,'6'-8'212'0,"-3"5"-22"0,-3 3-17 0,13-4-15 16,-7 1-13-16,2 2-18 0,5-1-12 0,-2 0-11 16,8 2-13-16,-2 2-40 0,4-1-37 0,0-1-51 15,1 1-49-15,-1 0-128 0,-2 3-232 0,-3-1 104 16</inkml:trace>
  <inkml:trace contextRef="#ctx0" brushRef="#br0" timeOffset="85186.46">24087 6423 62 0,'0'0'232'15,"0"0"-11"-15,10 0-8 0,-10 0-4 0,0 0-3 16,14-7-11-16,-9 5-8 0,-5 2-10 0,17-8-8 16,-12 4-10-16,2 1-8 0,2-3-14 0,-1 0-4 15,1-1-7-15,-1 1-12 0,1-1-4 0,1 0-10 16,-5-2-6-16,3 1-3 0,-2 1-11 0,-3-1 4 15,3 0-6-15,-3 1-5 0,-3 0-3 0,0 7-5 16,2-14 1-16,-2 14-9 0,-3-11 1 0,0 6-2 16,3 5-20-16,-13-6 1 0,3 5 0 0,-3 2-8 15,2 3-2-15,-2 1-10 0,-4 4 6 0,3 0-1 16,0 2-5-16,1 1 6 0,3 0-4 0,1 3-2 16,4-3-1-16,1-1 0 0,2 1-1 0,3-1 4 15,2 2 13-15,3-1-16 0,2-3-12 0,10 2 13 16,-3 1-11-16,11-2-16 0,-1-1-30 0,2 1-30 15,-2-3-39-15,-5-4-40 0,0 3-39 0,-3-2-40 16,-1-1-44-16,0 0-254 0,-6-2-569 0,-1 1 252 0</inkml:trace>
  <inkml:trace contextRef="#ctx0" brushRef="#br0" timeOffset="85769.15">20906 7078 187 0,'0'0'250'16,"-8"-4"-13"-16,8 4-19 0,0 0-11 0,0 0-14 16,-10-1-14-16,10 1-16 0,0 0-12 0,0 0-16 0,0 0-13 15,0 0-11-15,22-8-12 0,-9 7-9 16,5 0-6-16,2-2-15 0,-1 3-21 0,2 0-29 16,0-1-28-16,-3-1-33 0,4 4-40 0,-2-1-32 0,0-1-39 15,-6 3-27-15,-3-1-151 0,-1 1-358 0,-2-1 159 16</inkml:trace>
  <inkml:trace contextRef="#ctx0" brushRef="#br0" timeOffset="85933.21">21024 7180 92 0,'-4'2'189'0,"4"-2"-21"0,0 0-10 0,-9 4-10 16,9-4-9-16,0 0-2 0,-4 7-10 15,4-7-8-15,0 0-6 0,0 7-7 0,0-7-10 0,8 6-4 16,-8-6-13-16,14 9-21 0,-4-5-30 0,0 1-36 15,3-1-46-15,0 0-46 0,9-2-62 0,-10 0-93 16,9-1-275-16,-2-2 123 0</inkml:trace>
  <inkml:trace contextRef="#ctx0" brushRef="#br0" timeOffset="86376.26">21590 6903 126 0,'0'0'194'0,"-11"-6"-5"0,11 6-2 16,-10-2-2-16,5-4-5 0,5 6-9 0,-9-2-9 15,9 2-11-15,-7-2-9 0,7 2-12 0,0 0-9 0,-8-4-10 16,8 4-12-16,0 0-8 0,0 0-6 15,0 0-8-15,0 0-11 0,0 0-5 0,20-7-4 16,-2 5-8-16,2 3-5 0,1-2-5 0,2 1-6 16,4-2-16-16,-6 2-15 0,0-2-19 0,-2 2-15 0,2 2-20 15,-7-2-26-15,-1 0-5 0,-1 0-30 0,-1 0-24 16,-1-2-15-16,-10 2-5 0,14 0-2 16,-8 0-3-16,-6 0 1 0,8 2-84 0,-8-2-264 15,7 3 117-15</inkml:trace>
  <inkml:trace contextRef="#ctx0" brushRef="#br0" timeOffset="86797.43">21852 6877 96 0,'0'0'47'15,"0"0"18"-15,0 0 24 0,0 0 0 0,0 0 3 16,-25-7 13-16,25 7 10 0,0 0 3 0,-6-3 3 16,6 3 3-16,0 0-3 0,0 0 1 0,0 0-8 15,-6-4-4-15,6 4-5 0,0 0-14 0,0 0-11 16,0 0-10-16,0 0-7 0,0 0-7 0,-5 13 2 16,2-3 3-16,2 0 2 0,-3 1 3 15,-1 4-4-15,2 4 0 0,1-1 0 0,-3 0-3 0,1-2-5 16,1 3 3-16,1 0-1 0,-2-3-6 0,3 0-1 15,-2-1-1-15,2-3-9 0,-1 3 1 0,1-5-5 16,1 3-3-16,0-3-6 0,0-1 3 0,0 1-4 16,0-2-1-16,0 1-3 0,0-9-2 0,1 12-3 15,-1-5 2-15,0-7-3 0,0 10 3 0,0-10-5 16,-1 7 0-16,1-7-3 0,0 0-4 0,-2 11-1 16,2-11-8-16,0 0 11 0,-8 3-6 0,8-3-8 15,-8 3-1-15,8-3-7 0,-10-2-6 0,10 2-3 16,-14-2-3-16,8 0 1 0,6 2 4 0,-13-4 1 15,6 0 3-15,-1 1 0 0,2-1 5 0,6 4 3 16,-9-3 2-16,9 3 1 0,-7-4 7 0,7 4 0 16,0 0 0-16,-9-6 1 0,9 6 4 0,0 0 1 0,-5-1 1 15,5 1 3-15,0 0 7 0,0 0-11 16,0 0 0-16,0 0-2 0,0 0 0 0,0 0-5 16,0 0 4-16,28-6-1 0,-18 6-13 0,3-2-12 15,-2 1-18-15,3 1-23 0,-1 0-19 0,-1-1-25 16,2 1-26-16,-3-1-25 0,4 0-14 0,-4 0-16 15,-1 1-11-15,3-1-117 0,-6 0-342 0,-7 1 151 16</inkml:trace>
  <inkml:trace contextRef="#ctx0" brushRef="#br0" timeOffset="87309.07">22050 7086 171 0,'0'0'206'0,"1"-9"1"0,-1 9-6 0,0 0-4 16,0-9-11-16,0 9-16 0,0 0-19 0,0 0-13 15,0 0-20-15,0 0-12 0,0 0-12 0,0 0-5 16,0 0 0-16,0 0-8 0,-5 22 4 0,2-7-4 0,1-5-7 15,-1 3-1-15,-2 4-5 0,4-5-6 0,-3 5 3 16,-1-4-10-16,3 0-3 0,0-3-5 16,2 1-2-16,-2-4-6 0,-1 3 6 0,3-2-11 15,-3-2 5-15,3-6-5 0,-1 9-5 0,1-9-1 0,0 9 2 16,0-9 2-16,0 0-1 0,0 0 5 0,-1 8 0 16,1-8 4-16,0 0-1 0,0 0 1 0,0 0-1 15,0 0 0-15,0 0-2 0,0 0-5 16,0 0 2-16,0 0-13 0,27-14-7 0,-13 4-4 15,4 3 0-15,0 1-5 0,2 0-2 0,-2-1 7 0,1 3-9 16,-5 2 0-16,4-2-3 0,1 3-1 0,-6-1 0 16,1 2-2-16,-4 3 0 0,1 1-2 15,0-1 0-15,-5-1 1 0,1 3 0 0,-3 0 3 0,-2 1 1 16,0 1 3-16,-2-7-1 0,-2 14 1 0,-2-5 2 16,-2-2 4-16,0 2-6 0,-4-1 2 15,-2-1-1-15,0-2-1 0,0 3-8 0,-4-2-5 0,0 0-15 16,0 0-13-16,0 0-15 0,4-4-34 0,0 1-31 15,0-2-44-15,2-1-55 0,-2 0-55 16,2-1-170-16,10 1-481 0,-15-5 213 0</inkml:trace>
  <inkml:trace contextRef="#ctx0" brushRef="#br0" timeOffset="87639.11">22601 6868 58 0,'-3'-9'259'16,"3"9"-19"-16,-4-6-19 0,4 6-20 0,-7-3-12 15,7 3-13-15,0 0-5 0,-23 7-3 0,9 4-7 16,1 3-1-16,-5 5-13 0,0 2-9 0,0 2-8 15,3 2-2-15,-1-2-6 0,4 2-7 0,-2-1-6 16,3 3-11-16,2-3-6 0,2-5 3 0,2 0-18 16,1 6-7-16,3-7-9 0,1-2-2 0,2 0-9 15,2 2-3-15,2-3-5 0,3 1-16 0,2-4-23 16,-2-2-21-16,4 0-30 0,0 0-28 0,-1-1-34 16,2-2-33-16,-4-1-50 0,4-3-41 15,-2 2-42-15,-5-5-144 0,6 1-454 0,-4-2 202 0</inkml:trace>
  <inkml:trace contextRef="#ctx0" brushRef="#br0" timeOffset="87890.55">22709 6953 60 0,'2'-8'312'0,"-2"8"-18"0,1-11-23 15,-1 11-28-15,2-10-24 0,-2 10-27 0,0 0-6 16,0 0 9-16,0 0 5 0,-6 25 7 0,4-9-8 15,-4 2 13-15,4 1-16 0,-3 6-10 0,1-1-22 16,0 2-5-16,0-7-13 0,4-2-17 0,-1 2-11 16,0 0-13-16,1 0-11 0,-2-3-14 0,1 1-1 15,1 1-4-15,0-3-11 0,0-4-5 0,1 2-18 16,-1-2-30-16,0-1-42 0,2 0-39 0,-4-1-34 16,2 1-33-16,0-2-30 0,-1-1-43 0,1-7-51 0,-1 12-43 15,1-12-232-15,-3 9-579 0,3-9 256 16</inkml:trace>
  <inkml:trace contextRef="#ctx0" brushRef="#br0" timeOffset="88096.27">22859 7169 1954 0,'11'-6'159'16,"-4"2"-70"-16,0-1-47 0,0 2-15 0,-7 3 3 15,9-5-6-15,-4 2 19 0,-5 3 2 0,9-5 2 0,-4 3 5 16,3 0 0-16,3 0 3 0,-1 1-11 0,3-1-2 15,0 0-5-15,1 2 0 0,4 1-6 0,0-1-8 16,0 0-17-16,-6 0-24 0,2 1-24 16,-1 1-29-16,0-2-27 0,-1 0-28 0,-1-2-19 15,-1 1-33-15,-1 0-15 0,-9 1-135 0,13-2-356 0,-11-2 158 16</inkml:trace>
  <inkml:trace contextRef="#ctx0" brushRef="#br0" timeOffset="88284.4">23166 7018 13 0,'0'0'169'0,"-2"-12"8"15,1 5 4-15,1 7 8 0,0 0 6 0,-3-11-7 16,3 11-11-16,0 0-11 0,-1-7-19 0,1 7-18 16,0 0-13-16,0 0-1 0,0 0 7 0,0 0-4 15,-14 24-1-15,4-11-1 0,4 1-8 16,-4 3-8-16,3 1-9 0,3 1-7 0,-4 0-8 0,2-3-8 16,0 1-9-16,2 1 2 0,-1 0-24 0,1-3-34 15,0 1-32-15,1-3-46 0,2 1-51 16,2-3-63-16,-1 0-67 0,-1 0-153 0,1-2-441 0,0-2 196 15</inkml:trace>
  <inkml:trace contextRef="#ctx0" brushRef="#br0" timeOffset="88687.63">23376 7071 2072 0,'10'-25'67'0,"-2"-2"42"0,0 10 3 16,-4-2 15-16,-2 9 7 0,2-2-7 0,-1 5-9 15,-2 0-20-15,-1 7-21 0,4-9-14 0,-4 9-8 16,0 0-2-16,0 0 9 0,0 0 3 0,-4 32-3 16,-1-9 3-16,1 2 16 0,-1 3-9 0,1-3 2 15,-1 1-10-15,0 0 1 0,1-7-14 0,2 0 2 16,-1 0-6-16,2-3 7 0,-2-3-10 0,2 0-4 16,-2-1-4-16,2-4-4 0,0 0 1 0,-1-3 1 15,2-5 2-15,-1 9 9 0,1-9-1 0,-1 7 12 16,1-7 6-16,0 0-5 0,0 0-5 0,0 0-5 15,0 0-7-15,0 0 2 0,0 0-10 0,0 0-3 16,0 0-10-16,4-25-8 0,1 14-2 16,1 1-4-16,2 2-8 0,3-6-2 0,1 1 2 0,-3 4-4 15,1-1 2-15,-1 4-4 0,-1 0-4 0,2 3-1 16,-4 0-2-16,-6 3 7 0,12 0-3 0,-12 0 5 16,14 6-7-16,-10-1 9 0,0 1 0 0,-2 3-4 15,5 1 3-15,-6 0-2 0,0 1 7 0,0 1-1 16,1 0 0-16,-1 0 3 0,-2-1-48 0,1 0-29 15,-2 1-45-15,1-3-38 0,0 2-44 0,-2 0-60 16,1-2-70-16,-1-2-247 0,3-7-627 0,-1 11 277 16</inkml:trace>
  <inkml:trace contextRef="#ctx0" brushRef="#br0" timeOffset="88980.37">23803 7079 47 0,'-1'-6'274'0,"-2"-2"-10"16,3 8-16-16,-3-8-16 0,3 8-13 0,-4-3-13 16,4 3-10-16,0 0-11 0,0 0-12 0,-23 14 0 15,10 0-6-15,7 1-3 0,-3 1-2 0,-2 9-6 16,1-2-12-16,1 0-2 0,7-4 1 0,-6 6 4 0,0-6-4 16,2 8-15-16,1-10-10 0,1 2-6 15,-2-1-12-15,1 1-4 0,0-1-3 0,-1-2-18 16,0 0-7-16,3 2-4 0,-1-4-5 0,2-1-8 0,-1-3 6 15,1 1-18-15,-1-1-4 0,2-2 4 0,0 2-8 16,-2-2-20-16,2-2-19 0,1-6-40 16,-3 11-31-16,3-11-30 0,-2 9-20 0,2-9-21 15,-3 8-23-15,3-8-31 0,-4 5-37 0,4-5-48 16,0 0-267-16,0 0-601 0,0 0 266 0</inkml:trace>
  <inkml:trace contextRef="#ctx0" brushRef="#br0" timeOffset="89146.73">23646 7286 19 0,'4'-6'270'16,"-1"2"-19"-16,-3 4-20 0,3-9-17 0,-3 9-20 15,3-6-24-15,-3 6-12 0,6-7-16 0,2 7-18 16,-8 0-9-16,17-4-15 0,-5 4-24 0,5 1-28 16,2 0-42-16,-1 1-56 0,2-2-53 0,-2 1-59 15,-5 2-139-15,-1 0-326 0,-1 3 145 0</inkml:trace>
  <inkml:trace contextRef="#ctx0" brushRef="#br0" timeOffset="89436.48">23857 7355 64 0,'0'0'255'0,"0"0"0"0,0 0-9 0,0 0-5 15,2 6-10-15,-2-6-16 0,0 0-9 0,0 0-17 16,0 0-11-16,15-3-12 0,-15 3-5 0,15-4-16 16,-9 0-5-16,5 1-11 0,0-2-8 0,-1 0-8 15,1-1-4-15,0 0 5 0,-2-1-5 0,0 0-11 16,-1-1 10-16,0 0-39 0,-1-1 1 0,-2 0-3 15,0-3-12-15,-2 1-5 0,-1 0-4 16,1 2 9-16,-3-1-15 0,0 10 6 0,-3-14-7 0,2 9 12 16,1 5-32-16,-8-10 8 0,3 8-8 0,-5 2 5 15,10 0-4-15,-22 6-2 0,6 0-4 0,0 3 8 16,1 0 9-16,1 4-5 0,1-2 2 0,-1 3-5 16,4 2 5-16,0 0-8 0,1-1-3 0,6-3-1 15,3 6 6-15,1-2-2 0,3 0-2 0,3-3-2 16,4 0-21-16,2 0-27 0,3-2-43 0,2-2-45 15,7 3-45-15,-5-5-43 0,8 2-48 0,2-3-58 16,-10-2-259-16,-2-1-620 0,-4 0 275 0</inkml:trace>
  <inkml:trace contextRef="#ctx0" brushRef="#br0" timeOffset="89662.76">24327 7128 2388 0,'11'-15'189'0,"-1"7"-17"0,-4-4-63 16,-2 5-50-16,1 3-20 0,2 0-9 0,0 4 2 16,-7 0-1-16,11 8 8 0,-7-1 21 0,5 9 16 15,0 9 16-15,-4 1 10 0,-1 1-5 0,0 4 0 16,-4 1 1-16,-1 0-16 0,-3 4-5 0,-2-2-3 0,-3-1-11 16,-3-1 4-16,-7 8-41 0,4-6-29 0,-6-6-40 15,-17 12-31-15,-1-6-37 0,-5 1-35 16,-2-6-47-16,-7-2-60 0,0-2-58 0,-6-3-184 15,-2-2-535-15,-25 3 238 0</inkml:trace>
  <inkml:trace contextRef="#ctx0" brushRef="#br0" timeOffset="91762.5">20424 6783 14 0,'0'0'143'0,"0"0"-1"0,-2-7-18 16,2 7 16-16,0 0-16 0,0 0-4 0,-4-6-10 15,4 6-8-15,0 0-12 0,0 0-10 0,-5-5-5 16,5 5-10-16,0 0-6 0,0 0-7 0,-7-2-6 16,7 2 0-16,0 0-5 0,0 0-1 15,0 0-9-15,-10-2 0 0,10 2 2 0,0 0-1 0,0 0 2 16,0 0-1-16,0 0 3 0,0 0-6 0,0 0-6 16,0 0 1-16,0 0 0 0,0 0-5 0,0 0 0 15,0 0 0-15,0 0 1 0,0 0-3 0,0 0 2 16,0 0-3-16,0 0-4 0,0 0 4 0,-10 4-3 15,10-4-3-15,0 0 3 0,0 0-4 0,0 0 0 16,0 0-5-16,0 0 0 0,0 0 1 0,0 0 3 16,0 0 0-16,0 0 0 0,0 0-3 0,33 2 3 15,-23-2-4-15,4 1-9 0,-1-2-20 0,1 2-17 16,-1 1-11-16,-1-1-27 0,2-1-10 0,-4 0-14 16,1 2-15-16,1-1-11 0,-4-1-7 0,-2 0-10 15,-6 0-73-15,11 2-238 0,-11-2 105 0</inkml:trace>
  <inkml:trace contextRef="#ctx0" brushRef="#br0" timeOffset="92179.93">20518 6770 22 0,'0'0'145'16,"-4"-6"-3"-16,4 6 0 0,0 0-5 0,0 0-11 0,-7-3-10 16,7 3-18-16,0 0-8 0,0 0-8 15,0 0-12-15,0 0-1 0,-5 17 1 0,1-6-1 16,-1 6 0-16,0 0 1 0,-1 8-1 0,-2 3-5 0,-2-1-6 15,5-1 2-15,-2 0-1 0,1 1-8 0,2-8-2 16,-2 7-4-16,2-8 1 0,1 1-9 0,2-5 0 16,0 4-6-16,0-5 3 0,1-1-2 0,-3-1-6 15,2 0 0-15,-1 0-1 0,4-2-2 0,-4-1-2 16,1 0-3-16,1-8 0 0,0 11 1 0,0-11-5 16,-2 10-1-16,2-10-3 0,-2 6 4 0,2-6-2 15,-1 7-4-15,1-7 3 0,-3 6 0 0,3-6 0 16,0 0-3-16,-7 4 4 0,7-4-4 0,0 0-1 15,-12-1 0-15,12 1-1 0,0 0 1 0,-13-5-4 16,13 5 4-16,-8-4 1 0,8 4-3 0,-8-5-1 16,8 5 0-16,-6-5-2 0,6 5 0 0,0 0 1 15,-8-3-3-15,8 3 1 0,0 0-3 16,0 0-1-16,-5-4 1 0,5 4 0 0,0 0-1 0,0 0 5 16,0 0 0-16,0 0 2 0,0 0 2 0,0 0 2 15,20 10 0-15,-11-7 0 0,0 0-2 0,3-1 0 16,0-1-16-16,2 3-25 0,-2-1-24 0,2-1-28 15,0 1-38-15,-1-1-30 0,0 1-31 0,-1-3-138 16,-1 0-351-16,0 0 155 0</inkml:trace>
  <inkml:trace contextRef="#ctx0" brushRef="#br0" timeOffset="92492.82">20569 7254 177 0,'0'0'175'0,"0"0"-10"16,0 0-8-16,15-9-4 0,-10 3 2 0,1 3-13 15,1-1-7-15,-2 0-15 0,-5 4-9 0,13-6-8 16,-7 1-11-16,-1 2-1 0,-1-2-8 0,-4 5 0 16,10-7-7-16,-6 1-2 0,1 2-7 0,-2-2-1 15,-3 6-7-15,4-9-5 0,-3 2 1 0,-1 7-3 16,0-11-6-16,0 11 13 0,-3-9-5 0,3 9-3 16,-6-9-9-16,0 6-1 0,-1-1-8 0,7 4-5 0,-14-2-5 15,2 4 4-15,0 2-7 0,-1-1-1 16,-3 7-3-16,1-1 2 0,0 4-3 0,4-2 7 15,-1 4-5-15,4 0-2 0,-1 0 1 0,3 3 1 16,1-4-3-16,3 3 0 0,3-2 1 0,5 1 1 16,3-2-2-16,3 1-1 0,3-2 2 0,10 1-6 15,4-3-10-15,1-1-24 0,6-3-23 0,0 0-28 16,1-2-39-16,0 0-49 0,1-2-46 0,-1-1-207 16,-5 2-450-16,-1-1 200 0</inkml:trace>
  <inkml:trace contextRef="#ctx0" brushRef="#br0" timeOffset="98016.33">10742 2188 34 0,'0'0'69'0,"0"0"-9"0,0 0-4 15,0 0 6-15,0 0-6 0,0 0 1 0,-5 25-7 16,4-15-2-16,0 1 3 0,-3 6 6 0,3 2 4 16,-1 6-3-16,-1 1 2 0,1 2 2 0,2 0 0 15,-1 1-9-15,1 2 3 0,3 1-5 0,-2 3-2 16,0 0 4-16,0 1 1 0,2-2-6 0,-3 2-5 15,6-2-6-15,-6 1-1 0,0 0 1 0,0 11 7 16,1-14-2-16,1 1 3 0,0 13-7 0,0-13 1 16,-2 16 3-16,-2-3 0 0,4-10-3 0,-2 0 8 15,2 14 0-15,1-4-9 0,-2 0 2 0,0 0 4 16,2-1 1-16,-3-10-4 0,4 0-5 0,-3 1 1 16,2-3 5-16,-2 3-3 0,-4 10 7 0,5-13-4 15,-4 13-1-15,4-11-4 0,-1 0 3 0,1-1-3 16,-7 14-2-16,4-15-4 0,0 0 5 15,1 1-4-15,-3 0-1 0,-1-2 0 0,4 0 3 0,-2 3-7 16,1-3 5-16,-2 0-5 0,0 0-1 0,2 0-3 16,-2 0 10-16,2 1-9 0,0-4-4 0,0 3 1 15,-2-4 5-15,1 5-6 0,0-3-4 0,4-1 1 16,-6 4-2-16,3-1 2 0,-1 0-2 0,1 1-3 16,-2 3 3-16,1-1 2 0,1 0-3 0,-2 0-3 15,0 10 6-15,1-13-7 0,-3 4 8 16,2-1-1-16,-1 11 4 0,1-10-3 0,-4 8 2 0,3-11-2 15,2 1 0-15,-1 1 2 0,2-1 0 0,-2 0 2 16,2 2 0-16,-1 0-2 0,0 10-1 0,2-11-1 16,0 1-3-16,5 13 3 0,-5-2-5 15,0-2 3-15,2-11 3 0,-1 10-3 0,0-8 5 16,2 11-6-16,-3-13 2 0,2 1 2 0,0 1 3 16,-1-1-1-16,1 1-4 0,-2 0 4 0,7 8 0 15,-7-8 4-15,-1 0 5 0,1-1 5 0,0 15-1 16,-3-4 4-16,3-10 3 0,-3 9-9 0,2-12-2 15,-1 3-2-15,2 8-3 0,-4 2 3 0,0-9-4 16,-2 8 5-16,3 1 4 0,1-13-1 0,-2 3 0 16,1-1 4-16,-1 0-11 0,3 1 5 0,-3 0-8 15,0 13 9-15,0-12-2 0,-1 8-5 0,3 4-2 16,-2-4 2-16,1-9 1 0,1 0 3 0,-1 13-8 16,1-2-2-16,-1 0-6 0,2-12 4 0,-3 11-4 15,0-10 5-15,2 7-9 0,-2-7 9 0,-3 9-10 16,4-10 3-16,-4 11 3 0,2-9-3 0,-5 7 6 15,5-11 2-15,-3 12 15 0,2-9-9 0,-3 7-3 16,1 2-3-16,3-8 1 0,0-3 9 0,1 3-8 16,0-1-6-16,0 0-4 0,2 9 2 0,-1-12 6 15,1 2-2-15,0 0 2 0,1 0-1 0,-1 0 4 16,-1-2 6-16,3 1 0 0,-1-3-6 0,-3-1-3 16,1-2 5-16,3 2-6 0,-1-2 2 0,-3-2-2 15,4 0 0-15,-1 1 0 0,-2-4-6 0,2-3-2 16,2 5 4-16,-1-4-1 0,0-2 0 0,0-1-2 15,0 2-2-15,0-3-4 0,0-17 6 0,2 30-6 16,-1-18 13-16,-1-12-15 0,0 20 6 0,0-20-4 16,0 0-1-16,0 19-2 0,0-19 12 0,0 0-8 15,0 20-3-15,0-20 0 0,0 0 3 0,1 16-5 16,-1-16 0-16,0 0 0 0,0 17 8 0,0-17-8 16,0 0 5-16,0 0-7 0,-1 22 5 15,1-22-4-15,0 0 2 0,1 16-1 0,-1-16 3 0,0 0-2 16,0 0 1-16,-1 22-1 0,1-22 1 0,-1 15 0 15,1-15-2-15,0 0 0 0,-2 21 0 0,2-21 3 16,-1 19-5-16,1-19 1 0,0 20 1 0,0-20 0 16,-2 18 1-16,2-18 0 0,-2 17 0 0,2-17-1 15,0 16-1-15,0-16 2 0,0 0 4 16,-2 22-5-16,2-22 3 0,0 0-7 0,1 16 9 16,-1-16-5-16,0 0 3 0,0 0-4 0,0 0 1 0,0 0 3 15,-1 16-1-15,1-16 0 0,0 0-5 0,0 0 2 16,0 0 7-16,0 0-12 0,0 0 9 0,0 0 0 15,0 0-9-15,4 14 6 0,-4-14 3 0,0 0-3 16,0 0 1-16,0 0 4 0,0 0-3 16,0 0-2-16,0 0 0 0,0 0 1 0,0 0 4 15,3 15-6-15,-3-15-1 0,0 0 2 0,0 0-1 16,0 0 1-16,0 0-2 0,0 0 2 0,0 0 1 0,0 0-3 16,0 0 3-16,0 0 2 0,0 0 3 15,0 0 0-15,0 0-1 0,0 0 2 0,0 0 3 16,0 0-1-16,0 0-2 0,0 0-3 0,0 0 0 15,0 0 1-15,40-24 0 0,-26 10 0 0,6-7-9 16,0 1 6-16,0-3-2 0,2 0 4 0,0-1-4 16,1 0-4-16,-2-2-2 0,0 2-6 0,-2 0 1 15,0 2-8-15,0 1-15 0,0 0-5 0,-7 6-14 16,-1 0-18-16,0-1-13 0,-1 3-35 0,1 0-19 16,-3 6-31-16,-8 7-28 0,10-15-37 0,-10 15-56 15,0 0-60-15,0 0-253 0,0 0-651 0,0 0 288 16</inkml:trace>
  <inkml:trace contextRef="#ctx0" brushRef="#br0" timeOffset="98228.43">10497 8732 27 0,'-20'-3'291'0,"20"3"-23"0,0 0-13 0,-20-11-16 15,20 11-9-15,-15-9-3 0,15 9-15 0,-20-12-14 16,9 5-11-16,-3-1-12 0,-2 0-10 0,2-2-12 15,-4 2-14-15,0 1-16 0,0-1-15 0,0 0-8 16,1-2-10-16,0 1-8 0,-3 1-26 0,3-1-23 16,-1 1-26-16,1-3-26 0,1 3-25 15,0-4-24-15,-2 1-40 0,3 1-58 0,-2-5-54 16,3 5-237-16,-8-6-495 0,10 4 219 0</inkml:trace>
  <inkml:trace contextRef="#ctx0" brushRef="#br0" timeOffset="99025.96">10809 2460 123 0,'1'-7'135'16,"-1"7"-9"-16,0-11 1 0,0 11-7 0,-1-10-7 15,1 10-4-15,-1-7-14 0,1 7-15 0,-6-6-5 16,6 6-6-16,0 0-12 0,-7-2-3 0,7 2-8 16,-16 7 6-16,7 1-6 0,-7 4-1 0,-1-1-10 15,-6 7-2-15,2 1 0 0,-5 0-2 0,3 2-2 16,-3-4-3-16,2 7-5 0,0-4 5 0,1 1-3 16,2-2-12-16,-2 1-17 0,2-2-15 0,1-1-28 15,4-4-19-15,2 0-22 0,1 0-29 0,3-6-113 16,1 3-250-16,-1-5 111 0</inkml:trace>
  <inkml:trace contextRef="#ctx0" brushRef="#br0" timeOffset="99238.95">10741 2355 41 0,'0'0'124'0,"0"0"-16"0,0 0 2 0,13 9-1 16,-9-1-12-16,0 4-9 0,1 0-10 0,1 3-3 16,3 8-4-16,0 2-11 0,4 0-5 0,-2 1-4 15,3 2-8-15,0 0-3 0,4 3-30 0,0-2-30 16,-1 2-28-16,7 12-24 0,-1-1-98 0,-5-13-185 16,-1 2 82-16</inkml:trace>
  <inkml:trace contextRef="#ctx0" brushRef="#br0" timeOffset="99940.01">11062 5023 5 0,'3'-9'279'0,"-2"0"-20"16,0 3-20-16,2 0-19 0,-3 6-24 16,3-10-21-16,-3 10-16 0,0 0-23 0,4-6-17 15,-4 6-10-15,0 0-9 0,12 19-9 0,-6-4-5 16,-1 3-7-16,3 1-11 0,-2 6-2 0,1 2-7 0,-1 0-4 16,2-1-7-16,-2 0-4 0,-1-1-1 0,3 0-3 15,-3-5-1-15,-1-3 1 0,2 2-13 16,-1-4 3-16,2 3-6 0,-3-4 1 0,0-1-5 15,-1-3 3-15,1 1-4 0,0-1-2 0,-3-3-3 16,2-2 0-16,-1 2 0 0,-2-7 1 0,4 10-1 16,-3-6 0-16,-1-4 0 0,4 5 23 0,-4-5 13 0,0 0 3 15,0 0-5-15,0 0-2 0,0 0-3 16,13-14-11-16,-9 3-4 0,0 0 2 0,5-7-4 16,0 0-5-16,2-5-2 0,2-1-7 0,0-2 3 15,-1 0-1-15,6-1-9 0,-5-3-4 0,4 3-8 0,-3-5-10 16,-1-2 1-16,1 1-1 0,5-10 0 0,-10 13-1 15,0-1-1-15,-1-1 4 0,-1 4 2 16,-3 0-4-16,-1 10 9 0,-1 2-4 0,-1 1-2 16,1 4 0-16,-4-1 2 0,4 2 1 0,-4 3 0 15,2 7 2-15,0-9-5 0,0 9 1 0,0 0 1 0,0 0 0 16,0 0 1-16,-14 2 3 0,14-2-3 0,-11 13 5 16,6-5-3-16,-1 1 1 0,1 0 2 15,3 3-1-15,-3-1 2 0,5-1 10 0,0 2-12 16,0 0 1-16,5 0-4 0,0 0-10 0,5-2-17 15,1 2-15-15,5-1-29 0,9 3-42 0,-8-3-29 16,9-1-56-16,2 0-37 0,-4 2-125 0,-5-6-399 16,-3 2 177-16</inkml:trace>
  <inkml:trace contextRef="#ctx0" brushRef="#br0" timeOffset="100274.01">11621 5445 235 0,'6'-8'235'15,"-4"2"-9"-15,-2 6-8 0,4-8-10 0,-4 8-5 16,3-9-6-16,-3 9-7 0,2-9-13 0,-2 9-14 15,2-5-18-15,-2 5-16 0,0 0-17 0,0 0-14 16,0 0-8-16,0 0-5 0,0 0 0 0,6 20 0 16,-6-8-4-16,-2 5-4 0,0-2-8 0,0 6-7 15,0-4-5-15,0 9-2 0,1-7-4 0,-1-2-10 16,0 2-3-16,-1 0-1 0,2 0-4 0,1-3-23 16,0 0-27-16,-3-2-29 0,6-3-29 0,-3 0-32 15,1 0-46-15,0-2-48 0,-1-1-62 0,2-3-176 16,-2-5-475-16,0 0 211 0</inkml:trace>
  <inkml:trace contextRef="#ctx0" brushRef="#br0" timeOffset="100447.63">11738 5186 340 0,'-2'-16'321'0,"2"5"-20"0,-3 1-20 0,2 0-27 16,1 10-20-16,0-11-29 0,0 11-24 0,1-10-25 15,0 5-49-15,-1 5-48 0,0 0-31 0,0 0-35 16,0 0-42-16,0 0-65 0,18 8-77 0,-18-8-160 16,18 11-381-16,-5-5 168 0</inkml:trace>
  <inkml:trace contextRef="#ctx0" brushRef="#br0" timeOffset="117790.59">5361 9897 77 0,'0'0'126'0,"0"-6"0"0,0 6 1 0,0 0-10 15,2-11-6-15,-2 11 5 0,2-6-10 0,-2 6 3 16,0 0-7-16,0-11-1 0,0 11-8 0,0 0-5 16,0 0-4-16,0 0-8 0,1-8-5 0,-1 8-5 15,0 0-3-15,0 0-12 0,0 0 0 0,1-9-6 16,-1 9-4-16,0 0-5 0,0 0 0 0,0 0-2 16,0 0-4-16,0 0 4 0,0 0-3 0,0 0 0 15,0 0-2-15,0 0 4 0,0 0 1 0,0 0-3 16,0 0-2-16,0 0-3 0,0 0 0 0,0 0-3 0,0 0 2 15,0 0 3-15,-4-9-2 0,4 9 2 16,0 0-4-16,0 0-3 0,-4-6-3 0,4 6-4 16,-3-5 1-16,3 5 0 0,0 0-2 0,-8-8-2 15,2 3 0-15,2 1-3 0,-3 1 2 0,1 0-2 0,-2-1 4 16,-2-1-4-16,0 1 0 0,-2 1 0 16,-2 1 0-16,1 0-1 0,0 1-2 0,-4 1 3 0,-2 2-3 15,1-1 1-15,-3 1-1 0,2 3-2 16,1 2 3-16,-2 1-4 0,-4 5 1 0,7-4 1 0,-2 2 3 15,-3 7 0-15,7-7-3 0,-4 8-1 0,1 0 3 16,0 2-1-16,5 1 3 0,2-4-1 16,3 0 0-16,1 0-1 0,1 7 4 0,1-6-4 0,2-2 1 15,1 2-1-15,2 0 2 0,0 0 0 0,2-1-2 16,5 0 0-16,0-1 0 0,2 2-1 0,0-3-8 16,5 0-14-16,0-2-15 0,9 3-12 0,-6-5-20 15,1-3-14-15,9 3-22 0,0-2-31 0,-7-3-21 16,6-4-20-16,-5 2-4 0,9-2-12 0,-9-2-105 15,7-1-316-15,-1-4 140 0</inkml:trace>
  <inkml:trace contextRef="#ctx0" brushRef="#br0" timeOffset="118832.51">5500 10087 97 0,'2'-10'176'0,"0"0"-2"0,-2 3-1 0,1 0-13 15,-1 7-5-15,1-8-21 0,-1 8-11 0,0 0-15 16,0 0-12-16,0 0-6 0,0 0-2 0,0 0-8 15,-7 22 8-15,0-5-2 0,2 7-8 0,1-5-4 16,1 6-8-16,0 1-6 0,0-3 10 0,5 2-8 16,-1-5-5-16,2-2-5 0,-1 1-4 0,2-1-2 15,2-2-7-15,3 0-1 0,2-3-6 0,-2-1 0 16,2-3-1-16,2-1-2 0,-3-1 2 0,3-4-7 16,3-1-4-16,-2 0 4 0,1-4-7 0,1-1 1 15,2-4-5-15,-3-3 1 0,1-1-3 0,-1-2 2 16,-2-1-5-16,1-1 1 0,-4 0-1 0,3-7 0 15,0 0-4-15,-8 6 2 0,-1-2 2 0,-3 0-6 16,2-2 1-16,0 5 0 0,1-2 0 0,-3 8 9 16,1 0 10-16,-1 2-1 0,0 1-9 0,-1 6-2 15,0-9 0-15,0 9-3 0,0 0-5 0,0 0 0 16,0 0-2-16,0 0 3 0,-2 31 1 0,3-15 6 16,0 1-7-16,-2 2-1 0,2 4 0 0,2-4-1 0,1-1 0 15,-1 2 4-15,1-3-2 0,4 1 2 16,-1-3-2-16,1 0 2 0,1 0 2 0,1-1 0 15,1-3 1-15,0 0 0 0,1-2 1 0,2-1 1 16,-3-2-2-16,3-1 0 0,0-3 0 0,0-1 1 16,-1-1-4-16,1-1 1 0,0-1 1 0,0-3 3 15,-2-1-2-15,1-4-3 0,-2 2 0 0,1-4 2 16,-3-1-2-16,-1-5-3 0,-2 1-3 0,-3-2-4 16,1-1-2-16,-4-3 0 0,0-3 0 0,-5 0 0 15,0 2-3-15,-3-3 4 0,0 3-2 0,-3 7-2 0,3 2 5 16,1-1 7-16,-1 6 4 0,2-1 2 0,1 2 3 15,0 3-2-15,1 1-8 0,-1 0 1 16,5 5-2-16,-7-5-2 0,7 5 0 0,0 0 0 16,0 0-1-16,0 0-1 0,0 0 3 0,0 0 1 0,0 0-1 15,12 21 2-15,-3-12-3 0,5 1 1 0,4-2 1 16,-2 0-1-16,2 2 1 0,1-4 2 16,-1 1-3-16,1 1-1 0,-3 1-2 0,-1-4 3 15,-3 2 0-15,-1 0-5 0,-2 0 2 0,-1 3 1 16,-1-1 2-16,1 0-5 0,-4 3 3 0,1-1-1 0,-2 1 0 15,-1-1 1-15,1 2 4 0,-2-1 0 0,0 1-2 16,2 2 5-16,-2-2-2 0,2-3 2 0,0 3-2 16,0-2 2-16,1 0-2 0,0-1 4 0,1-1-3 15,0-1 2-15,0-2-1 0,4 2 1 0,-1-3-4 16,-3 0 6-16,1-1-1 0,2-4-1 0,-8 0 1 16,13 1 3-16,-6-2-2 0,-7 1 4 0,12-6-3 15,-6 3-4-15,1-5-4 0,-4 0 2 0,3-3 0 16,-3-1-1-16,4-4-2 0,-5 4 1 0,2-5 0 15,0 1 2-15,1-1-1 0,-1 1-10 0,2-3-5 16,3 3 3-16,1 0 0 0,1 2-4 0,4 0 0 16,-7 5 3-16,2 0-3 0,0 3 3 0,2 2-4 15,0 2 2-15,1 1 3 0,0 4 0 0,1 1 1 16,1 5 2-16,-1 1-3 0,-2 3 0 0,-2 0 3 16,-2 2 2-16,-2 2-2 0,1-1 6 0,-2 0-5 15,0-1 1-15,-3 0 0 0,1-2 4 0,-1-1-1 16,2-2 0-16,1 1 2 0,-1-3 0 0,3 1 3 15,3-1 1-15,-4-1 5 0,3-1 4 0,3-2 5 16,-1 0 1-16,1-3-3 0,2-1-1 0,0-1-1 16,2-3 3-16,-3 1 0 0,4-4-1 0,-3-1 1 15,1-1 1-15,-2-1 0 0,0-2-5 0,-3-2 2 16,0 1 0-16,-2-2 2 0,-2 0-1 0,-2 1 0 16,-1-1-1-16,-2-2 5 0,0 7 13 0,-2-2 5 15,0 1-5-15,-1 3 2 0,2 8-6 0,-4-14-4 16,2 9-9-16,2 5-1 0,-10-2-5 0,10 2 4 15,-17 4-3-15,6 3-2 0,3 5-1 0,-1 1-11 16,-2 4-25-16,3 0-30 0,-2 9-32 0,2-3-53 16,2 0-59-16,2-5-61 0,0-3-190 0,0 4-493 15,4-2 218-15</inkml:trace>
  <inkml:trace contextRef="#ctx0" brushRef="#br0" timeOffset="119039.45">6920 10372 171 0,'4'-17'213'16,"0"-1"-18"-16,2-1-7 0,2 1 8 0,0 3 0 16,-1-2-5-16,3 3-13 0,2 2-11 0,-3 3-17 15,3-1-13-15,1 4-11 0,0 2-7 0,5 1-21 16,-1 3-8-16,2 4-8 0,-3-1-9 0,1 6-11 16,-3-2-1-16,0 5-6 0,-5-3-9 0,2 5-18 15,-3-4-23-15,1 5-21 0,-4-4-21 0,0-1-39 16,-1 2-46-16,-1 1-41 0,-1-4-65 0,-2-2-137 15,0-7-394-15,-2 14 175 0</inkml:trace>
  <inkml:trace contextRef="#ctx0" brushRef="#br0" timeOffset="119274.27">7326 9923 286 0,'2'-8'288'0,"-2"0"-35"0,0 8-23 0,0-7-23 16,0 7 1-16,0 0-5 0,0 0 5 0,1 42 0 16,-5-12-13-16,1 1-1 0,-2 1-30 0,-1 2-18 15,-2 12-9-15,3-12-18 0,0 2 0 0,0-4-23 16,2 2-4-16,-2-4-8 0,2-1-23 0,3 0-29 16,-2-3-29-16,1 0-31 0,2-8-31 0,-1-1-33 15,2-1-35-15,-1-3-53 0,0-3-63 0,0 0-225 16,2-5-506-16,-3-5 224 0</inkml:trace>
  <inkml:trace contextRef="#ctx0" brushRef="#br0" timeOffset="119432.75">7137 10199 2021 0,'-2'-12'23'0,"-1"0"13"0,-1 0 12 16,3 5-14-16,1 7-6 0,-1-12-9 15,1 7-3-15,0 5-3 0,6-10-5 0,-1 7-4 16,4-1 1-16,4 4-13 0,6-2-20 0,10 1-20 15,2 4-43-15,6 1-30 0,14 6-11 0,9-4-22 16,4 3-126-16,31-1-301 0,-29 0 134 0</inkml:trace>
  <inkml:trace contextRef="#ctx0" brushRef="#br0" timeOffset="119961.79">7974 10188 146 0,'0'-10'265'0,"-1"3"-19"0,1 7-13 16,-4-13-14-16,-1 9-16 0,-5 0-15 0,-4 1-16 15,-4 3-14-15,0 4-13 0,-10 3-14 0,0 2-11 0,0 2-12 16,1 5-7-16,1-1-12 0,-1 2-10 0,6 2-9 16,5-5-4-16,5-1-7 0,-1 1-5 0,5 0-6 15,2-4-9-15,2 0-2 0,4 1-6 16,1-1-1-16,3-2-10 0,0-2-6 0,2 0 0 0,4-2-5 16,2-2-6-16,2-1 2 0,3-4-2 0,0 3-5 15,-1-4 1-15,1-1 0 0,0-2 0 0,-4 1 1 16,0 2 0-16,-3-3 2 0,-4 1 1 0,5 3-3 15,-7-1-3-15,-5 4 0 0,9-4-5 16,-4 3-1-16,-5 1 0 0,8 6-1 0,-3 3 2 0,-2 7 9 16,0 1 3-16,-4 11 3 0,-2 2 1 0,-1 1 0 15,-1 3 6-15,4 0-2 0,-3 0 6 0,0 1 7 16,2 1 9-16,-5 11-4 0,3-17 9 0,1 1 5 16,-4-4 7-16,2 0 3 0,-1-3 6 0,1-6-5 15,-2-3 1-15,-3 0 3 0,-1-2 0 0,-3-3 2 16,-2-1-4-16,0 0-5 0,-2-4 1 0,0-2-4 15,0-2-2-15,-1-2-8 0,-2-2-21 0,3-4-33 16,1 0-21-16,0-5-37 0,2-4-40 0,2 3-41 16,-1-10-55-16,6 0-51 0,2-2-52 0,6 6-172 15,2-11-522-15,6 2 231 0</inkml:trace>
  <inkml:trace contextRef="#ctx0" brushRef="#br0" timeOffset="120747.69">8240 10275 202 0,'0'0'234'0,"-14"-13"-12"16,6 11-3-16,-6 1-4 0,-2 2-8 0,-3 1-1 15,1 5-11-15,0 2-7 0,-8 3-10 0,6 5-15 16,-3 0-16-16,2 4-12 0,6-1-15 0,1-2-13 16,4 3-10-16,2-2-10 0,3-2-8 0,5 2-9 15,2-1-1-15,5-3-6 0,0 0-2 0,6-3-14 16,1 1-11-16,3-5-14 0,3-2-4 0,1-2-12 15,-1-3-2-15,2-1-4 0,-2-4 0 0,1-1 4 16,5-4-4-16,-9 2 4 0,-1-1 3 0,-1-1-3 16,-3-3 1-16,-2 3-2 0,-4-1 2 0,-1-1-4 15,-1-1 1-15,-1 1-1 0,-1-1 6 0,-2 0 3 16,-1 1-2-16,0 1 0 0,-1 1 0 0,2 9 3 16,-1-13 1-16,0 7-4 0,1 6-6 0,-4-7 1 15,4 7 0-15,0 0 1 0,0 0 2 0,0 0-3 16,-8 22 1-16,3-11-1 0,4 5 0 0,-2-3 0 15,2 3 4-15,2-2-5 0,2-1-3 0,1 3 7 16,1-2 1-16,0-2 2 0,1-4-5 0,1 2 6 16,5-2-3-16,3 0 6 0,1-2 0 0,2-4 2 15,3-1-3-15,-1-1 2 0,-1-3 1 0,8-5-3 16,-7 2 1-16,0-2-1 0,0 0-2 0,-1 0 7 0,-2-5-8 16,1 0 3-16,-3 1-6 0,0-1 1 0,-3 0 2 15,-3 0-5-15,2-2 2 0,-3 2-3 16,-3 1 2-16,0-2-2 0,0 4-1 0,-2 0-1 15,-2 3 0-15,0 1 3 0,-1 6-3 0,3-10-4 0,-3 10 0 16,0 0-3-16,0 0 0 0,0 0 0 0,0 0-1 16,0 0 3-16,-6 26-2 0,3-13 2 0,-2 1 4 15,3 2-3-15,-1-4 3 0,2 1-1 16,-1-1 2-16,2 1-1 0,0-3 3 0,3 3-2 0,-2-3 0 16,3-1 3-16,4 0 7 0,1-5-3 0,1 0-2 15,1 1 0-15,2-3 5 0,5-2-1 0,-1-1 0 16,0-1-5-16,1-3 4 0,0-1-2 15,-2-1 0-15,0 1-2 0,-5 0 2 0,0 0-2 16,-1-1 0-16,-1 0 2 0,0-1-4 0,-3 0 5 0,1-1-4 16,-2 2 0-16,-2 0 1 0,-1 1 4 0,2 0 3 15,-4 6 5-15,5-7-1 0,-5 7-2 0,4-8-3 16,-4 8-2-16,0 0-6 0,2-6 0 0,-2 6-1 16,0 0 0-16,0 0-7 0,0 0 3 0,0 0 5 15,6-5-1-15,-6 5-1 0,0 0-3 0,0 0 0 16,0 0-3-16,0 0 1 0,12 10-1 0,-12-10 5 15,8 6-1-15,-4-3-1 0,-4-3 0 0,6 7-8 16,-2-4 8-16,-4-3 0 0,8 7-4 0,-4-1 8 16,1 0 2-16,-2-1-7 0,3 0-2 0,-1 4-17 15,-3-3-15-15,2 0-12 0,-1 1-21 0,-2-1-32 16,3 2-35-16,-4-8-38 0,-3 11-51 0,3-11-47 16,-1 9-206-16,1-9-520 0,-6 7 231 0</inkml:trace>
  <inkml:trace contextRef="#ctx0" brushRef="#br0" timeOffset="120918.97">8690 10197 1951 0,'-10'-22'14'0,"2"6"17"16,-1 1-9-16,4 6-13 0,-1 0 5 0,2 1-5 15,0 3-5-15,1-1 6 0,3 6-19 0,-3-7-18 16,3 7-16-16,0 0-31 0,0 0-37 0,0 0-50 15,0 0-113-15,23 8-295 0,-12-1 131 0</inkml:trace>
  <inkml:trace contextRef="#ctx0" brushRef="#br0" timeOffset="121461.97">10011 10679 2035 0,'-9'-28'-10'15,"-2"3"34"-15,1 0 18 0,3 7 42 0,1 2 7 0,2 0-1 16,-1 4 0-16,1 3-7 0,0 2-18 0,4 1-7 15,0 6-8-15,-4-7-9 0,4 7-5 16,0 0 0-16,0 0 5 0,-9 26 3 0,6-8-6 16,-5 9 1-16,2 0-1 0,-2 4-5 0,-1-3 3 0,3-1-6 15,-2 1-2-15,4-8-2 0,0-1 7 0,3-2-1 16,-3-5 2-16,2-2 2 0,-1-1 5 0,3-2 10 16,0-7 14-16,-2 10 22 0,0-4 12 0,2-6-1 15,0 0-9-15,0 0-7 0,0 0-17 0,0 0 11 16,13-35-16-16,-7 19-8 0,3-2-3 0,1 1-4 15,3-10 11-15,1 0-24 0,3 0-1 0,2-5-7 16,-1 2-2-16,8-14 1 0,-7 13-7 0,6-9-11 16,-2-1-4-16,-3 13-2 0,-5 0-2 0,2 1 1 15,0 4-4-15,-6 8 14 0,-2 2-9 0,-3 5-6 16,2 0-7-16,-5 4 8 0,3 1-3 0,-6 3 0 0,12 6-1 16,-5 3 1-16,2 6-10 0,-2 4 11 15,-1 7 4-15,-3 3-3 0,2 0 0 0,-2 3 1 16,-3-1-5-16,0-1 11 0,1 3-9 0,-1-4 7 15,1 0-7-15,1 3 14 0,-2-3-7 0,1 0 5 0,2-3-29 16,-3-2-32-16,0-4-39 0,-2-2-31 0,0-3-47 16,-1 1-46-16,1-6-51 0,0 1-287 0,-3-2-605 15,-1-3 268-15</inkml:trace>
  <inkml:trace contextRef="#ctx0" brushRef="#br0" timeOffset="121635.32">9846 10650 133 0,'-3'-7'213'16,"3"7"-20"-16,0 0-30 0,0 0-6 0,23-4-15 15,-2 4-14-15,9 0-12 0,2 3-15 0,6 0-3 16,14-2-16-16,-12 2-30 0,14 2-40 0,-2 0-31 16,2-2-35-16,-3 3-39 0,-13-2-31 0,2-1-93 15,-3-1-235-15,0 2 104 0</inkml:trace>
  <inkml:trace contextRef="#ctx0" brushRef="#br0" timeOffset="122110.14">10641 10701 9 0,'0'0'175'0,"0"0"-4"0,0 0 0 16,0 0-4-16,0 0-3 0,0 0-10 0,0 0-8 15,0 0-8-15,0 0-9 0,7-4-4 0,-7 4-8 16,0 0-9-16,13 0-7 0,-6 2-11 0,5-2-6 16,-1-2-9-16,1 5-7 0,2-2-11 0,4-1-5 15,-7 0-16-15,1-1-10 0,0 1-13 0,-1 0-13 16,-4 1-7-16,-7-1-5 0,13 0-2 0,-8 0 2 0,-5 0-2 15,0 0 5-15,0 0-1 0,0 0-3 16,0 0 4-16,0 0 1 0,0 0-1 0,0 0 2 16,0 0 4-16,0 0 0 0,-24-7 3 0,24 7 6 0,-14 0 0 15,14 0 3-15,-13 5 3 0,7-1 6 0,-1 2 8 16,0 4 11-16,-1 0 9 0,0 7 6 0,2 1 7 16,0 0 0-16,-2 7 3 0,3-2 0 15,0 2 6-15,2-5 5 0,-2 6-13 0,1-1-1 0,4-5-3 16,0 5-3-16,0-5-3 0,0-1-7 15,0 0 2-15,1 6-3 0,-1-8-2 0,2-2 4 0,-4-4-13 16,4 3-1-16,-2-3-3 0,-2 0-3 16,1-1-3-16,0-3 10 0,1-7-14 0,-3 10 3 0,0-3-4 15,3-7 3-15,-8 5-5 0,3-2 0 0,5-3 1 16,-12-2 1-16,12 2-3 0,-11-2 0 0,4-2-5 16,1-1-2-16,0-2 4 0,2 3-5 0,-3-1 0 15,2-1 1-15,3-1-1 0,2 7 7 0,-4-10-7 16,3 4-6-16,1 6-1 0,0 0-1 0,0 0-3 15,3-10 4-15,-3 10-2 0,0 0 1 0,13 0 7 16,-4 0-3-16,-9 0 3 0,18 2 6 0,-7-2-11 16,4 1-12-16,2 0-11 0,3 1-28 0,9-8-27 15,1 6-30-15,1-2-20 0,9 0-35 0,9-7-47 16,3 1-40-16,-14 4-197 0,15-3-483 0,-3-5 214 16</inkml:trace>
  <inkml:trace contextRef="#ctx0" brushRef="#br0" timeOffset="122255.38">11418 10882 50 0,'4'-5'209'0,"-4"5"-19"0,0 0-20 0,8-6-16 15,-8 6-15-15,10 0-14 0,-10 0-12 0,14 0-10 16,-2 0-20-16,-3 3-38 0,1-1-41 16,0-1-54-16,3 1-45 0,-3 2-112 0,-5-1-224 15,3 1 99-15</inkml:trace>
  <inkml:trace contextRef="#ctx0" brushRef="#br0" timeOffset="122405.43">11526 10978 30 0,'-5'5'214'0,"0"-1"-2"0,-1 0-8 0,1 1-6 0,-2-1-5 15,7-4-8-15,-7 5-11 0,2-1-10 0,5-4-15 16,-5 4-17-16,5-4-6 0,0 0-10 0,-1 7-12 16,1-7-14-16,0 0-18 0,17 1-23 0,-6-2-34 15,3 0-45-15,3 1-47 0,4-4-73 0,0 3-61 16,-1-3-116-16,1 3-353 0,7 0 156 0</inkml:trace>
  <inkml:trace contextRef="#ctx0" brushRef="#br0" timeOffset="123131.5">12985 10587 1751 0,'-9'-9'-4'15,"0"2"19"-15,3 0-8 0,3 2-7 0,-3 0-1 16,6 5 6-16,-6-4-3 0,6 4-1 0,0 0 2 16,0 0 5-16,28-7 3 0,-8 7 4 0,7 0-7 15,4 0 3-15,-1 0-4 0,1 3-7 0,1 0 14 16,-5-2-12-16,2 0-22 0,-9 1-19 0,0 0-24 15,-5 0-19-15,-1-1-15 0,-5-1-7 0,-2 0 5 16,-7 0-13-16,11-1 0 0,-11 1 12 0,0 0 13 16,0 0 19-16,0 0 18 0,0 0 15 0,0 0 11 15,0 0 17-15,-24-12 2 0,15 9 12 0,-5 0 11 16,5 0 13-16,-7 2 1 0,3-1 5 0,2-1 1 16,1 2 8-16,-1 0 4 0,11 1-2 0,-13 1 0 15,6 2 2-15,2 1 10 0,1 2 13 0,-2 4 10 16,1 6 20-16,-2 2-2 0,2 9 0 0,-1 3-2 15,1 2 2-15,1 0 2 0,2 1 0 0,-2 0-10 16,0-2-6-16,4 0-3 0,-4 2-7 0,4-5-4 0,0 2 5 16,-4-5-12-16,2 2-4 0,2-9-3 15,0 0-8-15,-2 0-6 0,1-3-2 0,-1-1-3 16,0-3-5-16,0-2 0 0,-2 0-5 0,1-4 0 16,3 1-1-16,0-6-4 0,-9 8-2 0,9-8 2 15,-11 1-7-15,4-1 11 0,7 0-11 0,-16-5-1 16,7 1-4-16,3 0-3 0,-4-2 0 0,2 1 1 15,3 0-3-15,-1 1-1 0,1 2 3 0,5 2-3 0,-7-10-2 16,7 10 1-16,-4-6-5 0,4 6 1 0,0 0 0 16,0 0 8-16,11-5-7 0,0 4-2 0,2 1-6 15,5-2-4-15,5 1-15 0,4 1-13 0,3 0-26 16,-1-1-29-16,4 1-32 0,1 0-33 0,0-4-22 16,-1 1-27-16,-1 0-16 0,1-1-153 0,-3 1-404 15,-1-2 179-15</inkml:trace>
  <inkml:trace contextRef="#ctx0" brushRef="#br0" timeOffset="123374.16">13591 10900 11 0,'8'-14'135'16,"-6"2"14"-16,0 2 8 0,0 4 10 0,0-1 4 0,-2 7-11 15,4-11-13-15,-4 11-20 0,1-5-6 0,-1 5 6 16,0 0 7-16,0 0 5 0,0 0 10 0,-3 36 10 16,-1-20-2-16,-2 2-1 0,-2 6 3 0,1 3-5 15,1-1-9-15,0 0 1 0,-2-6-7 0,3 3-5 16,-3-3-13-16,6-3-5 0,2 2-15 0,-5-4-3 15,3-2-11-15,2-1-16 0,2-2 11 0,0 0-7 16,1-2 5-16,3-2-1 0,1 0 8 0,5-2-17 16,5 0-5-16,3-1-3 0,8-3-10 0,3 0 1 15,1-1-42-15,1-1-28 0,1-2-34 0,-3 1-40 16,-4 1-32-16,-6 1-44 0,-2-2-53 0,-7 2-60 16,-3 1-53-16,-3 1-213 0,-6-1-590 0,0 0 261 15</inkml:trace>
  <inkml:trace contextRef="#ctx0" brushRef="#br0" timeOffset="123607.7">12940 11349 135 0,'-20'0'282'0,"2"2"-24"15,9 1-26-15,4 1-23 0,5-4-16 0,0 0-6 16,21 13-2-16,10-8-7 0,9 0-5 15,21 1-8-15,34-1-20 0,-3-2-12 16,4-3-15-16,-1 2-12 0,1-2-5 0,-29 3-13 0,27 0-8 0,-3 4-10 16,-27-3-22-16,-3 5-20 0,0 0-34 0,-5-1-36 15,-4 5-49-15,-3 1-48 0,-15 0-41 16,-3 0-44-16,0 4-182 0,-3 1-439 0,-3-1 195 0</inkml:trace>
  <inkml:trace contextRef="#ctx0" brushRef="#br0" timeOffset="123845.03">13394 11627 2170 0,'-27'-12'30'0,"6"2"9"15,4 3 8-15,5 3-25 0,1-1-11 0,2 0-2 16,0 3-3-16,9 2 1 0,0 0 0 0,0 0 4 15,0 0 0-15,0 0-2 0,39-3 0 0,-10 3-1 16,7 0 1-16,-1 2-9 0,19-1-19 0,-16-2-18 16,0-1-41-16,0 2-32 0,-1-4-46 0,-8 4-44 15,-9 0-102-15,-6-2-325 0,-3 0 145 0</inkml:trace>
  <inkml:trace contextRef="#ctx0" brushRef="#br0" timeOffset="124575.29">13468 11562 177 0,'-5'3'194'16,"1"7"-2"-16,-3 1 2 0,3 6 11 0,0 0-3 15,-2 2-15-15,-2 7 0 0,3 1-5 16,1-2-10-16,-1 3-18 0,-2-4-7 0,3 2-18 0,1 2-10 16,1-3-10-16,-2-5-10 0,2-1-11 0,-2 1-10 15,3-2-4-15,-1-2-6 0,0 1-9 16,-3 0-4-16,3-6-8 0,-1 0 8 0,-1 1-17 0,2-4-1 15,0-1-2-15,0 1-7 0,-1-3-2 0,3-5-4 16,-6 9-11-16,6-9-2 0,-10 6-5 0,4-6-5 16,6 0-5-16,-13-2 1 0,13 2 3 0,-15-3-6 15,9-1 5-15,-1 0-7 0,-1-2 3 0,0 3 0 16,2-1 1-16,6 4-2 0,-9-9 2 0,7 6 5 16,2 3-1-16,-10-3 4 0,10 3-3 0,0 0 2 15,-4-6 0-15,4 6 3 0,0 0-1 16,0 0 6-16,0 0-1 0,31 6-4 0,-17-6 4 0,4 2-3 15,11 2 0-15,0-3-3 0,1 2-12 0,3-2-16 16,-1-1-21-16,-1 0-18 0,-4 0-21 0,-4 1-16 16,0-2-19-16,-4 0-11 0,1-2-5 0,-1 1 8 15,-2 0 6-15,0-1 3 0,-5-1 31 0,0-2 5 0,2 0 15 16,-6 1 0-16,1 0 16 0,1-2 15 16,-4 1 9-16,-1-3 14 0,-1 2 16 0,0-2 18 15,-2 3 1-15,1 0 10 0,-3 6 8 0,1-15 8 16,-1 15 7-16,0-9 3 0,0 9 5 0,0 0-4 15,0-8-2-15,0 8 17 0,0 0 11 0,0 0 5 16,0 0 11-16,-12 36 6 0,5-22-3 0,3 4 4 16,-1-1-7-16,1 2-8 0,-3 0-7 0,4-2 6 15,-1 2-11-15,0 7 1 0,1-9-9 0,1 1-10 0,0-6-10 16,0 1 2-16,-2-2-9 0,3-5 4 0,-1 4-8 16,2-3 1-16,0-7-5 0,-1 9 9 15,1-9 0-15,0 0 11 0,-2 9 1 0,2-9 3 0,0 0-12 16,0 0 0-16,0 0-7 0,0 0-5 0,21-16-3 15,-10 7-1-15,5 1-14 0,-1-3-13 0,3 1 6 16,5-3-6-16,4 3-3 0,-7 1 1 0,2 5-3 16,-3-1-3-16,0 3-8 0,-2 0 6 0,-4 4 2 15,1 0-4-15,-5 0 8 0,1 4-9 0,-3 0 0 16,0 1-3-16,-2-2 5 0,-3 5-5 0,0-1 11 16,-4 3-4-16,-2-2 3 0,-1 0 0 0,-4-1 3 15,-6 3-5-15,-2 0 6 0,0-4-5 0,-6 1 6 16,-4-2 3-16,4-3-3 0,4-2-9 0,-4 0 16 15,2 1-26-15,0-2-30 0,0-3-28 0,3-2-32 16,2-1-32-16,2 2-33 0,3-1-49 0,1-3-57 16,5 2-279-16,0-3-600 0,5 8 266 0</inkml:trace>
  <inkml:trace contextRef="#ctx0" brushRef="#br0" timeOffset="124961.57">15064 11526 126 0,'0'0'286'0,"0"0"-14"15,-2-7-11-15,2 7-11 0,0 0-22 0,0 0-22 16,0 0-18-16,0 0-20 0,0 0-16 0,0 0-14 15,10-5-18-15,-1 4-9 0,-9 1-11 0,20 1-15 16,-4 0-23-16,3 2-34 0,0-2-42 0,-1 1-42 16,0 1-48-16,0-3-55 0,-5 0-48 0,-1 2-167 15,-3-1-405-15,-1 1 180 0</inkml:trace>
  <inkml:trace contextRef="#ctx0" brushRef="#br0" timeOffset="125122.22">15118 11637 125 0,'-5'2'189'0,"5"-2"-8"16,-10 4-4-16,10-4-12 0,-7 2-14 0,7-2-14 16,0 0-7-16,0 0 1 0,0 0-15 0,0 0-12 15,23 10-11-15,-2-9-6 0,-3 1-29 0,3-2-30 16,0 0-42-16,6 1-42 0,3-2-47 0,0 1-53 0,-10 0-102 16,7-3-278-16,-6 1 123 0</inkml:trace>
  <inkml:trace contextRef="#ctx0" brushRef="#br0" timeOffset="125594.5">16194 11369 31 0,'-11'-1'237'0,"0"1"-7"0,2-1-5 16,9 1-11-16,-15 1-13 0,15-1-10 0,-10 0-18 15,10 0-18-15,-8 0-19 0,8 0-11 0,0 0-9 16,0 0-15-16,0 0-3 0,0 0-4 0,0 0-3 15,19 10-8-15,-3-8-4 0,0 3-12 0,6 0 0 16,6-1-9-16,2-1-4 0,-1 0-8 0,0 2-15 16,-1 0-31-16,0-4-27 0,-7 2-38 0,1-3-58 15,-2 3-68-15,-2-1-226 0,-4-3-450 0,0 0 199 16</inkml:trace>
  <inkml:trace contextRef="#ctx0" brushRef="#br0" timeOffset="125848.18">16818 11158 27 0,'-3'-5'234'0,"3"5"-33"16,-4-8-15-16,4 8-20 0,9-9-15 0,0 5-19 15,10-2-10-15,3 3-9 0,7-3-7 0,3 3-18 16,3-1-7-16,0 1-10 0,0 0-9 0,0 2-23 16,-3-1-25-16,-1 1-23 0,-10 0-30 0,-1-1-31 15,-5 0-37-15,-1 1-32 0,-7 1-100 0,0-3-258 16,-2-1 115-16</inkml:trace>
  <inkml:trace contextRef="#ctx0" brushRef="#br0" timeOffset="126202.32">17035 11081 112 0,'-8'4'140'0,"8"-4"7"0,-6 6-2 16,3 0-7-16,-2 2 5 0,3 3 2 0,-1 5 0 15,2 1-5-15,-3 2-6 0,2 0 2 0,-1 6-6 16,2-6-9-16,-1 6-11 0,-3 0-5 0,3-5-9 16,0 5-3-16,-1-6-12 0,1 1-3 0,2-2-9 15,-1-1-7-15,0 0-4 0,-2 1-3 0,1-1-5 16,0-1-8-16,-1-1-3 0,0-3-8 0,2 0 1 15,-2-4-2-15,2-2-3 0,-2-1 4 0,3-5-7 16,-5 9-2-16,1-5-3 0,4-4-1 0,-10 6-2 16,5-5-2-16,5-1-4 0,-15-1 0 0,15 1 1 15,-12-2-4-15,12 2-1 0,-9-7 4 0,4 3-5 16,5 4 1-16,-9-6-3 0,9 6-1 0,-4-5 3 16,4 5-1-16,-6-6-2 0,6 6-1 0,0 0-5 0,0 0 2 15,0 0 0-15,0 0 9 0,0 0-9 16,0 0 5-16,0 0-3 0,24 4 2 0,-12-1-4 15,2 1 0-15,4-1-10 0,1-1-19 0,-1 0-20 16,4 1-23-16,-1-2-35 0,7 1-43 0,0-2-31 0,-1-2-43 16,-4 4-144-16,4-4-402 0,4-2 178 15</inkml:trace>
  <inkml:trace contextRef="#ctx0" brushRef="#br0" timeOffset="126436.2">17545 11395 75 0,'0'-7'210'0,"0"7"-8"0,-4-12-6 0,-1 7-6 16,-1-1-10-16,-1 4-5 0,-1 0-7 0,-4 3 1 16,-1 0 0-16,-6 5-1 0,1 1-7 0,-1 4 3 0,-5 2-5 15,2 1-10-15,-1 2-11 0,7-1-15 0,1 5-5 16,2-3-8-16,6-2-13 0,0 1-6 0,5 2-6 16,-1-3-8-16,4 1-5 0,3-5-13 15,1 3-2-15,7 0-7 0,-1-2-9 0,3 0-16 0,4-5-20 16,1 0-25-16,10-1-20 0,-9-1-30 0,-1-1-35 15,0-2-35-15,-1 0-49 0,-5-2-39 0,1 1-35 16,-4-1-175-16,2-1-475 0,-5 1 210 16</inkml:trace>
  <inkml:trace contextRef="#ctx0" brushRef="#br0" timeOffset="126820.17">16753 11812 44 0,'-20'3'190'0,"8"1"-2"0,0-1-5 16,1-1-9-16,4 0-9 0,1-1-16 0,6-1-13 15,-7 3 6-15,7-3 6 0,0 0-6 0,21 10-7 16,8-5-8-16,2-2-6 0,20-1-10 0,6-2-11 15,4 1-7-15,4-3-11 0,24-1-8 0,-27 2-5 16,-1-3-4-16,-1 2-11 0,-5-2-1 0,-1 1-6 16,-16 0-4-16,0 0-1 0,-3-1-5 0,-2 1 0 15,-5 1 0-15,-9-1 3 0,1 3 0 0,-8-2 3 16,1 2 0-16,-3-1 9 0,-1 1 2 0,-9 0 7 16,14-1 3-16,-14 1-5 0,8 0 5 0,-8 0 9 15,0 0-22-15,9-2-4 0,-9 2-1 0,0 0-6 16,0 0-4-16,0 0-6 0,0 0-8 0,0 0-15 15,0 0-20-15,0 0-27 0,0 0-27 0,0 0-35 16,0 0-44-16,0 0-54 0,0 0-52 0,-34 3-255 16,26-4-549-16,-3 1 243 0</inkml:trace>
  <inkml:trace contextRef="#ctx0" brushRef="#br0" timeOffset="128886.84">22976 1703 30 0,'0'0'82'0,"0"0"-4"15,0 0 2-15,0 0-11 0,0 0-5 0,0 0-10 0,0 0-6 16,0 0-5-16,0 0-3 0,-3-16-13 0,3 16-15 16,0 0-18-16,7-9-30 0,-7 9-6 15,7-3-49-15,-7 3-98 0,0 0 43 0</inkml:trace>
  <inkml:trace contextRef="#ctx0" brushRef="#br0" timeOffset="129286.34">23222 1402 71 0,'-10'0'97'0,"-2"0"-6"0,2-1 1 16,-3 1-15-16,-1 1 5 0,1 0-12 0,-5 3-8 16,0 0 5-16,-1 1-4 0,-5 5-13 0,-1 0 6 15,1 7 0-15,-1-3 1 0,-2 3 2 16,-1-1-11-16,1 3 3 0,-1-4-13 0,1 3 2 15,-1-1 3-15,2-1-10 0,2 1 2 0,5-6-8 16,1-1 4-16,2 0-4 0,1-1-8 0,3-2 1 16,3-3-7-16,1 2 7 0,2-3-7 0,-1 1 10 15,7-4-10-15,-6 5-3 0,6-5 3 0,-5 7-15 16,5-7 16-16,0 0 3 0,0 0-6 0,23 11 1 16,-4-8-4-16,19 0 0 0,2 0 2 0,19-1 3 15,3 1-24-15,5 0-30 0,23 2-14 0,-28 0-29 16,2-1-19-16,-2 5-29 0,1-1-74 0,-2 4-222 15,-2-1 98-15</inkml:trace>
  <inkml:trace contextRef="#ctx0" brushRef="#br0" timeOffset="131042.06">16531 12068 163 0,'0'0'203'0,"0"0"-19"0,0 0-21 0,0 0-13 16,0 0-17-16,0 0-9 0,23-4-12 0,-3 4-10 16,9 0-6-16,2-2-8 0,2 2-13 0,3 0-10 15,1 0-12-15,-2 0-24 0,0 0-24 0,-3 2-32 0,-1-2-26 16,-5 1-25-16,-6-1-40 0,-1 0-17 0,-1 0-88 15,-7-3-241-15,1 3 107 0</inkml:trace>
  <inkml:trace contextRef="#ctx0" brushRef="#br0" timeOffset="131422.79">16862 12043 75 0,'0'0'151'0,"-8"6"19"0,8-6-1 15,-3 11 0-15,-1-2-2 0,2 5-7 0,-1 1-5 16,-1 2-13-16,2 3-9 0,-5 5-14 0,7 0-6 16,-2 1-15-16,-1 0-6 0,2-1-11 0,0-6-9 15,1 7-2-15,0-7-8 0,-2-2-9 16,1 2-4-16,0 0-6 0,1-4 0 0,-2-1-8 0,2-2 2 16,-1-2-12-16,0-1-8 0,-2-1-9 0,1-1-8 15,-1-1-8-15,3-6-9 0,-5 6-7 0,5-6-8 16,-10 4 2-16,10-4-2 0,-9-1 4 0,9 1 0 15,-12-8-2-15,5 4 6 0,0-4 4 0,1 1-1 16,-2-1 7-16,3 3 1 0,0 0-1 0,1 0 11 16,4 5 6-16,-6-8-5 0,6 8 1 0,-4-6 0 15,4 6-6-15,0 0 7 0,0 0 11 0,0 0 1 16,0 0-4-16,0 0-3 0,28 3 4 0,-15-1-1 16,7 1 3-16,2 3-2 0,6-1-3 0,2-4-9 15,2 4-11-15,-4-4-21 0,2 1-20 0,0-1-18 16,-1 0-21-16,-1-2-32 0,-5 1-12 0,-1 0-12 15,-3-3 1-15,2 0-85 0,-5-1-254 0,2 0 112 16</inkml:trace>
  <inkml:trace contextRef="#ctx0" brushRef="#br0" timeOffset="131767.96">17206 12395 563 0,'8'-8'-49'0,"-3"-2"16"0,0 1 10 0,-1-1 2 15,0-1 12-15,-2 0 14 0,0 2 1 0,-2-1 14 16,1 1 22-16,-1 9 11 0,1-13 11 0,0 9-4 16,-1 4 0-16,0 0-11 0,3-9 10 0,-3 9 29 15,0 0 11-15,0 0 11 0,0 0 0 0,1 27 1 16,-2-15 2-16,-3 4-5 0,2 1-1 0,-2 0-7 15,-1 1-11-15,1 0 0 0,-1-1-7 0,1-1-9 16,0-2-9-16,0-3-7 0,3 1-3 0,-2-3 16 16,2-1-9-16,-1-2-6 0,2-6-2 0,-2 9 0 15,2-9 4-15,-1 9 6 0,1-9 1 0,0 0 3 16,-1 5-1-16,1-5-3 0,0 0-6 0,0 0-3 16,18-3-4-16,-18 3-7 0,21-5-4 0,-8 3-4 0,6-2-5 15,-1 0-1-15,1 0-4 0,3 3-3 16,-4 1-8-16,1 0 7 0,-2 1-11 0,-3 2-2 15,-1 1 1-15,-1 1-4 0,-3 1 4 0,-1 1-1 16,-4-1-4-16,1 2 2 0,-1 1-3 0,-4-1-2 0,-4 3 5 16,0-1 2-16,-2-1-5 0,-3-1 0 0,-4 1 3 15,-2-2-2-15,-4 1 4 0,-1-1-1 16,-1-3-1-16,-1 1 0 0,3-1-3 0,-3-3-19 16,2-1-21-16,2 0-31 0,-2-4-40 0,8 1-47 15,0 0-53-15,5-5-64 0,0 0-170 0,4-2-478 0,5 0 211 16</inkml:trace>
  <inkml:trace contextRef="#ctx0" brushRef="#br0" timeOffset="132000.13">18788 11859 113 0,'0'0'228'0,"0"0"-24"16,9 0-20-16,-9 0-20 0,14 3-15 0,-3-2-17 15,-2 1-9-15,3 1-11 0,1 0-14 0,1 1-28 16,3 0-35-16,-1-1-37 0,2 2-36 0,-5-2-31 16,0-1-40-16,0 2-124 0,-7-2-251 0,2 1 111 15</inkml:trace>
  <inkml:trace contextRef="#ctx0" brushRef="#br0" timeOffset="132153.34">18842 11981 24 0,'-22'6'161'16,"6"-1"-2"-16,-2 1-2 0,5-1-8 0,0-1-5 15,3 0-8-15,1-2-11 0,2 1-12 0,1-1-9 16,6-2 0-16,-3 8-8 0,3-8-6 0,0 0-8 16,16 7-12-16,-4-7-3 0,9 2-7 0,0-2-24 15,8-2-27-15,2 1-42 0,1-3-44 0,1 0-49 16,-1 1-149-16,0-4-299 0,0 1 133 0</inkml:trace>
  <inkml:trace contextRef="#ctx0" brushRef="#br0" timeOffset="133292.44">19763 11669 14 0,'0'0'160'0,"0"0"-2"0,0 0-1 0,0 0-5 16,0 0-11-16,0 0-8 0,26 11-12 16,-14-8-14-16,8 2-12 0,-1-1-5 0,9 1-10 15,-1 2-7-15,1 2-9 0,0-5-17 0,0 1-24 0,1 1-27 16,-1-1-26-16,1-2-37 0,-7 0-41 0,7-1-127 15,-1-2-254-15,-6 0 113 0</inkml:trace>
  <inkml:trace contextRef="#ctx0" brushRef="#br0" timeOffset="133692.16">20498 11239 43 0,'-1'-13'219'0,"1"2"-14"0,-2 3-18 16,2 8-19-16,0-12-20 0,0 12-13 0,0 0-13 16,0 0-5-16,0 0 8 0,0 0 2 15,6 44-6-15,-6-18-10 0,-1 3-8 0,-1 4-10 0,2 1-3 16,0 0-10-16,0 1 1 0,2-1-13 0,-2-2-6 16,1-2-8-16,0 0-2 0,0-4-5 0,2-7-4 15,-3-1-2-15,3-2-6 0,-2-1-3 0,-1-6-1 16,1 1-4-16,2-4 2 0,-3 0 3 0,0-6 18 15,1 10-4-15,-1-10-1 0,0 0-5 0,0 0 7 16,0 0-15-16,0 0 1 0,0 0-7 0,0 0-3 16,13-28-1-16,-8 16-5 0,4 0 0 0,2-5-5 15,3 3-1-15,-1-2-3 0,2 2-2 0,2 4-6 16,0 1 1-16,-2 0 1 0,2 2-2 0,-6 3 0 16,3 2-3-16,-2 2 0 0,-2 2 2 0,1 0-1 15,0 3-1-15,-5 3-4 0,2 0 10 0,-3 3-4 16,-1 1-12-16,-2 4-11 0,0 1-7 0,-4 1-17 15,0 0-22-15,-2-1-17 0,1-1-29 0,2 1-44 16,-3-2-30-16,4 1-45 0,-1-6-145 0,2-3-411 16,4 0 183-16</inkml:trace>
  <inkml:trace contextRef="#ctx0" brushRef="#br0" timeOffset="133956.17">21146 11411 146 0,'-5'-11'220'0,"5"2"-6"0,-4-1-14 0,3 5-20 16,1 5-18-16,0 0-8 0,0 0-6 0,0 0 2 15,-10 15 2-15,6 1-1 0,-5 10 1 0,0 9-7 0,2-2-11 16,-3 12-8-16,3-10-4 0,-2 9-3 0,4-10-10 16,0 1-11-16,-2 1 10 0,1-2-22 15,0-2-3-15,2 1-8 0,0-4 1 0,0-2-16 16,3 1-11-16,-1-2-3 0,1-7 3 0,-1-2-16 0,3 0-19 15,-1-1-27-15,1-5-24 0,-1 2-25 0,0-5-32 16,3-1-34-16,-3-7-30 0,0 11-24 16,0-11-33-16,0 0-39 0,-5 4-149 0,5-4-438 15,0 0 194-15</inkml:trace>
  <inkml:trace contextRef="#ctx0" brushRef="#br0" timeOffset="134340.93">21230 11804 142 0,'0'0'161'15,"16"-3"3"-15,-10 0-9 0,2 0-8 0,2 1-10 16,-1-2-4-16,0-2-11 0,3-1-10 0,3 0-8 16,0 0-6-16,-3 0-11 0,-1 1-2 0,0-2 1 15,-2 0-9-15,0 1-4 0,-3-1-1 0,0 3-6 16,-3-1-2-16,1-2-6 0,-4 8-4 16,1-9-4-16,-1 9-4 0,0 0-8 0,-12-12 1 0,1 12-5 15,11 0 3-15,-23 8 1 0,8 1 5 0,-1 1-2 16,2 3 1-16,1 2 2 0,-2-2 0 0,3 3-3 15,1 1-4-15,5 0-4 0,1 1-5 0,2 0 0 16,3-1-3-16,4-1-10 0,1 0-20 0,4-3-27 16,5 0-25-16,1 0-50 0,11-3-48 0,2-3-49 15,0 0-186-15,3-7-423 0,-1-3 187 0</inkml:trace>
  <inkml:trace contextRef="#ctx0" brushRef="#br0" timeOffset="134800.41">21849 11427 38 0,'7'-8'162'0,"-1"5"-14"16,0-2-15-16,5 1-10 0,0 1-27 0,1-1-2 16,-1 1-7-16,-5 3-10 0,-6 0-8 0,16 0-7 15,-10 0-8-15,-6 0-1 0,12-2-13 0,-12 2-2 16,10-1-9-16,-10 1-1 0,8 1-5 0,-8-1-7 15,0 0 0-15,0 0 0 0,0 0-5 0,2 6 4 0,-2-6 1 16,0 0-4-16,-11 17 11 0,3-2-5 16,0 1 11-16,0-3 7 0,0 6 15 0,0 5 4 15,-3 0 0-15,4-7-2 0,0 9 2 0,3-1-4 0,0-5-1 16,0-1 0-16,1 1-3 0,-2 4-6 0,3-5 3 16,1-1-1-16,1 6-3 0,-2-6-2 15,0 0 0-15,0 0-5 0,2-1-2 0,-1-5 0 16,-3 4-6-16,3-5-5 0,-2 0 4 0,0-2 0 0,-1-1-5 15,-1-1 0-15,-2-1-1 0,0 0-5 0,-1 0 7 16,-1-2-8-16,3-1-3 0,-2-1 0 16,8-2-4-16,-15 1 3 0,15-1-5 0,-13-3-1 15,8 1 3-15,-2-3-2 0,7 5 1 0,-10-10-2 0,8 6 4 16,2 4-3-16,-3-8-3 0,3 8 0 0,0 0-3 16,4-14 6-16,-4 14-6 0,9-5 2 0,-2 4-2 15,4-1-4-15,3 0-13 0,8 0-18 16,-1 0-18-16,10 1-24 0,-2-1-25 0,2 1-30 0,-3-1-20 15,1 0-19-15,2-1-134 0,-13-1-332 0,4-2 147 16</inkml:trace>
  <inkml:trace contextRef="#ctx0" brushRef="#br0" timeOffset="135137.17">22201 11743 95 0,'4'-10'99'16,"-1"-1"10"-16,1 2-4 0,-1-1-9 0,-1-1 13 16,2 1-1-16,-1 6 4 0,-2-3 0 0,-1 7-16 15,4-8-2-15,-4 8 1 0,0 0 12 0,0 0 3 16,0 0 0-16,6 18 5 0,-6-8 3 0,-1 6-4 15,-3-1-3-15,1 2-3 0,0 2-6 0,-2-2-8 16,2-1-6-16,-2 1-4 0,1 1-10 0,-1-4-3 16,1-3-9-16,1 0-7 0,2-2-3 0,-1-2-8 15,-2-1 0-15,4-6-1 0,-4 10-5 0,4-10-3 16,-2 6-6-16,2-6 3 0,0 0-2 0,0 0-5 16,0 0-2-16,0 0-4 0,12 1-3 0,-12-1-2 15,16-5-5-15,-4 3 0 0,0-2-6 0,1 3 2 16,5-1-5-16,-2 1 2 0,1 4-1 0,-4-2-3 15,-2 3 7-15,-1-2-6 0,2 2 1 0,-6-1-2 16,1 1 0-16,-4 2 0 0,1-1 6 0,-1 0 5 16,-2 2 5-16,-1-7 5 0,-5 14 4 0,-1-7 0 15,-5 1-5-15,-3 2 2 0,1-1-5 0,-4 1 2 16,-1-1-4-16,-3-2-23 0,1 0-23 0,1-1-28 0,-3 1-35 16,2-1-42-16,-7-1-49 0,9 1-55 0,-3-4-197 15,1 4-475-15,3-3 211 0</inkml:trace>
  <inkml:trace contextRef="#ctx0" brushRef="#br0" timeOffset="135566.97">20443 12211 36 0,'-11'0'168'0,"5"0"-10"16,6 0-11-16,0 0 14 0,0 0-4 0,35 14-12 15,5-11-8-15,24-1-15 0,41 3-5 16,3-3-11-16,7-2-5 0,9 8-7 0,10-2-1 0,3-8-3 16,6-3 0-16,-6 6-2 0,0 0-2 0,-6-2-4 15,-7 3-2-15,-7-4-7 0,-7 2-3 0,-9 0-8 16,-35-4-3-16,-2 4 0 0,0-1-5 0,-3 0-4 16,-7 2-1-16,-18-1-5 0,-3 0-8 0,-5-3-4 15,-10 5 2-15,0-4-7 0,-8 2-3 0,-1 0-2 16,-3 0-2-16,-6 0-5 0,7 3-8 0,-7-3-12 15,0 0-33-15,-16 10-29 0,0-6-34 0,-6 1-38 0,-7 1-38 16,-4 4-45-16,-6-3-153 0,3 0-406 16,-2 1 181-16</inkml:trace>
  <inkml:trace contextRef="#ctx0" brushRef="#br0" timeOffset="136420.31">21240 12490 208 0,'-4'-4'234'0,"4"4"-20"16,-9-4-20-16,9 4-17 0,-5-5-22 0,5 5-15 16,0 0-15-16,0 0-10 0,0 0-13 0,23-4-12 15,-10 6-6-15,6-2-9 0,2 2-12 0,0 0-20 16,8 1-21-16,-1-1-25 0,-7 1-24 0,-2 0-23 16,0-2-22-16,-2 2-16 0,-4-2-18 0,-3 0-2 15,-1-1 1-15,-9 0 9 0,11 2 3 0,-11-2 13 16,8-2 11-16,-8 2-3 0,0 0 7 0,0 0 18 15,0 0 2-15,0 0 13 0,0 0 14 0,0 0 8 16,-28-6 6-16,28 6 9 0,-19 1 5 0,7 2 9 16,2-1 16-16,0 3 13 0,0 2 4 0,2 2 1 15,-3 4 19-15,4 1 1 0,-1 0 5 0,2 3 5 16,2 0 1-16,0 2 5 0,0 0-1 0,-1-2-2 16,1 1-1-16,3 0-7 0,-3-1-4 0,2 1-7 15,-1-2-4-15,3 0-3 0,-4 1-3 0,0-2-6 16,3-2-6-16,-1-1 0 0,-1-1-6 0,-2 1-1 15,1-2-3-15,2 0-2 0,-2-4-3 0,0 0-5 16,0 0 2-16,-2-1-2 0,-1-2-3 0,7-3-3 16,-11 5 1-16,4-4 0 0,7-1 4 0,-11 0-9 15,11 0-5-15,-10-1-6 0,10 1 4 0,-7-5-1 16,7 5-3-16,0 0 2 0,-4-5-7 0,4 5 1 0,0 0 2 16,0 0-3-16,17-8-3 0,-8 7 1 15,3 1-11-15,-2 0-15 0,5-1-16 0,3 2-14 16,4-1-27-16,-1 1-17 0,7-1-17 0,2 0-40 15,-1-1-18-15,-1 0-123 0,-8-2-327 0,0 1 144 16</inkml:trace>
  <inkml:trace contextRef="#ctx0" brushRef="#br0" timeOffset="136761.93">21746 12703 28 0,'2'-5'163'0,"-2"5"-8"15,3-8-14-15,-3 8-24 0,0 0-3 0,0 0 12 16,0 0 12-16,0 0-8 0,10 14 4 0,-10-5-10 15,0 2 3-15,-4 1-1 0,2-2 10 16,0 4-7-16,-4 1-10 0,1 1-6 0,-2 0-4 16,0-3-13-16,1 1-10 0,2-3-7 0,0-1-7 0,0-2-7 15,1-2-5-15,-1 0-8 0,2 0-1 0,2-6-4 16,-5 6-8-16,5-6-1 0,-3 7-3 16,3-7-2-16,0 0-3 0,0 0-1 0,13 3 0 0,-4-5-6 15,4 1-5-15,3-2-4 0,5-1 0 0,-1 3 0 16,2 0-4-16,-3-1-2 0,1 2 1 0,-3 0-2 15,-4 2-4-15,1 0-1 0,-4 1 3 0,3 1-3 16,-5 0 0-16,-3-1 0 0,-1 3 1 16,-4-6-1-16,5 9 2 0,-5-3-1 0,0-6 3 0,-7 14-5 15,0-7 6-15,-3 0-5 0,-1-2 5 0,-5 4-2 16,-1-1-5-16,2-1-8 0,-4-3-23 0,0 0-25 16,2-2-32-16,-1 0-47 0,5-2-61 15,-1 2-67-15,4-6-148 0,3 1-446 0,2-2 197 0</inkml:trace>
  <inkml:trace contextRef="#ctx0" brushRef="#br0" timeOffset="136964.34">23079 12371 1931 0,'16'-12'177'0,"-5"6"-61"0,-3-1-58 16,0 1-20-16,-3 2-18 0,2 0-10 0,-2 2-3 15,2-1 2-15,4 2 5 0,0 1-8 0,1 1 1 16,0 0-1-16,-1 1-12 0,3 1-22 0,-3 0-34 16,2 2-32-16,-3 0-32 0,-1-1-27 0,0 3-20 15,-4-2-121-15,-1 1-317 0,-1-2 142 0</inkml:trace>
  <inkml:trace contextRef="#ctx0" brushRef="#br0" timeOffset="137097.71">23143 12509 99 0,'-7'4'144'15,"1"0"-3"-15,1-2-5 0,5-2-13 0,-9 4-2 0,9-4-11 16,-4 5 0-16,4-5-3 0,0 0-10 16,17 5-9-16,-3-6-10 0,9 1-17 0,7-2-40 15,4-2-51-15,4-1-63 0,0-1-127 0,12-4-236 16,-12 3 105-16</inkml:trace>
  <inkml:trace contextRef="#ctx0" brushRef="#br0" timeOffset="137358.07">24262 12146 141 0,'0'0'234'0,"0"0"-21"0,0 0-22 15,0 0-13-15,-1-10-8 0,1 10-5 16,0 0-14-16,20 7-14 0,-6-4-15 0,7 0-10 0,7 3-11 16,6-2-13-16,-2 2-29 0,2-3-36 0,5 4-38 15,-2-7-55-15,2 0-49 0,-5-2-56 0,-6-2-110 16,0 2-308-16,-7-2 137 0</inkml:trace>
  <inkml:trace contextRef="#ctx0" brushRef="#br0" timeOffset="137739.97">24831 11775 112 0,'5'-17'226'0,"-1"2"-8"0,1 4-9 0,-3 2-11 16,2 3-17-16,0 2-20 0,-4 4-14 0,0 0 4 16,17 13-9-16,-9 4-6 0,-1 9 1 0,-1 9-5 15,-4 1-3-15,0 9-7 0,-2-10-14 0,0 1-5 16,-2 0-3-16,-2-2-10 0,0-1 2 0,2-2-11 15,0-3-10-15,1 0-6 0,1-5-8 0,-4-3 5 16,3-4-13-16,-1-3 0 0,2-3-4 0,-2-1-6 16,2-2 1-16,0-7-4 0,0 11 7 0,0-11 7 15,-1 8 0-15,1-8 0 0,0 0-3 0,0 0-3 16,0 0-9-16,0 0-1 0,0 0-5 0,14-22-1 16,-5 13-1-16,5-3-7 0,0-3-7 0,2 2-1 15,7-4-6-15,1 4-4 0,0-1-2 0,-4 5 3 0,-2 0-5 16,-1 3 2-16,-4 3-1 0,0-1-2 15,0 2 4-15,-4 1-2 0,0 2-2 0,-2 3-1 16,0 3 4-16,1-1-3 0,-2 3 1 0,-2 1 3 16,0 1 1-16,-1 5 0 0,-3 4-3 0,-3-3-22 15,2-2-22-15,-2 2-19 0,-1 1-24 0,-2-2-32 16,4-3-32-16,-4-2-48 0,5-2-43 0,-2 3-263 16,1-5-547-16,2 0 242 0</inkml:trace>
  <inkml:trace contextRef="#ctx0" brushRef="#br0" timeOffset="138020.37">25513 12014 183 0,'0'-11'228'0,"-2"3"-9"0,2 8-25 0,-1-10-19 16,1 10-11-16,0 0 5 0,0 0 1 0,0 0 4 15,-16 28 0-15,8-5-3 0,-3 3-9 0,2 2-4 16,-1 3-12-16,-2-3-4 0,2 5-3 0,2 0-9 15,-3-2-7-15,3-1-14 0,0 1-3 0,3-5-13 16,0 3-7-16,3-3-2 0,-5-1-12 0,4-6-11 16,2 2 1-16,-1-2-9 0,2-1-2 0,0 0-9 15,0-1 0-15,-2-5-8 0,2 1-14 0,0-2-25 16,-2 1-28-16,1-3-28 0,-1-1-22 0,2-8-23 16,-2 11-18-16,2-11-5 0,-2 10-28 0,2-10-39 15,0 0-35-15,0 0-32 0,0 0-162 0,0 0-461 16,0 0 205-16</inkml:trace>
  <inkml:trace contextRef="#ctx0" brushRef="#br0" timeOffset="138154.34">25301 12330 45 0,'-2'-9'193'0,"0"4"-12"16,2 5-10-16,0-11-15 0,0 11-18 0,0-8-17 16,0 8-8-16,8-5-12 0,-8 5-10 0,19-1-17 15,-7 1-39-15,10 1-55 0,9 1-51 0,-1-1-151 16,7-1-240-16,-9 0 107 0</inkml:trace>
  <inkml:trace contextRef="#ctx0" brushRef="#br0" timeOffset="138433.25">25805 12379 192 0,'11'-4'197'0,"-1"0"-6"0,1-1-8 0,0 1-17 15,5-4-4-15,-1 0-11 0,-1-3-12 0,1 3-14 16,4-2-10-16,-4 1-3 0,1-1-9 0,-3-1-7 0,3-1-7 15,-5-1-2-15,-2 0 8 0,1 0-7 16,-4 2-6-16,-2 1-8 0,-4 3-7 0,0 0-7 16,0 7-7-16,-8-11 0 0,-4 8-5 0,-5 3 5 15,-4 4 7-15,-8 3 10 0,-1 0 3 0,1 8-1 0,0 2 4 16,3 1-1-16,3 2 9 0,5-1-22 16,2 1-8-16,4-2 0 0,6 0-8 0,2 0 12 15,-1 5-20-15,8-3-3 0,1-2-5 0,3-1-5 16,5-1-1-16,3 4-33 0,7-2-33 0,-7-5-35 0,8 4-44 15,-2-2-45-15,-4-4-49 0,-1-2-65 0,-3 2-189 16,-3-1-506-16,-1-2 224 0</inkml:trace>
  <inkml:trace contextRef="#ctx0" brushRef="#br0" timeOffset="138581">24895 12743 2156 0,'-36'0'161'0,"14"0"-99"0,8 3-41 16,6 1-39-16,5 1-20 0,3-5-40 0,14 13-18 0,13-2-36 16,24-3-34-16,7 0-146 0,6-3-338 0,35 2 149 15</inkml:trace>
  <inkml:trace contextRef="#ctx0" brushRef="#br0" timeOffset="142901.51">7726 13319 37 0,'0'0'106'0,"0"0"-8"15,0 0-2-15,0 0 0 0,0 0 1 0,0 0 0 16,0 0 5-16,0 0-6 0,0 0-2 0,0 0-4 16,0 0 0-16,22 8-3 0,-22-8 2 0,2 5-5 15,-2-5 6-15,2 9-8 0,-2-9-5 0,0 8-5 16,0-8-2-16,-2 11 3 0,2-11-2 0,-3 12-7 16,-1-5-2-16,0-4-6 0,0 4-5 0,0-2-2 15,-1-1-4-15,0-1-1 0,-2 3-4 16,0-4 0-16,1 2-2 0,-2-2-3 0,-2 1-3 0,-2-3-2 15,1 0-2-15,-4 0-2 0,3-1-3 0,-2-5-2 16,-4 0 3-16,5-1 4 0,1-2-1 16,0-3 0-16,-1 0-6 0,2-2-1 0,2 0-3 0,1 0-1 15,3-4-2-15,2 1 0 0,3-2-6 0,3 2 5 16,3 0-5-16,3 3 1 0,4-2-4 0,0 5-4 16,5-2 3-16,1 7-3 0,1 0 2 0,7 3 0 15,-5 3-3-15,0 6 0 0,5 2-4 0,-3 4 6 16,0 7-1-16,-1 0 2 0,-6 5 2 0,-2 1 1 15,-3 1-3-15,-5 3-14 0,3 2 13 0,-8-2-7 16,-5 0 1-16,-1 2 3 0,-2-2 0 0,-3-1 3 16,-3-2 2-16,-3-1 5 0,-3-2-2 0,-2-3-1 15,-4 4-3-15,-1-4 2 0,0-1 1 0,-4-3-2 16,1-1 0-16,-1-3 0 0,0-2-1 0,1-1 0 16,1-3-9-16,6-1-9 0,3 1-15 0,1-4-29 15,5-2-37-15,2-2-62 0,2-1-57 0,-1 0-172 16,3-6-419-16,-1-1 187 0</inkml:trace>
  <inkml:trace contextRef="#ctx0" brushRef="#br0" timeOffset="143257.41">7974 13430 137 0,'9'7'155'0,"1"-1"-5"0,-3 1-10 0,-1 1-2 15,-1 2-3-15,1-3-8 0,-3 4-5 0,2-2-4 16,-3-2-9-16,-1 2-4 0,-1-2-6 0,0-7-4 16,0 13-5-16,0-7 3 0,0-6 2 0,-1 10 1 15,1-10 6-15,-3 6-1 0,3-6-8 0,0 0 5 16,0 0-15-16,0 0-5 0,0 0-8 0,-17-12-1 16,17 12-10-16,-2-17-6 0,4 7-7 0,1-7-5 15,4 2-1-15,3-1-7 0,0 0-6 0,5-6-2 16,4 1-4-16,2 3-7 0,-1 0 0 0,5 1-7 15,-6 7 1-15,-1-1-4 0,1 4-1 16,-3 4-1-16,-2 2-2 0,-1 1-1 0,3 2 1 0,-1 4-2 16,-4 1 0-16,5 5 3 0,-4 1-1 0,-1 2-3 15,-2 2 3-15,1 0 0 0,-2 0-8 0,-1 2-20 16,-3-2-14-16,-5 2-24 0,2-2-32 0,-5 1-46 16,2-1-36-16,-2-2-38 0,-1 1-166 0,0-7-416 15,-2-1 184-15</inkml:trace>
  <inkml:trace contextRef="#ctx0" brushRef="#br0" timeOffset="143494.44">8524 13203 198 0,'1'-6'207'15,"-1"6"-22"-15,0 0-21 0,0 0-10 0,0 0 16 16,0 0-4-16,0 0-6 0,-1 44 7 0,-1-13-7 15,-1 2-9-15,-2 11-13 0,1-8-12 0,-1 0-11 16,0 9-11-16,-2 1 0 0,1-14-22 16,-1 3-4-16,4-1-10 0,1-3-5 0,-3 0-10 0,3-2-25 15,-1 1-23-15,2-2-23 0,-2-9-38 0,1-2-40 16,2 2-48-16,-3-3-27 0,3-6-31 0,0 2-159 16,-4-1-389-16,4-11 173 0</inkml:trace>
  <inkml:trace contextRef="#ctx0" brushRef="#br0" timeOffset="143704.47">8524 13413 129 0,'0'0'159'16,"13"1"-1"-16,-7 3-8 0,0-1-8 0,2 4-2 15,-2 2-8-15,1 1-7 0,-2 0-8 0,-1 1-13 16,-1 6-6-16,-4-1-8 0,0 1-7 0,-4 0-9 15,-1 0-10-15,-3 0-5 0,-2-1-3 0,-1-3-28 16,1 2-20-16,-1-2-36 0,3-3-29 0,1-3-38 16,1 0-37-16,0-2-136 0,7-5-289 15,-12 5 127-15</inkml:trace>
  <inkml:trace contextRef="#ctx0" brushRef="#br0" timeOffset="144232.47">8684 13499 88 0,'0'0'155'0,"0"0"6"0,10 6 0 0,-10-6-8 0,2 11-5 16,0-5-4-16,-2-6-5 0,1 14-6 0,1-3-12 15,0-4-12-15,0 5-8 0,-1-2-8 0,2 0-11 16,-2-2-5-16,3 3-11 0,1-4-4 0,1 2-4 16,-1-5-4-16,1 1-3 0,3-1-3 15,1 1-8-15,2-4-4 0,-1-2-2 0,7-2-1 0,-1-3-1 16,0 0-5-16,-1-3 9 0,3-1 5 15,-9 3 1-15,3-5-4 0,-3 1-3 0,-1 2-1 0,-1-3-4 16,-1 2-2-16,1-4-2 0,-4 2-3 16,1 3-2-16,-1-1-4 0,-3 4 7 0,3 0-14 0,-4 6 0 15,3-8-3-15,-3 8 4 0,0 0-10 0,0 0-2 16,0 0 1-16,0 0 2 0,0 0-2 0,0 0 5 16,-3 32-3-16,3-22 5 0,-2 0-3 15,2 2 3-15,2-1-4 0,1 1 3 0,0 1 0 0,3-3 1 16,-1-1 3-16,2-2-4 0,3 1-1 15,1-3 5-15,2 0-4 0,-1-3 0 0,4-2 2 0,3 0-1 16,-4-6-1-16,3 1 0 0,-1-4 0 0,1 0-1 16,-4-1-1-16,-2-1 1 0,0-2 0 0,-1-2 2 15,-2-1-3-15,-1-1 2 0,1-3-5 0,-4 1 4 16,4-7 1-16,-5 2-2 0,0 6 0 0,-3-3 4 16,2 3-2-16,-3 0 0 0,0 7 5 0,3-1 7 15,-1 4 1-15,-2 8-2 0,-2-10-5 0,2 10-4 16,0 0 3-16,0 0 9 0,0 0 4 0,-6 34 14 15,0-9 7-15,2 1-1 0,0 0-6 0,-1 3 3 16,-3 1-3-16,3 0-5 0,1-2-6 0,0 1-1 16,2 0-16-16,-1 3-24 0,2-5-33 0,1-2-22 15,0 0-29-15,-3-6-45 0,6 1-46 0,-3-4-40 16,-1 1-227-16,-3-4-493 0,1-3 219 0</inkml:trace>
  <inkml:trace contextRef="#ctx0" brushRef="#br0" timeOffset="144386.41">9071 13577 123 0,'7'-4'136'0,"0"2"-35"0,-7 2-23 16,24-2-32-16,-6 2-35 0,2-1-36 15,9 2-54-15,0 1-85 0,5 0 38 0</inkml:trace>
  <inkml:trace contextRef="#ctx0" brushRef="#br0" timeOffset="144683.04">9885 13384 8 0,'-4'-12'266'0,"-1"0"-16"0,2 3-15 0,0 4-21 16,3 5-21-16,-4-12-21 0,4 12-21 16,-3-5-17-16,3 5-10 0,0 0-7 0,0 0 7 0,0 29-1 15,-1-3-7-15,1 4-6 0,-1 3 1 0,-3 1-15 16,-1-1-9-16,1 16-1 0,0-17-13 0,-1 3-4 16,1-3-9-16,-1 0-1 0,1 1-8 0,0-2-3 15,-2-2-10-15,-2 0 0 0,3-1-9 16,1-3-27-16,0 0-24 0,1-7-25 0,0-3-27 0,0 1-31 15,0 0-36-15,0-6-40 0,-2 0-57 16,2-2-158-16,0-3-429 0,-1-1 189 0</inkml:trace>
  <inkml:trace contextRef="#ctx0" brushRef="#br0" timeOffset="145789.84">9973 13305 33 0,'9'-1'158'0,"4"1"7"16,0 4-7-16,-3 1-13 0,1 4-11 0,-1 3-1 0,1 4-6 15,-2 1-13-15,-3 2-11 0,-3 8-10 0,-6-3-3 16,0 0-10-16,-3 1-7 0,-5-2-2 0,-4-2-18 16,-1 3-1-16,-1-5-4 0,-3-2-6 15,0 0-3-15,4-5-5 0,1-1-3 0,-3-2-4 16,0-5-5-16,3 1 2 0,3-3-3 0,1-2-1 0,0 0-2 15,11 0 0-15,-12-2-1 0,12 2-5 0,-11-5 0 16,9 1-3-16,2 4 1 0,-3-7-3 16,3 7 0-16,0 0-6 0,0 0 5 0,0 0-6 15,0 0 3-15,0 0 10 0,17-3 0 0,-17 3 1 16,13 11 8-16,-6-5 3 0,1 2 0 0,2 0-5 0,3 3 0 16,0 0 0-16,-1 2-1 0,3-3-3 0,0 0 2 15,2-1-1-15,2 2-1 0,-3-3-7 16,13-3 5-16,-3 0-2 0,1-1 2 0,0-2-5 15,1-4 4-15,-6 1 0 0,6 0-3 0,-6-2-1 0,-2-4-1 16,-1 1 0-16,-2 1 1 0,0-1-1 0,-5-1-2 16,-3 1-1-16,3-3 4 0,-6-1-3 0,-1 1-1 15,-1-1 2-15,0 0-2 0,-4 0-1 0,0 0 2 16,-3 1 5-16,2 1 1 0,-1 1-3 16,2 7 2-16,-8-10-3 0,3 6 0 0,-3 0 1 15,8 4 4-15,-15-3-9 0,3 4 4 0,3 3 2 0,-2 2 3 16,-1 3 3-16,2 3-4 0,1 1 6 0,-2 0-2 15,4 2-5-15,2-3 3 0,3 2-2 0,0-3-1 16,1 1-5-16,4-1 8 0,0-1-8 0,0 0 5 16,5-1 1-16,0 1-2 0,3-4 1 0,2-2-5 15,4 0 5-15,5-1-2 0,-3-4-1 0,3-1-1 16,0-2-4-16,-3-1 4 0,0-3 0 0,7-3-7 16,-10 3 1-16,0-2-3 0,-2 0 5 0,2-3-1 15,-3 3-2-15,0 0 0 0,-3-2-5 0,-2 2 2 16,-3-1-3-16,1 2 0 0,-2-1 1 0,-1 4 0 15,-2 0 1-15,-1 6-1 0,4-8-5 0,-4 8 2 16,0 0-4-16,0 0 5 0,0 0-2 0,0 0 5 16,0 0 7-16,0 0-4 0,-7 34 4 15,3-18 2-15,-3 2-3 0,3-1 1 0,0 1 4 0,-1 0-2 16,0 1 0-16,1-4 1 0,-1 1-3 16,-1-3 2-16,1 1 4 0,1-2-7 0,1-2-2 0,1-5 4 15,-1 3-2-15,2-2 2 0,1-6 1 0,-3 9 0 16,3-9 0-16,0 0 2 0,0 0 1 0,0 0-4 15,0 0-2-15,12 2 1 0,-12-2 0 16,16-8 1-16,-4 3-1 0,-1-3 1 0,6-1-5 16,-3-3-8-16,9-4-4 0,-5 4-2 0,2-5 5 0,2-2 0 15,-2 2-10-15,-5 2 1 0,0 0 4 0,-4 0 1 16,2 2-1-16,-3-1 7 0,-2 6-6 0,-1 0 7 16,-2-1 1-16,-3 0 2 0,2 3 1 15,-4 6 2-15,2-8-4 0,-2 8 1 0,0 0 4 16,0 0 4-16,0 0 4 0,0 0 6 0,-15 18 0 0,9-7 1 15,-1 0 5-15,1 5 2 0,-3 0-1 0,4 1 3 16,0 1-1-16,2-2 5 0,2 0 0 0,1-4-2 16,3-1 4-16,-2 2-3 0,4-3-3 0,0-1 0 15,5-2-5-15,-1 0 2 0,4-2-1 16,1-4-5-16,3 2 1 0,3-3 4 0,-1-3-4 0,-2 0-6 16,-1-3 1-16,0 1 3 0,0-3-5 0,-5-1 7 15,-2 3-6-15,3-3 1 0,-4 0-3 16,2-2-3-16,-2 0 1 0,-2 1-3 0,-2-2 5 0,1 2 1 15,-1 0-5-15,-1 1-1 0,0 2 1 0,-3 7-1 16,4-11-1-16,-4 11-1 0,2-7-4 0,-2 7 5 16,0 0-10-16,0 0 4 0,0 0 2 0,0 0 1 15,0 0 12-15,-12 28-3 0,8-17 6 16,-3 6-9-16,-1 1 1 0,-2 0 2 0,2 0-2 0,0 0 0 16,-2 6 6-16,3-7-4 0,-1 0-7 0,0 0-11 15,2-2-25-15,-2 1-21 0,3-4-23 0,1-1-22 16,-2-2-39-16,-2 3-48 0,3-5-47 0,-3-2-214 15,-1 2-487-15,3-3 215 0</inkml:trace>
  <inkml:trace contextRef="#ctx0" brushRef="#br0" timeOffset="145942.51">10574 13491 5 0,'-7'0'72'16,"7"0"-31"-16,-10 4-61 0,6 0-22 0,4-4 11 16</inkml:trace>
  <inkml:trace contextRef="#ctx0" brushRef="#br0" timeOffset="146214.51">11189 13450 59 0,'-4'-16'239'16,"0"4"-8"-16,0-3-4 0,1 4 5 0,1 0-11 0,-2 3-7 15,2-1-13-15,-2 3-21 0,4 6-24 0,0 0-10 16,0 0-11-16,0 0 6 0,-17 22 0 0,14 3-7 16,-4 3-6-16,-1 4-3 0,-1 1-11 0,1 2-7 15,1 0-12-15,-2 0-13 0,2 11-8 16,1-14-2-16,1 1-9 0,-1-1-2 0,2-1-10 0,1-1-4 15,-2-4 7-15,3 0-20 0,-1-3-26 0,0-4-30 16,2 0-26-16,0-3-31 0,-1-3-29 0,1-3-31 16,-1 0-34-16,3-2-41 0,-1-8-40 0,-4 9-203 15,4-9-493-15,0 0 219 0</inkml:trace>
  <inkml:trace contextRef="#ctx0" brushRef="#br0" timeOffset="146651.25">11001 13621 70 0,'7'-3'154'0,"6"2"-10"0,-1 1-2 0,8 0-1 0,-2 1-10 15,2 0-7-15,3 1-11 0,4 1-14 0,4-2-12 16,-1 1 1-16,-1 1-13 0,0 1-9 0,-3-4 1 16,2 2-17-16,-8-1 2 0,-2 1 0 15,-5 0-5-15,-2 0 1 0,1-2-1 0,-6 0 10 16,1 0 6-16,-7 0 3 0,12 0-6 0,-12 0 3 0,0 0 7 15,0 7-6-15,0-7 4 0,-14 15 1 0,5-7-2 16,-6 5-3-16,1 2 5 0,0-2-4 16,-1 1-7-16,4 2-8 0,-3-1 0 0,5-1-5 15,0 2-6-15,4-8-2 0,-4 6-5 0,8-3-4 16,-2-3 1-16,1-2-5 0,2 2-1 0,0-8 1 16,4 10-3-16,-4-10-3 0,6 6 1 0,1-6-4 0,-7 0-2 15,17-2 4-15,-8-3-4 0,4 1 1 0,-2-1-2 16,0-3 1-16,-4 0 0 0,1 2 2 15,0-2-2-15,0 2-5 0,-2-7 2 0,0 5-3 16,1-2 4-16,-2 2 4 0,1 0 5 0,-1 2-5 16,-3 1 12-16,-2 5-14 0,3-9 2 0,-3 9-15 0,3-4 0 15,-3 4 2-15,0 0-1 0,0 0 3 0,0 0-2 16,6 17 0-16,-4-8 3 0,-1 1-7 0,0 4-17 16,1-3-25-16,0 7-17 0,0-3-26 15,-2-2-40-15,2-3-43 0,-2 1-44 0,1 0-35 16,-1-2-162-16,0 0-444 0,0-3 197 0</inkml:trace>
  <inkml:trace contextRef="#ctx0" brushRef="#br0" timeOffset="146847.16">11551 13817 86 0,'3'-12'141'16,"1"1"-7"-16,0 1 19 0,4-1-1 0,-4 4 4 0,1-2 1 15,1 5-3-15,-1-2-8 0,2 2-11 16,-2 0-12-16,2 2-6 0,-7 2-6 0,14 0-13 0,-2 4-10 15,-3 2-6-15,1 0-10 0,-2 2-8 0,3 0-1 16,-6 2-9-16,1 0-8 0,1 0-22 16,-5 2-24-16,1 0-25 0,-1-1-41 0,0 0-39 0,-2-11-35 15,5 14-52-15,-5-5-113 0,0-9-331 0,2 11 147 16</inkml:trace>
  <inkml:trace contextRef="#ctx0" brushRef="#br0" timeOffset="147235.01">11912 13662 19 0,'0'0'203'0,"0"0"0"16,0 0-6-16,-19 15-6 0,11-1-1 0,1 0-12 16,-3 4-9-16,1 6-13 0,-1 0-15 0,5-1-6 15,0 2-9-15,2-5-8 0,3-1-19 0,3-1-11 0,-1 0-9 16,5 0-6-16,1-3-3 0,2 1-5 15,2-5-8-15,1 1-6 0,3-3-2 0,2-5-6 16,2 1-4-16,-1-3-2 0,3-3-3 0,0-2-1 16,-1 0-6-16,0-4-6 0,0 0 4 0,-6-1-6 15,1-1 3-15,-3-3-6 0,1-1-1 0,-5 1-2 0,3-3-4 16,-6 1-4-16,3-2-5 0,-4-1 3 0,1-1-3 16,-1 0-3-16,-2-1 3 0,-2 1-1 15,0 6-1-15,-1 2-6 0,-1-3 2 0,-1 4-1 16,0 3 0-16,2 6 1 0,-10-6 2 0,4 4 6 15,6 2 1-15,-18 5 5 0,9 0 3 0,-2 1 1 0,-3 7-4 16,3 2 2-16,0-1-1 0,2 0 3 0,2 3-1 16,0-2-5-16,3 0-2 0,2-2-24 0,2 0-21 15,0-1-27-15,3-1-35 0,1-1-44 0,2-1-62 16,1 1-205-16,0-1-448 0,2-3 198 16</inkml:trace>
  <inkml:trace contextRef="#ctx0" brushRef="#br0" timeOffset="148139.53">12724 13841 93 0,'0'0'208'0,"0"0"-17"16,0 0-21-16,0 0-13 0,0 0-18 0,0 0-5 15,0 0-6-15,0 0-12 0,0 0-10 0,0 0-11 16,0 0-11-16,36 4-22 0,-22-2-23 0,1-2-35 16,-1 2-31-16,4-4-38 0,-4 4-45 0,-3-1-35 15,-1 2-86-15,-10-3-248 0,14 2 110 0</inkml:trace>
  <inkml:trace contextRef="#ctx0" brushRef="#br0" timeOffset="148294.31">12676 13934 78 0,'0'0'158'0,"-8"3"-18"16,8-3-4-16,0 0-7 0,-2 6 1 0,2-6-5 15,0 0-14-15,0 0-12 0,23 6-18 0,-5-3-24 16,1-1-23-16,4-1-45 0,8-2-43 0,1 0-42 15,-1 2-91-15,5-3-201 0,-5-1 89 0</inkml:trace>
  <inkml:trace contextRef="#ctx0" brushRef="#br0" timeOffset="154087.99">21085 11464 18 0,'-11'0'60'0,"11"0"-8"0,0 0-1 0,0 0-2 16,0 0-1-16,0 0-11 0,0 0 11 16,0 0-4-16,0 0 6 0,0 0-5 0,0 0-6 0,0 0 10 15,0 0-10-15,0 0 6 0,0 0-3 0,0 0-3 16,-6-6-3-16,6 6 1 0,0 0-1 0,0 0-3 15,0 0 10-15,0 0-6 0,0 0 4 0,0 0-2 16,-2-7-5-16,2 7-1 0,0 0-3 0,0 0 5 16,0 0 0-16,0 0-4 0,-5-6 7 0,5 6-8 15,0 0 7-15,0 0-3 0,0 0 2 0,0 0-6 16,0 0 0-16,0 0-3 0,0 0-1 0,0 0-4 16,0 0 1-16,0 0-2 0,0 0 3 0,0 0-2 15,0 0-1-15,0 0-5 0,0 0 0 0,0 0 1 16,0 0-4-16,0 0-1 0,0 0 0 0,5-15-5 15,-5 15 0-15,6-3 0 0,-6 3 3 0,3-6 0 16,-3 6-6-16,7-7-1 0,-7 7 5 0,5-5-2 16,-5 5 0-16,7-6-4 0,-7 6 4 0,5-6 0 15,-5 6 0-15,7-3-2 0,-7 3 0 0,7-8-4 0,-3 5-1 16,-4 3 0-16,6-3 4 0,-6 3-2 16,5-5 6-16,-5 5-9 0,0 0 2 0,7-3-1 15,-7 3 1-15,0 0 1 0,10-3-3 0,-10 3-3 0,0 0 5 16,10-1-2-16,-10 1 1 0,0 0 1 15,11 1-4-15,-11-1 5 0,0 0-4 0,8 3-8 0,-8-3-9 16,7 3-8-16,-7-3-5 0,8 3-15 0,-8-3-14 16,9 3-24-16,-4-1-25 0,1 1-33 0,-6-3-74 15,10 6-236-15,-6-4 104 0</inkml:trace>
  <inkml:trace contextRef="#ctx0" brushRef="#br0" timeOffset="154703.46">21074 11691 47 0,'0'0'88'0,"0"0"0"0,0 0-7 16,0 0-4-16,0 0 0 0,0 0 5 0,0 0-7 0,0 0-3 15,0 0 2-15,0 0-7 0,0 0 3 0,0 0-5 16,0 0-1-16,0 0-2 0,0 0 2 0,0 0-1 15,-13-4 1-15,13 4-4 0,0 0-5 0,0 0-2 16,0 0-1-16,0 0-2 0,0 0-4 0,0 0 2 16,0 0-3-16,0 0-6 0,0 0-4 0,0 0 0 15,0 0 2-15,0 0 2 0,0 0 0 0,0 0 0 16,0 0-3-16,0 0-2 0,0 0-1 0,0 0 1 16,0 0-6-16,0 0-1 0,0 0-6 0,0 0 3 15,0 0-6-15,0 0 0 0,0 0-4 0,0 0-5 16,0 0 2-16,0 0-2 0,0 0 3 0,0 0-1 15,0 0-6-15,37-2-11 0,-27 2-19 0,3 0-12 16,-2 0-21-16,8-2-27 0,-2 2-21 0,-2 0-32 16,3-2-39-16,-4 2-101 0,4-3-300 0,0 1 133 15</inkml:trace>
  <inkml:trace contextRef="#ctx0" brushRef="#br0" timeOffset="160702.81">13654 10749 29 0,'-4'-4'59'0,"4"4"-11"16,0 0-11-16,0 0-6 0,0 0-15 0,0 0-15 16,0 0-39-16,-7 18-39 0,7-10 18 0</inkml:trace>
  <inkml:trace contextRef="#ctx0" brushRef="#br0" timeOffset="161075.54">14034 12707 60 0,'0'0'86'0,"0"0"-19"16,0 0-13-16,0 0-22 0,0 0-22 16,0 0-62-16,0 0-56 0,0 0 25 0</inkml:trace>
  <inkml:trace contextRef="#ctx0" brushRef="#br0" timeOffset="165943.56">10181 11162 79 0,'0'0'88'0,"0"0"-8"0,0 0-10 15,0 0 3-15,0 0-20 0,-11-13-12 0,11 13-23 16,0 0-15-16,0 0-33 0,0 0-50 0,0 0-86 16,0 0 39-16</inkml:trace>
  <inkml:trace contextRef="#ctx0" brushRef="#br0" timeOffset="168245.15">13802 11119 2 0,'0'0'76'0,"0"0"-15"0,0 0-1 0,0 0-15 0,0 0-19 16,0 0-11-16,0 0-9 0,0 0-13 0,0 0-41 16,0 0-51-16,0 0 23 0</inkml:trace>
  <inkml:trace contextRef="#ctx0" brushRef="#br0" timeOffset="168535.26">13762 12698 52 0,'0'0'45'0,"0"0"-41"0,0 0-22 0,0 0-18 15,0 0 9-15</inkml:trace>
  <inkml:trace contextRef="#ctx0" brushRef="#br0" timeOffset="169525.48">14108 10975 59 0,'0'0'112'0,"0"0"-12"0,-13 0-7 16,13 0-15-16,0 0-1 0,-8 2-6 0,8-2-14 15,0 0 0-15,0 0 2 0,0 0-6 0,-9 0-19 16,9 0 1-16,0 0-1 0,0 0 1 0,0 0-10 16,-4 7-4-16,4-7-10 0,0 0-17 0,0 10-25 15,0-10-9-15,0 9-14 0,0-9-16 0,-2 14-65 16,-2-5-147-16,1 1 65 0</inkml:trace>
  <inkml:trace contextRef="#ctx0" brushRef="#br0" timeOffset="169891.34">13622 12551 22 0,'0'0'95'16,"0"0"-9"-16,0 0-17 0,-11 0-18 0,11 0-19 15,0 0-28-15,-10 5-65 0,10-5-64 0,-10 6 29 16</inkml:trace>
  <inkml:trace contextRef="#ctx0" brushRef="#br0" timeOffset="172565.27">21495 12885 10 0,'0'0'86'0,"0"0"-8"0,0 0-3 0,0 0-15 0,0 0 8 15,0 0-11-15,-11-9-1 0,11 9-13 0,0 0-2 16,0 0-19-16,0 0 8 0,0 0-16 15,0 0-12-15,0 0-12 0,0 0-20 0,0 0 5 16,0 0-11-16,0 14-10 0,0-14-37 0,0 0-89 0,0 9 40 16</inkml:trace>
  <inkml:trace contextRef="#ctx0" brushRef="#br0" timeOffset="172783.37">21324 13033 38 0,'0'0'52'0,"0"0"-21"0,0 0-17 16,-8-3-14-16,8 3-23 0,0 0-24 0,0 0 11 15</inkml:trace>
  <inkml:trace contextRef="#ctx0" brushRef="#br0" timeOffset="181330.01">13767 13839 36 0,'0'0'149'0,"0"0"-11"16,2-5 2-16,-2 5-9 0,0 0-6 0,0 0-10 15,0 0-1-15,0 0-7 0,0 0-7 0,0 0-8 16,0 0-4-16,0 0-5 0,0 0-8 0,0 0 0 16,0 0-7-16,0 0-7 0,0 0-4 0,0 0-9 15,0 0-3-15,0 0-6 0,0 0-6 0,0 0-1 16,0 0-2-16,0 0-2 0,0 0 2 0,11 13-3 15,-6-8-2-15,3 2 2 0,-3 3-6 0,4 0-3 0,0 0 2 16,0 5 4-16,2-1-7 0,1 0 1 16,-3 2-1-16,-1-1-15 0,2 3 4 0,1 5-1 15,-2-9-1-15,-3 2-4 0,2 0 5 0,-2 0-2 16,0-1 0-16,-1 2-1 0,1-3 1 0,-3-1-3 16,0-2 4-16,-1 1 2 0,0-3-3 0,0 0-5 15,0 1 11-15,1-1-7 0,-3-4-3 0,0-5 2 16,2 11-1-16,-2-7 3 0,0-4-2 0,4 7 1 15,-4-7 1-15,0 0 3 0,0 7 9 0,0-7 7 16,0 0 2-16,0 0 7 0,4 6 0 0,-4-6 2 16,0 0-8-16,0 0 7 0,0 0-9 0,0 0-4 0,0 0-2 15,0 0-1-15,5-24 1 0,0 18-2 16,-3-3-2-16,2 0-1 0,-1 1-6 0,1-3 4 16,1 3-6-16,-1-3 2 0,3 2-6 0,0-4 4 15,1 0 1-15,1-1-1 0,-4 3 1 0,2 0-2 16,-2-1-1-16,1 3 1 0,3-2-1 0,-2-5-2 0,2 5-1 15,-1 0 2-15,1-2-3 0,-1 4-1 16,0-2 1-16,-1 1 0 0,2 1 0 0,-4 0-1 16,4 2 2-16,-5 0-1 0,3-1-2 0,-3 2 3 15,1 1 1-15,-1-1-1 0,-1 2 3 0,-3 4 0 16,6-8-5-16,-4 3 4 0,-2 5-3 0,7-8-2 0,-7 8 3 16,5-7 4-16,-5 7-6 0,5-8 4 15,-3 4 0-15,-2 4-1 0,4-7-2 0,-4 7 4 16,3-8-1-16,-3 8 0 0,2-8-1 0,-2 8 2 15,2-4-1-15,-2 4 1 0,0 0-2 0,0 0 2 16,2-9-2-16,-2 9 0 0,0 0-2 0,0 0 4 0,0 0-2 16,0 0 0-16,-2-11 0 0,2 11 2 0,0 0 0 15,0 0 1-15,0-10-3 0,0 10 1 16,0 0-2-16,-3-8 0 0,3 8 2 0,0 0-2 16,-2-7 0-16,2 7 2 0,0 0-5 0,-2-9 5 15,2 9-2-15,0 0 2 0,0 0-2 0,-4-5 2 0,4 5-1 16,0 0 1-16,0 0-2 0,-2-9 1 15,2 9 0-15,0 0 1 0,0 0-2 0,-4-6 1 0,4 6-3 16,0 0 2-16,0 0-1 0,0 0 3 16,-2-8-2-16,2 8 3 0,0 0-2 0,0 0-2 15,0 0 1-15,-4-8 4 0,4 8-3 0,0 0 0 0,0-7 1 16,0 7-2-16,0 0 0 0,-2-9 1 0,2 9 8 16,0 0-10-16,-2-8 1 0,2 8-1 15,0 0 4-15,-3-8-2 0,3 8-4 0,0 0 4 16,-2-7 1-16,2 7 0 0,0 0 1 0,0 0-2 15,0 0-2-15,0 0 0 0,-4-11 3 0,4 11-2 0,0 0 1 16,0 0-2-16,0 0 3 0,0 0-4 16,0 0 3-16,0 0 0 0,-4-5-3 0,4 5 0 0,0 0 0 15,0 0 7-15,0 0-11 0,0 0 2 16,0 0-1-16,0 0 3 0,0 0-3 0,0 0 3 16,0 0-2-16,0 0 3 0,0 0-2 0,0 0-2 0,0 0-3 15,0 0-3-15,0 0 0 0,0 0-3 0,0 0-6 16,4 23-5-16,-4-23-18 0,2 8-26 0,-2-8-14 15,0 0-13-15,4 12-8 0,-4-12-19 16,3 9-9-16,-3-9-11 0,2 13 1 0,-2-13 3 16,2 12 4-16,2-5 5 0,-4-7-70 0,2 10-217 15,-2-5 96-15</inkml:trace>
  <inkml:trace contextRef="#ctx0" brushRef="#br0" timeOffset="181698.37">14185 13801 394 0,'0'0'-29'0,"0"0"8"0,0 0 17 0,4 10 3 0,-4-10 2 15,0 0 5-15,0 0 6 0,0 0 9 0,0 0-2 16,0 0 7-16,0 0 8 0,0 0-2 15,0 0 10-15,0 0 6 0,0 0-6 0,0 0 0 0,0 0 22 16,0 0-4-16,0 0 8 0,0 0-4 0,0 0-7 16,0 0-7-16,6-26 1 0,-6 26 3 15,0 0 10-15,0 0-11 0,3-12-2 0,-3 12-7 0,0 0 0 16,6-7-9-16,-6 7 3 0,0 0-2 16,0 0-3-16,5-9 2 0,-5 9 4 0,0 0-4 15,2-4-3-15,-2 4 2 0,0 0 3 0,0 0-4 0,0 0 2 16,0 0 2-16,0 0-1 0,0 0-2 0,0 0 1 15,0 0-5-15,0 0-2 0,0 0-6 0,0-8 4 16,0 8 1-16,0 0 0 0,0 0-1 16,0 0-8-16,0 0 2 0,0 0-6 0,0 0 1 15,0 0-5-15,0 0-2 0,0 0 1 0,0 0 0 0,0 0-1 16,0 0-2-16,0 0-2 0,0 0-4 0,0 0 1 16,-16 13 0-16,16-13 3 0,0 0 1 15,-1 8 0-15,1-8 2 0,0 0-7 0,0 0 0 16,0 0 2-16,4 11 0 0,-4-11 1 0,9 5 0 0,-9-5-7 15,11 7-9-15,0-6-16 0,-4 3-22 0,5-1-27 16,0-2-25-16,1 0-31 0,0 0-23 0,-3 0-131 16,2 3-311-16,-1-2 139 0</inkml:trace>
  <inkml:trace contextRef="#ctx0" brushRef="#br0" timeOffset="182070.11">14483 14198 56 0,'0'0'174'0,"0"0"-6"15,4-8-1-15,-4 8-5 0,0 0-11 16,0 0-15-16,0 0-16 0,0 0-13 0,0 0-11 0,0-7-10 16,0 7-6-16,0 0-7 0,0 0 3 0,0 0-2 15,0 0-3-15,2 24-2 0,-4-16-2 16,2 1-5-16,5 2-5 0,-5-1-6 0,1 3-4 16,0-2-1-16,-1 2-10 0,-1-1 1 0,0-1-4 15,1 2-1-15,0-1-1 0,0-2-6 0,-3 3-2 0,1-2-5 16,2 0 2-16,2 0-2 0,-4 0-4 0,4 0-21 15,-4-2-16-15,2-1-37 0,0 1-30 16,0-9-37-16,0 10-34 0,0-10-29 0,0 10-115 16,0-10-329-16,0 0 146 0</inkml:trace>
  <inkml:trace contextRef="#ctx0" brushRef="#br0" timeOffset="182255.67">14570 14017 28 0,'0'0'155'0,"2"-8"-24"16,-2 8-15-16,0 0-26 0,0 0-22 0,13 2-26 16,-13-2-53-16,13 4-40 0,-5-1-44 0,2 4-103 15,-1-4 46-15</inkml:trace>
  <inkml:trace contextRef="#ctx0" brushRef="#br0" timeOffset="182427.04">14939 14127 131 0,'0'0'116'0,"14"-1"-8"0,-5 1-7 16,1 0-20-16,4 0-26 0,-2 0-28 0,-1 1-24 15,-2 0-30-15,-1 1-29 0,-3 1-35 0,3 1-96 16,-5 0 43-16</inkml:trace>
  <inkml:trace contextRef="#ctx0" brushRef="#br0" timeOffset="182586.34">14995 14245 104 0,'-5'3'183'0,"5"-3"0"0,-11 5-18 15,6-1-1-15,-1-2-15 0,6-2-10 0,-7 2-7 16,7-2-14-16,0 0-8 0,0 0 0 0,-4 6-4 15,4-6-8-15,0 0-8 0,18 5-11 0,-7-5-10 16,2 0-26-16,8 1-20 0,7-2-27 0,2-1-25 16,0 1-32-16,3-1-50 0,-1-1-27 0,-3 3-149 15,-8-3-312-15,-1 1 139 0</inkml:trace>
  <inkml:trace contextRef="#ctx0" brushRef="#br0" timeOffset="185773.37">16020 13931 102 0,'0'-10'112'0,"0"-2"3"0,0 1 2 16,0-1-5-16,-1-1-8 0,1 5 5 0,0-4-2 15,1 3-5-15,1-1-4 0,-4 1-5 0,2-2-6 16,0 4 8-16,0 7-1 0,0-10-4 16,0 10-8-16,0 0-11 0,3-11-8 0,-3 11-9 0,0 0-9 15,0 0-3-15,0 0-2 0,0 0-1 0,0 0-4 16,2 25 1-16,1-6 4 0,1 9 0 0,-3 2-4 16,-2 0-2-16,1 4 2 0,-3-1 0 0,2 3-5 15,0 9 1-15,-1-12-7 0,0-1-1 0,2 0-1 16,-1-3-3-16,1-2-5 0,-2-1 0 0,1-2 2 15,1-5-2-15,0-3-1 0,1-3-1 0,-1-2-2 16,2 1 2-16,-4-3-5 0,4-2 3 0,-2 0-1 16,0-7 2-16,0 10 12 0,0-10 13 0,1 9 11 15,-1-9 12-15,0 0 0 0,0 0-7 0,0 0-2 16,0 0-6-16,0 0-5 0,0 0-1 0,0 0-9 16,1-26 1-16,3 17-4 0,4-6-2 0,-2 0-6 15,2-1 3-15,-3 1-7 0,6-2-1 0,0 2-1 16,-1 2-2-16,2 1-22 0,1 2-2 0,-4 2 1 15,0 1 1-15,1 1-3 0,-1 3 3 0,3 2 0 16,-1 1 0-16,-2 2 0 0,4 3 0 0,-4 2 4 16,1 1-2-16,-1 0 3 0,0 7-4 0,-1-3 4 15,-2 3-2-15,-1-2 2 0,0 2 3 0,1 0 1 16,-4-3-3-16,1 4-11 0,-2 0-8 0,-1-5-13 16,1 2-14-16,1-1-25 0,-1-1-14 0,-1 1-36 15,0-6-40-15,1 2-23 0,-1-8-38 0,0 10-117 16,0-10-372-16,0 0 165 0</inkml:trace>
  <inkml:trace contextRef="#ctx0" brushRef="#br0" timeOffset="185990.63">16414 14231 110 0,'1'-9'175'0,"-1"9"-16"0,0 0-16 15,0-8-4-15,0 8 5 0,0 0-4 0,0 0-10 16,0 0-2-16,-5 22-3 0,2-13-11 0,2 4-7 15,0-1-12-15,1 4-10 0,-1 1-4 0,-1 0-12 16,1-1-4-16,1 1-5 0,0-4-6 0,0 3-4 16,0 1-6-16,1-1-17 0,-1-4-17 0,2-2-23 15,-2 3-31-15,0-3-20 0,0 1-22 0,0-3-30 16,1 2-30-16,0-5-9 0,-1-5-117 0,0 10-295 16,0-10 131-16</inkml:trace>
  <inkml:trace contextRef="#ctx0" brushRef="#br0" timeOffset="186110.81">16411 14158 55 0,'2'-10'84'15,"-1"-2"-10"-15,0 4-17 0,0 2-20 0,-1 6-16 16,6-6-30-16,-6 6-45 0,0 0-57 0,0 0 25 16</inkml:trace>
  <inkml:trace contextRef="#ctx0" brushRef="#br0" timeOffset="186425.94">16659 14392 32 0,'0'0'205'16,"9"-3"-2"-16,-9 3-7 0,7-7-10 0,-7 7-7 16,10-7-11-16,-6 2 1 0,0-1-18 0,1 2-10 15,1-3-12-15,-1-2-10 0,0 2-7 0,2-2-13 16,-1 1-9-16,0 0-9 0,1-1-7 0,-2 1-5 15,-1 2-2-15,-2-1-2 0,2 2-5 0,-1-2-6 16,-3 7 0-16,1-8-9 0,-1 8-5 0,0 0-7 16,0 0-2-16,-9-5-6 0,9 5 0 0,-18 7-5 15,9-2-4-15,-5 6-1 0,-2 1 2 0,3 0-8 16,-1 2 2-16,3 0-4 0,1 1 1 0,4-3 0 16,1 2 1-16,2 3-4 0,2-4 3 0,2-1 1 15,-1 0 2-15,5-2-3 0,4 5 0 0,3-1-5 16,-2-8-22-16,6 4-23 0,-1-1-36 0,4 0-39 15,0-1-40-15,1-7-44 0,1 1-209 0,-3 0-445 16,1 0 197-16</inkml:trace>
  <inkml:trace contextRef="#ctx0" brushRef="#br0" timeOffset="189644.46">17118 13957 80 0,'0'0'133'0,"0"0"-6"0,0 0 3 0,-1-9-6 15,1 9-7-15,0 0-1 0,0 0-6 0,0 0 4 16,0 0-6-16,0 0-6 0,0 0-2 0,0 0-4 16,0 0-7-16,0 0 3 0,0 0-10 0,10-8 4 15,0 7-9-15,3-2-6 0,4 3-1 0,4 0-12 16,7-4-9-16,1 4-7 0,0 2-14 0,0-4-11 16,-2 1-20-16,-6 1-27 0,0-1-28 0,-2 2-39 15,-2 0-48-15,-4-1-34 0,-3 2-106 0,-2-2-308 16,-8 0 137-16</inkml:trace>
  <inkml:trace contextRef="#ctx0" brushRef="#br0" timeOffset="190024.22">17266 13949 123 0,'-5'9'186'16,"0"1"-8"-16,1 3-1 0,-2 4-17 0,-1 2-8 15,-3 7-22-15,-1 2-12 0,2-1-5 0,-3 1-11 16,2 1-9-16,0-1-10 0,0 3-15 0,1-5-1 16,0 0-10-16,2-4 1 0,2-3-6 0,-1 0 0 15,1-1-6-15,2 0-10 0,-1-3-1 0,0 1-1 16,3-5-4-16,-3 0-1 0,4 0-4 0,-1-3-3 16,-1-3-2-16,-1 3-2 0,3-8-3 0,-2 9 0 15,2-9-1-15,-4 6-3 0,4-6-10 0,-7 4-4 16,7-4 6-16,0 0-3 0,0 0-6 0,-18-9 1 15,16 2-3-15,-3 4 1 0,5 3-1 0,-4-13-5 16,0 6 6-16,3-1 2 0,1 8-1 0,-4-10 3 16,4 10-5-16,-1-9-1 0,1 9 2 0,0 0 2 0,6-10 0 15,-6 10-4-15,9-4 6 0,-4 3 0 16,5 0-2-16,1 1 2 0,0 0 1 0,3 1-13 16,3-1-12-16,2 1-21 0,0 1-32 0,2-1-27 15,0 0-24-15,0 0-27 0,7 0-114 0,-10 0-294 16,2-1 131-16</inkml:trace>
  <inkml:trace contextRef="#ctx0" brushRef="#br0" timeOffset="190388.04">17499 14279 43 0,'0'0'128'0,"0"0"0"0,0 0 9 0,0 0 6 15,0 0-5-15,-6 30-7 0,2-19 1 16,0 1-6-16,-1 3-13 0,0-2-6 0,2-1-12 15,-1 1-3-15,0 1-6 0,2-2-7 0,-1-2-5 16,2 1-5-16,-2-4-11 0,2 1-6 0,-1-3 0 16,2-5-3-16,-2 10 2 0,2-10 1 0,-2 7 7 15,2-7 5-15,0 0-3 0,0 0-2 0,0 0-5 16,0 0-7-16,0 0-5 0,13-2-7 0,-13 2-2 16,20-7-2-16,-8 3-7 0,0-2-5 0,6 3 1 15,0 0 2-15,-1 0-7 0,2 2-4 0,-6 0-3 0,1 2-3 16,-1 0 1-16,-2 2 1 0,-2 0-5 0,0 0-1 15,-1 3 1-15,-2 1 1 0,-2-1-4 16,-3 1 5-16,-1 1-2 0,0-8 1 0,-10 18 1 16,2-11-2-16,-2 2 1 0,1 1 8 0,-8-2-10 15,0 1 3-15,0-1-4 0,-2 0 0 0,2-2 0 0,0 0 2 16,5-2-12-16,-4 0-20 0,5-3-22 0,-1 2-22 16,2-1-29-16,5 0-57 0,5-2-48 15,-10 1-153-15,10-1-391 0,0 0 174 0</inkml:trace>
  <inkml:trace contextRef="#ctx0" brushRef="#br0" timeOffset="190628">18105 14308 59 0,'0'0'222'0,"1"-7"-19"15,-1 7-12-15,0 0-17 0,0 0-15 16,12-3-13-16,-1 1-11 0,3 1-10 0,5 0-14 16,0-1-6-16,10 2-9 0,-1 0-12 0,0 0-8 15,4 0-1-15,-2 0-13 0,0 0-10 0,-3 2-23 16,-6-2-27-16,0 0-28 0,-1-2-44 0,-2 2-34 16,-1 0-29-16,-7-1-19 0,1 2-119 0,-11-1-292 15,11-2 129-15</inkml:trace>
  <inkml:trace contextRef="#ctx0" brushRef="#br0" timeOffset="190831.23">18395 14137 188 0,'0'0'194'0,"0"0"2"0,-12 16-9 0,7-5-3 15,0 4-4-15,-2 0-16 0,0 2-14 0,1-1-11 0,-1 2-10 16,2 1-15-16,-2-1-6 0,-1 7-10 0,4-6-8 15,0-1-8-15,0 0-10 0,2 2-6 16,-2-4-38-16,0 1-31 0,0 2-39 0,0-3-52 16,3 0-44-16,0-5-62 0,-4 5-116 0,3-4-341 0,0 0 150 15</inkml:trace>
  <inkml:trace contextRef="#ctx0" brushRef="#br0" timeOffset="191733.31">19255 14155 156 0,'0'0'204'15,"-6"-7"-12"-15,3 2-15 0,3 5-11 0,-8-3-7 16,8 3-6-16,-16 7-27 0,5-1-2 0,-4 8-3 16,-3 8-7-16,-1 0-1 0,-3 3-8 0,4 3-5 15,-1-1-4-15,3 2-9 0,-1 1-6 0,2-1 0 16,1 0-7-16,5 0-2 0,1 1-8 0,0 1-3 15,2-1-2-15,1-1-5 0,5-2-6 0,1 0 0 16,4-2-5-16,-2-7-3 0,4 0-5 0,5 5-5 16,0-7-20-16,3-2-19 0,5 2-25 0,3-3-25 15,-4-3-28-15,2-2-40 0,6-1-42 0,-7 0-48 16,2-4-166-16,-5-1-412 0,3-2 182 0</inkml:trace>
  <inkml:trace contextRef="#ctx0" brushRef="#br0" timeOffset="191983.17">19658 14292 1503 0,'2'-25'52'0,"-2"7"34"0,1 0-7 16,-2 6-20-16,1 0 0 0,0 3-15 0,0 3-8 16,0 6-12-16,0 0-1 0,0 0 16 0,0 0 20 15,0 0 1-15,0 0 8 0,-9 30 7 0,4-11 1 16,-2 6 5-16,4-2 0 0,-5 3-6 0,4-1-5 15,2 1-6-15,-2-7-5 0,1 7-7 16,2-7-4-16,-2 5-6 0,3 1-3 0,-1-5-2 0,0 4-7 16,1 1 0-16,0-7-25 0,0-2-18 0,-1 4-26 15,-1-4-39-15,2 0-42 0,2-6-56 0,-1 0-49 16,0 2-176-16,-1-1-435 0,1-6 193 0</inkml:trace>
  <inkml:trace contextRef="#ctx0" brushRef="#br0" timeOffset="192162.36">19806 14413 68 0,'10'-2'143'0,"3"0"-5"16,1 0-28-16,4 0 2 0,2 1-14 0,-2 0-9 15,4 2-15-15,-4 0-26 0,2-2-29 0,-1 2-20 16,-6-1-33-16,-3 2-31 0,2-2-69 0,-6 1-144 15,-6-1 64-15</inkml:trace>
  <inkml:trace contextRef="#ctx0" brushRef="#br0" timeOffset="192352.97">19958 14253 82 0,'0'0'185'0,"-7"-8"-8"15,7 8-16-15,-2-4-13 0,2 4-23 0,0 0 12 16,0 0-3-16,-12 17-6 0,7-6-8 0,0 6-3 15,1-1-15-15,0 2-4 0,1 2-10 0,-1-3-9 16,-1 3-4-16,3 0-10 0,0 4-6 0,-1-5-9 16,2 0 2-16,0-1-16 0,1 2-27 0,-4-2-25 15,4-1-39-15,0-1-50 0,1 1-65 0,-3-1-144 16,0-4-340-16,1-1 151 0</inkml:trace>
  <inkml:trace contextRef="#ctx0" brushRef="#br0" timeOffset="192752.06">20323 14130 84 0,'4'-8'243'0,"-1"1"-24"16,-1 3-23-16,-2 4-26 0,0 0-13 0,0 0-8 15,0 0-5-15,3 20-1 0,-4-1-10 0,-5 6-9 16,4 1-11-16,-2-1-11 0,0 0-7 0,0 1-8 15,4-1-8-15,-1-7-6 0,-3 2-4 0,3-4-8 16,0 1-8-16,0-4-4 0,-2-2-4 0,2 0-4 16,-1-4-2-16,2-7-7 0,-1 11 4 0,1-11-6 15,0 9 14-15,0-9 4 0,0 0 4 0,-1 6-1 16,1-6-2-16,0 0-8 0,0 0-6 0,0 0 1 16,10-19-5-16,0 11-6 0,-2-3-1 0,3-3-2 15,5-2-3-15,-2 2-7 0,1-1 2 0,7-1-5 16,-4 6 1-16,1 0-3 0,-1 0-2 0,-2 4-4 15,-3 3-1-15,1 2-1 0,-2 1 0 0,-3 3-6 16,1 2 3-16,-1 2 1 0,-4 2 4 0,0 1-2 16,4 5 2-16,-5-3 1 0,-2 5-4 0,0-1-1 15,-2 1-9-15,0 1-15 0,-3 0-22 0,0-1-21 16,-2 0-28-16,0 7-29 0,2-8-45 0,-1 1-31 16,2-4-40-16,0 1-138 0,1-2-412 0,2-2 183 15</inkml:trace>
  <inkml:trace contextRef="#ctx0" brushRef="#br0" timeOffset="193018.26">20907 14268 112 0,'-1'-9'228'16,"0"3"-5"-16,1 6-20 0,0-9-19 0,0 9-25 15,0 0-4-15,0 0-5 0,0 0-5 0,-15 13 0 16,7 0-3-16,0 6-3 0,-2 5-5 0,-2-1-4 15,6 3-9-15,-4 0-4 0,1 0-11 0,2-1-4 16,4-1-1-16,-4 1-16 0,2 0-8 0,1 1-3 16,1-2-6-16,0-5-9 0,0 1-5 0,2 0-4 15,1-2-7-15,-1 0-2 0,1 1-4 0,2-1-3 16,-2-1-14-16,3-1-23 0,-2-3-24 0,-1-4-25 16,2 2-27-16,-1-2-28 0,-1-2-41 0,0-7-46 15,2 12-45-15,0-9-193 0,-2-3-467 0,0 0 206 16</inkml:trace>
  <inkml:trace contextRef="#ctx0" brushRef="#br0" timeOffset="193442.3">20955 14644 94 0,'0'0'164'0,"5"6"9"16,-5-6-4-16,0 0-4 0,0 0-8 0,16-10-5 15,-7 6-13-15,-2 1-1 0,3-4-12 0,-1-1-10 16,5-3-10-16,0 0-11 0,0 0-1 0,-1-3-9 15,-2 3-2-15,1-2-3 0,-4 3-6 0,-2 1-3 16,-1-2-4-16,0 2-5 0,-2 3-3 0,-2-2-4 16,-1 8 0-16,2-9-7 0,-2 9-6 0,0 0-6 15,-7-8-2-15,7 8-6 0,0 0-1 0,-23 9-3 16,8 0-5-16,2 3 4 0,-3-2 1 0,5 4 3 16,1 0 2-16,-2 3 0 0,4 0 0 0,3-2-4 0,3 3-4 15,-2-2 0-15,1 0 1 0,6 1-1 16,-1-1-4-16,2-6-3 0,3 2-3 0,3 0-13 15,3-1-18-15,0 0-27 0,2-1-35 0,0-1-37 16,3-3-44-16,0-1-45 0,-4 0-211 0,-2-3-453 16,-1 0 201-16</inkml:trace>
  <inkml:trace contextRef="#ctx0" brushRef="#br0" timeOffset="193684.83">21576 14243 20 0,'2'-4'205'0,"-2"4"-1"0,0 0-8 0,0 0 0 15,14 19-12-15,-7-4-10 0,-3 2-5 0,-1 2-17 16,1 6-12-16,-3 1-6 0,1 3-5 0,-1-3-19 16,-4 0-11-16,2 0-9 0,-1 1-4 0,0 1-9 15,-1-2-10-15,-2-1-7 0,1 1-3 0,-4-2-7 16,3-8-18-16,-4 3-24 0,-3 4-27 0,-3-2-21 15,-3-1-34-15,-1-2-40 0,0 0-32 0,1-4-41 16,-6 0-157-16,-6-2-372 0,5 1 165 0</inkml:trace>
  <inkml:trace contextRef="#ctx0" brushRef="#br0" timeOffset="194043.91">20734 14580 175 0,'0'0'191'0,"0"0"-3"15,0 0-13-15,0 0-14 0,0 0-12 0,0 0-11 16,0 0-15-16,0 0-16 0,0 0-8 0,10-7-17 0,-10 7-3 16,10-4-4-16,2 3-7 0,-1 1-6 15,2-1-7-15,6 0-6 0,-1 2-7 0,4-2-32 16,-2 1-31-16,8 0-44 0,3-1-42 0,-11-2-52 15,2 3-121-15,-2-2-302 0,0 0 133 0</inkml:trace>
  <inkml:trace contextRef="#ctx0" brushRef="#br0" timeOffset="194703.63">22110 14248 181 0,'-3'-5'178'15,"3"5"-5"-15,0 0-11 0,0 0-12 0,0 0-13 16,0 0-9-16,0 0-9 0,0 0-13 0,0 0-10 16,0 0-9-16,0 0-9 0,0 0-4 0,0 0-3 15,16-4-6-15,-4 5-4 0,1-1-9 0,6 3 1 16,2-2-25-16,7 0 3 0,0 1-5 0,0 0-2 15,-1-2 2-15,-5 1-9 0,6 2-19 0,-10-1-22 16,0 0-23-16,-7-2-30 0,2 0-37 0,-4 1-20 16,-1 0-17-16,-1-1-112 0,-7 0-284 0,14 1 126 15</inkml:trace>
  <inkml:trace contextRef="#ctx0" brushRef="#br0" timeOffset="195110.4">22382 14253 23 0,'-5'9'151'0,"5"-2"2"0,-1 4 0 15,-3 1-9-15,3 5-4 0,-3 1-6 0,-1 8-13 16,0-3-8-16,-1 1-8 0,0 2-8 0,0-8-5 16,1 1-11-16,-1-1-6 0,3 1-1 0,-1 7-11 15,0-8-5-15,1-1-6 0,0 2-9 0,-1-3 2 16,1 1-3-16,2-5-9 0,-2-1-2 0,1 0-3 15,1 0-2-15,-2-1-2 0,0-1-4 0,2 0-1 16,0-3-5-16,1-6 3 0,-3 10 2 0,3-10-7 16,-2 9 4-16,2-9-1 0,0 0-4 0,-3 7 1 15,3-7 0-15,0 0-2 0,-6 3-7 0,6-3 5 16,0 0-2-16,0 0-2 0,0 0-1 0,-18-9 0 16,18 9-1-16,-9-5-3 0,5 0 3 0,4 5-6 15,-9-7 6-15,4 2-4 0,2 0 1 0,3 5 5 16,-6-8-4-16,6 8 0 0,-5-7 4 0,5 7-7 15,-4-4 4-15,4 4-4 0,0 0 2 0,0 0-1 16,0 0 1-16,0 0-1 0,15-5-1 0,-15 5 0 16,17 1-2-16,-7-1 2 0,1 1-8 0,0 2-10 15,3-2-20-15,-1 0-30 0,0 0-28 0,3 0-25 16,0 1-33-16,-4-2-137 0,0 3-318 0,2-2 141 16</inkml:trace>
  <inkml:trace contextRef="#ctx0" brushRef="#br0" timeOffset="195499.99">22639 14528 97 0,'3'-7'153'0,"-3"7"-13"0,0 0-15 16,0 0 10-16,0 0 3 0,0 0-7 0,-3 27-2 16,-2-13-2-16,1 3-8 0,0 0-9 0,-2 0-4 15,1 1-4-15,-3-2-3 0,4 3-7 0,-2-5-9 16,-2 2-6-16,3-5-8 0,3-1-4 0,-2-1-6 15,0 0-6-15,1-1-6 0,2-3-2 0,1-5-6 16,-4 7 0-16,4-7-3 0,-1 7-1 0,1-7-5 16,-4 6 1-16,4-6-1 0,0 0-3 0,0 0-2 15,0 0 3-15,13 1-10 0,-3-2-1 0,3-1 1 16,-2-1-5-16,3 1-7 0,4 0-2 0,-2 1-3 16,0 0-8-16,-2 1 2 0,0 1 2 0,0 2-3 15,-2 2 2-15,-4-2-2 0,3 1-1 0,-3 2 2 16,-3 1 0-16,-3 0-3 0,1 1 5 0,-3-1-1 15,0-7 4-15,-8 17-2 0,2-8 1 0,-4-2-1 16,1 1 3-16,-2 0 1 0,-5-1-2 0,-1-2 2 16,1 1 3-16,2-2-1 0,-3-3 1 0,0 4-1 15,5-2 0-15,-1-2 0 0,0 0-2 0,2 2-2 16,-1-3-14-16,3 0-17 0,9 0-28 0,-14-2-37 16,9 0-70-16,5 2-218 0,-10-7-414 0,10 7 184 15</inkml:trace>
  <inkml:trace contextRef="#ctx0" brushRef="#br0" timeOffset="195811.78">23095 14384 61 0,'0'0'253'0,"0"-11"-9"0,0 11-28 16,3-7-24-16,-3 7-18 0,2-6-20 0,-2 6-18 16,0 0-5-16,0 0-4 0,7 16-6 0,-3-6-7 15,3 4 3-15,-2 2-15 0,1 0-6 0,1 2-9 0,3-1-2 16,-2 2-4-16,0-3-7 0,0 0-6 16,3 0-4-16,-3 0 1 0,2 0-14 0,0 0-4 15,-1-2-5-15,1-1-3 0,2 0-1 0,-3-1-1 16,-3-2-7-16,2-1-27 0,-1-1-26 0,-3-2-27 15,1 0-38-15,-1-2-33 0,0 0-41 0,-4-4-22 16,6 6-38-16,-6-6-145 0,0 0-397 0,0 0 176 16</inkml:trace>
  <inkml:trace contextRef="#ctx0" brushRef="#br0" timeOffset="196027.68">23359 14465 42 0,'-4'-7'218'16,"4"7"-5"-16,0 0-13 0,-8-2-12 0,8 2-11 16,0 0-10-16,-24 10-8 0,12-7-9 0,2 3-4 15,-3 1-19-15,-1 1-14 0,-2 4-6 0,1-1-11 16,0 0-12-16,2 1-4 0,-1-3-12 0,3 4-4 0,2-4-1 16,-2 4-11-16,0-3-31 0,2 0-25 15,-1 3-33-15,2-2-42 0,2 2-48 0,-1-3-42 16,2 1-185-16,-2-1-382 0,2-1 169 0</inkml:trace>
  <inkml:trace contextRef="#ctx0" brushRef="#br0" timeOffset="196320.57">23718 14298 39 0,'5'-10'264'0,"2"-1"-7"0,-3 1 2 0,1 3-11 16,-2 1-20-16,1 1-23 0,-4 5-22 0,4-6-22 16,-4 6-14-16,0 0-19 0,0 0-3 0,0 0-9 15,0 27-6-15,-2-9-3 0,-1 2-7 0,-1 6-4 0,-3-1-6 16,1-7-4-16,1 5-9 0,2 3-12 16,-1-7 0-16,-1 1-6 0,3 3-7 0,-5-3-2 15,5-1-9-15,-2-1-1 0,3 0-3 0,-3 0-8 16,3-1-7-16,-1-2-9 0,1-3-23 0,-2 0-27 0,3 1-15 15,-1-4-35-15,1 2-20 0,-4-2-36 16,3 1-29-16,-2-4-47 0,3-6-20 0,2 10-167 16,-2-10-440-16,-2 7 196 0</inkml:trace>
  <inkml:trace contextRef="#ctx0" brushRef="#br0" timeOffset="196661.84">23862 14230 45 0,'10'-14'194'0,"-1"3"-6"0,3 4-7 16,-2 1-13-16,3 2-15 0,0 2-3 0,-2 2-16 15,2 0-10-15,-2 4-18 0,-2 0-4 0,1 3-7 16,-3 1-9-16,-1 1-8 0,-2 2-8 0,-1 0-7 16,-5 0-1-16,0 2-11 0,-6 0-1 0,-2 1-7 15,-3 0-1-15,0 2-6 0,-8 0-3 0,3-4-4 16,-5 2-1-16,0 0-2 0,-1 0-4 0,7-6 0 15,-1 2-1-15,8-4-7 0,-2-2 7 0,1 2-9 16,4-1-1-16,2-1-2 0,-2-3 0 0,7-1-4 16,-9 4 1-16,9-4-2 0,-5 5 2 0,5-5 2 15,0 0 10-15,0 10 0 0,0-10 4 0,7 9 2 16,-2-5-4-16,4 1 1 0,1 0-2 0,1 0-4 16,4 3 4-16,-1 2-1 0,3-2-3 0,-3 1 4 0,4-3-20 15,-2 2-25-15,1-2-25 0,-2 2-44 16,-2-3-35-16,4 3-41 0,-3-5-29 0,-3 3-144 15,1 0-372-15,-1-2 165 0</inkml:trace>
  <inkml:trace contextRef="#ctx0" brushRef="#br0" timeOffset="196994.08">24124 14656 76 0,'10'-2'216'0,"-10"2"-2"0,12-2-2 0,-6-3-10 15,3 3 1-15,0-2-17 0,3 0-14 0,-1 1-3 0,2-4-18 16,-2 4-11-16,7-3-9 0,-1-4-10 0,2 6-9 15,-1-4-7-15,-3-2-6 0,4 3-5 16,-4-3-5-16,0 0-3 0,-4-1-4 0,3-1-11 16,-1-1 2-16,-6 2-2 0,-1-1-3 0,0 1-10 15,-3 1-2-15,-1-2-7 0,1 2-2 0,-3 3-7 0,0 7-3 16,-1-13-3-16,-4 10-9 0,5 3-2 0,-20-4-6 16,8 6 1-16,-9 3-3 0,-4 6 1 15,-2 3 1-15,5 0 2 0,-2 4-6 0,3 0 9 16,2 1 3-16,6-3 3 0,3-1-2 0,1 3-3 15,3-2-1-15,4 1 3 0,2 1 2 0,3-2-4 0,5 0 1 16,-1 2-8-16,6-3 1 0,10 3 0 16,3-2-1-16,-2-2-1 0,-1-3-14 0,1 1-19 15,2 0-25-15,1-5-16 0,-7 0-20 0,-1 1-26 16,3-4-23-16,-6 2-33 0,-3-2-45 0,4-2-39 16,-4 2-240-16,-3-3-526 0,0 1 232 0</inkml:trace>
  <inkml:trace contextRef="#ctx0" brushRef="#br0" timeOffset="200020.56">13503 2797 28 0,'61'-18'70'16,"2"4"-3"-16,29-8-7 0,-26 11-10 0,26-8-4 16,-27 8-7-16,27-2-2 0,0 2 1 0,-29 3-5 15,29-2-13-15,0 3 7 0,-29 2 9 0,2 3-14 0,28-2 3 16,-31 5 2-16,-1 2-10 0,-1-1 7 0,-3 3-6 16,-4-1-10-16,-3 4 6 0,-13-1-2 0,0 0 3 15,1 3-6-15,0-1-1 0,13 6-5 16,-3-1 6-16,-14 0-6 0,2 0 0 0,1 0-1 15,8 5 4-15,-13-2-2 0,1 1 10 0,0 0-8 16,-2 0-3-16,0 1-4 0,-2 1 1 0,0 3-1 16,-3-1 5-16,1 4 1 0,-2-4 4 0,-2 4-6 15,3 3-6-15,6 7 14 0,-1 1-11 0,-1 1 7 16,-7-10-6-16,9 12 2 0,-1-3 3 0,2 1-5 16,0 0 8-16,3-1-2 0,1-2-7 0,-13-7 6 15,15 4-1-15,-4 0-3 0,-5-6-1 0,7 6 11 16,0 0-7-16,-9-7 0 0,0 1 0 0,8 10 2 15,0 0-2-15,-2 1 4 0,2 2-9 0,-4-1 6 16,0 2 0-16,0 1 1 0,-1 2-8 0,-1 3 9 16,-2 0-4-16,-1 0 5 0,3-1 0 0,-5 3 0 15,2 0-12-15,0-1 24 0,-2-1-17 0,0 6-4 16,-2 0 0-16,0 1 8 0,1 2-1 0,11 23 3 16,-15-23-3-16,7 22 5 0,-12-19-6 15,8 22-3-15,-9-23 10 0,7 24-3 0,-8-22-17 16,8 22 13-16,-12-23 0 0,9 31 2 0,-4-4 6 0,3-2 0 15,-3-2 3-15,2 0 1 0,-3-22-5 0,10 24 2 16,-8-25-3-16,6 26 1 0,4-6 2 16,1 6-8-16,1-2 5 0,-9-25-1 0,10 26 2 0,-1 2 2 15,-3-7-6-15,-2-24-2 0,-4 3 3 0,11 21-5 16,-3 0 1-16,-9-20 4 0,7 24 3 16,-2-4-5-16,-2-20-2 0,1 25-3 0,-3-27 5 15,9 23 0-15,-13-28 1 0,5 7-6 0,6 20 6 16,-13-24 10-16,5 4-11 0,0 23-2 0,-3-29 0 15,-2 2-2-15,-1-1 1 0,0 3 0 0,-1 3-1 0,-1-4 0 16,0-1 1-16,-2-1-1 0,0 0-2 16,1-3-1-16,1-4 5 0,-3 3-4 0,3-4-1 15,-2 2 3-15,-1 3 3 0,-3-5 3 0,-2-7 0 16,-4-5 4-16,1 12 2 0,-3-10-5 0,-4 0-1 16,-2-3 0-16,-4 0-2 0,-4-1 1 0,-8 7 0 15,7-13-1-15,-4-3 3 0,0-1-3 16,0-2-8-16,0-3 4 0,-4 0 7 0,-2-4-2 0,-3-3-2 15,1-1 1-15,-2-2-5 0,-5-1 3 16,0-1-5-16,-12-4 2 0,-2 0 1 0,-2-4-3 0,4 2 1 16,-3-4 4-16,3-1-6 0,0 1 2 0,1-5-1 15,-3 3 3-15,-1-5-7 0,2 4 2 0,1-3-6 16,-2 0-9-16,1 0-9 0,-3-1-15 0,-3 0-9 16,2-1-10-16,0 0-21 0,2-3-27 0,0 1-16 15,2-1-75-15,1 3-214 0,4-4 95 16</inkml:trace>
  <inkml:trace contextRef="#ctx0" brushRef="#br0" timeOffset="200688.13">16156 8192 14 0,'0'0'93'0,"-4"-9"-3"16,4 9-18-16,0 0 0 0,0 0-10 0,0 0 5 15,0 0 9-15,0 0 12 0,-26 16 0 16,11-5-9-16,0 1-8 0,-10 1 3 0,-1 2-9 0,-1 0 2 16,3 3-3-16,2-4-1 0,-1 0-10 0,1 3-11 15,5-7 6-15,3 2-3 0,5-4-9 0,2-3 2 16,-2 3-7-16,2 0 2 0,1 0-7 0,3 1-6 16,1-1 2-16,2 3-2 0,2-1-1 0,3 5-2 15,3-1-1-15,4 3 2 0,3 4-7 0,3 2 3 16,4-1-1-16,2 2-15 0,13 6-25 0,-9-7-6 15,2 2-19-15,7 4-15 0,-8-5-20 0,-1 0-12 16,3-2-25-16,0-3-82 0,-1-2-224 0,2-3 100 16</inkml:trace>
  <inkml:trace contextRef="#ctx0" brushRef="#br0" timeOffset="203028.36">13147 15183 126 0,'-2'-7'147'0,"2"7"-1"0,-3-14-4 0,1 5 9 16,2 9-6-16,0-13-17 0,-2 7-7 0,2 6 4 15,-2-12-6-15,2 12-10 0,-3-7-11 0,3 7-8 16,0 0-15-16,-2-7-12 0,2 7-1 0,0 0-10 16,0 0-3-16,0 0-4 0,-5 23-4 15,1-7-3-15,-1 0-2 0,1 4-1 0,-4 9-2 0,2 0-1 16,0 1-1-16,-1 1-2 0,1-3-3 0,-2 0 1 15,2 3-9-15,1-2 3 0,-3-6-3 0,5 2 0 16,1-1 22-16,-2-5-1 0,1-1-5 0,1 2-3 16,2-4-1-16,-1 3-2 0,1-3-4 15,-2 1 0-15,0-1-2 0,2-4-5 0,2 1-1 16,0-3 2-16,-2 1-12 0,1-2-19 0,1 2-12 0,1-4-21 16,-3-7-15-16,0 12-22 0,0-7-18 0,0-5-17 15,0 8-16-15,0-8-17 0,0 0-23 0,0 0-130 16,0 0-328-16,0 0 145 0</inkml:trace>
  <inkml:trace contextRef="#ctx0" brushRef="#br0" timeOffset="203368.26">13111 15150 98 0,'11'-9'153'0,"3"8"-1"0,-1-1-10 15,5 2-12-15,-2 3-5 0,4 4-12 0,-2 1-13 16,-2 1-7-16,-5 5-8 0,2-2-9 0,-4 4-6 16,-4 1-4-16,-3 2-11 0,-2 5 0 0,-2-4-10 15,2 0 2-15,-5-2-9 0,-1 0-3 0,-4-2-4 16,-1 2 0-16,0-2-6 0,-1-1 0 0,-3-2-3 16,1-3-1-16,1 2-2 0,2-6-4 0,2-1 4 15,0-1 8-15,0 1 2 0,-1-2 8 0,2-3 6 16,3 1-1-16,5-1-3 0,-12 0-4 0,12 0-2 15,0 0-1-15,-10 1 2 0,10-1-12 0,0 0-4 16,0 0-3-16,0 0-1 0,0 0 0 0,0 0-5 16,0 0 0-16,0 0 2 0,18 20-2 0,-9-12-4 15,5 3-6-15,-1 0-21 0,0 2-24 0,3-3-26 16,-1 6-27-16,0-4-39 0,7 4-36 0,-9-4-129 16,-4 2-326-16,3-5 144 0</inkml:trace>
  <inkml:trace contextRef="#ctx0" brushRef="#br0" timeOffset="203596.19">13446 15618 92 0,'0'0'213'16,"0"-9"1"-16,0 9-5 0,0 0-8 0,0-10-13 16,0 10-14-16,0 0-19 0,0 0-18 0,0 0-18 15,0 0-11-15,0 0-8 0,0 0-5 0,0 0-3 16,-14 24-7-16,9-10-9 0,1 3-11 0,-2-1-2 15,-4 2-7-15,6-1-6 0,1 0-5 16,-1 1-3-16,0-1-5 0,1-1-12 0,-1 1-22 0,4 0-25 16,0-2-18-16,-2-3-30 0,2 2-29 0,0-2-56 15,0-2-42-15,2-1-147 0,-2-9-372 0,-2 14 165 16</inkml:trace>
  <inkml:trace contextRef="#ctx0" brushRef="#br0" timeOffset="203787.17">13482 15298 8 0,'-3'-14'203'16,"3"14"-18"-16,0 0-18 0,2-12-22 0,-2 12-3 15,0 0-25-15,0 0-10 0,0 0-25 0,0 0-36 16,32 14-53-16,-19-2-52 0,3-1-131 0,-3 1-205 15,1 0 91-15</inkml:trace>
  <inkml:trace contextRef="#ctx0" brushRef="#br0" timeOffset="203951.73">13913 15507 169 0,'0'0'199'0,"17"0"-3"0,-7 0-6 16,1-2-12-16,0-1-18 0,1 0-16 0,-4 6-14 15,1-6-13-15,2 6-12 0,0-3-32 0,-6 1-39 16,-5-1-50-16,16 4-53 0,-9 0-27 0,-3 0-23 16,1-1-114-16,-5-3-252 0,0 0 112 0</inkml:trace>
  <inkml:trace contextRef="#ctx0" brushRef="#br0" timeOffset="204112.47">13951 15659 121 0,'-5'4'149'0,"5"-4"-4"0,0 0 1 0,0 0-5 16,-6 5-4-16,6-5-6 0,0 0 2 0,0 0-7 16,0 0-10-16,15 4-11 0,-4-6-9 0,5 2-6 0,3 0-18 15,2-2-35-15,0 0-42 0,6 0-43 0,2 1-46 16,2 0-40-16,-3 0-110 0,-11-1-265 0,14 0 117 16</inkml:trace>
  <inkml:trace contextRef="#ctx0" brushRef="#br0" timeOffset="204871.47">15200 15222 53 0,'0'0'169'0,"4"-7"-2"0,-4 7-9 16,3-7-7-16,-3 7-14 0,4-5-15 0,-4 5-12 16,0 0-15-16,0 0-4 0,0 0-5 0,0 0 4 15,16 8-3-15,-10 2-7 0,-2 0-1 0,4 6 0 16,-2 3 6-16,4 4-10 0,-2 3-5 0,-1-1-4 15,1 0-6-15,0-1-6 0,-2-1-2 0,-1-4-5 16,-1 2-4-16,-1-3-1 0,1 0-3 0,2-3-2 16,-1 2-4-16,-2-4-2 0,-1-2-2 0,2-1-6 15,0-1-1-15,-2-2 2 0,-2 0-4 0,3-2 3 16,-3-5 17-16,3 8 22 0,-3-8 21 0,3 3 14 16,-3-3-8-16,0 0-5 0,0 0-15 0,14-10-4 15,-7 0-4-15,1-2-6 0,2-2-8 0,-1-3-3 16,0-1-5-16,3-5-1 0,1 0-3 0,0 0-5 15,1 0-2-15,-1-2-5 0,1 0-4 0,1-2 1 16,-2 0 1-16,1 4-3 0,1 1-2 0,-3 5 2 16,-1 3-14-16,-3 2-19 0,0 5-22 0,-2-2-38 15,-3 2-36-15,-3 7-22 0,7-3-3 0,-7 3-11 16,0 0-23-16,0 0-21 0,16 16-22 0,-14-3-19 16,-1 3-147-16,-1 3-412 0,-1 0 183 0</inkml:trace>
  <inkml:trace contextRef="#ctx0" brushRef="#br0" timeOffset="205146.25">15688 15597 98 0,'0'0'208'0,"0"0"-2"0,0 0 2 0,0 0-13 16,0 0-18-16,-1-20-2 0,1 20-3 0,0 0 1 15,-4-11-9-15,4 11 5 0,0 0-19 0,0 0-10 16,1-8-5-16,-1 8-21 0,0 0-13 0,0 0-9 15,0 0-11-15,0 0-13 0,0 0-7 0,0 0-7 16,0 0-2-16,0 0-2 0,0 0 1 16,-6 25 0-16,4-14-3 0,0 2-5 0,1 2-5 0,-2-3-1 15,0 1-8-15,1-2 0 0,1 6-6 0,-1-6 3 16,2 6-4-16,-5-3-5 0,4-2-42 0,0-1-30 16,0 0-31-16,-2-2-29 0,0 2-49 0,2-2-52 15,0 0-44-15,-2-4-163 0,3-5-458 16,-6 8 203-16</inkml:trace>
  <inkml:trace contextRef="#ctx0" brushRef="#br0" timeOffset="205317.29">15800 15275 10 0,'0'0'218'0,"2"-13"-26"0,-2 13-26 15,2-8-38-15,-2 8-35 0,0 0-29 0,0 0-28 16,0 0-63-16,0 0-46 0,0 0-62 0,0 0-145 16,12 31 64-16</inkml:trace>
  <inkml:trace contextRef="#ctx0" brushRef="#br0" timeOffset="205648.39">15081 15957 50 0,'0'0'211'0,"0"0"-13"16,0 0-11-16,0 0-7 0,34 0-6 0,-4 0-17 15,3 0-4-15,5-1-11 0,20-1-10 16,-1 2-10-16,5 2-11 0,2-2-14 0,-3 3-8 0,-4 0-11 16,2 3-24-16,-7-2-36 0,-14 0-35 15,0 0-52-15,-5 0-51 0,-3 1-52 0,-11-1-125 16,-5-2-320-16,-2 2 143 0</inkml:trace>
  <inkml:trace contextRef="#ctx0" brushRef="#br0" timeOffset="205849.46">15393 16116 15 0,'0'0'192'16,"-9"3"12"-16,9-3-3 0,-5 6-7 0,5-6-9 15,0 0-8-15,24 13-11 0,-4-10-13 0,11 4-13 16,2-2-12-16,3 1-14 0,1-3-11 0,4 2-17 16,-5-1-33-16,-3 2-29 0,-4-4-40 0,-8 2-45 15,1-4-56-15,-8 3-56 0,-3-3-122 0,-11 0-319 16,11 0 140-16</inkml:trace>
  <inkml:trace contextRef="#ctx0" brushRef="#br0" timeOffset="206242.31">15594 16175 162 0,'0'0'223'0,"0"0"-17"0,0 0-25 16,0 0-7-16,-6 5 14 0,5 3 1 0,-2 0-12 16,2 1-10-16,-3 7-4 0,0 1-20 0,1-1-38 15,0 5-4-15,-2-2-3 0,2 7-15 16,0-7-5-16,1 5-6 0,-1 1-8 0,3-8-6 0,0 2-6 15,-2-3-7-15,2 1-4 0,0-2-1 0,0-1-9 16,-1-3 0-16,1 1-4 0,-2-1-1 0,2-11-3 16,-1 17 1-16,0-9-6 0,1-8-13 0,-4 13-15 15,4-13-8-15,-9 10-16 0,3-5-17 0,-4-1-18 16,-2 0-12-16,1-2-3 0,-1-1-1 0,12-1 0 16,-27-3 6-16,15 1 3 0,-1-1 8 15,0-3 6-15,2 2 12 0,2-2-2 0,2 2 14 16,7 4 2-16,-14-5 13 0,14 5-5 0,-10-6 12 15,10 6-4-15,-7-4-4 0,7 4 11 0,0 0 8 16,0 0 5-16,0 0 4 0,0 0 5 0,0 0 3 16,0 0-8-16,49 7 3 0,-31-4-8 0,4-1 10 0,0-1-2 15,8 2-2-15,0 0-12 0,-1-2-22 16,-1-1-36-16,1 0-44 0,-2-1-34 0,-4-1-123 16,-5 1-287-16,10-2 128 0</inkml:trace>
  <inkml:trace contextRef="#ctx0" brushRef="#br0" timeOffset="206604.52">15915 16388 169 0,'0'0'170'0,"2"-9"-15"0,-2 9-8 0,0 0 6 16,0 0 12-16,0 0-7 0,0 0-1 0,0 0-7 16,0 0 0-16,-5 43-4 0,3-31-10 0,1 5-10 15,-4-2-4-15,4-2-12 0,-2 3-6 0,1-6-11 16,-1 6-8-16,0-3-8 0,1-4-7 0,1 1 3 15,1-10-13-15,-3 17-3 0,3-17-3 0,-3 9-4 16,3-9-4-16,-2 10-1 0,2-10-8 0,0 0 0 16,0 0 0-16,0 0-3 0,0 0-3 15,0 0-3-15,0 0-7 0,11 5-2 0,-11-5-1 16,0 0 8-16,29-8-10 0,-18 6-6 0,6-1 0 16,-3 2-6-16,-2 2 1 0,1-1 1 0,0 3-9 0,0-1 6 15,-3 2-6-15,2 0 4 0,-6 0-1 0,2 2 0 16,-3-1-1-16,-5-5 1 0,4 17 9 15,-4-17-11-15,-11 19 1 0,4-10 3 0,-6 1-1 16,-2-1 1-16,-3-1 1 0,0-1 0 0,1 2 0 16,-3-4-3-16,-2-1-18 0,2-1-21 0,-3-3-30 15,3 3-30-15,0-4-55 0,3-1-52 0,2 0-261 16,-2-3-505-16,3 0 224 0</inkml:trace>
  <inkml:trace contextRef="#ctx0" brushRef="#br0" timeOffset="207305.49">16972 15957 113 0,'0'0'224'0,"0"0"-9"16,-3-3-14-16,3 3-11 0,0 0-15 0,0 0 13 16,0 0-19-16,0 0-17 0,0 0-17 0,0 0-11 15,0 0-13-15,20-4-11 0,-7 3-9 0,6 0-10 16,1 1-20-16,1 1-25 0,-1 0-34 0,-2 0-35 15,3 1-51-15,-5-1-54 0,3 1-55 0,-5-1-127 16,-3 0-347-16,-1 0 153 0</inkml:trace>
  <inkml:trace contextRef="#ctx0" brushRef="#br0" timeOffset="207468.87">16998 16043 118 0,'0'0'172'0,"-9"1"-13"0,9-1-9 0,-5 4-14 0,5-4-5 16,0 0-9-16,14 8-12 0,-2-5-8 0,4 4-19 16,6-4-31-16,5 1-43 0,2-2-38 15,-1 4-54-15,4-3-123 0,-1 2-222 0,1-6 98 16</inkml:trace>
  <inkml:trace contextRef="#ctx0" brushRef="#br0" timeOffset="210022.37">17858 15230 31 0,'3'-9'186'0,"-2"-1"-2"0,-1 2-7 0,2 3-21 15,-2 5-18-15,0 0-17 0,-1-12-11 0,1 12-11 16,0 0-3-16,0 0-4 0,-1 31-4 0,-2-7-5 16,-1 5-7-16,2 1-1 0,-1 3-7 0,-3 1-1 15,2 0-7-15,2-1-5 0,-4-3-3 0,1 0-7 16,3-2-5-16,-3-2-5 0,0-2-1 0,3-5-4 15,2-1-3-15,-1-5-2 0,0-1 3 0,1-1 22 16,-1-2-2-16,1 1-11 0,0-10 0 0,0 12-4 16,0-12 1-16,0 9 5 0,0-9 4 0,-2 7 15 15,2-7 7-15,0 0 5 0,2 7-10 0,-2-7-4 16,0 0-8-16,0 0-3 0,0 0-5 16,0 0-1-16,0 0-2 0,8-23-9 0,0 13 0 0,-2 0-14 15,2-3 10-15,4 0-9 0,-1 1 3 0,1-1-2 16,0 0-5-16,3 1-1 0,-2 2 0 0,2 1-4 15,-4 2 2-15,1 2-2 0,-1 0-1 0,3 2-2 16,-4 2-5-16,-1 1-2 0,4 0 5 16,-4 4-2-16,-2 1-1 0,0 4 5 0,-2-1-6 15,-1 5 0-15,-1-2 2 0,-2 4 0 0,0 3 3 16,-1-2-3-16,-1-1-1 0,1 3-10 0,0-2-9 0,-1 1-19 16,-1-1-25-16,1 0-18 0,1-6-37 0,0 1-29 15,0-2-43-15,1-1-50 0,-1-2-156 16,0-6-429-16,5 9 191 0</inkml:trace>
  <inkml:trace contextRef="#ctx0" brushRef="#br0" timeOffset="210218.14">18249 15570 85 0,'-4'-7'151'0,"4"7"-16"0,0 0 8 15,0 0 2-15,0 0 1 0,0 0-17 16,0 0 3-16,-11 19-12 0,8-10-10 0,2 2-7 15,0 0-8-15,-2 1-3 0,3 0-16 0,0 2-5 16,-1 3-10-16,1-1-5 0,0-1-16 0,1-3-21 16,-1 4-34-16,0-3-34 0,1-2-26 0,1 1-48 15,-4 0-39-15,0-1-86 0,-3-2-268 0,1-2 119 0</inkml:trace>
  <inkml:trace contextRef="#ctx0" brushRef="#br0" timeOffset="210676.34">18503 15684 48 0,'0'0'184'16,"13"0"1"-16,-3-3-4 0,-2 2-14 0,-8 1-6 0,13-5-1 15,-4 3-2-15,-3-1-9 0,3-1-11 0,-5-3-17 16,5 2-11-16,-3 0-8 0,-2 0-5 15,1-2-4-15,2 1-5 0,-3 0-3 0,-1-1-9 0,-3 7-6 16,3-13-6-16,-3 13-4 0,-3-12-5 16,0 7-8-16,3 5-2 0,-11-9-6 0,5 7-5 15,-7 2-3-15,0 0-3 0,2 5-2 0,-8 2 2 16,1 1-6-16,1 3-5 0,2 1 0 0,-2 5 1 16,5-1-2-16,2-1-2 0,5 0 0 0,-1 3-4 15,3-3 2-15,5 1 2 0,3 0-3 0,2-1-22 16,9 1-23-16,-2-3-33 0,11 0-34 0,2 0-50 15,5-4-42-15,-1-2-40 0,2 0-135 0,-2-3-398 16,-2-2 176-16</inkml:trace>
  <inkml:trace contextRef="#ctx0" brushRef="#br0" timeOffset="211053.07">19154 15722 13 0,'0'0'234'0,"-8"-2"-4"0,8 2-16 0,0 0-16 15,-9-4-14-15,9 4-17 0,0 0-18 0,0 0-13 16,0 0-14-16,19-5-9 0,-7 5-7 0,8-3-9 0,7 3-7 16,-5 0-10-16,10 0-9 0,-1 0-4 0,-2 0-7 15,-8 1-4-15,-2 2-13 0,1-3-26 0,-1 3-15 16,-2-1-39-16,-3-1-33 0,-1 1-42 0,-3-1-40 15,-1 0-24-15,-4-1-141 0,-5 0-344 0,0 0 152 16</inkml:trace>
  <inkml:trace contextRef="#ctx0" brushRef="#br0" timeOffset="211273.53">19384 15561 153 0,'-1'-9'252'15,"1"9"-10"-15,0 0-14 0,1-9-25 0,-1 9-22 16,0 0-20-16,0 0-14 0,0 0 9 0,0 0 4 16,0 0-2-16,-5 27-8 0,0-9-2 0,-3 6-7 15,3-1-13-15,-3-4-13 0,2 7-6 0,-2-1-13 16,0-2-4-16,3 1-11 0,-2 1-9 0,3 0-8 16,3-6-23-16,-2-2-27 0,1 3-35 0,0-2-45 15,1 1-51-15,0-1-61 0,2 0-78 0,-5-1-187 16,3-7-479-16,0 2 212 0</inkml:trace>
  <inkml:trace contextRef="#ctx0" brushRef="#br0" timeOffset="211819.47">20017 15526 116 0,'0'0'181'0,"-8"-10"-17"0,8 10-4 0,-14 2-1 15,2 4-7-15,-5 6 3 0,-5 6 26 0,-1 4-13 0,-2 4-8 16,4 2-15-16,-6 10-3 0,12-12-10 16,3 2-5-16,-1 2-16 0,6-3-5 0,1-1-15 15,4 5 3-15,4-4-7 0,4-1-11 0,4 1-8 16,1-3-6-16,5 2-4 0,1-5-6 0,3 1-12 15,1-2-25-15,4-4-24 0,0 3-33 0,-2-3-35 16,2-6-38-16,1 3-50 0,-6-4-54 0,-1 0-178 16,0-4-428-16,-1 2 190 0</inkml:trace>
  <inkml:trace contextRef="#ctx0" brushRef="#br0" timeOffset="212054.44">20417 15670 174 0,'0'0'216'0,"1"-12"-7"0,-1 12 2 15,0 0-5-15,0 0-9 0,-7 28-4 0,2-10-5 16,0 1-11-16,-1 6-11 0,-1 3-13 0,4-2-12 16,-1-1-16-16,0 2-12 0,0-2-8 0,0 1-14 15,3-6-3-15,0 5-16 0,1-5-19 0,-1 0-24 16,1-2-32-16,0-2-39 0,0 1-42 15,1-4-49-15,0-1-52 0,0-2-59 0,1 0-126 0,-2-10-400 16,0 0 178-16</inkml:trace>
  <inkml:trace contextRef="#ctx0" brushRef="#br0" timeOffset="212221.76">20585 15858 142 0,'0'0'173'16,"29"0"-16"-16,-9 1-16 0,7 2-18 0,-6 1-5 16,6 0-29-16,-6-2-30 0,0 2-41 0,-1 1-41 15,-4-1-32-15,-4-1-37 0,-2 0-50 0,-10-3-153 16,13 3 67-16</inkml:trace>
  <inkml:trace contextRef="#ctx0" brushRef="#br0" timeOffset="212416.34">20772 15802 62 0,'0'0'201'0,"0"0"-16"16,-5-5-14-16,5 5-20 0,0 0 4 0,0 0 10 15,0 0 5-15,-17 14-4 0,12-6-10 0,-6 5-14 16,4 6-7-16,-1-4-9 0,1 2-11 0,-3 0-11 16,2 1-8-16,0 1-11 0,1-2-6 0,3 0-5 15,0 2-19-15,0-1-27 0,2-2-34 0,0 1-39 16,1 1-44-16,2-6-66 0,2 3-57 0,-2-1-141 15,0-7-381-15,-1-7 168 0</inkml:trace>
  <inkml:trace contextRef="#ctx0" brushRef="#br0" timeOffset="212793.95">21024 15668 109 0,'0'0'217'0,"0"0"-6"16,0 0-2-16,0 0-4 0,0 0-9 0,-7 43-15 16,4-17-12-16,-3 3-6 0,0-2-12 0,2 2-15 15,-1-3-3-15,-1 1-9 0,3 0-6 0,3-8-10 16,-2 0 2-16,0-1-12 0,0-4-5 0,3 0-12 16,-4-5-5-16,2 1-8 0,1-10-5 0,0 13-3 0,0-13-4 15,0 0 4-15,0 13 8 0,0-13 1 0,0 0 3 16,0 0-1-16,0 0-8 0,0 0-9 15,0 0-5-15,0 0-5 0,0 0-4 0,0 0-4 16,20-27-10-16,-11 13-1 0,4 3-16 0,1-2-2 16,2 1 5-16,-1-1 2 0,-1 6-8 0,3-2-4 15,-8 4-3-15,1 1 0 0,0 3 0 0,-10 1 1 16,17 3-13-16,-17-3 13 0,15 7-1 0,-9 0 2 16,0 2 0-16,-3 3-5 0,0 3 3 0,1 1-3 15,-4 3 6-15,-4-4-12 0,1 4-36 0,-2-5-22 16,3 4-42-16,-2-1-38 0,0-1-63 0,0-6-55 15,0 5-232-15,-2-4-538 0,6-11 239 0</inkml:trace>
  <inkml:trace contextRef="#ctx0" brushRef="#br0" timeOffset="213074.53">21472 15913 10 0,'3'-11'254'0,"-2"3"-2"15,-1 2-4-15,0 6-19 0,1-12-26 0,-1 12-23 16,0 0-14-16,0 0 2 0,0 0 0 0,0 0 1 16,-20 19-1-16,7-8-7 0,3 7-11 15,-3 5-11-15,-2 0-8 0,7-6-8 0,-2 1 5 16,0 10-8-16,2-4-14 0,2 2-9 0,-1-6-1 0,5-2-9 16,-2 0-15-16,1 1-3 0,-1-1-7 0,3 0-3 15,0-3 4-15,0 1-22 0,1-4-7 0,1 4 1 16,0-5 2-16,-1 0-9 0,1 1-23 15,2-1-19-15,-2 0-27 0,-1-1-60 0,0-3-26 0,0 2-33 16,0-9-42-16,-1 13-33 0,0-8-40 16,-4 0-210-16,-1 0-523 0,6-5 232 0</inkml:trace>
  <inkml:trace contextRef="#ctx0" brushRef="#br0" timeOffset="213222.12">21302 16180 75 0,'18'-1'113'0,"0"-1"-48"0,1 2-43 15,2 0-40-15,-1 0-26 0,-3 0-45 0,-3 0 20 16</inkml:trace>
  <inkml:trace contextRef="#ctx0" brushRef="#br0" timeOffset="213504.31">21566 16212 152 0,'0'0'171'0,"10"-4"3"0,-5 1-11 0,1-1-11 16,3-1-11-16,0-1-2 0,0-1-9 0,3 1-5 15,2-4-5-15,-3 4-4 0,3-3-5 0,0-2-15 16,-1 1-7-16,0 0-9 0,-4 0-6 0,0 1-7 16,0-1-5-16,-3 1-6 0,0-1-5 0,-4 4-6 15,2-2 3-15,-3 2-5 0,-1 6-2 0,0 0-8 16,-3-12-1-16,3 12-7 0,-7-3-3 0,7 3-3 15,-18 5 0-15,8-1-2 0,-3 2-2 16,-3 3-2-16,2 2 0 0,0 0-2 0,1 1-1 0,3 3 2 16,0-4-5-16,4 2 4 0,0-4-2 15,4 4-3-15,1-1 2 0,2-2 0 0,1 1-2 16,4 0-6-16,3 3-22 0,6-5-33 0,-5-2-40 16,4 2-50-16,0-4-53 0,-1 1-174 0,0-3-402 15,4-3 179-15</inkml:trace>
  <inkml:trace contextRef="#ctx0" brushRef="#br0" timeOffset="213784.49">22056 15757 208 0,'18'7'214'0,"-9"0"-3"0,4 8-8 15,0 1-9-15,3 8-11 0,-3 3-6 0,0 0-6 16,-4 2-5-16,-2 1-15 0,0 1-10 0,-2 1-12 16,-2-1-2-16,-5-2-12 0,0-1-8 0,-2 0-11 15,-1 1-6-15,-2-4-8 0,-3 0-1 0,0-1-9 16,-2-1-9-16,0 0 4 0,0-7-15 0,-4 4-1 16,3-3-6-16,-3-3-6 0,4-1-18 0,-4 1-30 15,4-2-29-15,0-1-33 0,1-1-39 0,3-2-46 16,3-5-57-16,0 3-231 0,5-6-480 0,0 0 213 15</inkml:trace>
  <inkml:trace contextRef="#ctx0" brushRef="#br0" timeOffset="-214062.72">22580 15834 134 0,'-1'-8'156'0,"1"8"-7"0,1-9-5 0,-1 9 8 16,3-10 13-16,-3 10-3 0,0-8-5 0,0 8-8 0,0 0-7 16,1-9-10-16,-1 9-5 0,0 0-13 0,0 0-10 15,0-9-14-15,0 9-8 0,0 0-12 0,0 0-5 16,0 0-8-16,0 0 1 0,0 0-7 15,0 0 3-15,-5 23-3 0,5-10-1 0,-1-1-1 16,-1 4 3-16,-1 1-6 0,1 1-1 0,1-1 1 16,-2 4-2-16,1-5-2 0,-1 3-11 0,1-2 6 15,-1 2-3-15,2 1-5 0,-1 5-1 0,0-6-4 0,1-2 0 16,0 1-2-16,-1-6-1 0,2 4-6 0,0-3 7 16,-1-3-7-16,1 3-1 0,-1-2 1 0,-1 2-2 15,1-3-2-15,-1-1-5 0,0-3-23 16,0 1-23-16,-1 0-25 0,3-7-22 0,-4 10-20 15,-1-6-24-15,5-4-31 0,-7 5-42 0,7-5-43 16,-9 1-127-16,9-1-404 0,-13-5 179 0</inkml:trace>
  <inkml:trace contextRef="#ctx0" brushRef="#br0" timeOffset="-213686.75">22695 15689 19 0,'17'-9'217'0,"0"-1"-13"0,0 3-12 16,0 5-11-16,0 3-10 0,1 3-12 0,-2 3 3 15,-3 5-9-15,1 1-13 0,-3 0-10 0,-3 3-3 16,-5 2-12-16,2-2-7 0,-5 3-14 0,0 0-5 16,-6-2-8-16,0 1-5 0,-1-4-6 0,-2 1-5 15,-3 1-2-15,1-1-7 0,-5-4-8 0,4-1-1 16,-4 1-9-16,2-2 2 0,3-4-6 0,-3-1-1 15,1 0 0-15,0-3-8 0,2 1 4 0,0-2-5 16,1-1-1-16,-1 0 3 0,3-1 2 0,-1-1 0 16,9 3-1-16,-12-6-3 0,9 2 0 0,-3 1-4 15,6 3 4-15,-8-6-3 0,8 6-5 0,-7-4 0 16,7 4-8-16,0 0-1 0,0 0-4 0,0 0 3 16,0 0 1-16,0 0-2 0,0 0-2 0,15 24 1 15,-8-15 5-15,-1 3-6 0,1-3 3 0,4 6-4 16,-1-2 4-16,1-1-5 0,-1 4-25 0,3-2-33 15,-3 0-28-15,0-4-45 0,2 2-63 0,2-1-47 16,-5-3-201-16,-4-3-476 0,3 3 210 0</inkml:trace>
  <inkml:trace contextRef="#ctx0" brushRef="#br0" timeOffset="-213336.6">22934 16155 219 0,'0'0'221'0,"10"-5"-7"0,-3 0-11 0,3 0-10 16,2 3-13-16,-6-1-8 0,2-1-8 0,1-2-5 15,0-1-10-15,0 0-14 0,1-2-10 16,-1 2-10-16,1-2-5 0,1 2-18 0,-2-3 5 16,-1 0-7-16,-1-1-3 0,0 3-2 0,-3-2 0 15,-2 4-9-15,2 0-5 0,-2-1-5 0,-1 0-6 0,-1 7-2 16,0-10-10-16,0 10-4 0,-9-4-9 0,-1 4-3 15,-2 0-6-15,-6 8-1 0,0-1-3 16,1 3 1-16,-4 4 1 0,-1 5-4 0,3 0 0 16,4 0 2-16,-2 0-3 0,6-2 1 0,6-1 3 15,-2 0 0-15,3 0-1 0,3-3-2 0,2 5 3 16,3-7 10-16,6 6-10 0,1-5-4 0,3 1-2 0,8 1 5 16,-3-3-6-16,10 2-9 0,3-4-19 0,-3-1-34 15,1 1-31-15,-4-2-31 0,-5-5-62 16,-3 0-28-16,0 0-62 0,-4 1-238 0,-4-3-538 15,3 1 238-15</inkml:trace>
  <inkml:trace contextRef="#ctx0" brushRef="#br0" timeOffset="-210995.4">17771 16565 59 0,'0'0'81'15,"-8"-7"-11"-15,8 7 2 0,-10-4-10 0,10 4-7 16,-11-6-1-16,11 6 2 0,-12-4-4 0,12 4-2 15,-12-4 0-15,12 4-2 0,-13-2-5 0,13 2-11 16,-11-1 10-16,11 1-7 0,0 0 7 0,0 0-9 16,-15 0 3-16,15 0 2 0,0 0 13 0,0 0-9 15,0 0 11-15,0 0-13 0,30 11 5 0,-11-8 1 16,9 0-2-16,5 3 1 0,16-4 0 16,6 2 0-16,5-2 1 0,4 0-4 0,29 1-3 0,-1-1-2 15,2 0 0-15,0 4 2 0,5-5-3 16,6 1 6-16,5-2-2 0,9 1-3 0,1 2-2 15,9-1 0-15,0 1-3 0,5 0 5 0,7 1-1 16,2 0-1-16,5 1-1 0,2 0 2 0,3 1-3 16,4-2 2-16,3 0 4 0,1 0-8 0,3 3-1 0,-6-1-7 15,2-1 6-15,1 0-3 0,-4 2-7 0,2 0 0 16,-6 1-3-16,-5 2-2 0,-3-1 0 16,-3-5 0-16,2 2 0 0,-7 2-4 0,-4 0 5 0,-6-1-6 15,-3 0 2-15,-7-2-4 0,2 4 0 16,-11-3 2-16,-2-4-4 0,-9 3 4 0,-31 1-8 15,-1-1 5-15,1-1 2 0,-4-3-9 0,-5 4 4 16,-6-3-3-16,-15-1 4 0,-3 0-1 0,-3-2 2 16,-10 0-3-16,-3 2 0 0,-3-2 0 0,-7 1-3 15,-7 0-16-15,0 0-18 0,13-4-11 0,-13 4-18 16,0 0-11-16,0 0-18 0,-42-8-28 0,9 5-25 16,-6 0-25-16,-18-2-137 0,-33 1-333 0,-3-4 148 15</inkml:trace>
  <inkml:trace contextRef="#ctx0" brushRef="#br0" timeOffset="-209857.18">12498 16744 12 0,'0'0'97'0,"-17"-1"-9"0,17 1-15 0,0 0-15 15,0 0-8-15,0 0-1 0,0 0 5 0,0 0 9 16,0 0-13-16,0 0 12 0,0 0-9 0,0 0 0 16,34 14-8-16,-11-13 6 0,4 2 4 0,4-2-1 15,3 3-6-15,2-4 1 0,1 1 5 0,15-1-7 16,3 2 1-16,-1-2-8 0,2 3 0 0,0-3-4 16,4 2 3-16,-1 0-1 0,8 3-4 0,-1-6-2 15,-1 4 2-15,31-3-6 0,-3 6 4 0,-26-4-3 16,31 2-4-16,3 2 5 0,-4-1-8 0,4 1 4 15,-6-3-2-15,3 3 0 0,5 0 2 0,-3-1-3 16,3 4 0-16,5-6-3 0,-3 1-1 0,10 4-2 16,-14 1-2-16,11 2 3 0,-2 2 0 0,1-7 7 15,3 0-7-15,6 2 3 0,-2-1-5 16,3 3 0-16,-1-3 3 0,2 1 7 0,1-4-4 16,3 5 4-16,3-5-3 0,4 4 2 0,-3-4-5 0,0 2 2 15,-4-1 5-15,6 1 0 0,-2-1-6 16,3 1 4-16,0-4-1 0,0 4-1 0,-4-5-4 15,0-2 1-15,-1 2 3 0,3 0-7 0,-5 4 1 16,-4-7-5-16,6 7 1 0,-8-4 2 0,-5 1-4 16,-1 1-2-16,-4 2-1 0,0-3 3 0,-7 2-4 15,-13-4-5-15,-24 2 3 0,2 1-10 0,-3-3-5 16,-2 3-17-16,-5 1-12 0,-6-1-23 0,-12 2-14 0,-5-4-26 16,-3-1-20-16,-10 1-23 0,-4 1-14 0,-6-4-12 15,-5 4-100-15,-3-1-292 0,-4-1 129 16</inkml:trace>
  <inkml:trace contextRef="#ctx0" brushRef="#br0" timeOffset="-207349.15">12307 16590 123 0,'5'-17'124'0,"3"-2"0"16,-3 0-8-16,-2-1-5 0,5-6-8 15,-5-2-16-15,1-2 6 0,0 1-19 0,-2 2-1 16,-2-4-12-16,2 2-2 0,-2-1-9 0,0-2-4 16,-2-5-4-16,-2 4-1 0,0-2-4 0,-1-10-7 15,-4 11 3-15,4-1-5 0,-6-9-2 0,2 8-9 16,2-12 5-16,1 14-8 0,-1-2 9 0,0-14-9 15,0 1 3-15,5 0-9 0,-5 2 5 0,7 0-2 16,0 12 2-16,0-12 1 0,0 15-1 0,3-4 0 16,1 1 0-16,0 3-2 0,3 0-2 0,0 2 3 15,-2-2-5-15,1 2-1 0,1 2-2 0,0 2-2 16,-2-1-8-16,3 2 11 0,-3-3 2 0,4 4 2 16,0 1 4-16,-4 5-9 0,5-6 1 0,-3 6-3 15,0-1 1-15,0 1-1 0,-3 0-1 0,1 1-3 16,2-2 3-16,0 3 2 0,-1 0 0 0,2-3-6 15,2 4-4-15,-1 3 9 0,0-4-2 0,-1 4 3 16,0 1-4-16,0 0-8 0,1-3 9 0,1 7 3 16,-1-3-6-16,0-2 2 0,4-1 5 0,-4 3-5 15,0-3 5-15,2 1-6 0,1-3 2 0,-6 5-1 16,7 0 7-16,1-1-11 0,-7 2 2 0,-7 9 5 16,16-14 2-16,-5 6-7 0,-1 1-7 0,-10 7 7 15,24-13 8-15,-8 10-5 0,3-3-2 0,-2 4 6 16,5-2-1-16,-4 0-4 0,9 2 3 15,2 0-2-15,-2 1-5 0,2 1 7 0,3 0-3 0,1 0 0 16,-2 1 4-16,5 1-2 0,-2 1-4 16,2 4-2-16,5-1 2 0,-1-2 3 0,12 5-2 15,-1 3-1-15,-1-4 4 0,2 3 1 0,1-1-1 16,1-1 3-16,5 1-6 0,-1-2 6 0,7 3-6 16,25 1 2-16,-25-2 5 0,25 2-4 0,2-1-4 15,-25 1 0-15,23-3 6 0,2 2-2 0,-2-4 1 16,7 3-2-16,1 0 2 0,2-1-2 0,3-2 0 15,-2 1-1-15,-3 2-2 0,4 4 0 0,-2-7 5 16,1 4 1-16,6 2-4 0,3-2 3 0,1 1-1 16,-4-1 0-16,8-2 9 0,-1 0-9 0,-5 2 6 15,6-1-6-15,4-4 5 0,2-2-3 0,-1 1 0 16,4 1 1-16,-1 0-2 0,-3-2 6 0,-1 0-1 16,4 1-3-16,3-3 0 0,-8 5-2 15,6 1 3-15,-10-2-2 0,-1-2 5 0,-3 0-2 0,0 6-5 16,-4-5 3-16,2 1-5 0,-9 8 4 0,4-10-4 15,-6 4 3-15,-1-4 2 0,3 1-1 0,-5-1-4 16,-1 0 5-16,5 2-2 0,-4-5 0 0,3 2-2 16,-6-2-2-16,2 2 8 0,-1-2-4 0,-3-1-5 15,3-1 5-15,2 1-9 0,-4 0 11 0,2 1-6 16,0-4 2-16,-26 1-3 0,36-3 4 0,-36 3 3 16,27-1-4-16,-27 2 6 0,24-6-5 15,-27 4-1-15,1 0-2 0,25-2 9 0,-29 5-8 16,-2-5 3-16,1 3-2 0,-3 3-3 0,0-3 1 15,0 0-2-15,-1 2 7 0,-1-1-7 0,0 1 2 16,3 0-1-16,1 1 3 0,-1-1-1 0,3 0 1 16,-2 0-2-16,1-1-1 0,1 1 4 0,-4 0-1 15,3 0 2-15,-3 0 0 0,-1 1-3 0,-3 2-2 16,0-3-1-16,-13 2 5 0,1-2-3 0,11 3 2 16,0-1-1-16,-14 0 0 0,1-1 2 0,2 2 2 15,12-4-3-15,-13 4 5 0,-1-2-4 0,13-1-1 16,-14 3 0-16,3-2-6 0,11 1 8 0,1-1-3 15,1-2 0-15,-14 2-1 0,14-1 1 0,-2 0 1 16,-14 0-3-16,14-1 6 0,1-1-6 0,-13 1 2 16,0 1 0-16,12 0 6 0,-12 0-10 0,13 1 6 15,-13 1-7-15,13-4 5 0,-14 4 3 0,1-2-1 16,-1-2 5-16,2 4-3 0,-2-1-4 0,13-1 1 16,-14 0-3-16,0 0 2 0,-1 0 5 0,-1 0-10 15,-1 0 7-15,-1 2 0 0,2-2 2 0,-3 0-2 16,0-2 5-16,-2 2-6 0,2 2 1 0,-2-2-1 15,2 1-2-15,-3 0-2 0,-1-1 3 0,-1 0-2 16,0 0 3-16,1 1-2 0,-6 0-2 0,-1-1 8 16,0 0-1-16,7 2-3 0,-6-1-2 0,-2 0-2 15,7 3 4-15,-7-1 0 0,1-1 0 16,-2 0 0-16,1 1-3 0,1 0 0 0,-2-1 3 0,0 0 0 16,-1 0-3-16,0 2 1 0,0 0-1 0,-18-4 2 15,25 4 3-15,-25-4-2 0,21 3-1 0,-10-1-1 16,-11-2-2-16,16 2 1 0,-16-2 3 15,0 0-8-15,16 6 5 0,-16-6 1 0,0 0 0 16,13 10 0-16,-13-10-1 0,8 10 5 0,-8-10 0 16,0 0-3-16,5 24 7 0,-4-11 2 0,3 4 3 15,-4-2-1-15,1 3 0 0,-1 0 9 0,-1 8-10 16,1 1 2-16,-1-8-3 0,1 8 5 0,-5 1-1 16,-2 0-1-16,3-2-1 0,3 2-1 0,-3 2-3 0,4-1 7 15,-4 1-7-15,4 0 13 0,-5 0-3 16,0 3 3-16,2-3-2 0,-3 1 5 0,2 1 0 15,1-4 0-15,-1 2 2 0,0-1-6 0,1 2 8 16,0-2-2-16,2-1-2 0,-3 4 4 0,1-2-6 16,0 1 1-16,2-1 3 0,1 0 0 0,0 0-4 15,-5 1-1-15,1 0-2 0,0 1 3 0,0-1 4 16,-2-3-3-16,2 1-1 0,0 0 1 0,2 2-2 16,-3-3-4-16,3 2-2 0,-4-4 3 0,1 1-4 15,4-8 2-15,-3 6-3 0,1-1 3 16,1-5-7-16,0 2 3 0,1-3-6 0,0 1 3 0,-2 0 0 15,2 2-3-15,-2-3 2 0,1-2 0 0,1 4-1 16,-1-4 1-16,1 1-2 0,-3 0 3 0,2-2-2 16,-1 2 1-16,-1 0-3 0,1 0 5 0,-1-1-6 15,1 0 7-15,-2 0-4 0,0-1 1 0,1-2 3 16,0-1-5-16,-2-2 1 0,-2 5 0 0,2-6 0 16,-1 1-1-16,1-1 2 0,0 0 29 15,-5 1-4-15,3-3-2 0,-2 0-1 0,2 1-3 16,-3-1-5-16,0-2 1 0,1 4-2 0,-6 0-2 0,2-1 0 15,-1 0-4-15,-1 0 1 0,3-2-2 0,-2 1 3 16,1-2-10-16,-1 2 6 0,-2-1-2 0,-1 1-1 16,1-1 0-16,-3-2-4 0,1 1 1 15,-1 1-1-15,-1-3 3 0,-6 4 0 0,-1-3-3 0,0 3 0 16,-4-5 0-16,-4 1 1 0,1 0-3 16,-5-1 1-16,-11 0-3 0,-3 1 2 0,-1-4-2 15,-5 3-5-15,0-3 7 0,-2 2 1 0,-1-1-11 0,-1 0 11 16,0-4-2-16,-1 6 3 0,-1-4-2 0,0-2-1 15,-1 4 2-15,-24-6-3 0,28 7 3 0,-3-2-3 16,-23-1-2-16,26 3 2 0,-2-2-1 16,-26-3 4-16,26 4 0 0,1-3-5 0,-27 2 4 15,0 1 1-15,29-2-3 0,-2 3-3 0,-29 0 6 16,27-1-12-16,2 0 16 0,-33 0-8 0,30 0 4 16,1 0-3-16,-26-1 2 0,2 2 1 0,30-2 2 15,-4 0-2-15,0 0-2 0,0-1 1 16,1 1-1-16,1-1-11 0,-1 0 11 0,0-2 3 0,3 2-4 15,3-1 3-15,-2 0-4 0,4-2-2 0,0 2 4 16,-5-2-4-16,0 0 5 0,-1 0-1 0,4-1-2 16,4 2 4-16,0-2-4 0,2 1 1 0,-1-1 0 15,1 2 1-15,0-2-5 0,1 0-1 0,15 0 0 16,-4 1-4-16,3 0-8 0,1-1 11 0,1-2-7 16,-1 3 4-16,2-3 4 0,0 1-8 15,4 3 4-15,-2-2 0 0,0-2 1 0,-1 0 2 0,12 3 1 16,-12-2-3-16,1 0 3 0,2-2 0 15,0 2 4-15,-1 3-7 0,-1-5-3 0,2 3 6 16,-4 0 2-16,-2 1-3 0,-4 3 4 0,3-1-2 0,0 1 0 16,-3-3 0-16,0 0-1 0,3 1 2 0,2 1 2 15,0 2-1-15,2 2 3 0,2 1-5 0,8-1 4 16,2-2-2-16,0 4-3 0,0-3-16 0,7 3-16 16,-2 0-16-16,15-3-27 0,0 0-17 0,-22 2-31 15,22-2-30-15,-11 3-51 0,11-3-160 16,0 0-400-16,0 0 177 0</inkml:trace>
  <inkml:trace contextRef="#ctx0" brushRef="#br0" timeOffset="-206651.67">13536 16170 5 0,'0'0'54'0,"11"5"-10"0,-7-3-15 0,-4-2-10 15,8 6-30-15,-3-3-13 0,-5-3-25 0,8 4 11 16</inkml:trace>
  <inkml:trace contextRef="#ctx0" brushRef="#br0" timeOffset="-206094.59">21130 16103 1241 0,'11'-4'21'0,"1"0"5"0,-5 1 6 0,0-1-18 16,0 2 7-16,-7 2-11 0,9-3-7 0,-9 3-2 16,0 0 4-16,9 0 2 0,-9 0-5 0,0 0-3 15,0 0 2-15,0 0-2 0,6 5 4 0,-6-5 4 16,0 0 3-16,0 8 11 0,0-8-3 0,0 0-2 15,0 0 6-15,-6 11-1 0,6-11 0 0,0 0-2 16,-5 9-1-16,5-9-2 0,-1 6 0 0,1-6 6 16,0 0-7-16,0 0-10 0,0 0 10 0,0 0-1 15,-4 5 4-15,4-5-5 0,0 0 1 0,0 0 2 16,0 0 3-16,0 0-6 0,0 0-3 0,0 0 0 16,0 0 0-16,0 0 2 0,0 0-12 0,0 0-21 15,0 0-14-15,0 0-36 0,0 0-35 0,0 0-30 16,-6 7-103-16,6-7-256 0,-13-1 113 0</inkml:trace>
  <inkml:trace contextRef="#ctx0" brushRef="#br0" timeOffset="-73963.16">18171 15198 64 0,'0'0'77'0,"0"0"-1"0,-2-7 7 0,2 7-7 16,0 0-8-16,0 0-2 0,0 0-4 0,0 0-4 15,0 0-1-15,0 0-7 0,-2-7-17 0,2 7 16 16,0 0-16-16,0 0-4 0,0 0 1 0,0 0-12 15,0 0 3-15,0 0 6 0,0 0-9 0,0 0-2 16,0 0 3-16,0 0 3 0,0 0-9 0,0 0 3 16,0 0-10-16,0 0 13 0,0 0-1 15,0 0-8-15,0 0-12 0,0 0 10 0,0 0 3 0,0 0 0 16,0 0-13-16,0 0 9 0,0 0 2 0,0 0-6 16,0 0 0-16,0 0 3 0,0 0-9 0,0 0 11 15,0 0-8-15,0 0 6 0,0 0 2 0,0 0-2 16,0 0-1-16,0 0 7 0,0 0-11 0,0 0 9 15,0 0-1-15,0 0-6 0,0 0-1 0,0 0 2 16,0 0 1-16,0 0-3 0,0 0 10 0,12 18-20 16,-12-18 13-16,4 10-2 0,-3-3-3 0,3 2 5 15,-3 3-2-15,2 2 6 0,-2-1-12 0,0 0 15 16,2 3-7-16,-2-4-2 0,0 4 7 0,2-3-5 16,-1-2 0-16,1-1-1 0,1-1 0 15,-2-4 2-15,0 2-2 0,-2-7 2 0,3 7 0 0,-3-7 1 16,0 0-2-16,4 6 15 0,-4-6-20 0,0 0 4 15,0 0 1-15,0 0 8 0,8-20-11 0,-8 10-6 16,2 0 1-16,0-1 9 0,-2 3-9 16,0-3 3-16,0 2-1 0,-2-2 4 0,1 2-3 0,1 9 0 15,-2-13 3-15,0 8 11 0,2 5-4 0,-2-9 5 16,2 9-8-16,-3-7 3 0,3 7-7 0,0 0 11 16,0 0 0-16,-10-3-13 0,10 3 2 0,0 0-4 15,-9 11-11-15,7-5-18 0,2-6-14 0,-6 12-30 16,5-4-22-16,1 1-114 0,0-2-226 15,3 5 101-15</inkml:trace>
  <inkml:trace contextRef="#ctx0" brushRef="#br0" timeOffset="-72480.69">23486 16438 1686 0,'12'0'-45'0,"-1"-3"41"0,0 2 11 15,-5-2-13-15,-6 3-2 0,12-2 2 0,-12 2 10 16,12-3-8-16,-12 3 1 0,8-2-4 0,-8 2 6 0,0 0-4 15,6-2 1-15,-6 2 15 0,0 0-16 16,0 0 7-16,8 0-8 0,-8 0 2 0,0 0 1 16,0 0 3-16,0 0 3 0,0 0-2 0,0 0-2 15,0 0 3-15,9-3 5 0,-9 3 6 0,0 0-4 16,0 0 0-16,0 0-3 0,0 0 3 0,0 0-2 16,0 0 2-16,0 0-2 0,0 0-3 0,0 0 4 15,0 0 2-15,0 0-6 0,0 0 2 0,0 0 1 16,0 0 3-16,0 0-2 0,0 0 2 0,0 0-3 15,0 0 2-15,0 0 1 0,0 0 1 0,0 0-8 16,0 0 3-16,0 0-3 0,0 0 2 0,0 0-3 16,0 0-1-16,0 0-1 0,0 0 3 0,0 0 0 15,0 0 1-15,0 0-1 0,0 0 1 0,0 0-4 16,0 0-7-16,0 0-5 0,0 0-10 0,0 0-8 16,0 0-14-16,0 0-20 0,0 0-17 0,0 0-22 15,0 0-29-15,0 0-89 0,0 0-240 0,-30 16 106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2T07:10:15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19385 9036 20 0,'-1'11'40'16,"1"-11"-3"-16,-6 20-8 0,2-11 4 0,4-9-7 16,-5 15-5-16,5-15-1 0,-6 14 0 0,6-14-2 15,-3 13-4-15,3-13-4 0,-7 10-2 0,7-10 3 16,0 0-4-16,0 0-2 0,0 0 8 0,-3 13-18 15,3-13-4-15,0 0-8 0,-7 1 1 0,7-1-6 0,0 0-23 16,0 0 40-16,0 0-31 0,0 0-38 0,0 0 16 16</inkml:trace>
  <inkml:trace contextRef="#ctx0" brushRef="#br0" timeOffset="99.31">19334 9110 11 0,'0'0'21'0,"0"0"-3"15,0 0-4-15,0 0 3 0,0 0-8 0,0 0 5 16,0 0-6-16,0 0-11 0,0 0-7 0,0 0-7 15,0 0-18-15,0 0 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7T04:19:01.8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8174 2452 64 0,'8'-14'82'0,"-4"3"2"0,0-2-4 0,0 4 7 15,-1 0 5-15,-2 2-2 0,-1 7 4 0,3-10-7 16,-3 10-11-16,2-8-9 0,-2 8-13 0,1-7-2 16,-1 7-8-16,0 0 3 0,0 0-5 0,0 0-3 15,-9 34 13-15,0-7-5 0,-6 3 2 0,0 14-2 16,-6 0-4-16,-2 0 2 0,4-2-3 0,1-9-8 15,4-4 0-15,-4 0 1 0,7-2-4 0,-3 0-11 16,3-4 3-16,4-7-3 0,0-1-2 0,-1-1 1 16,2-4-7-16,3 0 4 0,0-3-1 0,0-1-2 15,2 0 9-15,1-6 12 0,-4 7 20 0,4-7 2 16,0 0-2-16,0 0-9 0,0 0 2 0,0 0-7 16,0 0-6-16,8-29-1 0,0 12-11 0,-1-1 2 15,6-4-5-15,1-5-3 0,0-1-1 0,2-2-2 16,1 1-2-16,-1-2-8 0,9-12 3 0,-7 12 0 15,1-12-8-15,-2 12 5 0,2-12-2 0,-2 13-2 16,-1 0-1-16,0 2 1 0,-2 2-1 16,0 3 3-16,-4 6-4 0,-1 3 1 0,-1 5-2 0,-3 1-7 15,0 2 3-15,-1 4-2 0,-4 2 2 0,0 0-1 16,0 0 0-16,20 8-1 0,-16 5 6 0,-1 5 3 16,-2 0-5-16,-1 5 3 0,-1 3-2 0,-1 2 5 15,-2-2 0-15,2 0-5 0,2 0 10 0,-3 0-6 16,-2 0-3-16,5-7 6 0,-1 0 3 0,0 4-3 15,-1-4 3-15,2 2-3 0,2-3 3 16,-2-1-1-16,-2 1-1 0,2 1-9 0,0-2-10 0,0 0-21 16,0-2-19-16,-2 0-17 0,2-4-34 0,-3 6-31 15,3-8-12-15,-2 3-133 0,-2-2-306 0,-1-1 136 16</inkml:trace>
  <inkml:trace contextRef="#ctx0" brushRef="#br0" timeOffset="190.27">7841 2651 8 0,'0'0'80'0,"20"-2"-8"0,-1 2-4 0,4-1-1 16,10 1-11-16,5 0-3 0,16 1-10 15,-2-2-7-15,1 2-28 0,-1 1-9 0,-14-1-16 16,0-1-14-16,-3 0-12 0,-1 1-24 0,-4-1-72 15,0 2 32-15</inkml:trace>
  <inkml:trace contextRef="#ctx0" brushRef="#br0" timeOffset="499.08">8487 2653 28 0,'6'0'8'16,"-6"0"9"-16,9-5 17 0,-9 5 8 0,7-6 8 15,-7 6 12-15,3-7 3 0,-3 7 16 0,0 0 10 16,0 0 2-16,0-8-10 0,0 8 4 0,0 0-15 16,4-7-7-16,-4 7-3 0,0 0-6 0,0 0-9 15,0 0-5-15,0 0-10 0,8 17 2 0,-4-6 1 16,-2-2-1-16,2 8 0 0,1 0-5 0,-1 0 2 15,1 2 6-15,-2 0-13 0,3 4 5 0,-3-4-7 16,-1-2 5-16,3 1 1 0,-1-6-11 16,0-1 3-16,1 0 0 0,-3-2-4 0,4 3 1 0,-5-7 5 15,3 0 4-15,-4-5 21 0,5 7 25 16,-2-4 19-16,-3-3 4 0,0 0-6 0,0 0-10 16,20-7-9-16,-14-3-5 0,2 0-5 0,2-4-9 0,2-1-1 15,4-4-5-15,0-1-7 0,-6 2-3 0,5-6-2 16,-2 1-6-16,4-5-1 0,-3 1-1 15,4-3-7-15,-3 1 1 0,4 0-6 0,-1-1 0 16,0 2-11-16,0 4-6 0,0-1-10 0,-3 12-21 16,0-6-32-16,-1 9-29 0,-2 5-34 0,1 1-39 15,-1 1-30-15,1 5-129 0,-1 3-356 0,-3 0 158 16</inkml:trace>
  <inkml:trace contextRef="#ctx0" brushRef="#br0" timeOffset="670.15">9237 2711 5 0,'0'0'155'0,"17"-3"-17"15,-17 3-6-15,15-5-22 0,-7 3-1 0,-8 2-20 16,20-3-8-16,-10 0-11 0,3 2-25 0,-13 1-32 16,22 0-32-16,-10 1-27 0,-1 2-26 0,-1-1-63 15,-1 3-147-15,-9-5 65 0</inkml:trace>
  <inkml:trace contextRef="#ctx0" brushRef="#br0" timeOffset="804.45">9288 2799 130 0,'-9'3'178'0,"9"-3"-2"0,0 0-7 16,0 0-14-16,0 0-20 0,0 0-12 0,0 0-12 16,0 0-16-16,0 0-10 0,0 0-19 0,0 0-29 15,35 1-34-15,-16 0-38 0,11-1-53 16,4-1-136-16,-4 0-241 0,6-2 106 0</inkml:trace>
  <inkml:trace contextRef="#ctx0" brushRef="#br0" timeOffset="2558.75">11054 2220 53 0,'0'-10'199'15,"2"1"-2"-15,-2 2-10 0,0 7-19 0,0-10-12 0,0 10-18 16,1-9-14-16,-1 9-15 0,0 0-11 0,0 0-13 16,0 0 0-16,14 22-8 0,-8-6-4 15,3 9-4-15,1 1-4 0,-1 1-4 0,0-1-5 16,-1 4-5-16,0-2-1 0,3 2-6 0,-7-3-3 16,5 1-7-16,-1-3 3 0,-1-6-5 0,0 4-1 15,-2-7-9-15,0 3 1 0,1-5-4 0,-2-2-2 16,0-5 0-16,-2 0-1 0,2 0-2 0,-2-2 1 15,-2-5 1-15,2 10 5 0,-2-10 4 0,3 5 17 16,-3-5-2-16,0 0-6 0,0 0-1 0,16-17-2 16,-5 3-5-16,-1-3-4 0,5-5-2 0,-1-2-5 15,3-2 3-15,-2-1-5 0,6 0 0 0,-6-1-2 16,5-1 0-16,-1 2-5 0,-2-3 0 0,0 3-10 16,-3 0-17-16,3 2-13 0,-4 1-11 0,-2 7-12 15,-2 0-24-15,-2-2-33 0,0 4-22 0,0 5-12 16,-3-1-39-16,-1 5-154 0,1 2-367 0,-4 4 163 15</inkml:trace>
  <inkml:trace contextRef="#ctx0" brushRef="#br0" timeOffset="2847.52">11548 2471 1359 0,'6'4'51'0,"-3"1"25"0,0 0-44 16,2-2-20-16,-5-3-2 0,5 6-7 0,-2-1 0 15,0 1 11-15,-1 0 5 0,-2-6 6 0,3 13 9 16,-1-3 8-16,-2 1-2 0,0 1-3 0,0-1 1 16,0 2-1-16,-2 3 11 0,-1-3-6 0,-1 3 8 15,0-3-11-15,2 3-1 0,-3-5-6 0,2 1-2 16,2-2-2-16,-1 0-4 0,-1-2 0 0,3-1-3 16,0-7 1-16,0 14-7 0,-3-9 0 0,3-5 2 15,3 12-2-15,0-7-1 0,0 1-2 16,5-2 1-16,-2 3 4 0,3-4-6 0,5 2 3 15,2-1-4-15,4-1-14 0,9-2-19 0,1 2-22 16,1 0-37-16,-2-3-32 0,-2-1-52 0,1 2-160 16,-9 2-351-16,0-3 156 0</inkml:trace>
  <inkml:trace contextRef="#ctx0" brushRef="#br0" timeOffset="3134.05">10726 3178 45 0,'-8'3'163'0,"8"-3"2"16,0 0-4-16,0 0-6 0,0 0 4 0,52 8-15 15,-13-9-9-15,21-2-9 0,30 3-11 0,-27-7-10 16,33 2-11-16,0-2-12 0,-5 3-8 0,-27 1-9 16,1-4-14-16,-2 4-26 0,-6 1-20 15,-19 1-33-15,3 2-28 0,-9 1-42 0,1 1-41 16,-6-2-119-16,-10 5-280 0,-5-3 124 0</inkml:trace>
  <inkml:trace contextRef="#ctx0" brushRef="#br0" timeOffset="3507.29">11086 3414 135 0,'0'0'219'0,"0"0"-19"0,0 0-20 0,-10 1-19 15,10-1-15-15,0 0-8 0,4 15-11 0,-4-15-3 16,9 19-9-16,-2-4-7 0,1-1-10 0,2 3-5 15,-3-2-13-15,3 8-2 0,0-7-6 0,-3 2-6 16,0-1-7-16,1 2-3 0,1-3-7 16,-2 1-2-16,0 0-6 0,1-2-3 0,-5-1-2 0,2-5-3 15,-1 2-7-15,0-3 0 0,0 3 2 0,-1-4-8 16,-3-7 0-16,6 12-1 0,-2-6-2 16,-4-6 0-16,0 0 0 0,5 11 0 0,-5-11 5 0,4 6 9 15,-4-6 2-15,0 0-4 0,0 0 1 0,0 0-6 16,19-17-1-16,-8 4-2 0,5-2 2 0,0-5-5 15,1-3-5-15,2 1 3 0,0-1-6 16,-3-1 1-16,1 0-2 0,0 1-2 0,1-2-10 16,-2 5-6-16,0-2-10 0,-5 8-15 0,0-1-14 15,-4 4-24-15,2 1-26 0,-2 3-47 0,-3 2-50 0,-4 5-206 16,8-5-434-16,-8 5 192 0</inkml:trace>
  <inkml:trace contextRef="#ctx0" brushRef="#br0" timeOffset="3953.32">11443 3932 16 0,'0'0'164'0,"2"4"-1"16,-2-4 3-16,0 0-3 0,0 0-5 0,0 0-6 15,0 0-7-15,0 0-8 0,0 0-14 0,0 0-7 16,0 0 0-16,0 0-3 0,16-11-4 0,-16 11-8 16,3-6-6-16,-3 6-4 0,3-10-6 0,-3 10-1 15,3-8-2-15,-3 8 6 0,5-10-7 0,-5 10-5 16,5-10-3-16,-5 10-7 0,5-14-7 0,1 6-7 16,-2-1-5-16,3-3-1 0,-2 1-7 0,2-4 7 15,-2 4-15-15,5 2 1 0,-3-5-2 0,0 2-2 16,0 2-1-16,-1-1 0 0,-2 0 1 0,4 0-6 15,-4 2 2-15,0-1 0 0,-1 3 3 16,1 1-2-16,-4 0 0 0,0 6-1 0,4-8 2 16,-4 8-1-16,2-7 0 0,-2 7-3 0,0 0-3 15,0 0-6-15,5-5-5 0,-5 5-2 0,0 0-1 0,0 0 2 16,0 0-5-16,0 0 1 0,-13 17 0 0,10-10 0 16,3-7-3-16,-4 20 10 0,3-9-8 0,1 1-2 15,1-1-7-15,2 2-14 0,1-1-14 0,5 2-24 16,0-4-21-16,-2-4-35 0,2 1-42 15,4-1-54-15,-1-2-56 0,-3 2-176 0,-9-6-479 0,16 3 213 16</inkml:trace>
  <inkml:trace contextRef="#ctx0" brushRef="#br0" timeOffset="4121.08">11621 3553 2075 0,'-8'-14'19'0,"-1"-1"60"0,2 0-9 15,-1 4-23-15,2 4-8 0,4 1-12 0,-1-1-12 16,3 7-4-16,-5-9-14 0,5 9-17 0,-3-9-29 16,3 9-25-16,0 0-31 0,8-7-39 0,4 6-51 15,-1 0-104-15,17-3-324 0,-2-1 144 0</inkml:trace>
  <inkml:trace contextRef="#ctx0" brushRef="#br0" timeOffset="4368.74">12772 3234 2740 0,'0'0'35'0,"0"0"21"15,-17-17-13-15,17 17-17 0,-4-5-12 16,4 5-8-16,-4-7 1 0,4 7-3 0,0 0-2 15,-6-7-1-15,6 7 1 0,0 0-3 0,0-6 1 16,0 6-7-16,0 0-9 0,17-1-14 0,-17 1-21 16,16 0-26-16,-7 0-37 0,5 1-41 0,-5 0-52 15,1 3-173-15,-3-3-412 0,-7-1 183 0</inkml:trace>
  <inkml:trace contextRef="#ctx0" brushRef="#br0" timeOffset="4517.53">12702 3328 78 0,'-5'4'239'0,"5"-4"-29"0,0 0-18 16,0 0-17-16,0 0-26 0,0 0-8 0,0 0-11 15,29-2-31-15,-15-1-27 0,4 0-37 0,9 0-41 16,2-1-64-16,-2 0-69 0,0-2-79 0,0 0-236 16,0 0 105-16</inkml:trace>
  <inkml:trace contextRef="#ctx0" brushRef="#br0" timeOffset="5701.65">14222 1700 141 0,'0'0'214'0,"0"0"-4"16,-11-8-14-16,11 8-12 0,0 0-18 0,-5-8-13 16,5 8 7-16,0 0-17 0,0 0-10 0,0 0-17 15,28-11-9-15,-10 8-20 0,2 1-24 0,8-1-27 16,2 0-34-16,-1 2-27 0,-8 1-35 0,8 1-49 15,-8-1-44-15,-2 0-141 0,-1 2-319 0,-5-1 141 16</inkml:trace>
  <inkml:trace contextRef="#ctx0" brushRef="#br0" timeOffset="6061.16">14365 1726 146 0,'-2'10'173'0,"-4"9"-3"0,6-3-11 16,-2 2-8-16,2 1-13 0,-2 0 0 0,1 0-8 16,-1 0-9-16,2 4-8 0,-4-4-12 0,7 0-8 15,-3-2-2-15,1-1-13 0,0 3-2 0,-1-3-14 16,0 1-2-16,0-1-5 0,0-4-9 0,0 1 0 16,1 2-7-16,-1-15-4 0,0 22 2 0,-2-13-4 15,2-9 4-15,-6 19-9 0,2-9-5 0,4-10 0 16,-8 15-7-16,2-9-3 0,6-6 2 0,-11 9-4 15,11-9-4-15,-14 6 2 0,14-6-3 0,-18 3 3 16,6-1-1-16,4-1-6 0,8-1 4 0,0 0 3 16,-18-3-4-16,18 3 0 0,-11-1 4 0,11 1 1 15,0 0-4-15,0 0-1 0,0 0-3 0,-16-2 2 16,16 2 2-16,0 0-4 0,0 0 1 0,0 0 0 16,0 0-1-16,0 0-1 0,49 3-5 15,-30 0-19-15,3-1-18 0,7 2-31 0,-2-1-30 16,2 1-59-16,0-1-46 0,-2 1-121 0,-7-1-355 0,-2-3 157 15</inkml:trace>
  <inkml:trace contextRef="#ctx0" brushRef="#br0" timeOffset="6327.5">14638 2106 114 0,'0'0'240'0,"0"-10"-11"15,0 10-15-15,0 0-18 0,4-7-20 0,-4 7-21 16,0 0-17-16,0 0-15 0,0 0-16 0,0 0 1 15,0 0 3-15,0 0-9 0,0 0-5 0,8 28-1 16,-7-12-13-16,-1-5 2 0,1 1-1 0,-1 0-8 16,0-12-8-16,0 29-9 0,-1-13 0 0,1-5-10 15,1 3-4-15,-1-14 0 0,2 19-3 16,-2-19-3-16,2 14-6 0,2-6 3 0,-4-8-7 0,5 12-3 16,-1-6 5-16,-4-6-7 0,17 9 2 15,-9-4-3-15,6-2-15 0,-14-3-19 0,30 2-21 16,-13-1-24-16,5-1-29 0,-4 0-29 0,2-1-38 0,-1-1-57 15,3-3-31-15,-2 0-140 0,-2 1-411 0,0-4 182 16</inkml:trace>
  <inkml:trace contextRef="#ctx0" brushRef="#br0" timeOffset="6549.7">15184 2029 73 0,'4'-9'248'0,"-4"9"-20"0,0 0-24 15,0 0-18-15,0 0-19 0,4-9-21 0,-4 9-15 16,0 0-5-16,0 0-12 0,0 0-1 0,0 0-6 16,14 17-11-16,-7-9-8 0,-1 1 7 0,-1 1-10 15,5-1-6-15,-2 1-9 0,1 3-6 0,3 1-4 16,-1-5-6-16,1 2-6 0,0 2-6 0,-2-1-17 16,1 3-24-16,-4-7-27 0,2 2-28 0,-3-2-44 15,-6-8-34-15,13 17-54 0,-9-11-173 0,-4-6-390 16,3 11 173-16</inkml:trace>
  <inkml:trace contextRef="#ctx0" brushRef="#br0" timeOffset="6735.48">15427 2034 170 0,'-4'-10'184'0,"4"10"-1"15,0 0-6-15,0 0-9 0,-26 13-3 0,13-3-9 16,-9 7-11-16,-2-2-10 0,0 4-14 15,2 0-11-15,-3-3-8 0,3 3-9 0,1 0-14 16,6-5-29-16,-1 2-33 0,4-1-39 0,4-1-38 16,-4 2-59-16,6-6-56 0,-1-1-106 0,2 1-302 15,5-10 134-15</inkml:trace>
  <inkml:trace contextRef="#ctx0" brushRef="#br0" timeOffset="7000.96">15831 1880 174 0,'0'0'227'0,"8"-7"-27"0,-8 7-21 16,7-5-16-16,-7 5-25 0,0 0 4 0,0 0 3 16,4 23 1-16,-3-8-3 0,-2 9-1 0,-1 1-10 15,0-1-2-15,-1 4-6 0,0-8-12 0,-1 6-10 16,2 0-5-16,-2 0-14 0,-1-6-2 0,1 4-9 15,-1-7-1-15,0 1-11 0,2 0-4 16,-1 6-4-16,0-5-11 0,1-2-23 0,0-1-21 16,0-1-21-16,0 1-32 0,-2-8-27 0,0 5-25 15,-1-4-44-15,6-9-51 0,-11 14-198 0,1-7-433 16,10-7 192-16</inkml:trace>
  <inkml:trace contextRef="#ctx0" brushRef="#br0" timeOffset="7321.3">15851 1904 73 0,'11'-2'151'16,"-11"2"1"-16,0 0-5 0,0 0-9 0,13 13-13 16,-7-5-10-16,-5 1-8 0,-1 1-7 0,0-10-12 15,-5 22-8-15,0-10-5 0,-3 1-6 0,2-4-11 16,-3 5 2-16,-4-2-9 0,0-1-2 15,1 0-5-15,3-2-7 0,-2-4-5 0,0 1-4 16,2-1 2-16,3-2-6 0,6-3 1 0,-13 7-5 16,13-7-4-16,-10 6 4 0,10-6-7 0,-8 2 0 15,8-2-5-15,0 0 2 0,0 0-7 0,-8 5-8 16,8-5 11-16,0 0-3 0,-1 16 8 0,1-16 3 16,4 14 2-16,0-5 5 0,0-3 0 0,-4-6 2 15,11 21-3-15,-2-13-4 0,1 2 3 0,4 3-6 16,9 2-30-16,-6-4-39 0,2-2-42 0,5 3-79 15,-7-4-122-15,-2-1-323 0,6-3 143 0</inkml:trace>
  <inkml:trace contextRef="#ctx0" brushRef="#br0" timeOffset="8198.34">16261 2010 142 0,'2'-9'197'0,"-2"9"-15"0,3-6-26 15,-3 6-8-15,0 0-21 0,0 0-32 0,0 0-24 16,4-4-29-16,-4 4-34 0,0 0-45 0,0 0-72 15,0 0-62-15,8 15-185 0,-8-15 83 0</inkml:trace>
  <inkml:trace contextRef="#ctx0" brushRef="#br0" timeOffset="8622.62">14231 2665 129 0,'-8'0'164'0,"8"0"-1"0,0 0 0 0,31 1-13 0,5 2-5 16,27-1-9-16,39 1-12 0,9 1-6 0,13-1-17 16,14 3-6-16,10-2-11 0,10-3-7 15,9 5-14-15,3 1-2 0,2-1-7 0,-7 2-6 16,2 0 0-16,-3-3-8 0,-9 4-2 0,-4-6-7 15,-10 4 3-15,-17 2-8 0,-14-8 0 0,-9 0-4 16,-36 2 3-16,-3-3-6 0,-7 1-18 0,-16-2-20 16,-7 1-19-16,-10-2-18 0,-4 0-21 0,-6-2-40 15,-4-2-31-15,-5 1-141 0,-3 5-312 0,-10-17 139 16</inkml:trace>
  <inkml:trace contextRef="#ctx0" brushRef="#br0" timeOffset="9795.71">15771 1919 25 0,'0'0'112'0,"0"0"-3"0,0 0-8 0,0 0-15 16,4-9-2-16,-4 9-9 0,0 0-11 0,0 0-1 16,3-4-8-16,-3 4-4 0,0 0-4 0,0 0 0 15,0 0-4-15,0 0 2 0,0 0 1 0,0 0-5 16,0 0 3-16,0 0-5 0,0 0-1 0,0 0 7 15,0 0-14-15,0 0-1 0,0 0 6 0,0 0-19 16,0 0 6-16,0 0-1 0,0 0-2 0,0 0 5 16,0 0-11-16,0 0 0 0,0 0 3 0,0 0-6 15,0 0 6-15,0 0-14 0,0 0 12 0,0 0-3 16,0 0-5-16,0 0 7 0,0 0 5 0,0 0-10 16,0 0 13-16,0 0-5 0,10-8-4 0,-10 8 2 15,0 0-6-15,0 0 8 0,0 0-8 0,0 0-5 16,3-10 9-16,-3 10 0 0,0 0-7 0,0 0-1 15,9-7 3-15,-9 7 1 0,11-2-6 16,-11 2 3-16,12-1-4 0,-12 1 5 0,0 0-5 0,23 3 4 16,-16 0-1-16,2 0 4 0,0 2-5 0,-3 0-3 15,3 1 8-15,-4 2-4 0,2 1 0 0,-2 1 4 16,0-1-6-16,-1 1 2 0,-1 0 0 0,0-1-2 16,1 1 1-16,-3 0 6 0,-1-10-4 0,-1 17 7 15,1-6-4-15,0-11-7 0,-4 17 8 16,1-7 2-16,-2-1-6 0,-3-1 1 0,1 1 0 15,-1 0-2-15,-1-3 1 0,-1 1 4 0,-1-1-4 16,0 0-6-16,0-1 4 0,1-2 2 0,-2 3-1 16,1-4 1-16,-1 0 4 0,0 1-5 0,0 0 1 15,-2-5-2-15,14 2-1 0,-19 2 3 0,7-4 3 16,12 2-1-16,-16-1-4 0,16 1 5 0,-11 1-3 16,11-1-1-16,0 0-1 0,0 0 4 0,-14-2-3 15,14 2-1-15,0 0 1 0,0 0-4 0,0 0 4 16,0 0 0-16,0 0-5 0,0 0 2 0,0 0-3 15,-14-2 2-15,14 2-1 0,0 0-1 0,0 0-3 16,0 0-2-16,0 0 6 0,0 0-1 0,0 0 1 16,0 0-4-16,0 0 4 0,0 0 4 0,0 0 1 15,0 0 5-15,0 0 2 0,0 0-2 0,0 0 4 16,0 0-4-16,0 0 7 0,0 0-8 0,0 0-2 16,0 0 2-16,0 0 0 0,0 0-1 0,0 0-5 15,0 0 5-15,0 0-1 0,0 0-3 0,0 0 3 16,0 0-6-16,0 0 6 0,0 0-6 15,0 0 3-15,0 0 0 0,0 0 2 0,0 0-1 0,0 0 0 16,0 0 1-16,0 0 0 0,0 0 6 0,0 0 7 16,0 0 4-16,0 0 1 0,0 0 4 0,0 0 2 15,0 0-3-15,0 0 3 0,0 0 7 0,0 0-9 16,0 0 0-16,0 0-5 0,0 0-3 16,0 0-3-16,0 0-1 0,0 0-5 0,0 0 2 15,0 0 0-15,0 0 1 0,31 16 12 0,-21-11-11 16,4 2 3-16,2 3 0 0,-1-3 7 0,3 2 3 15,-2 1 5-15,1 1-10 0,1-2 0 0,-4 2-5 16,1 3 0-16,-3-2-3 0,-1 1 0 0,2-2-1 16,1 1-1-16,-1 1 2 0,0-2-2 0,1-1 1 15,-7-2-3-15,1 1 0 0,2-1-2 0,0-2-3 16,-2 2 5-16,0-2-12 0,1 2-22 0,-2-1-22 16,-7-7-22-16,9 12-26 0,-2-7-42 0,3 0-32 15,-10-5-48-15,12 9-178 0,-12-9-425 0,10 7 188 16</inkml:trace>
  <inkml:trace contextRef="#ctx0" brushRef="#br0" timeOffset="10329.73">15820 1903 59 0,'0'0'174'0,"0"0"-11"0,0 0-5 0,0 0-20 0,0 0-6 16,0 0-13-16,0 0-13 0,0 0-15 16,0 0-12-16,0 0-9 0,0 0-8 0,0 0-1 15,0 0-6-15,0 0-8 0,-21 21 4 0,16-6-6 16,0 2-3-16,-4 2-2 0,5 0-1 0,-2 4-5 16,2-3 0-16,-3 7-1 0,5-3-1 0,1 5-2 15,-3-8-6-15,4 6 4 0,0-1-6 0,2 2-9 16,0-9-18-16,1 7-19 0,-1-1-30 0,2-8-23 15,1 3-27-15,-1-1-31 0,0-2-129 0,-2 0-286 16,-2-5 127-16</inkml:trace>
  <inkml:trace contextRef="#ctx0" brushRef="#br0" timeOffset="36139.65">16405 2119 19 0,'-6'-6'138'0,"6"6"3"0,-3-7-1 15,3 7-6-15,0 0-9 0,-5-8-4 0,5 8-4 16,0 0-11-16,-5-4-6 0,5 4-12 0,0 0-9 0,0 0-17 15,0 0 0-15,0 0-6 0,0 0-2 0,0 0-10 16,0 0 11-16,-9 13 5 0,6-6-6 16,1 3-7-16,-3 0 6 0,0 2-5 0,-1 4 5 15,-3 7-5-15,4-4-1 0,-2 0-1 0,0-3-7 16,1 2-1-16,-1-1-4 0,5 1 4 0,-2-4-4 16,0-1-4-16,3-2-2 0,-1 0 1 0,-2 0-3 15,4-3-5-15,-3-1 0 0,3-7-2 0,-1 11 1 16,1-11-3-16,-2 10 2 0,2-10-2 0,0 0 0 15,2 8 2-15,-2-8 1 0,0 0 1 0,0 0-1 16,2 6-3-16,-2-6-1 0,0 0 1 0,12 1-2 16,-2-2-4-16,4-1-5 0,5-1-6 0,12 0-18 15,2-3-28-15,3 1-21 0,0 1-36 0,3 2-48 16,-3 2-50-16,-3 1-153 0,-3-1-383 0,-2 1 170 16</inkml:trace>
  <inkml:trace contextRef="#ctx0" brushRef="#br0" timeOffset="37911.51">14857 2995 183 0,'-10'-1'196'0,"10"1"-7"16,0 0-13-16,-9-3-15 0,9 3-19 0,0 0-12 16,-6-2-15-16,6 2-14 0,0 0-9 0,0 0-6 15,0 0-11-15,29 2-5 0,-7 1-5 0,7-2-9 16,5 0-11-16,-1 1-25 0,1 2-22 0,4-1-29 16,0 0-41-16,-6-1-33 0,0 2-36 0,-12-1-118 15,-3-3-280-15,-3 0 124 0</inkml:trace>
  <inkml:trace contextRef="#ctx0" brushRef="#br0" timeOffset="38289.28">14995 3061 133 0,'-2'18'192'0,"0"8"-8"0,1 1-2 0,0 1-12 0,1 1-7 16,-3-1-6-16,-2 3-8 0,3-1-10 0,0 0-3 15,-1-4-11-15,0 3-3 0,2-5-15 0,-1-5-5 16,0 7-9-16,0-9-9 0,1 0-1 0,0 0-16 16,0-3-6-16,-1-2-5 0,2-1-7 0,-3 0-2 15,0 0-7-15,3-5-4 0,-4 1-2 16,2 0-4-16,2-7 0 0,-4 9 2 0,4-9-7 16,-6 6-4-16,6-6-1 0,-9 4-4 0,9-4-1 0,-12 1-2 15,12-1-2-15,-10-3 1 0,10 3-3 16,-13-6 1-16,5 4-2 0,3-2-4 0,5 4 2 15,-10-7-2-15,6 4 4 0,4 3 0 0,-7-4-1 0,7 4 6 16,0 0 4-16,0 0 1 0,-7-4-3 16,7 4-1-16,0 0-2 0,0 0 1 0,0 0 2 15,0 0-5-15,22-8-1 0,-9 6-1 0,6-1-2 16,1 1-4-16,10 2-18 0,-1-1-22 0,4 1-32 0,-1 0-33 16,1 0-40-16,2 0-55 0,-3 1-38 0,-3 3-156 15,-11-1-423-15,1-1 187 0</inkml:trace>
  <inkml:trace contextRef="#ctx0" brushRef="#br0" timeOffset="38590.46">15259 3649 134 0,'0'0'255'0,"0"0"-10"0,0 0-12 0,0 0-16 16,0 0-13-16,0 0-11 0,0 0-13 0,0 0-15 15,0 0 5-15,14-34-27 0,-8 27-4 0,-2 1-4 16,5-3-15-16,-4 1-11 0,1 0 11 0,1 1-20 15,-1-1-6-15,2-1 3 0,-4-1-13 0,2 1-9 16,-2-1-2-16,1 0-10 0,-1 1-3 0,-2-3-7 16,3 4-9-16,-5 1 0 0,0 7-12 0,4-10 11 15,-3 4-7-15,-1 6-7 0,2-7 1 0,-2 7-10 16,0 0-5-16,0 0-3 0,0 0 0 0,0 0-4 16,0 0 3-16,0 0-6 0,-10 30 3 0,8-20 0 15,1 0-5-15,1-10 3 0,0 23 0 0,3-12-1 16,0 2-23-16,1-2-20 0,4 1-29 0,1-2-27 15,5 1-39-15,0 1-53 0,3-3-55 0,-1-2-60 16,-3-3-159-16,0 1-499 0,-2-2 221 0</inkml:trace>
  <inkml:trace contextRef="#ctx0" brushRef="#br0" timeOffset="38752.61">15418 3275 1737 0,'-7'-16'-40'0,"2"0"174"15,-1 6-36-15,3 0-37 0,-3 1-18 0,6 9-15 16,-5-10-8-16,5 10-7 0,-2-9-14 16,2 9-3-16,0 0-16 0,0 0-14 0,0 0-25 15,0 0-35-15,39 9-48 0,-18-3-148 0,-1-1-315 16,11 3 140-16</inkml:trace>
  <inkml:trace contextRef="#ctx0" brushRef="#br0" timeOffset="39040.53">15890 3171 81 0,'0'0'285'0,"0"-14"-10"16,0 14-7-16,1-11-15 0,-1 11-17 0,0 0-23 15,0 0-21-15,-1-14-26 0,1 14-18 0,0 0-19 16,0 0-10-16,0 0-10 0,-1 32-8 0,-2-13-5 15,-1 8-3-15,2 2-6 0,-5 3-4 0,5-1-11 16,-3-3-4-16,-1 2-3 0,4-1-15 0,-5 1 7 16,4-3-9-16,-1 0-4 0,1-8-5 0,-2 6-4 15,1-1-1-15,2-6-4 0,1-3 12 0,-1 2-42 16,1-6-18-16,0 2-25 0,-1 0-22 16,1-2-27-16,0-1-34 0,1-10-38 0,-5 14-47 0,5-14-37 15,-4 11-178-15,4-11-460 0,-9 5 203 0</inkml:trace>
  <inkml:trace contextRef="#ctx0" brushRef="#br0" timeOffset="39370.5">15930 3096 152 0,'12'-5'188'0,"1"3"-6"0,-3 2-14 0,-10 0-2 16,18 6-8-16,-7 1-17 0,-1-3-10 0,-1 7-13 15,-3 0-8-15,2 3-10 0,-2 3-5 16,-2 2-9-16,-4-2-9 0,-3 0-7 0,-2 2-8 0,0 0-5 16,-4-2-4-16,-5 4-1 0,1-6-5 15,0-1-5-15,1-1-5 0,0 1-5 0,2-6-3 16,1 0 0-16,3-2-4 0,1 0-3 0,-2-3-1 16,7-3 0-16,-5 5-1 0,5-5-2 0,-6 5-1 0,6-5-7 15,-4 6-1-15,4-6-1 0,-4 5-4 16,4-5-2-16,0 0 3 0,0 11-3 0,0-11 2 15,8 14 0-15,1-5-1 0,0 3 2 0,1 2 0 16,6-1-5-16,7 3-20 0,-7-3-6 0,8 3-32 16,0-2-21-16,-1-1-33 0,2-1-26 0,0 0-33 15,-6-2-160-15,-2 2-358 0,-1-4 158 0</inkml:trace>
  <inkml:trace contextRef="#ctx0" brushRef="#br0" timeOffset="40199.58">16344 3632 222 0,'3'-8'225'0,"-3"8"-8"15,2-5-10-15,-2 5-17 0,0 0-6 16,0 0-10-16,2-8-8 0,-2 8-11 0,0 0-9 16,0 0-7-16,0 0-8 0,3-5-9 0,-3 5-8 15,0 0-9-15,0 0-10 0,0 0-7 0,0 0-6 16,0 0-9-16,0 0-8 0,0 0-3 0,0 0-8 0,0 0-5 15,0 0-8-15,0 0 1 0,0 0-5 16,0 0-16-16,0 0 7 0,0 0 1 0,0 0-7 16,0 0-1-16,0 0-3 0,0 0-3 0,0 0 3 15,0 0-4-15,0 0-2 0,0 0 2 0,0 0-4 16,0 0-2-16,0 0 3 0,0 0-1 0,0 0-3 16,0 0-1-16,0 0-1 0,0 0 0 0,0 0-2 15,0 0 1-15,0 0 0 0,0 0 3 0,0 0-4 16,0 0 2-16,0 0 2 0,0 0-2 0,0 0-2 15,0 0 2-15,1-8 1 0,-1 8-4 0,0 0 6 16,0 0 1-16,0 0-9 0,0 0 8 0,0 0 2 16,0 0-2-16,0 0 2 0,0 0-1 0,0 0 0 15,0 0-1-15,0 0-2 0,0 0 2 0,0 0 5 16,0 0-3-16,0 0 4 0,0 0 3 0,0 0-3 16,0 0 6-16,0 0-3 0,0 0 4 0,0 0 4 15,0 0-1-15,0 0-6 0,0 0 7 0,0 0-8 16,0 0 2-16,0 0-2 0,0 0-3 0,0 0-3 15,0 0-16-15,-1-10 19 0,1 10-5 0,0 0-3 16,0-10 4-16,0 10-4 0,0 0 2 0,0-9 0 16,0 9 0-16,0 0-4 0,0-12 2 0,0 12-3 15,0-8 3-15,0 8-2 0,-1-11 1 0,1 11 10 16,0-8 1-16,0 8-5 0,1-9 5 0,-1 9-7 16,0 0 14-16,0 0-13 0,0-7-3 0,0 7 2 15,0 0 9-15,0 0-4 0,0 0-22 0,0 0 7 16,0 0 5-16,0 0-3 0,0-9-12 0,0 9 9 15,0 0-1-15,0 0-2 0,0 0 4 0,0 0-2 16,0 0-2-16,0 0 4 0,-7 23 0 0,7-23-3 16,-6 18 2-16,1-9 3 0,1 2-3 15,-1 0 2-15,1 0-5 0,-2-1 2 0,2 1 6 0,0 0-6 16,-2-1 4-16,2 1 15 0,1-2-13 0,2 1-6 16,-3 0 3-16,3 0 0 0,1-10 5 0,1 18-4 15,0-9-13-15,-1-9-29 0,3 14-24 0,0-7-35 16,2 2-36-16,-5-9-46 0,11 10-62 15,-4-6-54-15,-7-4-208 0,12 8-549 0,-12-8 243 16</inkml:trace>
  <inkml:trace contextRef="#ctx0" brushRef="#br0" timeOffset="40383.61">16525 3377 2079 0,'-5'-20'24'0,"-1"1"38"0,-1 4-17 15,-1 2-16-15,2 4-4 0,-3 0-1 0,3 1 5 16,1 2 5-16,1 2 2 0,4 4 1 0,-9-8-6 16,9 8-6-16,-4-7-10 0,4 7-7 0,0 0-14 15,0 0-18-15,0 0-28 0,0 0-42 0,0 0-59 16,19 14-210-16,-11-9-393 0,5 0 175 0</inkml:trace>
  <inkml:trace contextRef="#ctx0" brushRef="#br0" timeOffset="40945.44">17934 2983 180 0,'-4'-4'256'0,"4"4"-14"15,-9-7-15-15,6 4-15 0,3 3-20 16,-5-5-18-16,5 5-14 0,0 0-17 0,0 0-17 0,-6-8-16 16,6 8-12-16,0 0-5 0,0 0-9 0,16-1-8 15,-3 1-17-15,7 0-27 0,2 0-39 0,6 1-40 16,3 2-47-16,-3 0-66 0,-1 0-51 0,-8 1-114 15,1-2-350-15,-8 0 155 0</inkml:trace>
  <inkml:trace contextRef="#ctx0" brushRef="#br0" timeOffset="41105.1">18007 3077 161 0,'-8'2'226'0,"8"-2"-23"0,0 0-19 16,-8 3-22-16,8-3-13 0,0 0-18 0,0 0-8 15,0 0-14-15,0 0-9 0,15 10-10 0,-2-5-17 16,5-3-30-16,3 2-32 0,8-1-57 0,0 2-49 16,3-1-54-16,-4 2-98 0,0-6-265 0,-5 2 118 15</inkml:trace>
  <inkml:trace contextRef="#ctx0" brushRef="#br0" timeOffset="42035.47">19545 2515 22 0,'-1'-10'211'0,"1"10"-6"0,-2-8-8 15,2 8-15-15,0 0-13 0,-3-9-16 0,3 9-18 16,0 0-19-16,0 0-11 0,0 0-12 0,0 0-10 15,0 0-9-15,0 0 0 0,-9 32-5 0,4-14-3 16,-3 6-7-16,0 1-3 0,-5 0-3 0,3-3-5 16,4 3 1-16,0-7-5 0,0 1-1 0,1-4-7 15,0 3-5-15,1-6-2 0,2-2-4 0,-1 0 2 16,-1-2-6-16,1 0 1 0,1-4-5 0,2-4 3 16,-4 10 2-16,4-10 15 0,-1 7 11 0,1-7 17 15,0 0 10-15,0 0 1 0,0 0-8 0,0 0-12 16,0 0-2-16,0 0-5 0,5-23-7 0,2 9-5 15,-4-3-2-15,4 0-3 0,0-7 9 0,4-2-21 16,3 0 1-16,-4-4-2 0,0 1-8 16,2-1 1-16,-2 2-1 0,5-2 0 0,-3-1-8 0,1 1 2 15,2 0-8-15,-2 2 3 0,1-2-1 16,-3 6-1-16,1 3-6 0,-5 8 8 0,0 0-3 16,-3 7 2-16,0-4-4 0,-1 4 3 0,1 3-9 0,-4 3 0 15,6-6-2-15,-6 6 1 0,0 0 0 0,13 12 1 16,-9-6 2-16,1 6 2 0,2 3-2 15,-1 4 5-15,-1 5-1 0,2 0 1 0,-4 3 1 16,1-2 0-16,3 1-1 0,-2-1 2 0,-1-6-1 16,1 5 5-16,-3-5-4 0,1 0 4 0,-1 0-1 15,3-2 0-15,-2 0 2 0,-2 2 0 0,2-2-20 16,-1 0-25-16,0-3-28 0,0-2-21 0,-1-1-41 16,1 2-42-16,-1-4-35 0,0 1-32 0,2-4-138 15,-3-6-410-15,0 0 182 0</inkml:trace>
  <inkml:trace contextRef="#ctx0" brushRef="#br0" timeOffset="42196.44">19606 2527 23 0,'-6'-4'137'0,"6"4"-11"0,0 0-14 15,-5-4-9-15,5 4-10 0,0 0-1 0,0 0-18 16,31 1-22-16,-11 2-35 0,7-3-36 0,3 4-20 15,1-1-90-15,0 1-139 0,1-1 61 0</inkml:trace>
  <inkml:trace contextRef="#ctx0" brushRef="#br0" timeOffset="42383.54">20059 2578 148 0,'18'-3'175'15,"-2"-1"-14"-15,6 1-16 0,5-1-12 0,0-1-14 16,-6 2-13-16,0 0-9 0,-1 2-7 0,1 0-31 16,-5 1-20-16,-5 0-34 0,1-2-31 0,-12 2-40 15,15 0-10-15,-9 0-6 0,-6 0 1 0,6 2-4 16,-6-2-59-16,0 0-155 0,0 0 68 0</inkml:trace>
  <inkml:trace contextRef="#ctx0" brushRef="#br0" timeOffset="42715.67">20261 2552 340 0,'-14'-1'-16'15,"1"-1"19"-15,-1 0 19 0,-3 2 9 0,6-2 16 16,-3 0 10-16,5 1 9 0,-2-1 14 0,4 1 10 15,7 1-3-15,-10 0-11 0,10 0-5 0,0 0-12 16,-12 1-2-16,12-1-1 0,-8 6 8 0,6 0 1 16,1 4 3-16,-3 2 9 0,1-1 1 0,-1 2-8 15,2 3 1-15,-1 3 0 0,-1-1 2 16,3-2-2-16,0 4-5 0,-3-2-1 0,3-2-4 0,1 4-3 16,-1-5 1-16,1 0-9 0,-2-1-7 0,1-2-4 15,1-2-3-15,-3 3 0 0,3-3-4 0,-1-1-4 16,0 1-3-16,-2 0 3 0,1-4-7 0,-1 2 2 15,-1-2-5-15,-1 3 0 0,-2-2 1 0,-1-1-1 16,0-1-5-16,-2-1 1 0,0 0-3 0,-2-4 1 16,0 2-3-16,1-1 0 0,3-1 4 0,8 0-5 15,-15-1 0-15,9-1 2 0,6 2-2 16,-9-3 5-16,9 3-1 0,-9-1-1 0,9 1 3 0,0 0-5 16,0 0 1-16,0 0-1 0,0 0-3 0,0 0 1 15,0 0-3-15,0 0-1 0,0 0 2 0,45-1-4 16,-24 1 7-16,10-3-8 0,2 4-16 15,-1 2-30-15,7-3-30 0,-1 2-45 0,13-4-54 16,-14 2-47-16,0 1-136 0,-2-2-389 0,-1-3 172 16</inkml:trace>
  <inkml:trace contextRef="#ctx0" brushRef="#br0" timeOffset="42902.75">20599 2795 87 0,'2'-8'302'0,"-2"8"-1"15,0 0-5-15,0-8-7 0,0 8-13 0,0 0-11 16,0 0-11-16,0 0-27 0,0-11-18 0,0 11-19 16,0 0-20-16,0 0-15 0,0 0-26 0,0 0-26 15,0 0-44-15,0 0-43 0,1-7-44 0,-1 7-34 16,0 0-32-16,0 0-24 0,0 0-53 0,0 0-46 16,0 0-223-16,0 0-477 0,0 0 212 0</inkml:trace>
  <inkml:trace contextRef="#ctx0" brushRef="#br0" timeOffset="44095.18">21135 1720 118 0,'0'0'199'0,"-1"-10"-7"0,1 10-6 15,-2-8-11-15,2 8-12 0,0 0-10 0,0 0-19 16,2-9-18-16,-2 9-12 0,0 0-12 16,0 0-13-16,0 0-4 0,0 0-12 0,0 0-3 15,-2 41-4-15,2-22-1 0,0 6-2 0,-4 3 4 16,2-4-5-16,-2 5 0 0,1-4-3 0,1 0-4 16,-3 0 0-16,2-7-4 0,1 1-4 0,-1 1-5 15,3-2 1-15,-1-3-5 0,0 2-2 0,1-2-3 16,0-2 3-16,0-1-4 0,0 1-22 0,0-1-21 15,0-1-23-15,0-11-26 0,-2 16-22 0,2-16-23 16,-2 13-35-16,2-13-18 0,-3 9-163 0,3-9-357 16,0 0 158-16</inkml:trace>
  <inkml:trace contextRef="#ctx0" brushRef="#br0" timeOffset="44397.68">21186 1674 50 0,'5'-9'151'0,"0"1"-16"0,0 3-9 16,3 2 1-16,-8 3-4 0,13 0-17 0,-7 0-9 15,4 4-13-15,-2 2-7 0,-2 3-5 0,0-1-3 16,-1 4-6-16,2 3-3 0,-6 1-12 0,-3 2 2 16,-3 0-6-16,-4 6-3 0,1-6-2 0,-7 4-2 0,-2 1-3 15,-3-4-6-15,-1-1 8 0,1-1-8 16,5-6-1-16,1-1-3 0,3-1-9 0,3-2 4 15,1-2-11-15,7-5 8 0,-12 7-3 0,12-7-5 16,-8 6 3-16,8-6-1 0,-5 8-1 0,5-8 4 16,0 0-8-16,3 14 0 0,-3-14 2 0,17 10 3 15,-5-4-4-15,7 3-1 0,1 0-18 0,-2-4-25 16,14 4-29-16,-1-1-42 0,-1-2-31 0,0 0-122 16,-9 1-284-16,-3-2 127 0</inkml:trace>
  <inkml:trace contextRef="#ctx0" brushRef="#br0" timeOffset="44664.74">21518 1962 126 0,'4'-6'225'0,"-4"6"-20"16,0 0-25-16,5-5-21 0,-5 5-13 0,0 0-8 16,0 0-5-16,0 0 5 0,0 30-8 0,-2-16-1 15,2 2-2-15,-6 3-6 0,1-2-5 16,-1 2-7-16,0 0-5 0,2-1-7 0,-1 0 4 15,-1 2-5-15,3-4-8 0,-1 1-6 0,0-2-5 16,0 2-7-16,3-6-16 0,1-11 5 0,-1 25-5 16,2-14-7-16,-1-11-3 0,4 21-4 0,0-12-3 15,1 2 1-15,2-3-4 0,4 0-2 0,3-1-3 16,4 4-4-16,7-2-14 0,-3-3-25 0,7-1-30 16,-2 0-37-16,-6-2-39 0,0-2-45 0,1 2-61 15,-3-1-233-15,-6-2-496 0,0 0 219 0</inkml:trace>
  <inkml:trace contextRef="#ctx0" brushRef="#br0" timeOffset="44921.52">21087 2494 55 0,'-33'0'228'0,"12"0"-19"0,2 0-14 0,6 0-18 16,5 2-22-16,8-2-7 0,0 0-16 0,-8 6 9 16,8-6-3-16,40 8-13 0,10-4 2 0,10-2-3 15,43-3-12-15,1-1-12 0,6 4-20 0,-3-2 3 16,3-1-10-16,-13 1-6 0,-32 1-11 0,2 4-15 16,-3-2-25-16,-2 2-39 0,-8 1-37 0,-2 2-53 15,-15-3-56-15,-2 4-201 0,-8 1-401 0,-8-1 179 16</inkml:trace>
  <inkml:trace contextRef="#ctx0" brushRef="#br0" timeOffset="45313.66">21211 3202 260 0,'3'-19'270'15,"0"0"-20"-15,-1 1-7 0,2 2-5 0,-3 3-6 16,2-2-6-16,-3 15-7 0,1-23-13 15,1 13-21-15,-2 10-25 0,0 0-12 0,1-18-22 16,-1 18-15-16,0 0-15 0,0 0-9 0,0 0-8 0,0 0-12 16,0 0-3-16,0 48-9 0,-4-24-4 0,0 2-2 15,1 1-5-15,0-1-3 0,-1 2-3 0,1-3-5 16,2 4-4-16,-3-3 2 0,0-3-7 16,6-4-20-16,-5 1-22 0,3 0-24 0,-1-2-10 15,1 0-23-15,-3-6-31 0,5 5-29 0,-2-17-27 16,-2 21-34-16,2-21-41 0,-1 15-204 0,1-15-477 15,0 0 211-15</inkml:trace>
  <inkml:trace contextRef="#ctx0" brushRef="#br0" timeOffset="45625.27">21314 2972 73 0,'15'-7'178'16,"-3"1"-7"-16,-1 2-10 0,1 2-11 0,-12 2-12 15,20 3-21-15,-9 3 1 0,-3 1-13 0,1-1-10 16,-9-6-7-16,12 21-7 0,-9-6-8 0,-1 6-5 16,-5-6-8-16,1 3-2 0,-6-1-7 15,-2 0-6-15,-2-1-1 0,-6 4-3 0,-3-3-7 0,4-5-3 16,-9 2-2-16,2-3-3 0,6-3 0 0,2-1-1 16,4-2-4-16,2-2 0 0,10-3-2 0,-17 5 8 15,17-5 3-15,-9 4 1 0,9-4 0 16,0 0-3-16,-12 4-4 0,12-4-11 0,0 0 4 15,0 0-2-15,-8 11-6 0,8-11 1 0,0 0 0 16,12 16 1-16,-5-8-2 0,6 2 3 0,0 3-1 0,8 2-11 16,2-3-21-16,2 5-29 0,0-3-33 15,2-2-47-15,0 1-58 0,-1 0-140 0,-7-4-354 16,4 2 157-16</inkml:trace>
  <inkml:trace contextRef="#ctx0" brushRef="#br0" timeOffset="45835.47">21682 3388 137 0,'0'0'313'0,"2"-10"-3"0,-2 10-2 0,0 0-14 15,2-13-20-15,-2 13-24 0,0 0-22 0,0 0-38 16,0 0-7-16,0 0-17 0,0 0-17 0,0 0-9 16,0 0-19-16,0 0-4 0,0 0-19 15,0 0 0-15,-12 34-12 0,12-34-6 0,-5 24-18 0,1-12 2 16,3 2-33-16,0 1-38 0,1-3-33 0,-2 4-45 15,2-16-39-15,2 22-56 0,-1-11-75 0,-1-11-247 16,0 18-543-16,0-18 241 0</inkml:trace>
  <inkml:trace contextRef="#ctx0" brushRef="#br0" timeOffset="46003.07">21766 3085 146 0,'0'-10'298'16,"0"10"-32"-16,0-13-24 0,0 13-29 0,1-11-35 16,-1 11-49-16,0 0-39 0,0 0-28 0,0 0-40 15,0 0-82-15,0 0-74 0,0 0-108 0,30 23-263 16,-24-15 117-16</inkml:trace>
  <inkml:trace contextRef="#ctx0" brushRef="#br0" timeOffset="47755.87">17558 5615 219 0,'-9'-1'244'0,"9"1"-4"0,0 0-10 0,-12-2-15 16,12 2-17-16,0 0-16 0,0 0-18 15,0 0-14-15,0 0-16 0,0 0-13 0,0 0-13 16,0 0-10-16,41-10-9 0,-13 8-9 0,3-2-10 0,2 3-5 16,0 1-19-16,1-2-30 0,-4 1-32 15,-2 1-44-15,-10 0-56 0,1 1-61 0,-6-1-207 0,-5 2-415 16,0-1 184-16</inkml:trace>
  <inkml:trace contextRef="#ctx0" brushRef="#br0" timeOffset="47929.33">17495 5770 8 0,'-4'4'262'0,"4"-4"-24"0,0 0-17 16,0 0-17-16,0 0-18 0,26-4-16 0,-13 2-21 0,6 0-13 16,1 0-10-16,2 1-18 0,6 1-36 0,1-2-41 15,1 2-39-15,-1 0-60 16,-1 2-58-16,2-1-160 0,-12 2-308 0,3-3 137 0</inkml:trace>
  <inkml:trace contextRef="#ctx0" brushRef="#br0" timeOffset="48524.87">19137 5537 151 0,'0'0'237'0,"-9"-3"-9"0,9 3-12 0,-5-3-17 16,5 3-12-16,0 0-20 0,-7-2-12 0,7 2-17 16,0 0-12-16,0 0-12 0,0 0-12 0,0 0-5 15,0 0 4-15,30 2-7 0,-9-1-7 0,0-1-3 16,13 0-8-16,0 1-2 0,3-1-7 0,0 0-5 16,-1 0-2-16,-1 1-2 0,-3 0-3 0,-2-2-3 15,0 1-10-15,-10 1 6 0,-3 1-2 0,-2-2 3 16,-2 0-6-16,-2 1 6 0,1-1-2 0,-5 0 5 15,-7 0 1-15,9 0 5 0,-9 0 8 0,12 0 3 16,-12 0 8-16,0 0-4 0,8 0 0 0,-8 0 1 16,0 0-8-16,0 0-14 0,0 0-5 0,0 0-10 15,10-1-27-15,-10 1-22 0,0 0-29 0,0 0-37 16,0 0-52-16,0 0-47 0,0 0-49 0,0 0-63 16,0 0-239-16,0 0-571 0,0 0 252 0</inkml:trace>
  <inkml:trace contextRef="#ctx0" brushRef="#br0" timeOffset="53797.83">21242 3643 11 0,'0'0'58'15,"0"0"0"-15,-15 1 0 0,15-1-18 0,-10 2 8 16,2-2-3-16,8 0-3 0,-15 1 0 0,8 1 0 16,-1-1-4-16,8-1-8 0,-16 3 9 0,8-3 1 15,1 2-4-15,-5-2 7 0,4 1-1 0,-2 0 8 16,1 1-6-16,9-2-3 0,-15 0-8 0,8 1 8 15,7-1-5-15,-15 0 0 0,15 0 3 0,-9 1-5 16,9-1 2-16,-7 0-1 0,7 0 0 0,0 0-12 16,0 0 4-16,-11 0-1 0,11 0 2 0,0 0 5 15,0 0 5-15,0 0-6 0,34 5-1 0,-13-5 8 16,10 0-5-16,4 0 0 0,-1 0-3 0,6 0 2 16,-1 0-7-16,-2 2-1 0,0-2-1 0,-2 0 1 15,-1-2-1-15,-2 4-1 0,-2-2-7 0,-3 1 6 16,-6 0-4-16,1-2-1 0,-5 2 2 0,-3-1-3 15,-1 2 0-15,-2-2 1 0,-3 0 5 16,2 0 1-16,-10 0 0 0,13 1 5 0,-13-1 8 16,7-1 7-16,-7 1-4 0,0 0 40 0,8 1 1 0,-8-1-5 15,0 0-7-15,0 0-4 0,0 0-10 0,0 0-5 16,0 0-5-16,0 0-8 0,0 0-4 0,-18-17-1 16,11 14-5-16,-4 0-5 0,2-1-8 15,-3 1-7-15,1 2-7 0,-2-3-2 0,-1 3-12 0,2-2 4 16,-8 2-3-16,3-2 1 0,0 0 0 0,-1 3-1 15,1 0 3-15,0-3 0 0,5 2 2 16,-1 1-2-16,3-2 4 0,10 2 0 0,-15-1 2 0,15 1-1 16,-13 0 0-16,13 0 0 0,-9-1 1 0,9 1-3 15,0 0 2-15,-10 0 0 0,10 0 0 0,0 0 1 16,0 0 2-16,0 0 0 0,0 0 0 16,30 6-8-16,-12-6-13 0,1 2-23 0,11 1-42 15,-1 3-57-15,2-4-42 0,0 2-154 0,-3-2-370 16,-8 0 164-16</inkml:trace>
  <inkml:trace contextRef="#ctx0" brushRef="#br0" timeOffset="62814.99">20360 5233 89 0,'4'-15'177'0,"0"-1"-10"0,1-1-12 0,-2 2 4 16,-2 0-5-16,3 3-21 0,-2 0-6 0,1 1-3 16,-1 2 1-16,1 3-7 0,0 0-16 15,-3 6-9-15,0-10-14 0,0 10-12 0,0 0-7 16,0 0-5-16,0 0-11 0,0 0-2 0,7 22-6 0,-4-9 0 15,-2 5-2-15,-1 6-4 0,-1 2-3 0,1 0 6 16,0 2-11-16,-4 1 0 0,4 0-2 0,-2-2 1 16,3-2-3-16,-2 0 1 0,-1-7-2 15,0 1-3-15,2 6 1 0,0-9-1 0,-2-1 2 0,2-3-3 16,-1-1 0-16,0 0 0 0,1-1-2 0,-2-4-1 16,2-6 8-16,0 13-4 0,0-13-3 0,-1 8-2 15,1-8 0-15,-1 7 7 0,1-7 7 0,0 0 15 16,0 0 12-16,0 0 3 0,0 0-8 0,0 0 0 15,0 0-6-15,0 0-2 0,0 0-9 0,10-23-1 16,-2 7-8-16,1-1 1 0,4 1-2 0,3-3-8 16,-2 4-3-16,4-4 7 0,-2 7-10 0,-3 0-4 15,2 2-2-15,-4 3 0 0,-2 2-7 0,-3 1-2 16,2 4-1-16,1-1 3 0,-9 1-2 0,13 6-1 16,-7 1 4-16,1 2 0 0,-1 1-2 0,-1 6-4 15,-1-1-12-15,-3 2-23 0,0 1-25 0,-3 9-24 16,-1-9-41-16,-1 1-41 0,-2 7-221 0,-7-2-435 15,6 0 193-15</inkml:trace>
  <inkml:trace contextRef="#ctx0" brushRef="#br0" timeOffset="63135.73">20906 5243 197 0,'1'-10'231'0,"-1"1"-12"0,0 9-23 16,0-11-22-16,0 11-17 0,0-7-22 0,0 7-10 15,0 0-14-15,0 0-8 0,0 0 0 0,-14 19 2 16,8-2-9-16,-4 7-9 0,1 5-3 0,-1 1-7 16,2 0-8-16,0 1-4 0,2 0-5 0,-3 1-2 15,4 1-7-15,-2-1-1 0,2-1-4 0,1-1 1 16,-1-1-9-16,3-2 2 0,-1-1-5 0,3 1-6 15,0-3 0-15,0 2 0 0,2-7-3 16,-1 0 5-16,-1 0-12 0,1-1-3 0,-1 0-17 0,-1-2-17 16,1-3-22-16,0 0-18 0,0 1-21 0,0-2-24 15,-3-1-19-15,2-4-37 0,0 1-17 0,-2-2-37 16,-2-2-116-16,5-4-355 0,-9 1 158 0</inkml:trace>
  <inkml:trace contextRef="#ctx0" brushRef="#br0" timeOffset="63279.93">20800 5573 113 0,'18'-4'94'0,"1"2"-23"0,0 1-40 16,2-1-40-16,-3 5-41 0,-1-1-55 0,3-1 25 15</inkml:trace>
  <inkml:trace contextRef="#ctx0" brushRef="#br0" timeOffset="63568.65">21159 5670 68 0,'10'-5'189'16,"0"-1"-6"-16,0 0-15 0,0 0-13 0,0-3-11 15,-2 2-11-15,1-1 4 0,-3-1-16 0,3 0-12 16,-4-1-9-16,0 1-16 0,2-1-5 15,-2-2-6-15,-4 4 2 0,3-3-4 0,-3 0-7 16,-2 2 4-16,-4 0-8 0,1-1-2 0,0 5-2 0,-2-3-2 16,0 4-5-16,-1 0-5 0,-6 2-2 0,0 2-6 15,1-1-5-15,-1 5-2 0,2-1-4 16,-1 1-2-16,0 2-6 0,1 3-2 0,2-1-1 0,2 0-1 16,3 5 4-16,2-3-4 0,-1 2 3 15,7 5-3-15,5 2 4 0,3-5-16 0,7 6-34 0,6-1-35 16,2 0-54-16,8-7-65 0,-1 2-189 15,-2-1-407-15,3-2 180 0</inkml:trace>
  <inkml:trace contextRef="#ctx0" brushRef="#br0" timeOffset="63831.08">21844 5455 2171 0,'9'-28'53'0,"-3"1"9"16,0 3 37-16,-5 7-9 0,1 4 0 0,0 3 8 15,-2 1-2-15,1 1-16 0,0 1-19 16,-1 7 4-16,0-10-18 0,0 10-7 0,0 0-9 0,0 0-5 16,0 0 4-16,0 0 4 0,0 0 2 0,3 39 4 15,-2-15-6-15,-3-3 2 0,2 4-5 0,-3 3-1 16,2 1-4-16,-1 0 0 0,0-2 3 0,-1 1-5 16,1-1 6-16,0 1-9 0,-1-1-2 0,4-2-8 15,-4-6-18-15,3 2-24 0,-2-2-29 0,-2-1-11 16,2-1-22-16,-1 2-30 0,-1-4-23 0,0-3-30 15,0-1-17-15,-1 0-34 0,-2-3-180 16,-1 0-440-16,0-3 195 0</inkml:trace>
  <inkml:trace contextRef="#ctx0" brushRef="#br0" timeOffset="64139.47">21803 5231 22 0,'9'-16'206'0,"3"3"-9"0,-1 2-2 16,6 0-9-16,-7 5-10 0,2 0-15 16,1 2-10-16,-1 3-24 0,0 1-9 0,-1 1-13 0,2 1-9 15,-2 4-10-15,0 1-12 0,0 3-6 0,-2 0-3 16,-1 4-10-16,-2 4-1 0,-1-2-5 16,-3 1-6-16,-4 1-5 0,0-1-3 0,-5 2 2 15,-2 5-3-15,-5-1-7 0,4-10 0 0,-3 2-1 0,6 0-6 16,-4-2 2-16,2 0-3 0,2-4-4 0,2-2 1 15,-2 2-6-15,3-4-3 0,-1 4-2 0,3-2-1 16,-2 2 6-16,3-3-5 0,-1 1 2 16,4 4-1-16,3-3 0 0,-2 0-1 0,4 1-16 0,1-2-17 15,4 0-28-15,4 1-37 0,9 2-41 0,-4-4-28 16,3 0-35-16,4 1-126 0,-9-3-349 0,3-2 154 16</inkml:trace>
  <inkml:trace contextRef="#ctx0" brushRef="#br0" timeOffset="64393.54">22385 5439 258 0,'5'-5'258'0,"-1"-1"-12"0,1 3-20 15,-3-2-17-15,-2 5-23 0,7-7-23 0,-7 7-17 16,0 0-17-16,0 0-10 0,0 0-4 0,0 0 3 16,3 25-2-16,-4-8 0 0,-3 1 0 0,-2 1-7 15,-3 5-5-15,3 2-4 0,1-7-9 0,-4 7-3 16,5-8-12-16,-1-2-7 0,2 1-3 0,-2 0-4 15,4-2-12-15,1 3-5 0,0-6 0 16,0-2-5-16,5 4 1 0,-1-4-6 0,5 5-1 16,5-4-1-16,1-1 0 0,15 0-4 0,3-1-15 15,2-1-29-15,1-3-23 0,3-1-30 0,13-4-32 0,-18 0-37 16,1-1-54-16,0-2-65 0,-4 0-224 0,-9-1-520 16,-3-2 230-16</inkml:trace>
  <inkml:trace contextRef="#ctx0" brushRef="#br0" timeOffset="66172.17">19857 6361 42 0,'-12'-2'70'0,"2"-1"2"0,0 2-11 15,-2 0 7-15,1-2-10 0,-1 1 1 16,-6 0 7-16,4 0-6 0,-3 1-11 0,-3-1 4 15,4 1-10-15,-5 0 4 0,0-1 0 0,0 1 4 16,-2 0-1-16,3 0-2 0,-1 0 1 0,0-2 12 0,0 1-2 16,1 0 0-16,-2 0-4 0,0-1 5 0,4 1-3 15,-3 1 6-15,3 0-2 0,2-2 5 16,-1 1 1-16,5 0-2 0,0 2-4 0,0-3-1 16,-1 1-10-16,1 2-2 0,1 0-2 0,11 0-10 0,-17-1 1 15,11 1-3-15,6 0 0 0,-10 0-6 0,10 0-4 16,0 0-3-16,-12 0 3 0,12 0-5 15,0 0 2-15,0 0 0 0,0 0 13 0,24 6-7 0,8-6 5 16,21 0 5-16,8-5 1 0,36 5 3 16,10-3-7-16,9-1 0 0,0 1-4 0,13-4-4 0,5 4-2 15,3-1 1-15,2 0-5 0,11 3 2 0,-4 0-2 16,2 1-4-16,0-2 6 0,0 2-5 0,7 2-1 16,-3-1-5-16,-8 0-2 0,1-1-5 15,-6 3 6-15,-5-3-1 0,-1-2-3 0,-4 6 1 0,-6-4-4 16,-12-2 1-16,-9 2 2 0,-8-3-4 0,-32 1 3 15,0 2-2-15,-5-4 1 0,-5 2 3 0,-14 2-5 16,-3-6 2-16,-5 3 3 0,-9 1-2 16,0 0 2-16,-8-1 6 0,-1 0 6 0,-1 2 0 15,-4-1 0-15,0-1-1 0,-1 0-5 0,-6 3 4 0,8-6-7 16,-4 2-6-16,-4 4-5 0,1-7-28 0,-1 7-22 16,0 0-23-16,0 0-27 0,-19-15-31 15,10 12-32-15,-3 1-35 0,-6 1-175 0,-3-1-405 0,1-3 180 16</inkml:trace>
  <inkml:trace contextRef="#ctx0" brushRef="#br0" timeOffset="69369.36">19815 6879 46 0,'1'-12'221'0,"-1"2"-7"0,1-1-11 0,-1 2-10 15,0 1-5-15,0 8-15 0,3-12-13 0,-3 12-17 16,0-8-15-16,0 8-20 0,0 0-11 0,0-8-15 0,0 8-6 15,0 0-9-15,0 0-5 0,0 0-10 0,5 21-6 16,-4-8-5-16,0 3 1 0,3 3-5 0,-2 0-6 16,-1 10-1-16,0-6-3 0,0 1-4 15,2-3 0-15,-3 4-5 0,0-5-2 0,1-2 2 0,-1 0-4 16,0-1 0-16,0-1-3 0,0-4-4 0,-1 1 4 16,0 0-2-16,1 0-1 0,1-4-1 0,-1 1 1 15,0-2-1-15,0-8 1 0,0 9 0 0,0-9 1 16,0 12-1-16,0-12 4 0,0 6 16 0,0-6-3 15,0 0 2-15,0 0-3 0,0 0-2 0,0 0-3 16,0 0-4-16,0 0 2 0,16-22-3 0,-9 12-2 16,5-4-2-16,0 0-1 0,1-2-1 0,2 0-4 15,-1 3 6-15,2 0-7 0,-2 3-3 0,1 0 1 16,-2 0 1-16,-1 3-5 0,-2 2 1 0,1 1 0 16,-1 3 0-16,-2-1-2 0,1 2 0 0,-9 0-1 15,13 2-1-15,-7 0 0 0,-1 2 1 0,-1 3 1 16,1-3 10-16,-1 3-12 0,1 0 4 0,-1 4-2 15,1-4 7-15,-4 4-7 0,1 0-9 0,-1 1-14 16,1 0-18-16,0 0-21 0,-2 0-11 0,0 0-30 16,1 0-23-16,0-2-23 0,-1 2-18 0,2-3-17 15,-1-1-134-15,0-2-349 0,-1-6 156 0</inkml:trace>
  <inkml:trace contextRef="#ctx0" brushRef="#br0" timeOffset="69569.25">20236 7125 44 0,'3'-4'199'16,"0"-3"-5"-16,-3 7-4 0,5-8-13 0,-5 8-16 16,3-7-16-16,-3 7-17 0,0 0-15 0,4-7-11 15,-4 7-12-15,0 0-9 0,0 0-5 0,0 0-6 16,7 17-7-16,-7-8-5 0,2 1-7 0,0 0-6 16,-2 3-2-16,-2-1 0 0,1 4-5 0,1 0-7 15,0-1 9-15,1 0-16 0,-2-2-21 0,0 3-25 16,-1 1-32-16,0-7-44 0,-1 4-48 0,2-3-170 15,-7 1-340-15,6-3 151 0</inkml:trace>
  <inkml:trace contextRef="#ctx0" brushRef="#br0" timeOffset="69740.59">20351 6810 138 0,'0'0'116'0,"4"-9"-41"16,-4 9-28-16,0 0-32 0,9 1-37 0,-9-1-40 15,13 11-67-15,-5-2 30 0</inkml:trace>
  <inkml:trace contextRef="#ctx0" brushRef="#br0" timeOffset="70058.48">20561 7214 25 0,'14'-6'216'0,"-7"1"-13"15,1 1-3-15,0-3-9 0,0 1-10 0,1-1-18 16,1-2-15-16,-1 0-7 0,0 2-8 0,0-2-11 16,0-1-13-16,-2 0-6 0,1-1-17 0,0 2 1 15,-3-3-8-15,0 3-8 0,-3-2-3 16,1 2 5-16,-2 0-3 0,-1 9-5 0,-1-14-1 0,1 8-4 15,0 6-7-15,-3-10-3 0,3 10-8 0,-5-4-7 16,5 4-5-16,-10 0-6 0,10 0-3 0,-18 10 1 16,8-3-6-16,-4 4-1 0,1 3-2 0,2-2-4 15,2 2 0-15,1 3-2 0,0-1 2 0,2 0 2 16,2-1-5-16,4 2 5 0,2-1-2 0,0 1-1 0,6-2-3 16,1-1 3-16,1 0-16 0,5-3-26 15,2 0-28-15,3-1-36 0,7-1-37 0,4-1-32 16,-1 0-41-16,-2-5-186 0,-1 1-425 0,-6-3 188 15</inkml:trace>
  <inkml:trace contextRef="#ctx0" brushRef="#br0" timeOffset="70249.39">21093 7143 244 0,'1'-3'246'0,"3"-3"-18"0,0 1-23 16,-4 5-19-16,5-8-20 0,1 1-19 0,3 2-12 15,4 1-17-15,5-4-11 0,-3 1-9 16,6 4-17-16,0 0-27 0,7 1-24 0,-8-1-28 16,0 2-25-16,2 0-33 0,-4-1-22 0,-1 1-30 15,-4 1-26-15,-1 0-22 0,-2 1-93 0,-10-1-270 0,12-2 120 16</inkml:trace>
  <inkml:trace contextRef="#ctx0" brushRef="#br0" timeOffset="70438.48">21365 6967 140 0,'0'0'226'0,"-5"-11"-7"16,5 11-16-16,-4-6-15 0,4 6-21 16,0 0-22-16,-5-4-14 0,5 4-15 0,0 0-2 15,-10 11 2-15,6-3-4 0,-1 2-11 0,-2 1-8 16,0 4-7-16,1 0-9 0,0 1-8 0,1-1-6 16,1 2-5-16,-3 1-4 0,4 0-5 0,2 1-4 0,-1 0-19 15,2 2-31-15,2-1-29 0,-2 0-42 0,2-4-50 16,2 3-47-16,1-3-191 0,-1-1-395 0,1 0 175 15</inkml:trace>
  <inkml:trace contextRef="#ctx0" brushRef="#br0" timeOffset="70719.67">21784 6915 220 0,'3'-18'292'0,"-2"6"1"0,1 1-1 0,0 0-13 16,-2 4-18-16,1 1-24 0,-1 6-28 15,0-10-27-15,0 10-22 0,0 0-21 0,0 0-19 0,0 0-8 16,0 0-12-16,0 0-12 0,5 30-9 0,-2-4-8 16,-2-2-7-16,0 3-2 0,-1 1-8 0,-1 2 4 15,0-4-15-15,1 2-2 0,-3 0-3 16,2-1-4-16,-2 1 2 0,3-3-5 0,-2 1-19 15,-2-7-21-15,1 5-22 0,1-5-39 0,-1 0-34 0,1-2-52 16,0-2-71-16,0 1-275 0,1-6-543 0,-2 0 239 16</inkml:trace>
  <inkml:trace contextRef="#ctx0" brushRef="#br0" timeOffset="70915.22">22043 7131 180 0,'8'-3'194'0,"2"0"-19"0,2 3-17 15,-2-3-17-15,2 2-9 0,7-1-16 0,-1 1-11 16,-2 2-35-16,2-1-29 0,-6 0-27 0,2 0-24 16,-3 0-27-16,2 0-26 0,-5 0-19 0,-8 0-21 15,12-1-70-15,-6-2-185 0,-6 3 83 0</inkml:trace>
  <inkml:trace contextRef="#ctx0" brushRef="#br0" timeOffset="71087.33">22224 7035 65 0,'-5'-7'132'0,"1"0"5"0,0 2 16 16,0 0 8-16,4 5-2 0,-8-9-4 0,8 9-12 15,-4-6-15-15,4 6-10 0,0 0-15 0,-7-3-6 16,7 3 3-16,0 0-3 0,-9 13-1 0,4-4 1 16,-2 1-3-16,0 5-7 0,1 1-8 0,2 2-9 15,-2-3-3-15,1 4-9 0,1-2-5 0,2 1-7 16,-1 2 1-16,0-2-2 0,0 0-22 0,3-2-26 15,0 3-45-15,-1-2-50 0,2-1-55 0,2-2-68 16,-5-2-128-16,4-2-376 0,-2-3 167 0</inkml:trace>
  <inkml:trace contextRef="#ctx0" brushRef="#br0" timeOffset="71474.55">22462 6873 121 0,'1'-13'318'0,"0"3"-17"0,0-2-32 0,2 6-28 16,-2 1-32-16,-1 5-23 0,0 0-15 0,0 0-17 15,0 0-18-15,0 26-8 0,-4 0-12 0,2 2-10 0,-1 2-14 16,-1-3-3-16,4 5-9 0,-2-3-7 0,-1 2-8 16,2-1-6-16,0-6-4 0,-1-3-6 15,2-2-3-15,-1 0-8 0,1-2 2 0,0-1-9 16,-1-6 3-16,1 1-7 0,-2-5 0 0,1 1 0 15,1-7 1-15,0 11-3 0,0-11 7 0,-1 7 4 0,1-7 3 16,0 0-7-16,0 0-5 0,0 0 2 0,0 0-1 16,0 0-6-16,0-31 0 0,6 14-5 15,1 1-2-15,4-7-3 0,2 1 3 0,1-1-3 16,-1 7-6-16,0 2 0 0,1 4 5 0,-5 1-5 0,0 1-3 16,1 3 2-16,-1 2-4 0,-3 1 0 0,1 2-2 15,-7 0 1-15,12 8 11 0,-7-4-17 0,2 4 15 16,-2 3-4-16,-1 5 3 0,0-3-10 15,-1 6-27-15,1-2-20 0,-4-1-31 0,0 3-28 16,0-2-35-16,0-1-47 0,1 1-47 0,1-1-248 0,-4-4-524 16,4-2 232-16</inkml:trace>
  <inkml:trace contextRef="#ctx0" brushRef="#br0" timeOffset="71748.3">22875 7064 31 0,'3'-10'301'0,"-2"3"-14"0,-1 0-16 16,0 7-26-16,3-9-25 0,-3 9-24 0,0 0-22 15,0 0-19-15,0 0-6 0,0 0-3 0,0 0 1 16,-18 32-7-16,9-8 4 0,0 1-12 0,3 1-10 16,-2 0-6-16,2-1-5 0,-1 1-19 0,1 0-6 15,-3-2-7-15,5-6-8 0,-1 2-5 0,2-1-7 16,0 1-9-16,-1-2-2 0,1-2-6 0,2 1 0 15,0 0-8-15,-3-2-1 0,1-2-10 0,2-2-26 16,1 1-21-16,0-1-25 0,-1-1-28 0,0-1-27 16,-1-3-32-16,2-6-30 0,-2 13-38 15,2-13-35-15,-3 9-30 0,3-9-155 0,0 0-459 0,-13 6 203 16</inkml:trace>
  <inkml:trace contextRef="#ctx0" brushRef="#br0" timeOffset="71902.11">22676 7320 7 0,'0'0'207'0,"5"-11"-17"16,-1 8-19-16,1-3-15 0,0 2-18 0,2-1-11 15,5 3-8-15,0-1-16 0,7-3-24 0,-1 4-36 16,4 1-43-16,-1 0-37 0,6 1-46 0,-5 2-39 16,-3 0-61-16,-6-1-199 0,2 1 88 0</inkml:trace>
  <inkml:trace contextRef="#ctx0" brushRef="#br0" timeOffset="72170.45">22988 7329 149 0,'0'0'190'0,"0"0"-3"0,0 0-4 16,0 0-3-16,0 0-5 0,13-8-8 0,-8 6-15 15,1-3-7-15,-1-1-12 0,7 0-12 0,-2-1-13 16,4-2-11-16,0 1-2 0,-3 1-1 0,4-3-7 16,-2 1-5-16,-2 0-7 0,-1-2-4 0,1-2 2 15,-3 3-2-15,-1 1 1 0,-2-1 0 0,-1 1 1 16,-2 1-1-16,1-2-7 0,-2 3-2 0,-2-3 7 15,1 10-8-15,-4-12-3 0,4 12-6 0,-4-9-4 16,0 6-7-16,4 3-5 0,-17 3-7 0,6 1 1 16,-4 7 1-16,-7 3 3 0,0 2-9 0,2 1 2 15,3 2-4-15,3-2-8 0,5-1 1 0,-1 1 0 16,4 1-3-16,1-1-12 0,5 0-23 0,1-2-22 16,5 1-32-16,2-1-35 0,4-2-52 0,4-3-69 15,8 4-54-15,-7-5-177 0,2-4-500 0,-1 0 222 16</inkml:trace>
  <inkml:trace contextRef="#ctx0" brushRef="#br0" timeOffset="72394.42">23526 7024 298 0,'3'-6'296'0,"-1"1"-25"0,3 1-37 16,-5 4-30-16,7-4-24 0,-7 4-16 0,6 10-18 15,-4 2-11-15,2 6-15 0,1 11-1 0,-2 2-11 16,-2-1-13-16,-1 2-6 0,0 1-10 0,-2-1-4 16,-2 0-11-16,-1-1-5 0,-7 1-6 0,2-5-17 15,-5 1-31-15,-4-1-32 0,-6-1-33 0,-4-1-42 16,-15 3-42-16,-1-3-57 0,0 0-182 0,-6-8-415 16,1-2 184-16</inkml:trace>
  <inkml:trace contextRef="#ctx0" brushRef="#br0" timeOffset="72811.39">21707 6679 6 0,'0'0'211'0,"0"0"-23"0,0 0-13 0,0 0-3 16,0 0 5-16,-19 31-4 0,8-3-6 0,-3 5-11 15,-2 11-11-15,5 5-15 0,-2 1-7 0,4-3-16 0,3 1-6 16,4-3-10-16,2 1-9 0,2-11-3 0,4 0-11 16,4 10-5-16,3-10-4 0,1-5-8 0,7 0-9 15,9 7-19-15,-4-10-36 0,10 6-50 16,5-3-61-16,8-6-72 0,-3 1-170 0,12-6-396 0,1-4 176 15</inkml:trace>
  <inkml:trace contextRef="#ctx0" brushRef="#br0" timeOffset="73176.58">23831 6969 229 0,'3'-18'245'0,"-2"6"-7"0,2 0-7 0,-2 1-3 15,0 0-7-15,1 2-4 0,-1 1-18 0,-1 1-10 16,0 7-19-16,0 0-25 0,3-11-14 0,-3 11-17 15,0 0-16-15,0 0-5 0,0 0-11 0,0 0-9 16,-6 45 0-16,3-22-9 0,-4 3-4 0,3 2 2 0,-3 1-9 16,0-1-5-16,0 1-2 0,1-1-3 15,0-2-3-15,-1 1-9 0,3 0 10 0,-2-1-14 16,1-2 0-16,1-5-2 0,-1 5-7 0,0-6-32 0,2 0-33 16,0-1-30-16,-1-1-24 0,-1 1-34 15,2-8-35-15,-1 2-45 0,3-3-41 0,-5 2-169 16,2-6-459-16,0 2 203 0</inkml:trace>
  <inkml:trace contextRef="#ctx0" brushRef="#br0" timeOffset="73469.81">23874 6874 149 0,'15'-9'214'0,"-4"3"-12"16,2 3-6-16,0 0-20 0,-1 3-15 0,-1-2-15 15,-1 7-18-15,-1-1-8 0,0 3-10 0,-3 2-9 16,0 6-6-16,-4 3 6 0,-2-2-12 0,-1 4-5 16,-4-2-5-16,-2 1-6 0,-1-2-11 0,-5 5-3 15,0-5-4-15,0 0-4 0,2-2-6 0,-3 1-5 16,2-3-4-16,3-3-1 0,-1-1-4 0,2-2-5 16,2 2-4-16,2-3 1 0,-2-1-2 0,4 0 0 15,2-5-5-15,-3 10 1 0,3-10 0 0,2 11-2 16,4-4-4-16,6-3 0 0,0 1-18 0,5 1-24 15,4 0-24-15,7-2-28 0,-1-1-32 0,1 1-31 16,0 0-30-16,-6-3-18 0,-1 1-145 0,-1-2-366 16,0 0 161-16</inkml:trace>
  <inkml:trace contextRef="#ctx0" brushRef="#br0" timeOffset="81040.38">24156 7370 78 0,'-2'6'160'0,"2"-6"9"16,0 0-5-16,0 0-8 0,0 0-10 0,0 0-9 15,0 0-9-15,0 0-5 0,24-9-12 0,-18 3-11 16,7 0-6-16,2 2-14 0,4-2-6 16,-3-1-4-16,4 1-10 0,-2-1-5 0,-1 2-6 0,-1 0 0 15,-4 0-5-15,-1-1-2 0,-1 1-3 0,-3 2-1 16,1-4-1-16,-2 4-7 0,2-2-2 0,-3 2 0 16,-5 3-4-16,7-8 0 0,-4 5-2 15,-3 3-5-15,0 0-1 0,0 0-3 0,0 0-2 0,-13-11-5 16,2 10 0-16,-2 3 0 0,-4 2 0 0,2 2-5 15,-3 1 3-15,3 0-1 0,-2 1-5 0,3 2 4 16,1-3-2-16,4 2-1 0,-2 3 1 0,-1 0-1 16,7-1 4-16,1 0 2 0,3 2-6 0,1 0 6 15,4 3-3-15,5 0 1 0,5-3 2 0,8 4-2 16,3 1 2-16,6-2-9 0,7-4-14 0,10 3-14 16,1-1-31-16,1-3-35 0,3-4-37 0,-2 1-55 15,-17-1-133-15,4-5-350 0,-3 0 156 0</inkml:trace>
  <inkml:trace contextRef="#ctx0" brushRef="#br0" timeOffset="130469.54">15181 5581 25 0,'-16'14'96'15,"10"-7"-4"-15,2 8 1 0,-1 2 0 0,-2 2-7 0,-2 6-3 16,2 2 1-16,-1 0-13 0,1 1-4 16,-1-2-6-16,3 1-5 0,0 0-6 0,0-1-4 15,1-7-1-15,0 5-7 0,0-5-3 0,0 0-1 0,2-3-2 16,-2-2-9-16,4-2 3 0,-1 1-1 16,-2-1 2-16,2-1-6 0,-1 0-1 0,0-2 1 0,2 0 1 15,0-9-7-15,-2 12 5 0,2-6-3 0,0-6 7 16,0 0 13-16,0 10 13 0,0-10 3 15,0 0-2-15,0 0-5 0,0 0-5 0,0 0 0 0,0 0-4 16,11-19-3-16,-9 6-6 0,5-3-5 16,-3-1-1-16,1-3 0 0,4-7-4 0,-2-1-3 0,6 0-2 15,-3 0 0-15,0-1-3 0,2 1-2 0,1 0 2 16,1-3-7-16,-3 3 2 0,2 1-2 0,1 0 2 16,-1 2-3-16,1 3 3 0,-5 6 1 15,0 2 3-15,2 1-4 0,-4 2 0 0,-2 3-1 0,2 2-1 16,-4 1 0-16,4 3-2 0,-2-1-3 0,-5 3 0 15,15 3 6-15,-6 2 2 0,-1 5 5 16,0 4 10-16,0 2-2 0,4 7 5 0,-5 2-2 0,-1 0 10 16,-2 1-8-16,-3 0 3 0,1-1-1 15,1-6 0-15,-6 0-3 0,6 0 2 0,-6-2-3 0,3 1-2 16,3 0 2-16,-6-1-3 0,3-1-3 0,0 1 0 16,3-6-3-16,-3 0 2 0,2 1-4 0,0 3 1 15,0-1 7-15,-1-3-8 0,1 0-8 0,-2 1-22 16,4-2-19-16,-3 0-10 0,1 1-18 15,0 0-14-15,-2-11-30 0,4 14-14 0,-4-14-27 0,2 12-12 16,-4-7 0-16,2-5-104 0,0 0-290 0,0 0 128 16</inkml:trace>
  <inkml:trace contextRef="#ctx0" brushRef="#br0" timeOffset="130619.5">15108 5992 79 0,'-8'-3'154'0,"2"0"-11"0,6 3-11 15,-7-5-18-15,7 5-7 0,-6-4-17 0,6 4-6 16,0 0-5-16,0 0-13 0,22-7-15 0,-8 7-13 16,7-3-32-16,5 1-25 0,3 1-30 0,2 1-27 15,-1 0-91-15,-2 0-180 0,-5 1 80 0</inkml:trace>
  <inkml:trace contextRef="#ctx0" brushRef="#br0" timeOffset="130967.26">15532 5973 67 0,'0'0'108'0,"0"0"2"0,0 0-4 0,11 3-7 0,-11-3 6 15,8 5 0-15,-3-3-8 0,3 4-5 0,0 1-1 16,-3-1-7-16,2 0-9 0,0 4-12 0,2-1 8 16,-3 0-4-16,1 1-8 0,0-1 1 0,-1-1-2 15,1 2-1-15,-1-1-5 0,0-2-2 0,-3 0-3 16,3 1-6-16,-3-2-5 0,2 0 1 0,-1-1-5 15,0-1-3-15,-4-4-5 0,6 8-1 0,-4-4 0 16,-2-4-3-16,6 4 1 0,-6-4 0 0,4 4 6 16,-4-4 11-16,0 0 5 0,0 0-2 0,0 0-2 15,11-8-4-15,-5 3-1 0,0-6-2 0,-1 1-5 16,4-4-3-16,-1-4 1 0,1 2-5 0,3-9 0 16,0 0-6-16,-2 1 0 0,2 0-4 0,-2 1-1 15,0-1-2-15,3 1 1 0,-4 6-1 0,-1 5 0 16,4-3-15-16,-7 5-10 0,0 2-16 0,-2 2-25 15,1 0-30-15,1 3-13 0,-5 3-24 0,10-4-16 16,-10 4-13-16,12 4-142 0,-7 1-321 0,0 0 142 16</inkml:trace>
  <inkml:trace contextRef="#ctx0" brushRef="#br0" timeOffset="132621.44">14364 5513 70 0,'5'25'79'15,"-3"-7"0"-15,-2 5 16 0,0 8-7 0,-2 2 6 16,-1 15 3-16,1 3-3 0,1 4-6 0,1 0 0 16,-4 5-7-16,2 24-7 0,0-2 4 0,4-25-2 15,-2 26-7-15,2-25-3 0,-2 2-6 0,0-4-7 16,0 2-4-16,0-3-4 0,4-1-2 0,-2-5-7 16,2-2 0-16,1-2-5 0,-4-8 0 0,2-1-1 15,1 10-3-15,1-1-2 0,-2-12-7 0,-2 1 3 16,-1 2-1-16,-1-1 19 0,1 0-22 0,1 1-5 15,-2-4 2-15,-1-3 1 0,-2-2-5 0,6 2-6 16,-6-4-15-16,0-6-16 0,4-3-13 0,0-1-21 16,0-4-19-16,4-1-3 0,-4-3-18 0,0-1-15 15,0-6-10-15,4 9-93 0,-4-9-235 0,0 0 104 16</inkml:trace>
  <inkml:trace contextRef="#ctx0" brushRef="#br0" timeOffset="133784.06">14407 5411 40 0,'0'-8'98'15,"0"8"-13"-15,8-10-4 0,2 6-10 0,4 1-8 16,8 1-7-16,10-1-1 0,4 0-8 0,16 1-3 16,5-2-3-16,6-1-2 0,4 1-5 0,22-4 3 15,-21 6-3-15,32-5-9 0,1-1 3 16,-3 1-4-16,6-1 3 0,-1-1-6 0,6 4 5 0,2-2-10 16,3 0 9-16,6-2-6 0,5-1 2 0,9-2-2 15,9 0-6-15,6-5 0 0,4 2-5 0,9-6 7 16,5-1-4-16,10 0-5 0,1-2-9 0,-2 1 3 15,1 1 1-15,3 2 2 0,2-3-3 0,0 7 3 16,-2-1-5-16,0 0-3 0,3 1 14 0,0-1-11 16,-3 4-4-16,5 1 2 0,-1-2 5 0,5 6-5 15,2-1 0-15,-8 1 6 0,-1 0 7 0,2 5-3 16,3-2-4-16,-7 4-8 0,3 0-2 0,-7-2 2 16,1 3 4-16,3 3-11 0,-15 1 2 0,-3 1-4 15,0 1-3-15,-2 0 2 0,1 1-3 0,-4 3-2 16,-1-3 2-16,-6 1-3 0,-1-1 2 0,3 1-4 15,-1-1 9-15,-3-1-9 0,-2 3-2 16,-8 1 6-16,-7 0-3 0,-1 1 3 0,0-1-3 0,-3-4 0 16,-5 4 4-16,-10 1 11 0,-1-1-4 0,-5-3 4 15,-8 6 4-15,-2-2 3 0,-31 0 3 0,29 0 3 16,-31-1-5-16,0 1 4 0,0 1-1 0,-6 2-2 16,1 3 6-16,-3-2-8 0,-5-1 3 0,-1 2-9 15,1 3 6-15,-13-6 2 0,11 6-4 0,-12-3 7 16,12 5 0-16,-15 0-1 0,12 5 3 0,-2 3 1 15,-3 1 3-15,-2 0 6 0,-9-6-7 0,0 2 4 16,5 8-4-16,-2 1 3 0,-6-8 0 0,1 12-9 16,-4-9 12-16,-3 0-3 0,7 12-1 0,-4-1 6 15,-3-10-4-15,2 12-2 0,-4-10 4 0,3 7-6 16,-8-6 2-16,5 11 12 0,2 3-1 0,0 0-1 16,-2-2 6-16,2 1 3 0,-1 3-10 0,0-1 0 15,-2 1 8-15,0 0 3 0,-1 1-16 0,-3 3 7 16,5 1 7-16,-6-2 6 0,2 2-9 0,-2 0 3 15,0 2 3-15,1 27-3 0,-8-26 0 0,7 21-3 16,-4 2 0-16,-6-24-1 0,3 23-2 0,-3-19-2 16,2-2-2-16,-1 21-3 0,1 4-1 0,-1-26 0 15,-1 22 5-15,0-21-10 0,-2 21 4 0,0-22-2 16,0 23 4-16,-2-23-10 0,0 0 3 0,2 1-4 16,-5 22 2-16,2-25-2 0,3 0 0 0,-2 2 1 15,0 0 4-15,0 0 0 0,-2 0-4 0,-3 22-1 16,3-24 0-16,-2-3 3 0,-2 0-3 0,3-1 0 15,-3 0 6-15,-2-4-14 0,-3 2 8 0,4-5-5 16,-9 1 3-16,-1-3 0 0,4-9 0 0,-8 7-1 16,2-12-1-16,-11 10 4 0,-4-3 1 0,0-5-6 15,-7-1 1-15,0-1 0 0,-4-2 0 0,-2-1-4 16,-10-4-1-16,4 0-3 0,-6-3-1 0,-29 9 7 16,1-9-4-16,26-5-12 0,-30 1 11 0,1-2-1 15,-2 1-8-15,-6-5-2 0,-4 1 4 0,-2-7 2 16,-4-1-14-16,-3-2 1 0,-9 2-1 0,0-6 8 15,-7 1 2-15,-3 0-5 0,-10-3 4 0,1 0-2 16,-9-2 5-16,-6 0 7 0,-9 2 4 0,1-2 7 16,-3 1-3-16,-8 1-6 0,-8-3 9 0,-9 6 2 15,-2-2-3-15,-4-2-3 0,-4 0 12 0,-6 4-7 16,-3 1-9-16,0 0 0 0,-6 3 9 0,-2-5-1 16,-5 3 4-16,5 0-7 0,-7 2 10 0,1 2-3 15,0 0 2-15,-5-1 2 0,2 4 3 0,2 1-1 16,0-3 0-16,2 2 9 0,0 3 6 0,5-1-6 15,0-1-8-15,6 2 5 0,2-1-3 0,5 0-3 16,4-1 2-16,9-1-3 0,5 1-8 0,8-4 7 16,9 3-6-16,12-8-1 0,7 0 9 0,10-1 3 15,15-2-16-15,4-3-4 0,9 0-9 0,11-5-11 16,9 0-15-16,28 3-21 0,1-5-15 0,2 0-19 16,4-1-11-16,4-3-11 0,-1-2-117 0,8-2-250 15,3-1 111-15</inkml:trace>
  <inkml:trace contextRef="#ctx0" brushRef="#br0" timeOffset="134488.37">14303 7210 78 0,'0'17'93'16,"3"8"-9"-16,-3 2 0 0,-3 7 3 16,3 1-13-16,-3 12-9 0,3 5-6 0,0 5 6 15,0 24 3-15,-1-21 0 0,5 24-9 0,-7-2-3 16,6 4 1-16,-3-3-10 0,0 0-4 0,3-1-4 0,-3-24 2 15,-3 35-13-15,3-1 5 0,-2-3-3 0,1 1 0 16,1-3-4-16,0-6-5 0,-1-23-1 0,5 23-7 16,1-23 5-16,-2-3-2 0,1 4-13 15,7-2 18-15,-2-2-6 0,2 1 1 0,0-3 2 0,5-4-7 16,-1-2-2-16,4-1-3 0,-4-14-1 0,2-2 5 16,2-1 0-16,6-1 5 0,2-1 9 0,13 3-1 15,8-2-2-15,3-6 7 0,5-5 1 0,7-2-1 16,-1-4-5-16,34 1-2 0,-1-6 6 0,2-1-7 15,7-3 0-15,2-5-3 0,6-1-4 0,2 3-4 16,2-1-23-16,-5 2-11 0,7-2-21 0,1 5-20 16,-3 0-28-16,0 1-25 0,4 2-128 0,-12-6-267 15,2 3 117-15</inkml:trace>
  <inkml:trace contextRef="#ctx0" brushRef="#br0" timeOffset="134630.29">18864 9458 2185 0,'19'-4'-30'0,"-5"-1"15"15,-5 2-42-15,0 0-84 0,-1 1-77 0,-8 2-70 16,0 0-311-16,0 0 138 0</inkml:trace>
  <inkml:trace contextRef="#ctx0" brushRef="#br0" timeOffset="139863.01">12482 10007 137 0,'0'0'178'0,"-1"-10"-21"15,1 10-18-15,0 0-3 0,0 0 4 0,0 0 8 16,0 0 0-16,0 0-15 0,-12 18-8 0,5-4-3 16,1 5-7-16,2 0-14 0,0 6-8 0,-2 0-6 15,5-6-9-15,-3 6-9 0,4 0-6 0,0-6-5 16,4-2-4-16,-3 3-6 0,5-4-1 0,0 1-7 15,2-2-1-15,3-2-5 0,0-3-2 0,-2 0-2 16,0-4-2-16,0 0-6 0,3-2 1 0,-2 0-2 16,1-2-3-16,1-1 0 0,-1-1 3 0,0-1-8 15,1-2 3-15,-1-3 0 0,-2-1-4 0,2 0-1 0,-2-3 0 16,-3 1-2-16,2-3 5 0,-4 3-6 16,0-2 4-16,1-3-1 0,-5 2-3 0,2 0 1 0,-2 3 1 15,2 2 2-15,-1 0-3 0,-1 7 4 0,1-11-1 16,-1 11-6-16,0-7-3 0,0 7-1 0,0 0 0 15,0 0-1-15,0 0 5 0,9 15-5 16,-4-5 4-16,0 4 0 0,1 1-3 0,1 1 0 0,3-1 3 16,-1 1 0-16,3-2-1 0,3 1 3 0,-2-2-1 15,3 0 0-15,1-3 2 0,2-1-1 0,6 1 0 16,-6-5-2-16,1-2 1 0,-2-2 3 0,3-1-3 16,-1-1-2-16,-1-3 5 0,0-2-2 0,-1-1 1 15,-9 1 0-15,2-1 1 0,-1-2-5 0,-4-1 1 16,-1-2-2-16,-1 1 7 0,0-6-7 0,-6 0-3 15,-3 0-8-15,-1 0 4 0,-4-2-3 0,-3-2 1 16,-2-1-2-16,-1 3 2 0,5 5-2 0,-1 4 8 16,3 2-7-16,-1 1 0 0,-2 0 3 0,3 0 0 15,1 3-2-15,3 0 0 0,-2 1 1 0,7 3-2 16,-7-8-1-16,7 8-4 0,0 0 4 0,0 0 1 16,0 0 3-16,0 0-1 0,0 0-2 0,0 0 3 15,29 11 3-15,-10-11-1 0,0-2 1 0,2-2-1 16,8 1 1-16,3-2 1 0,-1-3 1 0,0-2-3 15,-2 0 1-15,-1 3 1 0,-9 1 2 0,-3 0 0 16,-5 1 3-16,3 1-4 0,-5-1 2 0,-3 1-1 16,-1 2 0-16,2-3 1 0,-7 5-1 0,5-8 0 15,-5 8-2-15,4-8 3 0,-4 8-4 0,2-5-1 16,-2 5-3-16,0 0 2 0,0 0-3 0,0 0 1 16,0 0-1-16,0 0 7 0,0 0-5 0,-2 27 2 0,2-17-2 15,-4 8 4-15,-1 0-1 0,5 2-3 16,-4-2 6-16,1 0-3 0,1-3 0 0,0 3 4 15,2-1-3-15,0-1-16 0,0-2-11 0,2-1-14 16,-2-2-19-16,0 0-26 0,0 0-25 0,0-1-23 0,2 0-25 16,1-5-24-16,-3-5-22 0,2 12-113 15,-2-12-343-15,-2 8 152 0</inkml:trace>
  <inkml:trace contextRef="#ctx0" brushRef="#br0" timeOffset="140044.76">13174 9792 85 0,'0'0'150'0,"-2"-9"-17"0,2 9-21 0,0 0-16 0,0 0-13 16,2-11-12-16,-2 11-19 0,8-1-12 0,-8 1-22 16,13 2-28-16,-3 0-20 0,-1 0-11 0,5 2-20 15,-1-2-56-15,-2 0-126 0,3 0 56 16</inkml:trace>
  <inkml:trace contextRef="#ctx0" brushRef="#br0" timeOffset="140228.54">13402 9796 119 0,'0'0'138'0,"0"0"-18"15,0 0-13-15,5 4-10 0,-5-4 4 16,2 7 3-16,0 0 5 0,3 5 3 0,-4 1-2 0,3 2 3 16,-2 4-7-16,2 2-13 0,-1 6-8 0,1-1-5 15,-4-1 1-15,4 2-11 0,-4-2-8 0,0-6-10 16,2 5 2-16,-2-5-6 0,4-1-2 0,-2 0-9 15,0-3-3-15,-2 2-15 0,0-6-16 0,0 2-25 16,0-1-25-16,0-2-26 0,-2 0-33 0,4-2-35 16,-6 2-145-16,0-5-308 0,4-5 136 0</inkml:trace>
  <inkml:trace contextRef="#ctx0" brushRef="#br0" timeOffset="140644.81">13459 9991 86 0,'11'-10'150'0,"3"-3"-5"16,1 0-2-16,-1 0 2 0,-1 2-4 0,-1-3-3 15,1 4-5-15,0-3-2 0,-1 0-3 0,-3 5-10 16,-1-1-2-16,0 0-9 0,-2 0-1 0,-1 3-7 16,-1 2-4-16,-4 4-8 0,7-9-9 0,-5 5-7 15,-2 4-13-15,7-3-7 0,-7 3-4 0,0 0-7 16,0 0-4-16,0 0-7 0,5 19 1 0,-5-7-3 15,0 4-3-15,-3 3 1 0,3 0-5 0,-4 7 0 16,-1-2 0-16,3-3-7 0,-1-4 2 0,1 2-5 16,2-2 1-16,-4 0-2 0,4-5 3 0,0-1-4 15,0 1 9-15,0-6-11 0,0-6-1 0,0 14 1 16,0-14 3-16,0 8-6 0,0-8 6 0,0 0-4 16,0 8 2-16,0-8-2 0,0 0 3 0,0 0-2 15,18-9-3-15,-9 4 1 0,0-1 0 0,2-1-3 16,0 0 3-16,0 2-1 0,1-4-3 0,-1 4 0 15,0 1 0-15,1 2 1 0,-2 0-2 0,-1 2-2 16,-1 0 1-16,3 2-1 0,-3 4 2 0,2 1-2 16,-1 0 3-16,-3 1 1 0,1 0-10 0,2 4-16 15,-4-3-9-15,-1 1-20 0,3 1-15 0,-1-1-25 16,2 5-33-16,-2-7-23 0,-1 1-28 0,1 0-168 16,-2 1-376-16,4-2 167 0</inkml:trace>
  <inkml:trace contextRef="#ctx0" brushRef="#br0" timeOffset="140942.51">14009 10090 56 0,'0'0'197'0,"0"-11"-12"0,0 11-15 0,0 0-17 16,0-10-5-16,0 10-10 0,0 0-5 0,0 0-9 16,0 0-12-16,0 0-7 0,0 0-8 15,-4 34-10-15,8-27-7 0,-2 3-13 0,1-1-3 16,1 1-1-16,2-3-5 0,0 1-9 0,2-3-3 0,1 0-6 15,0-1-2-15,1-1-6 0,0 1 1 16,-3-4-6-16,3-2 2 0,-10 2-5 0,15-5-2 16,-7 2 1-16,-2-1 1 0,1-3 8 0,-3-1 2 15,0-3-4-15,-2 1-1 0,1-2-2 0,-2 2-1 0,-2-3-1 16,-2 1-6-16,-1-1 0 0,2 2-4 0,-5-1-1 16,0 2-2-16,-2-4-3 0,4 6-4 0,-3-1-17 15,3 2-22-15,-4 3-18 0,9 4-24 16,-9-4-25-16,9 4-15 0,-9 2-26 0,9-2-27 0,-11 8-168 15,8-1-364-15,-1-1 162 0</inkml:trace>
  <inkml:trace contextRef="#ctx0" brushRef="#br0" timeOffset="141503.29">14240 10048 51 0,'8'-5'215'0,"-8"5"-4"0,0 0-13 15,6-4-9-15,-6 4-6 0,0 0-11 0,0 0-9 16,0 0-10-16,0 0-8 0,0 0-7 0,0 0-13 15,0 0-12-15,-14 23-8 0,12-13-14 0,2 1-6 16,0-2-8-16,0 2-8 0,2-1-7 0,3 0-3 16,0 2-5-16,1-5-4 0,1 2-5 0,2-2-2 15,2 0-9-15,0-1-1 0,-2 0-7 0,3-5-4 16,1 2 1-16,-1-3-7 0,0 0-4 16,1-1 1-16,-1-1-4 0,-1-1-2 0,2-3-3 0,-5 1 0 15,1-1 1-15,-2-3 1 0,0-1-3 0,-3-1 2 16,1 2-2-16,-3-2 1 0,0-3 0 0,0 3 3 15,-2-1-5-15,0 3 1 0,2 0 0 16,-2 9 2-16,0-11 2 0,0 11-2 0,0-10-2 0,0 10 0 16,2-6-4-16,-2 6 6 0,0 0-2 0,0 0-3 15,0 0-2-15,1 23 6 0,1-14-5 0,-2 4 2 16,1-1 0-16,0-1-1 0,1-1 3 0,3 1 2 16,-1-1 0-16,1 0 0 0,1-3-3 0,1 1 3 0,4-2 0 15,-1-1 2-15,1-2-1 0,2-2-3 16,1 1 2-16,-1-6-2 0,1 2 4 0,-1-3 0 15,0-2-2-15,2-2-1 0,0-2-1 0,-4 1 0 16,2-5 0-16,-4 1 1 0,2-1 0 0,-4-2 0 0,0 0 0 16,-2 0-2-16,-3-3 1 0,2 2-1 15,-6-8 0-15,6 2 3 0,-3-1-1 0,-1 8 7 16,0 0 3-16,-1 1 9 0,-1 4 4 0,4 2 12 16,-4 2-3-16,2 8-4 0,0-11-13 0,0 11 3 15,0 0-7-15,0 0 4 0,0 0 3 0,0 0 7 0,-2 34 21 16,-2-15-21-16,1 7 5 0,-1 3-3 15,-1 0 0-15,0 1 8 0,3-2-15 0,-2 2-4 16,0-3 0-16,3 0 0 0,-1-7-9 0,1 3-13 16,1-4-19-16,1 0-21 0,-1-2-28 0,0 2-41 0,-1-3-43 15,1-5-57-15,-1 0-50 0,-3 0-230 0,0-1-531 16,0-3 235-16</inkml:trace>
  <inkml:trace contextRef="#ctx0" brushRef="#br0" timeOffset="141659.07">14593 10107 188 0,'0'0'185'0,"1"-8"-16"0,-1 8-16 0,8-7-14 16,-1 5-16-16,2-2-17 0,2 0-31 0,9 0-36 16,-2-2-49-16,11-2-54 0,-1 2-121 0,-1-3-198 15,4-1 88-15</inkml:trace>
  <inkml:trace contextRef="#ctx0" brushRef="#br0" timeOffset="153250.13">3399 7535 21 0,'-10'0'125'16,"10"0"4"-16,0 0-9 0,0 0-3 0,0 0-6 15,0 0-1-15,0 0-10 0,-8-4-3 0,8 4-10 16,0 0-4-16,0 0-6 0,0 0-4 0,0 0-8 0,0 0-4 16,0 0-4-16,0 0-7 0,0 0-5 15,0 0-5-15,0 0-4 0,0 0-7 0,0 0-2 16,0 0-7-16,0 0 3 0,0 0-2 0,0 0-6 15,0 0 3-15,38-4-5 0,-7-1-3 0,4 2 4 0,20-1-5 16,1-5 1-16,4 0-2 0,1 2-2 0,0-1 1 16,1 0-3-16,-3 1 2 0,-7 1-3 15,2-1-1-15,-2 2-3 0,-16 3 2 0,1-3-3 0,0 2 1 16,-4 1-4-16,-2 0 5 0,-2 0-1 16,0 1 2-16,-8 2-5 0,-2-2-3 0,-2 2 4 0,-3-1 1 15,-4 0-2-15,-3 0 7 0,-1 2 0 0,-6-2 6 16,13 0 13-16,-13 0 11 0,6 0 6 0,-6 0 7 15,0 0 5-15,9 0 1 0,-9 0-8 0,0 0-4 16,0 0-4-16,0 0-5 0,0 0-8 0,0 0-13 16,0 0-15-16,0 0-21 0,0 0-33 0,0 0-31 15,0 0-54-15,0 0-180 0,0 0-350 0,0 0 156 16</inkml:trace>
  <inkml:trace contextRef="#ctx0" brushRef="#br0" timeOffset="153763.21">4489 7129 28 0,'-3'-8'157'0,"3"8"-7"0,-3-9-1 0,3 9-4 16,-4-6-4-16,4 6-2 0,-3-7-9 0,3 7-10 16,0 0-18-16,-3-7-11 0,3 7-10 0,0 0-14 15,0 0-13-15,0 0-4 0,0 0-4 0,0 0-10 16,0 0 1-16,-2 26-2 0,4-8-8 0,-2 6-2 0,1 3-5 16,-1 4 1-16,0 3-3 0,0-3 2 15,0 4-5-15,-1-4 2 0,-1 2-4 0,1-1-2 16,1-1 0-16,0-4 1 0,1 0-4 0,-1-1 3 15,0 2-8-15,2-9 3 0,-1 6 2 0,0-7-3 16,0 0-18-16,-1-2-12 0,2 0-5 0,-1 3 7 16,-1-3-6-16,1-4 2 0,2 3-21 0,-3-4-17 15,1 1-17-15,0 1-12 0,2-2-19 0,-3-1-7 16,1 2-13-16,-1-2-69 0,-1 0-217 0,1-10 96 16</inkml:trace>
  <inkml:trace contextRef="#ctx0" brushRef="#br0" timeOffset="154365.14">4641 7078 109 0,'7'-8'133'0,"4"2"-10"0,10-4-12 0,9 0-11 16,24 1-11-16,6-1-90 0,27-10 53 0,-21 7-9 15,30-4 5-15,-1 3-6 0,-5-1-5 0,-26 7-6 16,3 1-8-16,-2 1 1 0,-1 3-8 0,-3-1 8 16,-2 1-12-16,-3 0-6 0,-5 1-1 0,-12 1 1 0,-3 1-7 15,-3 1 3-15,0-1-6 0,-6 0 6 16,-6 0-1-16,-2 0-1 0,-6 2-2 0,-1 0 2 15,-3-2-7-15,-1 1 8 0,-8-1 0 0,12 0-2 16,-12 0 3-16,9 3-4 0,-5-2 6 0,-4-1 0 16,0 0 0-16,6 8 0 0,-4-1 1 0,-2-7 5 0,-2 12 2 15,1-1 3-15,0 2 11 0,0 6-6 16,-3 5 8-16,1 3-3 0,2 2-2 0,0 4 7 16,0 0-4-16,1 1 0 0,0 0-11 0,0 1-1 15,0 1 1-15,2-1-1 0,1-1 3 0,2-1 1 0,-3 1-1 16,3-2-3-16,2-4-1 0,-3 5-3 0,2-5-3 15,0 0 8-15,1-4-4 0,-2-4 0 16,-1-1-5-16,-2-3 5 0,1 1-3 0,-2 0-3 16,0-6-6-16,-1 2 8 0,-1-2-5 0,1 0 5 0,-1-2 1 15,-3 1 2-15,0-3-6 0,-2 0 0 0,-4 1 2 16,-6 0-1-16,-4-2 1 0,-7 1-4 0,-6-3 0 16,-6 2 2-16,-18 0 4 0,-4-3 1 0,-29 1 5 15,25 1-8-15,-32-2-4 0,2 2 7 16,4-2 2-16,1 2 0 0,0-4 3 0,29 5 2 0,1-5-7 15,-5 2 5-15,7 2 0 0,2-4 1 0,19 1-1 16,4 1-2-16,3-3-7 0,10 0-5 0,2 0-21 16,5 0-23-16,2 1-29 0,4-1-45 0,7 0-133 15,-14 4-271-15,14-4 121 0</inkml:trace>
  <inkml:trace contextRef="#ctx0" brushRef="#br0" timeOffset="154811.1">4824 7547 33 0,'0'0'130'15,"0"0"-24"-15,0 0-9 0,0 0-5 0,0 0-7 16,0 0-8-16,0 0-6 0,-3 25 9 0,1-10 0 15,-2 3-9-15,2-1-7 0,-1 1-5 0,0-1-1 16,1-1-3-16,-1-3-10 0,1-3 0 16,0-1-1-16,1-2-5 0,0-1 12 0,1-6 13 0,-3 9 16 15,3-9 13-15,0 0 1 0,-2 6-8 0,2-6-7 16,0 0-10-16,0 0-6 0,0 0-5 0,-7-23-7 16,9 13-6-16,0-3-2 0,4-5-9 0,-2 0 0 15,2-1-2-15,4-3-5 0,1-1-5 0,1-3-1 16,1 4-2-16,4-3-6 0,0-1-3 0,2 1 4 15,0 3-8-15,-1 1 1 0,-6 7-1 0,-5 5 1 16,0 2-7-16,-2 0-3 0,1 4-2 0,-1 0 2 16,-5 3 3-16,0 0-5 0,15 10-1 0,-10-2 1 15,0 10 3-15,0 0-1 0,-3 0 1 0,0 7 1 16,-1 1 4-16,1-1-4 0,0 1 2 0,-2 1 5 16,1-2-4-16,-1 1 1 0,1-9-18 0,2 2-18 15,0 0-17-15,-2-2-37 0,1 0-26 0,2-6-28 16,-4 0-44-16,0 0-118 0,0-11-328 0,-2 12 147 15</inkml:trace>
  <inkml:trace contextRef="#ctx0" brushRef="#br0" timeOffset="155353.56">4848 7603 61 0,'9'-12'114'0,"-2"9"1"16,2-3-2-16,1 0-13 0,4-2-9 0,5 0-8 15,-2 2-9-15,3 1-11 0,-2 0 7 0,1 0-8 16,1 2-10-16,-1 2 0 0,0-1-6 0,-7 4-3 16,1-1-3-16,0-1-3 0,0 0 0 0,-3 2-9 15,0 2 1-15,0-1-10 0,-2 2 3 0,-2-1 0 16,1 1-1-16,-3-1-3 0,-2 3-5 0,-2-7 3 16,8 9-2-16,-7-5 6 0,-1-4 1 0,0 0 4 15,3 12 6-15,-3-12 5 0,-2 8 0 0,2-8 1 16,0 0-2-16,-3 7-1 0,3-7 4 0,0 0 1 15,0 0-5-15,0 0-3 0,0 0-4 0,0 0-1 16,-14-15-5-16,14 15-8 0,1-16 0 0,0 7-4 16,2-2-3-16,-1-1-1 0,6-2-1 0,1-1-6 15,1 2-3-15,1-1-1 0,-1 5-1 0,1-3 1 16,0 3-3-16,0 2 0 0,-1 2-1 0,0 1-3 16,0 1 2-16,-1 3 2 0,3 0-1 0,-4 2-1 15,1 1 3-15,-3 2 1 0,3 0 4 0,-4 1-2 16,0 1 1-16,-1 2-4 0,-1-2 6 0,0-2 6 15,1 0-7-15,-4-5-1 0,4 8 5 0,-4-8 2 16,2 5 8-16,-2-5 4 0,0 0 8 0,4 5-2 16,-4-5 0-16,0 0-2 0,0 0 4 0,0 0-7 15,0 0-2-15,4-21 1 0,-1 11-4 0,1-1 4 16,-1 0-2-16,4 0-1 0,-2 3 1 0,1-3-4 16,2 2 0-16,-2 0 3 0,3 2-7 0,-4 3 0 15,2-1 1-15,-1 3-4 0,2 0 1 0,-8 2-3 16,14 0 0-16,-14 0 2 0,12 9 1 0,-4-2-1 15,-3-1-4-15,2 6-2 0,-3-1-8 0,0 5-31 16,-1-3-21-16,5 2-33 0,-6 0-16 0,2 3-29 16,-2-5-138-16,-4-2-302 0,4 3 134 0</inkml:trace>
  <inkml:trace contextRef="#ctx0" brushRef="#br0" timeOffset="155587.29">5592 7282 121 0,'1'-9'205'16,"-1"-3"9"-16,-1 5-13 0,1 7-21 0,0-12-21 15,0 12-18-15,0 0-17 0,0 0-14 0,0 0-11 16,0 0-2-16,8 26-4 0,-7-7-4 0,2 8-8 16,-2 0-3-16,0 0-11 0,4 0-8 0,-5 1-3 15,2-1-6-15,-2 0-3 0,1 0-7 0,-1 0-2 16,1-9-23-16,2 7-22 0,-3-8-22 0,1 1-33 15,-1-2-28-15,1-5-28 0,-1 2-28 0,-1-3-21 16,1-1-125-16,-1 1-314 0,1-10 139 0</inkml:trace>
  <inkml:trace contextRef="#ctx0" brushRef="#br0" timeOffset="155775.46">5662 7374 109 0,'5'-6'134'0,"1"1"-14"15,-1 2 2-15,1 0-8 0,-6 3-10 0,10-2 1 16,-10 2-1-16,9 5-3 0,-9-5-5 0,9 10-8 16,-6-4-7-16,-2 3-7 0,0-1-6 0,-2 4-6 15,-3-2-3-15,-3 7-9 0,-1-3-9 0,-2 1-30 16,-3 1-28-16,-4 3-27 0,-2-1-33 0,1-5-44 16,-4 2-110-16,-3-3-250 0,-2-3 111 0</inkml:trace>
  <inkml:trace contextRef="#ctx0" brushRef="#br0" timeOffset="157097.57">3387 7570 78 0,'-5'-5'77'0,"5"5"-1"16,0 0-6-16,0 0-6 0,0 0-2 0,0 0-1 15,0 0-8-15,0 0 2 0,0 0-12 0,-7-4 0 16,7 4-1-16,0 0-1 0,0 0-9 0,0 0 1 16,0 0 0-16,0 0-5 0,-9 0-5 0,9 0 0 15,0 0 0-15,0 0 2 0,0 0 4 0,-8-2-1 0,8 2 7 16,0 0-3-16,0 0-1 0,0 0 0 16,0 0-5-16,-10 0 3 0,10 0-3 0,0 0 0 15,0 0 2-15,0 0 7 0,-13-2-5 0,13 2 2 16,0 0 1-16,-8 0-6 0,8 0 1 0,0 0-1 15,-10-3-2-15,10 3-5 0,0 0-4 0,-9-3 5 0,9 3-5 16,0 0 3-16,-10-1 0 0,10 1-1 16,0 0 0-16,-8-1 10 0,8 1-3 0,0 0-1 15,0 0-5-15,0 0 3 0,0 0-2 0,0 0-1 16,0 0 2-16,-9-1-3 0,9 1-4 0,0 0 2 0,0 0-5 16,0 0 4-16,0 0-4 0,0 0-1 15,0 0 0-15,0 0 1 0,0 0-3 0,0 0-4 16,0 0-1-16,0 0-1 0,0 0-10 0,0 0-9 15,0 0-14-15,0 0-11 0,0 0-32 0,0 0-15 16,0 0-22-16,0 0-7 0,0 0-6 0,0 0-108 16,0 0-250-16,0 0 111 0</inkml:trace>
  <inkml:trace contextRef="#ctx0" brushRef="#br0" timeOffset="158042.81">2338 7461 32 0,'0'0'108'0,"0"0"-4"0,0 0 9 16,-1-9-8-16,1 9-4 0,0 0-8 15,0 0-1-15,0 0-4 0,0 0-11 0,0 0 6 16,0 0-12-16,0 0 2 0,0 0-8 0,0 0-5 16,0 0-2-16,0 0-4 0,0 0-3 0,0 0-6 15,0 0-6-15,0 0-4 0,0 0-9 0,0 0 4 16,0 0-10-16,0 0-1 0,0 0 0 0,0 0-6 16,0 0-7-16,0 0 6 0,0 0 4 0,0 0-9 15,0 0-13-15,0 0 14 0,-15 20-7 0,12-14-2 16,-2 5-1-16,2 1 6 0,1 0-3 0,-2 3 7 15,3-1-10-15,-2 1 2 0,2 1-4 0,0 1 8 16,1 3 6-16,1-2 0 0,0 0-6 0,4 1 3 16,0 2-2-16,1 2 0 0,1-5 3 0,-1 0-2 15,2-2 6-15,1 3-7 0,6 1 0 0,-4-2 5 16,0-3 0-16,5-1 1 0,-2-1-1 0,3-2 3 16,3 0-3-16,4 0 4 0,3-2-2 0,1-5-5 15,4-2 3-15,2 1-6 0,1-9 10 0,2 0-1 16,1-1-9-16,-2-3 7 0,0-1 1 0,0-4 4 15,-4 0 4-15,0-1 8 0,-3-1 1 0,-2 1 0 16,-2-3 3-16,0-1 0 0,-7-1-4 0,1-2-2 16,-2 1-2-16,-2-1 0 0,-3-1-5 0,0 2 2 0,-2-1 0 15,-1-2 1-15,-6 8-2 0,-2-9 2 16,-1-1-3-16,1 0-2 0,-3 8 1 0,-5-6-1 16,0 1 8-16,-1 8-11 0,-4-6-2 0,0 4-2 15,-3-4-1-15,-2 4-3 0,3 5-2 0,-7-5-1 16,0 4 1-16,-4 2-2 0,1-1 1 0,0 3-4 15,-6 4-2-15,1-2-5 0,-3 1 2 0,-3 2 3 0,2 4-2 16,-3-2-4-16,1 3 0 0,0 1-8 16,1 4 3-16,0 0-9 0,2 4-4 0,3 1-1 15,0 3 1-15,3 1-3 0,3 4-1 0,0 1-7 16,4 1 6-16,2 2-8 0,1-2-5 0,3 5-9 16,1-1-15-16,6 4-17 0,2 0-28 0,3-2-16 15,1 3-31-15,2-3-95 0,1 1-277 0,6 0 123 16</inkml:trace>
  <inkml:trace contextRef="#ctx0" brushRef="#br0" timeOffset="159379.22">2446 7467 148 0,'-9'-6'145'16,"9"6"5"-16,-4-4-7 0,4 4-9 0,0 0-12 15,-5-5-12-15,5 5-13 0,0 0-12 0,0 0-12 16,0 0-7-16,0 0-12 0,0 0-16 0,0 0 14 0,0 0-5 16,0 0-9-16,0 0-1 0,0 0-4 15,34 8-4-15,-22-3-4 0,4 2-6 0,2 0 1 16,8 3 2-16,-1 1-4 0,2-2-4 0,1 0 1 15,-1-2-9-15,1 4 6 0,0-3 4 0,2 1-4 16,-5-2 2-16,4 3-3 0,-8-1-6 0,0-1-20 0,-2-3-6 16,0 6-19-16,-1-5-6 0,1 1-14 15,-5-1-19-15,-2-3-20 0,0 4-20 0,0-1-104 16,-3 3-239-16,-3-2 106 0</inkml:trace>
  <inkml:trace contextRef="#ctx0" brushRef="#br0" timeOffset="159605.79">2777 7355 42 0,'-3'-6'192'0,"3"6"-21"15,0 0-25-15,-5-6-16 0,5 6-12 0,0 0-12 16,0 0-7-16,-23 15-11 0,9 0-9 0,-9 4-13 15,-3 9-7-15,1-2-25 0,-14 10-19 0,1 0-26 16,2-1-26-16,3 0-14 0,7-8-19 0,2 0-26 16,0 3-84-16,-5 5-195 0,6-9 86 0</inkml:trace>
  <inkml:trace contextRef="#ctx0" brushRef="#br0" timeOffset="160295.31">1474 7895 47 0,'-9'-3'124'16,"9"3"-11"-16,-9-8 5 0,9 8-15 0,-6-5 0 0,6 5 0 15,-8-5 0-15,8 5 4 0,-11-3 3 16,11 3 0-16,-6-6-4 0,6 6 3 0,-8-2-2 16,8 2-5-16,0 0-11 0,0 0 1 0,-8-3-10 15,8 3-6-15,0 0-6 0,0 0-8 0,0 0-5 16,0 0-10-16,0 0-1 0,0 0-7 0,0 0-6 0,0 0-11 16,0 0-1-16,0 0-4 0,0 0-4 15,0 0 1-15,19-9-3 0,-10 8-3 0,4-3-1 16,9 0 2-16,8 0-4 0,-2-2-5 0,6-1 5 15,2 3 2-15,-3-3-1 0,3-1-2 0,2 1 2 16,12-6 0-16,-12 5 0 0,1 0-4 0,-1-2-1 0,-1 3 0 16,-3 1-2-16,0 0 3 0,-2-2-5 15,-2 3-7-15,-11 2 2 0,-1 0-1 0,-4-1-9 16,-2 2 5-16,-1-1-7 0,-6 2 2 0,2-1-1 16,-7 2 5-16,0 0 2 0,13-1 3 0,-13 1-1 0,7-3 2 15,-7 3 0-15,0 0 1 0,0 0 3 0,9 0 3 16,-9 0-1-16,0 0 1 0,0 0-5 0,0 0 3 15,0 0 1-15,0 0-6 0,0 0 4 0,0 0-2 16,0 0 3-16,0 0-2 0,-2 12 0 16,2-12 0-16,-7 11 1 0,3-2 1 0,-1-1-1 0,1 0 6 15,-1 3-2-15,0-1 2 0,0-1-4 0,0 3 1 16,-2-3-11-16,3 2-9 0,-3 0-13 0,-1 5-14 16,-2-1-17-16,0 1-22 0,0 0-11 15,0 0-29-15,-2 2-22 0,2-1-108 0,-4-2-279 16,4-3 124-16</inkml:trace>
  <inkml:trace contextRef="#ctx0" brushRef="#br0" timeOffset="160500.31">2075 7635 45 0,'-13'-21'216'0,"0"6"-7"16,-1-1-14-16,0 1-11 0,-5-3-10 0,4 6-16 15,-2-1-10-15,2 1-22 0,-1 0-7 16,3 2-12-16,2 5-11 0,4-3-12 0,0 4-11 0,1 0-24 16,1 1-39-16,5 3-43 0,-9-6-63 0,9 6-35 15,0 0-20-15,0 0-113 0,0 0-286 0,0 0 127 16</inkml:trace>
  <inkml:trace contextRef="#ctx0" brushRef="#br0" timeOffset="161593.26">821 7261 113 0,'0'0'151'0,"0"0"-6"0,0 0-3 0,0 0-9 0,0 0-7 16,0 0-13-16,0 0-3 0,0 0-11 0,0 0-8 15,0 0-8-15,0 0-9 0,0 0-2 0,17-15-14 16,-17 15-6-16,3-9-4 0,0 1-1 0,1 1-5 16,0-3-6-16,1 1-5 0,-1-1 1 0,0-1-5 15,-2-1-3-15,1 1 5 0,1-6-6 0,-2 2-2 16,1-2-3-16,-3 6-3 0,0-9 1 15,4 10 0-15,-4-2-3 0,-2 4 5 0,2-3 10 16,-2 5 3-16,2 6 4 0,0-10-2 0,0 10-8 0,0-9-2 16,0 9 1-16,0 0-4 0,0 0-3 0,0 0-3 15,0-10-7-15,0 10 0 0,0 0 0 0,0 0-7 16,0 0-2-16,0 0-1 0,-5 24 5 0,3-13-5 16,0 2 4-16,2 5-2 0,0-1 3 15,0-3 1-15,0 3-3 0,4-2 1 0,-2-2-2 0,3-1-12 16,4 2-11-16,0-1-16 0,-1-4-23 0,8 1-22 15,1-3-11-15,-2 1-20 0,2-4-16 0,-3-2-12 16,-1-1-7-16,-13-1-87 0,24 0-257 16,-24 0 114-16</inkml:trace>
  <inkml:trace contextRef="#ctx0" brushRef="#br0" timeOffset="161762.24">773 6939 92 0,'0'0'209'0,"0"0"-28"0,0 0-34 0,0 0-39 16,0 0-44-16,0 0-33 0,0 0-24 15,0 0-21-15,0 0-12 0,0 0-18 0,0 0-10 0,-4-20-11 16,4 20-41-16,0 0-116 0,29-1 52 0</inkml:trace>
  <inkml:trace contextRef="#ctx0" brushRef="#br0" timeOffset="161972.97">920 6922 186 0,'0'0'180'0,"0"0"-26"0,0 0-18 0,6 3-18 0,-6-3-7 16,4 13-15-16,3-2-5 0,2 4-11 16,-2 3-2-16,6 9-2 0,-3-1-8 0,1 3-3 15,-2 3-4-15,2-1-4 0,0 2-10 0,-6-1-16 0,3-1-6 16,2 0-18-16,-2-5-13 0,-3 0-19 15,-1 0-17-15,4-3-20 0,-4-2-5 0,-2-5-25 0,2 1-6 16,-1-1-8-16,-1-4-10 0,2 5-60 16,-4-17-190-16,2 16 84 0</inkml:trace>
  <inkml:trace contextRef="#ctx0" brushRef="#br0" timeOffset="162204.6">1200 7182 47 0,'2'-9'246'0,"-2"3"-12"16,4-2-26-16,-4 8-14 0,0 0-31 0,3-8-17 16,-3 8-23-16,0 0-9 0,0 0-11 0,0 0-11 15,0 0-8-15,22 16-8 0,-15-5-8 0,3 1-4 16,-4 0-10-16,5 5-5 0,-2-1-14 0,1 0-12 16,-2 0-13-16,1-2-14 0,1 4-10 0,-4-3-21 15,3 0-16-15,-5-3-22 0,2-2-17 0,0 0-17 16,-4-1 0-16,-2-9-3 0,0 0-3 0,6 15 0 15,-6-15-4-15,0 0-1 0,0 0-63 0,0 0-194 16,-22 8 86-16</inkml:trace>
  <inkml:trace contextRef="#ctx0" brushRef="#br0" timeOffset="162405.76">1243 7060 47 0,'9'-15'121'0,"4"1"-2"0,-2-1-2 16,1 8-15-16,1 0 5 0,-1 1-13 0,-1 0-7 15,1 4-11-15,0 0-12 0,-3 6 7 0,0 1-15 16,1-1 1-16,-2 3-9 0,-2 2 2 0,3 7-4 16,-5-6-12-16,-3 8 3 0,-2 0-16 0,-2-2-10 15,-2 3-11-15,-4 4-3 0,0-7-17 0,-4 3-10 16,-3 0-22-16,-6 0-1 0,3-2-20 0,-2 1-11 16,0-3-11-16,-2 3-65 0,8-11-172 0,-1 3 76 15</inkml:trace>
  <inkml:trace contextRef="#ctx0" brushRef="#br0" timeOffset="164930.73">2727 8033 14 0,'-5'-6'145'0,"5"6"-8"16,-4-12-4-16,1 8-5 0,3 4-4 0,-4-8 8 16,4 8-5-16,-2-10-4 0,2 10-12 0,-1-7-12 15,1 7-7-15,0 0-16 0,0 0-8 0,-3-7-15 16,3 7-8-16,0 0-2 0,0 0-4 0,0 0-8 16,4 24-2-16,1-7-3 0,1 8-5 0,2 4-1 15,0 6 4-15,5 10-10 0,-3 1 0 0,0 0 2 16,0 4 0-16,0 1-1 0,-1-2 1 0,-2-4-5 15,-2-9 0-15,0-3-3 0,4 2 2 0,-1-1-4 16,-3 1 0-16,2-2 0 0,1-1 4 0,-2-2 2 16,1 0-2-16,1-2 1 0,0-5 1 0,-3-3-1 15,1-4-4-15,0 1 3 0,-1-2-5 0,3 1 1 16,-4-4 5-16,-1 1-5 0,3-4-6 0,-3 1-14 16,-1-3-14-16,0 0-15 0,1-2-13 0,-2 0-13 15,-1-5-8-15,4 8-11 0,-4-8-9 0,0 0-35 16,0 0-118-16,0 0-270 0,0 0 120 0</inkml:trace>
  <inkml:trace contextRef="#ctx0" brushRef="#br0" timeOffset="165181.54">2543 8071 154 0,'0'0'183'0,"-4"-10"-21"0,4 10-21 0,-1-7-17 16,1 7-8-16,0 0-14 0,0 0-15 0,0 0-6 15,0 0-3-15,-16 10-11 0,12-1-8 0,-1 3-4 16,-4 4-7-16,-1 1-7 0,-1 10 0 0,-3-4-2 16,-1 1-2-16,2-1-6 0,0 1-23 0,-1-2-15 15,2 1-24-15,2-6-31 0,1-1-24 0,0 0-26 16,1 1-114-16,3-7-246 0,-1 1 109 0</inkml:trace>
  <inkml:trace contextRef="#ctx0" brushRef="#br0" timeOffset="165369.57">2717 8006 148 0,'2'-3'194'16,"-2"3"-27"-16,8-4-16 0,-8 4-17 0,4-6-9 15,-4 6-18-15,0 0-17 0,6-2-1 0,-6 2-11 16,0 0-9-16,18 9-7 0,-3 0-4 0,1 0-22 16,8 4-30-16,4-2-48 0,0 1-31 0,3 1-35 15,-1 1-108-15,1 0-233 0,-5-3 104 0</inkml:trace>
  <inkml:trace contextRef="#ctx0" brushRef="#br0" timeOffset="166459.26">2853 8892 106 0,'0'0'96'0,"0"0"-1"16,0-9 4-16,0 9 3 0,0 0-5 0,1-8 2 16,-1 8-19-16,0 0 10 0,0 0-13 0,0 0-9 15,0 0 1-15,0 0-13 0,0-8-14 0,0 8-5 16,0 0 0-16,0 0-9 0,0 0 0 0,0 0-8 16,0 0 4-16,0 0 0 0,7 20-11 0,-4-10 4 15,0-1 0-15,1 4-4 0,0 3-3 0,2-1 1 16,-2 0 1-16,1 2-5 0,0 0 5 0,1 1-10 15,-1 0 2-15,1-1 2 0,-2 2-4 0,0-4 5 16,1 4-3-16,0-4 4 0,-1 4-7 0,1-2 3 16,1 0 4-16,-3-5-3 0,2 4 1 0,0 0 0 15,-1-6-2-15,-1 2 0 0,-1-1 0 0,1-1 1 16,0-2 5-16,-1-2-12 0,-1 0 8 0,1 0-4 16,-2-6 0-16,2 7-1 0,-2-7 4 0,2 6 8 15,-2-6-14-15,0 0-8 0,2 8 1 0,-2-8-11 16,0 0-7-16,0 0-17 0,0 0-10 15,0 0-12-15,0 0-19 0,0 0-6 0,-7 8-26 16,7-8-66-16,-11-1-197 0,11 1 88 0</inkml:trace>
  <inkml:trace contextRef="#ctx0" brushRef="#br0" timeOffset="167093.44">2953 8809 58 0,'-3'-6'127'16,"1"-2"-7"-16,2 8-9 0,-5-9 13 0,1 4-11 16,4 5-8-16,-4-7-10 0,4 7-1 0,-5-6-19 0,5 6-5 15,0 0-11-15,0 0-20 0,-5-4 2 0,5 4-9 16,0 0 2-16,0 0-8 0,-3 17 0 0,2-5-4 15,0 0 0-15,1 5-1 0,-3 9-5 0,3-1-2 16,0 1-3-16,0 1-3 0,1 1-4 16,1-4 9-16,-1 3-1 0,2 4 7 0,-2 0-7 0,1-5-6 15,1 4 5-15,0-4 0 0,0 2-5 0,0-2-7 16,2-1 5-16,-1 1-2 0,1 0 3 0,0-2-4 16,-1-4 1-16,1-1 0 0,-2-2 1 15,3 2-1-15,-2 2 1 0,0-6 2 0,1 2-4 16,-1 0-2-16,0-5 3 0,1 0-2 0,0 0 4 0,-2-1-2 15,1 0-2-15,0-1 7 0,0-2-5 0,-1-1 0 16,-1 0 6-16,2-2 0 0,0 0 1 16,-4-5-3-16,5 9-6 0,-3-6 14 0,2 3-15 15,-4-6 5-15,11 7-2 0,-5-4 2 0,5-2 1 16,1 3-4-16,2 0-1 0,4-3 7 0,5-1-2 0,9 0 7 16,5-2-6-16,-1-1-6 0,16-1 12 0,0-5-13 15,5 1 6-15,3-1 5 0,2-2-3 0,25-5-3 16,-20 4 6-16,28-1-9 0,-1-2 7 15,0 1-5-15,5 1 7 0,-37 3-19 0,0 3 6 16,31-5 4-16,-1 5 9 0,-2-3-8 0,-1 5 2 0,11-6-23 16,3-4 49-16,-1-1 1 0,2-3 0 0,3 2 0 15,-3-3-9-15,-3 4-2 0,-4 1-2 0,-34 8-4 16,2-3 3-16,-4 5-4 0,-1-1 4 16,-5 1-2-16,0 1-7 0,-3-2 1 0,-13 2 1 15,-2-2-3-15,-3 4 0 0,-3 1-5 0,-3-2-9 16,-7 3-16-16,-1 0-29 0,-8 3-19 0,-3-3-11 0,-9 0-7 15,3 7-9-15,-3-7-20 0,0 0 2 0,-18 17-3 16,3-7 3-16,1-3-78 0,-2-1-209 0,3 0 92 16</inkml:trace>
  <inkml:trace contextRef="#ctx0" brushRef="#br0" timeOffset="167827.67">6033 7342 31 0,'0'0'98'16,"0"0"-8"-16,0 0-3 0,0 0-2 0,0 0-6 0,0 0-4 15,0 0-7-15,0 0 5 0,0 0-11 16,0 0-10-16,0 0 12 0,0 0 1 0,0 0 15 16,20-1-2-16,0 1 3 0,12-2-5 0,6-1-2 15,22-4-9-15,5 0-4 0,26-5-5 0,5 1-4 0,-4-2-7 16,1 1-1-16,0-2-2 0,2 1-7 0,-6 0-2 15,-25 4-5-15,0 2-3 0,26-5-1 16,-33 5-3-16,3 1-3 0,-5-1-1 0,4 3-1 0,-2 0-5 16,-4 0 1-16,-17 0-1 0,-1 3-2 15,-4-1 2-15,-9 0-1 0,-2 1-5 0,-2 0-1 0,-6 1 5 16,-1-2 2-16,-4 1 1 0,-7 1 5 0,11-1 3 16,-11 1-1-16,8 0-2 0,-8 0-4 0,0 0-4 15,0 0 4-15,0 0-3 0,0 0-10 16,0 0-17-16,-30 1-8 0,30-1-30 0,-18 7-26 15,7-5-37-15,-1 0-37 0,1 4-124 0,1-4-302 0,10-2 134 16</inkml:trace>
  <inkml:trace contextRef="#ctx0" brushRef="#br0" timeOffset="168386.3">6970 6542 135 0,'0'0'155'15,"0"0"-9"-15,0 0-13 0,0 0-14 0,0 0-13 16,0 0-4-16,0 0 2 0,-10 9 4 0,8-1-6 15,1-2-7-15,2 5-5 0,-1-1-8 16,2 3-7-16,0-3-4 0,5 1-5 0,-2 1-4 16,2-2-8-16,6 2-1 0,2-3-5 0,1 0-3 0,1-2-7 15,2-3 0-15,2 2-2 0,1-3-4 0,-3-4 0 16,4-1-3-16,-3 0-3 0,-3-2-2 0,0 0-1 16,-4-1-3-16,-1 0-5 0,-1-1 6 15,-4-3-4-15,1 1-3 0,-2-2-3 0,-2-1-1 16,-1 0 3-16,-2 0-1 0,-1-1-6 0,-4 2 2 0,0-1 0 15,-3 0-4-15,-4-1 1 0,-1 1-2 0,-6 2-2 16,1 0 2-16,-3 3-19 0,-3 4 0 0,-4 2 2 16,-4 2-12-16,2 4-8 0,2 3-14 0,1 0-21 15,-1 5-27-15,3-1-17 0,5-2-29 0,4 1-36 16,-1 4-97-16,9-8-298 0,2 4 133 0</inkml:trace>
  <inkml:trace contextRef="#ctx0" brushRef="#br0" timeOffset="168622.16">7365 6431 230 0,'0'-13'223'0,"0"4"-12"0,0 2-6 0,0 7-17 0,0-11-20 16,0 11-20-16,1-9-17 0,-1 9-18 15,0 0-13-15,0 0-1 0,0 0-12 0,1 27-3 16,2-8-10-16,-3 5-5 0,1 3-8 0,-1-1-6 0,6 1-1 15,-2 1-9-15,-4 1-1 0,3 0-4 0,1-1-5 16,-2 0-1-16,-1-3-26 0,1 3-20 0,-2-4-28 16,0-5-33-16,-2 6-23 0,4-5-63 15,-4 7-53-15,-4-4-107 0,2-6-347 0,2-4 154 16</inkml:trace>
  <inkml:trace contextRef="#ctx0" brushRef="#br0" timeOffset="168830.47">7512 6550 91 0,'2'-9'218'0,"-2"2"-24"15,0 7-24-15,3-10-19 0,-3 10-14 0,0 0-9 0,0 0-4 16,0 0-2-16,0 0-10 0,11 26-11 0,-6-11-10 16,-1 2-7-16,-1 3-4 0,1 3-11 0,-2 2-10 15,2 1-1-15,-1-7-7 0,-1 7-4 16,-2-6-9-16,4 6-28 0,-4-7-20 0,0 5-39 15,-1 3-33-15,-1-10-30 0,0 2-47 0,-5 8-129 0,2-9-311 16,-4-4 139-16</inkml:trace>
  <inkml:trace contextRef="#ctx0" brushRef="#br0" timeOffset="169056.48">7624 6391 71 0,'8'-6'150'0,"-2"3"-15"16,1 0-7-16,-7 3-2 0,12 3-2 0,-5 1-9 15,-3 1-8-15,1 3-13 0,-1 5-7 0,-3-4-8 16,0 10-2-16,-2-2-9 0,-3 8-3 0,0-7-8 0,-2 1-6 16,-2 0-9-16,-5 4-11 0,-1 0-22 15,-2-1-24-15,0 0-32 0,0-1-30 0,0 0-38 16,2-6-112-16,-9 4-247 0,3 2 110 0</inkml:trace>
  <inkml:trace contextRef="#ctx0" brushRef="#br0" timeOffset="169695.55">7504 7171 73 0,'24'-8'81'0,"3"1"-7"16,3-2-13-16,-1 0-4 0,0 2-13 0,1-1-4 15,-1 0-6-15,-2 2 3 0,-6 3-5 0,0-1 1 16,-1-1-7-16,0 1-3 0,-4 1-3 0,3 1 3 16,-1 1-9-16,2 0 0 0,-1 1 9 0,1-2-1 15,7 1-4-15,2 0 10 0,3-2-10 0,3 2-9 16,2-2 22-16,17-1-17 0,-15 3 1 0,17-2 5 15,-2-4 11-15,0 4 5 0,-3-1-10 0,1-3-1 16,-1-1-11-16,-12 2 15 0,-2 1-2 0,-3-1 4 0,-2 1 0 16,-2 2 0-16,-2-4-6 0,-9 3 8 0,-2 1-1 15,-3-1 7-15,-3-2-6 0,3 2 8 16,-5 0-8-16,1 0 2 0,0 1 3 0,1-1-8 16,-1-1-3-16,3 1 2 0,-2 2-10 0,3-3-1 15,-1 0 0-15,0 2-9 0,1 0-10 0,-4 2-20 0,3-2-20 16,-5 2-27-16,-2 1-29 0,-6 0-24 15,10-1-92-15,-10 1-230 0,0 0 101 0</inkml:trace>
  <inkml:trace contextRef="#ctx0" brushRef="#br0" timeOffset="171993.47">7374 7183 22 0,'0'0'86'0,"0"0"-9"0,0 0-11 16,-5-6 1-16,5 6-20 0,0 0 4 0,0 0-6 16,-4-7-5-16,4 7 1 0,0 0-2 0,0 0-4 15,-5-6-1-15,5 6-11 0,0 0-8 0,0 0 0 16,-8-3-3-16,8 3 1 0,0 0-4 0,0 0 7 15,-10-2-4-15,10 2-2 0,0 0-8 0,0 0 12 16,0 0-6-16,0 0-6 0,0 0 0 0,0 0 0 16,0 0-3-16,0 0 6 0,0 0-7 0,0 0 11 15,0 0-7-15,-12 5-2 0,12-5 5 0,0 0-9 16,0 0 10-16,0 0 5 0,0 0 0 0,0 0 10 16,0 0-5-16,0 0 23 0,0 0-11 0,0 0-3 15,0 0 2-15,-2 6-8 0,2-6 5 0,0 0-9 16,0 0-4-16,0 0 9 0,0 0 8 0,-2 13-5 15,2-13 5-15,2 12-2 0,-1-2 7 0,-2-1-3 16,1 2 0-16,1 2 6 0,-1 1 3 0,0 1-3 16,0 0 1-16,0 2-5 0,0 1-2 0,1 1 10 15,0-1-6-15,1 1 1 0,-1 1 0 0,2-2-7 16,-2 2 0-16,1-2 2 0,1 1 3 0,3 8 0 16,-2-7-2-16,1 3-3 0,-1-4 0 0,1 6-7 15,0 2 2-15,2-8 2 0,-2 4-6 0,1 3-1 16,1-2-2-16,-3-7-1 0,1 7 3 0,0-5-4 15,-2 6-1-15,0-6 2 0,2 8-1 0,0-5-2 16,-1-3 1-16,1 0-4 0,0-2 1 0,-1 3 5 16,3 5-7-16,-5-6-1 0,1 0-5 0,-1 0 6 15,1 1-3-15,1 0 2 0,-1-1-6 0,0 0 2 16,-1 7 2-16,1-6 0 0,-2-3-1 0,2 8-3 0,-3-6 5 16,1 7 0-16,0-1-2 0,1-9-2 15,-1 3 7-15,0 0-6 0,1-1-3 0,-2 1 2 16,0 1 1-16,1-1-3 0,0 0 2 0,2-1-3 15,-1-1 5-15,2 2-1 0,1-1 0 0,-2 0 4 16,1-1-7-16,-2-1 1 0,1 3 0 0,-1-3 6 16,0 0-3-16,-2-4-3 0,3 3-2 0,0 1 0 15,-2-6-1-15,3 4 2 0,-3-2 1 0,1 0 2 16,0 0 1-16,-3 1-1 0,3-2 0 0,0 3-4 16,-1-2 2-16,0 0 1 0,1 0-2 0,0-1-2 0,-1-1 3 15,1 0 0-15,0 0-1 0,0 1 4 0,-2-1-4 16,1 0 2-16,-1 0-1 0,1 0-1 15,0 0 1-15,-1-1-5 0,2 2 6 0,-2-2 0 16,1-1-1-16,-1-1-1 0,0-7 0 0,-1 13 3 16,2-6 0-16,-1-7 3 0,-1 12-7 0,1-12 1 15,0 12 2-15,-2-7-4 0,2-5 1 0,0 10 0 0,0-10 5 16,0 9-5-16,0-9 6 0,-1 10-6 0,1-10 1 16,1 10 1-16,-1-10 0 0,-1 9-2 0,1-9 0 15,-1 7 3-15,1-7 0 0,0 0-1 0,-1 10-3 16,1-10 4-16,-2 9 0 0,2-9-2 15,0 0-3-15,2 8 5 0,-2-8-3 0,0 0 3 16,-3 8-4-16,3-8 2 0,0 0-1 0,0 0 1 0,-3 8-2 16,3-8 4-16,0 0 1 0,-2 6 0 0,2-6-5 15,0 0 3-15,-4 6 0 0,4-6-4 0,-3 6 5 16,3-6-2-16,-3 6 2 0,3-6-2 0,-4 7-2 16,4-7 2-16,-9 6 2 0,5-2 0 0,0 1 0 15,4-5-2-15,-9 7 3 0,4-5-3 0,-1 2 1 16,1 0 4-16,-2 0-9 0,1-1 3 0,-3 2 1 15,-1 2-1-15,-5 0 0 0,-1 3-1 16,-1-2-2-16,-3-1 4 0,-6 3 0 0,7-2 3 0,1-2-5 16,-2 1-2-16,3 1 6 0,-3-1 0 0,1-1-2 15,-1 1 1-15,0-1 1 0,-2 0-4 0,3-2 2 16,-1 0 1-16,-1 2-1 0,2-3-1 0,1 2-1 16,1-1 1-16,4-1-1 0,0 1 3 0,0-4 1 15,3 3 0-15,-1-1 0 0,-1 2-4 0,1-2 1 16,1 0 1-16,-1 1 0 0,-1 0-5 0,1-2 7 15,-5 2-2-15,1 1 3 0,-4 1-3 0,0 1 0 16,1-2 1-16,-4 1 1 0,0-1-5 0,2 1 3 16,1-1 1-16,-2 0-4 0,-3 0 2 0,-3 3 1 15,0-1-2-15,6-3 2 0,-6 2 2 0,6-1-2 16,1 0 3-16,0 0 0 0,-1 1-6 0,-1 0 3 16,4-2 2-16,2 2-2 0,-3-1 1 0,2-1-1 15,3-1-3-15,1 0 7 0,-3 1 0 0,1-1-6 0,3 2 5 16,-1 0-2-16,-1-2-3 0,-4 2 0 0,5-2 1 15,0-1 2-15,1-1-10 0,-2 3 7 16,1-2 3-16,-1 2 0 0,-3-3-3 0,2 2-1 16,2-1 4-16,-2 1 2 0,2-1-2 0,-5 2-3 0,1-1 2 15,-2-1-3-15,5-1 8 0,-4 0-4 0,0 3-1 16,-1-3-3-16,0 0 3 0,-3 3-3 0,3-2 1 16,-1-1 0-16,0 3-2 0,0-3 3 0,1 2-3 15,2-1 3-15,3-1 1 0,1 0 2 0,-4 0-3 16,4 1-2-16,0 1 5 0,0-2-2 0,3 0 3 15,1 1-4-15,9-1 4 0,-15-1-4 16,7 1 2-16,8 0-1 0,-14-2 0 0,14 2-2 16,-12 0 4-16,12 0 1 0,-10-2-3 0,10 2-2 0,-11 0 2 15,11 0 0-15,-9-2-1 0,9 2 1 0,0 0 2 16,-9-4-1-16,9 4-1 0,-8-3 1 0,8 3-1 16,0 0 2-16,-9-4-2 0,9 4 1 0,-6-2-1 15,6 2 2-15,-7-6-3 0,7 6-3 0,-6-5 4 16,6 5-4-16,-8-5-4 0,8 5 0 0,-3-7 0 15,3 7-2-15,-4-4-3 0,4 4 0 0,0 0-14 16,-2-9-13-16,2 9-9 0,0 0-17 0,6-14-13 16,-1 9-27-16,2-1-15 0,0 0-15 0,0-1-23 15,-1 4-86-15,1-5-264 0,-7 8 117 0</inkml:trace>
  <inkml:trace contextRef="#ctx0" brushRef="#br0" timeOffset="172243.4">6124 9187 67 0,'-12'-2'129'0,"-1"1"-6"0,-3 0-7 15,-6 3-14-15,-9-1 0 0,-1 2-7 0,0 2-14 16,-2 1 2-16,2-2-10 0,-5-2-5 0,3 5-9 15,-1-2-8-15,2 0 1 0,0-1-6 0,-1 5-7 16,2-3-7-16,0-1-7 0,4 2-16 0,-1-3-12 16,7 1-18-16,2-1-24 0,-1 0-19 0,-7 3-20 15,0-2-106-15,-1 2-204 0,2-1 90 0</inkml:trace>
  <inkml:trace contextRef="#ctx0" brushRef="#br0" timeOffset="172994.45">7320 7209 27 0,'0'0'34'0,"0"-6"-2"15,0 6 0-15,0 0-5 0,0 0-3 16,0 0 0-16,0 0 9 0,0 0-17 0,0 0-7 16,4 22-6-16,-3-13-9 0,0 0-2 0,-1 2-17 15,2 2-12-15,0 1-41 0,-1 4 18 0</inkml:trace>
  <inkml:trace contextRef="#ctx0" brushRef="#br0" timeOffset="174630.79">4800 9057 38 0,'0'0'131'0,"0"0"-11"0,0 0-10 0,0 0-11 15,4-10-15-15,-4 10 4 0,0 0 2 0,0 0 3 16,0 0 8-16,11 24 2 0,-7-8 7 0,3 9-8 16,0 4-3-16,-2 4-3 0,0 1-6 0,5 14-6 15,-5 0-5-15,1-2-10 0,-4-13-3 16,2 2-6-16,2 1-4 0,3-4-8 0,0 1-5 0,0-2-1 15,3-1-1-15,-3 1-7 0,1-3-2 0,1-3-3 16,-3-7-5-16,2 7-1 0,-1-9-5 0,-1 0-20 16,1-2-21-16,-3-3-21 0,-2-1-25 0,4-1-23 15,-3 0-21-15,0-1-26 0,-3-2-15 16,-2-6-124-16,7 5-301 0,-7-5 133 0</inkml:trace>
  <inkml:trace contextRef="#ctx0" brushRef="#br0" timeOffset="175189.27">4961 9119 15 0,'19'-7'159'0,"1"1"-14"15,11-1-14-15,6-2-16 0,12-4-16 16,4 1-6-16,6 1-4 0,1-2-12 0,30-6 4 0,-29 6-8 15,25-6-16-15,-24 6-5 0,29-4-7 0,-28 4-2 16,26-5-5-16,-31 8-5 0,3 0-3 16,-5 1 1-16,-2-2-10 0,-4 1-1 0,-11 5-5 15,-4-2 4-15,-6 3-6 0,-1-1-3 0,-10 1 2 16,0 3 7-16,-5-2-9 0,0 2-1 0,-4 0-2 0,-2 1 0 16,-7 0 1-16,14-1-2 0,-14 1-1 0,9 0 4 15,-9 0 10-15,11 2 13 0,-11-2-1 0,6 5 5 16,0-1 1-16,-2 3 6 0,0 1 1 15,1 2 0-15,-1 3 1 0,2 1-1 0,-1 4-2 0,0 0 2 16,2 7-8-16,-2 1 5 0,1 3-7 0,3-1-3 16,-4-1-1-16,2 2-3 0,-2 0 3 0,0 0-4 15,1 2 0-15,-2-2-2 0,1 1 6 0,0 0-4 16,-1 3 1-16,0-3-2 0,0 0 1 16,2-1-2-16,-3 0-6 0,-1-3 3 0,1 1-2 0,-2-8-4 15,1 1-1-15,-2-1 8 0,1-2-10 0,-1 2-2 16,-1-8-1-16,1 3 3 0,-3-2-4 0,-1 2 3 15,-1-2-3-15,-2-2 2 0,-4 2-1 0,-4 0-1 16,0 0 0-16,-10 2-3 0,-4 0 3 16,-6-2 1-16,-2-2-3 0,-14 3-3 0,-1 1 3 0,-3-2-3 15,0-2 0-15,-3-1 1 0,1-1 1 0,-6 0-3 16,1 0 2-16,-1 1 0 0,0-3-4 0,1 4-2 16,-2-3-4-16,1-1-11 0,1 0-8 0,3 0-11 15,4-5-15-15,5 6-16 0,9-7-26 0,5 1-26 16,3 0-25-16,1-2-31 0,5-3-169 0,7 0-372 15,2-1 165-15</inkml:trace>
  <inkml:trace contextRef="#ctx0" brushRef="#br0" timeOffset="175505.03">5166 9254 203 0,'-1'-12'205'16,"1"12"-2"-16,-2-15-9 0,2 15-11 15,-3-10-18-15,3 10-12 0,-4-11-18 0,4 11-15 0,0 0-16 16,0 0-11-16,-6-3-7 0,6 3-10 0,0 0-3 16,-12 29-1-16,10-12-8 0,-1 2-6 0,2 6-4 15,1 3-3-15,1 0-1 0,2-3-10 16,-2 4-4-16,2-3-2 0,3-2-6 0,-1 0-1 15,0-5-1-15,2 0-3 0,-1 5-2 0,-1-7-2 0,0 1-3 16,0 0 0-16,-2-3-3 0,2 1-4 0,-1-3-18 16,-2 0-19-16,1-3-22 0,0 2-30 0,-2-2-19 15,-1-10-41-15,1 18-18 0,-1-12-31 0,-2 1-128 16,2-7-342-16,0 0 152 0</inkml:trace>
  <inkml:trace contextRef="#ctx0" brushRef="#br0" timeOffset="175992.31">5089 9559 118 0,'-2'-7'179'0,"2"7"-18"16,4-15-14-16,1 6-10 0,1 0-12 0,2-1-7 15,6-3-9-15,2 0-12 0,7-3-2 0,-2 0-12 16,4 2-8-16,-1 1-7 0,0 1-9 0,-1 0-3 16,-2 2-6-16,-5 1-8 0,0 0-2 0,-1 1-6 15,-5 2 0-15,-1 0-6 0,0 0-1 0,-4 1 2 16,-1 3 2-16,-4 2-2 0,6-7 2 0,-6 7-9 15,4-8-2-15,-4 8 3 0,0-7 0 0,0 7 3 16,0 0-5-16,0 0-1 0,0 0-7 0,-13-3 4 16,13 3-6-16,0 0 2 0,-17 12 3 0,5 0 1 15,1 1 0-15,2 4 3 0,-3-1-1 0,3 1 0 16,0 0 1-16,3 0-3 0,1-1-3 0,2 0 0 16,2-4 1-16,2 1-1 0,2-1 0 0,2-2-2 15,0-2 1-15,3 1-3 0,3-1 0 0,1-5-1 16,5 2 0-16,0-3 1 0,2-4-6 0,3 0-2 15,-5-2-3-15,0-2-5 0,-1-2-1 0,-1 0 3 16,-5-1-1-16,3-1 1 0,0-1 0 0,-4-3-2 16,-3 0 3-16,1 3 1 0,-2-4-1 0,-1-1 1 15,-3 4 0-15,0-5 0 0,0 1-1 0,-2 6 4 16,-1-2-2-16,-1 2 9 0,0 1 9 0,1 2 4 16,-1 0 3-16,3 7-1 0,-7-9-3 0,7 9-6 15,-5-4 3-15,5 4-8 0,0 0-2 0,-17 11 13 16,9-2-13-16,2 1-2 0,0 0 0 0,-1 8 0 15,3-3-2-15,1 2 3 0,1 0-3 0,7-1-6 16,-2 1-9-16,2-2-18 0,3-1-31 0,1 0-22 16,2-2-29-16,-3-3-18 0,8 3-39 0,-2-5-30 15,-2 0-113-15,-1-2-337 0,2-2 150 0</inkml:trace>
  <inkml:trace contextRef="#ctx0" brushRef="#br0" timeOffset="176356.6">5693 9431 125 0,'-4'-8'202'0,"-1"-1"0"0,0 4-6 16,1-1-8-16,4 6-10 0,-6-7-21 0,6 7-16 16,-9-5-17-16,9 5-13 0,0 0-14 0,-14 6-7 15,9 0-8-15,1 0-8 0,1 2-9 0,2-1-5 16,0 2-7-16,-1 3-4 0,4-3-6 0,0 2-2 16,2-2-7-16,-1 0-10 0,3-1-10 0,-1-2-11 15,3 1-8-15,-1-1-6 0,1-3-9 0,-8-3-5 16,17 5 1-16,-17-5 0 0,13-3 2 0,-13 3 3 15,11-7 3-15,-5 2 2 0,-2-4 0 0,0 1 10 16,-3-3 2-16,1 0 5 0,-1-5 7 0,-2-1-4 16,-1-1 7-16,-1 0 3 0,0-1-1 0,2-7 2 15,-2 7 5-15,0-6 0 0,1 1 3 0,-2 6 7 16,3 0 8-16,-2 3 10 0,1 4 3 0,1 1 0 16,1 10-2-16,-2-11-8 0,2 11-8 0,0 0-9 15,0 0 0-15,0 0-3 0,0 0-4 0,0 0-2 16,0 0-1-16,0 0-1 0,9 37-1 0,-5-21-4 15,-2 3 0-15,2 0-22 0,0 7-22 0,1 0-19 16,1-1-28-16,-3-6-29 0,2 0-28 0,0-1-24 16,1-2-31-16,-1 0-149 0,-3-6-371 0,1 0 164 15</inkml:trace>
  <inkml:trace contextRef="#ctx0" brushRef="#br0" timeOffset="176719.14">5866 9193 98 0,'0'-15'214'0,"0"2"-1"0,2 3-15 0,-2 10-16 16,1-14-24-16,-1 14-19 0,3-8-13 0,-3 8-11 15,0 0-10-15,0 0-9 0,0 0-5 0,14 25-6 16,-10-10-8-16,0 3-10 0,1-1 1 0,-1 3-6 16,-2-1-5-16,3-1-7 0,-1 0-7 0,-1 0-4 15,2-2-5-15,-3-4-3 0,1-1-2 0,1-1-3 16,-2-2-12-16,1 1-5 0,-3-4-9 0,0-5-2 15,2 9-1-15,-2-9-2 0,3 6 0 0,-3-6-2 16,0 0-10-16,6 3-5 0,-6-3 5 0,0 0-3 16,13-8-10-16,-8 3 10 0,3 0-11 0,0 0 3 15,-2 1 5-15,3 0 6 0,-3 2-2 0,2-1 0 16,0 3-1-16,-8 0 7 0,14 0 6 0,-14 0-6 0,11 1 4 16,-6 3 10-16,2 0 9 0,-4 2 7 15,-1-1 0-15,0 3-2 0,-3 3 0 0,0-1-4 16,-2 1 9-16,-1-1-9 0,-1-1-11 0,0 3-9 15,0-2-10-15,0-1-22 0,1 0-28 0,4-9-27 16,-6 12-31-16,3-7-26 0,3-5-128 0,-2 7-303 16,2-7 134-16</inkml:trace>
  <inkml:trace contextRef="#ctx0" brushRef="#br0" timeOffset="177023.42">6193 9263 85 0,'0'0'206'0,"-8"-7"-12"0,4 6-3 0,4 1-10 16,-15 3-11-16,6 0-9 0,0 3-11 0,-1 0-14 16,2 1-9-16,2 1-15 0,-2 1-9 0,2 1-12 15,1 0-10-15,1 1-5 0,2-1-8 0,2-1-9 16,0 1-9-16,2-4-12 0,-2-6-8 0,4 11-8 16,-1-6-8-16,1-1-3 0,-4-4-8 0,12 5 0 15,-7-3-2-15,-5-2 4 0,11-2-3 0,-11 2 1 16,13-6 0-16,-7 3-3 0,-3-2 2 0,2 2 1 15,-1-3-2-15,-4 6-1 0,9-10 1 0,-7 7 0 16,-2 3 1-16,6-5 11 0,-6 5-17 0,0 0 3 16,6-4-2-16,-6 4-1 0,0 0 9 0,0 0-9 15,10 8-14-15,-6-4-24 0,0 1-20 0,-2 2-11 16,-2-7-18-16,8 9-27 0,-5-6-25 0,2 2-16 16,-5-5-122-16,5 6-303 0,-5-6 134 0</inkml:trace>
  <inkml:trace contextRef="#ctx0" brushRef="#br0" timeOffset="177380.18">6299 9244 91 0,'0'0'193'0,"-7"-11"-21"0,7 11-14 0,0 0-12 16,-7-4-14-16,7 4-10 0,0 0-2 0,-12 13-4 16,10-3-17-16,-5-1-12 0,4 1-9 0,0 2-10 15,2-2-4-15,1-2-6 0,1 4-6 0,0-6-3 16,2 1-2-16,1 2-6 0,-1-4-3 0,1 0-5 15,1-1-11-15,-5-4-7 0,11 3-8 0,-5-3-5 16,-6 0 6-16,0 0-2 0,14-7 0 0,-10 3-1 16,-2-2-2-16,2-1 0 0,-4-2 2 0,2 0 4 15,-2 9 2-15,-2-24 10 0,1 15-2 0,0-4 5 16,-2 3 1-16,1-3-1 0,-1-5 5 0,3 6-2 16,-3-3 14-16,2 4 12 0,1 1 8 0,-1 3 3 15,1 7-3-15,-1-13-8 0,1 13-5 0,0-8-12 16,0 8-6-16,0 0-3 0,0 0-2 0,0 0-2 15,0 0-1-15,0 0-6 0,14 27-2 0,-10-12 4 16,-1 2-3-16,1-1-1 0,1 1 0 0,0 4-11 16,-2-3-15-16,1 1-26 0,-2 0-31 0,1-2-27 15,0 0-47-15,-1-2-31 0,-1-2-42 0,2-1-139 16,-3-2-383-16,0-10 170 0</inkml:trace>
  <inkml:trace contextRef="#ctx0" brushRef="#br0" timeOffset="177563.13">6419 9227 129 0,'0'0'209'0,"0"0"-15"15,-13-5-9-15,13 5-17 0,0 0-17 0,-15 1-12 16,8 4-9-16,2 0-14 0,3 1-8 0,-2 0-9 16,0 3-13-16,3 1-8 0,3 1-8 0,0 1-12 0,0-2-25 15,1 2-32-15,2-3-35 0,0 1-33 16,9 1-29-16,-5-3-36 0,6 0-140 0,-6 0-292 15,3-4 129-15</inkml:trace>
  <inkml:trace contextRef="#ctx0" brushRef="#br0" timeOffset="182333.81">7330 7099 11 0,'-5'26'15'15,"4"-17"-2"-15,-1 0-5 0,1 2-7 0,4 5-9 16,-5 0-9-16,2 3 3 0</inkml:trace>
  <inkml:trace contextRef="#ctx0" brushRef="#br0" timeOffset="185537.79">980 7550 28 0,'0'0'81'0,"0"0"0"0,0 0-12 0,0 0 1 16,0 0-8-16,7 7 0 0,-7-7-1 0,0 0-13 15,0 0 1-15,0 0-2 0,0 0-1 0,0 0-5 16,0 0 5-16,0 0-7 0,0 0-10 0,0 0 7 15,0 0-3-15,0 0-7 0,0 0-6 0,0 0 0 16,0 0 2-16,0 0-5 0,0 0-7 0,0 0 6 16,0 0 0-16,0 0 8 0,0 0-2 0,0 0 0 15,-9 6 6-15,9-6-3 0,0 0 0 0,0 0-1 16,-7 1-2-16,7-1 2 0,0 0-7 0,-9 3 8 16,9-3 2-16,0 0-7 0,0 0-3 0,0 0 3 15,-9 1-1-15,9-1-6 0,0 0-2 0,0 0 0 16,0 0 0-16,0 0-1 0,0 0-7 0,0 0 6 15,0 0-4-15,0 0 2 0,0 0 0 0,0 0-2 16,32 2 1-16,-21-2 2 0,2-2-3 0,1 1 1 16,4-5-5-16,1 5 6 0,0-2-6 0,-1 0 2 15,-1-1-6-15,0 2 5 0,-4-1 2 0,3 2 2 16,-3-2-9-16,1 1 9 0,-1 1-6 0,-4-1 2 16,4 2-3-16,-2-1 5 0,-1-1-7 0,1 0 1 15,0-1 6-15,-4 2-5 0,2 1-2 0,-9 0 8 16,14-3-7-16,-8 1 5 0,-6 2-2 0,12-2 11 15,-12 2-10-15,8-1 17 0,-8 1-11 0,0 0 3 16,9-1-3-16,-9 1 3 0,0 0 3 0,0 0-1 16,0 0 1-16,8-2-11 0,-8 2 2 0,0 0-11 15,0 0-7-15,0 0-8 0,0 0-12 0,0 0-5 16,0 0-7-16,0 0-11 0,0 0-12 0,-37 12-10 16,26-7-7-16,0-2-14 0,-3 0-2 0,3 2-77 15,-1-1-191-15,12-4 85 0</inkml:trace>
  <inkml:trace contextRef="#ctx0" brushRef="#br0" timeOffset="187579.7">1539 6787 18 0,'0'0'34'16,"0"0"-6"-16,0 0 1 0,-5-6-3 0,5 6-7 16,0 0 0-16,0 0-6 0,0 0 1 0,-2-8-1 15,2 8 2-15,0 0-3 0,0 0-6 0,0 0-1 16,0 0 3-16,0 0-1 0,0 0 0 0,0 0 1 15,0 0 10-15,0 0-3 0,0 0-3 0,0 0-4 16,0 0 6-16,-2-8 4 0,2 8-6 0,0 0 4 16,0 0-8-16,0 0 9 0,0 0-3 0,0 0-1 15,0 0 0-15,0 0 1 0,0 0 8 0,0 0-2 16,-3-6 0-16,3 6 12 0,0 0-4 0,0 0 6 16,0 0 4-16,0 0-2 0,0 0 9 0,0 0-11 15,0 0 2-15,0 0-2 0,0 0-5 0,0 0 7 16,0 0 0-16,0 0 2 0,0 0-2 0,0 0-2 15,0 0 3-15,0 0-7 0,0 0-3 0,0 0-6 16,0 0 1-16,0 0-1 0,0 0 4 0,0 0-8 16,0 0 1-16,0 0-6 0,0 0-6 0,-6-5 1 15,6 5 1-15,0 0 0 0,0 0 0 0,0 0-1 16,0 0-3-16,0 0 4 0,0 0-6 0,0 0 32 16,0 0-32-16,0 0-1 0,0 0 8 0,0 0 5 15,0 0-2-15,0 0 3 0,0 0 1 0,0 0-6 16,0 0 11-16,0 0-9 0,0 0 5 0,0 0-3 15,0 0-4-15,0 0 2 0,0 0-7 0,0 0 5 16,0 0-5-16,0 0-2 0,0 0-1 0,0 0 1 16,0 0-4-16,0 0 5 0,0 0-9 0,0 0 3 15,0 0-2-15,0 0 2 0,0 0 1 0,16 16 4 0,-12-12-4 16,-4-4-3-16,5 12-1 0,1-5-1 16,-1 4 5-16,0-4 1 0,2 2 0 0,-3-1 0 15,3 2 3-15,2-2-3 0,-4 2-3 0,-1-5 2 16,3 2 4-16,-2 3-7 0,0-2 7 0,2 1 0 15,-2-2-2-15,0 0 5 0,-2-1-19 0,0 1 4 16,1-2-1-16,0 2 3 0,-1-2-1 0,0 0 2 16,-3-5 3-16,5 9-1 0,-2-6-6 0,-3-3 9 15,3 8-4-15,-3-8 5 0,0 0-5 0,2 6-1 16,-2-6 6-16,0 0 0 0,4 5-1 0,-4-5 2 16,0 0-4-16,0 0 3 0,0 0 2 0,0 0 3 0,0 0-7 15,0 0 0-15,2 7 15 0,-2-7-9 0,0 0-7 16,0 0 6-16,0 0-6 0,0 0 6 15,0 0 3-15,0 0-2 0,0 0-6 0,0 0 11 16,0 0-3-16,0 0-2 0,0 0-3 0,0 0 10 16,0 0-10-16,0 0 11 0,0 0 3 0,0 0 4 15,0 0-3-15,0 0-6 0,0 0 3 0,1-22-1 16,-1 22-2-16,-2-13 1 0,2 3-9 0,1 2-2 16,-2-2-2-16,2-2-1 0,-2 1 3 0,2 2-2 15,-1-4 1-15,0 4 1 0,0-3 8 0,0 4 6 16,0 1 0-16,0-2-2 0,0 2 3 0,3-4 1 15,-3 4-2-15,0 7 3 0,-2-13-6 0,2 13 2 16,2-14-3-16,-2 14 4 0,1-12-5 0,-1 12-7 16,0-9 9-16,0 9-2 0,0-8 2 0,0 8-9 15,0 0-5-15,0-10 9 0,0 10-5 0,0 0-2 16,0 0-7-16,0 0 2 0,4-6-6 0,-4 6-1 0,0 0-10 16,0 0-6-16,0 0-10 0,0 0-7 15,0 0-6-15,0 0-12 0,0 0-2 0,0 0-9 16,0 0 1-16,0 0-6 0,0 0-6 0,0 0-4 15,0 0-1-15,0 0-3 0,0 22-57 0,0-22-162 16,0 0 72-16</inkml:trace>
  <inkml:trace contextRef="#ctx0" brushRef="#br0" timeOffset="188267.61">1850 6877 31 0,'0'0'121'0,"-3"-7"0"0,3 7 1 16,0 0 8-16,0 0-18 0,-3-6-12 0,3 6 2 16,0 0-4-16,-3-7-15 0,3 7 14 0,0 0-4 15,0 0-2-15,0 0-10 0,0 0-2 0,0 0-9 16,0 0-10-16,-5-6-5 0,5 6-8 0,0 0-2 15,0 0-10-15,0 0-3 0,0 0-4 0,0 0-9 16,0 0 1-16,0 0-6 0,0 0-1 0,0 0-1 16,0 0-5-16,0 0 0 0,0 0 2 0,0 0-2 15,0 0 0-15,4 27 1 0,-3-17-2 0,-1-1-2 16,0 1 2-16,0 1-6 0,-1 2 1 0,-1-2 1 16,2-2 2-16,2 1-3 0,-2-1 1 0,-2 0 1 15,0 0-4-15,2 2 7 0,0-4-6 0,0-7 3 16,0 12 0-16,0-6-3 0,0-6 1 0,0 11-2 15,0-11 4-15,0 7 2 0,0-7-5 0,0 9-2 16,0-9 4-16,0 0-2 0,-2 6 0 0,2-6 1 16,0 0 2-16,0 0-1 0,0 0-3 0,0 0-5 15,0 12-10-15,0-12-12 0,0 0-25 0,0 0-23 16,0 0-31-16,0 0-22 0,0 0-137 0,0 0-288 16,0 0 127-16</inkml:trace>
  <inkml:trace contextRef="#ctx0" brushRef="#br0" timeOffset="192523.8">2042 8461 73 0,'0'0'95'15,"0"0"-9"-15,0 0 5 0,0 0-5 0,0 0 2 16,0 0-2-16,0 0 12 0,0 0-19 0,0 0 8 16,0 0-2-16,0 0 5 0,0 0-6 0,0 0 5 15,0 0-4-15,0 0-3 0,0 0-3 0,0 0-3 16,0 0-6-16,0 0-4 0,0 0-9 0,0 0 1 16,0 0-7-16,0 0-6 0,0 0 0 0,0 0-4 0,0 0-6 15,0 0-4-15,0 0-3 0,0 0 0 16,0 0-2-16,0 0-4 0,0 0-2 0,0 0 0 15,0 0-6-15,0 0 3 0,0 0-3 0,0 0-4 16,0 0 0-16,-13-2-1 0,13 2 0 0,0 0 6 16,0 0-2-16,0 0 3 0,0 0-3 0,-8 1 1 0,8-1 4 15,0 0 4-15,0 0-9 0,0 0 0 0,0 0 2 16,-9 1-3-16,9-1-3 0,0 0-1 16,-11 2-2-16,11-2-1 0,-12 2 0 0,6 0 2 15,6-2-20-15,-12 1 4 0,12-1 3 0,-9 3 0 0,9-3-2 16,-7 2-1-16,7-2 2 0,0 0 6 15,-8 1 1-15,8-1 0 0,0 0 4 0,0 0 7 16,0 0-1-16,-8 0 1 0,8 0-3 0,0 0-1 16,0 0 2-16,0 0-2 0,0 0 1 0,0 0-4 15,0 0-4-15,0 0 9 0,0 0-5 0,0 0 0 0,0 0-2 16,0 0 1-16,0 0-2 0,0 0-2 0,0 0-3 16,0 0-2-16,0 0 2 0,0 0-1 15,0 0 4-15,0 0 0 0,25 0 3 0,-25 0 0 16,20-3-4-16,-7 1 4 0,-1-2-2 0,0 2-3 15,1-2 6-15,4-1 0 0,-5 2-9 0,5-2 5 16,-3 4 0-16,-1-4 2 0,4-2 0 0,-2-1 2 16,-2 6-4-16,1-2 4 0,-3 1 1 0,1-3-1 0,-1 3 2 15,-2 0 1-15,0 0 5 0,-9 3-5 16,12-1 5-16,-7-2-1 0,-5 3 11 0,9-1-6 16,-9 1 3-16,5-3 3 0,-5 3 6 0,0 0 5 15,0 0 2-15,0 0 8 0,0 0 0 0,9-3 4 0,-9 3-1 16,0 0 6-16,0 0-11 0,0 0-5 0,0 0 0 15,0 0-4-15,0 0-4 0,0 0-3 16,0 0-6-16,0 0 1 0,0 0-8 0,0 0 1 16,0 0-1-16,0 0-4 0,0 0-5 0,0 0-5 15,0 0-4-15,0 0 0 0,10-3 2 0,-10 3-3 0,0 0 7 16,0 0-5-16,0 0 2 0,8 0 0 0,-8 0 1 16,0 0-3-16,0 0 6 0,0 0-1 0,0 0-1 15,0 0 3-15,0 0-1 0,0 0-6 16,0 0-1-16,0 0 3 0,0 0 0 0,0 0-2 15,0 0 4-15,0 0-4 0,0 0 4 0,0 0-4 0,0 0 2 16,-22 9 1-16,14-6-2 0,-2 1 0 0,2 0-1 16,-2-1 1-16,-1 4 0 0,-2-1-2 15,-1 2-1-15,1-3 7 0,0 2-6 0,2-1-1 16,-5 2 1-16,6-1 2 0,-3 0 6 0,3-3-7 16,2 2 0-16,2-4 0 0,0 2 2 0,6-4-6 0,-11 5 5 15,8-4 0-15,3-1-1 0,0 0 0 0,-8 4 1 16,8-4-4-16,0 0 0 0,0 0-8 0,0 0 3 15,0 0 0-15,0 0 0 0,0 0 3 0,0 0 2 16,0 0 1-16,33-4 5 0,-20 1-2 16,6-4 0-16,-4 2-2 0,3 1-1 0,-1-2-5 0,0-1-8 15,-4 5-12-15,0-2-11 0,-1 0-24 0,-2-1-23 16,0 4-53-16,1-2-25 0,-4 2-50 16,-7 1-123-16,0 0-370 0,13-5 164 0</inkml:trace>
  <inkml:trace contextRef="#ctx0" brushRef="#br0" timeOffset="194965.18">2333 8911 125 0,'-6'-5'195'0,"6"5"-3"16,-9-5-1-16,9 5 4 0,-4-7-6 0,4 7-4 15,0 0-7-15,-5-5-18 0,5 5-13 0,0 0-15 16,0 0-14-16,0 0-14 0,-3-6-14 0,3 6-9 15,0 0-13-15,0 0-12 0,0 0-13 0,0 0-3 16,0 0-4-16,0 0-7 0,0 0 1 0,14 16-4 16,-7-9-4-16,-2 3-2 0,0 0 0 0,3 0 2 15,-2-1-6-15,3 2 4 0,-3 0-8 0,1-1-1 16,-1 0-2-16,3 0-1 0,-1-1-1 0,-2 2 0 16,-1 0-1-16,3-4 0 0,-2 3-5 0,-3-4-5 15,-1 0 1-15,2 0-5 0,0-1-3 0,-4-5-2 16,4 8 3-16,-4-8-1 0,3 5 4 0,-3-5 2 15,0 0 1-15,0 0 5 0,0 0 0 0,0 0-4 16,0 0-6-16,0 0-13 0,11-16 24 0,-9 8-13 16,0-4 5-16,-1-4 4 0,-1 4-4 0,1-6 4 15,1-1-4-15,-2 0 3 0,1-1-1 0,0 1 5 16,-2 1 5-16,1 1-3 0,-1 1-1 0,-1 0 4 16,4 6 5-16,-4 0 8 0,2 3-1 0,0 7 1 15,0-13-7-15,0 13 0 0,-2-8-4 0,2 8-12 16,-2-7-16-16,2 7-19 0,0 0-28 0,0 0-26 15,0 0-28-15,0 0-24 0,0 0-5 0,0 0-14 16,0 0-19-16,0 0-114 0,0 0-322 0,0 0 142 16</inkml:trace>
  <inkml:trace contextRef="#ctx0" brushRef="#br0" timeOffset="195362.94">2568 8964 16 0,'0'0'165'15,"-1"-10"-13"-15,1 10 13 0,0 0 8 0,0 0 5 16,0-10 0-16,0 10-9 0,0 0-10 0,0 0-17 16,0 0-18-16,0 0-6 0,0 0-16 0,0 0-13 15,-2-8-9-15,2 8-11 0,0 0-7 0,0 0-7 16,0 0-7-16,0 0-4 0,0 0-5 0,0 0-6 15,0 0-6-15,0 0-4 0,0 0-4 0,0 0 1 16,0 0-1-16,0 0-4 0,6 24 2 0,-4-15-4 16,1 0 3-16,-1 1-6 0,0 1-1 0,0 5 0 15,2 0-3-15,-1 0 1 0,1 2-1 0,1-2 2 16,0 0-7-16,-1 1 2 0,2 2 2 0,-2-2 1 16,2 0-1-16,-1 1-2 0,4 0 3 0,-4-1-4 15,2 0 2-15,1 0-2 0,-3 0 5 0,2 0 0 16,0-1-2-16,-2-1-1 0,-1-3 7 0,1-1-6 15,1-1 1-15,-2 1-2 0,0-2-5 0,-2 0-16 16,1-2-15-16,-2 0-21 0,2 1-20 0,-1-2-20 16,-2-6-28-16,0 10-28 0,0-10-27 0,-6 12-151 0,-2-6-352 15,1-4 156-15</inkml:trace>
  <inkml:trace contextRef="#ctx0" brushRef="#br0" timeOffset="195523.63">2617 9256 112 0,'5'-9'166'0,"-1"1"-13"15,2 2-26-15,3-2-7 0,3-4-13 0,-2 3-13 16,5-5-39-16,1-1-24 0,5-4-48 0,1 2-36 16,-2 1-97-16,-4 3-161 0,5-7 71 0</inkml:trace>
  <inkml:trace contextRef="#ctx0" brushRef="#br0" timeOffset="197471.46">2990 6687 47 0,'0'0'166'0,"0"0"-11"0,0 0-10 16,0-7-1-16,0 7-5 0,0 0-9 0,0 0-10 15,0 0-11-15,0 0-10 0,0 0-12 0,0 0-5 16,0 0-13-16,0 0-7 0,0 0-16 0,0 0-1 15,0 0-5-15,3-6-5 0,-3 6-2 0,0 0-7 16,0 0 2-16,0 0-5 0,0 0-3 0,15 9-2 16,-10-5-4-16,3 4 1 0,-2-4-5 0,3 2 6 15,0 0-8-15,-1 2 1 0,-1 1-2 0,3-2 0 16,-1 3 6-16,1-1-6 0,1 5-3 0,-3-5 3 16,1 1-1-16,1 4-1 0,-3-5 0 0,4 4 4 15,-4-4-1-15,2 2-4 0,-2-1 1 0,-2 1-3 16,1-2 2-16,2 0 0 0,-1 0-1 0,0 1 1 15,-3-4-3-15,1 1 3 0,-1-1 0 0,-4-6-1 16,9 9 1-16,-9-9-1 0,5 8 1 0,-5-8 0 16,0 0-1-16,6 4 0 0,-6-4 3 0,4 5-3 15,-4-5 8-15,0 0 10 0,0 0 15 0,0 0 8 16,3 4 14-16,-3-4 0 0,0 0-7 0,0 0-10 16,0 0-2-16,0 0-5 0,1-26 0 0,-1 26-1 15,0-19-6-15,-1 5-4 0,2 2 2 0,-2-4-8 16,-1 3-4-16,5-2-1 0,-3-1 2 0,1 3-1 15,2 0-1-15,-2 1-7 0,0 1 10 0,-1 0-7 16,3 0-2-16,-2 0 3 0,-1 2-4 0,1-3-3 16,-1 4 1-16,-1-1-1 0,1 9-4 0,1-14 6 15,0 7 0-15,-1 7-1 0,0-11-2 0,0 11 3 16,0-8 6-16,0 8-11 0,0 0 0 0,0-9-5 16,0 9 3-16,0 0-6 0,0 0 2 0,0 0-13 15,2-7-2-15,-2 7-7 0,0 0-5 0,0 0-5 16,0 0-6-16,0 0-8 0,0 0-11 0,0 0-9 15,0 0-19-15,4-6 2 0,-4 6-21 0,0 0-18 16,0 0-20-16,0 0-25 0,11 12-98 0,-11-12-295 16,0 0 131-16</inkml:trace>
  <inkml:trace contextRef="#ctx0" brushRef="#br0" timeOffset="198027.6">3334 6901 45 0,'0'0'116'0,"2"-12"-18"15,0 9-7-15,-2 3 9 0,1-8-7 0,-1 8 10 16,1-8-4-16,-1 8 1 0,0 0 1 0,0 0 2 16,0 0 0-16,0 0-2 0,-2-11-1 0,2 11-4 15,0 0-2-15,0 0-5 0,0 0-5 0,0 0-4 16,0 0-6-16,0 0-5 0,0 0-7 0,0 0-2 15,0 0-9-15,0 0-3 0,0 0-4 0,0 0-7 16,0 0-3-16,0 0-6 0,1-9-3 0,-1 9-2 16,0 0-4-16,0 0-8 0,0 0-1 0,0 0-2 15,0 0 0-15,0 0-1 0,0 0 1 0,10 20-1 16,-7-13-2-16,1 2 2 0,-2 1-2 0,1 1 4 16,2 1 0-16,-3 0 2 0,3 0-1 0,-2-1 0 15,2 0-1-15,-2 1 0 0,-1 0-2 0,2-2-2 16,-1 2 1-16,-1-5 2 0,1 0 1 0,-1 3-4 15,0-4-2-15,0 0 1 0,1 1-2 0,-3-7 3 16,2 10-2-16,-2-10 3 0,4 9-3 0,-3-5 1 16,-1-4-1-16,0 0 2 0,4 9 0 0,-4-9-2 15,0 0-4-15,0 0-12 0,0 6-19 0,0-6-12 16,0 0-19-16,0 0-15 0,0 0-29 0,0 0-15 16,0 0-41-16,0 0-167 0,0 0-357 0,0 0 158 0</inkml:trace>
  <inkml:trace contextRef="#ctx0" brushRef="#br0" timeOffset="198351.71">3481 6900 46 0,'0'0'221'0,"0"0"-29"15,0 0-20-15,0 0-16 0,0 0-11 0,-3-5-16 16,3 5-19-16,7-4-9 0,-7 4-11 0,12-5-10 16,-5 1-5-16,3-1-7 0,0 4-5 0,2-2-1 15,-1 0-10-15,3 0-4 0,-2 1-4 0,-2 0-4 16,-1 0-8-16,-1 0 1 0,-8 2-8 0,13-2-1 16,-8 1-1-16,-5 1-4 0,11-3 0 0,-11 3-2 15,9 0 0-15,-9 0-3 0,0 0 3 0,6-3-3 16,-6 3 1-16,0 0 1 0,0 0-5 0,0 0 1 15,0 0-2-15,0 0-3 0,0 0-22 0,0 0-20 16,9 0-35-16,-9 0-30 0,0 0-34 0,0 0-42 16,0 0-106-16,0 0-305 0,0-10 136 0</inkml:trace>
  <inkml:trace contextRef="#ctx0" brushRef="#br0" timeOffset="198882.99">3638 6643 56 0,'0'0'213'0,"-4"-6"-21"0,4 6-10 0,0 0-17 0,0 0-9 16,0 0-11-16,0 0-10 0,0 0-14 15,-2-5-17-15,2 5-11 0,0 0-14 0,0 0-9 16,0 0-5-16,0 0 0 0,0 0-14 0,20 14-7 15,-11-6-1-15,-1-2-5 0,2 1-5 0,0 0-3 16,-1 2 0-16,0 1-6 0,0-1-2 0,0 0-2 16,0 1-3-16,0 0 2 0,0-2-4 0,-2 3 0 0,2-5 2 15,-1 2-3-15,-2 1-6 0,2-3 3 16,-3 0 3-16,2 2-5 0,-1-5-2 0,-1 3 2 16,-1-1-1-16,0-1-1 0,-4-4-3 0,6 9 3 15,-3-7-2-15,-3-2-1 0,6 5 3 0,-6-5-1 16,0 0 2-16,5 5 12 0,-5-5 14 0,0 0 13 15,0 0 7-15,0 0 8 0,0 0 6 0,0 0-8 16,0 0-8-16,0 0-2 0,0 0-10 0,5-19-1 16,-5 12-3-16,0 7-3 0,2-15-4 0,-1 5-5 15,0-1-3-15,0-2-2 0,2 4-2 0,-2-4-1 16,2-3-3-16,-1-1-1 0,1 6 0 0,-2-2-5 16,3 0 4-16,-2 2-1 0,0 0-2 0,0 0 0 15,0 2-3-15,-1 1 3 0,0 2-3 0,-1 6 0 16,2-9-2-16,-2 9 3 0,1-9-7 0,-1 9 0 15,0 0 1-15,1-7-2 0,-1 7 0 0,0 0-1 16,0 0-5-16,3-5-9 0,-3 5-17 0,0 0-10 16,0 0-17-16,0 0-25 0,0 0-10 0,0 0-8 0,0 0-24 15,0 0-19-15,0 0-28 0,0 0-21 0,2 18-157 16,-2-18-383-16,0 0 170 0</inkml:trace>
  <inkml:trace contextRef="#ctx0" brushRef="#br0" timeOffset="199321.31">4070 6647 99 0,'0'0'199'15,"0"0"5"-15,0-11 0 0,0 11-4 0,0 0-7 16,-3-11-11-16,3 11-11 0,0 0-17 0,-2-6-15 15,2 6-16-15,0 0-9 0,0 0-16 0,0 0-9 16,-4-6-12-16,4 6-9 0,0 0-5 0,0 0-11 16,0 0-6-16,0 0-10 0,0 0-2 0,0 0-6 15,0 0-1-15,0 0-3 0,0 0 0 0,0 0-6 16,1 26 0-16,-1-16-2 0,2 0-1 0,-1 1-2 0,-1-1-3 16,2 1 2-16,-2 0-3 0,2 3 0 15,-1 1-1-15,2-2-1 0,-2 0 1 0,1 1-1 16,0-3-3-16,0 0 0 0,2 2 0 0,-3 0-3 15,2-1 3-15,1-1-1 0,0 0 0 0,-1 0 0 16,1 1 0-16,-1-1-2 0,-1-2 7 0,3 1-9 16,-1 0 1-16,-1-2 0 0,-1 0 3 0,1-2-3 15,-2 1-3-15,2-1 8 0,-3-6-4 0,2 10 3 16,-2-10-2-16,3 9-2 0,-1-5-4 0,-2-4 1 16,0 0 0-16,3 11-6 0,-3-11-7 0,1 6-7 15,-1-6-10-15,0 0-17 0,0 0-10 0,0 0-21 16,0 0-21-16,0 0-32 0,0 0-25 0,-9 15-26 15,9-15-147-15,-11 5-357 0,11-5 158 0</inkml:trace>
  <inkml:trace contextRef="#ctx0" brushRef="#br0" timeOffset="199496.75">4021 6863 143 0,'3'-12'130'0,"-3"12"-3"0,0 0-10 0,11-6-12 16,-11 6-10-16,11-5-16 0,-11 5 1 0,12-5-16 16,-1-1-25-16,-1 1-35 0,3 1-30 0,0-1-40 15,-1 1-83-15,0 0-161 0,-1-1 72 0</inkml:trace>
  <inkml:trace contextRef="#ctx0" brushRef="#br0" timeOffset="200980.79">3380 7002 62 0,'-5'-3'69'16,"5"3"-14"-16,0 0-2 0,0 0-12 0,0 0-18 16,-7-7-25-16,7 7-49 0,0 0-54 0,0 0 25 0</inkml:trace>
  <inkml:trace contextRef="#ctx0" brushRef="#br0" timeOffset="201400.75">4121 6851 119 0,'0'0'187'0,"0"0"-20"16,0 0-17-16,0 0-19 0,0 0-4 0,0 0-13 16,0 0-12-16,0 0-10 0,0 0-10 0,0 0-12 15,0 0-22-15,0 0-27 0,0 0-32 0,0 0-18 16,0 0-30-16,0 0-15 0,0 0-17 0,0 0-17 0,0 0-65 16,0 0-188-16,-9 17 83 0</inkml:trace>
  <inkml:trace contextRef="#ctx0" brushRef="#br0" timeOffset="202371.25">3726 6723 2 0,'0'0'133'0,"4"6"-17"0,-4-6-21 0,0 0-3 16,0 0-10-16,0 0-11 0,0 0-12 0,0 0-13 16,0 0-32-16,0 0-20 0,-9 10-26 0,4-4-24 15,-3 3-47-15,1 1-111 0,-2 0 48 0</inkml:trace>
  <inkml:trace contextRef="#ctx0" brushRef="#br0" timeOffset="204058.37">3129 7001 21 0,'0'0'57'0,"0"0"-8"0,0 0-10 15,0 0-11-15,0 0-14 0,0 0-3 0,0 0-14 16,0 0-11-16,4 12-20 0,-4-12-36 0,0 0 15 0</inkml:trace>
  <inkml:trace contextRef="#ctx0" brushRef="#br0" timeOffset="205436.76">3428 7121 22 0,'0'0'70'0,"0"0"-10"0,0 0-1 15,0 0-11-15,0 0-18 0,0 0-15 0,0 0-19 16,0 0-19-16,0 0-24 0,0 0-50 0,0 0 23 15</inkml:trace>
  <inkml:trace contextRef="#ctx0" brushRef="#br0" timeOffset="205836.08">3968 6983 70 0,'0'0'128'0,"2"6"-17"0,-2-6-9 0,0 0-5 16,0 0-8-16,0 0-2 0,0 0-3 0,0 0-8 15,0 0-2-15,0 0-4 0,0 0-5 0,0 0-12 16,0 0-4-16,0 0-4 0,0 0-7 0,0 0-2 16,4 4-4-16,-4-4 4 0,0 0-2 0,0 0 0 15,0 0 0-15,0 0-3 0,0 0 0 0,0 0 3 16,0 0-2-16,0 0-4 0,0 0-2 0,0 0 2 16,0 0-5-16,0 0 2 0,0 0-8 0,0 0 4 0,0 0-7 15,0 0-3-15,0 0 7 0,0 0-4 16,0 0-4-16,0 0-8 0,0 0-8 0,0 0-18 15,0 0-27-15,0 0-27 0,0 0-30 0,0 0-32 0,0 0-94 16,0 0-253-16,-15 6 112 0</inkml:trace>
  <inkml:trace contextRef="#ctx0" brushRef="#br0" timeOffset="206953.34">8388 5991 39 0,'0'0'212'0,"3"-9"-23"0,-3 9-21 0,0 0-22 15,0-10-12-15,0 10-13 0,0 0-13 0,4-5-13 16,-4 5-12-16,0 0-1 0,0 0-6 0,0 0-1 15,0 0 3-15,0 0-3 0,11 12-3 0,-6-2-7 16,1-2 2-16,1 3-6 0,-1 3-9 0,2 5-4 16,0-1-4-16,2-2-4 0,-2 1-4 0,-2 1-3 15,2 1 0-15,-2-3-4 0,2 0-3 0,-3 0-3 16,1-1 0-16,1 2 12 0,-1-3-4 0,-1-3-3 0,-1 1-4 16,1-1-2-16,-1-1 0 0,1-1-1 0,-2-3-3 15,-1 1 1-15,2-3-4 0,-1 2-1 16,-3-6 0-16,3 7 3 0,-3-7 6 0,0 0 5 15,0 0-9-15,0 0-1 0,12-17-4 0,-8 7 1 16,2-5 0-16,0-2-5 0,4-8 0 0,-1-1-3 0,-3 0-1 16,1 0 5-16,1 1-4 0,-3 6-2 15,2-4 5-15,-1 3-2 0,-2 2 2 0,-2 1-1 16,2 1 0-16,-1-1 1 0,-2 6-1 0,0 0-1 16,1 1 1-16,-1 1-1 0,0 2-3 0,2 0 2 0,-3 7-2 15,-1-9-14-15,1 9-20 0,1-7-27 0,-1 7-38 16,0 0-18-16,0 0-21 0,0 0-7 0,0 0-27 15,0 0-16-15,-8 19-149 0,4-9-357 16,2 2 158-16</inkml:trace>
  <inkml:trace contextRef="#ctx0" brushRef="#br0" timeOffset="207254.58">8781 6193 48 0,'0'0'160'0,"0"0"-7"0,0 0-3 0,-4 16-3 0,3-11-2 16,1-5-2-16,-6 13 3 0,5-6-16 0,-1 0-15 16,2-7-8-16,0 12-6 0,0-12-10 15,1 12-4-15,1-7-7 0,2-1-5 0,1 3-2 16,3-4-3-16,2 2-5 0,1-2-5 0,1 1-2 16,1-4-8-16,1 1-6 0,5-2-1 0,-1-2-8 0,0 1-1 15,0-3-3-15,-5 2-3 0,0-1-2 0,-1-2-1 16,-3 0-3-16,0-2-1 0,-3-1-2 0,1-1-2 15,-2 1-1-15,-2-4-3 0,-2 1-2 16,-2-5 1-16,-3 6-3 0,-1 2-1 0,-7-4-2 16,2 6-3-16,-5-5 2 0,-5 6-14 0,-9-1-22 0,-3 7-33 15,-5 4-53-15,-4 2-55 0,-15 9-210 0,-4 0-414 16,-2 0 184-16</inkml:trace>
  <inkml:trace contextRef="#ctx0" brushRef="#br0" timeOffset="209211.22">4264 11510 49 0,'0'0'185'0,"-4"-5"-16"0,4 5-14 16,0 0-21-16,0 0-10 0,0 0-20 0,0 0-11 15,0 0-13-15,0 0-9 0,0 0-8 0,0 0-1 16,-9 17-6-16,8-9-2 0,0 5-2 0,0-2-6 15,-1 0-5-15,0 6-1 0,0-2-1 0,0-1-4 16,2-2-7-16,-1 1-1 0,1-4 0 0,-2 0-4 16,2 0 2-16,0-9 0 0,0 12-2 0,0-12-4 15,0 6 7-15,0-6 2 0,0 0 2 0,2 10 6 16,-2-10 10-16,0 0 8 0,0 0 16 0,-3 6 12 16,3-6 19-16,0 0-10 0,0 0-15 0,0 0-12 15,0 0-3-15,0-35-9 0,0 17-3 0,3-1-8 16,-1-1-2-16,-1 1 2 0,2 1 1 0,0-1 8 15,-3 0-9-15,0 1-3 0,2 2 1 0,-2 1-2 16,0 3-3-16,-1 2-2 0,2 1 0 0,-1 9 0 16,0-11-1-16,0 4-4 0,0 7-2 0,0 0-10 15,1-11-1-15,-1 11-7 0,0 0-1 0,0 0-8 16,4-4-3-16,-4 4 2 0,0 0-5 0,0 0 1 16,14 10 5-16,-10-4-6 0,0 2 3 0,1 4-5 15,2 3 0-15,-1-1-5 0,1 1-4 0,-1 1-10 16,0 1-7-16,1-1-5 0,-2 2-14 0,2-1-25 15,-2 0-29-15,3 6-42 0,0-5-44 0,-1 1-39 16,-4-2-152-16,1-6-418 0,-2 0 185 0</inkml:trace>
  <inkml:trace contextRef="#ctx0" brushRef="#br0" timeOffset="209639.18">4254 11621 109 0,'0'0'188'0,"0"0"-17"0,0 0-13 16,0 0-13-16,0 0-10 0,-3-7-17 0,3 7-12 0,0 0-9 15,0 0-12-15,0 0-8 0,0 0-11 0,0 0-9 16,0 0 1-16,0 0-7 0,0 0-6 16,0 0-3-16,0 0-10 0,0 0-12 0,21 3-10 15,-21-3-26-15,17 2-27 0,-6-2-7 0,0-1 0 0,9-6-27 16,8-3-49-16,0 1-109 0,8-8-254 0,-3 1 112 16</inkml:trace>
  <inkml:trace contextRef="#ctx0" brushRef="#br0" timeOffset="210031.1">4713 11469 147 0,'0'0'170'0,"0"0"-17"0,-2-7-15 0,2 7-9 16,0 0-6-16,0 0-1 0,0 0-7 16,13 21-1-16,-6-10-16 0,-2 2-8 0,2 2-6 0,1 2-7 15,1-1-6-15,-1-2-8 0,-2 2-6 0,2-1-4 16,1-1-5-16,-4-3-4 0,1 0-5 0,-1-2-3 16,1 0-3-16,-3-4-1 0,2 0-6 0,-2-1 1 15,-3-4-1-15,6 8 13 0,-6-8 6 0,5 4 4 16,-5-4-3-16,0 0 0 0,0 0-4 0,12-9-4 15,-12 9-6-15,8-10 1 0,-5 0-6 0,1 1 6 16,0-3-13-16,0-3-1 0,0-3-1 0,0-1-3 16,3 0-3-16,1-4 0 0,-2-1-2 0,0 5-4 15,-1 1-7-15,1 3-3 0,-1 0-16 0,-1 0-14 16,0 6-21-16,-4 2-24 0,2 2-27 0,-2 5-34 16,6-10-19-16,-6 10-22 0,5-5-132 0,0 1-340 15,-5 4 151-15</inkml:trace>
  <inkml:trace contextRef="#ctx0" brushRef="#br0" timeOffset="210297.84">5204 11433 32 0,'0'0'160'0,"7"0"-8"0,-7 0-11 16,0 0-15-16,0 0-10 0,15 0-14 0,-15 0-14 15,12-1-23-15,-12 1-29 0,14 0-20 0,-8 0-33 16,2 1-13-16,-8-1-7 0,14 0-16 0,-5 0-5 0,-2 2-2 15,-1 0-3-15,-6-2 9 0,10 4 3 0,-5 0 8 16,-5-4 10-16,4 7 20 0,-4-7 13 16,3 10 15-16,-3-10 2 0,-3 10 15 0,3-10 3 15,-4 9 8-15,2-4 2 0,2-5 4 16,-7 9-16-16,5-4 3 0,2-5 9 0,-3 10-15 0,3-10 4 0,2 8-8 16,-2-8-4-16,10 8-4 0,0-8-24 0,3 0-19 15,7-2-43-15,8-3-83 0,2 0-163 16,2-2 72-16</inkml:trace>
  <inkml:trace contextRef="#ctx0" brushRef="#br0" timeOffset="210679.05">6125 11077 238 0,'3'-4'244'16,"-3"4"-20"-16,9-4-29 0,-9 4-17 0,12 4-17 0,-5 3-4 16,2 3-9-16,-2-1-10 0,5 6-12 0,-1 0-11 15,2 2-12-15,-4-1-10 0,1 3-9 16,4 4-7-16,-5-7-9 0,2 1-6 0,-3-1-5 0,0-5-6 16,0 3-4-16,-3-5-3 0,0 1-2 0,1-2-6 15,-1-2 1-15,-1 1-1 0,-1-4 8 0,-3-3 17 16,6 9 18-16,-6-9-4 0,7 2-3 0,-7-2-5 15,0 0 0-15,10-9-6 0,-10 9 1 0,8-13-10 16,-2 3 2-16,0-5-12 0,3-2-4 16,0 0-3-16,3-4-1 0,-1-5-1 0,2-1-2 0,-4 1-11 15,5-2 2-15,-4 0-2 0,4 5 0 0,-5 0-8 16,2 0-2-16,-3 7-9 0,-1 0-16 0,-2 7-20 16,-3-1-24-16,4 6-30 0,-5-2-44 0,-1 6-54 15,4-9-45-15,-4 9-12 0,0 0-1 16,0 0-178-16,0 0-458 0,0 0 204 0</inkml:trace>
  <inkml:trace contextRef="#ctx0" brushRef="#br0" timeOffset="210939.74">6571 11243 82 0,'5'7'170'0,"-2"1"-5"16,0-4 2-16,1 2-1 0,0-1-7 0,0 0-5 15,0 1-5-15,1-1-6 0,1-2-7 0,3 2-6 16,2-1 0-16,-1-2-12 0,1-1-3 0,2 0-7 15,1-2-7-15,-2-2-5 0,2-1-3 0,0-2-8 16,-4 1-6-16,3 0-7 0,-3-1-1 0,1-4-10 16,-2 1 1-16,-1-1-10 0,1 1 1 0,-3-2-6 15,-1 0 0-15,-2 0-6 0,-2 0-1 0,-1 0-7 16,-1 1-3-16,-3 0-6 0,2 5-1 0,-7-2-2 16,1 0-7-16,2 5-5 0,-7 0-9 0,0 0-20 15,-6 5-19-15,-2 2-12 0,-8 2-40 0,0 5-44 16,-1 0-39-16,3 3-50 0,-1 1-195 0,3-1-454 15,8-2 202-15</inkml:trace>
  <inkml:trace contextRef="#ctx0" brushRef="#br0" timeOffset="211161.02">6271 11661 2148 0,'-14'6'132'16,"1"-2"-30"-16,1-2-38 0,2 1-16 0,4-1 10 15,-1 1 1-15,7-3 4 0,-10 2-3 0,10-2 0 16,0 0-2-16,0 0 9 0,0 0-5 0,28-8-2 16,-1-2-9-16,6 1-4 0,2-3-4 0,4 3-6 15,10-8-4-15,-12 4-5 0,15 2-18 0,-2-2-20 16,-17 3-15-16,3-2-18 0,-2 6-29 0,-4 2-30 16,0 1-47-16,-4 0-50 0,-6 0-45 0,-3 3-164 15,-5 1-442-15,-1 1 196 0</inkml:trace>
  <inkml:trace contextRef="#ctx0" brushRef="#br0" timeOffset="211545.33">6501 11681 97 0,'0'0'286'15,"0"0"-29"-15,-9 0-28 0,9 0-26 0,-5 5-19 16,5-5-18-16,-3 11-3 0,1-1-12 0,2 0-6 15,3 6-8-15,0 3-11 0,3 6-10 0,-1-1-9 16,3 1-14-16,2 2-8 0,-1 2-9 0,2 2-6 16,2-4 3-16,0 1-8 0,-2-1-6 0,0-1-5 15,-1-4-2-15,3-5-8 0,-4 1-3 0,1-1-1 0,-1-2-6 16,1 1-3-16,-3-7-3 0,-2 2-2 16,-1-4-5-16,0-1 1 0,1 0-1 0,-4-2-4 0,1 2 3 15,2 0 2-15,-4-6-5 0,0 0 0 0,0 0 1 16,0 0 1-16,0 0-6 0,7-16-9 0,-3 6-4 15,2-8-9-15,7-6 4 0,-6 0 1 0,4-3-5 16,1-2 6-16,1 1-2 0,-1 1 0 0,0 2 3 16,1 0 1-16,0 0 3 0,-5 7 3 0,-2 0 1 15,2 1 4-15,-3 6-2 0,-1-2-3 0,0 2-1 16,-1 0-3-16,1 3-3 0,-2 1-21 0,0 0-21 16,-2 7-26-16,1-10-36 0,-1 10-44 0,3-7-51 15,-3 7-55-15,0 0-177 0,0 0-469 0,0 0 209 16</inkml:trace>
  <inkml:trace contextRef="#ctx0" brushRef="#br0" timeOffset="211755.33">6843 11961 166 0,'0'0'203'0,"0"0"-9"0,8-22-12 0,1 15-13 15,1 1-16-15,0-1-12 0,6-1-14 0,-5 1-15 16,7 0-11-16,-3 1-10 0,2 1-10 0,0 1-22 16,-1-1-25-16,-4 3-28 0,0-2-28 0,-1 2-37 15,-1-2-30-15,-1 4-26 0,-3-3-35 16,-6 3-81-16,11 0-250 0,-11 0 111 0</inkml:trace>
  <inkml:trace contextRef="#ctx0" brushRef="#br0" timeOffset="212031.97">7014 11894 59 0,'0'0'115'0,"0"0"-16"0,0 0-16 0,0 0-5 16,0 0-6-16,-7 3-7 0,7-3-7 0,0 0 0 15,0 0-1-15,0 0-12 0,0 0-6 0,0 0 4 16,0 0-10-16,0 0 5 0,0 0-18 0,0 10 3 16,0-10-3-16,0 0-5 0,0 0-21 0,0 0-1 15,0 0-8-15,5 11-2 0,-5-11-13 0,0 0-1 16,4 5-1-16,-4-5-3 0,0 0-2 0,5 5-2 16,-5-5-11-16,0 0-18 0,0 0-42 0,0 0-117 15,0 0 53-15</inkml:trace>
  <inkml:trace contextRef="#ctx0" brushRef="#br0" timeOffset="212293.4">7008 11932 194 0,'0'0'195'0,"0"0"-3"15,0 0-16-15,0 0-11 0,0 0-15 0,0 0-10 16,0 0-6-16,0 0 0 0,0 0-6 0,0 0-6 0,0 0 0 15,4 15-8-15,-4-4-7 0,0 2-10 0,0 2-5 16,0 0-9-16,-1 2-5 0,-1-5-10 16,2 8-1-16,-1-5-9 0,2 1-5 0,-2-3-6 15,1 4 0-15,-1-5-9 0,1 4-1 0,0-6-8 16,0 0 1-16,0-4-2 0,0 4-20 0,0 0-21 16,0-10-21-16,0 13-36 0,0-13-35 0,-3 9-44 15,3-9-45-15,-1 10-201 0,1-10-428 0,-5 4 190 16</inkml:trace>
  <inkml:trace contextRef="#ctx0" brushRef="#br0" timeOffset="212487.29">6929 12287 154 0,'0'0'239'0,"0"0"-5"0,-9 0 0 15,9 0-3-15,0 0-14 0,0 0-2 0,0 0-17 0,0 0-20 16,0 0-20-16,0 0-13 0,0 0-14 0,0 0-12 15,23-9-10-15,-12 7-14 0,0-2-13 16,3 0-25-16,2-1-24 0,3 0-26 0,1-2-41 16,0 1-41-16,6-3-52 0,-1-1-60 0,-6 2-216 0,-2-1-435 15,-2 3 193-15</inkml:trace>
  <inkml:trace contextRef="#ctx0" brushRef="#br0" timeOffset="213996.59">7369 7234 16 0,'0'0'26'0,"-3"-9"-1"15,3 9-8-15,-3-8-1 0,3 8-2 0,-3-9 0 16,0 4-4-16,3 5 2 0,-5-7-2 0,5 7 0 16,-5-6-4-16,5 6-3 0,-5-6 3 0,5 6-5 15,-3-5 0-15,3 5 0 0,-5-6 1 0,5 6-10 16,-3-6 1-16,3 6 0 0,0 0 3 0,-3-8 6 16,3 8-6-16,0 0-4 0,-3-8 5 0,3 8 0 15,0 0 1-15,-1-9 5 0,1 9 3 0,0 0 2 16,0 0 4-16,-4-7-1 0,4 7 5 0,0 0-5 15,0 0 4-15,0 0-1 0,-4-6-1 0,4 6-3 16,0 0-2-16,0 0-3 0,0 0 4 0,0 0-4 16,0 0 1-16,0 0-3 0,0 0 0 0,0 0 2 15,0 0-5-15,0 0 0 0,0 0 1 0,0 0 1 0,0 0-1 16,9 21-1-16,-9-21 3 0,3 9-1 16,-2-5 3-16,-1-4-6 0,1 11 2 0,0-2-3 15,-1 1 4-15,0 2 0 0,0 0 0 0,0-1-4 16,-1 6 3-16,-1-2 1 0,0 1-1 0,2-1-3 15,-2 3-4-15,2 0 2 0,-2 0-1 0,2-2 4 0,0-1-6 16,2 4-1-16,-1 0 12 0,-1-1-14 16,0 0-1-16,1 0-1 0,-2 2-1 0,2-2-6 15,1 7-3-15,-1-7-14 0,0 1-38 0,-1 8 16 16</inkml:trace>
  <inkml:trace contextRef="#ctx0" brushRef="#br0" timeOffset="-212865.25">4610 13291 16 0,'-10'-1'136'0,"10"1"-4"0,0 0-15 0,0 0-8 15,0 0-13-15,0 0-12 0,-1 15 0 0,0-6-7 16,1 1-5-16,-1 0-6 0,-1 3 0 0,4 2-11 16,-4 2 4-16,1-6-4 0,1-2-17 0,0 3 0 15,0-3-4-15,0-9 2 0,1 12 4 0,-1-7 14 16,0-5 12-16,2 7 17 0,-2-7 14 0,0 0 18 16,0 0 16-16,-2 10 10 0,2-10-8 0,0 0-12 15,0 0-9-15,0 0-12 0,0 0-10 0,-7-22-7 16,4 11-11-16,0 1 3 0,1-3-19 0,-2-4-2 15,-1-2-11-15,2 1-8 0,2 0-1 0,0-7-8 16,0 6-6-16,3-6-4 0,1-2-2 0,4 5-11 16,1-4-17-16,1 8-21 0,2 1 9 0,-2 3 3 15,2-1 3-15,-5 6 0 0,4 0 3 0,-1 1 1 16,1 3 2-16,1 3-3 0,0 2 5 0,1 1 0 16,-1 2 5-16,1 3-4 0,2 3-1 0,-3 4 1 15,1-2 3-15,-1 4 0 0,-2-2 2 0,-1 3 0 16,1-1-1-16,-2-1-1 0,-1 3 5 0,-3-2-2 15,3 1 4-15,-3-3-5 0,2-2 2 0,-2 4-3 16,-1-3-10-16,2 0-12 0,-1 0-18 0,-1-3-19 16,0 4-14-16,-1-2-23 0,2-1-14 0,-3-1-24 15,-2 0-19-15,1 1-11 0,0-2-10 0,-1 0-109 16,0-1-313-16,-2-3 138 0</inkml:trace>
  <inkml:trace contextRef="#ctx0" brushRef="#br0" timeOffset="-212681.64">4549 13312 71 0,'0'0'95'0,"0"0"-9"0,0 0-4 0,0 0-5 16,0 0-7-16,0 0-4 0,0 0-9 0,36 5-43 15,-16-5 7-15,7-4-20 0,1 0-17 0,2 0-14 16,-1 0-13-16,1-1-11 0,-2-1-30 0,1 2-89 15,0-1 41-15</inkml:trace>
  <inkml:trace contextRef="#ctx0" brushRef="#br0" timeOffset="-212411.34">4929 13266 191 0,'18'-3'-10'0,"-7"0"18"0,1 2 5 16,-3 0 9-16,-9 1 17 0,11-3 6 15,-11 3 7-15,0 0 6 0,13-2 8 0,-13 2-4 0,0 0-3 16,0 0-7-16,14 0 3 0,-14 0 11 0,5 5 11 16,-1-1-1-16,-4-4 1 0,8 7-6 0,-3 0-1 15,1 2-3-15,0-3 1 0,0 6 1 0,1-4-4 16,1 3-2-16,0-2-8 0,-1 1-4 0,2-2-4 15,-1 1-3-15,0-2-2 0,-1 0-5 0,0 0 2 16,0-4 4-16,-2 1-3 0,2 0 7 0,-2 0 0 16,-5-4 4-16,11 2 5 0,-6 0 0 0,-5-2 1 15,0 0-3-15,16-7-2 0,-11 1-7 0,1 0 2 16,-1-1-6-16,2-3-1 0,-2-2-4 0,-1 1-5 16,0-3 0-16,-1 0-6 0,0-2-1 15,-2 0-4-15,0 1-13 0,1-2-11 0,0 5-8 0,0 0-14 16,-1 1-13-16,-1 2-25 0,0 0-20 0,0 9-22 15,4-12-32-15,-4 12-13 0,1-9-36 0,-1 9-120 16,0 0-330-16,0 0 146 0</inkml:trace>
  <inkml:trace contextRef="#ctx0" brushRef="#br0" timeOffset="-212275.76">5464 13231 52 0,'0'0'48'0,"12"-1"-28"0,-12 1-40 0,9 0-22 16,-9 0 9-16</inkml:trace>
  <inkml:trace contextRef="#ctx0" brushRef="#br0" timeOffset="-212148">5485 13384 70 0,'0'0'56'0,"14"-2"-31"0,-4-1-51 16,7-4-27-16,2 0 13 0</inkml:trace>
  <inkml:trace contextRef="#ctx0" brushRef="#br0" timeOffset="-200821.57">3632 7129 7 0,'0'0'66'0,"0"0"-13"0,0 0 6 0,0 0-5 15,0 0-6-15,0 0-5 0,0 0-10 0,0 0 8 16,0 0-13-16,0 0-10 0,0 0 0 0,0 0-6 15,-27-4 0-15,27 4-6 0,0 0-3 0,-9 0-3 16,9 0-2-16,0 0-5 0,-12 3 2 16,12-3 6-16,-6 3-6 0,6-3 0 0,-8 4-3 0,3-1 8 15,5-3-4-15,-11 5 9 0,6-2-9 0,-3 1-2 16,1-3 3-16,-4 2-1 0,3 2 1 0,-2-3-4 16,-3 2 7-16,3 1-1 0,-2-1 3 0,0 1 0 15,-1-1 2-15,-1 0 9 0,1 2 1 0,-1-3 2 16,1 1 2-16,2-1-4 0,-1 0 9 15,1 0-4-15,3 1 8 0,2-3-2 0,-2 2 5 16,8-3 3-16,-8 2-4 0,8-2 3 0,0 0-6 0,-7 3-4 16,7-3-3-16,0 0 4 0,0 0-5 0,0 0 4 15,0 0-6-15,26 0 5 0,-11-1-3 0,4-2-4 16,0-1 5-16,9-1-2 0,-6 1 8 0,6-1-15 16,1-2 7-16,-1 1-4 0,2 1 6 0,-3 1-1 15,-3-3-4-15,-4 3-1 0,-1 1 13 0,-6 0-12 16,1 1-3-16,-1-1-10 0,-2 0 11 0,-1 0-13 15,-1 0 3-15,-2 3 2 0,-7 0-6 0,12-1 1 16,-12 1 6-16,9-1-1 0,-9 1 13 0,6-2-9 16,-6 2-6-16,0 0 6 0,9 0 7 15,-9 0-4-15,0 0-4 0,0 0 6 0,0 0-1 0,9-3-5 16,-9 3 5-16,0 0-8 0,0 0 4 0,0 0-5 16,0 0 9-16,0 0-20 0,0 0-26 0,0 0-20 15,10 1-19-15,-10-1-27 0,0 0-76 0,8 4-190 16,-8-4 84-16</inkml:trace>
  <inkml:trace contextRef="#ctx0" brushRef="#br0" timeOffset="-199772.75">8517 6457 11 0,'0'0'73'0,"-10"2"-3"0,10-2-1 16,0 0-5-16,-10 0 3 0,10 0 2 0,0 0-3 15,-9 1-4-15,9-1 3 0,0 0-4 0,-10 0-3 16,10 0 0-16,0 0 2 0,-10 0-12 0,10 0 2 16,0 0 1-16,-8 1-2 0,8-1-3 0,0 0 6 15,0 0-7-15,0 0-3 0,0 0-7 0,0 0 5 16,0 0-8-16,0 0 1 0,0 0-6 0,0 0-3 16,0 0-7-16,0 0 8 0,32-9-1 0,-4 4-3 15,3 0 4-15,6 0-6 0,13-1 6 0,1-4-5 16,1 1-1-16,-1-1-2 0,-13 4 2 0,2-3-5 15,-3 2 6-15,-2 0 0 0,-2 2-4 0,-2 0 1 16,-3-1 2-16,-7 3-7 0,-3-2 3 0,0 1 0 0,-4 2 2 16,-4 0 1-16,0 2 0 0,-3-1 9 0,-7 1 1 15,12-3 14-15,-12 3 7 0,7-1 2 16,-7 1 7-16,0 0-2 0,7-2-8 0,-7 2-2 16,0 0-1-16,0 0-10 0,0 0 0 0,0 0-5 15,0 0-5-15,0 0 1 0,-20-10-3 0,20 10-2 0,0 0-4 16,0 0 4-16,-8-3-9 0,8 3-7 0,0 0-21 15,0 0-25-15,-8-3-30 0,8 3-40 16,0 0-29-16,0 0-16 0,0 0-28 0,-5 10-123 16,5-10-332-16,0 0 146 0</inkml:trace>
  <inkml:trace contextRef="#ctx0" brushRef="#br0" timeOffset="-196072.27">3785 6728 67 0,'0'0'124'0,"0"0"-12"0,0 0-13 0,0 0-9 16,0 0-8-16,0 0 2 0,-7 3-3 0,7-3-6 15,0 0-12-15,0 0-8 0,0 0-2 0,0 0-9 16,0 0 0-16,0 0-8 0,0 0 0 0,0 0-7 16,0 0-7-16,0 0 4 0,0 0-7 15,0 0-7-15,0 0-8 0,0 0-13 0,0 0 5 0,0 0-6 16,0 0-9-16,0 0-2 0,0 0-8 0,0 0-3 16,0 0-14-16,0 0-3 0,0 0-13 0,0 0-9 15,0 0 2-15,0 0-13 0,0 0-44 0,0 0-136 16,11 10 60-16</inkml:trace>
  <inkml:trace contextRef="#ctx0" brushRef="#br0" timeOffset="-194134.36">3335 7278 45 0,'0'0'115'0,"0"0"-4"0,0 0 9 0,0 0-6 15,0 0-3-15,0 0-6 0,0 0-14 0,0 0-2 16,0 0-17-16,0 0 1 0,0 0-12 0,0 0-5 15,0 0-2-15,0 0-8 0,0 0-8 0,0 0 2 16,0 0-8-16,0 0 0 0,0 0-7 0,0 0 1 16,0 0-6-16,0 0 1 0,0 0 0 0,0 0-8 15,0 0 4-15,0 0 3 0,0 0-5 0,0 0-3 16,0 0 0-16,0 0-2 0,0 0 0 0,0 0-2 16,0 0-3-16,0 0 3 0,0 0-6 0,0 0 0 15,0 0-1-15,0 0 4 0,0 0 1 0,0 0-5 16,0 0-5-16,0 0-15 0,0 0 0 0,0 0-7 15,0 0-13-15,0 0-7 0,0 0 6 0,0 0-18 16,0 0-1-16,0 0-6 0,0 0-5 0,0 0-12 16,0 0-4-16,0 0-13 0,0 0-61 0,0 0-171 15,0 0 76-15</inkml:trace>
  <inkml:trace contextRef="#ctx0" brushRef="#br0" timeOffset="-193204.37">8354 6129 36 0,'0'0'87'0,"0"0"-8"15,2-6-1-15,-2 6-11 0,0 0-7 0,0 0-3 16,0 0-11-16,0 0-9 0,0 0-15 0,0 0-11 16,0 0-14-16,0 0-8 0,-15-2-17 0,15 2-15 15,-16 4-40-15,6 2-89 0,1-3 40 0</inkml:trace>
  <inkml:trace contextRef="#ctx0" brushRef="#br0" timeOffset="-186971.54">4751 13623 16 0,'0'0'107'16,"-4"4"-11"-16,4-4-3 0,0 0 4 0,0 0 4 16,-5 7-1-16,5-7-7 0,0 0 14 0,0 0-18 15,21 6-10-15,-9-6-2 0,10-4-9 0,14-1-6 16,17-7-15-16,11-2-41 0,30-15-36 0,2 0-52 16,-2-1-106-16,3-6-204 0,-3-4 91 0</inkml:trace>
  <inkml:trace contextRef="#ctx0" brushRef="#br0" timeOffset="-171137.6">3523 6695 48 0,'0'0'60'0,"-4"-6"-5"15,4 6-5-15,0 0 9 0,0 0-7 16,-4-7 1-16,4 7-3 0,0 0 6 0,0 0 2 15,0 0 1-15,-2-6-1 0,2 6-4 0,0 0-6 16,0 0 2-16,0 0-2 0,-5-6 1 0,5 6-9 16,0 0 1-16,0 0-5 0,0 0 0 0,0 0 1 0,0 0 0 15,0 0-1-15,0 0 2 0,0 0-6 16,0 0 3-16,0 0-4 0,0 0 4 0,0 0 3 16,0 0-4-16,0 0 3 0,0 0-8 0,0 0 6 15,0 0-9-15,0 0 2 0,0 0 1 0,0 0-8 16,0 0-1-16,0 0-2 0,0 0 2 0,0 0-4 0,0 0 3 15,0 0 1-15,0 0-6 0,0 0-3 16,0 0-4-16,0 0 1 0,0 0-6 0,0 0 3 16,0 0-6-16,0 0 6 0,0 0-1 0,0 0-3 15,0 0-1-15,0 0 4 0,0 0-2 0,0 0-2 16,0 0 3-16,0 0-4 0,0 0-4 0,0 0 2 0,0 0-6 16,0 0-1-16,0 0 7 0,0 0 0 15,0 0 1-15,0 0-4 0,0 0 5 0,0 0 2 16,0 0-5-16,0 0 3 0,14 19 1 0,-8-6-1 15,0 3 0-15,5 7 2 0,0-1-10 0,-1 7 12 16,2 2-1-16,1 3-2 0,-2 12 3 0,1 2-27 16,3 4-49-16,-3 1-71 0,-2 3-107 0,-8-1-273 15,-1-5 121-15</inkml:trace>
  <inkml:trace contextRef="#ctx0" brushRef="#br0" timeOffset="-158072.28">1600 8233 36 0,'19'-2'46'0,"0"-3"1"0,3 1 1 0,4-5 5 16,1-1-7-16,-8 3 1 0,6-2-22 0,-5-1 7 15,-2 3 7-15,4-4-4 0,1-1 3 0,1 0-10 16,-6 2 4-16,6-5 4 0,-2-2 0 0,-1 1 0 15,0-3 3-15,-2 2 8 0,2-2-8 16,-2-1-3-16,1-2-2 0,-4-1-2 0,3-1-7 0,-4-1 5 16,2 1-16-16,-3 0 11 0,0 0-1 0,-3-1 6 15,-1 2-4-15,0-4 4 0,-3 1-6 0,-3 1 3 16,-1 7-7-16,2-9-1 0,-3 2 0 0,2 0-5 16,-4 6 0-16,0 0-3 0,0-1 0 15,3 1-3-15,-3 0 2 0,-3 1-6 0,2 0 4 0,-1 2 7 16,0 1-4-16,-2 4-4 0,2-2-12 0,-5 0 7 15,1 1-15-15,-2 1 8 0,-2-1-4 16,0 3-4-16,-4-1-6 0,-2 3 8 0,-5 2-19 0,-9 1-1 16,-2 4-1-16,-1 3 0 0,-5 3 12 15,-9 7-10-15,-5 1 4 0,-4 5 3 0,4 3-11 16,-2 0 12-16,7 2 7 0,0 3 1 0,0 5-8 0,4 4 21 16,-2 7-4-16,-17 23-5 0,16-20-7 0,-8 18-3 15,3 5 1-15,15-18-40 0,-10 21-71 0,13-19-140 16,2 0 61-16</inkml:trace>
  <inkml:trace contextRef="#ctx0" brushRef="#br0" timeOffset="-139641.59">15618 9991 33 0,'-7'-10'149'0,"3"-2"-14"0,-1 0 5 15,-1 1-3-15,2 1 1 0,0 0-7 0,-1 0-12 16,3 1-6-16,-1-1-6 0,-1 4 3 0,4 6 2 15,-4-11-6-15,4 11-8 0,-3-9-11 0,3 9-17 16,0 0-5-16,0 0-9 0,0 0 0 0,0 0 3 16,0 0-4-16,0 0-3 0,5 36 1 0,-5-17-6 15,3 7-3-15,-1 4-5 0,-1 0 2 0,0 0-5 0,-1 3-2 16,2 0-5-16,-2-1-3 0,-2-1 0 0,2 3-1 16,0-2-5-16,0 0-3 0,0-5 0 15,0 0-3-15,0-2 1 0,2-5-3 0,-1-2-9 16,1-1-5-16,0-1-1 0,0 0-17 0,0-4-13 0,-2 0-1 15,-2 0-21-15,4-1-15 0,-4-1-19 0,1-3-16 16,1-7-6-16,-1 11-13 0,1-11-15 0,0 0-13 16,-2 6-130-16,2-6-305 0,0 0 136 15</inkml:trace>
  <inkml:trace contextRef="#ctx0" brushRef="#br0" timeOffset="-139331.09">15597 9915 102 0,'7'-11'111'0,"-1"1"-6"0,0 1-1 0,4 2-11 16,-2 4 2-16,1-1-3 0,3 4-10 0,-1 2-6 15,-1 2 11-15,1 2 5 0,-2 3-16 0,-4 2-12 16,0 4-2-16,-3 4-10 0,-3 5-5 0,-5 5-2 16,-3-5-7-16,-1 3 1 0,-3-3-6 0,-2 2-3 15,0-2 1-15,-1 0-8 0,2-8 0 0,1 0-3 16,1-5-1-16,2 1-4 0,3-3 1 0,1-2 0 15,1-2 12-15,3-1 3 0,2-4 3 16,-6 9-8-16,6-9 4 0,-2 5-3 0,2-5-2 0,0 0-8 16,0 0-1-16,5 12-2 0,2-11 2 0,2 0 0 15,3 2-3-15,5-1-4 0,0 1 3 0,4 0-15 16,-3 0-17-16,0-2-33 0,1 4-16 0,-1-1-15 16,0-1-26-16,-1 0-13 0,-3 2-14 0,-3-1 2 15,0 0-77-15,1 1-228 0,-3 0 101 0</inkml:trace>
  <inkml:trace contextRef="#ctx0" brushRef="#br0" timeOffset="-139042.75">15872 10369 4 0,'0'0'100'0,"14"-2"3"0,-1-1 5 0,0-1-13 16,-1 0 3-16,6-3-6 0,-1 0 3 0,1-3-2 16,-1 2 0-16,0-1 3 0,-3 1 5 0,2-4-19 15,-2 2-1-15,-2-3-1 0,-2 5-5 0,-3-2-2 16,2-1-13-16,-4 1-10 0,-1 1 1 0,0-2-5 15,-4-1 4-15,-3 2-5 0,3 0-3 0,-5 0 0 16,-2 4-6-16,-1 0-4 0,-1 1 4 0,-5 2-7 16,1 3 1-16,-5 0 7 0,0 7 4 0,-1 0-2 15,-3 6-1-15,-1 3 7 0,-1 5-3 0,3 0 2 16,4 2-5-16,0-3-5 0,7-2-1 0,1 5-5 16,6-4 0-16,1-3-1 0,6 1-1 0,2 0-5 15,4-2-2-15,11 4 3 0,3-3-22 0,7-3-34 0,6-3-36 16,18 1-49-16,2-6-46 0,2-2-52 15,-1-2-113-15,4-3-357 0,1-3 158 0</inkml:trace>
  <inkml:trace contextRef="#ctx0" brushRef="#br0" timeOffset="-136821.08">17914 10229 213 0,'-6'-3'221'0,"6"3"-17"0,-10-4-12 16,10 4-14-16,-7-3-13 0,7 3-13 0,0 0-16 15,-5-4-13-15,5 4-12 0,0 0-10 0,0 0-8 16,0 0-14-16,24-1-3 0,-12 1-19 0,7 1-23 16,-2 0-25-16,3 0-34 0,-2 1-28 0,4 0-36 15,-3-1-37-15,-2 0-36 0,0 2-120 0,-6-3-305 16,1 3 136-16</inkml:trace>
  <inkml:trace contextRef="#ctx0" brushRef="#br0" timeOffset="-136658.08">17862 10368 39 0,'-7'1'135'15,"7"-1"0"-15,-5 4-8 0,5-4-11 0,0 0-7 16,0 0-9-16,0 0-25 0,27 4 7 0,-5-6-5 15,10-2-30-15,4-2-45 0,16 1-32 0,-1-1-52 16,-12 0-74-16,12 0-168 0,-14 1 75 0</inkml:trace>
  <inkml:trace contextRef="#ctx0" brushRef="#br0" timeOffset="-136237.22">17994 10104 82 0,'-8'-3'205'0,"8"3"-10"16,-9-7-10-16,9 7-16 0,-5-3-21 15,5 3-15-15,0 0-13 0,0 0-11 0,16-5-9 0,1 5-13 16,12 0-1-16,5 1-12 0,1-1-2 0,2 3-10 16,1 1-7-16,-3 2-3 0,1 1-5 0,-4 1-7 15,-1 4-3-15,-4 1-3 0,-3 3-8 0,-2-1 4 16,-10 1-10-16,2 0 2 0,-2 7-2 0,-4 1-2 15,-3-5-2-15,-3 6 0 0,-3 0 1 0,-5-1-1 16,-3 0 1-16,-3-2-3 0,-1 2 1 0,1-1-3 16,-4-1-2-16,0-2 0 0,0-1-4 0,4-3-23 15,-8 3-24-15,9-5-33 0,-1 0-36 0,1-2-53 16,1 3-166-16,4-6-357 0,3 2 159 0</inkml:trace>
  <inkml:trace contextRef="#ctx0" brushRef="#br0" timeOffset="-135676.65">19594 10131 33 0,'0'0'170'0,"0"0"-12"0,0 0-10 15,0 0 2-15,0 0-14 0,0 0-8 0,5 25 3 16,-5-14-6-16,0 7-4 0,0 0-13 0,-3 7-6 15,2 0-5-15,1-6-7 0,-1-1-11 0,1 1-6 16,0-4-8-16,0-2-3 0,0-2-1 0,-2-1-4 0,2-1-3 16,0-9 3-16,0 11 4 0,0-11 11 0,0 9 11 15,0-9 9-15,0 0-2 0,0 0-10 0,0 0-5 16,0 0-9-16,0 0-7 0,8-23-4 16,-3 5-5-16,1-5-4 0,1-1-7 0,2-3-4 0,1 1-5 15,0-1 0-15,-2-1-3 0,3-4-2 0,0 1-8 16,-4 0 4-16,5-1-7 0,-2 3 2 0,0 2-4 15,2 3 2-15,-3 7-6 0,-2 0-2 16,-1 7-1-16,-1 5-3 0,1 0-1 0,0 2-1 0,-6 3-1 16,11 0 0-16,-11 0-4 0,14 13 4 0,-5 0 1 15,-3 4-4-15,3-1 6 0,0 10-2 0,-3-2-3 16,2 3 3-16,1-2 1 0,0-1-3 0,-1 0 2 16,1 0 2-16,-2-5-1 0,-1-2-1 0,3 8-7 15,-1-7-24-15,-3-1-17 0,2-3-16 0,-2 2-31 16,-1 0-37-16,-2-5-35 0,2-1-43 0,-3-1-219 15,-2-1-464-15,-3-3 205 0</inkml:trace>
  <inkml:trace contextRef="#ctx0" brushRef="#br0" timeOffset="-135255.39">19605 10264 7 0,'-4'-7'170'0,"4"7"-21"16,0 0-13-16,17-11-18 0,-7 6 5 0,4 0-8 15,4 2-16-15,4-2-7 0,-1 1-7 0,9-1-9 16,-2 2-10-16,-1 0-3 0,0 1-9 0,1 1-2 16,-1-2-10-16,-4 1-5 0,3-2 0 0,-6 3-3 15,0-2-9-15,-2 2-3 0,-4-1-1 0,-1-1-3 16,-2 2 8-16,0-1 2 0,0 2-2 0,-5-1 10 16,-6 1-7-16,11 0-4 0,-11 0 3 0,12 0-2 15,-12 0 9-15,11 7 5 0,-4-4-2 0,-1 4 0 16,2-1 4-16,-1 2 0 0,0 2 4 0,1-1-1 15,1 1 1-15,0 1-2 0,-1-1-3 0,-1 0-4 16,3 3-4-16,-3-3-3 0,-1-1 2 0,2 1-3 16,0-1 6-16,-2-1-3 0,0 0 8 0,-2-4-8 0,1 1 1 15,2-1 1-15,-2 2-2 0,-1-3 2 16,-4-3 8-16,6 5 6 0,-6-5 10 0,5 5 8 16,-5-5 0-16,0 0-4 0,10-2-3 0,-10 2-6 15,4-10-7-15,-3 1-1 0,3 1-4 0,0-3-7 0,-1-6-4 16,-2 2-4-16,4-3-2 0,-1 2 1 15,2-10-19-15,2 3 0 0,0-2-18 0,0 9-8 16,-1-2-16-16,-1 1-25 0,1 3-15 0,-5 4-27 16,2 1-43-16,0 2-38 0,0 2-27 0,4 1-14 0,-8 4-178 15,6-3-438-15,-6 3 194 0</inkml:trace>
  <inkml:trace contextRef="#ctx0" brushRef="#br0" timeOffset="-135095.15">20633 10233 87 0,'0'0'132'15,"12"0"-24"-15,-4 0-6 0,-8 0-35 0,12 0-14 16,-12 0-25-16,9 0-29 0,-9 0-16 0,10 2-32 0,-10-2-36 16,6 6-93-16,-6-6 41 0</inkml:trace>
  <inkml:trace contextRef="#ctx0" brushRef="#br0" timeOffset="-134977.75">20648 10310 74 0,'-4'4'141'0,"4"-4"-13"0,0 0-6 0,-4 5-5 16,4-5-6-16,0 0-4 0,0 0 3 0,0 0-11 15,0 0-5-15,9 12-11 0,0-11-6 0,1-1-31 16,6 1-57-16,2-2-63 0,1 0-130 0,9-4-221 16,1-1 97-16</inkml:trace>
  <inkml:trace contextRef="#ctx0" brushRef="#br0" timeOffset="-134740.33">21902 10317 57 0,'-18'-3'236'0,"4"2"-10"0,2-2-8 0,1 3-17 0,4-1-8 15,7 1-19-15,-11-2-21 0,11 2-14 16,-5-3-13-16,5 3-11 0,0 0-13 0,0 0-17 16,0 0-24-16,39-5-28 0,-9 0-26 0,4 1-32 0,17-1-32 15,2-4-42-15,0 2-19 0,1-1-36 0,-4 2-126 16,-14 1-301-16,2-3 134 0</inkml:trace>
  <inkml:trace contextRef="#ctx0" brushRef="#br0" timeOffset="-134358.85">22525 9845 173 0,'0'-8'239'0,"0"-2"-17"0,0 10-22 16,-1-12-18-16,1 12-23 0,0 0-16 0,0 0-11 16,0 0-2-16,0 0-3 0,5 41-1 0,-4-12-5 15,3 4-9-15,-4 14-5 0,0-2-8 0,3-10-15 16,-1 10-1-16,0-12-12 0,0 0-2 0,2-1-7 15,0-4-10-15,1-2 6 0,-1-7-11 0,-2-1-3 16,1-2-1-16,-2-4-9 0,0-1-2 0,2-3 0 16,-2-2 2-16,1-1 16 0,-2-5 15 0,1 9 3 15,-1-9-4-15,0 0-5 0,0 0-1 0,0 0-6 16,0 0-11-16,0 0-6 0,8-23 3 0,-5 13-6 16,5-4 9-16,-3-3-18 0,3 0-1 0,3-5-5 15,-1 5-6-15,2 1-5 0,-2 2 5 0,3-1-8 16,-4 5 1-16,4-2-5 0,-4 7-3 0,0 1 2 15,1 4-6-15,-10 0 5 0,18 4-4 0,-9 3 4 16,1 1-1-16,0 5 2 0,-2-3 2 0,-2 7-2 16,-1 0 1-16,0 2-25 0,-2-2-19 0,1 0-29 0,-3 0-29 15,0 0-32-15,2-4-40 0,0-2-40 16,-1 0-70-16,2-1-152 0,5-3-474 0,-3-3 209 16</inkml:trace>
  <inkml:trace contextRef="#ctx0" brushRef="#br0" timeOffset="-134096.09">23164 10003 244 0,'-1'-8'257'0,"1"8"-26"0,-1-10-23 16,1 10-8-16,0 0 4 0,0 0-5 0,0 0 6 16,-16 30-13-16,6-4-12 0,1 1-11 15,1 4-16-15,0 1-15 0,-1 1-8 0,4 3-14 16,-1-1-2-16,1-1-19 0,0 1-8 0,2-4-8 0,-1-1-8 15,4-1-3-15,-3-2-9 0,3-6 3 0,1 4-12 16,2-6-8-16,-2-1-4 0,2-3-3 16,-1 2 0-16,-2-6-6 0,4 0-7 0,-1 0-14 15,-2-2-20-15,0-1-19 0,2-3-13 0,-3-5-18 0,2 9-18 16,-2-9-32-16,0 7-43 0,0-7-51 0,0 0-46 16,0 0-209-16,0 0-500 0,0 0 221 0</inkml:trace>
  <inkml:trace contextRef="#ctx0" brushRef="#br0" timeOffset="-133951.22">22961 10313 176 0,'0'0'170'0,"6"-8"-13"0,1 7-17 16,-7 1-12-16,18-4-7 0,-5 3-15 0,6 1-9 16,-1 0-33-16,2-2-27 0,2 2-57 0,-2 3-34 15,1 1-39-15,-3 1-79 0,1-1-186 0,-1 1 82 16</inkml:trace>
  <inkml:trace contextRef="#ctx0" brushRef="#br0" timeOffset="-133691.04">23310 10383 117 0,'0'0'170'0,"13"-2"1"0,-6-2-6 16,2 0-3-16,0-2-7 0,0 0-12 0,3-1-7 16,-2 1-4-16,3-3-10 0,0-1-11 0,-2 0-9 15,0-2-8-15,1-1-7 0,-4 4 1 0,-1-1-2 16,0-1-4-16,-3 1-8 0,-1-1-6 0,-3 1 0 15,-1 1-4-15,-1 2-1 0,2 7-5 0,-8-10-4 16,0 3-7-16,1 6-3 0,-4-1-8 0,-3 4-1 16,-2 6-4-16,-3 0 0 0,2 3-1 0,0 2 6 15,2 0-11-15,1 3 1 0,2 1 0 0,5-2-9 16,-1 0 1-16,4 2-3 0,6-1 0 0,0-4-12 0,10 3-24 16,-1-3-34-16,4 1-31 0,3-3-54 0,8 1-17 15,3-4-31-15,5 0-38 0,-3-5-130 16,5 0-386-16,0-2 172 0</inkml:trace>
  <inkml:trace contextRef="#ctx0" brushRef="#br0" timeOffset="-133478.33">23903 10072 185 0,'4'-17'251'16,"-2"3"-2"-16,1 1 0 0,1 2-5 0,-4 1-18 15,1 3-25-15,-1 7-21 0,0 0-17 0,0 0-9 16,0 0-12-16,0 0-2 0,1 28-1 0,-6-3-5 15,0 1-1-15,0 2-26 0,-1 2-9 0,0-2-10 16,0 3 0-16,1-3-16 0,-1 1-7 0,2-1-6 16,2-2 3-16,0-7-31 0,2 1-24 0,2 3-30 15,0-6-23-15,-1 0-33 0,0-7-33 0,2 0-43 16,-3 0-38-16,3-4-33 0,-2 0-214 0,-1-6-474 16,-1 9 209-16</inkml:trace>
  <inkml:trace contextRef="#ctx0" brushRef="#br0" timeOffset="-133210.52">23949 10046 178 0,'6'-1'196'0,"3"-1"-9"16,-9 2-2-16,16 5-13 0,-9 1-6 0,0 1-16 15,-2 1-3-15,-3 1-13 0,0 3 1 0,-1-1-12 16,-2 1-3-16,-1 3-14 0,0 1-2 0,-5-1-10 15,4-3 1-15,-1 0-6 0,-1-1-6 0,-2-2-2 16,4 2-7-16,-1-6-4 0,0 5-11 0,0-2-3 16,3-3-5-16,1-5-1 0,-3 9-7 0,3-9-6 15,0 8 2-15,0-8-8 0,9 5-7 0,-1-2-15 16,4-2-23-16,5-1-28 0,1-3-30 0,4 2-38 16,-3-3-37-16,9-1-35 0,-6 1-29 0,5-2-174 15,-9 1-418-15,2-2 185 0</inkml:trace>
  <inkml:trace contextRef="#ctx0" brushRef="#br0" timeOffset="-132990.09">24355 10103 188 0,'3'-6'220'0,"2"3"-9"0,-5 3-11 15,5-5-17-15,-5 5-17 0,0 0-2 0,0 0 7 16,0 0 9-16,0 0-2 0,6 15-4 0,-6-5 3 16,-2 3-7-16,0 2 1 0,-1 4-10 0,0 1-4 0,-2 4-12 15,1 2-12-15,0-7-8 0,1-1-12 0,-2 2-17 16,3-1-4-16,1-2-7 0,1 2-1 15,0-2-14-15,4-2-12 0,2 0 10 0,3-1-11 16,4-1-14-16,5-3 5 0,10 0-17 0,1-5-24 0,6 2-17 16,2-6-29-16,14 0-27 0,-13-2-18 0,2-2-37 15,0 2-48-15,-1-3-61 0,-3 1-52 0,-4 1-240 16,-4-3-564-16,-11 0 251 0</inkml:trace>
  <inkml:trace contextRef="#ctx0" brushRef="#br0" timeOffset="-132669.09">22371 10900 140 0,'-37'4'279'0,"7"-1"-31"0,12 0-25 16,8 2-24-16,9-1-18 0,1-4-16 0,33 10-15 15,18-4-9-15,40-4-10 0,15-4-12 0,14-4-13 0,18-3-2 16,12-3-15-16,7 1-8 0,5 0-5 0,-2-1-8 16,5 0-6-16,-8 3-3 0,-4-2-6 15,-17 5-5-15,-14 3-6 0,-13-1-5 0,-17 11-11 16,-36-6-21-16,-2 7-25 0,-18-1-33 0,-2 0-41 0,-7 2-51 15,-10-3-47-15,-10 1-196 0,-7 0-421 0,-6 2 186 16</inkml:trace>
  <inkml:trace contextRef="#ctx0" brushRef="#br0" timeOffset="-132285.78">23263 11109 1928 0,'-22'-2'110'0,"4"0"17"0,4 1-68 15,3 1-21-15,3-1-15 0,8 1-14 0,-13-2 3 16,13 2 1-16,-11 4 10 0,8 0 14 0,3-4 13 16,-4 12 6-16,3-1 9 0,1 4 3 0,1 0 0 15,0 5-5-15,3 5 2 0,-2 3-13 0,2-1-4 16,-1 0-3-16,2-1 2 0,-5 1-10 0,3-7 0 16,-2-2-3-16,2 1-5 0,-2-1-5 0,0-5 4 15,1 3-2-15,-1-4 3 0,0-3-2 0,-1-4 1 16,3 1 6-16,-3-6 10 0,1 9-6 0,-1-9 6 15,0 0-2-15,0 0-4 0,0 0-2 0,0 0-1 16,0 0-6-16,0 0-5 0,0 0-2 0,13-25 0 16,-6 12-6-16,1 1-3 0,5-1-3 0,2-1-2 15,-2-1-1-15,2 2-1 0,-1 6-4 0,-3-3-2 16,1 6-2-16,-1-1 4 0,0 4-6 0,-1-1 2 16,-2 4-2-16,2 1-4 0,-2 3 2 0,0 3 0 15,-4 0 5-15,-2 4 10 0,2 3-12 0,-7 1-8 16,1 1-20-16,-1 1-17 0,-1 5-31 0,-2-6-31 15,2 1-33-15,0-4-35 0,2-2-46 0,-1 1-52 16,-1-1-166-16,3-4-478 0,2-3 211 0</inkml:trace>
  <inkml:trace contextRef="#ctx0" brushRef="#br0" timeOffset="-132103.45">23550 11478 44 0,'3'-5'285'0,"-3"5"-31"0,5-9-28 15,-5 9-19-15,0 0-11 0,4-2-11 0,-4 2-8 0,0 0-10 16,2 15-14-16,-2-15-15 0,2 13-14 16,-1 0-11-16,0-3-9 0,1 3-7 0,0 2-11 15,3 0-32-15,-2-2-25 0,-1 0-39 0,1-1-39 16,2-2-49-16,-3 1-53 0,1-1-52 0,-2-2-152 0,1-1-384 16,-2-7 169-16</inkml:trace>
  <inkml:trace contextRef="#ctx0" brushRef="#br0" timeOffset="-131965.72">23601 11294 73 0,'-1'-8'155'0,"1"8"-46"0,-1-11-46 0,1 11-50 16,-1-8-36-16,1 8-42 0,0 0-71 0,0 0 31 15</inkml:trace>
  <inkml:trace contextRef="#ctx0" brushRef="#br0" timeOffset="-131707.08">23838 11496 1959 0,'13'-1'85'15,"1"-3"-37"-15,-3 0-33 0,2 0-2 0,0-1 21 16,3-4 11-16,-2 2 17 0,4-2 5 0,-4-1 6 16,3-1-1-16,-4 0 3 0,1 1-2 0,-7 2-1 15,2-1-5-15,-2 2-3 0,0 0-3 0,-3 2-8 16,-1-2-6-16,-3 7 7 0,-2-9-16 0,2 9 2 15,-13-5-2-15,2 4 4 0,-7 3 3 0,-1 2 7 16,-1 4 3-16,-4 1 0 0,-2 6 7 0,5-1-3 16,0 5-5-16,0 0-2 0,3 0-13 0,3 2 14 15,5-4-21-15,2 0 2 0,6 1-8 0,2-4 2 16,2 2-14-16,5-6-28 0,4 2-35 0,7-1-43 16,11-2-48-16,5-3-49 0,4-4-65 0,17 2-55 15,-2-4-160-15,-1-2-507 0,1-4 225 0</inkml:trace>
  <inkml:trace contextRef="#ctx0" brushRef="#br0" timeOffset="-131566.25">24537 11564 215 0,'0'0'311'0,"2"-8"-15"15,-2 8-1-15,0 0 4 0,4-8-4 16,-4 8-10-16,0 0-35 0,0 0-24 0,-9-9-31 16,9 9-13-16,0 0-40 0,-9-6-48 0,9 6-48 0,-9-3-56 15,3 2-69-15,6 1-72 0,-19 1-80 0,2 0-213 16,3-1-480-16,-6-1 213 0</inkml:trace>
  <inkml:trace contextRef="#ctx0" brushRef="#br0" timeOffset="-131059.22">19481 10085 1590 0,'-15'-25'14'15,"1"4"11"-15,0 6 27 0,1 1-5 0,-2 1-20 16,4 7-4-16,1 5-9 0,-1 1-2 0,2 9 8 15,-5 11 14-15,3 12 16 0,1 20 6 0,-4 28 4 16,3 8 1-16,0-1-1 0,4 4 5 0,3 6 6 16,4 3 10-16,5-1 9 0,3-2 2 0,3 2-7 15,4-5 0-15,1-8-7 0,2-6-8 0,-6-21-7 16,13 25 7-16,0-4-16 0,-11-23-6 0,3-5-16 16,-3 2-11-16,0-2-17 0,-5-6-14 0,0-1-14 15,-1-13-12-15,-3-4-19 0,-3 3-35 0,3-7-36 16,-6-7-34-16,2-4-38 0,-2-3-212 0,2-4-443 15,-1-6 197-15</inkml:trace>
  <inkml:trace contextRef="#ctx0" brushRef="#br0" timeOffset="-130233.52">19385 9677 179 0,'-11'-25'199'0,"2"8"-15"0,2 0-18 16,1 6-16-16,4-2-13 0,0 2-18 0,6 2-9 15,10-4-3-15,12 1-17 0,8-4-7 0,25-2-3 16,38-5-3-16,12 3-5 0,8 1-8 0,17-2-12 16,4 3-4-16,17 0-9 0,6-2-2 0,9 4-9 15,0-2-11-15,-1 7-3 0,3-5 0 0,6 2-5 16,0 0-4-16,-3 2-7 0,0 4 2 0,2 1 0 15,2-7-9-15,4 4 9 0,-3 2-3 0,2 0 4 16,-3 5-2-16,1-1-1 0,-2 2-2 0,-6 2 2 16,-7 3 5-16,-4-4-1 0,-1 7-3 0,-4-5-3 15,-5-1 2-15,-10 2-4 0,-4-2 3 0,-3 6 1 16,-3-2-4-16,-5 3 0 0,-11-9-1 0,-6 9 2 16,-15-4 5-16,-4 4-1 0,-29-3 6 0,-3-1 4 15,-5 3-2-15,1-2-1 0,-16 3 1 0,2-2-3 16,-2 2 4-16,-2-1 1 0,1 1-8 0,0 1 3 15,-1 0-4-15,2 2 3 0,-1 2 6 0,-1-2-4 16,1 0-2-16,-3 1 3 0,0 0 3 0,-5 2-3 16,-2 0 2-16,-9-3 4 0,0 0-2 0,0 0-1 15,-3 2-5-15,-2 1 5 0,-1-2-6 0,-1 5 5 16,-1 1-2-16,-3 0-1 0,-1 0 7 0,-6 8 0 16,5 2 11-16,-6 3-2 0,-3 0 3 0,0 6 0 15,-3 9 0-15,-3 1 9 0,-2 0-1 0,3 5-3 0,-1 3 2 16,1 2-2-16,0 2-2 0,3-1 0 0,-4 1 2 15,4 24-3-15,1-28-6 0,4 2 1 16,1-1 2-16,0-1 1 0,-1 1 8 0,2 3-3 16,1-1 3-16,0 2-3 0,4 22 0 0,-4-25 3 0,-2-1 2 15,0 3-4-15,2 0 5 0,2-1 2 0,-4-3 7 16,0 0-2-16,2 0-4 0,-2-4-3 0,0-1-4 16,0-4 1-16,0 6 0 0,0-5-5 15,-2-12-1-15,-4-1-3 0,2-1 2 0,-3-1-4 0,-1-2 0 16,-2-3-7-16,1 1 2 0,-4-4 0 0,-3-1-1 15,-1-5-5-15,0-1 2 0,-7-1-4 0,-1 0 2 16,-6-1-2-16,-1-3-3 0,-4-2 1 16,-15 4 5-16,-7-6-13 0,-3 3-4 0,-29-3-5 0,23-2 8 15,-40 0-11-15,-1 0 2 0,-3-3-1 0,-8 3 0 16,4-4-2-16,-10 1 7 0,-3 2-1 0,-11-4 3 16,-7 3-3-16,-5-1 1 0,-5 4 0 0,-2-2 4 15,-9 2 0-15,-9 1-1 0,-5-1 3 0,-7 2-1 16,-4 4 3-16,-9-1 0 0,-3 2 5 0,-2 5-3 15,-2-6 5-15,-4 2-4 0,0 3-1 0,5 1-1 16,10-1 3-16,4 2 1 0,8-5-7 0,10 3-1 16,14-3-7-16,16 1-12 0,8-4-13 0,15-3-25 15,13-3-27-15,12-1-32 0,33-4-38 0,4-6-40 16,4-4-43-16,5-1-173 0,14 0-447 0,5-6 198 16</inkml:trace>
  <inkml:trace contextRef="#ctx0" brushRef="#br0" timeOffset="-129640.61">19361 11498 107 0,'-4'-5'139'16,"4"5"-8"-16,0 0 3 0,0 0-4 0,0 0 6 16,8 31-1-16,-6-15-3 0,1 9-2 0,2 6-9 15,-2 1-3-15,-2 20-11 0,3-4-6 0,-3 1-8 16,-1 0-2-16,6 0-13 0,-2-3 2 0,0-12-12 16,1 1 1-16,2-1-8 0,3-3-8 0,5 14-1 15,-1-16-4-15,0 2-6 0,0-5 1 0,5-1-7 16,2-1-2-16,1-5-2 0,-2-4-5 0,6-1-4 15,3-3 5-15,2-6-8 0,4-4-9 0,4-2-21 16,18-4-25-16,1-6-36 0,1-1-29 0,2-8-49 16,2-1-47-16,-3 2-146 0,-3-1-370 0,1 4 164 15</inkml:trace>
  <inkml:trace contextRef="#ctx0" brushRef="#br0" timeOffset="-128212.23">23778 7792 43 0,'0'0'110'0,"0"0"-10"0,0 0-4 15,0 0-13-15,0 0 0 0,0 0 2 0,-12-2-10 16,12 2 4-16,0 0-9 0,0 0 1 0,-16-3-6 16,16 3-3-16,-8-1 0 0,8 1-9 0,-12-3 11 15,12 3-4-15,-12-2-6 0,12 2 0 0,-9-1-5 16,9 1 2-16,-14-1-1 0,14 1-3 0,-8 0-8 15,8 0 2-15,0 0-9 0,-9-1 6 0,9 1-2 16,0 0-5-16,0 0 8 0,0 0 6 0,0 0 2 16,0 0-4-16,0 0-5 0,37 6-2 0,-6-3-4 15,7 0-3-15,20 2 3 0,7-1-8 0,29-4-6 16,2 0-12-16,1 0-26 0,-2 0-29 0,-1 0-31 16,-27 0-35-16,24 0-63 0,-31 0-111 0,4-6-312 15,-2 0 139-15</inkml:trace>
  <inkml:trace contextRef="#ctx0" brushRef="#br0" timeOffset="-93946.05">6482 11224 12 0,'0'0'61'0,"0"0"-5"16,0 0-5-16,0 0-9 0,0 0-21 0,0 0-14 15,0 0-20-15,0 0-11 0,0 0-12 0,0 0-38 16,0 0 16-16</inkml:trace>
  <inkml:trace contextRef="#ctx0" brushRef="#br0" timeOffset="-92796.38">6943 10990 14 0,'0'0'53'16,"0"0"-10"-16,0 0-4 0,0 0 1 0,0 0-9 15,0 0-7-15,-8-9 0 0,8 9-5 0,0 0-2 16,0 0-9-16,0 0-8 0,0 0-12 0,0 0-8 0,0 0-5 15,0 0-18-15,0 0-46 0,0 0 20 16</inkml:trace>
  <inkml:trace contextRef="#ctx0" brushRef="#br0" timeOffset="-92491.36">7734 10297 2 0,'0'0'88'0,"0"0"-4"15,0 0-11-15,4-4-5 0,-4 4-3 16,0 0-6-16,0 0-6 0,0 0-13 0,0 0 0 0,0 0-15 16,0 0-9-16,0 0-18 0,0 0-7 0,0 0-16 15,0 0-12-15,0 0-4 0,0 0-43 0,0 0-90 16,0 0 41-16</inkml:trace>
  <inkml:trace contextRef="#ctx0" brushRef="#br0" timeOffset="-78837.21">6773 11245 19 0,'0'0'56'0,"-10"4"-9"0,3-2-17 16,7-2-20-16,-6 7-22 0,6-7-13 0,-6 4-28 15,6-4 13-15</inkml:trace>
  <inkml:trace contextRef="#ctx0" brushRef="#br0" timeOffset="-61299.48">3654 7310 10 0,'-2'-7'20'0,"2"7"-6"0,0 0-5 16,0 0 1-16,0 0-2 0,0 0 2 0,0 0-8 15,0 0 5-15,0 0-4 0,0 0 2 0,0 0-1 16,0 0-2-16,0 0-2 0,0 0-2 0,0 0 4 16,0 0-2-16,0 0 2 0,0 0-4 0,0 0 4 15,0 0-1-15,0 0-7 0,0 0 7 0,0 0 3 16,0 0-4-16,0 0-1 0,0 0-2 0,0 0 1 16,0 0 3-16,0 0 2 0,0 0-1 0,0 0-2 15,0 0-2-15,0 0 2 0,0 0 2 0,0 0-8 16,0 0 7-16,-5 18 2 0,5-18-5 0,0 0 2 15,0 0 1-15,0 0-2 0,0 0 1 0,0 0 0 16,0 0 10-16,0 0-14 0,0 0 8 0,0 0-4 16,0 0 3-16,0 0 6 0,0 0-1 0,0 0 2 15,0 0 4-15,0 0-3 0,0 0 1 0,0 0-3 16,0 0 0-16,0 0-1 0,0 0-1 0,0 0-1 16,0 0-3-16,0 0 3 0,0 0-1 0,0 0 1 15,0 0-3-15,0 0-2 0,0 0 0 0,0 0 3 16,0 0 2-16,0 0-1 0,0 0-4 0,0 0-1 15,0 0 5-15,0 0-4 0,0 0 7 0,0 0-1 16,0 0 1-16,0 0-1 0,0 0-2 16,7-21 2-16,-7 21 4 0,0 0-6 0,0 0 4 15,0 0-1-15,0 0 8 0,0 0-7 0,2-7-5 0,-2 7-1 16,0 0 7-16,0 0-1 0,0 0 5 0,0 0-18 16,0 0 10-16,0-10-5 0,0 10 2 0,0 0-2 15,0 0-1-15,5-4 1 0,-5 4 2 0,0 0-5 16,0 0 0-16,0 0 3 0,0 0 4 15,0 0-6-15,0 0 3 0,0 0-2 0,0 0-3 16,0 0 5-16,0 0-2 0,0 0 1 0,0 0-2 0,0 0-4 16,1-6 5-16,-1 6 1 0,0 0 2 0,0 0 5 15,0 0-14-15,0 0 3 0,0 0 0 0,0 0 1 16,0 0 4-16,0 0-2 0,0 0-2 0,0 0-1 16,0 0 0-16,0 0 3 0,0 0 1 15,14 8 4-15,-14-8-7 0,0 0 1 0,7 2 1 16,-7-2 0-16,0 0 3 0,0 0-3 0,6 4 2 0,-6-4-3 15,0 0-3-15,0 0 2 0,6 2 1 0,-6-2 4 16,0 0 2-16,0 0-10 0,0 0 8 0,0 0 2 16,0 0-2-16,0 0-2 0,6 4-1 15,-6-4-1-15,0 0 3 0,0 0 2 0,0 0-4 16,0 0-3-16,0 0 3 0,0 0 4 0,0 0-5 16,0 0 2-16,0 0 0 0,0 0-4 0,0 0-1 0,7-11 9 15,-7 11-3-15,0 0-2 0,0 0 1 0,0 0 1 16,4-4 2-16,-4 4-2 0,0 0 0 15,0 0-3-15,4-5 0 0,-4 5-1 0,0 0 7 0,2-6-4 16,-2 6-4-16,0 0-4 0,4-10 4 16,-4 10 2-16,0 0 0 0,4-6 3 0,-4 6 3 15,0 0-7-15,1-8 5 0,-1 8-1 0,6-5-7 0,-6 5 8 16,0 0-3-16,3-9 3 0,-3 9-1 0,0 0-3 16,4-7 3-16,-4 7-5 0,4-5 0 15,-4 5-3-15,4-5 9 0,-4 5-1 0,4-6 0 16,-4 6 0-16,0 0-2 0,0 0 4 0,4-6-4 15,-4 6 4-15,0 0-4 0,0 0-2 0,0 0 4 16,0 0 0-16,3-7 2 0,-3 7-3 0,0 0 1 16,0 0-8-16,4-6 1 0,-4 6 10 0,0 0-5 0,0 0-4 15,5-6 6-15,-5 6 3 0,0 0-5 16,4-3 2-16,-4 3-3 0,0 0 14 0,0 0-9 16,5-5-1-16,-5 5 5 0,0 0 2 0,0 0 4 15,0 0 3-15,0 0 2 0,0 0-9 0,4-6 2 16,-4 6-5-16,0 0 7 0,0 0-5 0,0 0 3 15,0 0-1-15,0 0-6 0,4-6 1 0,-4 6-1 0,0 0 1 16,0 0 2-16,0 0-7 0,0-8 1 16,0 8-1-16,0 0 9 0,0 0-9 0,0 0-5 15,0 0 1-15,3-7 1 0,-3 7 4 0,0 0-5 16,0 0 10-16,0 0-5 0,0 0 4 0,0 0-2 16,0 0-4-16,0 0 1 0,0 0-4 0,0 0 4 15,0 0 0-15,0 0-2 0,0 0-3 0,0 0 6 16,0 0-4-16,0 0 9 0,0 0 0 0,0 0-18 15,0 0 9-15,-3-12 5 0,3 12 1 0,0 0-7 16,0 0 1-16,0 0-2 0,0 0 6 0,0 0 0 16,0 0 14-16,0 0-22 0,0 0 4 0,0 0-5 15,0 0 10-15,0 0-5 0,0 0 9 0,0 0-4 16,0 0-10-16,0 0 8 0,0 0 2 0,0 0-1 16,0 0-1-16,0 0-1 0,0 0-2 0,0 0 2 15,0 0-1-15,0 0 2 0,0 0 11 0,0 0-10 16,0 0-5-16,0 0 3 0,0 0 3 0,0 0 2 15,0 0-8-15,0 0-2 0,0 0 2 0,0 0 3 16,-4-6 0-16,4 6 0 0,0 0-3 0,0 0 7 16,0 0-6-16,0 0 3 0,0 0-4 0,0 0 0 15,0 0 6-15,0 0-1 0,0 0-1 0,0 0-4 16,0 0 1-16,0 0-2 0,0 0 8 0,0 0-5 16,0 0 5-16,0 0 1 0,0 0-7 0,0 0 4 15,0 0 2-15,0 0-9 0,0 0 6 0,0 0 1 16,0 0-7-16,0 0 2 0,0 0 5 0,0 0-4 15,0 0-1-15,-1-9 6 0,1 9-6 0,0 0 3 16,0 0 2-16,0 0-2 0,0 0-4 0,0 0 3 16,0 0-4-16,0 0-6 0,0 0-4 0,0 0 7 15,0 0 2-15,0 0-8 0,0 0 0 0,0 0 5 16,0 0-6-16,0 0 2 0,0 0-1 0,0 0-3 16,0 0 3-16,0 0-5 0,0 0-1 0,0 0-3 15,10 19 4-15,-10-19-1 0,0 0 4 0,3 7-4 16,-3-7 2-16,4 5 2 0,-4-5-6 0,0 0 0 15,3 9-30-15,-3-9-54 0,5 5 24 0</inkml:trace>
  <inkml:trace contextRef="#ctx0" brushRef="#br0" timeOffset="5942.8">12176 13275 32 0,'-5'4'151'0,"5"-4"-10"0,-6 6 0 0,1-3 1 16,5-3 2-16,0 0 0 0,-6 2-7 0,6-2 0 16,0 0-1-16,0 0-5 0,0 0-5 0,0 0-5 15,0 0-2-15,0 0-10 0,0 0-10 0,0 0-11 16,11-19-9-16,-7 8-8 0,5-2-4 0,7-10-3 15,-3-1-5-15,1-1-8 0,1-3-1 0,2-1-7 16,-2-2-4-16,1-1-5 0,-1 1-3 0,2-2 1 16,-5 0-7-16,3 1 2 0,-5-2-7 0,-1 0-1 15,1 2-3-15,-1 2 1 0,-3 2-4 0,-2 3 0 16,-4 7 2-16,1 1 8 0,-1 7 2 0,-3-1-5 16,-1 1 2-16,-3 2-5 0,-1 1 0 0,-2 4-3 15,-1 3-3-15,-2 3-1 0,-7 3-3 0,-7 5 2 16,0 3 0-16,0 2-1 0,0 2-3 0,2 3 1 15,0-1 1-15,1 1-5 0,5-1 1 0,7-3-1 16,3-3 1-16,4 2-1 0,5-4-5 0,0-1 2 16,5-1-1-16,6 2-3 0,4 1 2 0,8-1 3 0,3-2-3 15,3 0 2-15,3-6 1 0,1 1-2 16,2-2 0-16,0-2-4 0,-1 2 3 0,0-2-2 16,0-1 2-16,-7 1-2 0,-6 1-1 0,2 1-1 15,-6 1 2-15,-6 2 6 0,1 0-3 0,0 5-2 0,1 1-1 16,-6 2 4-16,0 1 8 0,-2 2-10 0,1-2 1 15,-4 3 0-15,1 0 1 0,-1-1 1 16,0 0-3-16,0 0 4 0,1-2-4 0,4 0 3 16,-3-3 4-16,1-2-5 0,-1-1 1 0,5 1-3 15,1-2 3-15,-2-2-2 0,1 0 3 0,3-3 0 0,3-3-2 16,3 0 2-16,0-1-3 0,2-5-1 0,-2 2 2 16,2-5-1-16,3-5-1 0,0-1-5 15,-6 4 2-15,3-8-11 0,-2-1-3 0,-2-1 4 16,-7 5-5-16,1-3-3 0,-4 1 1 0,-2-1-4 15,-2 1 3-15,-2 0 7 0,-2 0-4 0,-2 0 3 0,4 7 3 16,-4 0 2-16,-1 0 2 0,-2 4 2 16,0 1-1-16,-2 1 3 0,-2 3-2 0,11 2 2 15,-16 7 4-15,6 0 0 0,-5 3 3 0,2 4 0 16,2 3 2-16,0 4-3 0,4-3 3 0,1 1-5 0,0 8 3 16,7-8-3-16,6 0-11 0,-1-3-22 0,5 1-22 15,1-2-21-15,1 1-33 0,5-4-20 0,-2-2-41 16,9 2-33-16,-3-4-107 0,-2-4-337 0,9-2 149 15</inkml:trace>
  <inkml:trace contextRef="#ctx0" brushRef="#br0" timeOffset="6640.51">13335 12969 52 0,'-8'-7'173'0,"-2"-1"2"0,-1 4 1 0,-2-1-5 15,-1 3-1-15,-3 2-3 0,-2 0-10 0,-1 6-5 16,2-1-10-16,-5 9-5 0,5-1-6 0,-1 4-11 15,0 4-13-15,2-1-6 0,5-5-15 0,1 2-6 16,3-1-9-16,5 2-8 0,0 0-8 16,3-4-4-16,5 0-4 0,0-3-5 0,4 0-3 0,1-2-1 15,2-2-6-15,5-2-6 0,0-1 0 0,3-3-6 16,0-3-2-16,1-3-3 0,-1-4-3 0,4-2 0 16,-6 0 1-16,5-7-3 0,-3-4 1 0,-2 2-4 15,-3-4 5-15,-3-2-2 0,-3 0-3 0,-1 1-1 16,-5 0 4-16,-3 0 0 0,0-1 1 0,-3 1 2 15,-3-1-4-15,-1 0 2 0,1 0-5 0,-4 0 2 16,-1 0 0-16,-2 3 0 0,1 0-5 0,2 5 2 16,1 2-1-16,1 6 13 0,2 0 3 0,2 1-2 15,1 4 0-15,3 5-6 0,-6-5-1 0,6 5-3 16,0 0 1-16,0 0 3 0,6 33 1 0,-1-9 1 16,3 3 2-16,-3 1-2 0,0 2-2 0,1 4 3 15,3-1-4-15,-2 0 3 0,3-3-8 0,-2 1 3 16,-1-3-4-16,-1-1 0 0,4-2 1 0,-1-1-1 15,1-8 1-15,0 0 4 0,-1-4-4 0,2 0 1 16,1-4-5-16,-2-3 0 0,1 1 4 0,1-2-1 16,1-6-3-16,-4 0 4 0,5-2-4 0,-3-1-1 15,5-4 3-15,-3-1-1 0,-3 1 2 0,3-5-7 16,-2-1 5-16,-2-2-4 0,-4 1-4 0,-1 0 3 16,2-1-2-16,-3 0-4 0,-1 2 1 0,0 2-1 15,0 3 4-15,0 2-5 0,-2 2 2 0,0 6-3 16,0-9 1-16,0 9 1 0,0 0-1 0,0 0 4 15,0 0 1-15,3 23 6 0,-6-8-5 0,7 1 0 16,-2-3 1-16,2 3-2 0,0 1 0 0,1-2 4 16,4 1-2-16,-5-4 4 0,6 0 1 0,-4-2-5 15,1-1 3-15,4-1 1 0,-4-1-5 0,0-3 2 16,3-1 1-16,2-1-4 0,-5-4-2 0,4 2-3 16,-2-5 1-16,2-3 1 0,-2 1 0 0,3-1 2 15,-2-3-1-15,-1-3 4 0,1-2-2 0,-1 1 0 16,-5 5-1-16,2 0 3 0,-1 1-1 0,0 2 0 15,-3 2 0-15,-2 5-4 0,3-8 0 0,-3 8 10 16,0 0-7-16,0 0-1 0,0 0 0 0,0 0 4 16,12 19-20-16,-11-10-10 0,1 3-25 0,2 2-15 15,-4-3-39-15,6 5-26 0,-4-3-29 0,2-1-27 16,0 2-18-16,1-2-153 0,3-3-393 0,0-2 175 16</inkml:trace>
  <inkml:trace contextRef="#ctx0" brushRef="#br0" timeOffset="6846.12">14095 12878 51 0,'-2'-7'209'15,"-4"0"6"-15,6 7-6 0,-4-9-20 0,4 9 5 16,-9-1 3-16,9 1-6 0,-13 12-11 0,4 1-11 16,-2 2-16-16,2 2-10 0,-5 8-19 0,5-1-7 0,1 4-16 15,0-3-6-15,4 1-11 0,2-2-14 16,2-5-18-16,2-3-18 0,2 1-24 0,4-2-18 15,-2-4-25-15,5 3-37 0,-2-6-30 0,7 0-27 16,2-4-38-16,-1-1-36 0,0-2-147 0,-4-5-376 16,3-2 167-16</inkml:trace>
  <inkml:trace contextRef="#ctx0" brushRef="#br0" timeOffset="7063.23">14371 12714 115 0,'0'-27'197'0,"0"8"3"0,-2 3 12 0,2 5 6 15,-3 0-1-15,2 3-14 0,1 8-14 16,-1-8-5-16,1 8 6 0,0 0 7 0,0 0 0 16,5 36-11-16,-5-10-16 0,0 3-20 0,0-1-8 15,0 2-19-15,0 5-12 0,0-3-10 0,-3 2-7 16,3 0-13-16,0 1-8 0,0 0-5 0,-1-3-18 0,0 0-33 16,3-2-20-16,1-5-21 0,-3 1-28 15,0-9-26-15,0-2-37 0,2-2-44 0,0-2-48 16,-1-1-31-16,0-3-231 0,-1-7-506 0,3 8 224 15</inkml:trace>
  <inkml:trace contextRef="#ctx0" brushRef="#br0" timeOffset="7323.17">14207 12964 42 0,'0'0'194'0,"0"0"-19"15,0 0-13-15,0 0-4 0,0 0-3 0,18-6-5 0,-5 6-8 16,5 0-6-16,3 0-12 0,1-1-7 15,5 1-11-15,0-3-8 0,2 3-10 0,-9-2-9 16,0 2-6-16,-1 0-9 0,-4-2-1 0,-1 2-1 16,-1 0-5-16,-3 2-7 0,0-1-4 0,-3 0-1 15,-7-1 4-15,10 4 9 0,-4 0 9 0,-1 0 7 0,-1 5 0 16,-2-1-1-16,0 4-6 0,-2 4 3 0,0 0-9 16,-2 1-7-16,-2 1-4 0,-3 2-2 15,3-1-3-15,-1-2-20 0,0 2-30 0,1 1-29 16,-1-2-44-16,1-1-48 0,2-2-60 0,1-4-71 0,-2 1-163 15,2-2-454-15,-2-1 202 0</inkml:trace>
  <inkml:trace contextRef="#ctx0" brushRef="#br0" timeOffset="7479.71">14631 12759 1623 0,'-2'-11'-10'0,"-2"2"-18"0,1 2-34 0,-1 4-4 16,4 3-1-16,0 0-18 0,0 0-22 0,-9 15-22 16,8-5-50-16,-1 1-193 0,3 1 86 0</inkml:trace>
  <inkml:trace contextRef="#ctx0" brushRef="#br0" timeOffset="7943.74">14763 12986 76 0,'-4'8'218'0,"0"-2"-7"0,-1 5-7 16,1-3-9-16,-1 2-8 0,1 1-18 0,-1-2-10 16,3 2-19-16,-1 0-11 0,3 0-13 0,1 1-11 15,1-3-7-15,0 2-8 0,4-2-13 16,-2-2-2-16,3 0-10 0,1-1-4 0,3-3-7 0,-2 0-5 16,0-2 1-16,2-1-9 0,1-4-3 0,-2 1 1 15,1-3-3-15,-3-1-2 0,1-2-4 0,0-1 0 16,1-3-5-16,-4 1-2 0,0-2 0 0,-1 0-4 15,-3 2-2-15,0-3-3 0,3-2-3 16,-3 1-5-16,1 0-3 0,1 0-6 0,1 0 2 0,-1 6 1 16,-2 0-1-16,3 2-1 0,-3 3-3 0,1 0 5 15,-3 5-4-15,6-3 0 0,-6 3 10 0,0 0 5 16,11 9 5-16,-4-1-1 0,-4 1 1 0,4 1-1 16,-4 5 2-16,0-2-5 0,1 2 4 0,1 2 2 15,-2 1-3-15,0-4 0 0,-1-2-1 0,5-2 0 16,-4-1-3-16,-1-1 6 0,0-2 9 0,-2-1 13 15,0-5 14-15,5 8 4 0,-5-8-3 0,8 0-1 16,-8 0 3-16,10-9-9 0,0 2-3 0,2-6 0 16,1-2 0-16,-1 4-6 0,1-3-2 0,0 0 4 15,-3 0-5-15,-1 6 0 0,2-3 21 0,0 4-36 16,-1 1-4-16,-4-1-1 0,2 3-1 0,-3 4-7 16,-5 0-2-16,14 3-3 0,-6 2-1 0,-6 1-21 15,1 2-34-15,-3 4-30 0,-2 4-38 0,-3 2-61 16,5-1-67-16,-2 6-32 0,2 1-213 0,0-4-535 15,9-5 236-15</inkml:trace>
  <inkml:trace contextRef="#ctx0" brushRef="#br0" timeOffset="8212.04">15992 12946 87 0,'-4'-10'299'0,"2"2"-19"0,0 1-26 0,2 7-23 15,-2-10-22-15,2 10-24 0,-1-7-22 0,1 7-16 16,0 0-13-16,0 0-14 0,0 0-11 0,0 0-10 16,7 20-10-16,-4-8-4 0,2 2-9 0,-1 4-10 15,0-1-6-15,-3 2-5 0,4 0-7 0,-2-1-18 16,-1-1-18-16,-1 0-26 0,-1-5-30 0,-1 4-39 15,0-4-39-15,2-4-49 0,0 3-46 0,-2-1-148 16,-1-4-395-16,2-6 175 0</inkml:trace>
  <inkml:trace contextRef="#ctx0" brushRef="#br0" timeOffset="8362.2">15832 12666 45 0,'0'0'171'0,"0"-6"-21"16,0 6-31-16,0 0-36 0,0 0-43 0,18 12-43 16,-10-2-48-16,0 4-42 0,-1 2-100 0,7 5 45 15</inkml:trace>
  <inkml:trace contextRef="#ctx0" brushRef="#br0" timeOffset="8566.92">16169 13090 1726 0,'0'0'21'0,"0"0"13"15,0 0 1-15,5-11-7 0,-5 11-10 0,0-13-5 16,0 2 14-16,0 0 23 0,2-2 5 0,0 1 17 16,3-3 11-16,1-4-7 0,3 2 1 0,1-1-7 15,4 5-4-15,-1-1-7 0,6 3-4 0,-2 4-9 16,4 1-2-16,0 2-9 0,-2 4-3 0,3 5-4 16,-4 3-2-16,-3 2 0 0,0 5-2 0,-3 1-7 15,-2 8-5-15,-1 4-24 0,-5-2-35 0,-3 4-41 16,-1-2-61-16,0 1-52 0,-1-3-192 0,0-7-426 15,1 0 188-15</inkml:trace>
  <inkml:trace contextRef="#ctx0" brushRef="#br0" timeOffset="9050.9">17452 12914 1593 0,'-7'-25'18'0,"0"-1"53"0,-5 4 1 16,-4 2-16-16,-3 2-2 0,0 7-1 0,-5-2 1 15,0 5-1-15,-6 3 1 0,2 4 5 0,-1 4 5 16,1 5 4-16,0 1 0 0,3 4-7 0,1 4-4 16,4 2-6-16,1 2-4 0,4 3-5 0,3 1-5 0,5-6-6 15,3 7 2-15,4-9-4 0,6 3-1 16,0-2-4-16,7-4 1 0,1-1-2 0,1-1-4 15,4-5 1-15,2 0-4 0,0-4-4 0,1-3 1 16,0-2-2-16,0-5 1 0,-4-1 1 0,-2-2-4 16,0-1-1-16,-3-3-1 0,-1 1 0 0,-2-3 0 15,-1 3 0-15,-2-3-1 0,-1 1 6 0,-2 3 6 16,-2 1 6-16,1 2 4 0,1 3-2 0,-3 1 0 16,-1 5-9-16,3-9-3 0,-3 9-1 0,0 0 2 15,0 0 4-15,5 24 0 0,-5-7 1 0,0 12 5 0,1 7 2 16,2 14 2-16,-2-4-4 0,-1 2-1 0,2-1 1 15,-3 0-1-15,-1-12-3 0,2-2 2 0,0 2-3 16,0-3-3-16,-4-3 2 0,-1-2 10 16,-2 2-7-16,0-7-5 0,-1-4 2 0,-2-1 0 15,-3-2-2-15,0 1 0 0,-3-4 1 0,0-1-6 0,-2-1 10 16,0-5-8-16,0 1-17 0,1-6-15 0,-1 0-30 16,-1-3-22-16,1-4-39 0,-2 1-48 0,8-7-52 15,-1-1-54-15,3-1-213 0,2-8-515 16,5-3 229-16</inkml:trace>
  <inkml:trace contextRef="#ctx0" brushRef="#br0" timeOffset="9922.28">17694 12975 1664 0,'20'-20'40'16,"-8"4"35"-16,-5-1 8 0,-2 6 7 0,-1-2 7 0,-3 2 13 15,0 2-15-15,-3-3-8 0,2 12-1 0,-5-13 6 16,-1 7 2-16,-2 2-4 0,0 2-4 15,8 2-5-15,-21 6-4 0,9 2-8 0,-2 3-4 16,-4 8-7-16,1 0-3 0,4-2-4 0,2 5-5 16,-1 1-6-16,7-6-2 0,1 1-4 0,3 0 1 0,2-3-8 15,3 1-2-15,1-6-2 0,2-2-4 0,2-1-2 16,1-1 0-16,4-5 2 0,-1-1-8 0,6-1 1 16,-1-3-3-16,0-5-1 0,-2 1 0 0,0-3 0 15,-1 1 0-15,-2-3 3 0,-2 0-9 0,3-2 5 16,-5 2-5-16,0-3 0 0,-2 1 5 0,-2 4-3 15,-2-2-3-15,0 0 5 0,-3 3-4 0,0-3-1 16,1 6 2-16,-1 7-3 0,2-12-2 16,-2 12 1-16,0-11-6 0,0 11 3 0,0 0-2 15,0 0-1-15,0 0 0 0,0 0 1 0,0 0-2 0,-9 25 1 16,6-14 4-16,3 0 1 0,0 2-1 0,0-1-2 16,1 5 5-16,3-1 0 0,0 0-3 0,0-6 3 15,2 0-1-15,-2-1 5 0,8 1 2 0,-3-3 9 16,0-4-2-16,3 0-2 0,0-1 5 0,2-2 9 15,0-3-10-15,4-4 2 0,-4 0 1 0,1-3-2 16,-2 3 2-16,0-4-8 0,-3 4 1 16,-2-3 4-16,-2 2-4 0,1-1 2 0,-2-1-4 0,-2 0 0 15,0 0 11-15,-1 3-9 0,0 0-8 0,-2-1-1 16,0 8 4-16,1-11-4 0,-1 11-1 0,0 0-7 16,0-11 9-16,0 11-6 0,0 0 6 0,0 0-14 15,0 0-1-15,0 0 9 0,0 0-2 0,0 0-3 16,-1 31 1-16,1-24 6 0,0 2-3 0,1-1 2 15,-1 1-1-15,3 1 2 0,-1-1 0 0,1-2 0 16,2 2 0-16,0-1 5 0,3-1-5 0,-1-2 2 16,0-2 4-16,-1 0 9 0,3-3-12 0,3-3-2 15,-2 0 5-15,2 1 2 0,0-3-5 0,2 0 2 16,-4-1 7-16,2-2-2 0,-2 1-3 0,0-1-3 16,-1-2-4-16,-1 1 4 0,1 0 3 0,-2 0-1 15,0-1-5-15,-2 1 9 0,0 1 3 0,0 0-14 16,-2 2-1-16,1 1 7 0,-4 5-4 0,3-8 0 15,-3 8 0-15,4-7-4 0,-4 7 5 0,4-4-11 16,-4 4 1-16,0 0 3 0,0 0 3 0,0 0 2 16,0 0-6-16,0 0 3 0,0 0 1 0,0 0-2 15,-1 25 3-15,1-25 2 0,0 8-6 0,0-8 0 16,0 8 15-16,0-8-12 0,0 0-1 0,2 8 2 16,-2-8 1-16,0 0 2 0,0 0 2 0,0 0-1 15,4 3 2-15,-4-3 0 0,0 0-5 0,14-3 3 16,-14 3 1-16,14-4-4 0,-7 1 5 0,-7 3-3 15,14-4 1-15,-8 3-5 0,-6 1 2 0,12-1-1 16,-12 1-1-16,11 3 2 0,-6 0-3 0,2 0 0 16,-7-3 8-16,10 9-6 0,-2-3-1 0,-6 0 2 15,3-1-2-15,-2 2-3 0,-1-1 4 0,5 2 0 16,-5 0-13-16,1-1-18 0,-2 3-16 0,0-1-13 16,1-2-25-16,-2 1-31 0,0-8-41 0,-2 14-46 15,2-8-38-15,0-6-244 0,-6 7-527 0,6-7 234 16</inkml:trace>
  <inkml:trace contextRef="#ctx0" brushRef="#br0" timeOffset="10095.44">18006 12622 210 0,'-6'-5'206'0,"2"1"-18"0,-1-1-25 0,5 5-27 15,-5-7-29-15,5 7-28 0,0 0-34 0,0 0-54 16,0 0-74-16,25 6-91 0,-9-2-188 0,4-1 83 16</inkml:trace>
  <inkml:trace contextRef="#ctx0" brushRef="#br0" timeOffset="10683.03">19004 13089 199 0,'-6'-7'231'16,"6"7"-18"-16,0 0-20 0,1-9-21 0,-1 9-15 16,8-13-5-16,0 6-11 0,2-3-7 0,3-2-17 15,2 0-8-15,0-2-15 0,7-2-3 0,-8 4-8 16,4-2-9-16,0-3-6 0,-3 2-3 0,4-2-5 16,-6 2 11-16,0-1-5 0,-3 2-5 0,-1 0-3 15,-4 3-5-15,0 1 1 0,0 1-3 0,-1 2 2 16,0 2-4-16,-3-1-3 0,-1 6-6 0,6-7-7 15,-6 7-5-15,0 0-2 0,0 0 0 0,0 0-6 16,0 0 2-16,0 0-2 0,-4 23 1 0,4-10-4 16,-2-3-1-16,2 1-2 0,-1 3 2 0,2-4-4 15,3 3 2-15,0-3-2 0,1 0-6 0,4 0 4 16,-1-3-3-16,2 2 1 0,-1-4 2 0,5 0-2 16,-2-2-2-16,0-2 3 0,0 0-4 0,-1-2 1 15,2-3-1-15,0 0-3 0,-3-2 1 0,-2 1 0 16,1-3-1-16,-2-3 0 0,1 3-1 0,-3-5-4 15,0 3-3-15,2-6 3 0,-3 5 0 0,-1-1 1 16,1 2 2-16,-1 1-5 0,-2 2 2 0,0 1-1 0,-1 6-2 16,4-7-2-16,-4 7 0 0,0 0-3 15,0 0 5-15,0 0 2 0,1 21 0 0,-1-6 1 16,2 1 3-16,-5 4-3 0,0 4 4 0,0 1-2 16,3 0-2-16,-2-5-22 0,4 5-17 0,-4 0-25 15,2-5-30-15,-1-1-40 0,2 0-58 0,-1-8-52 0,-1 2-162 16,-3-1-442-16,2-6 196 0</inkml:trace>
  <inkml:trace contextRef="#ctx0" brushRef="#br0" timeOffset="10836.31">19329 12572 16 0,'0'0'148'15,"0"0"-35"-15,0 0-50 0,0 0-68 0,19 10-52 0,-2-1-60 16,1-1 28-16</inkml:trace>
  <inkml:trace contextRef="#ctx0" brushRef="#br0" timeOffset="11059.67">20015 12603 7 0,'-1'-9'257'0,"1"9"-15"15,0 0-10-15,0 0-5 0,0 0-4 0,0 0 1 16,0 0-12-16,-5 30-7 0,5-11-12 16,1 7-13-16,0 1-12 0,3 3-11 0,0 3-12 0,1 0-13 15,0 1-17-15,3-2-12 0,0 2-12 0,-1 1-4 16,1 0-12-16,-2-2-5 0,-1-3-11 16,2-1-25-16,-3-1-25 0,2-2-18 0,-3-6-32 15,2-3-35-15,-4-5-38 0,0 4-50 0,2-7-44 16,-3 0-43-16,-3-2-180 0,3-7-467 0,-7 5 207 0</inkml:trace>
  <inkml:trace contextRef="#ctx0" brushRef="#br0" timeOffset="11592.81">20075 12885 62 0,'9'-10'147'0,"0"1"0"15,7-2 0-15,-1 0 3 0,0-1-2 0,-1-2-5 16,3 3-6-16,0 0-9 0,-6-1-5 15,2 1-4-15,0 0-3 0,-6 0-7 0,1 1-7 0,-2 0-12 16,1 1-4-16,-2 0-4 0,0 1-4 0,-2 1-1 16,-1 0-6-16,-2 7-8 0,4-6-11 0,-4 6-7 15,0 0 1-15,0 0-6 0,0 0 2 16,3 29-2-16,-5-11-5 0,1 8-2 0,-2 2-3 16,1 3-1-16,-1-3-3 0,-1 2-2 0,7 0 0 0,-6-2-3 15,2 2-2-15,2-5-2 0,-2-8-2 0,2 1 1 16,-1-5-4-16,3-3-1 0,-3-1 2 0,0-2 0 15,1-1 1-15,-1-6-2 0,3 8 1 0,-3-8-4 16,0 0 1-16,16-8-1 0,-8 2-3 16,4-7 0-16,2 0-1 0,-2 0-2 0,1-3-3 0,8-3 3 15,0 0 0-15,0 0-3 0,-7 6-1 0,4 2 1 16,-4 2-3-16,-1 3 1 0,-2 4-3 0,1 0-1 16,-1 2 6-16,1 2 6 0,-2 0 1 0,0 1 3 15,0 4-2-15,-1 0 3 0,1 0-3 0,-1 1 1 16,2-1-1-16,0-2-1 0,1 3 1 0,2-2 0 15,-2-2 1-15,1-1 1 0,1-2 1 0,-2 1 4 16,-1-2-7-16,3-3 5 0,-1-1-6 0,-1 0 2 16,-2-2-4-16,0-2 2 0,0 0 0 15,-1-2 1-15,-1 1-1 0,-3-4 2 0,3 3-3 0,-3-4-3 16,-3 2 1-16,2 0 0 0,-1 0-1 0,-2 2 1 16,-1 0-4-16,0 10 0 0,-2-12-1 0,2 12-4 15,-10-4 1-15,2 4 0 0,8 0 5 0,-30 15-5 16,7-1 2-16,-2 5-1 0,0 1-2 0,1-1-20 15,4 4-24-15,2-1-43 0,1 1-57 0,8 2-75 16,3-9-223-16,3 1-483 0,5-2 215 0</inkml:trace>
  <inkml:trace contextRef="#ctx0" brushRef="#br0" timeOffset="11936.94">21382 12653 2196 0,'1'-27'49'15,"1"1"-38"-15,0 7 14 0,-1 3 11 0,1 6 0 16,-2-1-5-16,3 4-9 0,-3 0-6 0,0 7-6 15,2-8 4-15,-2 8 20 0,0 0 14 0,0 0 1 16,0 39 27-16,-5-6 10 0,-3 14 2 0,-1 8-8 16,-3 2-1-16,-3 23-5 0,4-21-9 0,0 28 2 15,2-27-3-15,-4-4-6 0,6 3-6 0,2-4-5 16,1-6-7-16,0-2 6 0,4-12-12 0,-1-3-5 16,1-1-14-16,0-4-19 0,-2-1-31 0,2-7-21 15,2-3-31-15,-2-5-45 0,-2 1-56 0,4-7-38 0,-2-5-57 16,0 0-145-16,-3 7-464 0,3-7 206 0</inkml:trace>
  <inkml:trace contextRef="#ctx0" brushRef="#br0" timeOffset="12163.08">21343 12892 112 0,'10'-5'183'0,"2"1"-3"0,-2 2 3 0,5 2-2 16,-3 1-4-16,6 4-6 0,-2 0-7 0,1 1-7 15,-3 4-17-15,1 0-13 0,0 2-10 0,-3 3-10 0,0 2-11 16,-2 0-5-16,-3-2-6 0,-4 2-5 16,1-1-7-16,-8 1-3 0,-2 1-4 0,-4-1-6 0,-8 4-6 15,-3-4-5-15,0-2-5 0,1-3-22 16,-3 0-24-16,3-4-29 0,1-1-27 0,1-3-38 16,0-1-36-16,5-3-41 0,2-2-43 0,-1 1-132 0,2-3-375 15,2-4 167-15</inkml:trace>
  <inkml:trace contextRef="#ctx0" brushRef="#br0" timeOffset="12503.43">21571 12901 97 0,'12'-2'200'0,"-1"2"1"0,0 0-4 16,1 1-1-16,-3 2-9 0,3 3-5 0,-1-1-12 16,0 3-13-16,-1 0-13 0,3 3-13 15,-3 2-13-15,0 2-6 0,-2 1-10 0,-1-3-7 16,-2 0-5-16,0 1-14 0,-1-2-11 0,-2-3-5 0,-1-2 0 15,1-1-9-15,-1 0-1 0,-1-6-7 0,3 7-2 16,-3-7 2-16,2 7-1 0,-2-7 7 16,0 0-7-16,0 0-10 0,0 0 0 0,14-11-5 0,-6 3-4 15,-2-3 0-15,7-4-5 0,6-2-1 0,-7 4-9 16,2-2 0-16,0 1-1 0,5-4 0 0,-6 6-1 16,5-2-6-16,-11 5 6 0,4 1-6 0,-1 2-3 15,-1 1 2-15,-1 1-1 0,-1 3 0 0,-7 1 1 16,17 1-4-16,-15 3 4 0,1 2-1 15,2 2 3-15,-1 3-1 0,-2 1-1 0,-2 5 0 0,3-2 1 16,-4 4-1-16,1 1 6 0,-2-4-4 0,2 1-13 16,2-1-22-16,-5-4-29 0,-1 0-41 0,2 2-47 15,2-5-54-15,-3-2-235 0,-1 1-474 0,4-8 209 16</inkml:trace>
  <inkml:trace contextRef="#ctx0" brushRef="#br0" timeOffset="12652.01">21849 12693 7 0,'-5'-5'145'0,"5"5"-13"0,0 0-30 16,0 0-23-16,0 0-38 0,8 21-55 0,-3-9-68 16,0-2-90-16,7 3 40 0</inkml:trace>
  <inkml:trace contextRef="#ctx0" brushRef="#br0" timeOffset="12984.65">22308 12849 70 0,'0'0'264'0,"0"0"-10"0,0 0-9 15,0 0-16-15,0 0-13 0,-29 9-8 0,18-4-14 16,2 1-8-16,-1 3-7 0,-1 3-8 0,3-2-17 16,-1 4-13-16,2 2-10 0,1 0-11 0,3 1-14 15,3-1-2-15,1 3-21 0,3-5-7 0,2 0-4 16,2-3-6-16,1-2-6 0,4 2-3 0,4-3-6 15,0-2-5-15,1-1-5 0,0-5-2 0,2-1-4 16,2-3-4-16,0-1-6 0,4-3-1 0,-1-4-2 16,-2-2 3-16,-7 3-4 0,0-3-3 0,-2-2-5 15,-8 1 1-15,1-2 1 0,-4-1-3 0,0-1-1 16,-3 1 2-16,0 0-5 0,-3 1-4 0,-2 3 2 16,0 4-3-16,-1 1-3 0,-3 3 2 0,0 2-2 15,-1 1-2-15,-3 6 0 0,1 3 1 0,-2 2-2 16,2 6-2-16,-3 1-1 0,3 1 5 0,0 6-1 15,6 2-1-15,-1 0 0 0,7 3-31 0,3-8-23 16,5 6-29-16,1-8-38 0,2-1-55 0,10 4-42 16,3-3-36-16,6-2-224 0,2-4-519 0,3-3 230 15</inkml:trace>
  <inkml:trace contextRef="#ctx0" brushRef="#br0" timeOffset="13230.4">23114 12621 228 0,'4'-12'293'0,"1"1"-9"0,-3 3-22 15,0 1-28-15,1 2-23 0,-3 5-21 0,0 0-3 16,0 0 8-16,11 17 6 0,-7 7-4 0,-4 6-5 16,0 3-14-16,-6 0-18 0,-1 14-4 0,-2-1-19 15,-2-1-5-15,3-11-24 0,1-3-15 0,0 4-4 16,1-1-7-16,1-4-17 0,1-1-34 0,1-2-34 15,-1-2-24-15,2-6-28 0,-1-4-26 0,2 0-38 16,-2-4-39-16,2-1-51 0,1-3-41 0,0-7-42 16,-4 10-161-16,4-10-489 0,0 0 218 0</inkml:trace>
  <inkml:trace contextRef="#ctx0" brushRef="#br0" timeOffset="13504.77">23098 12889 123 0,'5'-6'201'0,"1"4"6"0,-6 2-10 16,17-2-5-16,-7 2-13 0,0 2-6 0,2 3-12 16,1-2-11-16,-1 2-13 0,4 0-9 0,-1 1-8 15,2 0-13-15,-1-1-5 0,-3 0-9 0,5-2-9 0,0 1-7 16,0-2-7-16,0-2-4 0,-2 0-7 16,-2-3-2-16,-1 0 2 0,-1 0 3 0,-2-2 4 15,-1-2-5-15,-3-2-2 0,1 0-6 0,-2-1 0 16,-3 0 4-16,-3 0 5 0,0-4-12 0,-9 0-7 15,2 3-2-15,-2 0-4 0,-4 0-6 0,-3 0-1 16,-1 4-9-16,-2 0-2 0,-1 1-2 0,1 5-13 0,-2 1-18 16,-4 3-20-16,6 2-29 0,0 1-42 15,3 1-60-15,2 2-61 0,2 2-258 0,3-2-524 16,3 1 232-16</inkml:trace>
  <inkml:trace contextRef="#ctx0" brushRef="#br0" timeOffset="13916.7">24281 12754 14 0,'-5'-10'264'0,"-2"3"-19"0,-3 2-22 0,-1 2-7 16,-2 3-15-16,-5 2-15 0,0 4-9 0,0 3-12 15,-7 5-11-15,2 3-16 0,0 4-8 16,1-2-18-16,-1 1-5 0,5 0-10 0,4 2-13 0,5-4-13 16,3-1-3-16,1-1-8 0,4 3-3 0,2-4-3 15,0-3-3-15,6-2-8 0,-1-2-3 0,5-2-2 16,5-1-3-16,-3-3-8 0,10-2-4 0,-2-6-1 16,-3 1-3-16,3-2-1 0,3-6 0 0,-6 1-2 15,-3 1 3-15,-1-3-5 0,2-1 4 0,-5-1-7 16,0 0 0-16,1-1-3 0,-5 0 1 0,0 3 6 15,-2 3 7-15,0 1 3 0,-1 2 4 0,-1 2-2 16,-3 6-5-16,4-8-6 0,-4 8-2 16,3-3-3-16,-3 3 4 0,0 0-6 0,0 0-1 15,7 23-2-15,-6-11-2 0,2 4 4 0,-2 1 0 0,1 0-10 16,-2 1-23-16,2 0-24 0,0 0-25 0,3 0-36 16,1 0-44-16,4-2-49 0,-4-4-47 0,3 0-190 15,0-4-476-15,4-3 211 0</inkml:trace>
  <inkml:trace contextRef="#ctx0" brushRef="#br0" timeOffset="14110.82">24631 12776 69 0,'-5'-10'244'0,"-2"2"-8"0,2 0-7 0,-1 4-15 16,-4 1-13-16,0 3-4 0,10 0-10 0,-17 7-5 15,10 3-16-15,-3 5-15 0,-3 0-11 0,0 6-13 16,5 2-12-16,2-3-15 0,2 4-7 0,0 1-9 15,4-5-9-15,3 0-8 0,2-3-30 0,6 8-29 16,0-7-34-16,0-4-44 0,4-2-54 0,9 0-64 16,2-3-60-16,-8-8-130 0,10-1-409 0,2-5 181 15</inkml:trace>
  <inkml:trace contextRef="#ctx0" brushRef="#br0" timeOffset="14597.91">24975 12525 245 0,'2'-4'238'0,"-2"4"-6"16,0 0 4-16,0 0-8 0,3 19-8 0,-4 0-6 15,-3 11-14-15,-1-1-7 0,-1 3-9 0,-2 1-10 16,0 1-10-16,3 0-11 0,1 0-11 0,2-2-5 16,-1-3-23-16,1 0-4 0,2-4 1 0,-3-4-12 15,8-3-11-15,-5 1-11 0,0-4-6 0,0-2-2 16,0-4-9-16,0-3 1 0,0-6 12 0,0 10 15 15,0-10-18-15,0 0-2 0,0 0-6 0,0 0 0 16,0 0-19-16,14-22-7 0,-4 12-4 0,-2-3-16 16,3-3-10-16,3-1-4 0,0 3 0 0,5-6-9 15,-1 1-5-15,2 2-1 0,-4 4 1 0,-3 2-5 16,0 4 3-16,-1 3-9 0,-3 1 12 0,2 1-6 16,1 1 2-16,-2 5 2 0,-1-2 0 0,0 4 6 15,0 1 5-15,0 1-9 0,-3-1 5 0,3 3 13 16,-3-1-12-16,1-2-3 0,3 1 5 0,-2-1 3 15,1-1 4-15,1 0 5 0,2-4-5 0,-4-2 1 16,4 0 0-16,1 0-1 0,-1-4-2 0,0 0-1 16,1-1 4-16,-3-1 1 0,2 0 5 0,-5-2-8 15,3-1 13-15,-1-1-15 0,-1 1-3 0,1-1 5 16,-1 0 0-16,-1 2 5 0,1 1-7 0,-4 1-5 16,0 1 1-16,0 1-2 0,1 0-4 0,-5 4 0 15,0 0 5-15,0 0-3 0,0 0-2 0,0 0 9 16,6 17-6-16,-6-8-1 0,-4 1-20 0,4 2-22 15,-2-1-33-15,-1 0-37 0,-1 5-31 0,0-4-53 16,2-1-50-16,2-2-54 0,-4 3-196 0,4-12-544 16,-5 11 241-16</inkml:trace>
  <inkml:trace contextRef="#ctx0" brushRef="#br0" timeOffset="14773.88">25274 12597 2144 0,'-6'-18'42'0,"0"2"-13"0,1 4-3 16,-1 2-18-16,1 2-3 0,3 2-1 0,2 6-5 15,-7-7-8-15,7 7-4 0,0 0-12 0,0 0-26 16,0 0-27-16,0 0-38 0,0 24-64 0,7-13-118 0,8 2-323 16,12 5 144-16</inkml:trace>
  <inkml:trace contextRef="#ctx0" brushRef="#br0" timeOffset="15178.61">25699 13003 79 0,'0'0'208'0,"0"0"-12"0,0 0-14 0,-4-5-9 16,4 5-12-16,0 0-13 0,16-12-15 0,-5 5-8 15,1 1-9-15,5-4-10 0,-3 0-13 0,1 0-10 0,4 0-6 16,-6-1-3-16,1 0-7 0,-3-1-7 16,-2 0-7-16,-3 3-3 0,2-3-6 0,-2 2 1 15,-4 0-3-15,0 1 5 0,-2 0 6 0,0 2-10 16,0 7 1-16,-4-12-1 0,-1 7-4 0,-1 2-5 15,6 3 0-15,-18 0-1 0,7 6 5 0,-3 0-1 0,1 3 1 16,1 3-6-16,-1 1-2 0,4 2-4 0,1-1 0 16,4 1-2-16,2 2-2 0,2 1-1 15,2-7 1-15,5 7-5 0,1 0-11 0,4-2-18 16,4-2-19-16,4 1-18 0,5-4-31 0,0 1-26 0,-2-7-13 16,-2-3-29-16,7 0-14 0,1-2-10 0,-9-1-8 15,-2-2-5-15,0 0 8 0,-3-6-91 0,-3 4-289 16,3-3 128-16</inkml:trace>
  <inkml:trace contextRef="#ctx0" brushRef="#br0" timeOffset="15449.66">26102 12955 348 0,'0'-10'-11'0,"0"-2"13"0,4-4 18 0,-4 3 13 0,-1-2 22 16,1-1 11-16,-1-1 3 0,1-2-10 15,1 4 20-15,-1 4 24 0,0 0 16 0,2 1 6 16,-2 4-5-16,4 1-5 0,-4 5-11 0,2-7 6 16,-2 7 6-16,0 0 6 0,0 0 0 0,0 0-1 15,7 26-3-15,-5-11-6 0,0 2-1 0,-2 0-10 0,0 2-7 16,0-2-3-16,2 1-9 0,0 0-6 15,-2-1-8-15,2-1-6 0,0-2-7 0,-1-1-4 16,4-3-3-16,-3 2-3 0,5-4-3 0,-3-2-1 0,0 0-6 16,1-3 2-16,-5-3-4 0,14-1-4 0,-5-3 4 15,2-2-2-15,-2-2-2 0,2-3-6 0,1-1 1 16,-3-1-3-16,3-1-3 0,0 0-6 0,-1-1-9 16,0-2-9-16,-1 2-13 0,1-3-15 0,-1 4-17 15,0-3-21-15,-1 2-25 0,0 0-29 0,2 1-29 16,-4 7-26-16,2-2-16 0,-3 3-2 0,2 3-21 15,2-1-142-15,-5 4-390 0,-5 0 173 0</inkml:trace>
  <inkml:trace contextRef="#ctx0" brushRef="#br0" timeOffset="15681.72">26479 12887 70 0,'13'-2'189'0,"-13"2"-7"0,14-7 2 15,-5 0-8-15,-2-1-3 0,1-1-4 0,0-1-3 16,-2 0-9-16,-1-2-11 0,1 1-7 0,-1-2-3 15,-3-1-9-15,1 3-4 0,-1 0 1 16,0 0 1-16,-2 3-7 0,-2-2-4 0,2 10-2 0,-2-11-8 16,-3 6-10-16,5 5-10 0,-9-5-6 0,9 5-8 15,-18 6-2-15,0 2-5 0,-3 9-5 0,2-1-8 16,-2 1-3-16,8-2-6 0,2 2-4 0,2-2-7 16,4 5-23-16,1-4-25 0,6 3-31 0,3-3-34 15,6-2-48-15,5 0-68 0,11-1-61 0,-1 1-211 16,8-6-509-16,4 1 226 0</inkml:trace>
  <inkml:trace contextRef="#ctx0" brushRef="#br0" timeOffset="16124.99">27101 13118 92 0,'-2'-10'236'0,"2"10"-9"0,6-17-13 16,1 7-4-16,9-4-14 0,0-7-10 0,4 2-19 16,-1-1-15-16,2-2-11 0,2-1-18 0,0-2-11 15,4 2-10-15,-3-6-10 0,12-6-8 0,-12 7-11 16,4-12-7-16,-8 9-7 0,5-9-4 0,-12 10-7 16,3 1-3-16,-7 1-4 0,-1 3-2 0,-5 6-4 15,-3 2-1-15,0 4-3 0,-2 2-4 0,-3 2-3 16,-1 1-2-16,-3 5-4 0,-5 1-2 0,-6 3-1 15,0 4-3-15,-7 9-2 0,0 2 4 0,2 3-6 16,-2 1-1-16,7 2 3 0,2-1-4 0,9 2-3 16,3-4 1-16,3 2-2 0,3-4 3 0,5 2-2 15,3 5 3-15,8-3-2 0,4 0 0 0,5-3-1 16,4-2 2-16,3 0-2 0,-1-3 2 0,1-1-4 16,-3-1 2-16,2 0-3 0,-12-4 2 0,0 0-4 15,-7-2 1-15,-3-2-1 0,0 2 2 16,-3-2 6-16,-1 0 13 0,-5-3 12 0,5 3 2 0,-5-3 2 15,0 0-3-15,-23 10-2 0,8-6-4 0,-8-2-2 16,2 1-3-16,-8 0-12 0,10 0-18 0,-4-2-16 16,4 0-20-16,2 1-25 0,3-2-30 0,3 0-48 15,11 0-62-15,-14-4-250 0,14 4-497 0,-11-8 219 16</inkml:trace>
  <inkml:trace contextRef="#ctx0" brushRef="#br0" timeOffset="16363.06">27663 12626 2058 0,'11'-32'5'0,"-2"-1"29"16,0 4 17-16,-5 4 38 0,1 8 8 0,-2 0 2 16,-1 4-1-16,0 2-4 0,0 5-10 0,-2-1-5 15,0 7-14-15,2-7-4 0,-2 7 18 0,0 0 18 16,7 20 13-16,-7-2 4 0,2 9-13 0,0 2 0 16,3 5 8-16,-8 0-6 0,3-2-6 0,2 0-10 15,-2 3-2-15,1-2-11 0,-1-1-3 0,0-2-8 16,0-1-2-16,0-2-15 0,0-2-5 0,1 1-12 15,-1-9-30-15,0 0-33 0,-2 0-30 0,4-6-28 16,-3 1-36-16,1-2-26 0,0-10-43 0,0 14-38 16,0-14-14-16,0 0-29 0,-1 10-214 0,1-10-533 15,0 0 236-15</inkml:trace>
  <inkml:trace contextRef="#ctx0" brushRef="#br0" timeOffset="16768.14">27609 12743 167 0,'9'-6'160'0,"4"1"-9"0,4-1 0 16,2-1-3-16,10 1-15 0,2 1-7 16,1 0-10-16,2 0-6 0,-3-3-10 0,4 6-5 15,-4-3-6-15,-2-1-14 0,-7 5-1 0,-3-2-7 16,-2 1 2-16,-7 0 3 0,-2 2 4 0,-2 0-3 16,-6 0 3-16,12 0 2 0,-12 0 2 0,0 0 17 15,-7 16 1-15,-4-7-1 0,-2 4-2 0,-7 5 0 16,-3 1 0-16,0 0-8 0,-1 0-4 0,3-1-6 15,1 0-7-15,7-4-2 0,2 0-9 0,0 3-7 16,3-4-5-16,3-2-3 0,0 0 5 0,1-1-17 16,3-1 0-16,0-2 3 0,1-7-11 0,8 9 4 0,-2-5-7 15,-6-4-6-15,18 3-11 0,-8-4-1 16,-10 1-3-16,25-6-7 0,-8 1 4 0,-3-4-4 16,3 1-3-16,-2-2 0 0,-3-1 3 0,0-3-4 15,1 0 2-15,-1-1-9 0,-1 2-1 0,0-3 5 16,0 3 1-16,-7 4 5 0,3 2-4 0,0 0-3 0,-2 2 1 15,-3 1 0-15,-2 4 3 0,0 0-1 16,0 0 4-16,0 0 1 0,14 13 5 0,-14-4 0 16,2 1-3-16,-2 3 4 0,0 2-1 0,-2-3-4 15,1 4-19-15,-1-4-24 0,0 4-35 0,2-5-45 16,0 0-51-16,4-1-46 0,-4-10-234 0,5 12-496 0,0-8 220 16</inkml:trace>
  <inkml:trace contextRef="#ctx0" brushRef="#br0" timeOffset="17141.87">28289 12448 261 0,'1'-7'237'0,"1"2"-22"16,-2 5-14-16,0 0-9 0,0 0 0 0,6 22-7 15,-6-3-5-15,-8 7-16 0,2 3-6 0,3 1-15 16,0 2-11-16,1 0-13 0,2-3-10 0,-1 1-7 0,2-2-12 15,1-4-7-15,0-5-5 0,1 1-10 0,-1-5-8 16,-1-5-4-16,3 2 2 0,-4-4-15 16,0-1 1-16,4-2 0 0,-4-5-4 0,1 8-1 15,-1-8-7-15,0 0 0 0,8 2-5 0,-8-2-1 16,0 0-1-16,20-11-10 0,-13 5-11 0,4 0-7 0,2 0-8 16,1-3-4-16,4 2 1 0,-1 1 1 15,-3 1 0-15,-2 2-2 0,2 1 1 0,-2 2-1 16,-2 2-1-16,2 0 5 0,-6 1 0 0,2 3-2 15,-4 0 5-15,-1 4 0 0,-3-3 1 0,0 2 6 16,-5 1 8-16,-3 3-6 0,-3 0 0 0,-3-1 1 0,1-1 1 16,1 1 5-16,-3-1-8 0,-1-2-8 15,-2 1-22-15,0-5-37 0,3 5-45 0,2-3-58 16,3-7-52-16,-1 2-225 0,11-2-483 0,0 0 213 16</inkml:trace>
  <inkml:trace contextRef="#ctx0" brushRef="#br0" timeOffset="17328.95">28627 12662 14 0,'6'0'245'0,"-6"0"-3"0,0 0-9 16,14 7-2-16,-10 3-8 0,-2 0-6 0,3 2-15 0,-2 5-9 16,-2-1-23-16,-1 1-19 0,-1 0-11 15,-1 1-14-15,1 1-10 0,-4 1-13 0,3-4-29 16,-4 1-32-16,3 0-40 0,0-6-42 0,0 2-67 15,2-3-68-15,-3-2-226 0,4-8-433 0,-9 11 191 16</inkml:trace>
  <inkml:trace contextRef="#ctx0" brushRef="#br0" timeOffset="17493.59">28546 12435 1 0,'1'-5'228'0,"-1"5"-27"16,0-11-20-16,0 11-18 0,0 0-16 0,0 0-40 16,0 0-60-16,0 0-44 0,0 0-53 0,12 16-122 15,-12-16-185-15,16 16 81 0</inkml:trace>
  <inkml:trace contextRef="#ctx0" brushRef="#br0" timeOffset="17694.02">28820 12462 146 0,'0'0'220'15,"7"-13"0"-15,-3 7 2 0,-4 6-4 0,4-10-3 16,-4 10-13-16,5-7-21 0,-5 7-17 0,0 0-15 0,7 0 3 16,-7 0 5-16,7 15 1 0,-1 0-9 0,-2 4-11 15,-1 7-9-15,-3 1-8 0,0 2 1 16,-5 3-21-16,2-3-13 0,0 3-4 0,1-3-8 16,-1-1-11-16,1-2-14 0,0 0-30 0,2-6-28 15,0-5-27-15,2 2-29 0,-2-1-32 0,0-4-37 0,3-2-47 16,0-3-53-16,-3-7-48 0,5 10-142 0,-5-10-456 15,7 7 202-15</inkml:trace>
  <inkml:trace contextRef="#ctx0" brushRef="#br0" timeOffset="17867.46">29059 12662 25 0,'8'-12'238'0,"-1"5"2"0,-2 0-10 0,0 1-20 15,0 2-13-15,-5 4-5 0,0 0-4 0,0 0-12 16,11 10-14-16,-9 0-7 0,-4 2-7 0,1-1-15 15,-2 6-14-15,0 0-7 0,-1 1-15 0,0-2-8 0,-1 1-13 16,2 1-21-16,0-1-25 0,0-2-38 0,-1 1-41 16,3-4-66-16,-2-1-68 0,2-1-237 15,1-10-454-15,-3 11 200 0</inkml:trace>
  <inkml:trace contextRef="#ctx0" brushRef="#br0" timeOffset="18044.2">29040 12435 159 0,'-2'-6'228'0,"-2"1"-22"0,4 5-22 16,-5-6-17-16,5 6-17 0,0 0-34 0,0 0-42 16,0 0-41-16,0 0-52 0,0 0-53 15,16 26-133-15,-7-19-221 0,8 2 98 0</inkml:trace>
  <inkml:trace contextRef="#ctx0" brushRef="#br0" timeOffset="18254.8">29309 12491 1744 0,'7'-7'80'0,"0"0"-4"0,-1-1-22 0,-2 1-1 0,1 3 18 15,0-4 8-15,-1 4 8 0,0-2 6 16,-4 6 0-16,8-8-3 0,-6 5-8 0,-2 3-13 16,0 0 11-16,0 0 15 0,11 14 10 0,-7-4 18 0,-1 6 6 15,-2 4 2-15,-1 8-2 0,-1 1-1 0,-6 1-17 16,4 1-5-16,-2-2-12 0,-2 1-10 15,1-2-7-15,-1-1-4 0,2-2-12 0,-2 1-4 0,2-7-9 16,2-1-26-16,-2-2-38 0,2-1-41 16,2-2-33-16,1-4-35 0,-3 0-35 0,2-4-39 0,1-5-42 15,-1 9-49-15,1-9-235 0,0 0-568 0,0 0 252 16</inkml:trace>
  <inkml:trace contextRef="#ctx0" brushRef="#br0" timeOffset="18790.42">29370 12679 72 0,'4'-13'193'0,"-2"2"-2"0,2 2 3 0,-1-2 4 0,-1 4-2 16,2 1-7-16,-1 1-7 0,-3 5-21 16,2-9-14-16,-2 9-18 0,8-5-11 0,-8 5-12 0,10 1-9 15,-10-1-5-15,12 5-10 0,-3-1-9 16,-3 0-2-16,3 2-9 0,0 1-6 0,2-1-4 0,0 1-5 16,0 0-1-16,-1 1-6 0,1-2-1 0,0 1-6 15,-1-1-2-15,-1-1 2 0,1-1-8 0,-3 0 2 16,-1-1-5-16,1-1 1 0,-2 1 5 0,-5-3 5 15,12 2 5-15,-12-2-2 0,10-2 0 16,-10 2-3-16,10-5 7 0,-3 2 1 0,-7 3 1 0,8-7 5 16,-4 3 0-16,-4 4-4 0,6-10-3 0,-2 5 2 15,-4 5 6-15,6-7 10 0,-6 7 4 0,6-7 6 16,-6 7-6-16,2-5-8 0,-2 5-6 0,0 0-15 16,0 0-4-16,0 0-10 0,0 0 23 15,4 19-1-15,-4-19 13 0,-5 30-1 0,-5-6 1 0,5 1-2 16,-2 1-14-16,-1 1 16 0,2 3 0 0,-1 0-11 15,3 3 4-15,-3 11-2 0,3-8-5 0,2 0-4 16,0 12-2-16,4-14-3 0,3 13-3 16,-1-12-2-16,-4 0 1 0,4 1-6 0,3 12-1 0,-2-13-3 15,0-5 5-15,2-1-19 0,-5 0 15 0,0-3-2 16,5-2 3-16,-5-5-9 0,-1-2-3 0,-2-5 2 16,-2-2 2-16,1 1 1 0,-2-2 0 0,-4-3 0 15,2-2 4-15,-8-3-3 0,1-2 0 0,-6-3-6 16,-1-5-2-16,-4-1 3 0,0-5-3 0,-2-3-21 15,3-3-4-15,2-4 14 0,3-4-5 0,1 0-1 16,4-3-3-16,4-2-4 0,5-1-5 0,6 0-5 16,4 4-1-16,8-15 10 0,4 15-20 0,3 4-14 15,10-9-3-15,-4 9 0 0,14-5-8 0,7 4-5 16,-2 2-3-16,6 3-17 0,-1 3-27 0,5 1-34 16,-2 3-44-16,3-2-55 0,1 1-51 0,-4 1-268 15,1 2-614-15,-4-1 272 0</inkml:trace>
  <inkml:trace contextRef="#ctx0" brushRef="#br0" timeOffset="18935.59">30435 12750 2866 0,'0'0'30'0,"0"0"16"0,0 0-25 15,-18 1 5-15,6 1 8 0,2 0 28 0,0 1 30 16,-3-2-1-16,5 0 0 0,2 1-1 0,6-2-3 16,-13 0-10-16,13 0-13 0,-8 1-7 0,8-1-30 15,0 0-42-15,0 0-60 0,0 0-93 0,0 0-134 16,0 0-232-16,0 0-578 0,0 0 256 0</inkml:trace>
  <inkml:trace contextRef="#ctx0" brushRef="#br0" timeOffset="28804.74">14508 14805 16 0,'-5'-11'206'0,"-1"0"-18"0,2 0-5 15,-2 2-4-15,1 0-11 0,-1 0 3 0,4 3-7 0,-2 0-13 16,1 0-12-16,3 6-14 0,-2-9-13 0,2 9-13 16,-9-6-13-16,9 6-10 0,0 0-5 0,0 0-10 15,0 0-7-15,0 0-3 0,2 22-7 0,-2-9-3 16,0 4-1-16,-2 9-8 0,2 0 1 15,-1-2-6-15,0 0-2 0,-4 1 1 0,3-5-5 16,2 0-1-16,-4-2-3 0,3-1-3 0,0 1-1 0,-1-2 2 16,2-1-3-16,0-3-1 0,0-3 1 0,-1 2-3 15,1-2 1-15,-2-4-1 0,2-5-4 0,0 13 0 16,0-13-1-16,2 7 7 0,-2-7-2 0,0 0 11 16,0 0 13-16,-2 7 7 0,2-7 2 15,0 0-7-15,0 0-1 0,0 0-5 0,0 0 5 0,5-32-11 16,-1 15-1-16,-2-1-5 0,6-7 0 15,-2-3-5-15,0 0 4 0,1-3 6 0,-1-4-11 0,1 3-1 16,3-3-5-16,-2 0 1 0,4-13-1 16,-3 15 0-16,2-2 0 0,-1-1-1 0,1 3-2 0,1 1 0 15,2 2 1-15,-3 2-1 0,2 5 6 0,-5 8-8 16,1-2-3-16,-3 7 1 0,-1 2-3 0,-1 0-2 16,2 3-1-16,-2 1 3 0,-4 4 3 0,12 2-6 15,-12-2 4-15,14 11-2 0,-7 5 1 0,0-2-1 16,1 11 2-16,-3 2 5 0,2 3-1 15,-3-2 0-15,-1-1 3 0,1 1 0 0,-1-1 10 16,0 1-2-16,0-1-10 0,-1-1 0 0,3 0 2 0,-1-7-2 16,-2 1 3-16,1-1-2 0,2-1-1 0,-1 0 1 15,0-1-1-15,1 0 2 0,0-2-2 0,-3-4 2 16,2 0-3-16,0-1-19 0,-1 2-16 0,1-3-24 16,-2-1-23-16,0 1-32 0,-1-3-28 0,1 0-35 15,-2-6-22-15,2 7-21 0,-2-7-143 16,0 0-391-16,0 0 173 0</inkml:trace>
  <inkml:trace contextRef="#ctx0" brushRef="#br0" timeOffset="29319.34">14467 14792 158 0,'-12'-6'148'0,"12"6"-7"0,-8-3-8 15,8 3-8-15,0 0-5 0,0-8-8 0,0 8-11 0,18-3-10 16,-5 0-8-16,6 0-12 0,1 0-10 0,2 1-29 15,9 2-23-15,-2-2-29 0,1 1-19 16,-8 0-9-16,5-1-6 0,0 0-8 0,-5 1-6 16,-3-1 7-16,4 2-3 0,-6 0 1 0,3-2 9 15,-8 1 7-15,2-2 5 0,-3 0 5 0,0-1 15 16,-11 4 10-16,15-6 11 0,-10 3 5 0,-5 3 14 0,10-5 8 16,-10 5 12-16,0 0 5 0,9-5 4 15,-9 5-3-15,0 0 13 0,0 0-13 0,8-6-1 16,-8 6-6-16,0 0-2 0,0 0-8 0,0 0 2 15,0 0 10-15,0 0 11 0,11 11 13 0,-9-3 4 16,4 5 0-16,-1-2 4 0,0 6 0 0,0 1 0 16,-1-1 1-16,3 2-5 0,0 5 0 0,-2-5 1 15,1 0-8-15,1-2-7 0,-2 0-5 0,0-1-2 16,0-4-5-16,-1 1-1 0,-1-1-3 0,2-1-1 16,-1-2-5-16,0 0 2 0,1 0-7 0,-3-3-4 15,1 1 2-15,2-2-2 0,-1-1 3 0,-4-4 7 16,4 6 3-16,-4-6 11 0,6 3 4 0,-6-3 1 15,0 0-6-15,0 0-3 0,16-10 0 0,-9 2-8 16,-1-3 2-16,3-2-5 0,-1-3-2 0,-2-1-1 16,1-1-5-16,2-6-4 0,0-1 2 0,0 0-2 15,-2-1-1-15,-1 1-1 0,2 1-3 0,-4-1-6 16,0 1 3-16,0 6-1 0,1 1-3 0,-1 1-6 16,2-3-12-16,-3 9-6 0,0-1-10 0,-1-1-17 15,-2 12-21-15,4-11-37 0,-4 11-42 0,0 0-19 16,7-11-27-16,-7 11-22 0,0 0-154 0,0 0-396 15,0 0 175-15</inkml:trace>
  <inkml:trace contextRef="#ctx0" brushRef="#br0" timeOffset="29550.92">15412 14802 126 0,'0'0'200'0,"0"0"-14"0,0 0-13 15,0 0-20-15,0 0-19 0,0 0-10 0,0 0-13 16,0 0-20-16,0 0-26 0,14-12-23 0,-14 12-32 16,18-5-43-16,-9 3-29 0,0-2-36 0,-1 4-106 15,-8 0-221-15,0 0 98 0</inkml:trace>
  <inkml:trace contextRef="#ctx0" brushRef="#br0" timeOffset="29707.8">15409 14854 11 0,'0'0'147'0,"0"0"-5"0,-3 7-6 15,3-7-6-15,0 0-9 0,0 0-10 0,19 6-18 16,-9-6-7-16,3 1-43 0,5-2-45 0,-1 0-36 15,3-2-42-15,0-1-70 0,8-4-163 0,-2 2 72 16</inkml:trace>
  <inkml:trace contextRef="#ctx0" brushRef="#br0" timeOffset="30466.74">18098 13666 111 0,'-1'-9'193'0,"-2"-1"6"0,3 10-2 15,-5-13-17-15,4 9-19 0,1 4-23 0,0 0-3 0,0 0-23 16,0 0-12-16,0 0-7 0,11 18-8 0,-5 0-7 16,0 6-4-16,1 4-2 0,0 3-7 0,-3 2-7 15,0 1-2-15,-2-1-8 0,1-3-3 0,-2 0-21 16,2-2 1-16,-1-3-2 0,0 0-3 0,-1-7 2 16,2-2-5-16,-3-3 1 0,1-1-4 0,0-3 0 15,0-2 5-15,2 0-7 0,-3-7 7 0,0 10 6 16,0-10 15-16,1 7 10 0,-1-7 6 0,0 0-8 15,0 0-3-15,0 0-8 0,0 0-2 0,0 0-2 16,1-27-6-16,3 16-4 0,0-7 2 0,5-7-7 16,1 2-1-16,4-2 0 0,0 2-1 0,3-2-6 15,-2 5-5-15,2-3 0 0,-4 9 0 0,-1 3 1 16,3 0-2-16,-4 4-2 0,1 2-2 0,-2 4 0 16,2 1-2-16,-5 2 1 0,5 4 2 0,-1 0-4 15,-2 4 0-15,1 3 6 0,-1 2-1 0,-1 1-5 16,-1 1 4-16,0 3-19 0,0-1-18 0,-2 5-18 15,-1-5-30-15,-1 8-41 0,-2-8-25 0,3-2-53 16,-1-1-181-16,-2-3-415 0,2-3 183 0</inkml:trace>
  <inkml:trace contextRef="#ctx0" brushRef="#br0" timeOffset="30732.87">18630 13782 26 0,'0'0'218'0,"-4"-11"-23"0,4 4-23 0,0 7-17 0,0 0 3 16,0 0 4-16,0 0-3 0,-13 26-8 0,12-7-13 15,-4 8-9-15,0 2-5 0,1 1-8 0,1 1-12 16,-2 1-6-16,4-1-11 0,-3 0-5 0,7 0-1 16,-2-1-5-16,-1 0-18 0,1-5-1 0,3 1-5 15,-1-7-7-15,-1 1-2 0,1-2-4 0,2-1-3 16,-2 0-6-16,-1-4-2 0,2-2-6 0,1 1-20 15,-4-3-21-15,0 1-25 0,1-1-28 0,-1-4-30 16,0 1-27-16,-1-6-25 0,0 9-30 0,0-9-30 16,0 0-108-16,-6 4-347 0,6-4 154 0</inkml:trace>
  <inkml:trace contextRef="#ctx0" brushRef="#br0" timeOffset="30880.32">18493 14054 107 0,'0'0'154'0,"0"0"-24"0,9-14-11 16,-2 8-17-16,2 3-5 0,2 0-11 16,2 0-14-16,1 2-25 0,4-2-30 0,2 0-29 15,1 5-15-15,0 0-28 0,0 1-21 0,-2 2-52 0,3-1-136 16,-2 1 60-16</inkml:trace>
  <inkml:trace contextRef="#ctx0" brushRef="#br0" timeOffset="31141.94">18790 14072 201 0,'7'5'-6'0,"1"-3"12"15,-3 0 14-15,0 0 18 0,-5-2-1 0,8 7 12 16,-8-7 5-16,6 2 13 0,-6-2 7 0,0 0-1 15,7 3 9-15,-7-3-1 0,0 0 4 16,0 0-5-16,0 0 1 0,11-5-2 0,-11 5 3 0,7-7 0 16,-3 4-5-16,2-1-3 0,-2-3-8 0,-1 2-3 15,3-3-1-15,-1-1-1 0,0-1 3 0,-3 1-5 16,2-1-3-16,0 3-6 0,-3-2 7 0,-1-1 4 16,0 10-1-16,-5-11-8 0,3 6-3 15,2 5-5-15,-9-10-3 0,1 9-5 0,-2-1 0 0,-3 5-2 16,1 2-4-16,-5 6 5 0,-1-1-1 0,0 2-1 15,-4 8 1-15,8-7-6 0,-4 7-1 0,7-4-7 16,2 2 3-16,4-1 0 0,1 0-3 16,5-1 0-16,2 1-5 0,3-2 0 0,4-2-13 0,3 2-31 15,4-4-37-15,8 0-49 0,6-3-40 0,2-4-56 16,0-3-148-16,3-2-388 0,0-4 172 0</inkml:trace>
  <inkml:trace contextRef="#ctx0" brushRef="#br0" timeOffset="31467.08">19252 13833 1759 0,'-2'-12'37'0,"-1"2"45"0,1 3-30 16,0 1-26-16,2 6-10 0,-2-11-6 0,2 11-1 16,0 0 7-16,5-6-1 0,-5 6 10 0,14 3-3 15,-1-2-2-15,3 0-1 0,6 3 1 16,-3-2-3-16,2 3 0 0,8-2 0 0,-1 1 0 0,-6 0-3 15,0-1-2-15,-2 0 0 0,-1 1-4 0,-2 0 4 16,-4 0-1-16,-3 0 0 0,-1 0 5 0,-2-2 12 16,-3 3 3-16,0 1 8 0,-4-6 11 0,2 12 3 15,-5-2-1-15,0 0 7 0,-2 0 6 16,1 2-1-16,-6 1 0 0,3 4 0 0,-2-2-3 0,-2-1-3 16,2 2-3-16,-1-1-7 0,0 1-2 0,2-1-5 15,-1 0-3-15,0-1-5 0,-3-1 0 0,7-1-9 16,-1-2-22-16,3 2-22 0,-5-5-36 15,5 0-29-15,0-1-37 0,1 1-47 0,2-7-49 16,0 0-34-16,0 0-145 0,0 0-429 0,0 0 190 0</inkml:trace>
  <inkml:trace contextRef="#ctx0" brushRef="#br0" timeOffset="31784.79">19639 13728 84 0,'12'0'173'0,"-12"0"-7"0,17 3-2 0,-7 0-13 16,0-1-8-16,4 1-14 0,-2 1-7 0,4 2-8 15,1-1-8-15,-4-2-10 0,-2 3-10 16,0 2 2-16,0-3-3 0,-1 4-10 0,-2-1-8 16,2 0 1-16,-4 2-6 0,1-4-1 0,-3 4 0 0,0-3 7 15,-1 3-5-15,0-1-1 0,-1 3 5 0,-2-2 11 16,-2 1 5-16,-1 1-4 0,1 1 2 0,-1-1-5 15,-2 1-5-15,0-2 0 0,0 4-9 16,0-5-6-16,-2 0-8 0,2 0 8 0,-1 2-14 16,2-1-6-16,-1-1-4 0,1 1-1 0,-1 0-5 0,-1-1-1 15,4-1-9-15,-3 2-21 0,1-1-25 0,0-2-31 16,1 1-31-16,0-1-42 0,1-2-49 0,2-6-25 16,0 10-42-16,0-10-145 0,3 7-427 15,-3-7 189-15</inkml:trace>
  <inkml:trace contextRef="#ctx0" brushRef="#br0" timeOffset="32010.32">20341 13763 232 0,'5'-4'246'0,"-5"4"-21"15,7-4-22-15,-7 4-11 0,0 0 4 0,0 0 3 16,0 0-2-16,-3 27-9 0,-1-9 5 0,-2 8-17 15,1 0-10-15,-2 1-16 0,2 3-19 0,3-2-9 16,-2 0-14-16,1-1-7 0,3 2-16 16,0-1-19-16,0 0-27 0,3-1-38 0,-2-6-41 0,-1 4-41 15,1 1-51-15,2-7-66 0,2 4-41 0,-5-2-182 16,-2-3-457-16,0-2 202 0</inkml:trace>
  <inkml:trace contextRef="#ctx0" brushRef="#br0" timeOffset="37407.04">17494 14960 120 0,'-7'1'164'0,"7"-1"-6"0,-12 3-4 16,5-1-10-16,7-2-6 0,-15 3-6 0,4-3-10 16,0 0-4-16,1 1-6 0,-3 1-5 0,3-2-2 15,2 1-3-15,8-1-1 0,-12 0-5 0,12 0-8 16,-11 4-6-16,11-4-5 0,0 0-12 0,-6 2-4 15,6-2-6-15,0 0-3 0,0 0-6 0,0 0-6 16,42-6 3-16,-20 5-9 0,10-1-3 0,0-2-5 16,0 4-2-16,1-3 0 0,-1 2-8 0,-1 0 9 15,-3-1-7-15,-7 1-15 0,1 1-12 0,-1 1-24 16,-2-1-23-16,-7 0-31 0,6 2-39 0,-6-1-40 16,-1 1-36-16,1 0-132 0,-12-2-363 0,14 0 161 15</inkml:trace>
  <inkml:trace contextRef="#ctx0" brushRef="#br0" timeOffset="37858.5">17959 14582 137 0,'-1'-10'207'16,"-1"0"-13"-16,1 4-8 0,-1 0-9 0,2 6-11 15,-3-9-23-15,3 9-14 0,0 0-13 0,0 0-11 16,0 0-10-16,0 0-11 0,0 0-6 0,3 32-8 16,-1-11-3-16,-1 3-6 0,1 3-7 0,2 1-2 15,1-2-9-15,-3 1 1 0,2-1-7 0,-3-6-3 16,3 4-3-16,-4-5-4 0,1-1-1 0,2-2 5 16,0 1-14-16,-2-6-1 0,1 0 0 0,0-1-1 15,0 0-4-15,0-2 4 0,-1-2-3 0,-1-6 0 16,2 10 0-16,-2-10-1 0,3 8 0 0,-3-8 1 15,0 0 1-15,0 8 9 0,0-8 7 0,0 0-6 16,0 0-5-16,0 0-3 0,0 0-1 0,0 0 1 16,11-26 0-16,-5 16-5 0,-1-3-4 0,2-1 2 15,3-4-2-15,-1 2-1 0,2 1 4 0,0 1-6 16,2 0-4-16,-4 7 3 0,2-2-3 0,-2 2 3 16,0 1-4-16,0 4 3 0,-1 2 2 15,2 2-5-15,-1 2 0 0,-3 4-1 0,1 0-2 0,-1 4 3 16,-1 2-3-16,-2 4 7 0,2 0-4 0,-4 0 2 15,-1-1-2-15,2 4-4 0,-4-3-23 0,2 0-15 16,0-1-35-16,0 1-36 0,0-2-39 16,3-4-28-16,-1-2-175 0,1-1-386 0,1-3 170 15</inkml:trace>
  <inkml:trace contextRef="#ctx0" brushRef="#br0" timeOffset="38124.95">18479 14743 160 0,'-2'-6'190'0,"2"6"-15"0,-7-6-13 0,7 6 1 15,0 0-8-15,-11 12 6 0,6-3-7 0,-3 6-11 16,1 3 0-16,-1 5-12 0,0 5-6 0,2 2-3 16,-1-3-10-16,1 1-6 0,-1 0-5 0,5-2-14 15,-1 1-7-15,1 0-3 0,0-3-6 0,1-1-1 16,2-2-13-16,1 4-8 0,0-9-5 0,1 2-2 15,1-2-5-15,1 2-5 0,-2-4-2 0,-1 4-4 16,-1-6-10-16,2-2-27 0,-3 0-22 0,1 1-31 0,2-1-33 16,-3-5-35-16,0-5-46 0,1 13-13 15,0-8-22-15,-1-5-138 0,0 0-380 0,0 0 170 16</inkml:trace>
  <inkml:trace contextRef="#ctx0" brushRef="#br0" timeOffset="38268.21">18368 15045 14 0,'8'-2'83'15,"1"-3"0"-15,2 4-27 0,2-1-18 0,0 2-28 16,1-1-27-16,-2 1-28 0,4 0-48 0,-3-2 21 16</inkml:trace>
  <inkml:trace contextRef="#ctx0" brushRef="#br0" timeOffset="38533.42">18659 15058 72 0,'0'0'143'0,"7"1"-1"0,-7-1-7 0,0 0-8 16,11-3-3-16,-11 3 2 0,12-5-7 0,-8 1 2 15,1 1-4-15,1-3-12 0,4 2-8 0,1-3-6 16,-2-2-8-16,1 3-3 0,0-2-4 0,-1-2-6 16,1 1-5-16,-2-1 1 0,-1-1-9 0,0 1 1 15,-1-1-9-15,1 2-9 0,-4-2 5 0,0 6 2 16,-2-1-2-16,-1 6-5 0,-1-11-4 0,1 11-5 15,0 0-7-15,-10-5-1 0,10 5-2 0,-16 9 0 16,7-1-2-16,-3 5 5 0,0 1-7 0,-1 0-1 16,1 2-5-16,3 2 0 0,1-2 2 0,2 1-4 15,3-1 3-15,4 1-8 0,1-1-18 0,3-3-22 16,1-1-26-16,6 1-32 0,2-3-49 0,2 0-26 16,3-4-39-16,8 1-110 0,-7-5-344 0,8 0 152 15</inkml:trace>
  <inkml:trace contextRef="#ctx0" brushRef="#br0" timeOffset="38764.92">19260 14817 78 0,'3'-12'240'0,"-3"6"-2"0,2-3-8 0,-2 9-23 16,1-11-21-16,-1 11-22 0,0 0-15 0,0 0-12 15,0 0-1-15,0 0 8 0,0 0-6 0,-7 36-10 16,3-17-4-16,0 1-2 0,2 5-20 0,-2 1-3 15,0 1-16-15,0-2-7 0,3-7-9 0,-1 1-6 16,2 2-7-16,-2-2-5 0,2 0-17 0,2-5-18 16,0 3-17-16,-2-6-28 0,1 2-22 0,0-3-29 15,-1 2-40-15,1-5-40 0,1 1-39 0,-2-8-24 16,-3 11-139-16,3-11-393 0,0 0 174 0</inkml:trace>
  <inkml:trace contextRef="#ctx0" brushRef="#br0" timeOffset="39018.56">19280 14692 96 0,'6'-5'191'16,"0"0"-4"-16,-6 5-14 0,10-1-12 0,-10 1-9 16,12 9-5-16,-8-3-12 0,1 3-7 0,2 7-13 15,-4 0-7-15,2 1-9 0,-5 1-12 0,-1 3-8 0,-2-2-4 16,0 0-1-16,-2-1-13 0,-1 1-1 0,4-1-5 15,-2-3-6-15,-1-1-3 0,2-4-4 16,0 1-6-16,0 0-2 0,0-1-4 0,-1-4-1 16,3 0-3-16,1-6 1 0,-1 14 2 0,1-14-3 15,5 8-7-15,0-5-19 0,0 1-37 0,1-1-36 16,5-1-49-16,3-2-61 0,-1-1-178 0,-1-2-389 0,5-1 172 16</inkml:trace>
  <inkml:trace contextRef="#ctx0" brushRef="#br0" timeOffset="39258.89">19652 14808 28 0,'0'0'194'15,"0"0"7"-15,0 0 9 0,0 0 4 0,-6 26-7 16,1-15-11-16,1 3 5 0,-5 2-8 0,4 0-10 16,-1 2-3-16,2 0-9 0,-3 0-19 0,1 0-5 15,2 1-4-15,0-4-18 0,2 1-12 0,-1-4-11 16,1 3-7-16,2-4-9 0,0 0-8 0,2 0-1 15,1-2-8-15,-2-3-5 0,4 3-2 0,3-1 0 0,-2-2-11 16,3-2-10-16,3-1-7 0,3 0-19 16,-2-1-26-16,7-3-26 0,1 0-20 0,-3-2-44 15,1 1-40-15,1-2-47 0,-2 0-52 0,2 0-247 16,-3-1-527-16,1-3 233 0</inkml:trace>
  <inkml:trace contextRef="#ctx0" brushRef="#br0" timeOffset="39758.58">17442 15811 168 0,'-17'1'192'16,"3"-1"-18"-16,4 1-7 0,3 1-21 0,7-2 3 15,-6 2-3-15,6-2-7 0,0 0-7 0,33 7-11 16,17-6-10-16,9-1-8 0,39-3-13 0,16-2-3 16,12-7-10-16,16-1-7 0,8 1-7 0,4-2-8 15,5 4-1-15,-5-3-1 0,7 4-1 0,-5 1-4 16,5-1 3-16,-12 4 1 0,-1-5 4 0,-6 3 3 16,-3 1-1-16,-2 3-3 0,-11-4-5 0,-12 5 1 15,-4-3-6-15,-9-1 6 0,-35 6-5 0,25-9 3 16,-29 6-3-16,-2-2-1 0,-8 3-8 0,-14-1 2 15,-3-2-2-15,-6 2 1 0,-11 1-1 0,-5 0-3 16,-2-1 3-16,-3 0-6 0,-4 2-2 0,-4 1-9 16,0 0-27-16,0 0-24 0,-12-14-29 0,-6 10-35 15,-8 2-41-15,-5-1-63 0,-4 0-60 0,-2 5-186 16,-1-4-480-16,-3 2 213 0</inkml:trace>
  <inkml:trace contextRef="#ctx0" brushRef="#br0" timeOffset="43187.35">17947 16151 104 0,'0'0'101'0,"0"0"-10"16,0 0-5-16,0 0-12 0,0 0 2 0,0 0-12 16,0 0 4-16,0 0-3 0,0 0 9 0,0 0 1 15,0 0 13-15,11 2 6 0,-11-2 7 0,0 0-9 16,0 0-2-16,0 0-12 0,0 0-4 0,-2-13-9 15,2 13 1-15,0 0-7 0,-3-14 1 0,3 14-5 16,-3-13 8-16,2 5-1 0,1 8-1 0,-2-16-2 16,1 10-1-16,1-7-2 0,0 4 0 0,-2-2-4 15,0 1 6-15,2 0 0 0,0 10-1 0,-1-15 0 16,2 8 7-16,-1 7 2 0,-1-9-4 0,1 9-7 16,0 0-8-16,0-10-3 0,0 10-9 0,0 0-2 15,0 0-9-15,0 0 2 0,0 0-6 0,0 0-2 16,0 0-1-16,9 26-1 0,-6-13 2 0,-1 4 5 15,-1 13 0-15,-1-3 6 0,0-2 0 0,0 2 3 16,-2-8-6-16,1 6 4 0,-1-5-9 0,1-1-24 16,-2-2 3-16,2 2-1 0,-1-2-1 0,2-2 1 15,-2-2 0-15,1-3 1 0,1 1 0 0,3-2 2 16,-3-1-3-16,0 0 3 0,0-8-1 0,0 13-1 16,0-7-8-16,0-6-17 0,1 7-25 0,-1-7-20 15,0 0-21-15,1 8-35 0,-1-8-29 0,0 0-53 16,0 0-212-16,0 0-455 0,0 0 201 15</inkml:trace>
  <inkml:trace contextRef="#ctx0" brushRef="#br0" timeOffset="43368.59">18199 16131 77 0,'17'-1'162'0,"2"-4"-7"0,0 2-15 15,2 0-10-15,0 1-15 0,6 0-13 0,-5-1-8 16,-3 0-11-16,3 1-32 0,-2-3-27 0,-2 6-23 16,1-1-33-16,-3-1-30 0,-16 1-31 0,23 1-66 15,-23-1-170-15,11 0 75 0</inkml:trace>
  <inkml:trace contextRef="#ctx0" brushRef="#br0" timeOffset="43557.33">18447 15983 140 0,'0'0'153'0,"0"0"4"16,0 0 4-16,-18 10 1 0,15 1-8 0,-1 0-6 15,-1 5-6-15,-1 7-5 0,1-6-16 0,1 2-6 16,-1 7-13-16,3-8-9 0,1 0-9 16,-2 7-10-16,2-7-3 0,2-1-9 0,0 3-19 15,1-4-36-15,0-1-39 0,-1-2-43 0,2 0-59 0,2-1-181 16,-4-2-340-16,4-1 151 0</inkml:trace>
  <inkml:trace contextRef="#ctx0" brushRef="#br0" timeOffset="43937.61">18813 15862 61 0,'1'-9'195'15,"-1"9"-4"-15,0 0 0 0,0 0-10 0,0 0-7 16,0 0-1-16,-1 44-1 0,-2-23-11 0,2 6-12 16,-2 0-10-16,3 0-9 0,-2 1-7 0,-1-3-4 15,6 2-17-15,-3-7-7 0,1 0-5 0,-1-3-11 16,4 1-6-16,-2-5-2 0,-2-1-11 0,2 4-2 16,-2-6-7-16,1-3-6 0,-1 0-3 0,0-7-5 15,1 12 1-15,-1-12-3 0,2 8 2 0,-2-8 16 16,0 0-13-16,0 0-4 0,0 0-6 0,0 0-4 15,0 0 0-15,0 0-6 0,15-23-1 0,-6 14-8 16,1-4-1-16,3 0 2 0,0 2-9 16,-1 1 2-16,0 3-5 0,-2 1 4 0,2-1-5 15,-1 5-1-15,-1 0-4 0,-1 4 1 0,1-1 2 16,1 3 3-16,-3 4 0 0,-5-1-2 0,6 2 1 0,-4 1 1 16,0 6 6-16,-1-1-9 0,-2 1-13 0,-1 0-33 15,0-3-38-15,0 2-39 0,-2 1-59 0,1-6-50 16,-1 2-207-16,1-12-480 0,-4 16 213 0</inkml:trace>
  <inkml:trace contextRef="#ctx0" brushRef="#br0" timeOffset="44240.83">19284 16083 53 0,'0'0'243'0,"-5"-16"-11"0,5 16-17 15,0 0-12-15,-9-6-12 0,9 6-12 0,0 0 0 16,0 0-9-16,-21 22-8 0,11-7-12 0,2 0-9 16,0 8-4-16,0-4-10 0,1 5 2 0,-1 2-10 15,3-1-7-15,0 1-5 0,0-2-11 0,2-3-6 16,0 4-7-16,1-1-2 0,2-4-19 0,0-1-4 16,0 1-5-16,2 7-3 0,1-8-7 0,1-1-6 15,0-2 3-15,0 0-8 0,-2-3-6 0,2-2 0 16,1 0 0-16,-1 2-4 0,-2-5-11 15,2 1-16-15,-4-9-23 0,4 11-27 0,-4-11-14 16,5 9-21-16,-5-9-17 0,2 8-24 0,-2-8-35 16,0 0-33-16,0 0-32 0,0 0-27 0,0 0-133 0,0 0-425 15,0 0 188-15</inkml:trace>
  <inkml:trace contextRef="#ctx0" brushRef="#br0" timeOffset="44372.86">19147 16370 22 0,'0'0'107'0,"0"0"-19"0,7-14-13 0,-7 14-9 16,0 0-42-16,13-6-34 0,-13 6-52 0,0 0-68 15,12-6 31-15</inkml:trace>
  <inkml:trace contextRef="#ctx0" brushRef="#br0" timeOffset="44671.71">19415 16351 22 0,'11'-3'194'0,"-1"-1"-12"16,-1-1 2-16,4-1-9 0,-3 0-9 0,-1 0 4 15,0-2-12-15,1 0-7 0,-1 0-5 0,0 0-8 16,-9 8-9-16,11-18-8 0,-6 9-5 0,-1 1-9 16,-4 8-5-16,5-20-3 0,-5 20-15 15,-2-12-3-15,2 12-12 0,0 0-4 0,-7-15-10 16,7 15-4-16,-16-2-6 0,16 2-9 0,-21 2 0 15,21-2-1-15,-25 13-7 0,12-1 6 0,1 0-5 16,2 1-1-16,1 1-1 0,2 1-2 0,2 1-1 16,1-5-1-16,2 3 2 0,-1-3-6 0,2 4 0 15,2-3 0-15,3 2-6 0,1-3 3 0,0-1-5 16,8 2-13-16,-4-5-27 0,2-2-30 0,1 0-39 16,0-1-34-16,3-2-43 0,3-2-33 0,0-2-35 15,-6 0-143-15,-12 2-417 0,26-5 185 0</inkml:trace>
  <inkml:trace contextRef="#ctx0" brushRef="#br0" timeOffset="45362.18">19282 16286 18 0,'0'0'113'0,"-13"4"-8"0,13-4-13 0,-11 3-6 0,11-3-8 15,0 0-10-15,0 0-6 0,-15 8 0 16,15-8-8-16,0 0 0 0,-11 3-19 0,11-3 8 16,0 0-7-16,0 0-1 0,-12 5-5 0,12-5 0 15,0 0-1-15,0 0-4 0,0 0 6 0,-10 6 3 16,10-6-11-16,0 0 10 0,0 0-7 0,-11 3-4 15,11-3 1-15,0 0 5 0,-11 2-7 0,11-2-1 16,-7 3-1-16,7-3-2 0,0 0 1 0,-17 4-2 16,17-4-5-16,-10 2 5 0,10-2-1 0,0 0 7 15,-10 2-5-15,10-2 16 0,0 0 1 0,-10 6 3 16,10-6-1-16,0 0-9 0,0 0 11 0,-11 2 2 16,11-2-4-16,0 0 0 0,0 0 1 0,0 0-6 15,0 0-3-15,0 0 5 0,0 0-8 0,0 0 2 16,0 0-3-16,0 0 2 0,0 0 0 0,0 0-4 15,0 0 0-15,44-1-3 0,-30-2-8 0,2 2-9 16,4-2-19-16,-1 2-32 0,-1 0-26 0,1-2-33 16,-1-1-37-16,0 2-143 0,-8 0-311 15,-10 2 139-15</inkml:trace>
  <inkml:trace contextRef="#ctx0" brushRef="#br0" timeOffset="47018.66">19753 15995 52 0,'9'-1'167'0,"-2"-1"24"16,4 0-17-16,2 2-14 0,-2 2-10 0,1 1-8 15,6 5-3-15,2 2-13 0,-2 10-9 0,3 1-7 16,-7 6-3-16,0 1-8 0,-5 3-12 15,0 5-5-15,-3-3-33 0,0 1-8 0,0 12 4 0,-5-13-8 16,-1 2-4-16,-3-3-4 0,-1 0 1 0,-1 1-12 16,-5-1-11-16,-3 1-22 0,-3-4-29 0,-1 2-31 15,-5-4-30-15,-8 11-12 0,2-13-4 0,-13 11-10 16,-7-3-9-16,5-2-101 0,-11-1-261 0,-3 1 116 16</inkml:trace>
  <inkml:trace contextRef="#ctx0" brushRef="#br0" timeOffset="47864.81">17530 16092 14 0,'-4'-3'146'16,"-1"0"-5"-16,5 3-11 0,-12-2-5 0,12 2 1 16,-18 10 2-16,8 4 5 0,-3 2-7 0,-3 10-6 15,0 3-9-15,-2 13-6 0,4-9-5 0,-1 15-13 16,4 0-1-16,2-1-7 0,5-1-6 0,-1-13-7 15,6 2-8-15,3-5-5 0,5 2-6 0,5-2-1 16,-1-2-9-16,7-1-23 0,3-2-31 0,4-2-43 16,5-2-41-16,15 0-50 0,-10-11-153 0,0-2-329 15,18-1 146-15</inkml:trace>
  <inkml:trace contextRef="#ctx0" brushRef="#br0" timeOffset="48484.52">20054 16031 143 0,'0'0'161'0,"0"-9"-1"0,0 9-7 0,1-7-7 0,-1 7-3 16,0 0-11-16,3-10-12 0,-3 10-11 0,0 0-11 15,1-6-14-15,-1 6-10 0,0 0-7 16,0 0-5-16,0 0-11 0,0 0-4 0,0 0-2 15,0 0-7-15,0 0-1 0,0 0-6 0,15 16-1 0,-12-9-5 16,0-2-1-16,1 3 2 0,0 4 2 0,-1-1 3 16,2 4 2-16,-1 2-3 0,-2 0 3 15,1 3 1-15,1-4-3 0,-3 3 0 0,0-1-5 16,0 1-4-16,1 0 1 0,-1-2-5 0,-1 2 0 16,0-3 1-16,0 1-3 0,0-1 0 0,0 1-2 15,0-7 1-15,0 4-4 0,0-1 2 0,1-3-1 16,-1 2-5-16,-1-3 3 0,1 2-13 0,0-2-19 15,0 0-9-15,-1-2-20 0,1-7-15 0,0 12-20 16,0-12-14-16,0 0-11 0,0 0-14 0,0 15-23 16,0-15-2-16,0 0-118 0,0 0-289 0,0 0 127 15</inkml:trace>
  <inkml:trace contextRef="#ctx0" brushRef="#br0" timeOffset="48864.82">20153 15989 111 0,'13'-6'154'0,"-1"0"-2"0,2 1-13 0,-2 5-6 16,-12 0-6-16,32 4-5 0,-15 1-10 0,-4 1-13 0,2 4-14 16,-6-2 2-16,-3 2-9 0,0-1-11 0,-1 4-1 15,1-3-12-15,-6-10-2 0,-1 23-10 0,-4-12 1 16,0 1-1-16,-2-3-14 0,-3 0 6 15,0-1-7-15,-4 0-1 0,1 0-1 0,3-5-3 16,-2 0-3-16,1 3-1 0,-1-3 0 0,12-3-1 0,-14 3-5 16,14-3 3-16,-16-1-2 0,16 1 1 15,0 0 1-15,-17-2-4 0,17 2-4 0,-6-6 4 16,6 6-2-16,0 0-6 0,0 0 1 0,0 0-3 16,0 0 5-16,0 0 4 0,0 0-1 0,0 0-3 0,0 0 3 15,25 17 5-15,-18-11 0 0,1 3-3 16,1-2-3-16,-2 3 0 0,3-1 1 0,0 1 0 15,-2 0 0-15,3 2-2 0,2 1 4 0,0-3-12 16,-3-1-17-16,2 2-23 0,-1-4-27 0,1 1-33 16,-2-1-30-16,-1-1-43 0,1-2-113 0,-2 5-311 15,-2-6 138-15</inkml:trace>
  <inkml:trace contextRef="#ctx0" brushRef="#br0" timeOffset="51308.78">20550 16345 6 0,'0'0'174'0,"0"0"-12"16,0 0-9-16,0 0-2 0,0 0-11 0,0 0-4 15,17-17 0-15,-9 11-13 0,1 0-2 0,1-1-11 16,-1 2 1-16,-1-1-10 0,3-2-2 0,-2-2-2 16,0 3-12-16,-1-3-6 0,2 3-8 0,-1-4-5 15,-1 1 0-15,-1 0-4 0,0 1-8 16,-2-2-4-16,-1 2-3 0,1 1 1 0,-2-3-3 0,-3 11-4 16,0-11-5-16,0 11-4 0,0 0-2 0,-6-13-7 15,6 13 2-15,-11-5-6 0,11 5-1 0,-23 5 0 16,6 1-7-16,1 2 5 0,-2 1 1 0,2 3-6 15,-1 1 5-15,2 1-2 0,0 1 5 16,4 0-3-16,0 2 3 0,1-2-2 0,4 2 8 16,-1-2-5-16,5 4 3 0,0-2 2 0,5 0-4 15,0-6-2-15,2-1 2 0,4 5-2 0,5-4 0 16,-3 1-4-16,6-4 4 0,1-1-5 0,1-2-4 16,3-2-12-16,-3 0-22 0,9-1-22 0,-6-2-26 15,-1 0-23-15,-3-1-41 0,4-2-36 0,-4-1-46 16,1 1-178-16,-5 1-429 0,-2-3 189 0</inkml:trace>
  <inkml:trace contextRef="#ctx0" brushRef="#br0" timeOffset="51474.51">21043 16299 44 0,'0'0'139'0,"0"0"-31"0,0 0-42 16,0 0-40-16,0-14-39 0,0 14-49 0,0 0-67 16,0 0 29-16</inkml:trace>
  <inkml:trace contextRef="#ctx0" brushRef="#br0" timeOffset="64806.56">21403 15372 43 0,'0'0'178'0,"0"0"-5"0,0 0-2 0,0 0-10 16,0 0-18-16,0 0-22 0,0 0 1 0,0 0-7 16,0 0-8-16,14-22-6 0,-7 22-13 0,-1-5-7 15,0 3-8-15,2-2-6 0,1 2-11 0,0 0-7 16,3 0-1-16,0-3-7 0,0 4-23 0,-2-1-19 16,1 1-20-16,0-2-25 0,0 3-20 0,2-1-30 15,-1-1-36-15,-2 2-21 0,-10 0-88 16,14-2-259-16,-8 1 115 0</inkml:trace>
  <inkml:trace contextRef="#ctx0" brushRef="#br0" timeOffset="64964.9">21330 15494 86 0,'0'0'97'0,"13"9"6"0,-1-7-15 0,6 1-21 15,3 0-22-15,10-3-25 0,3-4-34 16,2 2-68-16,0-1-90 0,15-1 40 0</inkml:trace>
  <inkml:trace contextRef="#ctx0" brushRef="#br0" timeOffset="67998.11">22928 15012 107 0,'0'0'139'0,"-10"0"2"16,10 0-13-16,0 0 6 0,0 0-11 0,-11-1-3 15,11 1-12-15,0 0-8 0,0 0-7 0,0 0 0 16,0 0-5-16,0 0-6 0,0 0-2 0,-11 1-3 16,11-1 1-16,0 0-6 0,0 0-4 0,0 0-2 15,0 0-4-15,0 0 1 0,0 0-4 16,0 0-2-16,0 0-4 0,0 0-6 0,0 0-3 0,0 0 2 16,0 0-8-16,0 0-3 0,23-7-3 0,-9 4 1 15,-1-1 3-15,8-1-5 0,0 0 1 16,1 0-6-16,6 1-2 0,0 0-2 0,-1-2-2 0,1 1-8 15,1 1 6-15,-1-2-2 0,-7 3-1 0,1 0-5 16,0 0 1-16,-2 2-5 0,-1 0 4 16,-1-2-5-16,-5 3 2 0,-1 0 6 0,0 0-8 0,-4 1-3 15,-8-1 2-15,14-1-5 0,-14 1 4 0,10 0-1 16,-10 0 0-16,6-2 0 0,-6 2-1 0,0 0 3 16,0 0-1-16,12 0 2 0,-12 0 5 15,0 0-1-15,0 0 3 0,0 0 0 0,0 0 8 16,0 0-5-16,10 2-2 0,-10-2-3 0,0 0-3 0,0 0 1 15,0 0 3-15,0 0-5 0,0 0-1 0,0 0-2 16,0 0-15-16,0 0-22 0,0 0-18 0,0 0-19 16,0 0-21-16,0 0-33 0,0 0-34 15,0 0-37-15,0 0-173 0,-18 13-400 0,18-13 177 0</inkml:trace>
  <inkml:trace contextRef="#ctx0" brushRef="#br0" timeOffset="70958.64">23794 14637 16 0,'0'0'81'0,"0"0"-9"0,0 0 3 15,0 0 1-15,-7-9-2 0,7 9-4 0,0 0 9 16,0 0 0-16,0 0 3 0,-7-6-1 0,7 6-7 15,0 0-1-15,0 0-10 0,-6-10 13 0,6 10-8 16,0 0 2-16,-3-4-7 0,3 4 6 0,0 0-12 16,0 0 3-16,-4-8 2 0,4 8-4 0,0 0-4 15,0 0-4-15,-2-6-4 0,2 6-6 0,0 0-1 16,0 0-17-16,0 0 2 0,0 0 4 0,0 0-6 16,0 0 0-16,0 0-2 0,0 0 0 15,4 24 2-15,-4-15-1 0,0 3 0 0,0 5 3 0,1 2 5 16,-2-2-2-16,1 3 8 0,-2 5-3 0,-1 0-4 15,1-6-1-15,4 1-3 0,-4-3-2 0,2 2 1 16,0 1-5-16,-3-4 0 0,1 1 1 16,1 0-1-16,1-6-1 0,0 3 0 0,1-3-1 15,-1 0-4-15,2-1 1 0,0-1-1 0,-2 2-3 0,0-4 2 16,0 0 0-16,0-7-2 0,0 13-1 0,0-13-5 16,1 7 2-16,-1-7-1 0,-1 9 1 0,1-9-2 15,0 0-11-15,-2 8-6 0,2-8-15 0,-3 8-14 16,3-8-15-16,0 0-18 0,-5 7-17 0,5-7-30 15,0 0-21-15,-10 1-17 0,10-1-136 0,0 0-321 16,-13-7 142-16</inkml:trace>
  <inkml:trace contextRef="#ctx0" brushRef="#br0" timeOffset="71326.47">23829 14602 107 0,'9'-8'123'0,"-1"1"-3"0,-1 4-14 15,-7 3-13-15,13-5-6 0,-7 5-3 0,-6 0 7 16,13 3-5-16,-13-3 0 0,6 8-12 0,-4 0 1 16,-2 1-1-16,-3 2-6 0,-1 1-5 0,-2 3 2 0,-2 1-5 15,-1-1-5-15,0 0 0 0,-3-1-19 0,1 3 11 16,-1-4-3-16,0 1-4 0,-1-2-3 0,3-3-4 15,2 0-2-15,1 1-3 0,-1-5-11 16,2 2 7-16,2-4-7 0,0 0 0 0,4-3 4 16,-5 5-7-16,5-5 0 0,0 0-3 0,-5 6-2 15,5-6-1-15,0 0-1 0,0 0 5 0,0 0-9 0,0 0 3 16,10 13 1-16,-6-9 2 0,2 0-4 0,2 1-8 16,1-2 13-16,-1 3-4 0,4-1-3 15,-1 0 1-15,-1 0-4 0,4 0-9 0,-3 1-17 16,6 0-29-16,-4-3-10 0,5 2-38 0,-2-4-30 15,0 0-24-15,-2 2-101 0,0-3-278 0,-1 0 124 16</inkml:trace>
  <inkml:trace contextRef="#ctx0" brushRef="#br0" timeOffset="71615.68">24094 14763 37 0,'0'0'185'0,"0"0"-10"0,0-9-15 0,0 9-15 15,0 0-3-15,0 0-6 0,0 0 1 16,0 0-1-16,11 18-10 0,-11-7-5 0,1-1-8 16,-1 4-5-16,-2 2-4 0,0 4 0 0,-3-4-6 15,2 2-8-15,-3-1-6 0,2 0-8 0,1-1-5 16,-3 0-6-16,3 0-6 0,1-3-9 0,-3-2-2 16,2-1-3-16,0 1-4 0,2 0-4 0,-1-3-3 15,2 3-5-15,0-11-1 0,0 13 0 0,2-6-6 16,0-3 1-16,2 2-6 0,1-1 2 0,3-1 0 15,-2-2-3-15,3 2-2 0,3-3-14 0,2 1-16 16,0-4-13-16,4 1-15 0,0-1-18 0,-4 1-25 16,3-2-29-16,-4 0-40 0,1-1-44 0,-3 2-172 15,-5 0-403-15,-6 2 178 0</inkml:trace>
  <inkml:trace contextRef="#ctx0" brushRef="#br0" timeOffset="71970.85">23720 15258 118 0,'-6'5'180'16,"6"-5"-11"-16,0 0-11 0,0 0-4 0,24 12-13 15,-6-10-11-15,4-2-12 0,6 3-4 0,5-2-5 16,4-1-5-16,14-2-11 0,3-2-4 0,-2-1-6 16,3-2-8-16,2 2-4 0,-3 0-5 0,-4-4-6 15,-13 5-4-15,0-3-5 0,-1 1-6 0,-3 1-5 16,-2 1-1-16,-3-1-8 0,-5 1 2 0,-5 2-6 16,-4-1-2-16,-4 1-2 0,2 2-2 0,-2 0 0 15,-3-4-8-15,-7 4 2 0,11-1-2 0,-11 1 2 16,6-2-10-16,-6 2-13 0,0 0-19 0,0 0-22 15,0 0-21-15,0 0-17 0,0 0-29 0,11 7-28 16,-11-7-39-16,0 0-121 0,0 0-329 0,0 0 146 16</inkml:trace>
  <inkml:trace contextRef="#ctx0" brushRef="#br0" timeOffset="74345.13">24003 15601 77 0,'0'0'67'0,"0"0"2"0,0 0-5 0,0 0 2 15,0 0 8-15,0 0-12 0,0 0-1 0,0 0-1 16,0 0-4-16,0 0-1 0,0 0-13 0,0 0 2 16,0 0-3-16,0 0-1 0,0 0-16 0,0 0 8 15,0 0-6-15,0 0-4 0,0 0-2 0,0 0 5 16,0 0-5-16,0 0-7 0,0 0 2 0,-3 17-1 15,3-17 11-15,0 0-8 0,0 0-9 0,0 0-1 16,0 0 1-16,0 0 3 0,0 0-1 0,0 0 0 16,1 9-6-16,-1-9 10 0,0 0-21 0,0 0 13 15,0 0-4-15,0 0-4 0,0 0 9 0,0 0-9 16,0 0 21-16,0 0-20 0,0 0 12 0,0 0 0 16,0 0 10-16,0 0 6 0,0 0 9 0,0 0 1 15,0 0 6-15,0 0 0 0,0 0-3 0,0 0-4 16,0 0-1-16,0 0-4 0,0 0 4 0,0 0 3 15,0 0 0-15,0 0-4 0,0 0-5 0,0 0 0 16,0 0 2-16,0-28-2 0,0 28 11 0,-1-8-7 16,1 8-1-16,0 0-1 0,-1-12 5 0,1 12 0 15,2-9 5-15,-2 9 2 0,2-8 1 0,-2 8 2 16,2-7-7-16,-2 7-1 0,0 0-4 0,0 0-1 16,0 0-8-16,4-7-3 0,-4 7-4 0,0 0 0 15,0 0-2-15,0 0 29 0,0 0 2 0,0 0-8 16,12 21 0-16,-11-11-7 0,1 0 2 0,4 6 2 15,-5-1-7-15,0 2 0 0,-1 2-5 0,1-2 0 16,-1 4-2-16,2-2-3 0,-4 2 3 16,2-3 1-16,-1 1-4 0,2-1-7 0,-2-2 7 0,1 3-7 15,1-3 3-15,-1-2-5 0,2-1 1 0,-2-1-3 16,1 0 2-16,1-3-3 0,1 2 4 0,-2-2-4 16,2 0 0-16,-2-3-1 0,0 2 3 0,-1-8-4 15,2 11 1-15,-2-3-3 0,0-8 0 0,0 8-15 16,0-8-16-16,1 7-14 0,-1-7-17 15,0 0-17-15,-1 10-17 0,1-10-21 0,0 0-40 16,0 0-25-16,0 0-41 0,0 0-139 0,0 0-388 0,0 0 172 16</inkml:trace>
  <inkml:trace contextRef="#ctx0" brushRef="#br0" timeOffset="74691.11">24049 15512 84 0,'9'-7'161'0,"2"1"-1"0,-1 3-1 0,1 0-6 16,3 1-6-16,-2 2-8 0,-3 4-8 0,3 0-9 0,-2 2-8 15,-2 2-7-15,-1 0-8 0,-1 4-6 0,-3-1-6 16,-1 5-8-16,-4-1-13 0,-1 1 1 16,-1 0-9-16,-5-1-6 0,1-1 0 15,-1 3-6-15,-5-4-5 0,3 1-3 0,-2-2-8 0,-1-1 2 16,3-6-5-16,-2 4-1 0,1-3 1 0,3 0 0 15,-1-3-1-15,3 2 7 0,1-4-1 0,0 4 2 16,6-5-3-16,-12 1-6 0,12-1 3 0,-6 3-10 0,6-3-4 16,-5 5 1-16,5-5-2 0,0 0-2 0,2 11 5 15,-2-11-1-15,7 9-3 0,-4-4 0 16,5 2 0-16,1-1-4 0,1 1 1 0,5 1 3 16,0 0-5-16,1 0 1 0,0-2-11 0,0 3-19 15,3-2-23-15,-2 0-28 0,-5-4-23 0,2 2-39 16,2-2-34-16,2 2-25 0,-6-2-153 0,0-1-375 0,-1-2 166 15</inkml:trace>
  <inkml:trace contextRef="#ctx0" brushRef="#br0" timeOffset="75014.2">24353 15890 30 0,'10'-4'175'0,"-5"1"-6"0,2 0 0 0,4-1-6 16,-1 0-4-16,-1-2-2 0,3 1-3 0,-1-2-9 15,1 3-4-15,1-5-7 0,-3 4-9 0,1-2-11 16,2-3-11-16,0 3-1 0,-3-1-2 0,-1-1-9 16,0 0-7-16,-3 0 0 0,-1 1-3 15,-1-2-4-15,-4 1-2 0,2 0-2 0,-2 9-2 0,-2-13-6 16,-2 7-6-16,-1 1-6 0,-2 1-9 0,-1-1 3 16,0 5-6-16,8 0-2 0,-25 5 0 0,8 4-4 15,-1-2 6-15,-5 9 4 0,3-1-4 0,0 2-2 16,2 1-7-16,5-2 4 0,2 0-8 0,1 2-11 15,4-1 8-15,5-2 4 0,1 2-4 0,3 1 3 16,5-3-10-16,5-2-2 0,2 0-19 0,9-1 3 16,5-5-30-16,0 1-17 0,4-4-24 0,2-1-19 15,1-3-40-15,-2-1-37 0,3-4-39 0,0 1-41 16,-6-1-192-16,-2 1-473 0,-1-3 210 0</inkml:trace>
  <inkml:trace contextRef="#ctx0" brushRef="#br0" timeOffset="75153.92">25048 15879 164 0,'0'0'199'0,"0"0"-19"0,0 0-22 0,0 0-21 16,0 0-45-16,0 0-43 0,0 0-51 0,0 0-60 16,-27-3-91-16,27 3-165 0,-18 0 73 0</inkml:trace>
  <inkml:trace contextRef="#ctx0" brushRef="#br0" timeOffset="75863.13">23411 16295 77 0,'-10'0'182'0,"-3"-1"-8"16,13 1-5-16,-14 3-11 0,14-3-8 0,-10-3-13 15,10 3-5-15,0 0-18 0,-10 3 0 0,10-3-8 16,0 0-6-16,0 0-10 0,15 18-7 0,-2-13-5 15,6 1-6-15,9-1-9 0,6 3-3 0,3-6-2 16,25 8-3-16,-1-5 5 0,38-2-3 16,-4-3-6-16,11-1 3 0,6-3-31 0,1 3 4 0,2-1-5 15,2 2-2-15,0 0 4 0,1 0-3 0,-6-3 0 16,-3 3-1-16,-7-1 1 0,-5-1-1 0,-7 7 3 16,-25-4-1-16,0-1 3 0,-4 2 3 0,1 1-4 15,-3-1 4-15,-5-4-1 0,-5 3 1 0,-13-1 3 16,2 0-5-16,-6 0-3 0,-3-1-5 0,-7 1 1 15,-4 0-1-15,-7-2 5 0,1-1-9 0,-5 2-14 16,-7 1-26-16,6-7-26 0,-6 7-45 0,-4-12-55 16,-2 6-51-16,-1-1-207 0,-7-3-445 0,-2-3 197 15</inkml:trace>
  <inkml:trace contextRef="#ctx0" brushRef="#br0" timeOffset="77352.77">26194 10736 111 0,'34'3'101'0,"2"0"0"0,-1 1-4 15,1 1-10-15,0-1-7 0,-3-1-4 16,4 2-6-16,-1 0 4 0,2 0-11 0,14 0-9 0,-14-1-4 16,16 2 8-16,-3 5-7 0,-1-1-6 0,0-3-4 15,-14 0-1-15,15 3-4 0,-13 0-3 0,0 0-8 16,-2-1 7-16,2 1-5 0,-2 1 0 0,3 1-9 16,-3 0 0-16,-1 0-6 0,-1-2 5 0,2 2-11 15,-1 0 3-15,-5 0 6 0,3 0-4 0,-4 0-1 16,-1-1 1-16,-1-1-3 0,0 2-2 0,-3-1-3 15,2-1 1-15,-3 2 4 0,-4-3 0 0,6 4 0 16,-6-3 5-16,0 0-1 0,4 4-3 0,-6-3-4 16,-1-1 0-16,2 1 1 0,-2-1 6 0,4-1 4 15,-5 2-12-15,2 1-4 0,-4-1 5 0,1 0 3 16,-4-3-3-16,3 3-5 0,-5-4 3 0,1 3-11 0,0-3 14 16,-3 2-5-16,4-3 0 0,0 4 1 15,-5-4 0-15,4 2-2 0,0 0-3 0,-2-2 3 16,3 2 3-16,-2 1 0 0,1-2 0 0,-1 1 2 15,1 0-5-15,-1-1 9 0,-1 1-2 0,-1-1-3 16,1 3-4-16,-4-5 4 0,1 2 1 0,-2-2-14 0,-2-5 12 16,4 12-2-16,-3-5 1 0,-1-7 3 15,-1 13-5-15,1-13 1 0,-6 15 4 0,-1-8 3 16,2 0-2-16,-3 0-3 0,1 0-4 0,-3-2 7 0,4 0-6 16,-1 1 8-16,0 0-7 0,0-1 2 0,0 2-3 15,-1-1 6-15,2 1-4 0,-4 1-4 0,6-1 1 16,-1 1-3-16,0 1 5 0,-1 0 1 15,2 1-6-15,-3 0 7 0,2-3-2 0,3 0 0 0,-3 1-1 16,1 0 2-16,-2 1 2 0,4-1-3 0,-4 2 0 16,1-2 0-16,-3 2-1 0,3-2-4 0,-5 1 5 15,-2 2-1-15,1 1 2 0,-3-1-2 0,-3 2 3 16,-8-1-5-16,-1 2 3 0,-4 0 5 16,-4 1-4-16,-2-3 3 0,-11 7-10 0,-1-2-1 0,11-5 3 15,-2-1 0-15,-10 3-11 0,-3-3-9 0,16-3 1 16,-2 1-12-16,-11 1 4 0,11-4 1 0,6 0-8 15,-1-1-5-15,3 3-1 0,1-3-8 0,2 1-9 16,0 1-7-16,6-3-23 0,0 1-10 0,0 0-86 16,1 0-200-16,0-3 90 0</inkml:trace>
  <inkml:trace contextRef="#ctx0" brushRef="#br0" timeOffset="77741.37">27099 11607 5 0,'0'0'134'0,"0"0"-6"0,-14 29 7 16,3-16-10-16,-2 1-6 0,-10 6-5 0,-2-2-4 15,0 3-18-15,-4 3 6 0,0-1-5 0,-2-1-11 16,1 1-5-16,-10 6-9 0,9-9-1 0,2-1-2 16,-1 0-10-16,1 0 0 0,-2 0-5 0,4-3 6 15,1-3-12-15,3 1-3 0,7-4-5 0,-2-2-2 16,6 0-13-16,1-2 10 0,3-1-4 0,0 3 1 16,2 0-4-16,3 0 2 0,1-1 4 0,2 1-7 15,3 2 4-15,3-1-1 0,2 1 0 0,5 3-5 16,3-1-1-16,8 2-1 0,9-1 1 0,4-4-5 15,10 6-2-15,-9-6-1 0,18 5-10 0,-2 0-16 16,-18-6-20-16,16 3-28 0,-16-2-26 0,2-2-28 16,-3-3-17-16,-3 2-17 0,-1 2-134 0,-1-2-305 15,-5-1 135-15</inkml:trace>
  <inkml:trace contextRef="#ctx0" brushRef="#br0" timeOffset="81998.02">20726 13999 7 0,'0'0'52'16,"0"0"-8"-16,0 0-20 0,0 0-16 0,0 0-20 15,0 0-9-15,0 0-22 0,0 0 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7T04:31:09.4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1983 2669 135 0,'0'0'208'0,"0"0"-11"0,-6-7-14 16,6 7-19-16,0 0-14 0,0 0-15 0,0 0-9 15,0 0-10-15,0 0-10 0,-13 9-5 0,9 1-3 16,-4 7-13-16,1 0-3 0,-5 9-9 15,2 1-9-15,1 3-7 0,0 2-9 0,3 0 3 0,-3 3-3 16,0 15-8-16,4-3 4 0,1-11-3 0,1-3-3 16,3 2 0-16,-1-3-6 0,3 2-3 0,0-3 2 15,3-2-3-15,3-4-4 0,2 1 1 0,-3-7 1 16,1-2 0-16,4 0 3 0,2-2-4 0,-3-3 2 16,6-1-8-16,-1-5 12 0,2-1-2 15,3-4-3-15,-1-4 0 0,10-6 0 0,0-5-3 16,1 0 1-16,-2-4-5 0,3-4-2 0,4-11 1 15,-1-1-4-15,-6-4-3 0,-2-3 3 0,0-2-5 16,-8-1-2-16,-5 0 2 0,1-4-9 0,-3 2-3 16,-2-2-14-16,-5-1 5 0,-1-2 2 0,-3 2-5 15,-3 0 0-15,-6 1 1 0,2 0-2 0,-3 14 2 16,-7 2 1-16,3 2 5 0,1 7-1 0,-6 0-5 16,4 10 1-16,-4 0 0 0,-1 7 1 0,-9 2-1 15,7 4 4-15,-10 6-1 0,-1 4 0 0,-2 5 1 16,-3 2 0-16,-4 12 4 0,0 1 1 0,12-5-1 15,1 0-2-15,5 3 0 0,4 0 3 0,5-2-3 16,7 2 0-16,4-1 7 0,7-1-4 0,2-2 3 16,5-1-1-16,8 1-2 0,1 1 3 0,1-5 1 15,3 2 0-15,2 1 0 0,1 0 3 0,-1-4-3 16,-1 1 1-16,0-3-3 0,1 1 4 0,-1 4 0 16,-3-2-2-16,-1 2 0 0,-2-2-6 0,0 0-8 15,-8-3-30-15,-3 0-22 0,2 0-52 0,1 7-51 16,-8-6-55-16,-3 1-127 0,-2-1-379 0,-1-3 169 15</inkml:trace>
  <inkml:trace contextRef="#ctx0" brushRef="#br0" timeOffset="162.94">2727 3139 198 0,'10'-7'193'0,"-10"7"-19"0,9-5-13 15,-9 5-15-15,0 0-13 0,8-8-23 0,-8 8-42 16,0 0-36-16,0 0-51 0,0 0-65 0,0 0-102 16,0 0-201-16,0 0 89 0</inkml:trace>
  <inkml:trace contextRef="#ctx0" brushRef="#br0" timeOffset="334.07">2254 3512 164 0,'0'0'212'16,"-6"5"-16"-16,6-5-17 0,0 0-15 15,0 0-18-15,0 0-14 0,42-5-33 0,-15-1-37 16,5-2-45-16,5 1-48 0,0-1-73 0,-2 0-102 16,0-3-224-16,2 2 100 0</inkml:trace>
  <inkml:trace contextRef="#ctx0" brushRef="#br0" timeOffset="971.73">4672 2862 160 0,'0'0'173'0,"2"-7"-18"16,-2 7-15-16,0 0-3 0,0 0-3 0,0 0-6 16,-5 30 2-16,-2-13-9 0,-2 10-10 0,0 0-8 15,-4 2-4-15,1 0-11 0,2 1-10 0,-1-1 0 16,2-4 2-16,0 0-11 0,1-1-6 0,4-9-5 0,2 2-7 16,-1-5 0-16,2-3-4 0,0-2-1 15,-2 0-10-15,3-7 14 0,-2 9 5 0,2-9 17 16,-4 8 8-16,4-8 1 0,0 0-4 0,0 0-4 15,0 0-15-15,0 0-1 0,-2-33-12 0,6 16-5 16,1-8-9-16,3-4-5 0,2 0 1 0,1-4-10 16,6-11-3-16,1 0-5 0,0 0-12 0,3 2 1 15,0-2-2-15,0 0 1 0,1 2-1 0,-7 11-2 16,3 1-2-16,1 0 2 0,-3 3 6 0,-3 5-9 16,-2 8 1-16,1 2 0 0,-4 4-4 0,1 0-3 15,-3 7 5-15,-6 1-5 0,18 7 6 0,-5 6-1 16,-1 3 4-16,3 9 1 0,-1 3-2 0,-2 1 2 15,0 5 2-15,-4-2 0 0,0 0 0 0,-5 1 0 16,5-3 1-16,-3 1 4 0,0 1-3 0,0-3 3 16,1-1 0-16,-1 0 0 0,0-1 7 0,1-3-6 15,-3-5 1-15,0-2-4 0,0 0-22 16,1-1-22-16,-1 1-20 0,-1-4-38 0,-1-4-24 0,3 1-26 16,-4-10-19-16,3 11-29 0,-3-11-154 15,0 0-383-15,0 0 170 0</inkml:trace>
  <inkml:trace contextRef="#ctx0" brushRef="#br0" timeOffset="1128.45">4702 2995 87 0,'0'0'136'0,"-12"-4"-7"16,12 4-14-16,-8-3-1 0,8 3-3 16,0 0-9-16,0 0-5 0,0 0-5 0,41 4-14 15,-8-7-5-15,24 2-14 0,0-2-36 0,6 1-46 16,29-6-33-16,-27 5-43 0,26-5-74 0,-26 3-188 15,-1-4 83-15</inkml:trace>
  <inkml:trace contextRef="#ctx0" brushRef="#br0" timeOffset="1545">6378 2636 35 0,'-13'-1'217'0,"-6"2"-13"0,-3 2-4 0,-6 5-14 16,-2 5-9-16,-1 2-1 0,-1 8-14 0,1-1-14 16,4 2-8-16,0 2-10 0,6 0-11 0,3 1-11 15,4-3-13-15,6-6-7 0,1 8-9 0,4-1-6 16,4 0-6-16,4-7-5 0,4 1 0 0,3-3-11 15,10 3-8-15,0-4-15 0,5-2-23 0,4-5-30 16,2 0-30-16,2-4-41 0,3 0-38 0,-1-1-29 16,2-5-23-16,0 1-147 0,-2-2-361 0,-1-3 160 15</inkml:trace>
  <inkml:trace contextRef="#ctx0" brushRef="#br0" timeOffset="1950">6962 2595 157 0,'-10'-7'197'0,"-3"0"-8"0,-4 4-11 0,-4 3-10 16,-1 3-10-16,-6 8-8 0,1 1-11 15,-1 7-10-15,0 0-9 0,4 4-8 0,-1-1-14 16,7-1-8-16,0 0-13 0,7-1-3 0,5-1-10 16,2-2-5-16,5 1-8 0,2 0-1 0,3-1-3 15,5-4-3-15,2 2 2 0,6-3-11 0,6-1-1 16,-6-2-6-16,8-1-2 0,0-2 3 0,-6-2-13 15,7 0 3-15,-10-4-6 0,3 0 4 0,-7 0-1 16,-1-3-3-16,-3 2 8 0,0-1-2 0,-5-2 3 16,0 0 0-16,-5 4-6 0,5-8 0 0,-5 8-1 15,-3-11 1-15,3 11-5 0,-17-9-2 0,5 5 1 16,-4 1 2-16,-3 1 3 0,-3 2 1 0,1 4 5 16,-7 1 1-16,1 4 3 0,-3 1 0 0,0 4 6 15,0-1-1-15,-1 2 3 0,4 5 1 0,4-4-2 16,3 3 0-16,7-5-1 0,0-1-4 0,2-1-3 15,3 2-2-15,3-1-3 0,4-3-1 0,1 0-1 16,0-10 4-16,11 21-4 0,-2-13 1 0,6 3-2 16,14-1-2-16,4-5-14 0,4-2-36 0,17-2-42 15,-1-2-60-15,3-4-71 0,-1 2-77 0,-15-2-156 16,11-1-477-16,-14 1 212 0</inkml:trace>
  <inkml:trace contextRef="#ctx0" brushRef="#br0" timeOffset="5797.24">8000 2492 78 0,'0'0'194'0,"0"-10"-19"0,0 10-21 0,-2-8-24 16,2 8-11-16,0 0-12 0,0 0-8 0,0 0-2 0,0 0-6 15,-5 33-9-15,0-8-6 0,2 2-5 0,-1 1-1 16,1 2-11-16,-1 4 3 0,0-1-9 0,3 0-3 16,0-1-2-16,-1 1-12 0,2-2 5 0,-1 1-5 15,2-3-4-15,1-3-3 0,-1 3-3 16,2-3 3-16,1 1-8 0,-3-8 1 0,1 7 0 15,1-10-4-15,0 2-4 0,-1-2-13 0,1 2-9 16,-2-7-23-16,1 2-19 0,-2-2-27 0,0-11-22 16,2 13-30-16,-2-13-23 0,1 12-114 0,-1-12-289 15,0 0 128-15</inkml:trace>
  <inkml:trace contextRef="#ctx0" brushRef="#br0" timeOffset="6454.12">7737 2947 56 0,'-6'-9'140'0,"6"9"-14"0,0 0-6 0,0 0-9 15,8-17-8-15,1 13-8 0,3-1-5 0,3-1-5 16,4 1-9-16,4 1-6 0,4-2-6 16,0 2-2-16,-7 2-16 0,2 2 1 0,-2 0-5 15,0 0-4-15,-1 3-2 0,-1 1-1 0,1 2-3 0,-1 2-4 16,-2 0 1-16,-1 1-4 0,1 2-3 0,-2 1-5 15,-1 1 1-15,-2 0 1 0,-1 2 0 0,-1-1-8 16,-1 2 5-16,-3-3-4 0,2 3 2 16,-4-2-9-16,0 0 9 0,-3-3-11 0,0 2 8 15,-1-2 0-15,-2-1-1 0,3-10 0 0,-5 14-4 16,0-8 0-16,5-6 6 0,-9 7-12 0,9-7 10 16,-10 6-2-16,10-6 2 0,-12 0-6 0,12 0 2 15,0 0-3-15,-13-12 1 0,13 12-2 0,-1-16-1 16,1 16-3-16,8-25-8 0,2 11-2 0,2-3 3 15,-1 1 3-15,8-4-10 0,2 1 0 0,-1 0 0 16,2-1 3-16,0 3 3 0,-2 1-4 0,2-1 12 16,1 2-3-16,-1 1-4 0,-6 4 5 0,-2 1-9 15,2-1 11-15,-5 3-1 0,-1 3 1 0,-5-2-2 16,-5 6 2-16,11-8 3 0,-11 8 0 0,9-4 2 16,-9 4-2-16,0 0 1 0,0 0-8 0,0 0 13 15,0 0 2-15,0 0 5 0,-18 25-3 0,4-11 8 16,2 1-1-16,-6 5 2 0,7-4-3 0,-1 0 6 15,0 6-9-15,4-5 2 0,1-1 1 0,2-1-3 16,3 0-5-16,-2-1 7 0,6-3-6 0,0-1 7 16,0 1-3-16,2-1 0 0,0-5-4 0,-4-5 1 15,15 9-1-15,-5-5-5 0,3-3-4 0,-13-1-2 16,31-6-3-16,-15-2-4 0,4 4 1 0,-1-2 1 16,-1-7 0-16,-3 3-2 0,2-3 2 0,-4 0 2 15,-1-2 3-15,1 0-2 0,-4-2 2 0,0 1 4 16,0-2 3-16,-4 7 3 0,0-4 12 15,-2 6 15-15,-1 1 2 0,1 2-4 0,-2 1-8 16,-1 5-2-16,0 0-3 0,5-8-5 0,-5 8-3 0,0 0 1 16,0 0-1-16,0 0 1 0,0 41-5 0,0-22-19 15,3 0-28-15,-2 0-41 0,-1 1-42 0,4 3-31 16,1 1-30-16,0-4-93 0,2-4-298 16,-2 1 133-16</inkml:trace>
  <inkml:trace contextRef="#ctx0" brushRef="#br0" timeOffset="7247.92">8770 2969 163 0,'2'-16'179'0,"0"0"-4"0,1 6-7 0,-1-6-18 16,4 5-13-16,-3-1-16 0,5 2-4 0,-2 1-14 15,2-1-6-15,1 0-10 0,1 3-13 0,-2 2-4 16,2 1-4-16,0 1-10 0,1 0-6 0,-1 1-8 15,0 5-3-15,0-1-5 0,1 2-6 0,-1 2-3 16,-4 3-2-16,0 1 4 0,4 4-6 0,-7-5-2 16,5 7-1-16,-6-5-7 0,2-1 1 0,0 1 1 15,1 4-2-15,0-7 1 0,-1 1 2 0,2 0-5 16,-2-3 1-16,-4-6-1 0,11 11-1 0,-6-8 1 16,6 0-5-16,-11-3 1 0,17 0-8 0,-17 0-6 15,20-6 7-15,-9 2-4 0,-1-5-1 0,-1 1-6 16,0-2 7-16,-2 1-2 0,1-2 1 0,-2-6-3 15,-1 2 0-15,1-1 1 0,-1 0 8 0,-3-1-4 16,2 0 4-16,-3 1-1 0,1 0-2 0,-1 4-1 16,-2 2 14-16,1 0 1 0,0 10 6 15,0-10-6-15,0 10-10 0,1-8 1 0,-1 8 1 0,0 0-2 16,0 0 0-16,0 0 0 0,0 0 1 16,6 40-2-16,-4-22 7 0,-4 2-6 0,0 4 3 15,0 2-3-15,2-6 2 0,-2 5-1 0,1-8 1 0,-1 0 1 16,1 0 1-16,1 0-2 0,0-8-5 15,0-9 7-15,0 17 1 0,0-17 3 0,0 10-2 16,0-10-2-16,0 0 4 0,5 7-4 0,-5-7 0 16,0 0-1-16,0 0 0 0,27-18 0 0,-19 8-1 15,3-2 0-15,1 0-4 0,-1-2 0 0,1 1 4 16,-1 0-4-16,-1 0 2 0,0 0-3 0,-2 2 3 16,-1 0-1-16,-1 1 0 0,-1 0 2 0,0 0 1 15,-1 1-1-15,0 2-4 0,0-3 5 0,-3 4-5 16,2 0 5-16,-3 6-3 0,4-8 0 0,-4 8-2 15,0 0-2-15,1-8-2 0,-1 8-3 0,0 0 2 16,0 0 3-16,0 0 1 0,0 0-2 0,-1 35 0 16,2-22-1-16,-2 0 4 0,-1 2 6 0,4-3-3 15,-1-3 0-15,0 4 1 0,0-4-3 0,2 1 3 16,-3-10-4-16,9 11 4 0,-2-6 1 0,-7-5-2 16,17 3 3-16,-5-2 0 0,-12-1 1 0,21-4 2 15,-8 1 0-15,-1-3 2 0,-2 0-7 0,3 0 4 16,-4-2 1-16,0-2 0 0,-1 1 4 0,0-1 0 15,-1-1 6-15,-1 0-3 0,2-1 1 0,-5 1-3 16,1 1 0-16,1 0 7 0,-2 1-2 0,0 4 3 16,-3 5-3-16,5-8-2 0,-3 5-5 0,-2 3-6 15,0 0 2-15,0 0 2 0,0 0-7 0,0 0 3 16,0 0-1-16,4 25 3 0,-4-13 1 0,-1 6-5 16,-2-2 3-16,2 3 2 0,0-3-17 15,-1 3-18-15,1 1-23 0,0-5-28 0,-2 2-49 16,1-2-61-16,-1-2-133 0,3-13-351 0,-5 19 156 15</inkml:trace>
  <inkml:trace contextRef="#ctx0" brushRef="#br0" timeOffset="7629.55">9813 2583 105 0,'-1'-9'229'16,"1"9"-16"-16,0 0-29 0,0-9-21 16,0 9-16-16,0 0-15 0,0 0 0 0,0 0-3 15,-4 44-9-15,3-15-9 0,0 2-13 0,-1 2 1 16,1 3-11-16,1-1-12 0,-1-2-6 0,-2-2-4 16,5 2-7-16,-1-5-5 0,0 1-1 0,-1-3-19 15,3-1-19-15,-3-7-22 0,1-3-24 0,0-1-40 16,-1 3-43-16,0-8-38 0,3 0-40 0,-3-9-110 15,0 0-327-15,-7 15 144 0</inkml:trace>
  <inkml:trace contextRef="#ctx0" brushRef="#br0" timeOffset="7919.3">9765 2827 28 0,'14'-2'114'0,"-14"2"-9"0,0 0-3 0,19 8-7 15,-9-3-4-15,0 2-15 0,2 4 5 0,3-2 4 16,-1 2-8-16,2 0 6 0,2-3-12 0,2-1 5 16,0 1-1-16,7-4 4 0,1-1-5 0,1 0-3 15,-8-3-4-15,1-3-5 0,-4 0 6 0,-3 1 8 16,-3-3 1-16,-1-1 1 0,1 0 3 0,-5 0 0 16,-3-1-9-16,0-1-3 0,-4-4-10 0,-4 3-6 15,-1-2-8-15,-7-1-4 0,-3-3-9 0,1 1-6 16,-5 4-6-16,-5-3-11 0,-2 1-10 0,7 5-7 15,0 1-17-15,1 2-12 0,-1 1-17 0,1 4-29 16,3 4-19-16,-2 2-28 0,2 2-32 16,-1 4-16-16,5 3-93 0,-3 6-291 0,4-6 129 15</inkml:trace>
  <inkml:trace contextRef="#ctx0" brushRef="#br0" timeOffset="8207.83">10034 3030 76 0,'16'-3'179'0,"0"-4"-14"15,0-2 1-15,-2 3-6 0,1-4-7 0,-2 0-12 16,0-1-7-16,-1-1-12 0,-1 0-5 0,-1-2-15 16,1 2-9-16,-3-3-6 0,-3 1-11 0,0-3-7 15,-1 1-6-15,-3-1-4 0,-1 0-7 0,-1 0-3 16,0 2-6-16,1 3-7 0,-3-2-7 0,2 5-2 16,1-1-1-16,0 10-6 0,0-12-3 0,1 6-1 15,-1 6-6-15,3-6-5 0,-3 6 3 0,0 0-5 16,12 3 2-16,-12-3-2 0,15 7 1 15,-8-1-2-15,5 3 2 0,-5 1-5 0,3 3 3 16,-2-3-2-16,0 4-2 0,0 1 6 0,-1 1-1 0,0-5-7 16,-3 7 10-16,-1-8-6 0,0 0 2 0,-2 4 2 15,2-3 0-15,-1 1-5 0,1 0-23 0,-2-2-25 16,-1-10-42-16,5 21-55 0,-2-14-192 0,-3-7-367 16,6 11 163-16</inkml:trace>
  <inkml:trace contextRef="#ctx0" brushRef="#br0" timeOffset="8813.44">11059 2795 123 0,'0'0'194'0,"0"0"-19"16,0 0-14-16,0 0 6 0,0 0-13 0,-14 35-8 16,8-19-11-16,-2 7-12 0,-1-5-9 0,-1 5-18 15,2-5-5-15,-1-3-8 0,4 2-7 0,-1-3-5 16,0 1-7-16,3-6-7 0,0 0-1 0,0-3-5 16,1 1-2-16,2-7 3 0,-1 8 18 0,1-8 9 15,0 0 0-15,-3 6-5 0,3-6-8 0,0 0-7 16,0 0-6-16,4-24-4 0,2 8-1 0,-3 0-8 15,4 0-5-15,2-8-10 0,1 0 5 0,4-2-5 16,0 0-2-16,4-6-33 0,-1 1 3 0,4-9-4 16,-3 8 5-16,3-10-2 0,-4 13-1 0,0 2 2 15,-2 2 0-15,-4 8 3 0,0 3 5 0,-5 3-3 16,2 2-7-16,-4 5 1 0,1 0-4 0,-5 4 3 16,0 0-4-16,0 0 8 0,19 17 4 0,-11-1-8 15,-4 4 5-15,-2-1 3 0,5 6-3 0,-4 2 2 16,1 0-4-16,1 2 10 0,-1-2-4 0,-2-1-1 15,3-1-2-15,-1 0 4 0,2-1-1 0,-2-6 2 16,0 1-4-16,1-2-20 0,-1 0-19 0,-1-1-21 16,1-2-20-16,1-2-25 0,-5-12-30 0,3 18-32 15,-3-18-12-15,1 11-159 0,-1-11-369 16,0 0 163-16</inkml:trace>
  <inkml:trace contextRef="#ctx0" brushRef="#br0" timeOffset="9361.65">11110 2862 127 0,'0'0'123'0,"0"0"-10"16,0 0-9-16,0 0-12 0,21-15-8 0,-3 10-1 15,0 2-7-15,2-1 5 0,3 3 1 0,-1 1-11 16,6 1-4-16,0 1-4 0,-6 0-13 0,-2 2-1 16,1 2-2-16,-5 0-8 0,3 1 0 0,-4 1-5 15,-3 0-4-15,-3-1 10 0,2 1-3 0,-1 1-2 16,-4 1-5-16,-1-1-1 0,-1 1-1 0,-4-10 4 15,6 16 0-15,-6-16-4 0,3 12 12 0,-3-12 2 16,3 11 3-16,-3-11 3 0,0 0-3 0,0 0-4 16,0 0-4-16,-13 11-2 0,13-11 2 0,0 0-13 15,0 0 5-15,0 0-4 0,0 0 0 0,-22-21-3 16,20 13 0-16,2 8-7 0,6-25-1 0,-1 10-6 16,4 0 2-16,-3-4-5 0,5 3 3 0,6-5-8 15,-5 4 0-15,2 3 3 0,2 0-6 0,-2 2-1 16,-1 3 1-16,-1 4-4 0,-1 1 1 15,2 3 3-15,-3 2-5 0,-10-1 4 0,21 7 1 16,-9 0-1-16,-1 1 0 0,-3 6-1 0,2-5 3 16,-3 1 1-16,-3 2-1 0,0-3-1 0,-1 4 3 15,-3-13-4-15,2 15 4 0,1-6 1 0,-3-9 1 0,0 0 2 16,0 16 3-16,0-16 3 0,0 0 4 0,0 0 11 16,0 0-5-16,0 0-3 0,0 0 1 0,0 0 1 15,0 0-7-15,0 0-2 0,0 0-1 16,0 0-7-16,0 0 1 0,11-36 1 0,2 20-7 15,-1 3-1-15,1-2-4 0,1 1 0 0,3-3 0 16,-1 3-2-16,0 5 0 0,2-1-2 0,-4 5 1 16,0 2 4-16,0 3 0 0,-2 1-3 0,2 4 3 15,-4 1-4-15,0 4 4 0,-1 3 2 0,0 0-2 16,-1 2 3-16,1 0 3 0,-4 1-1 0,-1 2 0 16,-2-3 4-16,0 2-5 0,-1-2-25 0,-1 0-36 15,0-15-44-15,0 24-43 0,0-13-173 0,0-11-350 16,0 0 155-16</inkml:trace>
  <inkml:trace contextRef="#ctx0" brushRef="#br0" timeOffset="9603.41">12184 2595 180 0,'1'-12'245'0,"0"4"-18"16,-1 8-26-16,2-11-25 0,-2 11-19 0,0 0-11 15,0 0-14-15,0 0 10 0,0 0-8 0,0 57 1 16,-3-26-8-16,-1 2-9 0,4 1-6 0,-7 0-10 0,3 2-7 16,1 10-11-16,1-15-7 0,-3 1-7 0,1 0-7 15,4 0-3-15,-4-3-7 0,4 0-9 16,0 0-18-16,2-10-33 0,-2 1-22 0,0-2-32 16,0-1-30-16,-2-5-41 0,2-12-46 0,2 18-43 15,-2-18-144-15,0 0-395 0,0 0 175 0</inkml:trace>
  <inkml:trace contextRef="#ctx0" brushRef="#br0" timeOffset="9801.26">12275 2715 97 0,'0'0'162'0,"7"-8"-19"0,-7 8-17 0,7-5 3 15,-7 5-5-15,0 0 1 0,16 11-6 0,-10-1-2 16,1 0-9-16,-3 6-11 0,0 0-6 0,-2-1-16 15,1 2 0-15,-6 1-7 0,1 0-1 16,-2 1-10-16,-4 0-4 0,3-3-28 0,-6 1-29 16,1-4-42-16,0-3-47 0,-2 0-60 0,-4 1-108 0,1-2-282 15,2-6 125-15</inkml:trace>
  <inkml:trace contextRef="#ctx0" brushRef="#br0" timeOffset="10170.07">12275 2347 184 0,'13'-1'182'0,"6"0"-11"0,-4 5-2 0,3 2-14 16,0 3-8-16,0 0-12 0,-2 3-12 0,4 6-3 15,0-1-14-15,-2 2-10 0,-4-5-6 0,-3 2-10 16,3-1-5-16,-5-1-6 0,-1 1-9 0,-1-5-6 15,0 2-3-15,-6-2-1 0,1 0-5 0,0-5 0 16,-2 1 1-16,0-6 12 0,0 0-1 16,-5 10-1-16,5-10-5 0,-11 2 0 0,11-2-7 0,0 0-1 15,-15-12-5-15,12 5-10 0,-2-3-1 0,2-2 2 16,-1-4-9-16,6-3 3 0,-1-6-8 0,0 5 2 16,5 1-3-16,1 1-3 0,1-1-3 0,-1 3 1 15,5 1-1-15,-3-2 0 0,-1 9 1 0,-1-2-6 16,4 2-3-16,-2-2-4 0,4 7-5 15,-3-2-6-15,-1 3-14 0,-9 2-7 0,22 2-4 0,-22-2-27 16,13 7-22-16,-3 0-36 0,-6 1-42 16,0 4-52-16,-1 4-128 0,-3-3-376 0,-3 2 167 15</inkml:trace>
  <inkml:trace contextRef="#ctx0" brushRef="#br0" timeOffset="12716.17">13000 2519 14 0,'-2'-14'207'16,"4"3"-6"-16,-2-1-8 0,0 3-4 0,0 9-11 16,-2-12-20-16,2 12-23 0,2-10-17 0,-2 10-9 15,0 0-10-15,0 0 1 0,1 26 2 0,1 0-2 16,0 1-7-16,-2 2-9 0,-2 1-8 0,0 4-5 15,1-2-6-15,1 0-6 0,-2-8-9 0,2 6-1 16,0-5-8-16,0-6-1 0,0-2-2 16,0 2-5-16,0-5-1 0,0-2-3 0,0 0-3 0,0-7-5 15,0-5 0-15,0 11 0 0,0-11 2 0,0 8-1 16,0-8 2-16,0 0-6 0,0 0-1 0,0 0-5 16,0 0 2-16,0 0-2 0,0 0-1 0,9-24 5 15,1 8-9-15,-4 0-1 0,5-2-1 0,-1 1 2 16,7-2-6-16,2-2 0 0,-4 8-2 15,-1-1-2-15,1 2 3 0,-3 5-5 0,1 1 1 16,-2 0-3-16,1 3 4 0,1 0-2 0,5 6-1 16,-5 0-1-16,1 1 3 0,-1 5 0 0,0-2-10 15,1 6-8-15,-1-1-13 0,1 1-8 0,-3 1-21 0,0 2-8 16,3-1-20-16,-5 1-30 0,3-4-38 0,-1 2-33 16,2-2-154-16,1-1-377 0,1-3 167 0</inkml:trace>
  <inkml:trace contextRef="#ctx0" brushRef="#br0" timeOffset="13225.54">13661 2706 61 0,'-20'-1'181'0,"2"2"-10"0,-4 3-7 16,1 1-9-16,-4 5-15 0,6-1-8 0,-4 4-15 15,5 1-11-15,5-1-9 0,3 1-12 0,1-3-6 16,5 1-8-16,-1 0-7 0,5 0-6 0,0-1 1 15,5 0-13-15,-1-2 1 0,3 0-2 0,0-1-6 16,6-2-2-16,-4-2-3 0,5-2 1 0,-3-2-6 16,5 0-1-16,-5-4-2 0,7-2 0 0,-5-1-2 15,0-1 0-15,1-3-3 0,-3-1 2 0,-1 3-2 16,-3-2-3-16,-1-5 2 0,1 2-1 16,-1-3 1-16,-1 3 6 0,-2 1-4 0,-1 2 1 15,-2-1-1-15,0 3-5 0,0 9 4 0,0-11-11 16,0 6-3-16,0 5-5 0,0 0 3 0,0 0-5 0,0 0 3 15,0 0-3-15,0 0 3 0,-2 28-1 0,-1-15-1 16,3-2 7-16,0 3-8 0,0 2 4 16,3-2-2-16,-1-4-2 0,0 2 10 0,2-2-11 15,1-1 2-15,-1 0-6 0,3-4-2 0,0-1 0 16,2 0 1-16,-1-2-2 0,2-2-3 0,1-1 4 16,-2-2-1-16,3 0-1 0,0-5 5 0,-3 2-2 15,1-2 4-15,-1-2 0 0,-1 0 2 0,1-3-1 16,-1 4 0-16,-2-2-3 0,0 0 6 0,-1-1 2 15,-3 0 3-15,4 4 9 0,-4 0-1 0,2 4-1 16,-2-2-5-16,-2 6-4 0,0 0 1 0,0 0-6 16,0 0 4-16,0 0-2 0,0 0-1 0,0 0 2 15,13 20-1-15,-11-8 3 0,-2 2 1 0,0 2-1 16,2 2-2-16,-2-1-2 0,3 0-6 0,-3 2-19 16,3-1-35-16,-3 0-41 0,4-3-59 0,-2 3-206 15,0-6-394-15,1-1 175 0</inkml:trace>
  <inkml:trace contextRef="#ctx0" brushRef="#br0" timeOffset="13472.91">14393 2542 160 0,'0'-8'246'0,"0"8"-25"16,2-11-26-16,-2 11-15 0,0 0 3 0,0 0 0 15,0 0-14-15,10 53-3 0,-8-22-1 16,0 3-17-16,0-2-9 0,-2 15-14 16,2-11-12-16,0-1-10 0,1-1-7 0,-3 0-11 0,0-1-9 15,2 0-1-15,-4-3-11 0,4 0-29 0,-4-1-33 16,2-5-34-16,0-5-33 0,-2-2-38 0,1 0-48 16,1-6-34-16,0-11-30 0,-1 17-148 0,1-17-394 15,0 0 174-15</inkml:trace>
  <inkml:trace contextRef="#ctx0" brushRef="#br0" timeOffset="13961.66">14393 2871 50 0,'2'-24'149'15,"5"14"-8"-15,-2-2-18 0,2 2-5 0,1 0-3 16,2 1-22-16,5-2 4 0,7-5 3 0,1 2-5 16,-5 5 3-16,3 1-2 0,-2-1-6 0,1 0 1 15,-3 2-7-15,-2 0 1 0,-1 1 0 0,-3 0-10 16,0-1 2-16,0 1-1 0,-2-1-2 0,-2 3-3 15,1-2-7-15,-2 2-1 0,-2 0-7 16,-4 4-1-16,7-5-8 0,-7 5-3 0,8-5-8 16,-8 5-9-16,0 0-2 0,0 0-2 0,0 0-1 15,10 9-4-15,-10 1-3 0,0-2 0 0,2 6-1 16,-2-3-1-16,-2 6-2 0,-1 1 0 0,1-2-3 0,-2 4 2 16,-1 0 0-16,1-3-7 0,1 0-18 0,1-1-2 15,-2 1-8-15,4-5-6 0,-2-1-3 16,4 1 0-16,-2-12-9 0,0 0-5 0,0 23-3 15,0-23 5-15,2 10 7 0,-2-10 1 0,0 0 7 16,0 0-3-16,4 15 8 0,-4-15 7 0,7 8 11 16,-7-8 5-16,9 6 11 0,1-4 3 0,0-1 4 15,4 2-2-15,3-5 6 0,2 1-3 0,0-2-3 16,3 2-1-16,6-5-3 0,-1-3 2 0,1 1 0 16,-8 2 0-16,9-3-1 0,-4 0-3 0,-7 1 2 15,-1-1 5-15,2-1-4 0,-5 2-1 0,0 0 5 16,-5-1 3-16,-4 1 9 0,0 0-6 0,-1 1 8 15,-4 7-3-15,0-14-3 0,0 14 1 0,-9-13-7 16,9 13 1-16,-16-7-3 0,3 7-2 0,-7 3-1 16,-7 4-5-16,-2 2 2 0,-2 6 0 0,5 0-2 15,1 0 3-15,6 3-21 0,9-4-24 0,1 1-21 16,5 1-38-16,4-1-44 0,5 4-51 0,3-4-159 16,4-3-378-16,4-1 168 0</inkml:trace>
  <inkml:trace contextRef="#ctx0" brushRef="#br0" timeOffset="14278.15">15827 2681 1944 0,'-5'-32'4'0,"-1"2"19"0,-2 0 44 16,4 11-13-16,-1 1-7 0,0 4-2 0,2 4 1 15,1 2-10-15,-1 2-13 0,2-1-4 0,1 7-5 16,0 0 5-16,0 0 11 0,-14 23 6 0,9 0 2 16,-4 8 8-16,4 2 1 0,-4 14 3 0,1 0 9 15,2 2-3-15,2-13 0 0,-1 14-4 16,2-15-6-16,0 11-3 0,0-11 2 0,2 10-6 0,-1-9 0 16,1-4 3-16,-1-1-3 0,0 0-4 0,1-2-3 15,0-2-3-15,-1-1-5 0,0-6-10 0,-1-3-15 16,3-1-18-16,-2-5-21 0,-1-2-21 0,3-9-25 15,-2 13-28-15,2-13-33 0,-5 6-52 16,5-6-30-16,0 0-162 0,0 0-423 0,-16-16 188 16</inkml:trace>
  <inkml:trace contextRef="#ctx0" brushRef="#br0" timeOffset="14635.63">15592 2936 115 0,'-1'-6'169'0,"1"6"-10"0,-1-13-23 0,1 13-11 16,5-6-21-16,2 1-4 0,1 4-12 15,4-2-3-15,2 2-7 0,4 0-10 0,2-1 0 16,2 4-3-16,-2-4-12 0,2 4-1 0,-1-1-7 16,-1-1 0-16,-1 1-8 0,0-1-5 0,-5 2 4 15,-4-2-11-15,2 1 4 0,-12-1-7 0,14 0-4 16,-14 0 0-16,13 2 3 0,-13-2 2 0,0 0 2 16,9 2-5-16,-9-2-2 0,0 0 1 0,0 0 0 15,6 5-7-15,-6-5 5 0,3 9 8 0,-3-9-3 16,1 11-5-16,-1-11 2 0,3 9-2 0,-3-9 0 15,3 13-1-15,2-7-3 0,-5-6-5 0,11 9 4 16,-4-2-1-16,0-4-3 0,3 0 0 0,0 1-3 16,-10-4-3-16,19 0 0 0,-19 0-2 0,18-3 3 15,-10 0-1-15,-8 3-5 0,10-10 6 0,-7 0-4 16,-3 10 2-16,0-15-5 0,0 15 4 0,-8-19 2 16,-1 8-1-16,0 1-2 0,-3 0 0 0,-3 1-2 15,-1 2-7-15,-1 0 2 0,0 4-18 0,1 0-20 16,3 0-21-16,0 2-31 0,2 1-37 0,11 0-31 15,-16 4-100-15,16-4-287 0,-7 3 128 0</inkml:trace>
  <inkml:trace contextRef="#ctx0" brushRef="#br0" timeOffset="14862.32">16340 2623 136 0,'2'-12'245'0,"0"1"-4"15,-2 2 1-15,1 2-9 0,-1 7-22 0,0-9-16 16,0 9-33-16,0 0-17 0,0 0-13 0,0 0-2 16,0 0-3-16,-3 37-4 0,-2-8-10 0,0-1-12 15,0 3-7-15,0-1-8 0,1 3-12 0,0 1-1 16,0-3-2-16,-1 1-10 0,4-1-13 0,-3-1-17 16,3-2-36-16,-2 0-35 0,3-3-37 0,0 0-49 15,0-8-55-15,2 0-66 0,-2 1-153 0,1-6-433 16,-1-12 192-16</inkml:trace>
  <inkml:trace contextRef="#ctx0" brushRef="#br0" timeOffset="15070.05">16543 2678 250 0,'1'-7'230'15,"2"0"-32"-15,-3 7-23 0,2-7-18 0,-2 7-12 16,0 0 4-16,2 22 2 0,-4-3-4 0,-1 10-9 15,-1 0-11-15,-1 3-12 0,1 0-14 0,0 0-8 16,1 1-6-16,1-1-7 0,-3-2-10 16,5 1-21-16,0-2-26 0,0-4-42 0,1 2-33 15,-1-8-54-15,1-1-58 0,3-3-50 0,-3-3-108 16,3-2-348-16,-4-10 153 0</inkml:trace>
  <inkml:trace contextRef="#ctx0" brushRef="#br0" timeOffset="15317.97">16731 2936 79 0,'0'0'182'0,"0"0"-10"0,0 0-14 15,0 0-12-15,0 0-18 0,0 0-2 0,19 11-5 16,-19-11-9-16,12 6-1 0,-4 0-6 0,1-1-3 16,2-3-3-16,1-1-8 0,5 3-1 0,-4-3-4 15,1-3 0-15,-1-1 4 0,-1 1 5 16,-1-1 3-16,0-3-2 0,-3 0-2 0,-8 6-4 0,7-12-12 15,-4 5-5-15,-3 7-8 0,-4-20-6 0,0 9-11 16,-3 2-6-16,-3-1-7 0,-3-1-27 0,-1 0-17 16,-2 3-26-16,-1 2-26 0,-2-1-27 0,2 2-63 15,4 4-30-15,1-3-54 0,12 4-133 0,-18 2-398 16,18-2 176-16</inkml:trace>
  <inkml:trace contextRef="#ctx0" brushRef="#br0" timeOffset="15752.76">17057 2855 166 0,'4'13'203'15,"-4"-8"-4"-15,0-5-2 0,0 0-16 0,-2 19-12 16,2-19-16-16,-4 13-12 0,4-13-18 0,-1 14-6 16,4-5-12-16,-3-9-10 0,2 14-11 15,2-6-1-15,1-2-9 0,0 2-4 0,3-3-3 16,1-1-12-16,3 1-4 0,0-4-5 0,1 1-4 15,0-2-6-15,0 0-7 0,-13 0-3 0,20-2-3 16,-11-2-5-16,-1 0-1 0,-1-3-5 0,0 2-2 16,-2-4-2-16,0 5 2 0,-1-5-6 0,0 2 1 15,-2 2 0-15,-2 5 0 0,4-9-3 0,-4 9-1 16,4-6-5-16,-4 6-2 0,0 0-1 0,0 0 2 16,0 0 4-16,0 0-4 0,6 14 4 0,-6-14-5 15,1 13 4-15,3-4 3 0,1 0-1 0,-1-2 2 16,5 1 2-16,3-4-3 0,-2 4 2 0,4-5 0 15,3 3 1-15,0-5-1 0,1 1 2 0,2-5 1 16,-3 3 0-16,-1-3-1 0,2-2 9 0,-8-1 13 16,0-1 14-16,0 1-2 0,-2-2-1 0,-2 0 6 15,0-2-4-15,-4 0-5 0,-1-1-1 0,-1 0-8 16,0 0 1-16,-5-6-5 0,0 7-3 16,-3-5-2-16,1 2-11 0,-2 3-16 0,0-4-17 0,1 7-26 15,-1 0-22-15,0 1-37 0,2 4-47 0,-1-1-34 16,-1 3-45-16,9 0-129 0,0 0-397 0,-19 5 175 15</inkml:trace>
  <inkml:trace contextRef="#ctx0" brushRef="#br0" timeOffset="15935.31">17669 2769 150 0,'6'-3'242'0,"-6"3"-28"15,0 0-21-15,0 0-15 0,9 5 4 0,-9-5-7 16,3 9-7-16,-3-9-6 0,0 15-11 0,0-15-10 15,-4 20-18-15,3-8-15 0,-2 0-6 0,1 4-9 16,0-3-9-16,5 2-27 0,-3-3-26 16,4 4-34-16,-4-6-30 0,0-10-33 0,5 24-56 15,-3-16-53-15,-2-8-185 0,3 14-389 0,-3-14 173 16</inkml:trace>
  <inkml:trace contextRef="#ctx0" brushRef="#br0" timeOffset="16086.53">17572 2463 5 0,'10'16'11'0,"-2"-1"-14"16,7 11-3-16,-2 3 1 0</inkml:trace>
  <inkml:trace contextRef="#ctx0" brushRef="#br0" timeOffset="16303.66">17956 2931 92 0,'-5'-17'186'0,"4"4"6"16,0 1-1-16,-1-4-14 0,4-2-18 0,2-2-5 16,1 1-10-16,4 1-10 0,1 2-11 0,0 3-11 15,-1 4-12-15,2 1-15 0,0 2-6 16,-1 2-7-16,1 4-11 0,-11 0-5 0,25 5-7 15,-15 3-6-15,-1 2-3 0,0 0-5 0,2 3-4 16,-3 3-9-16,-3 1-15 0,0 0-25 0,0 0-22 16,-2-2-28-16,1 2-39 0,0-2-62 0,-4-3-155 15,3-1-351-15,-3-11 155 0</inkml:trace>
  <inkml:trace contextRef="#ctx0" brushRef="#br0" timeOffset="16827.64">18477 2730 222 0,'-13'-5'221'0,"13"5"-12"0,-19 4-14 0,7-3-14 16,1 5-16-16,0 0-16 0,4 1-15 0,-2 1-18 16,2 1-5-16,4 2-9 0,0-3-8 15,3-8-8-15,3 18-13 0,-1-8-3 0,5-2-1 16,-4-2-11-16,7 0-5 0,2 0-5 0,2-2-8 15,-2 0-9-15,-1-2 0 0,-1 1-2 0,-10-3-5 0,17 0-1 16,-17 0 0-16,13-3-1 0,-13 3-5 16,11-8 2-16,-6 4-7 0,-5 4 2 0,11-9 3 15,-11 9 6-15,7-8 5 0,-7 8 2 0,5-6 7 16,-5 6-7-16,0 0-7 0,0 0-4 0,0 0-7 16,0 0-3-16,0 0-6 0,0 0 4 0,4 25 0 15,-5-8 1-15,0 6 4 0,-2 4-4 0,0 4 3 16,0 2 0-16,-6 3 4 0,1 13 7 0,-1-3 0 15,3-12-2-15,-2 1-2 0,0 10 1 0,1-11 0 16,0-4 2-16,0 2-2 0,0-1 0 0,2-3-3 16,0-2 2-16,-1-2 1 0,-2-6-4 0,3-1-1 15,-1-2 4-15,-1-4-2 0,-1-1 1 0,-2-3 4 16,1 1 7-16,-7 0-3 0,-1-7-5 0,-5 1 0 16,-7-5-3-16,-2 0-2 0,-1-4-2 0,0 0-3 15,0-3 1-15,4 1 12 0,3-5-18 0,5-1-5 16,7 1-3-16,2-1-6 0,5-2-10 0,3-8-2 15,6-2-8-15,3-1 2 0,5 1 3 0,6-3-1 16,5 1 0-16,0 2-1 0,5 2 1 16,1-1-1-16,1 6-5 0,-2 1-5 0,0 0-10 15,1 5-19-15,0 0-21 0,-3 0-24 0,0 2-28 0,1 1-34 16,3 2-41-16,-1 1-174 0,-9 2-417 0,2 0 185 16</inkml:trace>
  <inkml:trace contextRef="#ctx0" brushRef="#br0" timeOffset="17972.45">19222 2696 99 0,'-7'-5'189'0,"1"2"-6"0,-6-1-7 0,2 3-14 16,-1 1-11-16,-3 4-4 0,-3 1-13 0,-1 5-7 15,-6 3-8-15,5 5-7 0,-2 4-12 0,2-2-8 16,6 3-8-16,2 0-13 0,2-1-1 16,5-3-10-16,4 1-5 0,1 4-1 0,3-5-9 15,5-1-5-15,4 4-14 0,0-6-14 0,8 6-23 16,4-6-20-16,1-3-26 0,2-3-32 0,4-3-35 16,-1-4-31-16,2 1-23 0,-2-1-100 0,-3-2-300 15,3-5 133-15</inkml:trace>
  <inkml:trace contextRef="#ctx0" brushRef="#br0" timeOffset="18322.64">19536 2623 47 0,'-1'-18'197'0,"1"0"6"0,-3 6-9 16,3 1-10-16,2 2-18 0,-4 1-17 0,2 8-19 16,-1-10-15-16,1 10-12 0,0 0-13 0,0 0-9 15,0 0-5-15,3 39-3 0,-3-13-8 16,0 5-1-16,0 1-8 0,2-1-5 0,-3 0-6 15,3-1-6-15,0-2-2 0,3 1-3 0,-2-4-4 16,0-5-2-16,-2-1 1 0,-1-2-7 0,3-5 0 0,-3-2-3 16,1 1 5-16,-1-11-5 0,3 14 3 0,-3-14-1 15,0 10-2-15,0-10 1 0,0 0 4 0,4 8 7 16,-4-8-3-16,0 0 2 0,0 0-11 16,0 0-5-16,0 0-2 0,17-26-3 0,-6 12-4 15,-2 0-1-15,1-1-2 0,1 0-7 0,3 1 1 16,-1 1 2-16,-4 5-4 0,3 2-1 0,-3-2-9 15,0 4 3-15,-3 4-4 0,3 0 5 0,-9 0-2 16,17 5 1-16,-10 2 5 0,3 1-2 0,-1 2 2 16,0 3 1-16,3 0-16 0,-3 1-18 0,0 3-32 15,1-2-26-15,0-2-37 0,0-1-15 0,2 0-29 16,-3-3-122-16,-1-1-326 0,3-2 145 0</inkml:trace>
  <inkml:trace contextRef="#ctx0" brushRef="#br0" timeOffset="18882.58">20071 2837 158 0,'-6'-12'192'0,"-3"3"-5"0,2 0-13 15,-4 1-16-15,0 4-9 0,1 0-10 0,-2 5-13 16,-1 2-10-16,0 1-11 0,-2 4-13 0,1 2-5 16,1 3-10-16,2 0-4 0,2 4-4 0,0 1-12 15,3-3-6-15,3 1-1 0,0-4-5 0,2 1 0 16,4-1-10-16,1-2-1 0,-1 0-3 0,5-1 0 15,-2-1 2-15,5-2-6 0,-1-3-2 16,3 0-5-16,0-2-3 0,-1-1 0 0,-12 0-5 0,23-5 4 16,-10-2-2-16,-3 1-1 0,2 0-1 15,-5-1 12-15,1-2-4 0,-1 0 0 0,0 1-4 16,-2-2 1-16,-2-2-1 0,-1 1-3 0,1 0 4 0,-2-1 0 16,2 3-2-16,-2-1-5 0,2 5 7 0,-3 5-9 15,1-10-2-15,-1 10 0 0,3-9-9 0,-3 9 3 16,0 0-3-16,0 0 1 0,0 0 1 0,0 0 4 15,0 0-4-15,0 31-1 0,0-21-1 16,1 1 5-16,1-2-6 0,1 1 7 0,-1 0-4 16,1-1 4-16,1 0-1 0,1-2 0 0,-5-7 1 15,8 10-2-15,-5-4 2 0,-3-6 2 0,12 7 0 16,-12-7 9-16,14 2-7 0,-14-2 1 0,15-1 1 16,-15 1 2-16,18-6-5 0,-8 2 2 0,-3 0-5 0,-7 4 10 15,13-13-6-15,-6 4-2 0,0 2-1 16,-1-4-1-16,-2 1 0 0,2 1 2 0,-2-3-3 15,0 1 1-15,5-4-6 0,-4 5 1 0,1 0-6 16,0 1 7-16,-1 2-5 0,1-1-2 0,-2 2 0 16,1 2 0-16,-5 4-5 0,6-6-3 0,-6 6 3 15,8-1 3-15,-8 1-6 0,10 6 5 0,-6-1-1 16,1 3 2-16,-5-8 0 0,7 20 7 16,-5-10-3-16,1 2 5 0,-1 2-6 0,1-2-7 15,1 3-17-15,-2-1-12 0,2 0-14 0,0-1-30 0,0-1-26 16,1 2-40-16,4-4-43 0,0 0-132 0,-2-2-355 15,9 2 157-15</inkml:trace>
  <inkml:trace contextRef="#ctx0" brushRef="#br0" timeOffset="19197">20630 2860 11 0,'-10'-5'182'0,"-2"2"-13"0,2 0-4 0,-3 3-14 15,2 3-13-15,-2 2-8 0,0 0-21 0,0 7-6 0,2-4-6 16,-1 3-9-16,2 3-11 0,3-5-8 16,2 0-2-16,2 2-9 0,2 0-3 0,1-11-4 15,0 18-11-15,1-9-4 0,-1-9-8 0,8 11-1 16,-2-5-10-16,-6-6-4 0,13 4-3 0,-4-3-4 16,-9-1 0-16,21-2 5 0,-12-4-8 0,3 2 4 15,-3-3-5-15,0 1 3 0,1-1 1 0,-1-2-3 16,0 2-2-16,0-2 12 0,-4 4 2 0,3-1 6 15,-3-1-2-15,-1 3 5 0,-4 4-1 0,7-6-7 16,-7 6-2-16,8-5-6 0,-8 5 0 0,0 0-3 16,0 0 2-16,0 0-1 0,0 0 5 0,0 0-15 15,14 18-21-15,-11-12-39 0,-3-6-33 0,10 16-54 16,-5-9-148-16,0 2-323 0,3-2 143 0</inkml:trace>
  <inkml:trace contextRef="#ctx0" brushRef="#br0" timeOffset="19437.82">20967 2779 171 0,'-7'-1'188'0,"7"1"-15"0,-22 6-3 15,6 2-11-15,1 3-9 0,-4 7-14 0,5-2-14 16,1-1-13-16,2 7-10 0,3-5-14 15,4 1-1-15,2 1-14 0,2-1 0 0,2 1-9 16,3 0-4-16,6 4-7 0,-1-9-16 0,4 1-15 16,-1-4-25-16,3 3-29 0,2-5-34 0,1-2-36 15,3-4-47-15,-4 2-122 0,2-5-296 0,9 0 132 16</inkml:trace>
  <inkml:trace contextRef="#ctx0" brushRef="#br0" timeOffset="19663.95">21233 2628 190 0,'0'0'188'0,"0"0"-26"0,0 0-5 16,0 0-14-16,0 0 10 0,0 0 4 0,3 32-7 16,-7-11-7-16,3 4-6 0,-2 2-7 0,1 1-12 15,-1-2-6-15,2 2-11 0,-4-3-7 16,3 1-9-16,1-1-6 0,-2-5-12 0,5 5-4 0,-2-5-5 15,0-1-6-15,-2 0-28 0,4-6-26 0,-1 3-31 16,-2-2-42-16,1-14-50 0,0 22-58 0,0-13-175 16,0-9-388-16,0 0 173 0</inkml:trace>
  <inkml:trace contextRef="#ctx0" brushRef="#br0" timeOffset="19813.9">21130 2821 113 0,'15'-1'119'0,"-15"1"-36"0,22 3-33 15,-8-3-61-15,-3 7-48 0,-2-4-65 16,4 3 29-16</inkml:trace>
  <inkml:trace contextRef="#ctx0" brushRef="#br0" timeOffset="20682.89">21305 3117 21 0,'11'-4'197'0,"2"-4"-8"0,2 0-12 0,2-1-4 16,-3 0-11-16,4-2-12 0,-3 0-6 0,2-2-6 16,-2-1-13-16,7-3-7 0,-8 2-6 0,1 1-11 15,1-6-4-15,-1-1-8 0,-7 5 2 0,0 1 1 16,-2-2-6-16,0 3-1 0,-3 2-1 0,-2 0 2 15,-1 2-3-15,0 0-7 0,-1 3-4 0,-2 0-8 16,3 7-4-16,-6-12-9 0,1 8-10 16,5 4-3-16,-13 0-5 0,13 0-4 0,-19 8-5 15,6 2-3-15,-1 3-4 0,2 1 2 0,0 2-4 16,0-2-1-16,4 2-1 0,2 0 1 0,1 0-3 0,2-4-2 16,2 6 4-16,1-3-4 0,1-3-1 0,1-1-3 15,3 5 5-15,0-6-2 0,0 0-2 0,0-2-1 16,4-1 2-16,-1 0 7 0,2-1-6 15,3-2 0-15,-2 2-1 0,1-4-1 0,0 1-2 16,-1-3 4-16,3-2-3 0,-14 2-1 0,22-5-3 16,-10 3-1-16,0-1-2 0,-2-3-6 0,1-4-1 15,1-1-4-15,2 0 3 0,-1-1-3 0,-2-1-1 16,3-1 0-16,-1-1-1 0,1-1 1 0,-1 4-4 16,-3-2 4-16,4 0-1 0,-2 3 1 0,-2 2 0 0,-2 1 3 15,-1 0-1-15,-1 3 1 0,-3 0-2 16,4 2 0-16,-7 3-1 0,9-2-1 0,-9 2 3 15,7 7 0-15,-7-7 6 0,7 10-1 0,-5-2 1 16,-2-8 5-16,4 19-4 0,0-9 5 0,-2 1-3 16,0-1 2-16,0 1 2 0,1 1 5 0,-1-4-3 15,1 2 8-15,1-1 0 0,1-2 3 0,-1 2 1 16,1-3 7-16,3-2-5 0,-8-4 3 0,12 7-4 16,-2-6 1-16,-10-1 0 0,19 0 0 0,-19 0-2 15,19-2 3-15,-9-1-4 0,0-2 0 0,-1 0-2 16,0-2 1-16,1 0-3 0,-1-2-2 0,-1-1-1 15,1-1 3-15,0-3-4 0,-4 1-3 0,1-1-3 16,1-1 0-16,-5 2-5 0,2 1 3 16,0 2-2-16,-2 0-1 0,-2 4 7 0,0 6-10 0,0 0-2 15,3-12-6-15,-3 12 4 0,0 0 0 16,0 0-1-16,0 0-1 0,0 0 7 0,-14 31-1 0,6-17 3 16,0 0-3-16,5-1 2 0,-2 2 3 15,0-3-1-15,2-1 2 0,2 2-1 0,1-13 0 0,0 21 1 16,0-21 1-16,6 17 2 0,2-8 3 0,-1-3-4 15,2-2 3-15,0-1-2 0,4-3 0 0,-13 0 4 16,24 0-5-16,-11-3 6 0,0 3-3 0,0-6-1 16,-3 2 3-16,1-2 4 0,0 1-8 15,-4-1 4-15,1-3 3 0,1 0-9 0,-3-1 2 16,-1 0-2-16,2 1 5 0,-2-2-2 0,1 3-6 16,-3 1 5-16,-1-1-3 0,-2 8-1 0,4-7 0 15,-1 2-8-15,-3 5 1 0,0 0-3 0,0 0 3 0,0 0 1 16,0 0 0-16,0 0-3 0,0 0 8 15,0 0 4-15,-11 38-2 0,8-24 1 0,-2 0 2 0,1-3-7 16,0 5-14-16,-1-1-19 0,1-3-23 16,0 0-24-16,0-2-36 0,2 7-40 0,-1-9-44 15,2 2-205-15,1-10-443 0,0 0 196 0</inkml:trace>
  <inkml:trace contextRef="#ctx0" brushRef="#br0" timeOffset="21099.15">22411 2688 216 0,'0'0'258'0,"0"0"-22"0,0 0-25 0,4-7-24 16,-4 7-17-16,0 0-1 0,0 0 5 0,-4 25-1 15,-1-7-5-15,-2 5-7 0,-2 4-16 0,2 1-14 16,0 3-8-16,-2-4-20 0,1 2-5 0,2-1-12 16,1 1-4-16,-3-2-7 0,2-2-9 0,2 1-4 15,1-7-5-15,1-1-11 0,-1 0-17 0,2-2-30 16,-1-1-34-16,-1-4-32 0,3-2-32 0,0-9-37 16,-2 17-27-16,2-17-32 0,-2 10-25 0,2-10-165 15,0 0-418-15,0 0 185 0</inkml:trace>
  <inkml:trace contextRef="#ctx0" brushRef="#br0" timeOffset="21352.83">22214 2914 50 0,'0'0'136'0,"0"0"-9"0,10-7-15 0,-10 7-2 16,15-2-14-16,-2 2-7 0,0 0-7 0,7 1-3 15,1 0-4-15,0 1-7 0,1 0-5 0,5-2-5 16,-9 1-3-16,1-1-8 0,-2 2-5 15,-4-4 3-15,-1 2-10 0,1 0-2 0,-13 0 3 0,16 2-4 16,-16-2 2-16,12 0 1 0,-12 0 0 16,10 3 4-16,-10-3 6 0,8 7 11 0,-8-7-6 15,6 9-6-15,-4-1 4 0,1 0-4 0,-3-8-5 16,5 16-6-16,-3-4 2 0,-2-2-3 0,1 1-18 16,0 1-29-16,-2-2-43 0,3 0-44 0,1 1-42 15,0-3-145-15,-3-8-314 0,3 17 139 0</inkml:trace>
  <inkml:trace contextRef="#ctx0" brushRef="#br0" timeOffset="21937.95">22757 2878 46 0,'0'0'192'0,"-16"4"-8"0,9 1-9 0,-2 1-6 0,-2-1-9 15,0 4-8-15,3 1-13 0,-3 1-13 16,1 3-11-16,3-3-10 0,2 0-13 0,1-1-3 16,2 3-9-16,-1-2-7 0,4 1-7 0,2 1-5 15,2-3-2-15,1-1-7 0,1-2-2 0,3 3-3 16,0-6-3-16,2 2-3 0,2-2-6 0,0-4-4 16,1 1 0-16,2-1-5 0,-17 0 0 0,32-4-5 15,-18 0 0-15,3-3-2 0,-5 3 1 0,0-2-2 16,2-5-5-16,0 1 2 0,-4-1-1 0,-1 2-6 15,-1-5 1-15,1 1 0 0,-2-3-4 0,-2 4 1 16,2-3-1-16,-6 6-4 0,4-1 1 0,-1 2-5 16,-4 8 4-16,4-13-3 0,-4 13-3 0,3-6 2 15,-3 6-3-15,0 0-7 0,3-9 4 0,-3 9-2 16,0 0 4-16,0 0 0 0,0 0-3 0,0 0 4 16,-9 29 1-16,4-20-1 0,3 1 0 0,-2 7 5 15,-1-3-1-15,0 3 2 0,1-1-3 0,1 0 0 16,-1-3 4-16,2-1-1 0,1-1 2 0,-1 8 1 15,0-7-5-15,0-1 0 0,0 1 6 0,-1-3-3 16,-2 2 1-16,3 0-1 0,-2-2 3 16,1 2-4-16,-2-1-24 0,5-10-30 0,-11 16-34 0,11-16-42 15,-9 11-57-15,5-5-159 0,4-6-376 0,0 0 167 16</inkml:trace>
  <inkml:trace contextRef="#ctx0" brushRef="#br0" timeOffset="22120.67">23127 2928 135 0,'0'0'181'0,"0"0"-19"0,0 0-14 16,0 0-14-16,0 0-15 0,0 0-10 0,4 15-34 15,-4-15-35-15,0 0-49 0,4 22-49 0,-3-12-35 16,2 2-65-16,-3-12-170 0,4 20 76 0</inkml:trace>
  <inkml:trace contextRef="#ctx0" brushRef="#br0" timeOffset="22239.32">23160 3166 50 0,'-2'8'159'0,"2"-8"0"0,0 0-10 16,0 0-9-16,0 0-12 0,0 0-21 0,0 0-28 15,0 0-65-15,0 0-62 0,0 0-109 0,0 0-168 16,41-18 74-16</inkml:trace>
  <inkml:trace contextRef="#ctx0" brushRef="#br0" timeOffset="24351.71">6747 4564 17 0,'2'-27'185'0,"-1"0"-7"15,-1 2-7-15,1 7-1 0,-2 1 1 0,0 1-5 16,1 3-11-16,-2 4 3 0,4-1-7 0,-2 10-16 16,-2-11-16-16,4 5-11 0,-2 6-16 0,0 0-13 15,0 0-9-15,0 0-5 0,0 0-4 16,4 29-3-16,1-1-3 0,0 4 2 0,-2 15-9 0,-4-11-1 16,4 12-4-16,-3-2 1 0,0-10-4 0,0-2-4 15,-2 0-3-15,1 2-1 0,0-3-5 0,1-2 9 16,-5-1-11-16,4 0-1 0,-1-5-3 0,2 1 0 15,0-7-2-15,-2-2-1 0,1-1-1 16,-1-5 0-16,0 0-4 0,0-1 0 0,2-4-5 0,-1 3 3 16,1-9 1-16,-1 9 0 0,1-9 7 0,0 9 12 15,0-9 12-15,0 0 3 0,0 0-9 0,0 0-2 16,0 0-7-16,0 0 2 0,0 0-2 0,-9-27-5 16,9 14-5-16,0-3-5 0,4-2-3 0,0-2-7 15,1-3-1-15,0 3 3 0,6-3-5 16,-3 6 1-16,1 4-2 0,-1 2-3 0,0 1 2 0,1 2-3 15,0 1-1-15,0 3-3 0,2 0 0 0,-4 4-3 16,6 1 7-16,-3 2-2 0,1 4 2 0,-1 1-1 16,-1 2 0-16,1 4 2 0,0-1 1 15,-1 2 2-15,0-1-1 0,-3 3 1 0,1-2-7 16,-2 2-21-16,1-1-11 0,-2 0-21 0,1 3-17 0,-2-3-30 16,1 0-42-16,-1 0-43 0,0-5-26 0,-1 2-187 15,0-2-441-15,-1-1 195 0</inkml:trace>
  <inkml:trace contextRef="#ctx0" brushRef="#br0" timeOffset="24559.72">7172 4888 154 0,'0'0'200'0,"-2"-11"-22"0,2 11-15 0,0-8-20 15,0 8-17-15,0 0-9 0,0 0-4 0,0 0-7 16,0 0-8-16,0 0-7 0,5 24-9 0,-3-12-10 15,-1-1-6-15,2 1-4 0,-2 1-4 0,2 6-7 0,-1-3-3 16,3 0-5-16,-2-3-19 0,0 1-23 0,-1 0-25 16,0-2-28-16,2-1-31 0,-1 2-39 0,-2-1-22 15,0-1-119-15,1 0-282 0,-1-1 124 16</inkml:trace>
  <inkml:trace contextRef="#ctx0" brushRef="#br0" timeOffset="24720.44">7113 4659 146 0,'-3'-6'129'16,"3"6"-19"-16,-1-12-51 0,1 12-17 0,0 0-20 16,4-6-24-16,-4 6-29 0,0 0-49 0,19 16-86 15,-11-7 39-15</inkml:trace>
  <inkml:trace contextRef="#ctx0" brushRef="#br0" timeOffset="25029.58">7393 5023 14 0,'5'-5'182'0,"1"1"0"0,3-3-2 0,-1 0-4 15,0-1-14-15,2-1-15 0,-1 0-11 0,4-4-9 16,-1 1-9-16,-2-2-10 0,0 4-9 0,1-2-9 15,-3-2-7-15,-1 3-7 0,0 1-2 0,0-2-4 16,-3 2-5-16,0 1-4 0,-1 1-1 0,-2 1-4 16,1 2-2-16,-2 5-7 0,0 0-1 0,-3-14-8 15,3 14-3-15,-11-5-6 0,2 5-3 0,9 0-3 16,-23 11 2-16,7-2-6 0,2 4 7 0,-2 1-12 16,-4 4 1-16,5 4-1 0,4-7 0 0,1 3-3 15,5-1 2-15,0-1 0 0,2 0 0 0,2 2-5 16,5-3 5-16,4 0 1 0,1-2-3 0,11 5-2 15,3-4-18-15,4-2-38 0,3-2-44 0,4-2-50 16,3-3-42-16,1-2-205 0,-2 0-420 0,3-3 186 16</inkml:trace>
  <inkml:trace contextRef="#ctx0" brushRef="#br0" timeOffset="25543.78">8018 4911 40 0,'-5'-3'233'0,"5"3"-10"0,-7-4-10 16,7 4-9-16,0 0-14 0,0 0-20 0,-6-2-16 16,6 2-13-16,0 0-16 0,0 0-15 15,0 0-10-15,0 0-9 0,0 0-8 0,0 0-12 16,0 0-3-16,0 0-7 0,25 4-8 0,-13-4-4 0,-1 3-17 15,3-2-19-15,-3 0-24 0,3 2-27 0,-4-1-23 16,2 2-29-16,-2-4-36 0,0 1-30 0,-4 2-17 16,2 0-123-16,-8-3-318 0,8 5 140 15</inkml:trace>
  <inkml:trace contextRef="#ctx0" brushRef="#br0" timeOffset="25702.77">8020 5025 96 0,'0'0'153'0,"0"0"2"16,0 0-5-16,-5 6-3 0,5-6 3 0,0 0-13 16,0 0-5-16,14 7-14 0,-7-5-10 0,3 0-14 15,4-1-20-15,-1 1-20 0,4-1-40 0,0-1-34 0,2 0-47 16,3 0-57-16,-4 0-105 0,2 0-248 0,-2-3 111 16</inkml:trace>
  <inkml:trace contextRef="#ctx0" brushRef="#br0" timeOffset="26245.96">8855 4503 95 0,'4'-10'266'16,"-2"2"-16"-16,1 1-11 0,-1 1-12 0,0 0-9 15,-2 6-11-15,3-7-16 0,-3 7-16 0,0 0-22 16,3-7-9-16,-3 7-28 0,0 0-12 0,0 0-5 15,0 0-7-15,1 21 4 0,-1-3 2 0,-2 1 3 16,-2 9-6-16,1 0-12 0,-1 2 0 0,-1-2-3 16,0 4-4-16,3-3-5 0,-3 0-4 0,-1 0-8 15,4-2-1-15,-2-1-3 0,1-1-8 0,1-4-2 16,-1 3-13-16,0-5 4 0,1 0-5 0,1-2-4 16,1 1-34-16,1-1-23 0,-1 1-30 0,2-7-35 15,0 4-32-15,-1-3-45 0,1-3-54 0,0 1-63 16,-2-10-180-16,-1 19-507 0,1-19 225 0</inkml:trace>
  <inkml:trace contextRef="#ctx0" brushRef="#br0" timeOffset="26434.66">9054 5025 95 0,'0'0'232'0,"0"0"-13"0,0 0-8 0,0 0-12 0,0 0-9 15,0 0-18-15,0 0-14 0,0 0-18 0,-16 18-11 16,11-13-13-16,-5 0-17 0,3 3-31 0,-3 0-35 16,1 0-36-16,0-1-49 0,1 0-61 0,-2 0-52 15,1 2-123-15,-3-3-312 0,2 1 138 0</inkml:trace>
  <inkml:trace contextRef="#ctx0" brushRef="#br0" timeOffset="29211.6">9153 4663 34 0,'2'-13'143'0,"1"6"-11"0,-2 1-5 0,-1 6-13 16,4-13-3-16,-3 7-3 0,2-1 2 0,-3 7 0 0,3-7-1 15,-3 7-3-15,3-8-4 0,-3 8-6 16,3-8-12-16,-3 8-8 0,0 0-9 0,0 0-9 16,2-6-8-16,-2 6-6 0,0 0-4 0,0 0-4 15,0 0 7-15,3 20 7 0,-3-7 12 0,0 4 2 16,-2 2-2-16,1 1 2 0,-4 5-8 0,4 2 2 0,-2-2-4 15,1-6-1-15,0 7-7 0,0-6-2 16,-1 5-6-16,-1-8-1 0,2 1-3 0,1 0-1 16,-1-1-5-16,0-1-2 0,2-3-2 0,-3-3-6 15,1 2-21-15,-1 0-19 0,3-4-25 0,-3 0-31 16,2 0-38-16,1-8-35 0,0 10-38 0,0-10-24 0,-2 7-109 16,2-7-350-16,0 0 155 0</inkml:trace>
  <inkml:trace contextRef="#ctx0" brushRef="#br0" timeOffset="29501.03">9372 4616 192 0,'0'0'184'0,"7"-6"-14"0,-7 6-6 16,2-5-7-16,-2 5-11 0,0 0-11 0,0 0-8 15,-18 13-14-15,9-6-9 0,-7 5-11 0,-7 3-9 16,1 1-8-16,-1-2-6 0,2 0-9 0,5 0-4 0,-2-3-9 15,4 2 0-15,0-2-8 0,4-3-1 16,0-1-5-16,1 0-3 0,2-2-3 0,2-3-5 16,0 2-2-16,5-4-5 0,-6 7-1 0,6-7-5 15,-5 6 1-15,5-6-1 0,0 0 1 0,3 11-3 16,-3-11 0-16,7 8 4 0,-2-3-5 0,1 0 0 16,3 2-2-16,5 0-2 0,2 1 5 0,3 0-1 0,0-1-16 15,0 0-26-15,2 1-35 0,-1-3-33 16,1 1-37-16,-1 0-22 0,0 0-149 0,-2 1-337 15,-4-4 150-15</inkml:trace>
  <inkml:trace contextRef="#ctx0" brushRef="#br0" timeOffset="29885.26">9481 4960 26 0,'0'0'191'0,"0"0"-8"0,0 0-5 0,10-13-5 16,-5 8-9-16,-5 5-12 0,13-7-14 0,-5 2-5 15,1-2-7-15,0 2-7 0,0-2-7 0,-2 1-10 16,0 2-5-16,0-2-8 0,0-2-14 0,-2 3 1 16,0-2-4-16,-1-2-8 0,0 0-6 0,-2-1-8 15,-2 0-7-15,3-2 0 0,-3-2-15 0,-3 3 6 16,3-5-7-16,-1 1 0 0,1-1-6 0,1 0-1 16,2 0-3-16,-1 1-1 0,3-2-6 0,-2 5-4 15,2 1-1-15,0 0-4 0,3 1 1 0,1 0-2 16,0 3-5-16,0 2 4 0,0 2 1 0,1 3-3 15,-2 1-4-15,3-1 3 0,-2 6 1 0,0 0-6 16,-1 4 6-16,0 0-4 0,-1 6 5 0,-3 0-5 16,1 3 3-16,-2-2 7 0,-2 0-4 0,0 1-1 15,0 0 0-15,-1-3 2 0,0 2-1 0,0-5 2 16,0 4 1-16,2-4-4 0,-2-1 5 0,3-2 0 16,0 2 1-16,1-1 0 0,-2 0 0 0,5-3-5 15,0 0-3-15,2 0-30 0,2-1-26 0,-1 1-20 16,2-3-33-16,0 0-29 0,1-2-25 0,0 0-14 15,0 1-129-15,-1 1-336 0,0-2 150 0</inkml:trace>
  <inkml:trace contextRef="#ctx0" brushRef="#br0" timeOffset="30123.78">10304 5056 59 0,'0'0'245'0,"0"0"-5"16,0 0-13-16,0 0-9 0,-11 17-16 0,7-12-23 16,0 1-18-16,0-1-12 0,-2 4-13 0,-1-1-12 15,2 0-29-15,0-1-42 0,0 1-50 0,-3 1-80 16,2-1-90-16,0-1-142 0,-2 1-333 0,8-8 149 15</inkml:trace>
  <inkml:trace contextRef="#ctx0" brushRef="#br0" timeOffset="31631.41">11559 4503 50 0,'1'-15'198'0,"-2"-3"-8"0,2 1-1 0,-2 6-3 15,1 0-9-15,0-1-9 0,-1 2-7 0,0-1-2 0,1 2-9 16,0 9-10-16,-1-11-13 0,1 11-15 16,0-9-5-16,0 9-20 0,0 0-13 0,0 0-10 15,0 0-4-15,0 0-7 0,0 0-8 0,0 0 3 16,-2 35 0-16,2-11-1 0,-3 1-4 0,2 6-3 15,-1-2 2-15,-2 2-6 0,1 0-2 0,1-1 6 16,-1-1-10-16,-1 0-6 0,3-1 0 0,-1-4-1 16,-2-5-4-16,2 0 1 0,1 0-8 0,1-2 9 15,-3-4-6-15,3-1 2 0,-1-1-7 0,1 0 0 16,-2-1-1-16,2-10 1 0,-2 11-1 0,2-5 5 16,0-6-3-16,-1 7 1 0,1-7 1 0,0 0 11 15,0 0 11-15,-1 9 1 0,1-9-3 0,0 0 6 16,0 0-16-16,0 0 0 0,0 0-2 0,7-30-8 15,-3 18-2-15,5-4 2 0,0 0-12 0,0-3-4 16,3 3 1-16,2-1 0 0,-1 4 0 0,-1-2 0 16,0 4-5-16,-4 3 1 0,2 0-2 0,-4 5-1 15,-2 0 4-15,1 0-4 0,-5 3-3 0,14 3 3 16,-9 0 1-16,3 3 0 0,-4 0 0 0,1 5 3 16,0 2 1-16,2-1-3 0,0 5 3 0,-3-2-11 15,2 1-31-15,-6 1-15 0,3-1-24 0,-2-1-34 16,0 2-39-16,2-4-48 0,-1 1-42 0,0 0-151 15,0-3-432-15,-1-1 191 0</inkml:trace>
  <inkml:trace contextRef="#ctx0" brushRef="#br0" timeOffset="31931.52">11958 4669 155 0,'0'-10'242'0,"0"2"-11"0,-4 0-5 15,1 3-12-15,3 5-21 0,-1-8-15 0,1 8-21 16,0 0-14-16,0 0-6 0,0 0-6 0,0 0-3 16,-13 22-2-16,7-3-7 0,2 1-7 0,-3 4-11 15,0 6-5-15,3-2 7 0,-3 2-1 0,3 1-8 16,1-1-13-16,-1 1 0 0,2-5-10 0,-2 0-2 16,1 1-3-16,3-1-8 0,-2-7 0 0,2 0-9 15,0-1-5-15,2 0 0 0,-2-1-7 0,0-1-4 16,0 0-4-16,0-5-9 0,2-2-4 0,-2 1-15 15,1 0-13-15,0-4-16 0,-1-6-16 0,0 11-11 16,0-11-14-16,0 9-8 0,0-9-13 0,0 0-8 16,1 7-24-16,-1-7-42 0,0 0-39 0,0 0-32 15,0 0-190-15,0 0-461 0,0 0 205 0</inkml:trace>
  <inkml:trace contextRef="#ctx0" brushRef="#br0" timeOffset="32075.12">11752 4956 28 0,'0'-7'183'0,"0"7"-12"16,0-12-16-16,0 12-8 0,1-13-18 0,3 7-11 16,0 2-13-16,2-4-10 0,3 4-16 0,3-2-24 15,-1 2-42-15,3-1-34 0,-1 1-42 0,5 1-20 16,-4 2-103-16,6 1-200 0,-3 1 88 0</inkml:trace>
  <inkml:trace contextRef="#ctx0" brushRef="#br0" timeOffset="32367.59">12060 4939 42 0,'0'0'193'0,"0"0"-3"0,8 0 0 0,-8 0-10 0,0 0-7 16,14-4-9-16,-7 2-3 0,2-3-11 0,-2 1-11 15,3 1-5-15,0-2-11 0,-1-1-10 0,1 1-10 16,2-1-12-16,-1-2-6 0,-2 2-10 0,0 0-2 16,0-1-12-16,-2-1-4 0,-1 5-6 0,-1-5-1 15,0 1-4-15,-2 2-4 0,-1 0-7 0,-2 5-1 16,3-12-4-16,-3 12-5 0,-1-10-4 0,1 10 3 15,-3-8-3-15,3 8-6 0,-4-6-1 0,4 6-3 16,-12-2-2-16,12 2 1 0,-19 7-7 16,7-2 0-16,1 5 3 0,-6 1 1 0,5 2-1 0,3 0-2 15,-1 0 1-15,2 2-1 0,3 1 4 0,1-2 1 16,-1-2-6-16,4-1 2 0,3 0-1 0,4 0-7 16,0-1-16-16,4-1-13 0,6 1-36 0,4-1-36 15,4-1-32-15,7-4-48 0,3-2-47 0,0 0-141 16,0-2-401-16,4 0 179 0</inkml:trace>
  <inkml:trace contextRef="#ctx0" brushRef="#br0" timeOffset="32544.53">12745 4775 142 0,'0'0'255'0,"0"-8"-26"16,0 8-22-16,4-8-21 0,-4 8-20 0,5-8-18 0,3 7-15 15,2-2-16-15,1-1-31 0,3 3-29 0,3 1-35 16,-3 1-40-16,1-2-50 0,-2 2-42 0,-3 1-32 16,1 3-93-16,-5-2-256 0,-1 3 114 0</inkml:trace>
  <inkml:trace contextRef="#ctx0" brushRef="#br0" timeOffset="32689.33">12758 4889 58 0,'0'0'181'0,"0"0"-1"15,0 0 0-15,-5 6-10 0,5-6-7 16,0 0-17-16,0 0-8 0,0 0-15 0,0 0-15 16,0 0-24-16,25-2-31 0,-14 1-38 0,5 0-45 15,2-5-41-15,2 3-44 0,7-2-116 0,-4 0-249 0,6-1 110 16</inkml:trace>
  <inkml:trace contextRef="#ctx0" brushRef="#br0" timeOffset="33022.71">13329 4621 8 0,'0'0'222'0,"-5"-3"-18"0,5 3-5 0,0 0-16 0,0 0-13 16,-14 13-7-16,10-7-5 0,2 0-18 16,0 4-9-16,0 3-12 0,1-3-7 0,-1 3-10 15,4-1-5-15,1 1-5 0,-1-2-8 0,4 5-7 16,-3-6-1-16,6 5-4 0,-2-3-5 0,-1-1-7 15,5 5 2-15,-1-8-2 0,1 6-5 0,-3-5-8 16,2-1-3-16,-3 1-2 0,-1-1-6 0,1 0-5 16,-1 1-1-16,0-2-6 0,-2 0-1 0,-2 0-1 15,0-4 1-15,0 4 1 0,-2-7 8 0,0 11 13 16,0-11 5-16,-2 11 3 0,0-5 9 0,-4-3-14 16,-2 3-5-16,1-2 0 0,-3-1-6 0,1 1-5 15,-3-2 0-15,6 0-12 0,-1 0-12 0,-5-2-27 16,12 0-19-16,-17 0-26 0,7-3-26 0,1 0-37 15,1 0-44-15,-1-4-41 0,-1 0-36 0,2 0-185 16,-1-2-469-16,5-1 209 0</inkml:trace>
  <inkml:trace contextRef="#ctx0" brushRef="#br0" timeOffset="33431.11">13398 4587 136 0,'16'-2'175'15,"2"-1"-4"-15,0 3-10 0,-5 0-11 0,1 0-14 16,4 0-9-16,0 0-16 0,-3 3-1 0,-1-3-9 16,1 6-7-16,0-2-7 0,-5-2-9 0,1 3-8 15,-1-1-7-15,-4 3 2 0,1-2 3 0,-1 1 2 16,-3 1 6-16,2 2-4 0,-3 1-4 0,-2 0 9 16,2 3 4-16,-2-1 0 0,0-1-5 0,0 3-9 15,-2-3-3-15,2 2-6 0,-5-1 8 0,5-1-13 16,0 1-7-16,0 0-2 0,0-4-6 0,3 1 0 15,-1 0-3-15,0-2-4 0,1-1-3 0,1 1 3 16,2 0 5-16,1-4-9 0,3 1 4 0,-2-2 4 16,3 1-1-16,3-3 2 0,-3 0 5 0,0-3 2 15,3-1 1-15,-1 1 7 0,-1-3 1 0,1 0-12 16,-1 0 5-16,-2-3 1 0,1-1-10 0,-4 0 1 16,3-4-4-16,-4 0-4 0,1-2-2 0,-3-1-1 15,-2-1-4-15,-2 1-8 0,-2-1-2 0,2 2 4 16,-4 0-7-16,-1 1 2 0,1 5-3 0,0 0-3 15,-1-1 0-15,-4 3-9 0,2-1-6 0,-2 4-10 16,-2 0-20-16,2 3-20 0,-2 2-22 0,-1 1-30 16,3 2-33-16,-3 2-36 0,0-2-53 0,3 5-50 15,-4 3-180-15,5-5-503 0,2 3 223 0</inkml:trace>
  <inkml:trace contextRef="#ctx0" brushRef="#br0" timeOffset="34902.97">14585 4977 175 0,'0'0'188'0,"0"0"-13"16,0 0-6-16,0 0-17 0,0 0-12 0,0 0-18 15,0 0-10-15,0 0-8 0,0 0-14 0,0 0-8 16,-10 18-2-16,5-9-13 0,1-1-8 0,-2 3-20 15,2-1-31-15,-4 2-31 0,3 0-38 0,-1 0-45 16,0-2-44-16,-1 3-87 0,0-2-257 0,0-3 113 16</inkml:trace>
  <inkml:trace contextRef="#ctx0" brushRef="#br0" timeOffset="35547.36">15438 4482 85 0,'-2'-10'234'0,"1"1"-2"0,-1 1-12 16,2 8-17-16,-2-12-17 0,2 12-27 0,-1-6-17 0,1 6-13 15,0 0-18-15,0 0-10 0,0 0-11 0,0 0-6 16,-1 37-8-16,-2-18-5 0,2 8-7 0,-4 0-5 16,3 3-2-16,1-1-7 0,0 3-5 15,-3-6-3-15,0 1-3 0,2-3-6 0,2-5-3 16,-3 0 0-16,2 0-4 0,-1-2 0 0,1 1-6 16,1-2-3-16,-2-5 1 0,0 1 3 0,0-1-4 0,2-2-3 15,-2-1 0-15,2-8 0 0,0 11 0 0,0-11 0 16,-1 7-1-16,1-7 0 0,0 0 2 0,1 10 3 15,-1-10-1-15,0 0 8 0,0 0-8 16,0 0-3-16,0 0-3 0,11-20-2 0,-5 8 2 16,4-2-6-16,2-3-5 0,7-5 4 0,-2-3-9 0,4 5 0 15,2-2 1-15,-1 0-2 0,0 3 0 0,-6 5 1 16,1 2-3-16,-2 3 1 0,-1 1 1 0,-5-1 1 16,2 7-6-16,-2-2 0 0,-3 3 0 0,-6 1 1 15,14 5 5-15,-8 0-6 0,1 5 6 16,-1 5-2-16,2 0 1 0,-4 4 2 0,-2 0-2 0,2 7 5 15,-3-1-1-15,1 1 4 0,-1 0 2 0,0-6-13 16,-1 4-21-16,0-5-22 0,-1-2-57 0,1 1-40 16,1-3-46-16,-2 2-184 0,1-5-412 0,0 0 183 15</inkml:trace>
  <inkml:trace contextRef="#ctx0" brushRef="#br0" timeOffset="35939.96">15872 5050 91 0,'0'0'223'0,"8"-9"-4"0,-5 4-15 0,3 0-7 16,-3-3-6-16,4-1-16 0,-3 1-11 0,3-2-15 15,0 1-11-15,-2-2-11 0,3 1-8 0,3-5-10 16,-1 1-11-16,-1-2-9 0,1-1-6 0,1 0-12 0,-2 0-2 16,1 0-9-16,-1-2-5 0,-3 4-1 15,-1-1-3-15,-3 1-9 0,0 2 3 0,-3 3-2 16,2-2 2-16,-1 2 3 0,-1 1 7 0,-2 0-9 15,2 3 4-15,1 6-13 0,-3-9-3 0,3 9-6 16,-2-8-2-16,2 8-6 0,0 0-5 0,-4-7 0 0,4 7-8 16,0 0-8-16,0 0-6 0,0 0-2 15,0 0 1-15,0 0 3 0,0 0-1 0,0 0 1 16,0 0 2-16,23 9-5 0,-17-6 3 0,3 4-4 16,2-3 4-16,-3 1-1 0,3 1 0 0,-1-1 2 15,-1 4-3-15,-3-1 0 0,1 1 3 0,2 4 4 16,-3-1-3-16,-2 1 6 0,1 0-7 0,-1 4 1 15,-3 1 0-15,0-3 4 0,1 2-1 0,-1-2-1 0,0 1 1 16,-1-4 3-16,0 0-1 0,0 0-6 16,2-1-31-16,-1 1-23 0,-1-3-26 0,0-1-45 15,1 0-49-15,0-1-51 0,1 0-183 0,-2-7-444 16,7 10 197-16</inkml:trace>
  <inkml:trace contextRef="#ctx0" brushRef="#br0" timeOffset="36275.94">16434 4952 47 0,'7'-2'203'15,"-7"2"-4"-15,11-7 4 0,-3 4-6 0,-1 1-13 16,0-2-11-16,3-2-13 0,0-1-8 0,-1 2-13 16,0-1-9-16,0 0-5 0,0 1-5 0,0-2-8 15,-1 0-4-15,-1-1-11 0,0 0-7 0,-1 0-9 16,-1-2 0-16,-1 2 4 0,-2-1-9 0,-1-1-6 15,0 0-7-15,-3-1-9 0,0 3-1 0,1-2-4 16,-2 3-7-16,-2-1 3 0,1 3-13 0,4 5-6 16,-9-8 2-16,9 8-6 0,-15-1-5 0,15 1 5 15,-19 7 5-15,4 0 4 0,-1 4 4 0,4 0 5 16,-3 2 5-16,1 1-7 0,3-1 1 0,-2 4-1 16,4-2-10-16,1 3 8 0,3-1-4 0,2-6-4 15,1 6 3-15,4-5-4 0,3 3-2 0,0-3-1 16,2-3-26-16,6 1-21 0,4 0-33 0,1-3-38 15,1 1-40-15,0-3-47 0,3-1-47 0,-2 0-33 16,2-2-211-16,-2 0-511 0,1-1 226 0</inkml:trace>
  <inkml:trace contextRef="#ctx0" brushRef="#br0" timeOffset="36484.71">17141 4799 26 0,'6'-6'287'0,"-6"6"-30"16,6-4-26-16,-6 4-26 0,0 0-17 0,9-5-20 15,-3 4-16-15,3-1-16 0,1 0-22 0,2 1-26 16,0-2-26-16,1 5-24 0,1-2-29 0,-2 0-45 16,-2 1-33-16,1 0-21 0,-2 2-19 0,-2-1-25 15,-3 2-7-15,-4-4-90 0,3 8-250 0,-3-8 112 16</inkml:trace>
  <inkml:trace contextRef="#ctx0" brushRef="#br0" timeOffset="36599.33">17274 4825 621 0,'-8'7'-35'0,"-2"0"19"0,1 0 31 0,1 0 16 0,1 0 20 16,-2-1 21-16,2 0 5 0,2-1 11 0,-1-2-8 16,6-3 11-16,-9 8-1 0,5-5-2 0,4-3 2 15,-6 6-5-15,6-6-5 0,0 0-3 0,-3 5 4 16,3-5-8-16,0 0-8 0,0 0-17 0,21 3-26 16,-11-3-39-16,3-3-61 0,6 0-75 0,-1 0-118 15,9-4-295-15,-2 0 131 0</inkml:trace>
  <inkml:trace contextRef="#ctx0" brushRef="#br0" timeOffset="37189.65">18038 4602 91 0,'8'-4'244'0,"4"-1"-18"0,-1 3-14 16,3 0-32-16,0 1-7 0,3 1-20 0,0 3-8 16,-5 2-15-16,2 0-15 0,0 4-10 0,-1 2-10 15,0 1-11-15,-4 1-3 0,-2 2-7 0,0 0-3 16,-2 4-6-16,-3-2-2 0,-2 0-1 0,-2 0 0 15,-2 0-2-15,-2-1 7 0,-5 1-15 0,0 0-1 16,-4-3-4-16,-7 2-2 0,1 0-5 0,1-6-3 16,2-1-6-16,-2-2 1 0,-1 1-6 0,3-2-1 15,2-3-5-15,3 0 9 0,-2 0-12 0,4-2-1 16,4 0 1-16,7-1 1 0,-17-2 0 0,9 0-4 16,8 2 1-16,-7-4-2 0,7 4-3 0,-7-5 12 15,7 5 3-15,0 0-1 0,0 0-2 0,0 0-2 16,0 0-5-16,0 0 0 0,13-12-2 0,-13 12-2 15,13 0-4-15,-2 3 0 0,-2 1-2 0,4 1 3 16,0-1 0-16,2 3 1 0,2-2-20 0,-2 2-18 16,3-3-26-16,-1 3-32 0,2 0-31 0,1 0-43 15,-2-2-37-15,1 1-44 0,-2 2-166 0,-4-3-440 16,0-1 196-16</inkml:trace>
  <inkml:trace contextRef="#ctx0" brushRef="#br0" timeOffset="37358.58">18363 4897 73 0,'0'-9'264'0,"0"9"-14"0,4-8-12 15,-4 8-14-15,0 0-20 0,0 0-16 0,1-7-21 16,-1 7-21-16,0 0-13 0,0 0-29 0,0 0-31 16,5-5-23-16,-5 5-28 0,0 0-42 0,0 0-63 15,0 0-54-15,0 0-179 0,12 12-343 0,-12-12 152 16</inkml:trace>
  <inkml:trace contextRef="#ctx0" brushRef="#br0" timeOffset="37711.18">18618 4714 5 0,'3'-4'260'0,"-3"4"-8"0,4-8-12 16,-4 8-21-16,4-6-18 0,-4 6-24 0,0 0-17 15,0 0-17-15,0 0-11 0,0 0-10 0,0 0-10 16,0 0-12-16,-3 23-10 0,0-13-8 16,2-2-1-16,1 3-11 0,-2 0-8 0,3-1-3 0,1 3-7 15,2-3-5-15,0 1-7 0,1 4 0 0,2-5-4 16,0 1-2-16,5 3-4 0,-3-1-1 0,0-2-7 16,1 1 0-16,0 1 1 0,0-4-3 0,-1 1-3 15,-1 0-2-15,-1-2 1 0,0 0-5 0,-1 1 1 16,-2-4-2-16,0 2 9 0,-1-1 2 15,-1-1-5-15,-2-5 7 0,3 10 19 0,-3-10-7 0,-1 11 9 16,1-11-6-16,-4 7 0 0,-1-3-4 0,5-4-6 16,-12 6 2-16,5-2-5 0,-1-4-10 0,-3 3-17 15,0-3-18-15,0 0-16 0,0 0-22 0,0-3-28 16,1 1-38-16,-2-2-53 0,2-2-63 0,2 1-212 16,-1-4-488-16,2-1 216 0</inkml:trace>
  <inkml:trace contextRef="#ctx0" brushRef="#br0" timeOffset="37876.18">18686 4681 220 0,'9'-6'217'0,"0"0"-8"0,2 1-16 16,0 1-17-16,2 1-12 0,3-2-15 0,3 2-14 0,1-3-15 16,1 5-11-16,0-1-8 0,-3 1-10 0,2-1-9 15,-1-2-35-15,0 4-49 0,-1 0-36 0,-1-2-63 16,-3 2-74-16,-6 1-109 0,2-1-305 15,-10 0 135-15</inkml:trace>
  <inkml:trace contextRef="#ctx0" brushRef="#br0" timeOffset="39574.8">19168 4743 19 0,'-5'-7'223'0,"5"7"-5"0,-3-7-10 0,3 7-2 16,-4-6-8-16,4 6-11 0,0 0-19 0,0 0-10 16,0 0-22-16,-2-8-13 0,2 8-18 15,0 0-12-15,0 0-10 0,0 0-9 0,0 0-8 0,0 0-6 16,15 26-6-16,-8-16-8 0,0 5-2 0,0 1-7 15,2 0-3-15,0-3-4 0,-2 3 1 16,2 0-3-16,-2 1-5 0,1-2 1 0,2-1-4 16,-1 2 6-16,2 0-3 0,-2-2-8 0,1 0-20 0,2-2-29 15,-6-2-35-15,3-2-39 0,-1 2-38 0,2-1-44 16,-2-1-178-16,-6 0-399 0,3-4 176 0</inkml:trace>
  <inkml:trace contextRef="#ctx0" brushRef="#br0" timeOffset="39789.75">19430 4789 22 0,'1'-7'257'0,"2"-1"-10"16,-3 8-16-16,1-8-22 0,-1 8-21 0,0 0-18 16,0 0-14-16,0 0-11 0,0 0-9 0,-27 13-11 15,13 3-5-15,-4 2-8 0,-1 5-8 16,-3-2-10-16,1 2-12 0,0-1-9 0,5 0-9 15,-2-1-16-15,8-5-19 0,-2 1-28 0,1 0-27 0,3-1-31 16,-1-3-47-16,0 1-59 0,5-2-46 0,0-1-134 16,0-2-371-16,3-1 165 0</inkml:trace>
  <inkml:trace contextRef="#ctx0" brushRef="#br0" timeOffset="40029.06">19656 4668 213 0,'4'-9'268'0,"-1"2"-19"0,-1 2-18 0,-2 5-26 15,4-9-25-15,-4 9-15 0,0 0-15 0,0 0-7 16,0 0 1-16,0 0-4 0,1 19-8 0,-2-1-7 0,-2 2-10 16,-2 4-10-16,4 2-12 0,-1-7-8 15,-1 8-7-15,-1 1-5 0,3-1-8 0,1 0-8 16,-3-8-7-16,3-1-25 0,0 2-28 0,2-1-25 15,-1-2-26-15,0-5-29 0,-1 5-47 0,1-6-57 16,1-3-53-16,-1 3-155 0,0-3-427 0,1-3 189 16</inkml:trace>
  <inkml:trace contextRef="#ctx0" brushRef="#br0" timeOffset="40308.97">19785 4901 2039 0,'4'-4'115'16,"-4"4"-50"-16,0 0-45 0,10-5-23 0,-10 5 6 15,0 0-4-15,0 0 0 0,11 3 4 0,-11-3 8 16,6 4 7-16,2-1 9 0,-3 0 2 0,4 0 8 16,1-1 2-16,4 2 5 0,3-3-6 0,2-1-1 15,1 0-4-15,-2-1-1 0,1 0-2 0,0-1-3 16,-5 1 4-16,-2 0 0 0,-2 0-7 0,-2-2 13 16,0 2 0-16,-3-2-1 0,2-2-4 0,-3 0-4 15,-1-3-4-15,-3 0-5 0,0 8-1 0,-4-16-2 16,0 7-2-16,-4 1-5 0,-1 0-1 0,0-2-2 15,-2 3-2-15,-2-3-2 0,-5 2-4 0,3 0 8 16,-2 3-18-16,5 1-13 0,0 1-18 0,-2 2-27 16,0 1-29-16,1 0-36 0,3-1-53 0,1 2-34 15,-1 3-150-15,2-3-402 0,8-1 178 0</inkml:trace>
  <inkml:trace contextRef="#ctx0" brushRef="#br0" timeOffset="40510.71">20160 4563 2932 0,'0'0'44'16,"-2"-12"-56"-16,0 7 1 0,2 5 6 0,0 0-5 16,6-12 7-16,-2 8-4 0,4-1 14 0,1 0-11 15,7-1 2-15,2 1-8 0,4-1-15 0,6-1-19 16,3 0-30-16,-4 3-43 0,2 1-64 0,0-2-52 15,-2 2-142-15,3-2-405 0,-2 0 180 0</inkml:trace>
  <inkml:trace contextRef="#ctx0" brushRef="#br0" timeOffset="41058.8">20969 4317 165 0,'6'-3'207'0,"1"0"2"0,-7 3-7 0,10-4-2 16,-10 4-8-16,9-3-7 0,-9 3-11 0,0 0-11 16,6-2-13-16,-6 2-15 0,0 0-7 0,0 0-17 15,0 0-6-15,8-1-10 0,-8 1-2 0,0 0-3 16,0 0-3-16,0 0-7 0,0 0-2 0,0 0-3 16,0 0-9-16,0 0-4 0,-32 5-1 0,11-2-10 15,-7 2-2-15,-3-1-4 0,-2-1-6 0,-1 1 1 16,-4 1-8-16,-1-2-3 0,-1 1 0 0,2-2-4 15,-1 1 1-15,3-2-4 0,3 2 0 0,-3-3-8 16,6 3 2-16,4-3 1 0,5 0 0 0,4 0-4 16,7-2 2-16,0 2 1 0,1-1 0 0,9 1 3 15,-14-1-3-15,14 1-1 0,-12-2-4 0,12 2-4 16,-2-4 1-16,2 4 0 0,0 0-2 0,9-15-7 16,-3 8-6-16,6-1 2 0,2-2-1 0,5 0-6 15,1 0 2-15,4-3 1 0,0 3 0 0,-5 0 1 16,-1 2 36-16,1-2-5 0,-4 2-5 0,3 1 0 15,-1-1 0-15,-6 1-17 0,3-2 16 0,-2 3-5 16,-3-2 2-16,1 3 1 0,-2 0-6 0,-2 2-4 16,2-4 2-16,-2 4 3 0,-1-2-4 0,3 1 2 15,-8 4-4-15,6-7-5 0,-1 4 5 0,-5 3 1 16,7-5-4-16,-7 5 10 0,5-4-11 0,-5 4-7 16,0 0 5-16,0 0-6 0,0 0-4 0,0 0-1 15,11 16 13-15,-9-6 7 0,-2 6 9 0,-2 2 3 16,-1 7 2-16,-1 0-1 0,-3 4 3 0,-2 0-4 15,4 0 3-15,-2 1-2 0,-2-2 8 0,1 4-9 16,2-2-2-16,0-4-26 0,3 3-18 0,-2 2-41 16,3-5-32-16,2 3-38 0,2-5-52 15,3-3-75-15,-2 4-284 0,0-7-595 0,0-1 263 0</inkml:trace>
  <inkml:trace contextRef="#ctx0" brushRef="#br0" timeOffset="42540.06">20662 4941 28 0,'3'-6'171'0,"-3"6"-7"0,2-10-11 0,-2 10-13 15,3-5-17-15,-3 5-8 0,0 0-13 0,0 0-14 0,2-9-10 16,-2 9-10-16,0 0-6 0,0 0-5 0,0 0-18 15,0 0-15-15,0 0-12 0,0 0-26 0,5 17-20 16,-5-17-31-16,-1 18-30 0,0-7-26 0,-2 1-62 16,1 0-197-16,-1 0 87 0</inkml:trace>
  <inkml:trace contextRef="#ctx0" brushRef="#br0" timeOffset="42700.93">20675 5245 103 0,'0'0'144'16,"-9"2"-14"-16,9-2-12 0,-11 3-11 0,5-1-12 0,-1 0-18 15,0 1-21-15,7-3-33 0,-14 7-24 0,8-3-42 16,1-3-93-16,5-1-145 0,-16 7 65 0</inkml:trace>
  <inkml:trace contextRef="#ctx0" brushRef="#br0" timeOffset="43189.66">21678 4677 2449 0,'9'-32'4'16,"-4"-3"-57"-16,-2 4 47 0,-2 3 45 0,1 9-7 15,0 4 0-15,-1 3-3 0,-1 0 1 0,0 4-7 16,0 1-6-16,0 7 1 0,2-8-9 0,-2 8-4 16,0 0-1-16,0 0 1 0,0 0 1 0,8 30 2 15,-5-3-1-15,-2 3-1 0,0 4 3 0,2 2-1 16,-2 10 0-16,-1-10 0 0,0-3-4 0,-1 2 2 16,0-1 2-16,-2-1 0 0,2-4-3 0,0 0 0 15,-1 0 2-15,1-9-3 0,-2-2 1 0,3 1-1 16,-1-3 2-16,1-5-3 0,-1 2 2 0,-1-3 3 15,1-2-4-15,1-1 1 0,0-7 3 0,-2 10-1 16,2-10 5-16,0 9 4 0,0-9 7 0,0 0 3 16,0 0-5-16,0 0 1 0,0 0-4 0,0 0 5 15,0 0-8-15,13-25-6 0,-6 14 6 0,3-4-8 16,4 4 3-16,-1-1-5 0,3-1 2 0,-4 3-3 16,1 1 2-16,-3 2 0 0,-1 1-2 0,-1 3 0 15,2 0 2-15,-1 1-7 0,0 0 4 0,-9 2-6 16,14 6 3-16,-9-3 0 0,2 2 2 0,0 1-6 15,-2 2 3-15,2 2 1 0,-5-3 3 0,1 3-2 16,1-1 1-16,0 5-4 0,-1-2-15 0,1-2-22 16,-1 0-16-16,-1 1-26 0,1-5-35 0,-1 5-32 15,1-3-33-15,1 1-25 0,-1-4-164 0,-2 2-399 16,-1-7 177-16</inkml:trace>
  <inkml:trace contextRef="#ctx0" brushRef="#br0" timeOffset="43471.8">22092 5012 123 0,'0'0'167'0,"6"-3"-18"0,-6 3-6 0,0 0-7 15,0 0-7-15,0 0-8 0,0 0-8 0,0 0-10 16,0 0-4-16,-3 22-10 0,3-22-11 0,5 10-5 16,-4-5-6-16,3 0-5 0,0-1-4 0,2 1 6 15,3-1 3-15,1-1-3 0,2 0-4 0,-2-3 1 16,1 0-9-16,1-1 5 0,-1-1-2 0,0 0-3 15,-2 1 8-15,-3-2 0 0,2-2 3 0,-5 0-7 16,1 1-5-16,-4 4-7 0,3-13-5 0,-3 4-7 16,-4-1-2-16,0 2-2 0,-3 0-3 0,0 0-5 15,0 0-3-15,-3 0-11 0,-2 2-6 0,0 0-20 16,2 0-16-16,-4 5-15 0,1-1-21 0,-1 1-28 16,1 1-49-16,2 0-42 0,2 4-168 0,9-4-390 15,-14 4 173-15</inkml:trace>
  <inkml:trace contextRef="#ctx0" brushRef="#br0" timeOffset="43798.15">22418 5065 206 0,'9'-2'226'0,"1"-4"-11"15,-1 2-7-15,1-2-18 0,-1 0-11 0,3 1-20 16,-3-2-14-16,0 1-17 0,1 0-7 0,-1-1-18 15,-1-1-6-15,0-1-8 0,-3 1-10 16,2 0-9-16,-1-1-10 0,-2-2-1 0,0 3-8 0,-3-2-7 16,2 2-2-16,-6-2-8 0,3 10 0 0,-5-13-6 15,3 7-1-15,-5 1-6 0,2 0-3 0,5 5-2 16,-16-4 2-16,4 4-3 0,0 3-2 16,0 2 2-16,-5 1 0 0,-2 6-4 0,2 1 3 15,2-1 2-15,0 1 6 0,-3 6 4 0,6-3 1 0,3-1-5 16,2 0 3-16,3 1-3 0,1-4 0 0,3-2-3 15,3 2-1-15,2-1 0 0,4-1 1 0,5 1-4 16,3-2-18-16,2 0-28 0,10-2-45 16,2-3-63-16,2-3-71 0,0 1-217 0,0-2-464 15,-1-4 206-15</inkml:trace>
  <inkml:trace contextRef="#ctx0" brushRef="#br0" timeOffset="44908.02">23509 4827 172 0,'0'0'217'0,"0"0"-4"0,-10 0-12 15,10 0-11-15,0 0-9 0,0 0-14 16,-8-3-12-16,8 3-7 0,0 0-13 0,0 0-20 16,0 0-6-16,0 0-11 0,25-4-6 0,-14 3-10 15,1 0-9-15,6 0-3 0,2-1-11 0,-1 1-22 16,2 0-16-16,0-2-20 0,-3 2-29 0,3-1-24 0,-5 2-27 15,-2 0-24-15,-1-1-30 0,0 0-23 16,-4 1-14-16,-3 1-8 0,-6-1-96 0,13 2-295 16,-13-2 131-16</inkml:trace>
  <inkml:trace contextRef="#ctx0" brushRef="#br0" timeOffset="45051.07">23697 4860 47 0,'-7'4'64'16,"-2"2"8"-16,0-2 4 0,-3 1-3 0,5-1 16 0,-3 1 4 15,3-1 0-15,1 0-1 0,6-4-1 16,-9 6 5-16,9-6-9 0,-7 3-7 0,7-3-7 15,-6 4-2-15,6-4 4 0,-4 5 1 0,4-5-5 16,0 0-9-16,0 0-13 0,9 11-18 0,-3-8-41 16,-6-3-36-16,24 4-36 0,-11-3-46 0,5 0-89 0,10-2-233 15,-8-1 104-15</inkml:trace>
  <inkml:trace contextRef="#ctx0" brushRef="#br0" timeOffset="45565.67">24212 4655 39 0,'3'-12'270'15,"-2"6"-11"-15,0-3 3 0,1 2-6 0,-2 7-9 16,1-12-6-16,-1 5-13 0,0 7-22 0,0 0-25 16,4-9-12-16,-4 9-19 0,0 0-15 0,2-5-16 15,-2 5-14-15,0 0-5 0,0 0-9 0,0 0-13 16,0 0-4-16,14 3-4 0,-14-3 0 0,8 5-8 15,-4-2-3-15,-4-3-12 0,7 5-3 0,-7-5 0 16,6 5-10-16,-6-5 3 0,7 4-5 0,-7-4-2 16,6 5-8-16,-6-5 8 0,7 2-5 0,-7-2-1 15,8 1-6-15,-8-1-5 0,9 3-2 0,-9-3 2 16,9 4 2-16,-4-1-5 0,0 0-1 0,-5-3 0 16,11 6-6-16,-3-3 17 0,0 5-13 0,-2-2-2 15,3 3-10-15,-4 0 7 0,1-1 1 0,0 4 3 16,-1 3-7-16,-2-2 7 0,-3 2-6 0,1 0 3 15,-4 2 3-15,-3 1 2 0,-2-3-6 0,-1 2 1 16,-4-3-2-16,-1 1 10 0,-4-1-6 0,-2 1-1 16,-4 0 0-16,-1-2-1 0,2 1 16 0,3-6-13 15,-2-1-7-15,4-1-1 0,-2-1 5 0,2-1 0 16,6-2-2-16,2 2 2 0,1-3-3 0,3 1 0 16,6-2 2-16,-10 1 1 0,10-1 1 0,0 0-5 15,-9 0 0-15,9 0 4 0,0 0-5 0,0 0-7 16,0 0 12-16,0 0-7 0,23-7 2 0,-11 5 0 15,0 2 0-15,2-1 2 0,3 1-4 0,2-1-1 16,-1 1-18-16,1-2-18 0,4 4-22 0,4-1-30 16,-7-1-28-16,2-1-31 0,1 1-35 0,-4-2-35 15,2 1-25-15,-1-2-26 0,0 2-166 0,-8 0-473 16,1-3 210-16</inkml:trace>
  <inkml:trace contextRef="#ctx0" brushRef="#br0" timeOffset="45861.93">24635 4721 124 0,'0'0'201'0,"0"-10"-5"0,0 10-10 0,0-9-13 0,0 9-21 15,0 0-16-15,-5-7-15 0,5 7-5 0,0 0-7 16,0 0-11-16,0 0-7 0,-14 20-9 0,12-11-8 16,3 1 0-16,-1 2-6 0,2 2 5 0,5 1-7 15,-2-1 2-15,5 3-4 0,-1-2 0 0,1 0-6 16,2-2-1-16,1 1-8 0,2 0-1 0,-5 0-7 15,4-3-6-15,-5 3 0 0,0-6-4 0,1 0-2 16,-5-1-3-16,1 0-5 0,-2 0 0 0,-1-3-4 16,0 0 1-16,-3-4-3 0,2 10 1 0,-2-10 1 15,0 6-1-15,0-6-2 0,-7 6 0 0,-1-4-3 16,0 0 0-16,-2-2-15 0,-3 0-11 0,-3 0-17 16,3-2-22-16,-5 0-17 0,5-2-27 0,-5 1-30 15,4-2-42-15,-2-2-37 0,5 2-153 0,0-1-389 16,0-1 172-16</inkml:trace>
  <inkml:trace contextRef="#ctx0" brushRef="#br0" timeOffset="46003.48">24752 4687 85 0,'11'-4'161'0,"3"0"-17"0,-1 3-5 15,5-4-20-15,2 2-13 0,2 2-34 0,5-2-37 16,5 3-50-16,0-5-50 0,-1 5-66 0,-2-2-141 15,-9 2 63-15</inkml:trace>
  <inkml:trace contextRef="#ctx0" brushRef="#br0" timeOffset="46232.8">25232 4656 67 0,'0'0'266'0,"0"0"-16"16,0 0-26-16,0 0-21 0,0 0-19 0,0 0-18 15,0 0-15-15,0 0 0 0,12 8-3 0,-7 1-9 16,-1 0-14-16,2 5-9 0,0-3-9 0,3 3-13 16,-1 1-8-16,-4-3-7 0,5 3-9 0,-3-1-6 15,2-2-4-15,-1 2-7 0,-3-3-2 0,3 2-6 16,-2-4-2-16,1 1-4 0,-1-1-20 16,3-1-24-16,-3 1-28 0,3-1-43 0,-5-3-42 0,4-1-52 15,-3 0-51-15,-4-4-176 0,0 0-428 0,11 6 189 16</inkml:trace>
  <inkml:trace contextRef="#ctx0" brushRef="#br0" timeOffset="46445.96">25489 4685 90 0,'0'-7'261'16,"0"7"-5"-16,2-9-21 0,-2 9-16 0,2-9-26 15,-2 9-19-15,0 0-4 0,0 0 1 0,0 0 10 16,-31 22-4-16,17-9-10 0,0 3-9 0,-6 4-5 15,0-1-8-15,0 1-12 0,1-1-15 0,2 0-4 16,-3 0-15-16,7-5-12 0,-2 0-4 0,0 0-20 16,2-1-30-16,1-2-33 0,2 1-40 0,-2 1-49 15,5-6-53-15,-1 2-69 0,0-2-70 0,1-2-173 16,3 0-490-16,4-5 217 0</inkml:trace>
  <inkml:trace contextRef="#ctx0" brushRef="#br0" timeOffset="46707.9">25610 4706 1948 0,'13'-13'172'0,"0"-1"-21"0,-5 5-36 0,-1 2-10 16,1 1 8-16,-5 0-3 0,0 1-9 0,-3 5-3 0,8-7-27 16,-8 7-6-16,4-2-9 0,-4 2 0 0,0 0 12 15,5 16 14-15,-3-3-1 0,0 2 15 0,0 2 5 16,-2 0 0-16,0 2-3 0,2 0-6 0,-4-2-4 15,2 2-10-15,-2-2-5 0,2 0-5 0,-2 1-8 16,0-2-8-16,-1 0-1 0,2-4 0 16,0 0-5-16,-1-1-13 0,0-1-2 0,2-4-37 0,0 4-32 15,-2-3-45-15,2-7-46 0,-3 12-39 0,0-8-45 16,1 3-46-16,2-7-50 0,-4 10-242 0,4-10-598 16,-4 5 265-16</inkml:trace>
  <inkml:trace contextRef="#ctx0" brushRef="#br0" timeOffset="46993.59">25848 4849 68 0,'7'-6'211'0,"-7"6"-9"0,0 0 2 0,0 0-8 0,0 0-2 16,0 0-11-16,13 8-9 0,-11-3-8 16,-2-5-10-16,9 10-12 0,-4-6-2 0,6 3-6 0,-2-4-16 15,9 2-5-15,-5-1-7 0,4-1-13 0,0 0-8 16,-3-2-8-16,3 0-6 0,-3-1-9 0,-3 0-1 15,0-2-2-15,1-1-4 0,-1-1-7 0,-3 1 3 16,2-3-7-16,-6 2-11 0,1-2 2 16,1 0 0-16,-1-1 2 0,-3 0 2 0,3 0-8 0,-3-1-6 15,-2 8-5-15,0-16 0 0,-1 6-6 0,0 1-2 16,-4 2-4-16,-2 0-16 0,3 1-10 0,-5 0-13 16,-3 0-19-16,-1 3-21 0,0 0-24 0,-1 2-23 15,1 1-36-15,1-1-67 0,2 2-48 16,-1-1-161-16,11 0-463 0,-18 0 205 0</inkml:trace>
  <inkml:trace contextRef="#ctx0" brushRef="#br0" timeOffset="47434.37">26105 4447 12 0,'-6'-5'286'0,"6"5"-2"0,0 0-5 15,0 0-11-15,-4-5-9 0,4 5-22 0,0 0-24 16,0 0-27-16,0 0-13 0,10-8-20 0,-4 6-20 15,7 0-12-15,1 1-13 0,3-2-11 16,2 3-22-16,1-2-24 0,-2 1-24 0,4 1-34 0,-2 0-35 16,1-1-39-16,1 1-57 0,-1-3-48 0,0 1-42 15,-2 2-152-15,-4-1-412 0,6-1 182 0</inkml:trace>
  <inkml:trace contextRef="#ctx0" brushRef="#br0" timeOffset="47810.56">26753 4272 121 0,'2'-6'247'0,"-2"6"-2"0,3-9-9 16,-1 5 14-16,-2 4-21 0,2-7-26 0,-2 7-23 16,0 0-19-16,0 0-15 0,0 0-10 0,0 0-1 15,-23 23-11-15,10-9 14 0,-9 5-15 0,1 2-10 0,4-2-10 16,0 3-6-16,6-5-8 0,-1-2-9 0,4 1-18 15,1 0 10-15,3-4-1 0,0 3-14 16,4-3-2-16,-2 0 2 0,4-2-10 0,0 2 1 16,0-2-10-16,2 0-1 0,1 0-1 0,-1-4-1 15,2 0-4-15,2 0 2 0,1 0-8 0,-9-6 3 16,16 8-1-16,-9-8 0 0,4 0-10 0,-11 0 8 16,16-3-5-16,-16 3 2 0,15-7-5 0,-11 3 1 15,4-1-4-15,-8 5-5 0,8-12 5 0,-5 7-8 16,-3 5 9-16,2-14-7 0,-2 14-13 0,-2-12 10 15,2 12-7-15,-11-10-9 0,1 5 2 0,-3 2 6 16,-7 1-6-16,-7 0-14 0,-1 1-20 0,-3 0-23 16,0 2-32-16,1 4-30 0,-1 1-40 0,3 1-47 15,0-2-53-15,-1 1-246 0,11-2-558 0,-1 2 247 16</inkml:trace>
  <inkml:trace contextRef="#ctx0" brushRef="#br0" timeOffset="50563.84">26913 4893 119 0,'0'0'180'16,"0"0"-29"-16,0 0-4 0,0 0-7 0,0 0-11 16,0 0-3-16,0 0-3 0,0 0-18 0,0 0-5 15,0 0-1-15,0 0-12 0,-11 18-5 0,11-18-3 16,-6 7-8-16,6-7-9 0,-4 7-3 0,4-7-8 16,-6 6-3-16,6-6 0 0,0 0-1 0,0 0 3 15,-3 6 1-15,3-6 8 0,0 0 3 0,0 0 8 16,0 0 5-16,0 0 5 0,0 0 2 0,0 0-22 15,0 0 0-15,0 0-9 0,0 0-3 0,3-27-7 16,-1 16-1-16,6-6-9 0,0 1 1 0,-1-3-5 16,5-4-5-16,0-1 0 0,1-1-1 0,-2 3-6 15,1-3-4-15,-3 8 1 0,4-6 0 0,-3 9-3 16,3 0-1-16,-5 5 2 0,-2-2-1 0,0 5 5 16,-1-3-8-16,1 5-6 0,-1 1 5 0,0-1-11 15,-5 4 0-15,13-1 1 0,-13 1 2 0,15 8 0 16,-7 2 1-16,0 2-2 0,1 2 2 15,-3 2-2-15,0 2 5 0,2-2-4 0,-3 2 3 0,4 7 0 16,-4-9 3-16,-1 2-1 0,-1 0-18 0,-1 0-24 16,2-1-33-16,0-1-28 0,-1-1-41 0,-1-3-59 15,4-1-36-15,-6 0-148 0,0-4-416 16,0-7 185-16</inkml:trace>
  <inkml:trace contextRef="#ctx0" brushRef="#br0" timeOffset="50723.67">27003 4811 162 0,'13'-2'161'0,"5"-1"-26"16,5-1-25-16,-4 2-31 0,11-2-37 0,1 1-47 16,1 1-55-16,-1 2-44 0,0-3-113 0,-1 0 49 15</inkml:trace>
  <inkml:trace contextRef="#ctx0" brushRef="#br0" timeOffset="50918.98">27483 4618 87 0,'0'-5'191'0,"0"5"-5"16,0 0 0-16,0 0 0 0,-3 27-11 0,-1-10-7 15,-2 7-7-15,-1 2-12 0,1 1-8 0,-4 3-12 16,3-3-12-16,-2 3-14 0,2-1-4 15,0 1-12-15,1 0-6 0,-1-1-10 0,1-2-15 0,1-8-33 16,3 0-38-16,1-2-39 0,0 3-61 0,1-5-53 16,1-2-173-16,2-1-370 0,-3-4 165 0</inkml:trace>
  <inkml:trace contextRef="#ctx0" brushRef="#br0" timeOffset="51233.21">27614 4841 34 0,'0'-4'240'0,"0"4"-27"15,0 0-19-15,9-3-13 0,-9 3-4 0,0 0-7 0,4 15-8 16,0-4-5-16,-4 1-5 0,2 3-13 0,0 2-13 16,0 0-8-16,1 0-11 0,0-3-11 0,-1 2-9 15,1-5-5-15,-1 2-11 0,2-1-1 16,-2-2-12-16,0-1-5 0,1-1-3 0,0-2-4 0,0-1-1 15,-3-5 1-15,2 8 11 0,-2-8 13 16,5 5 12-16,-5-5 2 0,0 0 3 0,11-2-6 16,-11 2-8-16,15-10-6 0,-5 1-8 0,3-1-4 0,1-2-9 15,-1-4-4-15,6-4-4 0,0-3-9 0,0-2-20 16,-2 1-16-16,6 0-14 0,0-1-22 16,1 2-18-16,-2 2-29 0,-6-1-35 0,3 3-41 15,-4 6-49-15,1 2-61 0,-7 3-183 0,1 3-496 0,0-1 220 16</inkml:trace>
  <inkml:trace contextRef="#ctx0" brushRef="#br0" timeOffset="51380.45">28137 4971 15 0,'0'0'269'0,"0"0"-26"0,9 2-25 0,-9-2-21 15,0 0-19-15,10-2-29 0,-10 2-46 0,0 0-59 16,7-7-70-16,-1 2-83 0,-6 5-105 0,6-5-232 15,-6 5 104-15</inkml:trace>
  <inkml:trace contextRef="#ctx0" brushRef="#br0" timeOffset="53636.07">9045 5970 181 0,'-1'-17'255'0,"-2"2"-27"0,2 4-7 15,-1-1-8-15,0 2-11 0,4 1-11 0,-2 9-7 16,0-13-11-16,0 13-16 0,0-9-14 0,0 9-19 15,0 0-16-15,2-7-11 0,-2 7-10 0,0 0-9 16,0 0-10-16,0 0 1 0,3 29-14 0,-1-15-2 16,1 4-2-16,-2 1-4 0,0 7-6 0,1-7 1 15,-4 8-7-15,2 1 2 0,2-2-7 0,-4 1 1 16,1-3-3-16,-2-3-2 0,2 4-4 0,1-7-1 16,0 0-3-16,1-1-5 0,-2 0-17 0,0 0-19 15,0-1-16-15,-2-3-15 0,1 3-16 0,-2 0-26 0,0-6-37 16,1 0-32-16,-2-1-29 0,1 0-34 15,2-2-160-15,-2-3-419 0,4-4 186 0</inkml:trace>
  <inkml:trace contextRef="#ctx0" brushRef="#br0" timeOffset="53979.43">9048 5852 59 0,'7'-15'188'15,"4"2"-11"-15,1 3-5 0,1 1-12 0,0 3-11 0,-2 2-10 16,6-2-13-16,-4 6-12 0,-2 2-11 0,2 2-10 16,-3 0-7-16,-1 5-9 0,1-1-9 15,-2 3-6-15,-3 5-2 0,1 0-7 0,-6 3-6 0,0-2-1 16,-8 7-4-16,0 0-4 0,-3 0 0 16,2-7-6-16,-3 5-3 0,-1-7-1 0,1 2-4 0,-7 2 2 15,4-4-5-15,1-1-1 0,0-3-4 16,0 0 2-16,4-5-4 0,1-1-1 0,4 0 2 15,-1-1 7-15,1 0-7 0,5-4-1 0,-8 3 3 16,8-3 1-16,-4 3-5 0,4-3 1 0,0 0-2 0,0 0 3 16,0 0-2-16,23 0-1 0,-12 0 1 0,5 0 6 15,-1 0-10-15,4-1-1 0,2 2 1 0,0 3-2 16,1 0-17-16,-3 0-21 0,10 0-21 16,-8 1-34-16,0-1-28 0,-1 1-22 0,1 0-24 0,-2-1-23 15,-5 4-120-15,-1-4-326 0,-3 0 144 0</inkml:trace>
  <inkml:trace contextRef="#ctx0" brushRef="#br0" timeOffset="54253.82">9436 6205 102 0,'0'0'238'0,"4"-6"-6"16,-4 6-6-16,0 0-12 0,0 0-18 0,4-7-19 15,-4 7-19-15,0 0-15 0,0 0-10 0,0 0-4 16,0 0-1-16,0 0-4 0,5 25-2 0,-6-14-5 15,1-1-4-15,-3 7-6 0,2-2-6 0,-2-2 1 16,-2 4-9-16,3 1-4 0,1-8-10 16,-2 3-4-16,2 3-10 0,-2-3 5 0,3-1-19 0,-1-2-2 15,-1 3-3-15,1-2-5 0,1-2-2 0,0 0-3 16,0-9-2-16,1 13-9 0,-1-6 1 0,2-1 2 16,2 0-6-16,-4-6-8 0,7 9-16 0,0-5-22 15,3-2-27-15,3-1-32 0,2 0-35 0,3-3-46 16,4-1-54-16,6-4-39 0,1 0-215 0,-1-1-510 15,0-3 226-15</inkml:trace>
  <inkml:trace contextRef="#ctx0" brushRef="#br0" timeOffset="54407.32">10144 6205 54 0,'9'-3'193'0,"-9"3"-16"0,10-3-19 0,-10 3-17 15,12-3-25-15,-4 2-36 0,-8 1-43 0,11-2-45 16,-11 2-49-16,12 3-92 0,-12-3-161 0,7 1 72 16</inkml:trace>
  <inkml:trace contextRef="#ctx0" brushRef="#br0" timeOffset="54563.61">10106 6335 180 0,'-4'5'219'15,"4"-5"-12"-15,0 0-7 0,0 0-8 0,0 0-14 16,0 0-12-16,17 3-20 0,-4-3-13 0,-2-1-13 16,2-1-28-16,4-1-42 0,2 2-54 0,-3-3-65 15,6-1-72-15,-4 0-138 0,-1 3-301 0,-1-3 134 16</inkml:trace>
  <inkml:trace contextRef="#ctx0" brushRef="#br0" timeOffset="55351.39">11114 6074 129 0,'3'-6'219'15,"-3"6"-10"-15,0 0-9 0,0 0-17 0,4-5-9 16,-4 5-12-16,0 0-14 0,0 0-13 0,0 0-7 15,0 0-11-15,0 0-8 0,0 0-9 0,0 0-9 16,0 0-11-16,0 0-6 0,0 0-9 0,0 0-4 16,0 0-7-16,0 0-4 0,0 0-7 0,0 0-3 15,0 0-5-15,0 0 1 0,0 0-4 0,0 0-1 16,0 0-4-16,0 0 3 0,0 0-2 0,0 0 3 16,0 0 1-16,0 0 3 0,0 0 2 0,0 0-1 15,0 0 3-15,0 0-1 0,0 0-5 0,0 0-2 16,0 0-5-16,0 0-1 0,0 0-2 0,0 0-4 15,-7-10 1-15,7 10 21 0,0-10-6 0,0 10 7 16,-2-11-3-16,2 11-2 0,0-11 0 0,0 11 6 16,0-11-7-16,0 11 9 0,0-9 3 0,0 9-3 15,0 0 8-15,0-9 2 0,0 9 0 0,0 0 7 16,-2-8-25-16,2 8 0 0,0 0-5 0,0 0-7 0,0 0 6 16,0 0-20-16,0 0-1 0,0 0-4 0,0 0 3 15,0 0-3-15,0 0 1 0,4 38-1 16,-4-21 7-16,-2 1-1 0,0 2 1 0,1 5 4 15,-1 1 4-15,-1-8 1 0,-3 8 9 0,4-3-9 0,-3-5 1 16,3 0 5-16,0 1-2 0,0 0-6 0,1-2-9 16,-1 0 5-16,0-1-1 0,2 0 8 0,0-5-12 15,0 0 1-15,-3 2-26 0,4-3-28 16,-2 1-32-16,1 0-25 0,-1 0-29 0,1-3-27 16,-3-1-38-16,3-7-45 0,0 13-38 0,0-13-45 0,-2 10-163 15,2-10-524-15,0 0 232 0</inkml:trace>
  <inkml:trace contextRef="#ctx0" brushRef="#br0" timeOffset="55691.91">11282 6211 171 0,'0'0'219'0,"0"0"-6"15,0 0-5-15,0 0-9 0,0 0-10 0,0 0-12 16,-3 20-11-16,3-20-11 0,-1 14-19 0,1-6-7 0,1 2-16 15,2-3-5-15,-3 0-8 0,6 2-5 0,-3-2-10 16,3 1-12-16,-1-3-5 0,4 2-6 16,3-1-3-16,3 0-5 0,1-2-1 0,2 2-5 15,2-4-10-15,1-1 0 0,-3-1-4 0,2-1-3 16,-4-1-1-16,3-2 0 0,-6 2-1 0,1-2 6 0,-2 0-1 16,0-2 8-16,-3 1-2 0,1-4-3 0,-3-1-6 15,0 0 0-15,-3-1-4 0,-2 0 1 16,-1-1 3-16,-1 1-6 0,-3-1-2 0,1 0-1 15,-7-1-8-15,2-1 1 0,-3 5 0 0,-1-3-8 0,-1 2-1 16,-3 3-3-16,1 2 2 0,-2 4-3 0,-4 4-13 16,1-2-18-16,-3 3-23 0,-3 1-31 0,5 4-42 15,-1-2-64-15,4 2-66 0,-1 4-219 16,8-4-512-16,2-1 226 0</inkml:trace>
  <inkml:trace contextRef="#ctx0" brushRef="#br0" timeOffset="56057.18">12006 5973 89 0,'2'-6'275'0,"-2"6"-12"0,0-8-15 15,0 8-20-15,0 0-18 0,2-9-23 0,-2 9-23 16,0 0-18-16,0 0-3 0,0 0 3 16,0 0 4-16,-2 31-3 0,-1-15-4 0,-1 4-8 0,2 4-12 15,0 2-6-15,-4 0-5 0,4-1-7 0,-4-5-7 16,4-1-11-16,-1 1-6 0,1-2-7 0,0 0-6 15,-2 0-3-15,2 1-7 0,-2-4-7 0,2 2-6 16,0-6-8-16,0 2-33 0,-2 0-32 0,0-3-30 16,2 2-38-16,-1-2-44 0,-1-1-48 0,3-2-59 15,0-1-260-15,-5-2-550 0,6-4 243 0</inkml:trace>
  <inkml:trace contextRef="#ctx0" brushRef="#br0" timeOffset="56328.36">12174 6099 2211 0,'9'-12'30'0,"-4"2"9"0,-1-1-22 0,-2 1-3 16,-2 1-3-16,0 3 6 0,0 6 9 0,-2-12 6 15,2 12 13-15,-9-8-10 0,2 5 2 0,0 0 0 16,-4 1-4-16,-3 2-5 0,4 0-1 0,1 1-6 16,-3 0 0-16,4 3-3 0,-3 1-2 0,1-1-3 15,1 4-1-15,0-1-2 0,3 1-1 0,-4 1-2 16,3 1 1-16,1 2-1 0,2-2 0 0,0 6-2 15,2-3 0-15,-2 1-1 0,4 0-1 0,0 1 1 16,0-3 3-16,2 0-2 0,2 1 3 0,2 0 0 16,-1-2 1-16,3 0-3 0,0-1-12 0,7 1-24 15,-2-1-29-15,3-3-32 0,0 0-39 0,2-2-33 16,2-2-31-16,-3 1-170 0,2 2-393 0,-2-4 174 16</inkml:trace>
  <inkml:trace contextRef="#ctx0" brushRef="#br0" timeOffset="56728.75">12392 6335 171 0,'0'0'220'16,"13"-1"-4"-16,-13 1-4 0,13-5-4 0,-3 4-8 15,1-2-7-15,0-1-11 0,1 1-11 0,-1-2-13 16,7-2-9-16,-2 3-9 0,2-5-12 0,1 2-8 16,-5-1-7-16,2 0-10 0,2 1-11 0,-7-1-5 15,5-2-11-15,-1-1-6 0,-5 1-3 0,-2 0-10 16,1-3-2-16,-2-2-8 0,1-1-2 0,-4 0-8 15,-2-1-1-15,-2-1-2 0,0 1-5 0,0 1-5 16,0 0 1-16,0-3-5 0,0 7 0 0,-2-3-1 16,4 2-4-16,-2 2 0 0,2 0-5 0,-2 4 1 15,0 7-7-15,-2-13 0 0,6 7 2 0,0 0 0 16,3 3-5-16,-1-1-2 0,-6 4 1 0,19 0-1 16,-12 3-3-16,4-1 0 0,-2 3 1 0,2 2-2 15,-1 0 1-15,-4 5-1 0,3 2 2 0,-5-3-1 16,-1 5 4-16,-3 0-1 0,2 4-1 0,-4-1 0 15,1-2 3-15,1 2-1 0,-2 0 3 0,0-2 0 16,0-2 6-16,0-3-1 0,2 0 4 0,-3 0 0 16,1-2-1-16,2 2 2 0,2-1 2 0,-1-2-2 15,1-1 2-15,2 2 2 0,0-3-7 0,2-1 2 16,3 0-23-16,1-2-24 0,2 0-28 0,1 0-32 0,8-4-42 16,-4 0-32-16,13-3-56 0,-1-1-56 15,-9 1-169-15,7-5-486 0,-1 0 215 0</inkml:trace>
  <inkml:trace contextRef="#ctx0" brushRef="#br0" timeOffset="56861.24">13172 6193 247 0,'0'0'242'0,"0"0"-15"0,0 0-13 16,0 0-15-16,0 0-16 0,0 0-15 0,0 0-18 16,0 0-21-16,0 0-33 0,0 0-44 0,0 0-48 15,0 0-84-15,-12-12-79 0,12 12-120 0,-5-5-302 0,5 5 134 16</inkml:trace>
  <inkml:trace contextRef="#ctx0" brushRef="#br0" timeOffset="57653.54">14677 6000 165 0,'2'-11'276'0,"0"4"-16"0,-2 7-20 0,2-12-19 16,0 9-24-16,-2 3-19 0,2-7-24 0,-2 7-18 16,0 0-10-16,0 0 2 0,0 0 6 0,5 24 2 0,-5-9-10 15,-2 8 1-15,2 2-7 0,-1 3-11 16,1-1-8-16,-3 2-6 0,-2-3-9 0,5 2-8 16,-3-2-7-16,2 1-6 0,-3-1-4 0,3-1-6 0,-2-1-8 15,1-3 0-15,4 4 0 0,-2-6-14 0,2-1-27 16,-2 0-25-16,1 0-30 0,3-1-25 15,-3-2-25-15,1 0-36 0,0-2-45 0,0-3-37 16,0-1-48-16,-2-2-167 0,0-7-467 0,-4 10 208 16</inkml:trace>
  <inkml:trace contextRef="#ctx0" brushRef="#br0" timeOffset="57972.7">14805 5961 6 0,'14'-11'189'0,"1"-1"-9"16,0 6-12-16,-3 2-16 0,1 1-7 0,0 2-23 16,-1 2-9-16,-1 5-12 0,-2-3-9 15,-2 5-4-15,2 0-9 0,-5 3-5 0,1 5-1 16,-3 0-8-16,-2 1-5 0,-7 0-2 0,2 1-6 16,-5 7-5-16,-2-2 0 0,1-7-5 0,-3 0 4 0,1-1-11 15,0 1-4-15,-5-3-3 0,3-3 0 0,0 2-7 16,3-7-2-16,2 1 1 0,1-1 3 15,2-1 11-15,1-1-8 0,1 1-3 0,5-4-4 16,-7 5-3-16,7-5-1 0,-5 8 4 0,5-8 4 0,0 0 5 16,3 11 5-16,4-5 3 0,0 0-3 0,1 1-2 15,3 1-4-15,3 0-1 0,2 1-4 0,2 1 0 16,0-1-18-16,0-3-30 0,2 2-37 0,-1-2-41 16,7 3-44-16,-6-5-54 0,-1 3-148 15,0-3-379-15,-1-2 167 0</inkml:trace>
  <inkml:trace contextRef="#ctx0" brushRef="#br0" timeOffset="58299.17">15333 6231 101 0,'-3'-12'265'0,"3"12"-20"16,-5-8-12-16,5 8-14 0,-14-4-16 0,6 3-18 15,-2 4-15-15,-3 0-12 0,4 0-20 0,-5 4-11 16,4 2-9-16,-2-2-17 0,1 2-8 15,6 1-8-15,-1 2-12 0,2-2-6 0,2 0-6 0,1 3-8 16,4-1-3-16,1 1-7 0,-1-2-6 0,4 0-5 16,4 3-2-16,0-3-7 0,-2-1-2 0,0-1 1 15,-1 0-6-15,3 1 0 0,-4-3-2 0,2 2-1 16,-2 0-5-16,-1-4 4 0,-1 0-5 16,0 2 3-16,-1-4-6 0,-1 1 4 0,-3-4 3 0,0 9 9 15,0-9 7-15,-7 11 2 0,2-6 1 0,-5-1 6 16,-2 2-11-16,0 0 1 0,-5 0-3 0,-1-2 3 15,5-1-9-15,-5 0-3 0,4 0-14 0,3-3-10 16,-1 3-21-16,2-2-20 0,0 1-26 0,4-2-40 16,6 0-58-16,-12-3-55 0,12 3-213 0,-9-7-479 15,9 7 212-15</inkml:trace>
  <inkml:trace contextRef="#ctx0" brushRef="#br0" timeOffset="58489.18">15739 6248 167 0,'0'0'255'0,"10"-2"-12"0,-3 1-13 15,-7 1-9-15,9-3-15 0,-9 3-18 0,11-4-15 16,-4 4-21-16,-7 0-12 0,19 0-15 0,-9 0-11 16,4 2-34-16,-2-2-36 0,0 1-44 0,-2-1-56 15,1 2-60-15,-4 0-42 0,0 0-177 0,-2 1-363 16,-5-3 161-16</inkml:trace>
  <inkml:trace contextRef="#ctx0" brushRef="#br0" timeOffset="58644.7">15762 6380 180 0,'-5'5'252'16,"5"-5"-12"-16,-6 6-13 0,6-6-7 0,0 0-11 16,-4 5-15-16,4-5-10 0,0 0-4 0,0 0-10 15,0 0-16-15,18 4-15 0,-8-2-11 0,3-2-20 16,5 0-28-16,-4 0-33 0,2-2-49 0,5 1-65 15,-3-2-75-15,5 2-81 0,-6-3-157 0,12-3-412 16,-1 3 183-16</inkml:trace>
  <inkml:trace contextRef="#ctx0" brushRef="#br0" timeOffset="59777.78">16781 6067 56 0,'1'-11'209'0,"0"2"-4"0,-1 0 6 16,0 9 0-16,2-14-3 0,-1 8-8 0,-1 6 15 15,-1-12-13-15,1 12-16 0,1-7-23 16,-1 7-16-16,0 0-23 0,0 0-12 0,0 0-11 0,0 0-13 16,0 0-1-16,0 0 6 0,2 25 6 0,-2-10 13 15,2 12-21-15,-2-4-10 0,-2-2 3 0,-1 4 2 16,1 1 0-16,-2-1-6 0,0 0-5 0,2-5-11 16,-1-1-4-16,1 1-7 0,-1-1-2 15,1-2-5-15,3 2 1 0,-3-1-4 0,0 0-1 0,1 0-30 16,0-2-16-16,3-1-33 0,-2 0-29 0,-2-3-29 15,-1-2-32-15,2 2-48 0,-3-2-51 0,4-3-46 16,-1 0-233-16,1-7-547 0,-3 12 242 0</inkml:trace>
  <inkml:trace contextRef="#ctx0" brushRef="#br0" timeOffset="60349.83">16979 6207 136 0,'0'0'258'0,"0"0"-23"0,-5-8-16 0,5 8-7 0,0 0-3 16,0 0-11-16,-17 8-13 0,11-2-11 0,-2 2-15 15,2 0-12-15,0 1-16 0,3 1-10 0,1 1-7 16,0 0-16-16,2 1-7 0,-3 2-10 0,6-4-8 16,-3 3-9-16,6-3-2 0,-1 2-8 0,2-3-1 15,2 1-5-15,1 0-4 0,-1-2-1 0,1-2-9 16,-1 1-4-16,0-3 0 0,-4 0-2 0,2-4-2 15,0 3-4-15,1-3-1 0,-8 0 2 0,11 0-4 16,-11 0 2-16,9-7-8 0,0 1-2 0,-2-1 2 16,-2-2-5-16,0-1 3 0,-1 0-5 0,2-1-3 15,2-6-7-15,-4 3-2 0,2-1-2 0,-1-3 0 16,4 1-4-16,0 3 2 0,0-1 1 0,-3 5 0 16,2-1 0-16,1 2 1 0,-1 0-2 0,2 2 1 15,-4-1 1-15,-1 4-1 0,4-1-2 0,-2 2 0 16,0 1 0-16,-7 2-4 0,13 5 3 0,-4 0 2 15,1 2 0-15,-2 1 3 0,-2 2-4 0,-1 1 4 16,3 4 0-16,-2 0 3 0,-2 0-1 0,1 2 5 16,1-3-3-16,-4 3 3 0,2-5-2 0,1 2 2 15,0-2-1-15,0 0 2 0,-1-2-3 0,3-1 3 16,-1-1 2-16,0-1-1 0,2 1-1 0,0-4 5 16,2-1-6-16,-3 1 4 0,1-4-1 0,0 0 1 15,-8 0-1-15,18-4 7 0,-9 1-7 0,0-3 1 16,1 0 1-16,-3-1-3 0,0 0 2 0,-2-3-2 15,1-3-1-15,-2 4-1 0,0-5-2 0,-1-2 4 16,-1 4 0-16,-1-4-1 0,-1 0-4 0,0 0 1 16,-1 1 0-16,0-2 4 0,-4 0-6 0,2 7-1 15,-2-1-6-15,-1 2-1 0,2 0-4 0,-4 3-13 16,0-1-16-16,-3 4-23 0,3 2-22 0,-3 2-20 16,-3 3-33-16,4-1-41 0,-2 3-40 0,3 2-176 15,-4 1-432-15,7 1 191 0</inkml:trace>
  <inkml:trace contextRef="#ctx0" brushRef="#br0" timeOffset="60757.51">17490 6466 160 0,'0'0'225'16,"0"0"9"-16,9 3 5 0,-9-3-2 0,0 0-7 15,13-2-16-15,-13 2-15 0,10-6-19 0,-4 2-12 16,2-2-9-16,3 0-12 0,0-1-11 0,-4-2-12 15,5 1-9-15,-2 1-5 0,0-2-16 0,0 0 1 16,0-1-7-16,-4-1-4 0,5-1-14 0,-4-2-2 16,-1-1-1-16,1-1-16 0,-2 1-3 0,-4 0-7 15,4-3-6-15,-5 2 0 0,4-2-8 0,1 4 5 16,-2 2-11-16,2-5-4 0,-3 6-7 0,2 2-1 16,-1-4 2-16,2 4-7 0,-2 3-4 0,1-1-6 15,4 3 3-15,-1 2-2 0,4 1 0 0,-1-1 1 16,1 5-2-16,1 2 1 0,-3-1-3 0,1 4 2 0,2 0-2 15,-4 2-1-15,2 1 4 0,-1 4 2 16,-3-1-3-16,-1 2 1 0,-4-5-1 0,2 2 3 16,-2-1-1-16,2 3 6 0,-4 0-6 0,-1-2 4 15,1 0 0-15,0 3 3 0,-2-5-3 0,4 0 0 16,-2 0-1-16,4 0 1 0,-2 1-3 0,0-2 1 0,2-1 3 16,0 1-1-16,3-2-1 0,-1 2-5 15,4-6-13-15,1 2-26 0,8 0-27 0,4-2-40 16,-2-6-45-16,8 0-48 0,4-1-46 0,-2 0-219 15,-2-6-508-15,-8 2 225 0</inkml:trace>
  <inkml:trace contextRef="#ctx0" brushRef="#br0" timeOffset="60892.5">18235 6363 34 0,'0'0'20'0,"0"0"-29"0,0 0-10 16,0 0 4-16</inkml:trace>
  <inkml:trace contextRef="#ctx0" brushRef="#br0" timeOffset="63927.78">6804 7108 82 0,'0'0'224'0,"-9"-2"-3"16,9 2-6-16,0 0-17 0,0 0-14 0,-13 0-13 15,13 0-22-15,0 0-14 0,0 0-14 0,0 0-9 16,0 0-14-16,24-10 6 0,-6 3-13 0,1 4-7 15,9-5-9-15,2 0-14 0,0 2-22 0,0 1-23 16,0-1-26-16,0 0-26 0,-9 4-24 0,0-1-23 16,-1-1-40-16,1 4-28 0,-3-1-23 0,-5-1-117 15,-6 2-314-15,1 0 138 0</inkml:trace>
  <inkml:trace contextRef="#ctx0" brushRef="#br0" timeOffset="64186.93">6825 7046 29 0,'-9'3'201'0,"3"-1"-9"15,1 3-9-15,0-1 6 0,-2 5-22 0,2 4-1 16,2 2 5-16,1 3-7 0,-3 8-13 0,4 0-5 16,-1 0-10-16,1 2-10 0,2-2-8 0,-1 1-9 15,2-2-9-15,-1-1-13 0,-2-4-3 0,1-2-10 16,0 7-7-16,0-7-10 0,0 1-4 0,1-1-3 15,-1-4-7-15,-1 4 1 0,2-2-19 0,-1-2-18 0,0-2-16 16,-3 4-18-16,2-8-20 0,1 3-30 16,-1-1-26-16,0-3-33 0,1-7-21 0,-2 11-15 15,2-11-13-15,0 7-16 0,0-7-104 0,0 0-329 0,0 0 146 16</inkml:trace>
  <inkml:trace contextRef="#ctx0" brushRef="#br0" timeOffset="64484.11">6738 7415 123 0,'4'-5'171'0,"1"0"-7"16,4 2-8-16,1-2-2 0,1 1-1 0,0 4-12 16,7-3-10-16,1 2-7 0,1-1-14 15,2 1-10-15,5 0-8 0,-5-1-7 0,9 1-9 16,-4-1-7-16,1 0-9 0,-7 1-4 0,2 0-7 16,-5-1-2-16,1 2-6 0,1 0-4 0,-9 0-2 0,2 0-7 15,-2 0 0-15,-3 0-5 0,-8 0 2 16,15-1-9-16,-15 1 8 0,11 0 8 0,-11 0 4 15,7-2 6-15,-7 2 1 0,0 0 0 0,11 0 1 16,-11 0-6-16,0 0-2 0,0 0 0 0,0 0-10 16,7 3-3-16,-7-3 2 0,3 8 1 0,-3-8 4 0,0 11-7 15,0-1 3-15,-2 1-7 0,1-3 1 0,0 3-3 16,0 0 0-16,-2-1-12 0,3 1-27 0,-4-2-21 16,4 3-21-16,-1-3-26 0,-3 1-39 15,4-1-33-15,0-9-43 0,-2 15-164 0,-1-9-399 0,3-6 177 16</inkml:trace>
  <inkml:trace contextRef="#ctx0" brushRef="#br0" timeOffset="64865.43">7227 7160 73 0,'7'7'67'0,"2"3"-7"0,3 0-14 16,1 6-11-16,4 5-3 0,-3 0-17 0,3-1-11 0,-2 2-7 16,2-1-8-16,-5-6-5 0,-3 3 1 0,1-4 1 15,-4 1-2-15,-1 1 11 0,-4-5 12 0,1 1 10 16,0-4 13-16,-2-1 14 0,2 0 3 0,-2-7 23 16,1 10 18-16,-1-10 11 0,0 0 1 15,0 0 1-15,-4 7 4 0,4-7 6 0,0 0-2 16,0 0 3-16,0 0 0 0,0 0-6 0,0 0-10 0,1-26-5 15,6 17 2-15,-1-2 1 0,3-4 0 0,0 2 3 16,-1 4 2-16,4-6 3 0,-3 7-7 16,2 1 0-16,-3-1-12 0,1 2-5 0,2 2-6 15,1 1-8-15,-1 2-8 0,0 1-7 0,-1 2-2 0,1 3-5 16,-2 2-5-16,-1-1-5 0,3 3 1 0,-6 0-7 16,0 1-21-16,-2-1-21 0,3 2-27 0,-2 0-31 15,1 1-44-15,-1-1-47 0,1-1-46 16,-1 0-200-16,-2 0-444 0,5-1 196 0</inkml:trace>
  <inkml:trace contextRef="#ctx0" brushRef="#br0" timeOffset="65266.71">7917 7311 98 0,'-5'-8'268'15,"-2"0"-9"-15,2 2-7 0,-5 3-12 0,0-2-9 16,-2 3-12-16,2 3-21 0,-3 5-15 0,0-3-17 15,-1 7-12-15,-3-3-16 0,5 7-13 16,-2-2-13-16,4 3-7 0,-1-2-13 0,4 1-6 0,2-2-11 16,2-1-6-16,4 2-9 0,1-1-10 0,0-1-23 15,4-2-8-15,2-1-6 0,0-1-7 0,3 3-8 16,0-5-12-16,4 1-5 0,-1-3-7 0,3-2 0 16,-5 0-4-16,1-3-1 0,0-1 1 0,-3-3 6 15,1 2 2-15,0-3 0 0,-5-2 6 0,2-1 0 16,1-3 4-16,0-2 2 0,-3-3 2 0,-2 0 4 15,0-6 5-15,0-2-2 0,0 0 4 0,2 0 4 16,-5-3-2-16,4 0 1 0,-1 0 1 0,1 3 19 16,-2 5 14-16,-2 4 10 0,2 1 6 0,-1 6 4 15,0 0 4-15,-1 4-5 0,1 0-11 0,-2 6-7 16,3-7-4-16,-3 7-7 0,0 0 3 0,0 0 2 16,1 26-7-16,-1-9 4 0,0 2-3 0,-2 8-6 15,0 0 2-15,2-1-5 0,0 0-1 0,2 0-21 16,0-1-28-16,-1-6-45 0,1 0-37 0,2 1-56 15,1-2-70-15,1-1-56 0,-1-3-173 0,3 1-505 16,-2-4 224-16</inkml:trace>
  <inkml:trace contextRef="#ctx0" brushRef="#br0" timeOffset="65493.66">8450 7271 3018 0,'0'-17'59'15,"0"4"73"-15,-2 1 19 0,2 4-52 0,0 8-36 16,2-13-28-16,-2 13-8 0,0-5-4 0,0 5 18 16,0 0 15-16,0 0 3 0,0 29 8 0,0-14-3 15,1 3-3-15,0 0-10 0,2 8-5 0,-3-7 0 16,0 7-8-16,2-3 0 0,0 3 2 0,-1-7-21 16,0 1-21-16,0-1-30 0,1-3-35 0,-2 2-38 15,0 0-45-15,0-7-49 0,2 0-57 0,1-1-43 16,-4 2-222-16,1-12-564 0,0 0 250 0</inkml:trace>
  <inkml:trace contextRef="#ctx0" brushRef="#br0" timeOffset="66017.45">8470 7341 83 0,'9'-10'182'0,"4"-2"2"0,0 2 3 16,1-2-4-16,-3 1-5 0,-2 4-7 0,1-2 0 15,-1 0-4-15,-1 2-8 0,-2-1-8 0,3 0-11 16,-5 2-4-16,1-1-7 0,0 4-4 0,-1-2-6 16,-4 5-4-16,5-8-5 0,-5 8-12 0,8-6-14 15,-8 6-5-15,4-4-12 0,-4 4-11 0,0 0-6 16,0 0-5-16,0 0-5 0,0 0-4 0,4 16-1 16,-4-6-7-16,1 2 0 0,-1 5-5 0,-1 0 0 15,2-2-1-15,-2 1 6 0,-1 1-14 0,1-5 4 16,1 2-5-16,0 1-1 0,0-4-4 0,0 0-6 15,0-3-2-15,0 2-2 0,1-1-9 0,-1-9-4 16,-1 11-4-16,1-11-3 0,0 11-1 0,0-11-2 16,0 0-1-16,0 7 6 0,0-7 3 0,0 0 0 15,3 6 0-15,-3-6 4 0,0 0-2 0,6 4 3 16,-6-4-4-16,8 6 8 0,-2-5-4 0,-1 4 1 16,3-4 2-16,-2 3 2 0,2-2 1 0,3 1 3 15,0-3-2-15,4 2 4 0,-2-2-2 0,6 0 3 0,0-4-2 16,2 0 2-16,0 1 0 0,-1-4 4 15,-1-2-2-15,0 2-5 0,-3 0 3 0,1-2 2 16,-7 2 0-16,1 1 1 0,-1-3-2 0,-3 2 1 16,-3-1 1-16,1-1 3 0,-2 3 3 0,0-3 7 15,-2 2 12-15,-1 7-2 0,0-13 4 0,0 13 3 0,-3-13 1 16,-1 8-4-16,4 5-1 0,-7-5-3 16,7 5-3-16,-16 0 2 0,6 2-3 0,-4 6-6 15,-1 2 0-15,-1 1-1 0,4 1-4 0,0 1-1 16,3 3-3-16,0-1-34 0,5 0-34 0,1-2-38 0,1-2-62 15,6 0-69-15,1 1-272 0,5-6-545 16,3-2 241-16</inkml:trace>
  <inkml:trace contextRef="#ctx0" brushRef="#br0" timeOffset="66459.98">9767 7595 118 0,'4'-8'236'0,"0"-3"-23"0,2 0-17 0,-1 1-2 16,3-1-12-16,-3 0-9 0,3 0-13 15,1-5-12-15,1 1-11 0,0 1-8 0,0 0-8 0,-1-1-2 16,1 2-6-16,-5 2-6 0,2 1-9 0,0-4 0 16,-4 3 1-16,1 0-4 0,-1 3-2 0,-1 3-7 15,1-3-5-15,-2 2-9 0,-1 6 0 0,4-9-14 16,-4 9-2-16,0 0-5 0,0-10-9 0,0 10-5 15,0 0-3-15,0 0-4 0,0 0-4 0,0 0-3 16,-10 29-5-16,7-14 3 0,-2 2-3 0,4 0-1 16,-2-2-2-16,3 2 2 0,3-2-5 0,2 0-10 15,1 1-20-15,3-3-22 0,2 4-31 0,-1-4-39 16,1-6-48-16,3 2-55 0,3-3-46 0,-6 0-199 16,2-4-497-16,6 0 220 0</inkml:trace>
  <inkml:trace contextRef="#ctx0" brushRef="#br0" timeOffset="66627.09">10004 7136 235 0,'-8'-7'222'0,"3"3"-26"16,1-2-18-16,4 6-19 0,-8-2-13 0,8 2-19 15,0 0-30-15,-5 19-41 0,5-8-42 0,4 1-43 16,6 2-45-16,6 0-59 0,-3 2-66 0,9-1-217 15,4-1 96-15</inkml:trace>
  <inkml:trace contextRef="#ctx0" brushRef="#br0" timeOffset="66839.78">10325 7232 12 0,'3'-10'273'0,"-3"2"-9"0,2 0-5 15,-2 8-3-15,0-10-11 0,0 10-8 0,0-10-22 16,0 10-20-16,0 0-25 0,0 0-13 0,0 0 4 15,0 0-2-15,5 22-8 0,-3-5-5 0,-1 12 0 16,-1-4-8-16,0 6-11 0,-2-2-7 0,-3 2-11 0,4-1-14 16,-1-1-11-16,1-1-3 0,-1 3-13 15,0-3-5-15,0-3-9 0,2 1-27 0,0-1-39 16,0-4-44-16,-2-2-43 0,0 0-47 0,2-1-54 16,1-1-64-16,-1-2-276 0,1-5-584 0,1-2 259 0</inkml:trace>
  <inkml:trace contextRef="#ctx0" brushRef="#br0" timeOffset="67062.87">10561 7467 333 0,'5'-10'314'0,"-1"5"-20"0,0 0-28 0,0 0-22 0,-4 5-23 16,6-7-19-16,-6 7 2 0,0 0 7 15,0 0 3-15,6 19 0 0,-6-8-31 0,-2 6-13 0,0 2-15 16,2 0-15-16,-2 8-9 0,-1-1-21 0,-2 1-5 15,3-9-10-15,-1 6-16 0,2-3-10 0,0-2-25 16,1-1-30-16,-3-2-30 0,2-1-22 0,2 1-32 16,0-4-34-16,-1 0-38 0,-1 0-37 0,1-2-45 15,1-3-45-15,1-1-226 0,-2-6-537 16,0 0 237-16</inkml:trace>
  <inkml:trace contextRef="#ctx0" brushRef="#br0" timeOffset="67288.61">10598 7400 235 0,'14'-15'243'0,"0"1"-8"0,3 4-8 0,-3 0-8 15,2 4-10-15,-3 2-17 0,-1 1-15 0,2 2-11 16,-1 2-11-16,-1 0-14 0,0 3-9 0,-3 0-14 16,1 1-10-16,-2 3-8 0,-2 2-5 0,-2-3-15 15,0 2-4-15,-4 0 4 0,0 1-18 0,-3 0-2 16,-2 0-3-16,0 3-8 0,-5-1-1 0,-3 1-11 15,0-3-31-15,-5 2-25 0,3-2-27 0,-3 0-41 16,0-1-50-16,1-4-65 0,0 3-78 0,-1-4-143 16,0 0-458-16,1-3 203 0</inkml:trace>
  <inkml:trace contextRef="#ctx0" brushRef="#br0" timeOffset="68645.11">11144 7774 188 0,'4'-9'254'16,"2"-2"-24"-16,3-2-18 0,2-3-15 0,2 1-13 15,4-5-9-15,-6 4-15 0,6-4-12 0,-4 4-4 16,6-4-15-16,-8 3-11 0,7-3-8 0,-6 4-8 16,-2-1-9-16,4-4-12 0,-6 3-4 0,-1 2-9 15,2-1-2-15,-4 2-6 0,-1 0 18 0,-1 4-5 16,-1 1-2-16,-2 2-6 0,0-2-3 0,0 10-9 16,-1-12-5-16,1 12-7 0,-2-9 2 0,2 9-14 15,-3-5-1-15,3 5-5 0,0 0-3 0,-9-3-9 16,9 3 0-16,0 0-3 0,0 0-4 0,0 0 1 15,0 0-2-15,-5 17-3 0,5-17-3 0,14 15-8 16,-5-8 7-16,-1 0-9 0,6 0 3 0,0 0 0 16,4 2 2-16,-2 1-2 0,1-3-1 0,-1 3 0 15,-4 3 0-15,0-3 0 0,-1 3 3 0,-1 5-1 16,-2-4 4-16,-3 5 1 0,1 1 2 0,-2-2-2 16,-2-1 2-16,-1 0-1 0,-1 0 0 0,0 1 2 15,-1-2-2-15,1-4 2 0,2-2 0 0,1 2 2 0,-2-2-2 16,4-1 2-16,-2-4-2 0,2 2 3 0,1-3 2 15,4 0-1-15,1-3 0 0,-1 0-3 16,2-3 4-16,6-4-5 0,1 2 2 0,-2-5 6 16,0 0-6-16,1 2 3 0,-3-5-1 0,6-3-5 0,-5 3 2 15,-3-2 4-15,7-2-3 0,-4-4-5 16,-4 5 2-16,-3 0-3 0,2-3 2 0,-5 3 3 16,1-2 0-16,0 2 0 0,-5 2 0 0,0 3 0 15,-1-1 0-15,-1 3 3 0,-2-1 6 0,2 9 4 0,0-13-2 16,0 13-2-16,-6-7-3 0,6 7 0 0,-9 1-4 15,9-1 0-15,-13 11 7 0,2 0-6 0,-1 2 0 16,1 2 3-16,1-2-1 0,2 4-2 0,6-2 6 16,2 3-4-16,-3-6-2 0,3 5 2 15,3-2-1-15,2-2 0 0,1 0-2 0,1-4 4 0,2 1 0 16,3-2-2-16,1-2-4 0,2 0 0 0,2-3-5 16,1 0-7-16,1-4 1 0,0-2-3 0,0-1 0 15,-2 2 2-15,-3-6 4 0,3-1 0 0,-7 3 5 16,1-2-5-16,2-3 2 0,-5 2 0 0,4-6 0 15,-6 5 0-15,1-1 5 0,1-5-5 0,-2 3 1 16,0 0 4-16,-1 1 1 0,-3 3 7 0,1 1 11 16,0 0 4-16,-2 4-2 0,-1 4-3 0,2-10-3 15,-2 10-9-15,0 0 2 0,0 0 2 0,0 0 9 16,5 21 8-16,-8-10 5 0,1 6 6 0,-1-2-6 16,0 3 1-16,0 1-5 0,1-1 1 0,-2 1 0 15,0 0 5-15,3-4-11 0,-1 2 1 0,2-6-1 16,0 1-6-16,-2-3 0 0,2-3 1 15,0-6-4-15,0 12 7 0,0-12-9 0,0 6-1 0,0-6 2 16,0 0-3-16,8 2-8 0,-8-2 4 0,0 0-3 16,21-13 0-16,-10 2 1 0,0 1-6 0,3-3 3 15,-1-3-1-15,3 4-2 0,-3-3-1 0,4-4 3 16,0 0-5-16,-5 5 1 0,1-1 4 0,-3 1-4 16,2-1 6-16,-3 5 8 0,0 0-8 0,-5 1 10 15,2 2 12-15,0 1 7 0,-3 1 20 0,-3 5-7 16,6-6-9-16,-6 6-10 0,4-5-2 0,-4 5 1 15,0 0 13-15,0 0-33 0,0 0 13 0,0 0-1 0,-6 26 10 16,2-16 1-16,4 2-4 0,-3 1 4 16,-1-2-10-16,4 0 2 0,0 0-5 0,2 0 2 15,0-1 5-15,2-2-11 0,1 0 4 0,3-1-3 16,2 1 5-16,1-4-3 0,6 1-1 0,-4-5-8 16,5 1 5-16,1-1-2 0,-5-1-6 0,3 0 3 15,-3-5 2-15,2 2-6 0,-4-3-16 0,-3 3 21 16,-1-3-1-16,1 0 3 0,1-1-4 0,-4 1 0 15,-2-3 10-15,1-1-17 0,-1 1 2 0,1-2 0 16,-5 3-4-16,0-1 5 0,0 3 0 0,3 1 7 0,-3 6 7 16,2-10-2-16,-2 10 2 0,0-6 5 0,0 6-19 15,0 0-8-15,0 0 8 0,0 0 8 16,0 0-2-16,0 0-5 0,0 0 8 0,-4 35-20 16,0-24 16-16,2 4 0 0,0 3 3 0,2-1-5 0,-2-2 3 15,0-1-9-15,0-2-18 0,4 6-36 0,-2-7-27 16,-2 2-24-16,1-3-28 0,-1 3-30 15,0-2-45-15,-2-2-57 0,4 0-49 0,-7 1-215 16,2-5-578-16,0 1 256 0</inkml:trace>
  <inkml:trace contextRef="#ctx0" brushRef="#br0" timeOffset="68799.39">12163 7439 117 0,'-5'-4'131'0,"5"4"-61"16,0 0-75-16,0 0-48 0,0 0-56 15,28 6 25-15</inkml:trace>
  <inkml:trace contextRef="#ctx0" brushRef="#br0" timeOffset="69045.16">12659 7441 2688 0,'7'-10'23'0,"-5"-1"31"0,2-3 18 16,1 1 25-16,0 3-2 0,-5-2 20 0,2 2 18 0,-2 1 17 16,0 9 4-16,0-14 4 0,0 9 5 0,0 5-11 15,2-11-15-15,-2 11-13 0,2-5-19 0,-2 5-7 16,0 0-12-16,0 0-14 0,7 30 6 16,-7-12 1-16,0 9-7 0,0 3-2 0,-2-2-8 0,0 3-9 15,1-3-2-15,1-1-3 0,-4 1-9 0,0-1-1 16,0 2-4-16,2-9-2 0,-2 5-4 0,2-4-10 15,2-4-27-15,-2-2-40 0,2-4-43 0,0 0-48 16,0-1-40-16,0 0-46 0,-2-2-49 0,2-8-55 16,2 12-48-16,-2-12-239 0,0 0-668 0,0 0 296 15</inkml:trace>
  <inkml:trace contextRef="#ctx0" brushRef="#br0" timeOffset="69453.66">12636 7535 134 0,'17'-4'194'0,"0"1"-17"16,2-3-11-16,1 4-12 0,-2 0-14 0,2 0-11 15,-3 2-12-15,2-2-13 0,1 1-6 0,-7 1-9 16,4 1-6-16,0 0-6 0,-3 0-11 0,-5 1-3 16,1-2-11-16,0 1-4 0,-5 0-4 0,-5-1-1 15,11 5 16-15,-9-2 10 0,0 4 8 0,-2-7 4 16,-3 13 6-16,-3-4 0 0,-3 6 0 0,-3 1 8 15,2 1-9-15,1-4 2 0,-3 4-6 0,5-2-9 16,1-5-7-16,-2 5-3 0,2-4-6 0,2 3-7 16,1-5-8-16,3 0 0 0,0-2-6 15,0-7-1-15,1 13-4 0,1-7 0 0,2-1-4 0,-4-5-2 16,12 2-3-16,-6-2 4 0,-6 0-8 0,21-2 8 16,-15-1-11-16,3-1 3 0,0 0-6 0,-1-3 1 15,2 1 1-15,-5-1-1 0,4-2-5 0,-4 1 10 16,3-3-3-16,-3 2-8 0,-1-3 2 0,2 0-6 0,0 1 1 15,-2 3-2-15,0 1 0 0,1-2 0 16,-3 5-5-16,-2 4-4 0,7-5 8 0,-7 5-5 16,0 0 0-16,0 0 3 0,16 9 0 0,-12 0-15 15,0-2-29-15,-3 5-33 0,1-2-30 0,0 3-48 16,0 2-49-16,2 0-51 0,-1 0-214 0,-2-5-509 0,1 2 225 16</inkml:trace>
  <inkml:trace contextRef="#ctx0" brushRef="#br0" timeOffset="69655.42">13101 7725 30 0,'2'-12'237'16,"2"0"-9"-16,2-1-16 0,-1-3-3 15,3-1-5-15,-3 0 0 0,4 4 0 0,2 0-9 16,-4 4-5-16,2-2-3 0,0 4-1 0,-3 1-17 16,3 1-14-16,1 1-17 0,-4 2-17 0,1 2-9 0,-7 0-7 15,16 2-15-15,-7 5-6 0,-1-1-13 0,-3 1-4 16,4 0-19-16,-4 2-22 0,1-1-29 15,-3 0-34-15,1 2-29 0,0-4-31 0,-2 6-49 16,1-3-52-16,2 0-41 0,-1-2-209 0,-2 1-485 16,-2-8 215-16</inkml:trace>
  <inkml:trace contextRef="#ctx0" brushRef="#br0" timeOffset="70026.11">13533 7518 87 0,'0'-17'273'15,"3"5"1"-15,-3 1 0 0,-3 3-3 0,2 2-10 16,1 6-13-16,-2-9-25 0,2 9-14 0,0 0-13 16,0 0 4-16,-21 15-11 0,11-2-15 15,-3 4-8-15,2 5-18 0,1-3-13 0,-1 4-8 0,5 3-19 16,2-3-11-16,0-5 1 0,4 0-22 16,4 0-2-16,2-1-5 0,3-2-3 0,4-1-3 0,5-2-4 15,0-4-5-15,0-1-2 0,2-2-1 16,1-3-9-16,-1 0-8 0,2-1-12 0,-1-4 1 0,-1-2-1 15,0 0-2-15,-2-4 2 0,0 3-10 0,-2-3 5 16,-3-1-6-16,2-1-16 0,1-3 17 0,-9 0 1 16,3 0-6-16,-4-3-2 0,-1 2 2 0,-3 3-6 15,-2-2 3-15,0 3-4 0,0 0 2 0,-2 1 10 16,2 10-2-16,-5-12-5 0,3 6-2 0,2 6 5 16,-12 0-2-16,12 0 0 0,-19 11 2 0,2-1 2 15,2 3 3-15,-7 4-2 0,3 2 2 0,2 2-4 16,7 2-6-16,1-5-15 0,5-2-43 15,4 1-52-15,0 1-43 0,4-2-49 0,3 2-59 0,5-4-76 16,-2-3-266-16,-1 0-649 0,7-3 288 0</inkml:trace>
  <inkml:trace contextRef="#ctx0" brushRef="#br0" timeOffset="70187">14146 7813 64 0,'11'0'375'0,"-4"0"-16"16,-7 0-9-16,11 0-13 0,-11 0-12 0,0 0 2 15,6 3-9-15,-6-3-19 0,0 0-28 0,-13 15-27 16,5-9-24-16,-4 0-26 0,3 2-20 0,1-2-47 16,-4 2-59-16,3-2-75 0,0 1-72 0,-5 1-78 15,3-1-93-15,1-1-344 0,-5-3-642 0,3 1 284 16</inkml:trace>
  <inkml:trace contextRef="#ctx0" brushRef="#br0" timeOffset="71741.75">15218 7554 139 0,'-3'-12'227'15,"3"12"-2"-15,-2-11-3 0,2 11-16 0,-3-9-10 16,3 9-17-16,-6-6-14 0,6 6-16 0,-7-2-14 15,7 2-21-15,0 0-8 0,0 0-5 0,-18 8-4 16,11-1-9-16,0 2-4 0,0 4-6 0,0 4 0 0,2 0-9 16,1 1-5-16,0-3-11 0,4 2 0 0,-2-6-7 15,7 6-5-15,-1-2 3 0,2-3-10 16,4 1-6-16,2 0 11 0,3-2-13 0,2-3-1 16,0-1 0-16,-1 0-2 0,5-2-8 0,-1-1 3 0,2-2 2 15,-3-2-6-15,1-1 1 0,-1 0-1 0,-3-4 0 16,2 2 0-16,-7-3-3 0,5-5 2 0,-6 3-4 15,-4 1 1-15,2-4-3 0,1-3 2 0,-5 3-3 16,0-7-3-16,-3-2 4 0,-2 4-1 0,-2-2-5 16,0-2 4-16,-4-5-4 0,-1 8 0 0,-2 0-1 15,0 0 3-15,-2 2 4 0,1 2-8 0,-5 1-1 16,3 2 6-16,3 3-10 0,-1 4-1 0,-1-3-11 16,1 5-16-16,-1 0-20 0,1 3-13 0,-2 2-28 15,3-1-36-15,1 6-45 0,3-3-48 0,-1 2-205 16,2-1-464-16,5-1 205 0</inkml:trace>
  <inkml:trace contextRef="#ctx0" brushRef="#br0" timeOffset="71981.5">15730 7406 98 0,'7'-10'309'0,"-4"3"-6"0,-1 1-30 16,2 0-22-16,-4 6-24 0,2-7-25 0,-2 7-11 15,0 0 5-15,0 0-2 0,0 0 6 0,1 32 0 16,-3-14-3-16,-2 1-18 0,-1 5-19 0,2 8-13 16,-3-2-11-16,1-1-14 0,0 4-13 0,1-6-9 15,0 3-7-15,0 0-10 0,0-1-13 0,2-3-11 16,0 2-29-16,0-3-29 0,-1-4-34 0,1-2-32 16,2 0-43-16,-4-2-45 0,3 2-50 0,1-6-53 15,0-1-57-15,-1 0-188 0,2-1-541 0,1-1 241 16</inkml:trace>
  <inkml:trace contextRef="#ctx0" brushRef="#br0" timeOffset="72215.7">15981 7633 307 0,'6'-15'316'0,"-2"6"-11"16,0-1-12-16,-3 3-19 0,3 2-15 15,-3-1-26-15,-1 6-13 0,4-7-24 0,-4 7-1 0,0 0-17 16,0 0 2-16,0 0-4 0,5 29-23 0,-5-12-4 15,-1 1-13-15,1 8-13 0,-4 0-13 16,0 0-5-16,-1-1-13 0,3 1-15 0,-1-1 3 16,0 1-14-16,1-1-10 0,-1-5 4 0,2-1-33 0,0-2-23 15,-1 1-39-15,1 0-33 0,0-3-35 0,-1-1-32 16,-1 1-32-16,3-3-41 0,-3-3-30 0,3-1-42 16,-4-1-243-16,2 0-566 0,2-7 250 15</inkml:trace>
  <inkml:trace contextRef="#ctx0" brushRef="#br0" timeOffset="72456.07">16111 7557 160 0,'9'-9'218'0,"1"-1"-17"16,0 3-17-16,-1 0-10 0,1 2-12 0,-2 4-17 15,0-1-3-15,-8 2-9 0,15 3-12 0,-8 2-5 16,0 2-9-16,-1-3-7 0,1 3-11 0,-2 2-6 15,-1 3-5-15,-1 4-10 0,-2 0-4 0,-2-5-8 16,-2 5-3-16,-2-3-9 0,-4 2 1 0,-1 0-4 16,-11 3-4-16,7-5-4 0,-4 0-5 0,-6 3-19 15,0-4-20-15,0 0-22 0,6-2-30 0,-2 0-35 16,8-4-47-16,1 0-62 0,-1 0-149 0,2-1-386 16,3-1 172-16</inkml:trace>
  <inkml:trace contextRef="#ctx0" brushRef="#br0" timeOffset="73653">16653 7787 271 0,'6'-8'274'0,"-1"-2"-23"15,2-1-19-15,0 2-10 0,2-7-14 0,-1 5-7 16,0-5-14-16,2 0-19 0,-1 0-11 0,0-1-18 15,0 2-11-15,1 1-15 0,0-3-12 0,2 1-8 16,-5-1-12-16,2 0-8 0,0 0-7 0,-1 2-4 0,-3 0-11 16,-2-3-3-16,-2 8-4 0,1-2-1 15,0 5-8-15,-1 0 0 0,-1 7-4 0,-4-14 3 0,2 9-13 16,-4-1-2-16,1 2 1 0,-2 0-4 0,-1 1-3 16,8 3-2-16,-17-2-2 0,10 2 4 15,7 0-5-15,-13 0-6 0,13 0-1 0,-10 2-2 16,10-2 1-16,-8 5 0 0,8-5 8 0,0 0-10 0,3 10-1 15,-3-10-1-15,10 7 0 0,-2-4-2 0,3 2 0 16,4-2 9-16,3 0-10 0,3-2 7 16,-1 1-1-16,-1-2-3 0,-1 2-1 0,-5 0 0 15,-2-2 0-15,1 0-2 0,-2 1-1 0,-2 1 1 0,1 2 0 16,-1 3 0-16,-2 0 2 0,2 2 2 0,-5 0-2 16,0 3 13-16,2 3-7 0,-5 2 9 0,0 1-1 15,0-5 2-15,-2 6 3 0,-2-3 0 0,0 3-3 16,3-1 0-16,-2-3 1 0,2-1-3 0,1 1-1 15,0-5-1-15,0 1 1 0,1-1 0 0,-1 0-1 16,1-4-3-16,3 1 5 0,3 0 0 0,-2-4 1 16,1 0-2-16,4 1-3 0,1-3-4 0,0-1-7 15,2-1 1-15,0-2-5 0,4-3 2 0,-5 1 0 16,4 0 2-16,0-4 1 0,-1-3-4 0,-2-1-6 16,2 1 16-16,-3-1-14 0,2-2 2 0,-1 0-4 15,-2 0 4-15,-1 1 0 0,-1-2 12 0,-2 0-9 16,-2 0 0-16,-2 6 9 0,0-2 17 0,0 2-6 15,-2 1-1-15,0 5 4 0,-1 4-1 0,-1-10-4 16,1 10 0-16,0 0-1 0,0 0-2 0,0 0-2 16,0 0 4-16,-22 11-1 0,13-1-1 0,-1 2 5 15,-1 1-5-15,0 3 1 0,3-3-2 0,1-2-1 16,3 0-1-16,0-1 2 0,1 2 0 0,1-2 10 16,2 1-7-16,3-1-5 0,2 0 0 0,-1-3-5 15,2-1-4-15,4-1-9 0,2-1-5 0,0-1 3 0,-1-1-10 16,2-2 0-16,5 0 1 0,-2-2 1 15,0 0-3-15,-5 0 5 0,2-2 5 0,0-2-3 16,-4-3 3-16,2 1 3 0,-5-4 0 0,2 5 1 16,0-5 6-16,-3 1-7 0,1 2 5 0,1-2 1 15,-3 1 0-15,1-1 4 0,-1 2 5 0,-2 4 6 0,2-1 2 16,-4 6-1-16,5-9-1 0,-5 9-6 0,4-5 3 16,-4 5 4-16,0 0 11 0,0 0 9 0,0 0 8 15,-3 26-1-15,1-14 0 0,-2-2-2 16,-1 1-1-16,2 0 1 0,1-2-4 0,-3 3-2 0,2-1-1 15,0 0 2-15,0-2-11 0,0 0 4 0,-1-2-2 16,2-3-5-16,2-4-2 0,-2 9 1 0,2-9 5 16,0 9 3-16,0-9-6 0,0 0-1 15,4 4 3-15,-4-4-7 0,0 0 1 0,14 0-2 0,-14 0 0 16,19-5 2-16,-10-1-4 0,2-1 0 0,5-1 8 16,-2-2-11-16,2-1-6 0,-2-2 1 0,1-1-6 15,-2 1 6-15,2 0-4 0,-3 0 2 0,-3 4 5 16,-2-1-3-16,1 0 4 0,-3 2-3 0,0 1 7 15,0-1 14-15,-2 4 6 0,-1-1-2 0,-2 5-8 16,7-6 3-16,-7 6-5 0,4-5-4 0,-4 5-6 16,0 0 1-16,0 0 0 0,0 0-1 0,0 0-1 15,1 23 1-15,-2-17 2 0,1 4-1 0,0-2 0 16,0 0 0-16,2-1 15 0,2 1-17 0,-1 0 1 16,0-2-4-16,4 1 7 0,2-2 1 0,-3 0-9 15,4-1 2-15,-1 0-5 0,3-1-3 0,-1-3-9 16,3 0 9-16,-14 0-3 0,22-2 1 0,-11-2-6 15,-3 1 8-15,1 0-2 0,1-3 16 0,-5 3-13 16,3-1-1-16,-1-5 17 0,-1 5-21 0,0-3 9 16,-2 1-5-16,1 0 3 0,-2-1-1 0,1 3 3 15,-4 4-2-15,4-7 5 0,-4 7-2 0,8-7 1 16,-8 7-4-16,0 0 0 0,0 0 6 0,0 0-3 16,0 0 23-16,0 0-18 0,0 0 2 0,0 0-1 15,-14 39-3-15,9-30 4 0,1 1 1 0,-1 0-2 16,-1 3-26-16,1-4-22 0,0 2-26 0,1 0-30 0,0 0-31 15,0-1-35-15,-3 1-37 0,5-4-49 16,0-1-51-16,-2 1-185 0,4-7-525 0,-9 11 232 16</inkml:trace>
  <inkml:trace contextRef="#ctx0" brushRef="#br0" timeOffset="73819.12">17510 7422 191 0,'-5'-7'161'0,"2"2"-47"0,3 5-32 15,-3-7-55-15,3 7-54 0,0 0-65 16,6-11-98-16,2 6 43 0</inkml:trace>
  <inkml:trace contextRef="#ctx0" brushRef="#br0" timeOffset="74053.47">17979 7333 21 0,'0'0'282'0,"4"-6"-12"0,-4 6-9 0,4-5-14 15,-4 5-20-15,0 0-16 0,0 0-24 0,0 0-9 16,0 0-4-16,0 0 12 0,7 24 6 0,-10-7 10 16,-1 2-6-16,3 9-10 0,-2 1-25 15,-2 0 5-15,1 2-17 0,-2 5-13 0,1-8-9 0,0 1-15 16,1-1-5-16,-3-1-16 0,1 0-2 0,1-1-17 15,1-8-9-15,-1 2-23 0,2-4-31 0,1 0-34 16,-1-5-37-16,-1-2-32 0,3 1-28 0,-1-4-32 16,-3 4-35-16,2-4-45 0,-1-3-45 0,4-3-252 15,-7 7-574-15,7-7 253 0</inkml:trace>
  <inkml:trace contextRef="#ctx0" brushRef="#br0" timeOffset="74515.11">17853 7570 23 0,'8'-7'203'0,"-1"1"-21"0,1-1-16 0,5 2-9 16,-2 1-3-16,3-1-7 0,3 0-14 0,2 1-7 15,0 1-15-15,3-1-9 0,0 3-10 0,-2 0-6 16,7 1-9-16,-5 0-9 0,-2 0-4 0,-1 1-7 16,3 2-9-16,-3-3-6 0,-6 2-2 0,1-1-2 15,-2-1-5-15,-2 2-2 0,-3 0-4 0,0 0-3 16,-1-2-3-16,-6 0-3 0,11 2 0 0,-11-2 5 15,6 3 5-15,-6-3 5 0,0 0 8 0,0 0 1 16,-5 11 6-16,5-11-2 0,-12 10-4 0,2-6-1 16,0 5-1-16,1-1 0 0,-4 4-5 0,0-1 8 15,2 2 6-15,-2 1-1 0,1-4-6 0,3-1-4 16,-1 0-2-16,3 2-4 0,2-3-3 0,-1 1 0 16,1 0-2-16,3-3-4 0,2 1 1 0,0-7-5 15,0 0 1-15,3 12-2 0,3-6-3 0,0-3 1 16,1-2 14-16,6 0-21 0,-4-1 2 0,3-1-2 0,-1-2-1 15,1 2 0-15,1-1-4 0,-2-2 11 16,2 1-9-16,-3-2 0 0,-1 0-1 0,0-3-2 16,0 1 0-16,-1 0 6 0,-2-2-4 0,-1 2-4 15,2-3 5-15,-2 6-1 0,-1-3 1 0,-1 3 2 0,0-3 4 16,-3 7-4-16,5-4-2 0,-5 4 0 0,0 0-4 16,0 0 7-16,0 0-12 0,0 0 3 15,0 0 1-15,5 15 0 0,-5-7 1 0,0 1-19 16,-1 0-24-16,0 2-30 0,-2-1-38 0,3 3-44 0,1-7-50 15,1 1-48-15,-2 3-185 0,1-2-471 0,2-3 209 16</inkml:trace>
  <inkml:trace contextRef="#ctx0" brushRef="#br0" timeOffset="74733.7">18390 7696 185 0,'6'-15'227'0,"2"4"-3"0,-1 0-7 0,2-3-6 0,5 1 3 16,-3 3-1-16,-2 1 5 0,1-1-2 15,-3 3-7-15,1 1-15 0,-1 1-17 0,-2 3-16 0,2 0-17 16,-7 2-12-16,12-2-12 0,-12 2-10 0,10 3-17 16,-10-3-4-16,13 8-14 0,-13-8-5 0,7 11-8 15,-4-3-11-15,1-3-24 0,0 3-40 0,1-2-21 16,0 1-26-16,-3 0-32 0,2-2-28 0,-4-5-33 16,2 16-39-16,-2-16-35 0,2 14-41 0,-1-7-146 15,-1-7-448-15,7 6 199 0</inkml:trace>
  <inkml:trace contextRef="#ctx0" brushRef="#br0" timeOffset="75109.56">18794 7518 82 0,'3'-12'247'0,"0"1"6"0,1 1-4 0,-4 1-3 16,1 1-10-16,-1 8-15 0,-5-7-15 0,5 7-19 15,-8-4-9-15,8 4-4 0,-16 13-1 0,-1-4 0 16,3 7-11-16,-5 2-11 0,3-4-15 0,4 0-17 15,1 2 0-15,1 3-19 0,4-3-13 0,3 2-5 16,1 0-6-16,2-2-10 0,2-1 0 0,2-2-9 16,5-2-1-16,3-1 1 0,2 2-9 0,-2-6-8 15,5 1-7-15,3-3-8 0,0-1-3 0,0-3-15 16,2 0 16-16,-2-1-8 0,1-1-2 0,0-4-3 16,-1 1-1-16,-1 0 0 0,-1-2-5 0,-4-5 5 15,1 3-1-15,-2-4-5 0,0 2 0 0,-3-1-10 16,-1-2 2-16,0-1-7 0,-3-1 5 0,-3 6-4 15,-1-3 17-15,-2 2-12 0,2 2-3 0,-2 9 3 16,-3-13-1-16,3 13 2 0,-4-10-1 0,-1 7 2 0,5 3-10 16,-17 0 14-16,6 3 8 0,-7 5 0 0,1 2-2 15,1 1-3-15,2-1 4 0,-2 3-2 16,4 1 2-16,1 0-9 0,5-3-26 0,1 0-23 16,0 0-33-16,5-1-29 0,1 0-45 0,4 1-52 15,3-3-55-15,2-1-55 0,-1 2-174 0,3-5-534 16,1-1 236-16</inkml:trace>
  <inkml:trace contextRef="#ctx0" brushRef="#br0" timeOffset="75301.39">19297 7746 65 0,'0'0'258'0,"1"7"-9"16,-1-7-11-16,2 8-19 0,-2-8-13 0,0 0-19 15,-4 13-12-15,4-13-18 0,-9 10-17 0,5-6-13 16,-1 1-8-16,0 1-35 0,5-6-41 0,-12 6-51 16,5 0-70-16,2-4-76 0,-3 3-185 15,-1-2-365-15,9-3 162 0</inkml:trace>
  <inkml:trace contextRef="#ctx0" brushRef="#br0" timeOffset="76089.69">20151 7395 94 0,'0'-9'226'0,"0"9"-2"0,2-9-1 0,-2 9-11 16,2-7-11-16,-2 7-16 0,0 0-17 0,3-7-18 16,-3 7-16-16,0 0-16 0,0 0-9 0,0 0-12 15,0 0-3-15,13 13-1 0,-8-2 0 0,-1 5 0 16,0-2-1-16,4 6-9 0,-2-2-2 0,3 6-8 15,-3-4-9-15,1-1-1 0,-2-1-3 0,0-1-7 16,1 7-3-16,0-9-4 0,-1 2-3 0,0-4-5 16,0 0-2-16,-1-2-5 0,1 0 9 0,-3-1-10 15,5 0-6-15,-1-1-4 0,-2 0-2 0,0-3 0 16,1-1 3-16,-3 0 0 0,-2-5 4 0,7 7 12 16,-7-7 9-16,5 1 3 0,-5-1-3 0,0 0 1 15,11-8 2-15,-11 8-7 0,9-12 5 0,-3 3-15 16,-1-3-6-16,1 2 4 0,0-7-10 0,2-1 0 15,0-5 4-15,1 4-9 0,-2-7 0 0,1 3-1 16,1 0-2-16,1-1-2 0,-2 7 1 0,-2 0-3 16,-1 2-3-16,3 4-4 0,-4 0-11 0,0 2-5 15,0-1-22-15,-1 5-22 0,-1-2-23 0,-2 7-34 16,2-8-41-16,-2 8-43 0,0 0-35 0,4-5-21 16,-4 5-14-16,0 0-183 0,0 0-489 0,0 0 216 0</inkml:trace>
  <inkml:trace contextRef="#ctx0" brushRef="#br0" timeOffset="76377.64">20565 7585 184 0,'0'0'199'0,"1"8"-10"0,-1-8-2 0,1 8-9 16,-1-8-3-16,2 9-1 0,2-6-9 0,-4-3-6 15,6 11-10-15,-1-4-11 0,4-6-5 0,1 2-5 16,-1 0-9-16,5 1-11 0,0-4-7 0,4 2-5 15,-1-1-12-15,2 0-2 0,1-5-8 0,-2 0-5 16,0-1-7-16,-6 3-3 0,2-4-3 0,-3-1 1 16,0 2-6-16,-1-3-4 0,-3 0 6 0,-3-1-15 15,0-2-6-15,-3 1 1 0,1 0-5 0,-6-2-5 16,1 3-4-16,-2-2-2 0,-1 2-2 0,-3 0-6 16,0 1-6-16,-2 0-8 0,-1 4-19 0,-1 0-16 15,-5 3-14-15,-1 0-23 0,-2 2-28 0,2 2-36 16,1-1-54-16,2 1-40 0,-1 2-202 0,6 0-472 15,2-1 209-15</inkml:trace>
  <inkml:trace contextRef="#ctx0" brushRef="#br0" timeOffset="76641.72">21066 7313 118 0,'6'-14'332'15,"-2"2"-15"-15,0 3-4 0,0 2-13 0,-2 1-23 16,1 1-23-16,-3 5-24 0,4-8-20 0,-4 8-22 16,0 0-9-16,0 0 0 0,0 0 8 0,7 30-2 15,-8-13-10-15,0 2-2 0,-3 5-21 0,3-5-13 16,-2 10-17-16,0-4-8 0,2 2-12 0,-3-2-7 16,2 3-7-16,1-4-12 0,-1-4-12 0,2-2-16 15,0 6-25-15,0-9-36 0,0 3-53 0,2-1-35 0,-1-3-35 16,-1-2-38-16,2 0-41 0,0 1-39 0,-1-7-31 15,0 5-47-15,-1-5-179 0,0-6-553 16,5 6 244-16</inkml:trace>
  <inkml:trace contextRef="#ctx0" brushRef="#br0" timeOffset="76866">21323 7389 296 0,'2'-8'275'16,"2"1"-23"-16,-3 3-24 0,-1 4-24 0,4-9-20 15,-4 9 1-15,0 0 10 0,0 0 6 0,0 0-9 16,-1 26-8-16,-3-13-10 0,0 2-9 0,1 3-12 16,-3 4-9-16,2-4-17 0,-1-2-15 0,1 4-6 15,1-4-15-15,0 1-6 0,-2 0-9 0,3 0-8 16,0-1-18-16,0 1-30 0,0-4-29 0,1-2-35 16,0 1-28-16,1-2-32 0,0-1-26 0,0 1-39 15,-1 0-29-15,1-10-42 0,2 8-27 0,-2-8-156 16,-2 8-458-16,2-8 204 0</inkml:trace>
  <inkml:trace contextRef="#ctx0" brushRef="#br0" timeOffset="77928.02">21203 7536 4 0,'-2'-7'211'0,"2"7"-21"0,9-5-21 0,-2 3-10 15,6-1-8-15,7 0-10 0,3 0-10 0,7-1-11 16,4-1-11-16,-1 0-11 0,3 1-10 0,-3-2-8 15,0 4-7-15,-1 0-9 0,-1-2-2 0,-3 0-5 16,-9 0-8-16,-1 1-1 0,-5 0 5 0,-7 1 7 16,2 2 8-16,-2-1 2 0,-6 1-1 0,0 0-6 15,12-1-6-15,-12 1 1 0,0 0 7 0,0 0 2 16,0 0 7-16,-27 18 2 0,10-10 1 0,1 3-2 16,-5-1-7-16,6 2-7 0,0 1-7 0,2-3-2 15,0 2-7-15,5-5-2 0,3 5-3 0,0-3-5 0,2 1 1 16,2-2-11-16,2-1 5 0,-1-7-7 0,6 12 0 15,0-6-1-15,3-1-4 0,1-2-4 16,0-1 1-16,1 0-6 0,0 0-2 0,-1-6 1 16,2 4 0-16,1-3-8 0,-2-1-2 0,1 1 7 0,-2-3-3 15,0-2 1-15,0 1-2 0,-2-1 13 0,-2-1-14 16,1 1 0-16,-2-2-4 0,1-1 3 0,-2 1 1 16,-1 1 6-16,1 2-8 0,-3 0 5 15,-1 7-3-15,4-9-2 0,-4 9 2 0,2-4-3 0,-2 4 0 16,0 0-2-16,0 0 3 0,0 0 0 0,0 0-2 15,0 0 2-15,0 0 2 0,0 0-4 16,0 26 4-16,2-22-2 0,0 2 2 0,1 2 4 16,3-2-2-16,0-1 1 0,3 1-2 0,7-1 2 0,-5-3 5 15,2 0 1-15,6 0-3 0,0-4-1 0,2 0-2 16,0 0 3-16,-1-2-1 0,0-3-3 0,6 0 1 16,-5 1 0-16,-4 0 3 0,1 2-1 0,0-4 13 15,0 0-7-15,-6 1 4 0,-1-1 0 0,-1-1 4 16,0 2 11-16,-2-3-3 0,-4 1 2 0,1-2 4 15,-4 6-1-15,2-3 8 0,-1 3 0 0,-2 5 5 16,0-10-2-16,0 10-9 0,0 0 0 0,-4-9-4 16,4 9-3-16,-11 2 11 0,11-2-7 0,-31 10 0 15,12-1-13-15,1 1 14 0,-1 0-8 0,5 2-4 16,-2-1-2-16,7-1 7 0,-1 1 4 0,3-2-15 16,2 0-3-16,-1-1 2 0,2 2 1 0,3-1-7 15,1-9 3-15,0 0-3 0,7 20-10 0,-3-13-1 16,-4-7 1-16,7 6 0 0,-7-6-3 0,13 4-4 15,-7-1 4-15,-6-3-2 0,15 0 3 0,-15 0 2 16,12-6 1-16,-12 6-1 0,12-7 2 0,-12 7 0 16,9-7 3-16,-9 7-6 0,9-5 7 0,-9 5-4 15,0 0 0-15,7-4-13 0,-7 4 8 0,0 0 0 16,0 0 0-16,0 0-2 0,12 11 3 0,-11-1 11 16,-2 4 1-16,2 2 2 0,0 4 3 0,-3 7-5 15,2 0 3-15,0 2 2 0,-1 0 11 0,-1 1-3 0,0 1 3 16,-1-3 11-16,1 3-18 0,-4-3-6 0,5-1 6 15,-3-1 2-15,6-6 0 0,-9-3-4 16,5 2 1-16,-3-4 1 0,1-3-2 0,-1-3-3 16,-1 1-5-16,0-3 5 0,-3-3 3 0,4 1-7 0,-4-1 7 15,-2-3-5-15,-1 1-2 0,2-2-6 0,-4-2-5 16,4-3-9-16,1 0 0 0,-1-2-11 0,2-3-6 16,0-3-8-16,4 0-11 0,4-4-9 15,1-1-8-15,5-1 7 0,5-4 3 0,7-1-3 0,0-3 5 16,4 1 4-16,4 3 0 0,10-10 5 0,-9 7-5 15,12-5 7-15,-11 7 1 0,4 0 6 0,7-5 6 16,-2-2 0-16,-9 10 4 0,-1-1-1 0,-2 0 6 16,-5 1 10-16,2-1-8 0,-4 6 5 0,-1-4 13 15,-6 2 10-15,-1 1 0 0,-3 3-1 0,-1 1 16 16,-3 1 11-16,0 2 11 0,0 0 15 0,-3 1-10 16,0 9 2-16,-3-10-13 0,-2 7-7 0,5 3 3 15,-17 0-4-15,7 7 1 0,-4 0 0 0,-3 3 1 16,2 2-5-16,0 3 0 0,2 1 1 0,3-2-9 15,2 3-7-15,3 1-17 0,2 0-32 0,3-3-26 16,4 4-30-16,4-3-31 0,1 2-29 0,2-3-41 16,0-3-44-16,5 1-30 0,0-3-27 0,1 2-203 15,-1-1-537-15,-1-1 238 0</inkml:trace>
  <inkml:trace contextRef="#ctx0" brushRef="#br0" timeOffset="79634.1">23659 7406 101 0,'-9'-17'256'16,"-3"1"-4"-16,0 3-15 0,-2 0-14 0,-2-1-5 15,2 4-14-15,-2 2-19 0,-1 3-11 0,-1 3-10 16,0 2-7-16,0 6-9 0,-1 2-11 0,4 5-10 16,-6 3-10-16,3 4-10 0,6-4-10 0,0 10-16 15,3-8-3-15,4 5-7 0,4-4-7 0,1 7-2 16,5-3-11-16,3-6-1 0,3 7 11 0,6-2-21 15,2-2-13-15,1 0-12 0,2-3-14 0,1-3-15 16,3 0-6-16,-1-3-5 0,-6-6-9 0,1 1-5 16,1-1 2-16,-2-1-2 0,-1-4 8 0,0 0 0 15,-5-1 5-15,0-3 1 0,0-2 2 0,-3 0 4 16,1-1 3-16,0-5-4 0,1 1 5 0,0-5 4 16,-2 2 2-16,0-4-3 0,0 2 3 0,-1-4 3 0,4-5 3 15,-1 4 0-15,-1-2 9 0,-2 8 16 0,-1-3 1 16,-3 7 3-16,-1 0 1 0,1 3 7 15,-2 1 1-15,-1 1-8 0,3 3-6 0,-5 3-3 16,0 0-7-16,0 0 3 0,0 0-2 0,0 0 5 0,0 25-1 16,-1-15 4-16,-7 6 2 0,3 4-1 0,2-3-2 15,1 1 0-15,-1-2 1 0,2 1-3 16,2 3 0-16,1-4 2 0,-1 0-6 0,3-4 2 16,1-2-1-16,1 2-1 0,1-3 1 0,-1-1 0 0,3 0-9 15,0-2 1-15,2-2-3 0,0-2 0 0,1 0-1 16,-1-4 3-16,-1 1-3 0,1 0-3 0,0-4 14 15,-1 0-12-15,0-3-1 0,-2 1-1 16,1-3 0-16,1-2 0 0,1-1 1 0,0 0-8 0,0-6 5 16,-3 3 0-16,-1-1-4 0,1-1 6 0,1 1-5 15,-3 2 0-15,3 1 12 0,-6 3 8 0,1 1 8 16,-3 5 0-16,3-1-3 0,-3-1-3 0,-1 7 1 16,0 0-7-16,5-6-2 0,-5 6-2 0,0 0-1 15,0 0 5-15,0 0 5 0,-9 24 0 0,7-14 4 16,-2 1-4-16,1 1 4 0,1 1-2 0,1 2 0 15,-1-4-1-15,1 2-2 0,0-2 0 0,2 0 0 16,-1 0-2-16,4 0 6 0,0-2-3 0,1-1-4 16,0-2 3-16,5-1-3 0,-2 1-3 0,1-3 1 15,2-1 0-15,-1 0-8 0,2 0 4 0,2-2 1 16,-2-2-1-16,0-2 0 0,-1 1-4 0,-1-1-13 16,1-3-1-16,-3-1-1 0,0-1-1 0,-1-1-5 0,1 1 1 15,1-7-9-15,-5 1-2 0,2-1 0 16,-1-1 2-16,0 0 6 0,-3 0 1 0,-2-1-1 15,0 1 3-15,1 4 1 0,-2 2 2 0,-1-1 2 16,0 2-2-16,-2 1 6 0,1 2 1 0,0 1 1 0,3 6-1 16,-6-9 1-16,1 5 0 0,5 4 0 0,-7-4 0 15,7 4 2-15,-9 0-4 0,9 0 2 16,0 0-1-16,0 0-2 0,0 0 6 0,0 0 0 16,0 0 2-16,0 0 0 0,20 10 5 0,-7-8-4 15,5 1-1-15,2-2 4 0,-3 0-2 0,1 1 0 0,0-4 1 16,0 2 2-16,-7-1 3 0,2 1 3 15,-3-1 1-15,1 2-4 0,0 0 1 0,-5-1-1 16,2 3-2-16,-4 0 4 0,3 1-5 0,-2 2 6 16,-2 0 7-16,1 5 7 0,1-2 9 0,-5 4 13 0,3-1-4 15,-3 4-6-15,0-4-5 0,1 5-1 0,-1-1-7 16,0-4-3-16,-1 3-1 0,2-2 2 0,-1-1-5 16,2 0 2-16,5-1 2 0,-6 2-3 15,3-4-1-15,0 1-3 0,2 0-1 0,1-4 7 0,1 2-4 16,0-4-2-16,1 0 0 0,0-2-8 0,4 1 4 15,-3-3-5-15,0-2 0 0,4-1-7 0,-5-2-7 16,3 0 5-16,-1-3-11 0,1 1-2 16,-1-2 1-16,-1-2-5 0,3-5 2 0,-8 2-3 0,0-2-3 15,-1 1 6-15,-2-2-2 0,-1 0-6 0,-1 0 15 16,0-1-2-16,0 2-3 0,-1 1 8 0,-1 4-2 16,2-1 6-16,2 2-2 0,-2 5 2 0,1-2-2 15,-1 7-1-15,0-11-2 0,0 11 2 0,2-7 1 16,-2 7 1-16,7-3 0 0,-7 3 3 0,14 3-5 15,-14-3 2-15,17 6 2 0,-8 0 7 0,-3 3-9 16,1 2 2-16,2 3-4 0,-5-3 3 0,3 1-3 16,-4 2 5-16,-1-1-1 0,2 1 0 0,-1 1 4 15,1-3-1-15,-4-3-1 0,4 2 10 0,4 4-5 16,-3-5 5-16,0 0-3 0,3-2 7 0,0 0 1 16,3 0-4-16,0-3 3 0,2 0 3 0,0-2-5 15,5-2 0-15,-3-1 0 0,2-1 1 0,-2-2-2 16,-1 1 0-16,-1-4 2 0,2 2 0 0,-3-4-2 15,-3 2-3-15,0-3 0 0,-2-3-2 0,-1 3 1 16,0-7 2-16,-1 5-1 0,-3-4 1 0,0-2-4 16,0 0 1-16,-2 5 3 0,0 0 2 0,0 2-1 15,-2 0 6-15,1 3 1 0,1 7-5 0,-7-9-2 16,3 4-4-16,4 5 2 0,-11 0 1 0,11 0-3 16,-21 8 7-16,7 2-7 0,-1 0 1 0,2 2 3 15,0 1-5-15,3 1-22 0,4-2-22 0,-2-1-27 16,4 3-34-16,3-3-42 0,1 2-57 0,3-2-50 15,-1 0-238-15,4 1-531 0,2-3 236 0</inkml:trace>
  <inkml:trace contextRef="#ctx0" brushRef="#br0" timeOffset="79854.38">25207 7600 168 0,'6'-10'234'0,"0"-1"-6"15,2-3-3-15,1 0-2 0,1 1-6 16,-1-3-8-16,-1 8-10 0,3-5-6 0,-3 2-9 0,1 3-6 15,2-1-9-15,-2 3-11 0,0 0-12 0,-3 2-13 16,2 2-16-16,-8 2-15 0,9 0-9 16,-9 0-15-16,11 6-4 0,-5 0-8 0,-2-1 3 15,-2 2-15-15,1 3-4 0,-2 1-8 0,-1-1-4 16,0 2-5-16,-1-1-43 0,-2-2-34 0,2 3-41 0,-1-3-40 16,-3 1-44-16,5-10-56 0,-3 15-50 0,3-15-184 15,-4 9-495-15,4-9 219 0</inkml:trace>
  <inkml:trace contextRef="#ctx0" brushRef="#br0" timeOffset="80087.64">25600 7315 258 0,'5'-12'291'0,"0"4"-7"15,-3 2-27-15,0 0-19 0,-2 6-17 0,5-4-21 16,-5 4 2-16,0 0 4 0,0 0 3 0,-5 30-10 15,1-14 21-15,-3 1-27 0,0 2-19 0,-2 5-12 16,3-6-15-16,-6 4-12 0,5-2-9 0,-1 2-21 16,-1-3-3-16,6-1-16 0,-4 0-13 0,3-2-39 15,0 0-31-15,2 0-42 0,-2-3-37 0,1-3-41 16,3 0-45-16,-5 2-39 0,5-12-35 0,-3 13-35 16,0-8-234-16,3-5-545 0,-7 5 242 0</inkml:trace>
  <inkml:trace contextRef="#ctx0" brushRef="#br0" timeOffset="80278.83">25424 7454 217 0,'4'-6'220'0,"-4"6"-12"16,2-6-13-16,-2 6-8 0,9-3-12 0,-4-1-9 16,3 2-18-16,2 0-5 0,-1 0-12 0,1 1-9 15,3 1-16-15,0-1-5 0,5 2-13 0,-5-2-10 16,5-1-9-16,-5 2-19 0,-1 0-26 0,1 0-28 15,-2 0-29-15,-1 0-41 0,-2 0-29 0,-8 0-37 16,13-1-41-16,-13 1-135 0,0 0-342 0,6-2 151 16</inkml:trace>
  <inkml:trace contextRef="#ctx0" brushRef="#br0" timeOffset="89607.93">22801 7542 106 0,'5'-11'132'15,"-2"4"-10"-15,-1 1-7 0,4-2-13 0,-2 2 2 0,1-2-1 16,0 1-15-16,1-1 2 0,-1 1-7 0,-1 3-3 16,1-3-9-16,-1 1 3 0,0-1-6 15,0 3-4-15,-4 4-1 0,6-11-7 0,-3 5-6 16,-3 6 0-16,3-12-2 0,-1 6-4 0,0 0-5 0,1-2 2 15,-3 8 0-15,4-8-2 0,-4 8 2 0,2-11-5 16,-2 11-1-16,3-8-3 0,-2 5-2 0,-1 3-6 16,5-10-1-16,-5 10-1 0,5-8-1 15,-5 8 2-15,4-6-7 0,-4 6 1 0,4-8-2 0,-4 8 1 16,4-6-5-16,-4 6-1 0,0 0-1 0,0 0-8 16,5-4 1-16,-5 4 0 0,0 0-6 15,0 0 9-15,0 0-2 0,-3 25 0 0,0-14-8 16,-3 2 5-16,0 3 1 0,-7 5 2 0,2 3 4 0,-3-2-4 15,0 3 1-15,2-1-2 0,-4 1-1 0,1-1 1 16,3 3 1-16,0-3 0 0,1-1-1 0,2-7 3 16,1 2-2-16,0-3-3 0,1-1 5 0,0 0-5 15,2-2 4-15,0-2-5 0,2 0 4 0,1-2-3 16,1-1 4-16,1-7-1 0,-2 11-3 0,2-11 2 16,0 9 1-16,0-9-1 0,0 0 1 0,8 7-1 15,-8-7 2-15,10-3-4 0,-10 3 3 0,18-12-2 16,-9 3 4-16,4-1-4 0,0-5 6 0,-4-1-5 15,1 0 3-15,-3-5-2 0,0-2-1 0,-6-3 2 16,-1 2-3-16,-2-3 1 0,-6 3 0 0,-2-1-2 16,-4 1 1-16,-3 1 2 0,-2 1 0 0,1 1-4 15,-1 2 2-15,5 6-3 0,1 1 4 0,2 4-3 16,0 1-2-16,1 0 3 0,-1 4-7 0,4 0-7 16,-1 3-22-16,8 0-23 0,-12 1-30 0,7 4-41 15,1 0-35-15,3 4-148 0,1-1-339 0,0-8 151 16</inkml:trace>
  <inkml:trace contextRef="#ctx0" brushRef="#br0" timeOffset="91457.96">26028 7435 14 0,'-1'-11'213'0,"-1"1"-11"0,-2 0-6 0,2-1-12 0,-3 3-12 16,-2-1-18-16,0 0-7 0,-4 0 1 0,-2 5 7 15,-3-2-12-15,0 3-11 0,-3 1-10 16,0 4-12-16,-1 1-12 0,0 1-12 0,1 1-3 15,2 5-11-15,1-1-8 0,1 1-4 0,3 0-8 16,3 0-7-16,3-1-4 0,1 0-4 0,3 4 0 16,2-3-6-16,5 0-7 0,1 0-13 0,0 0-3 15,4-1-2-15,1-2-4 0,2 0-10 0,1-2 1 16,-1-1-1-16,1-3 1 0,-1 2 1 0,-2-3 2 16,3-3-1-16,-1 0 4 0,1 0-1 0,-3-2 1 0,0-3 3 15,1 2 7-15,-4-2-2 0,1 1 4 0,1 0 2 16,-1-2 9-16,-5 3 0 0,0 0 1 0,1 2 3 15,0-1-2-15,-5 5-7 0,5-6-3 16,-5 6-2-16,0 0 4 0,12 10 4 0,-9 1 1 16,1 6-1-16,0 8 3 0,-1 7 0 0,-2 3 0 0,-1 1-2 15,-4 13-1-15,2-14-1 0,-2 10-1 16,2-13-4-16,-1 1-1 0,-1 1-1 0,-2-1 2 0,3-3-2 16,-6 0-2-16,2-2-2 0,3-2 5 15,-7 1-6-15,-1 0 1 0,1-5 0 0,0-5 0 0,4-2-3 16,-4-2 1-16,0-1 2 0,-1 0-2 0,1-6 0 15,0 1 1-15,0 2-2 0,-2-6 3 0,1 0 0 16,1-2 3-16,-2-1-5 0,1-1 4 0,1-2-6 16,0-3 5-16,1-2-15 0,-2-3-5 0,5-5-14 15,0 2-3-15,2-4-16 0,5-1-12 0,0-5-16 16,3-5-26-16,3 6-20 0,4-4-22 0,2 3-7 16,2 0-4-16,0 0-16 0,6-1-16 15,5 1 7-15,-1 2 0 0,3 2 12 0,2-2 15 0,11-8 12 16,-8 9 11-16,3 4 24 0,7-9 8 15,-9 6 17-15,-1 1 21 0,-1 1 21 0,-1 1 10 0,1-3 20 16,-4 3 18-16,-4 0 13 0,-2 0 16 0,-6 7 9 16,2-4 11-16,-5 1 11 0,-1 1 11 0,-1-1 4 15,-2 3 8-15,-6 2 2 0,2-2-8 0,-1 1 0 16,-3 2 5-16,0 7 3 0,0-13-5 0,0 13-10 16,-7-10-8-16,3 6-9 0,4 4-1 0,-16-1-5 15,5 5-4-15,-3 3-4 0,-10 7-1 0,1 0-2 16,2 4-5-16,-1-3-1 0,4 4-4 0,4-5-5 15,4 1-2-15,-1 0-2 0,3 0-7 0,1-2 0 16,3 2-2-16,2-2-4 0,2-2 3 0,0-2-3 16,4 2 1-16,1-3-2 0,-1 2-1 0,4-3-3 15,0-1-6-15,1 0 0 0,3-4 0 0,1-1-3 16,-2 1-2-16,3-5 7 0,-1-1-2 0,-1-2-1 16,-1 1-7-16,2-4 3 0,-2 1 0 0,2-3 1 15,0-1-1-15,-5 2-1 0,-1-1 1 0,-1-2 3 16,2-2 0-16,0 2-1 0,-3 2 0 0,-3-2-2 15,2 3 2-15,-1 0 1 0,-2 2 0 0,-1 8-1 16,6-10-6-16,-6 10 0 0,0 0 3 0,0 0-6 16,0 0 4-16,0 0-1 0,0 0-1 0,0 0 2 15,-10 24 0-15,6-14-2 0,2 2 3 0,2-3 0 16,-3 2 1-16,6 5 2 0,-3-5-4 0,2-1 8 16,2 2-8-16,1-2 4 0,4 1 3 0,-4-4-2 15,5-2 0-15,-3 2 8 0,5-4-6 0,-1 1-2 16,3-2 2-16,-1-2 0 0,-2 0 3 0,3-3-6 15,5-3 4-15,-7 0-3 0,5 0 2 0,-2-4-5 16,-5 2 3-16,2-2 2 0,-3 0 0 0,2-5-4 16,1 2 4-16,-4 0-1 0,-1 0 3 0,0-2-1 15,0-1 0-15,-3 6 6 0,1 0 8 0,-3 0 0 16,0 3 2-16,0 2-7 0,-2 5 0 0,4-8-9 16,-4 8 3-16,0 0-5 0,0 0 1 0,0 0-1 15,0 0 3-15,0 0-7 0,-10 24 1 0,5-13 1 16,1 2 0-16,-1-3 1 0,2 1 1 0,1 2-2 0,0-1 1 15,0-2 0-15,2-1 3 0,0 1-3 16,4-2-2-16,-1 3-1 0,-1-3 5 0,7-3-2 16,0 2 1-16,0-3-2 0,3-1 5 0,0-3-2 15,3 0 0-15,2-1-2 0,1-3 0 0,-2-2 3 16,-2 2 0-16,-3-2-3 0,1 0 0 0,0 0-2 0,-1-3 3 16,-2 2 0-16,1-2-4 0,-2-1 1 15,3-3 2-15,-1 6 1 0,-6-4 1 0,3 1-5 16,-1 3 2-16,-1-1-3 0,0 4 5 0,-3-2-4 15,-2 6-2-15,5-7 1 0,-5 7-2 0,0 0 1 16,0 0-3-16,0 0-1 0,0 0 2 0,0 0 1 0,0 0 5 16,0 0-6-16,0 0-3 0,-9 21 3 15,9-21 4-15,-5 10-3 0,5-5 3 0,0-5-3 16,-3 9 3-16,3-9 0 0,0 0 1 0,-2 9-1 16,2-9-1-16,0 0 0 0,0 8 5 0,0-8-2 0,0 0 3 15,0 0-3-15,12 4 0 0,-12-4 0 0,11-2 1 16,-11 2-2-16,13-1 0 0,-4 1 0 15,-9 0-3-15,14-1 1 0,-14 1 0 0,14 1 0 16,-10 0 1-16,3 1-4 0,-7-2 3 0,10 7 0 16,-5-4-3-16,2 1-9 0,-3 0-7 0,-4-4-13 0,5 8-15 15,-1-1-15-15,-4-1-23 0,2 1-27 0,-2-7-33 16,3 13-42-16,-3-6-41 0,-1 2-167 16,1-9-428-16,0 0 189 0</inkml:trace>
  <inkml:trace contextRef="#ctx0" brushRef="#br0" timeOffset="91631.52">26666 7348 1787 0,'-14'-16'59'16,"5"3"-4"-16,4 2-17 0,-1 2-28 0,0 3-1 15,2-1-17-15,0 3-17 0,4 4-8 0,0 0-17 16,0 0-27-16,0 0-35 0,0 0-164 15,27 4-298-15,-6-1 131 0</inkml:trace>
  <inkml:trace contextRef="#ctx0" brushRef="#br0" timeOffset="91800.83">27301 7613 215 0,'5'5'272'0,"-5"-5"-7"0,0 0-4 0,0 0-8 15,0 0-23-15,0 0-23 0,0 0-22 0,0 0-21 16,0 0-23-16,0 0-38 0,0 0-46 0,0 0-51 16,0 0-76-16,0 0-88 0,0 0-198 0,0 0-385 15,19-7 171-15</inkml:trace>
  <inkml:trace contextRef="#ctx0" brushRef="#br0" timeOffset="95794.06">12529 9014 163 0,'-4'-9'178'0,"4"9"-17"0,-4-6 6 0,4 6-10 16,-6-7-8-16,6 7-10 0,-4-7-3 0,4 7 2 0,-5-5-9 15,5 5-6-15,0 0-18 0,0 0-5 16,-2-7-16-16,2 7-8 0,0 0-10 0,0 0-6 15,0 0-4-15,0 0-5 0,0 0-3 0,-15 17-3 16,9-6-3-16,0 1-2 0,-2 1-5 0,-1 2 3 0,-1 2-4 16,2-1-1-16,-3 6-4 0,3-4-2 0,-1 5-3 15,0-5-1-15,3 0-2 0,-2-1 2 16,4-1-4-16,-3 1-1 0,3-1-2 0,-2-4-2 0,3-2 0 16,-1 3-2-16,1-4 0 0,3 1-2 0,-4-2 2 15,4-8-4-15,-3 12 3 0,1-7-1 0,2-5-3 16,-1 10-2-16,1-10 1 0,0 7 3 0,0-7-3 15,0 0 5-15,0 0-3 0,0 0 1 0,0 0 0 16,0 0-1-16,0 0 0 0,0 0-2 0,14-19-1 16,-8 7 3-16,2-2-6 0,1-3 1 0,3-6 0 15,1 1 4-15,-2-3-5 0,3 1 1 0,1-2 1 16,-1-1 1-16,-1-3-2 0,2 5 0 0,-2-4-2 16,1 1 0-16,-3 1 1 0,3 1 0 0,0-2-3 15,-3 3 1-15,4 1-1 0,-5 7 1 0,-3 4 7 16,-1 2-4-16,2 3 3 0,-2 1-1 0,-5 1-3 15,1 2-2-15,-2 4-2 0,8-8 2 0,-8 8-2 0,7 0 0 16,-7 0 8-16,14 12-5 0,-8-2-2 16,1 5 4-16,2 1 0 0,0 3 2 0,0 7 8 15,-1-3 8-15,2 4-5 0,-3-3 8 0,-3-3-4 16,1 2 2-16,2-3-2 0,-3-1-3 0,1 2-1 0,-1-2 5 16,1 5-5-16,-1-4-1 0,0-2-1 15,1 0 1-15,-2 0-8 0,3-1 3 0,-4-2-3 16,3 1 7-16,-1-6 3 0,0 3-12 0,2-4-16 15,-2 4-14-15,0-5-14 0,-1 2-21 0,-1-2-24 16,0-2-19-16,0 1-24 0,-2-7-41 0,4 8-16 16,-4-8-28-16,1 6-177 0,-1-6-421 0,0 0 187 15</inkml:trace>
  <inkml:trace contextRef="#ctx0" brushRef="#br0" timeOffset="95960.13">12521 9110 101 0,'0'0'177'0,"-6"-4"-21"0,6 4-14 16,0 0-7-16,0 0-2 0,0 0-10 0,0 0-12 15,16-6-12-15,-3 6-10 0,8 1-17 0,0 1-27 16,8-2-43-16,0 2-42 0,3 0-44 0,-1 1-127 16,-2 1-227-16,-1 1 101 0</inkml:trace>
  <inkml:trace contextRef="#ctx0" brushRef="#br0" timeOffset="96189.51">13057 9228 20 0,'0'0'237'0,"2"-10"-1"0,0 3-3 16,-2 7-2-16,2-8-6 0,-2-1-4 0,0 9-6 16,0 0-5-16,0-10-11 0,0 10-19 0,0 0-17 15,0 0-19-15,2-7-15 0,-2 7-18 0,0 0 1 16,0 0-20-16,0 0 0 0,0 0-11 0,-6 29-10 15,4-17-5-15,2-1-6 0,-2 6-7 0,0-2-2 16,-1 2-6-16,1-5 1 0,4 4-12 0,-4 0-23 16,2-3-30-16,0-2-33 0,2 1-32 0,-2 1-38 15,0-2-49-15,0-2-58 0,0 0-254 0,0-2-521 16,0-7 231-16</inkml:trace>
  <inkml:trace contextRef="#ctx0" brushRef="#br0" timeOffset="96364.83">12980 8919 89 0,'-2'-8'215'0,"2"0"-55"0,0 8-37 0,0 0-30 0,7-10-44 15,-7 10-44-15,9 0-59 0,-9 0-60 0,21 8-123 16,-6-3 55-16</inkml:trace>
  <inkml:trace contextRef="#ctx0" brushRef="#br0" timeOffset="96528.68">13515 9136 213 0,'11'0'224'0,"-11"0"-20"0,14-1-20 0,-7-3-17 16,3 4-15-16,2-2-18 0,-1-1-38 0,0 1-43 15,-1 1-33-15,3 0-34 0,-2-3-53 0,1 4-46 16,-2 0-97-16,-1 0-226 0,-9 0 101 0</inkml:trace>
  <inkml:trace contextRef="#ctx0" brushRef="#br0" timeOffset="96677.61">13522 9263 144 0,'-5'4'216'0,"-1"-2"-5"0,-2 2-10 16,8-4-4-16,-4 5-12 0,4-5-4 0,0 0-6 15,0 0-5-15,0 0-9 0,0 0-10 0,14 7-18 16,-3-7-6-16,5-2-22 0,1-1-31 0,4 3-39 16,2-3-47-16,3-1-64 0,1 0-76 0,-6 2-219 15,6-4-403-15,-5 3 179 0</inkml:trace>
  <inkml:trace contextRef="#ctx0" brushRef="#br0" timeOffset="97026.95">15224 9156 2774 0,'-8'-2'10'0,"8"2"33"0,-14-5-20 16,5 4-7-16,9 1-10 0,-9-3-6 0,9 3 5 16,-7-2-2-16,7 2-1 0,0 0 1 0,0 0 2 15,0 0-1-15,0 0 2 0,32-1-1 0,-14 2-1 16,10 2 1-16,3-7-11 0,-1 1-22 0,8-1-19 15,-3 0-36-15,1 1-50 0,0-3-41 0,-1 1-59 16,-5 1-136-16,-2-4-399 0,-1-1 177 0</inkml:trace>
  <inkml:trace contextRef="#ctx0" brushRef="#br0" timeOffset="97422.72">15827 8709 202 0,'0'-10'252'0,"2"-2"-12"16,-1 4-20-16,-1 2-26 0,0 6-20 0,0 0-15 16,0 0-4-16,0 0-1 0,0 0-4 0,-1 49 1 15,-3-19-12-15,0 2-8 0,1 3-8 0,-2 0-11 16,-1 0-8-16,3-2-9 0,-1 0-4 0,2-3-1 0,-3-1-5 16,2-1-9-16,2-7-1 0,-2 3-7 15,2-5-11-15,1-3 2 0,-2-6-9 0,2 3-5 16,-2-4 0-16,2 0-8 0,-1-3 1 0,1-6-1 15,-1 10-3-15,1-10-5 0,1 7 8 0,-1-7-1 0,0 0 0 16,0 0 10-16,0 0-12 0,0 0-7 0,0 0-3 16,0 0 7-16,11-26-19 0,-4 12-9 15,1-3-6-15,7-3-3 0,-2-2-3 0,3 0-5 0,2 3-3 16,1-1 2-16,-4 8 1 0,-2-1 2 0,0 4 5 16,-1 3-8-16,-2 1 0 0,-1 2 16 0,1 3-15 15,0 0 3-15,-1 5 0 0,3 2-1 0,-3 0 4 16,-2 3 1-16,0 0 3 0,3 5-4 0,-2 0 4 15,-3 2 2-15,-1-2-8 0,-3-1-30 0,3 3-23 16,-3-1-32-16,2-1-30 0,-2-2-48 0,3-2-63 16,2 3-50-16,-6-4-168 0,3 0-491 0,2-6 216 15</inkml:trace>
  <inkml:trace contextRef="#ctx0" brushRef="#br0" timeOffset="97698.96">16381 8843 221 0,'-2'-11'276'16,"1"1"-9"-16,1 0-26 0,0 10-27 0,0-11-24 15,0 11-14-15,0 0-7 0,0 0 5 0,-6 25 4 16,-2-1-3-16,2 4-4 0,-2 0-13 0,3 5-5 16,-3-1-12-16,3 1-9 0,1 1-12 0,2-1-7 15,0-3-11-15,2 0-5 0,2 0-12 0,0-1-6 16,0-2-5-16,0-2-7 0,1 1-9 0,-2-8-6 15,3-1-5-15,-3 1 4 0,2-1-12 0,-2-5 3 0,0 3-10 16,0-4-3-16,-1 0-29 0,2-2-15 16,-2-2-23-16,1 0-19 0,-1-7-15 0,0 12-25 15,0-12-27-15,-3 9-36 0,3-9-42 0,-6 4-30 16,6-4-34-16,0 0-211 0,-17-6-517 0,17 6 229 0</inkml:trace>
  <inkml:trace contextRef="#ctx0" brushRef="#br0" timeOffset="97847.82">16189 9129 34 0,'-1'-6'233'0,"1"6"-24"0,-2-10-20 0,2 10-18 15,0-8-14-15,0 8-19 0,5-9-19 0,2 6-6 0,2 0-18 16,4 3-26-16,-1-3-33 0,7 3-31 0,1-1-42 16,1-1-30-16,1 2-49 0,8 2-109 0,-10-1-244 15,7 2 108-15</inkml:trace>
  <inkml:trace contextRef="#ctx0" brushRef="#br0" timeOffset="98135.9">16588 9199 146 0,'0'0'167'15,"18"-5"1"-15,-6 3 1 0,0 0-8 0,3-5 2 16,2 2-13-16,1-2-2 0,0-1-11 0,-2-1 0 16,3 0-13-16,1-1-7 0,-1 1-4 0,-3-3-3 15,2 1-6-15,-5-2-2 0,0 1-2 0,-2 1-3 16,-2-2-7-16,-2 1-3 0,-4 2-5 0,0-3-2 15,-2 4-7-15,-5-1-7 0,-1 0-7 0,-1 1-2 16,-3 2-1-16,0 2-2 0,-5 1-9 0,-3 4 1 16,-4 4-3-16,0 2 0 0,-7 5 3 0,0 3 4 15,2 4-4-15,3 0-4 0,2 6-6 0,3-3 3 16,6-5-10-16,5 4-3 0,1 5 1 0,3-7-3 16,4 0 2-16,5-2-3 0,3 1-3 0,7 5-20 15,2-4-22-15,6-1-24 0,1-3-32 0,1-4-30 16,2-1-33-16,-1 1-34 0,6-2-34 0,-2-1-35 15,-3 2-208-15,-1-4-487 0,-7-2 215 0</inkml:trace>
  <inkml:trace contextRef="#ctx0" brushRef="#br0" timeOffset="98441.67">15561 9616 216 0,'-15'7'213'0,"5"1"-20"0,10-3-20 16,0-5-16-16,23 14-12 0,12-7-1 0,19 1-3 16,38-2-6-16,7-5-2 0,9-2-10 0,9-3-8 0,7-3-7 15,1 0-9-15,-5-1-4 0,-9 3-11 0,2-6-2 16,-15 6 3-16,-2 2-6 0,-3-3-6 15,-27 4-11-15,-3-1-2 0,1 2-9 0,-2-1-3 0,-9 2-8 16,-14 0 2-16,-4 0-14 0,-5 0-20 0,-10 0-26 16,-6 0-29-16,-1 0-24 0,-1 2-32 0,-5 0-20 15,-7-2-35-15,7 4-32 0,-7-4-181 0,0 0-401 16,-21 9 177-16</inkml:trace>
  <inkml:trace contextRef="#ctx0" brushRef="#br0" timeOffset="98827.7">15505 10164 2359 0,'8'-32'-10'0,"-4"-1"42"16,0 5 55-16,-2 10-23 0,-2-2-6 0,0 6-6 16,3 2 1-16,-3 4-11 0,0 0-10 15,0 8-5-15,0-8 1 0,0 8 8 0,0 0 15 0,0 0 14 16,0 0 14-16,-4 43 0 0,-1-19-1 0,0 3-4 15,1 2-4-15,-1 0-6 0,0 3-6 16,-1-3-6-16,1-1-7 0,3 0-2 0,-1-1-4 16,1 1 0-16,-1-4-6 0,3-5-6 0,-4 0-17 0,4-1-34 15,2-1-34-15,0 0-33 0,-2-1-45 0,0-4-59 16,1-3-66-16,-2 0-240 0,1-1-541 0,0-8 239 16</inkml:trace>
  <inkml:trace contextRef="#ctx0" brushRef="#br0" timeOffset="99000.93">15692 10252 211 0,'14'-1'215'16,"-1"-1"-16"-16,5 2-19 0,1-3-5 0,0 2-20 16,1 1-12-16,2-2-15 0,4 2-11 0,-5 2-24 15,1-1-31-15,1 0-35 0,-4-1-36 0,-1 0-37 16,0 2-42-16,-5-2-48 0,-3 2-102 0,-3-3-257 15,-7 1 113-15</inkml:trace>
  <inkml:trace contextRef="#ctx0" brushRef="#br0" timeOffset="99183.03">15878 10142 35 0,'-5'-3'249'0,"5"3"-11"0,-6-8-25 15,6 8-13-15,0 0-22 0,-7-3 2 0,7 3 1 16,0 0 0-16,-6 18-6 0,2-6-6 0,3-1-13 15,-4 7-12-15,1 0-14 0,2 1-13 0,-2 2-9 16,1-2-9-16,1 2-11 0,0-3-10 0,1 2-29 16,2-2-40-16,3-1-33 0,0 0-49 0,1-2-69 15,1-4-62-15,-1 1-219 0,-1-3-458 0,3-1 204 0</inkml:trace>
  <inkml:trace contextRef="#ctx0" brushRef="#br0" timeOffset="99576.03">16305 9964 290 0,'5'-14'309'0,"-2"4"-29"16,-1 3-31-16,1 3-30 0,-3 4-19 0,0 0-9 0,0 0 0 16,0 0 2-16,5 28 10 0,-6-2-22 0,0 4-15 15,-1 3-11-15,2-1-11 0,-1 1-14 0,0 1-9 16,1-1-15-16,1-2-5 0,0-1-12 0,-1-1-7 15,2-2-5-15,-2-8-7 0,0-1-11 0,0-1-10 16,0-1 4-16,1-6-9 0,-1 0 0 0,0-3-7 16,0-7 7-16,0 13-10 0,0-13-4 0,-1 10 3 15,1-10 1-15,0 0-2 0,-3 5-9 0,3-5 1 16,0 0 2-16,0 0-16 0,0 0 8 0,-6-19-6 16,6 19-12-16,3-22-18 0,4 5-5 0,-1 0-4 15,6-2 0-15,1-2 5 0,-2 4 2 0,2 1 0 16,-3 4 3-16,-2 3 6 0,2 0 4 0,-4 0 7 15,-1 7-7-15,2-3 0 0,-1 5 12 0,-6 0-15 16,14 3 3-16,-7 1 3 0,-2 2-4 0,2 2 7 16,-2 4 11-16,-1 3-10 0,-1-3-13 0,0 1-29 15,-2 2-37-15,1 2-32 0,-3 0-45 0,2 0-59 16,-1-4-54-16,0-1-273 0,0-2-586 0,2 0 260 16</inkml:trace>
  <inkml:trace contextRef="#ctx0" brushRef="#br0" timeOffset="99865.83">16670 10341 14 0,'0'0'289'15,"1"-8"-25"-15,-1 8-20 0,0 0-20 0,0 0-12 0,0 0 1 16,0 0-4-16,0 0-14 0,0 0-12 16,0 0-19-16,0 0-15 0,0 0-7 0,7 21-12 0,-4-15-6 15,-1-1-8-15,4 1-2 0,1-2-14 16,0 2 6-16,3-3-5 0,1-1-7 0,0 1-4 15,1-2-6-15,-1-4-9 0,-1 3 5 0,1-2-1 0,-3 1-14 16,0-2-9-16,1-3 1 0,-3-1-8 0,-1 1 1 16,-1-1-3-16,0-2-9 0,-1 4-1 0,-2-7-5 15,-4 2-7-15,-1 1-5 0,-1-2-11 0,0-1-7 16,-3 2-14-16,0 0-29 0,-1 1-18 0,-1 3-25 16,-1 0-27-16,0 1-32 0,-1 3-41 0,-1 0-39 15,2 2-37-15,2 2-50 0,-3 1-167 0,6 0-515 16,-1 2 229-16</inkml:trace>
  <inkml:trace contextRef="#ctx0" brushRef="#br0" timeOffset="100158.21">16866 10429 191 0,'12'0'228'0,"-1"-3"-7"16,8-2-10-16,-2 1-12 0,1-3-16 0,0 0-11 15,-1-2-7-15,0 0-12 0,-1-1-5 0,-1 0-12 16,2-1-4-16,-2 0-12 0,-5-3-3 0,4 3-7 15,-2 0-9-15,-2-3-5 0,-2 3-3 0,-3 0-3 16,0 0-4-16,-4 2-9 0,-1-1-6 0,0 1-7 16,-2 1-5-16,-1 0 5 0,-1 2-16 0,-3 1-5 15,-1 0-4-15,-2 4-2 0,-3 2-6 0,-4 4 2 16,-1 3-1-16,0 2-5 0,1 3 1 0,-3 4-3 16,1 1-3-16,5-3 0 0,4 0-2 0,2 2 0 15,4 0 8-15,1-4-12 0,1 4-2 0,6-1-4 16,4-1 3-16,1-1-15 0,5-2-27 0,3 1-24 0,2-6-29 15,7 3-24-15,3-3-34 0,2-1-19 16,1 0-49-16,4-2-27 0,-2-4-229 0,-4 2-502 16,1-2 222-16</inkml:trace>
  <inkml:trace contextRef="#ctx0" brushRef="#br0" timeOffset="100397.43">17403 10173 25 0,'1'-12'295'15,"-1"-4"-7"-15,2 7-4 0,-1 1-12 0,-1 8-18 16,1-11-24-16,-1 11-19 0,0 0-3 0,0 0-14 16,0 0-3-16,0 0 2 0,0 0-11 15,2 39-10-15,-5-20-13 0,-1 7-1 0,2-1-22 0,-4 1-7 16,1-2-11-16,-2 1-15 0,2-4-12 0,1-2-9 16,-3 4-3-16,3-4-7 0,1 1-6 0,-1-3-8 15,0 0-9-15,1-5-21 0,1 0-31 16,1 0-30-16,-2-3-29 0,2 1-34 0,-1-3-34 0,1-1-42 15,1-6-43-15,-2 9-44 0,2-9-39 0,-6 7-213 16,6-7-551-16,0 0 244 0</inkml:trace>
  <inkml:trace contextRef="#ctx0" brushRef="#br0" timeOffset="100683.58">17427 10132 78 0,'9'-15'245'0,"0"1"-11"0,1 0-12 0,-4 4-13 15,-1 5-24-15,0 0-13 0,2 4-3 0,-7 1-16 16,12 1-4-16,-6 5-1 0,-3 1-14 0,2 3-12 16,0 1-8-16,-4 6-11 0,-1 0-1 0,-1 2-12 15,-3 0-11-15,2 0-7 0,-3 0-9 0,0-1-5 16,-3-2-6-16,-1 2-4 0,1-2-7 0,-2-1-1 16,4-4-2-16,-3 0-6 0,2-3-5 0,1-1-1 15,1 2-4-15,1-5 0 0,0 0-2 0,4-4-4 16,-6 8-3-16,6-8-3 0,-4 7 0 0,4-7 2 0,0 0-4 15,4 10 1-15,-4-10 2 0,11 7-2 16,-3-5 0-16,4 0-12 0,1-1-20 0,5 2-20 16,3-3-29-16,7 2-29 0,-6-2-42 0,6-2-38 15,-1-1-36-15,-8 1-216 0,2-1-467 0,-1 0 207 0</inkml:trace>
  <inkml:trace contextRef="#ctx0" brushRef="#br0" timeOffset="100944.28">17791 10264 220 0,'0'0'258'0,"4"-9"-4"0,-4 9-7 16,3-5-15-16,-3 5-16 0,0 0-16 16,0 0 0-16,0 0 15 0,0 0 20 0,0 0-5 15,0 21 3-15,-1-9-6 0,-3 5-4 0,-1 0-10 0,-5 7-15 16,3-5-8-16,-3 6-19 0,-3-1-13 0,4 0-13 16,0-6-10-16,0 6-13 0,3-5-7 0,0 1-2 15,-1-2-15-15,1-3-2 0,2-3-9 16,1 1-8-16,5 5-6 0,-1-9-6 0,4 2-5 0,-1-3-10 15,1 0-2-15,4 1 3 0,6-1-8 16,1-3 1-16,-2-3-12 0,6 1-15 0,2-3-18 0,1-2-43 16,4-1-38-16,1-3-52 0,0 0-43 0,1-1-30 15,2-2-62-15,-2 1-62 0,3-3-58 0,-2 0-280 16,-1-3-720-16,-1 2 319 0</inkml:trace>
  <inkml:trace contextRef="#ctx0" brushRef="#br0" timeOffset="101232.16">19082 9814 2208 0,'2'-5'146'0,"-2"5"-47"16,2-6-16-16,-2 6-12 0,3-9-11 0,-3 9-7 16,1-8-3-16,-1 8-2 0,0 0 3 0,4-5-3 15,-4 5-3-15,6-6-4 0,-6 6-8 0,14-3-4 16,-5-1-3-16,4 3-10 0,0-1-23 0,4 2-32 16,-2 0-37-16,-2 0-50 0,1-1-58 0,0 1-31 15,-4 1-195-15,1-1-445 0,-5 3 197 0</inkml:trace>
  <inkml:trace contextRef="#ctx0" brushRef="#br0" timeOffset="101395.7">19098 9897 4 0,'-5'4'277'0,"-1"-1"-15"0,6-3-4 0,-10 5-7 0,10-5-6 16,-5 4-5-16,5-4-13 0,0 0-20 16,0 0-11-16,0 0-16 0,0 0-17 0,0 0-12 15,12 8-19-15,-3-8-11 0,2 2-20 0,7 1-23 16,2-3-29-16,0 0-26 0,1-2-49 0,1 4-38 15,5-2-47-15,-5 0-49 0,-1 0-42 0,-3 0-232 16,1-3-470-16,-3 2 208 0</inkml:trace>
  <inkml:trace contextRef="#ctx0" brushRef="#br0" timeOffset="106775.84">20509 9494 121 0,'0'0'186'0,"-12"2"-4"0,12-2-1 0,-11 1-8 16,11-1-11-16,0 0-10 0,-8 2-6 0,8-2-16 15,0 0-7-15,0 0-12 0,-9 0-10 16,9 0-7-16,0 0-4 0,0 0 4 0,0 0-1 0,0 0 0 16,0 0-1-16,36 4-6 0,-21-6-5 15,7 2-5-15,-2-1-7 0,2-2-4 0,5 3-4 0,-5-3-2 16,-2 2-8-16,-1 0-2 0,2-1-3 0,-2-1-8 16,-5 2-2-16,-3 0-4 0,3-1-3 0,-3 2-4 15,-4 0-3-15,2-1-4 0,-9 1-13 16,14-1-15-16,-14 1-19 0,11 0-17 0,-11 0-23 0,10 0-21 15,-10 0-35-15,9 1-24 0,-9-1-25 0,9 1-25 16,-9-1-182-16,11 0-411 0,-11 0 182 0</inkml:trace>
  <inkml:trace contextRef="#ctx0" brushRef="#br0" timeOffset="107381.58">21220 9185 205 0,'4'-6'254'0,"-1"1"-26"16,-3 5-26-16,5-9-16 0,-5 9-24 0,0 0-7 15,0 0-10-15,0 0-13 0,0 0-4 0,-12 31-8 16,3-14-7-16,-1 7-9 0,0 0-10 0,-3 0-13 16,-2 1-1-16,2 0-10 0,-2-3-4 0,3 2-6 15,-4-2-5-15,6-3-3 0,0-2-7 0,2-2-6 16,-3 2-5-16,2-3 0 0,3-2-1 0,-2-2-7 15,3 0 0-15,0-1-4 0,1 0 1 0,0-3-4 16,2-2-1-16,-2 1 3 0,4-5-4 0,-5 8-4 16,5-8 5-16,0 0-1 0,-5 3-3 0,5-3-2 15,0 0-1-15,0 0-5 0,0 0 4 0,0 0-3 16,0 0-1-16,14-20 0 0,-10 15-2 0,1 1 1 16,0 0 4-16,3 1-7 0,1 0-1 0,-3 1 1 15,4 0-1-15,2-1 1 0,-1 1-2 0,2 0-2 0,1 0 0 16,-1 1 2-16,5 0 4 0,-2 0-2 15,4-2 0-15,0 3 6 0,-2-3-5 0,2 0-1 16,-1 0-3-16,1 1 1 0,-3 0-1 0,2-3 2 16,-2 3 1-16,-5 0-3 0,1-2 4 0,-3 0-3 15,0-1 3-15,0 2-2 0,-1-2 1 0,-4 0 1 0,2 0-3 16,-2 0 1-16,-1-1 0 0,-1 0 1 0,0-1 2 16,-2 0 4-16,-1 7 7 0,3-12 0 15,-3 4 8-15,0 8 0 0,1-12 6 0,-1 12 6 16,0 0-1-16,0-11-3 0,0 11-2 0,0 0 5 0,1-7-15 15,-1 7-2-15,0 0-8 0,0 0 2 0,0 0 3 16,0 0 0-16,-2 27 7 0,1-14 6 16,-3 4 4-16,0-1-2 0,0 3-2 0,-2 1 7 15,-1-2-3-15,4 5-5 0,-1-6 0 0,-2 2 1 0,3-3-7 16,-4 2-1-16,2 0-4 0,1 0 5 0,-1-1-4 16,1-1-24-16,2 0-20 0,-2-3-23 0,0 2-28 15,3-3-17-15,0 0-22 0,1 0-37 16,-2-2-27-16,1 0-24 0,2 0-25 0,1-4-24 0,-1 1-171 15,-1-7-461-15,8 10 204 0</inkml:trace>
  <inkml:trace contextRef="#ctx0" brushRef="#br0" timeOffset="107689.76">21659 9597 220 0,'5'-9'263'0,"0"-1"-16"0,-2 5-20 15,-1 0-18-15,-2 5-18 0,4-7-18 0,-4 7-4 16,0 0-2-16,0 0 9 0,0 0-14 0,0 0-9 15,-8 27-6-15,6-18-14 0,-2 3-5 0,3 0-13 16,-2-1-8-16,3 0-8 0,3 0-15 0,-1 2-2 16,3-3-8-16,2-1-9 0,-1 1-5 15,4-1 1-15,4-4-9 0,2 4-1 0,0-4-8 0,5-3-5 16,-3 0 7-16,3-2-12 0,-3-4-3 0,3 2-2 16,-2-3-6-16,-6 0 2 0,2 0-4 0,-1-6-1 15,-4 5 0-15,0-5-1 0,-2 1-5 0,1-4 1 16,-4-2-3-16,-1 1 2 0,-4-2 0 0,0 0-2 15,-5 1-1-15,-3 0-6 0,3 0 3 0,-3 1-3 16,0 5-4-16,0 0 0 0,-1 2-4 0,-3 0-20 16,-2 6-24-16,-2-2-30 0,-3 4-37 0,-4 4-44 15,-5 1-67-15,1 5-74 0,2-1-217 0,1 3-560 16,4-4 248-16</inkml:trace>
  <inkml:trace contextRef="#ctx0" brushRef="#br0" timeOffset="107861">22113 9775 3047 0,'9'-1'136'0,"2"0"15"0,-6-1-16 0,1-1-15 15,-6 3-7-15,10-3-3 0,-10 3-16 0,6-7-15 0,-5 2-20 16,-1 5-9-16,1-7-3 0,-1 7-11 0,0 0-43 16,2-10-49-16,-2 10-52 0,0 0-55 0,-9-7-54 15,9 7-64-15,-12-1-277 0,12 1-604 0,-14-2 268 16</inkml:trace>
  <inkml:trace contextRef="#ctx0" brushRef="#br0" timeOffset="115201.84">12751 11726 90 0,'0'0'160'15,"0"-15"1"-15,-2 5 5 0,2 3 0 0,-4-2 5 0,4 9-3 16,0-13-6-16,0 6-3 0,0 7-10 0,-4-10-8 16,4 10-17-16,-1-8-12 0,1 8-11 0,0 0-13 15,0 0-10-15,0 0-7 0,0 0-11 16,0 0-5-16,0 0-5 0,0 0-1 0,0 0-4 0,5 28-7 16,-5-16-2-16,0 5-2 0,-3 2-2 0,6 7-1 15,-3 1 0-15,0 2 0 0,0-2-4 0,-4 3-1 16,3-1 5-16,-1 0-9 0,2 0-2 15,-2-2 3-15,2 0-8 0,0-2-2 0,-5 1-1 0,5-1-3 16,0-6-2-16,-2 1 0 0,2-1 3 0,-3 0 0 16,3-2-13-16,-2 1-18 0,0-1-22 0,2-2-28 15,-4 1-29-15,4-4-21 0,-2-1-33 0,-1-1-38 16,1-2-28-16,0-1-125 0,2-7-373 0,-6 7 165 16</inkml:trace>
  <inkml:trace contextRef="#ctx0" brushRef="#br0" timeOffset="115575.86">12702 11618 36 0,'7'-17'165'0,"0"1"-3"16,3 3 7-16,0 3-10 0,5-1-10 0,2 6-4 15,2 2-14-15,2 3-7 0,6 3-11 0,0 1-7 16,-8 4-10-16,4 5-13 0,-7-2-5 0,-1 4-9 15,-2 2-7-15,-3 1-9 0,-3 6-2 0,-5 1-5 16,-2-1-8-16,-6 1-1 0,-1-2-2 0,-3 2-3 16,-1-2-5-16,0-5 0 0,-3-1-5 0,2-3-2 15,-3 1-1-15,0-3-1 0,1-3 2 0,5-1-6 16,-1-2 0-16,0-5 3 0,1 2-2 0,1-2-1 16,-1-2-3-16,9 1-1 0,-10-4 1 0,10 4-1 15,-9-6 11-15,9 6-1 0,-6-4 2 0,6 4-1 16,0 0-7-16,0 0-1 0,0 0-6 0,0 0 6 15,0 0-5-15,0 0 0 0,27 17-2 0,-14-7 4 16,3 1-4-16,-3 1 3 0,-2 2 0 0,5 1-8 16,2 3 4-16,0 0 1 0,0 1-25 0,-5-2-16 15,4 2-27-15,-4-3-36 0,0-1-32 0,5 5-21 16,-5-5-33-16,-1 2-138 0,-3-4-348 0,2 0 155 16</inkml:trace>
  <inkml:trace contextRef="#ctx0" brushRef="#br0" timeOffset="115802.09">13180 12150 228 0,'-2'-11'246'0,"2"11"-8"0,0-9-14 16,0 9-16-16,0 0-20 0,0-9-23 0,0 9-15 16,0 0-14-16,0 0-8 0,0 0-8 15,0 0-10-15,0 0-10 0,0 29-9 0,0-17-7 16,0 4-6-16,-2 1-7 0,0 1-7 0,0-1-4 0,-1 3-7 15,-2-2-4-15,1 0-6 0,-1-3-10 0,3 2-20 16,0 0-21-16,-2-2-39 0,-1 0-33 0,3-3-45 16,0-1-51-16,0-1-48 0,-4-1-146 15,6-3-402-15,-4-1 178 0</inkml:trace>
  <inkml:trace contextRef="#ctx0" brushRef="#br0" timeOffset="115996.96">13299 11875 179 0,'-2'-10'260'0,"2"3"-24"16,0 7-21-16,-2-12-23 0,2 12-19 0,0-10-18 16,0 10-20-16,0 0-16 0,0 0-24 0,-2-7-33 15,2 7-32-15,0 0-40 0,0 0-56 0,9 20-55 16,-3-10-155-16,-1-2-299 0,6 0 132 0</inkml:trace>
  <inkml:trace contextRef="#ctx0" brushRef="#br0" timeOffset="116208.78">13947 12041 99 0,'0'0'286'0,"8"-2"-12"15,-8 2-13-15,9-3-10 0,-9 3-17 0,10-3-15 16,-6 0-23-16,4 0-18 0,1-1-17 0,3-1-19 16,1 4-13-16,5-2-13 0,-5 0-17 0,4 3-33 15,-2 0-29-15,-1 0-40 0,3-2-42 0,-5 2-49 16,4 0-41-16,-2 0-35 0,-2 2-22 0,0-2-160 16,-1 3-381-16,0-1 169 0</inkml:trace>
  <inkml:trace contextRef="#ctx0" brushRef="#br0" timeOffset="116383.48">14005 12169 219 0,'-7'3'223'0,"0"0"-9"0,7-3-9 0,-5 3-15 16,5-3-7-16,0 0-4 0,0 0-8 0,0 0-13 16,0 0-11-16,25 3-20 0,-6-6-11 0,7 0-11 15,5-1-13-15,1-2-20 0,6 0-27 0,-1 0-34 0,1-1-41 16,0 2-52-16,-2-1-58 0,-2 1-55 15,-9-3-140-15,5 1-364 0,-10 2 162 0</inkml:trace>
  <inkml:trace contextRef="#ctx0" brushRef="#br0" timeOffset="133913.13">22336 5174 30 0,'0'0'34'15,"0"0"1"-15,-4-6-5 0,4 6-3 0,0 0-3 16,0 0-7-16,0 0-5 0,0 0-7 0,0 0 1 16,0 0-4-16,0 0-2 0,0 0 0 0,0 0 0 15,0 0-4-15,0 0 3 0,0 0 0 0,0 0-1 16,0 0-7-16,0 0 3 0,-1-8 1 0,1 8-8 15,0 0-2-15,0 0 3 0,0 0-14 0,0 0-28 16,0 0 92-16,0 0-46 0,0 0-2 0,0 0-6 16,0 0-17-16,0 0 8 0</inkml:trace>
  <inkml:trace contextRef="#ctx0" brushRef="#br0" timeOffset="133947.29">22331 5160 53 0,'0'0'-10'0,"0"0"-9"0,0 0 5 0,0 0 33 16,0 0-25-16,0 0-5 0,0 0 4 0</inkml:trace>
  <inkml:trace contextRef="#ctx0" brushRef="#br0" timeOffset="144509.64">11610 5373 19 0,'-13'-3'21'16,"13"3"-7"-16,-12-1 5 0,12 1 0 0,-13-2-5 15,6 0 3-15,7 2 0 0,-11-1 4 0,11 1-6 16,-11-3-3-16,11 3 0 0,-8-1 1 0,8 1 3 15,-10-1-3-15,10 1 1 0,-7-2-9 0,7 2 9 16,0 0-8-16,-11 0 3 0,11 0-3 0,0 0 2 16,0 0 3-16,-10-1-4 0,10 1-1 0,0 0 3 15,0 0-4-15,0 0 2 0,0 0-4 0,0 0-4 16,0 0 7-16,0 0 3 0,0 0-3 0,0 0 3 16,0 0 4-16,25 11 2 0,-6-8 10 0,8 0-7 15,2 1 1-15,7-3-2 0,15 0 1 0,4 1 4 16,5-1 1-16,2-1 3 0,3 1-9 0,26-1-3 15,-27 0-3-15,26 1 4 0,-29 1 1 0,4-2-5 16,-2 3 0-16,27 0 4 0,-25 0 2 0,0 0-6 16,25-1 4-16,-24 0-3 0,26-1 4 0,-29 1-3 15,26-2 4-15,-25 0-3 0,-1-4 3 0,2 2-9 16,-5-6 0-16,-4 3 4 0,2 1 2 0,-2-1-5 16,-1-2 8-16,-4 2-5 0,-13-3-3 0,-2 4-3 15,0-2 6-15,0 0-1 0,-2 1 5 0,-3 0 4 16,0 1 9-16,-4-2-7 0,-6 3-1 0,-1-1 3 15,-7 1-10-15,0 3 4 0,-3-2 10 0,-5 0 5 16,3 1-3-16,-8 1 4 0,12-1 11 0,-12 1 16 16,7-3-12-16,-7 3-5 0,0 0-2 0,8-3 3 15,-8 3 0-15,0 0-1 0,0 0-5 0,0 0-4 16,0 0-2-16,0 0-9 0,0 0 0 0,0 0 0 16,0 0-3-16,0 0-4 0,-11-14-2 0,11 14-4 15,0 0-16-15,0 0-19 0,0 0-26 0,0 0-18 16,0 0-16-16,0 0-3 0,0 0-19 0,0 0-28 15,-14 21-81-15,8-10-232 0,4 3 103 0</inkml:trace>
  <inkml:trace contextRef="#ctx0" brushRef="#br0" timeOffset="152874.97">13052 9667 36 0,'0'0'69'0,"0"0"-13"0,0 0-5 0,0 0-6 15,0 0 0-15,0 0-4 0,0 0-10 0,0 0-3 0,0 0 3 16,0 0-8-16,0 0-5 0,0 0-1 0,0 0-1 16,0 0-8-16,-4-7-4 0,4 7-5 0,0 0-16 15,0 0 5-15,0 0-2 0,0 0-4 0,0 0-17 16,0 0-3-16,0 0-26 0,0 0-70 0,0 0 31 15</inkml:trace>
  <inkml:trace contextRef="#ctx0" brushRef="#br0" timeOffset="153750.84">21119 9668 79 0,'0'0'93'0,"0"0"-6"0,3-9-14 15,-3 9-12-15,0 0-6 0,0 0-22 0,0 0-32 16,0 0-28-16,0 0-50 0,0 0-81 0,0 0 37 15</inkml:trace>
  <inkml:trace contextRef="#ctx0" brushRef="#br0" timeOffset="154687.34">16433 9071 124 0,'4'-7'130'16,"0"1"-13"-16,0 0-13 0,-4 6-9 0,5-9-13 16,-3 6-5-16,-2 3-16 0,5-5-17 0,-5 5-32 15,0 0-43-15,0 0-106 0,0 0-146 0,-14 25 65 16</inkml:trace>
  <inkml:trace contextRef="#ctx0" brushRef="#br0" timeOffset="162359.67">15504 11694 141 0,'0'0'180'0,"1"-11"-7"0,-1 11 3 0,-1-11-6 0,1 11-1 15,0-10-14-15,0 10-11 0,-1-7-12 0,1 7-14 16,0 0-12-16,0 0-13 0,0 0-12 0,0 0-5 16,0 0-5-16,0 0-10 0,0 0-4 0,10 20 2 15,-6-4-1-15,1 7 1 0,-4 3-4 0,-1 2-1 16,0 2-4-16,3 4 2 0,-3-3-4 0,0 3-4 16,0 2 4-16,-3-5-9 0,1 3-2 0,-1 0-1 15,2-4-4-15,-3-3-2 0,3 1-2 0,-1-9-1 16,1 7-6-16,1-7-1 0,-1-2-2 0,1-2 2 15,-3-2-7-15,3-2 0 0,0-1-1 0,0-2-1 16,0-8 1-16,-1 11 2 0,1-11-1 0,0 10 11 16,0-10 9-16,0 7 9 0,0-7 2 0,0 0-1 15,0 0-6-15,0 0-4 0,0 0-5 0,0 0 2 16,9-25-7-16,-7 12 0 0,2-2-5 0,0-1-1 16,4-2-3-16,2 1 0 0,-1 0-4 0,1 3 1 15,4-2-5-15,4-2-2 0,-3 4 0 0,0 3-3 16,0 1 13-16,0 2-15 0,-3 3 2 0,-2 3-3 15,0-2 4-15,3 4-2 0,-4 0-2 0,1 2 0 16,2 4-1-16,-5-2 7 0,1 5-5 0,1 0-1 0,0-1 2 16,-3 2 0-16,-1 1-1 0,2 5 3 15,-3-2 6-15,1-1-6 0,-4 0-3 0,1 2 0 16,1 2-3-16,-2-2-15 0,1-1-9 0,-1-4-23 16,-1 3-26-16,0-1-27 0,0-5-41 0,0 5-28 15,0-5-38-15,0-7-34 0,0 12-163 0,0-12-441 0,0 0 195 16</inkml:trace>
  <inkml:trace contextRef="#ctx0" brushRef="#br0" timeOffset="162555.84">15956 12113 153 0,'4'-8'239'0,"-1"-2"-15"0,-1 4-7 0,-2 6-15 16,0-11-15-16,0 11-22 0,4-6-12 15,-4 6-1-15,0 0-3 0,0 0-11 0,0 0-1 16,0 0-17-16,0 26-9 0,-2-14-12 0,0 2-10 0,0-1-10 15,2 4-5-15,0 1-12 0,-1 1-6 0,1 1-21 16,0-3-21-16,-3 1-23 0,2 0-23 0,-1-2-26 16,1 1-43-16,0-1-35 0,1-6-52 15,-3 0-201-15,-1 0-421 0,4-10 187 0</inkml:trace>
  <inkml:trace contextRef="#ctx0" brushRef="#br0" timeOffset="162730.17">15962 11997 1769 0,'-6'-36'13'0,"3"3"52"0,-3 5 14 16,-1 3-15-16,2 6 1 0,1 2-14 0,0 2-10 15,0 4-15-15,0 3-4 0,3 0-2 0,-2 2-2 16,3 6-5-16,0 0-13 0,0 0-16 0,0 0-29 16,0 0-33-16,0 0-30 0,12 32-24 0,-6-14-39 15,2 1-112-15,2 5-306 0,2-1 135 0</inkml:trace>
  <inkml:trace contextRef="#ctx0" brushRef="#br0" timeOffset="163038.41">16218 12175 132 0,'0'0'188'0,"7"3"-10"16,-7-3 5-16,0 0 0 0,13-6 0 0,-13 6 0 16,11-7-5-16,-5 4-8 0,5-1-11 0,0-3-9 15,-2 2-8-15,4-6-9 0,-3 3-13 0,4-4-10 16,-1 2-8-16,-3 0-9 0,2-2-5 0,-3 0-4 15,1-1-12-15,-4 2-8 0,-2 0-6 0,0 2 1 16,-1-1-10-16,-2 4-2 0,-1 6-7 0,-1-13 2 16,1 13-8-16,-7-7-5 0,-1 6 0 0,8 1 4 15,-19 4-4-15,5 1 0 0,-4 4 2 0,0 1-3 16,-3 8 5-16,-1 0 4 0,-1 1-6 0,5 2 2 16,4-4 5-16,-3 4-5 0,3 1-4 0,9-7-4 15,0 1-6-15,5 0 7 0,1 2-3 0,3-2-4 16,3-6-1-16,4 2 2 0,5-3-5 0,3 0-16 15,9-2-24-15,0-2-27 0,4-2-31 0,-2-2-39 16,0-2-62-16,0 1-56 0,0-1-50 0,-11-2-183 16,8-1-511-16,0-3 226 0</inkml:trace>
  <inkml:trace contextRef="#ctx0" brushRef="#br0" timeOffset="163501.47">17081 12046 163 0,'0'0'237'0,"0"0"-12"15,0 0-14-15,0 0-14 0,0 0-15 16,0 0-18-16,0 0-3 0,0 0-9 0,0 0-4 0,0 0-11 16,0 0-7-16,45-3 7 0,-24 3-17 0,7-4-8 15,2 2-6-15,-2 0-5 0,0 0 2 0,-6-1-6 16,0 3-3-16,-2-4-4 0,-2 1-7 15,-4 2 5-15,-4 0-10 0,-2-1 5 0,-2 2 13 0,-6 0-13 16,14-2 2-16,-8 1 2 0,-6 1-5 0,9-2 2 16,-9 2 3-16,0 0-1 0,10 0 0 0,-10 0 2 15,0 0-12-15,0 0-3 0,0 0-11 0,0 0-9 16,0 0-1-16,0 0-7 0,0 0-4 0,0 0-4 16,0 0-18-16,0 0-35 0,0 0-29 0,0 0-26 15,0 0-45-15,0 0-30 0,0 0-28 0,0 0-45 16,0 0-48-16,0 0-53 0,0 0-239 0,0 0-603 15,0 0 267-15</inkml:trace>
  <inkml:trace contextRef="#ctx0" brushRef="#br0" timeOffset="166453.69">17784 11664 74 0,'-1'-20'186'0,"1"1"-8"0,0 2 0 0,0 0-8 16,0 1-10-16,0 3-7 0,0 4-2 0,-2-1-19 15,4 0-11-15,-2 10-15 0,1-9-12 0,-1 9-9 16,0 0-8-16,0 0-7 0,0 0 5 0,15 34-3 16,-11-10-3-16,-1 5-5 0,1 3-3 0,-3 1-8 15,3 2-3-15,-1 11-5 0,-3-13-1 0,3 1-9 16,-2 0 2-16,2-2-4 0,-1-3-5 0,0-2-3 15,1-1-3-15,0-6-4 0,0-3 4 0,-1-2-6 16,2 1-1-16,0-4-2 0,-3-2 0 0,-1-3-2 16,3 0 2-16,-2 0-3 0,0-1 1 0,-1-6-1 0,1 9 2 15,-1-9-2-15,4 6 2 0,-4-6-3 0,0 0 2 16,0 0-2-16,0 0-1 0,16-15-2 16,-7 5 0-16,0-3 0 0,2-1 2 0,-1-2 3 15,2 1-6-15,4-6-3 0,0-1 1 0,-2 7 1 0,4-5-4 16,-3 7 3-16,-1 0 0 0,1 3-4 0,-4 4 1 15,0 1-5-15,1 3 2 0,-3 2-1 16,1 4 0-16,-1 3 0 0,0 2 1 0,-2 5 2 16,0 3-4-16,-3 1 4 0,1 2 1 0,0 5-19 0,-3 0-22 15,1 0-28-15,-3 2-33 0,1-2-43 0,3 1-30 16,-1-8-53-16,-3 3-125 0,2-2-383 0,1-2 169 16</inkml:trace>
  <inkml:trace contextRef="#ctx0" brushRef="#br0" timeOffset="166850.13">18268 12178 14 0,'-1'-10'225'16,"1"0"-14"-16,1-2-11 0,-1-2-5 0,2 3-14 0,0-6-11 16,-1 1-11-16,3-3-11 0,0 3-9 0,1-1-12 15,-2-1-15-15,2 0-1 0,0 0-14 0,-1 0-10 16,3 1-7-16,-3-2-9 0,0 2-10 15,0-2-4-15,-3 2-2 0,2 0-6 0,-2 5 2 0,-1 2 0 16,1 0-3-16,-2 1-5 0,1 9-5 0,-1-10-3 16,1 10-6-16,-1-7-2 0,1 7-6 0,0 0 0 15,-8-4-6-15,8 4-1 0,0 0-2 0,0 0 0 16,-12 12-3-16,12-12-3 0,-2 11 1 0,2-11 0 16,1 12-2-16,3-4 2 0,1-2 1 0,4 0-3 15,0 2-1-15,4-2 1 0,-2 0-2 0,8 0 1 16,-1-1-2-16,0-1 1 0,-2 1-1 0,1-2 2 15,-5 1-2-15,1 1-2 0,-3 0 0 16,0 1 0-16,-1 0-3 0,0 1 1 0,-3 3 4 0,1-1-1 16,-2 2-2-16,0 1 2 0,-3 4-1 0,1-1 1 15,-2 1-2-15,1 1 3 0,-1 0-5 0,0 1-4 16,-1-1-22-16,0-2-21 0,-1 2-33 0,2-2-41 16,-1 1-37-16,3-4-31 0,-1-1-47 0,-2 0-122 15,4-3-389-15,-4-8 172 0</inkml:trace>
  <inkml:trace contextRef="#ctx0" brushRef="#br0" timeOffset="167117.94">18811 12107 141 0,'7'-11'183'0,"-2"1"-8"0,3-1-12 0,-1-4-7 16,0 5 0-16,-2-1-4 0,3-4-7 0,-2 2-9 15,-5 0-17-15,2 1-9 0,-2 1-9 0,-1-2-10 16,0 0-5-16,0 1-3 0,-1 1 3 0,-3 2-1 15,0-1-3-15,3 4-1 0,-2-1-13 0,-2 0 4 16,5 7-10-16,-8-8-5 0,3 6-4 0,5 2-10 16,-15 5-2-16,6 2-2 0,-4 5-3 0,0 0 6 15,2 3-9-15,0 1-2 0,3 1-4 0,3 0-1 16,-1-1-5-16,6 1 0 0,0 2-1 0,3-4-5 16,1-3-1-16,4 2-15 0,3 0-23 0,1-4-26 15,2 2-33-15,4-2-41 0,1-3-42 0,6 0-38 16,-3-3-196-16,0-4-434 0,6 0 192 0</inkml:trace>
  <inkml:trace contextRef="#ctx0" brushRef="#br0" timeOffset="167663.44">19145 11776 70 0,'-1'-11'270'0,"1"0"-11"0,1 4-8 16,-1 7-29-16,-1-12-22 0,1 12-23 0,0 0-16 15,0 0-14-15,0 0-2 0,0 0-13 0,7 22-7 16,-5-6-10-16,0 9-10 0,2 1-7 0,-1-2-10 16,-2 1-8-16,3-6-8 0,1 0-8 0,-1 0 4 15,2 1 2-15,-2-1-20 0,0-1-7 0,0-2 0 16,-1-5-7-16,1 1-2 0,3-2-5 0,-5-1 0 16,2-2-3-16,-3-1 0 0,2 0-7 0,1-1 4 0,-4-5-2 15,2 8 23-15,-2-8 10 0,0 0 6 0,0 0-18 16,0 0-8-16,0 0-2 0,14-9 2 0,-14 9-6 15,5-16-3-15,-3 7-2 0,3-4 0 16,-4 1-4-16,2-3-5 0,-1 3 6 0,1-1-5 16,-1 1 2-16,0 2 8 0,-2 0 5 0,-2 1-5 0,2 9 5 15,4-12-3-15,-4 6 8 0,0 6-8 0,3-8-5 16,-3 8 1-16,1-10-8 0,-1 10-2 0,0 0-6 16,1-7 2-16,-1 7-6 0,0 0 0 15,0 0-1-15,0 0-2 0,0 0 6 0,0 0 1 0,0 0-5 16,0 0 0-16,0 0 3 0,0 0 3 0,0 0 5 15,-4 26-9-15,4-26-5 0,0 0-4 0,-3 8-1 16,3-8 4-16,0 0-4 0,0 0 3 16,0 11 0-16,0-11-12 0,0 0 21 0,0 0-16 15,0 0-8-15,-4 5 0 0,4-5-5 0,0 0 0 0,0 0-4 16,0 0-2-16,0 0-3 0,0 0-6 0,0 0-1 16,0 0-2-16,0 0-7 0,0 0-2 0,-3 6-7 15,3-6-10-15,0 0-4 0,0 0-7 0,0 0-7 16,0 0-7-16,0 0-3 0,0 0-10 0,0 0-6 15,0 0-10-15,0 0-15 0,0 0-1 0,0 0-7 16,0 0-20-16,0 0-11 0,0 0-2 0,0 0-137 16,0 0-339-16,0 0 151 0</inkml:trace>
  <inkml:trace contextRef="#ctx0" brushRef="#br0" timeOffset="169549.62">19116 11681 59 0,'0'0'106'0,"-2"-6"-7"0,2 6 6 0,-1-10-10 0,1 10-4 15,-4-10 2-15,4 10 11 0,-1-13 1 16,0 3 0-16,-1 3-3 0,2 7-8 0,0-17 1 16,0 10-3-16,0-4-4 0,2 3 0 0,-2-1 0 15,0 0-11-15,0 9-1 0,2-14-4 0,1 10-8 0,-3 4-3 16,4-11-4-16,-2 6-9 0,-2 5-8 0,5-7-5 16,-5 7-1-16,0 0-4 0,14 8 2 15,-5 1 3-15,-2 0 2 0,2 7-3 0,1 9 1 16,-3 4 3-16,-3 1 0 0,0 2-1 0,-1 1-3 0,-1 3 1 15,-2-1 3-15,0 1-3 0,-1-4 0 0,-2 0-7 16,0 0-2-16,0-5-4 0,2 1-1 16,1-5-1-16,-2-4-2 0,1 0-1 0,2-2-1 0,-1-2-6 15,0 1 6-15,-1-6-5 0,2 2-2 0,1-3 0 16,-1 1-2-16,-1-10 2 0,0 10-3 0,0-10 3 16,1 8 2-16,-1-8 5 0,0 0 5 0,0 9 13 15,0-9 0-15,0 0 4 0,0 0-4 0,0 0-7 16,0 0 3-16,0 0-5 0,0 0 0 0,0 0-9 15,-1-32 2-15,2 20-3 0,2 1-2 0,1-6-6 16,2 0 0-16,3 0-4 0,-3 0 3 0,3-1-5 16,0 2 3-16,3 0-5 0,-2 2 2 0,0 1-3 15,2 0-2-15,-3 3 2 0,0 3-1 0,0 2 0 16,-2 0 1-16,1 3-1 0,-2 2 0 0,-6 0-1 16,17 6-6-16,-8 0 5 0,-1 2 2 0,4 5 1 15,-3 0 0-15,-2 2-3 0,0-1 2 0,-2 3 3 16,1 0-3-16,-4-3 3 0,1 3-3 0,-1 0 3 15,2 0 0-15,-1 0-2 0,-1-2-4 0,3 2-14 16,-2-4-22-16,-1-2-25 0,2 0-42 0,0 5-47 16,-1-5-42-16,-2-2-43 0,2 1-160 0,0-7-433 15,-3-3 191-15</inkml:trace>
  <inkml:trace contextRef="#ctx0" brushRef="#br0" timeOffset="169830.78">19696 11901 44 0,'1'-11'257'0,"-1"3"-10"0,0 1-10 16,0 7-9-16,0-12-11 0,0 12-13 0,-1-9-11 15,1 9-25-15,0 0-10 0,0 0-3 0,0 0-9 16,0 0-1-16,-16 24-9 0,9-10-13 0,-3 5-9 16,2 5-4-16,2-1-12 0,-4 1-2 0,3 2-5 15,1-1-9-15,-1 0-8 0,-1 2-2 0,3-8-13 16,0 6-2-16,1 0-8 0,3 0 0 0,0-4-3 15,2-1-4-15,0-1-6 0,1 0-4 0,-2-1-1 16,2 0-4-16,2-1-1 0,-3-7 6 0,3 6-25 0,-4-4-16 16,3-1-24-16,-1-2-19 0,0 1-20 15,-1-2-23-15,0-2-24 0,0 1-26 0,-1-7-21 16,2 8-30-16,-2-8-17 0,0 0-35 0,0 0-176 16,0 0-458-16,0 0 202 0</inkml:trace>
  <inkml:trace contextRef="#ctx0" brushRef="#br0" timeOffset="169970.37">19507 12182 153 0,'-3'-5'171'0,"-1"-1"-17"0,4 6-15 0,-1-11-16 0,1 4-12 15,0 7-4-15,8-9-15 0,-1 6-19 0,2-2-17 16,3 1-31-16,2 1-27 0,4 0-26 0,1-1-44 16,3 3-38-16,-2-1-56 0,2 4-179 15,-1 1 80-15</inkml:trace>
  <inkml:trace contextRef="#ctx0" brushRef="#br0" timeOffset="170247.81">19875 12182 69 0,'11'0'187'0,"-11"0"-9"0,10-3 7 0,-4-1-10 0,-6 4 5 15,12-7-7-15,-4 1-6 0,1 0-15 0,0 0 1 16,1-1-7-16,-1-1-1 0,0-1-18 0,1 0-8 16,3-1-14-16,1-4-4 0,-4 2 0 0,-2 2-7 15,1-3-9-15,-3 4-5 0,2-4-3 0,-5 3-5 16,-1 0-9-16,-2 2 4 0,0 8-9 0,-2-14-6 15,-5 6-1-15,1 2 0 0,-6 4-7 0,1 0-2 16,-4 4 4-16,-2 2 4 0,-4 6 1 0,-3 3 6 16,2 3 0-16,1 2-1 0,2 1-4 0,3 2-4 15,3-4-6-15,7 0-3 0,1 2 1 0,6 5-9 16,-1-5 2-16,7 4-4 0,4-6-8 0,2 0-22 16,7 2-19-16,1-4-11 0,4 0-24 0,2-2-25 15,0-3-34-15,0 0-37 0,-8-1-37 0,0 0-49 16,0-2-48-16,-9 1-181 0,2-2-503 0,-3 1 223 15</inkml:trace>
  <inkml:trace contextRef="#ctx0" brushRef="#br0" timeOffset="170650.25">18015 12759 112 0,'-23'4'228'0,"10"-1"-17"16,6 0-8-16,3 1-5 0,4-4 8 15,18 9-12-15,16-6-12 0,26 2-14 0,40-3-10 16,9-3-17-16,9 0-8 0,17-7-9 0,16-2-12 15,4-4-5-15,18 0-5 0,-3-1-1 0,-3-3-3 0,3 0-4 16,-1 4-2-16,-11 0 1 0,-4 7 14 16,-17-2 0-16,-8 0-2 0,-8 5-4 0,-6 1-11 15,-12 3 1-15,-10-2-7 0,-32 1-3 0,-2 1 2 0,-8 0-13 16,-13 0-1-16,-4 1-16 0,-11-1-1 16,-4 0-3-16,-7 2-7 0,-2-2 0 0,3-2-9 0,-7 2-10 15,-6 0 10-15,0 0-10 0,0 0-21 0,0 0-35 16,0 0-32-16,-35 0-28 0,3 2-37 15,-5 0-43-15,-2 0-51 0,-11-3-56 0,-4 2-59 16,-1-1-171-16,0-1-553 0,5-2 244 0</inkml:trace>
  <inkml:trace contextRef="#ctx0" brushRef="#br0" timeOffset="174064.09">18613 12966 117 0,'0'-11'223'16,"2"2"-10"-16,-2 9-18 0,0-13-27 0,0 13-12 15,0-6-18-15,0 6-11 0,0 0-6 0,0 0-15 16,0 0-4-16,1 26-6 0,-1-7-6 0,-1 10 2 16,-2 1-4-16,2 1-8 0,1 2-7 0,-1 0-6 15,-1-2-10-15,-2 2-4 0,3-2-5 0,0-1-6 16,0-4-1-16,-1 2 2 0,2-8 4 0,4-1-6 16,-4-2 1-16,0-1-6 0,3 0-5 0,-2-6-1 15,0 2-3-15,-1-3-2 0,0-3-2 0,2-1-3 16,-2-5-2-16,-2 10 0 0,2-10 4 0,2 8-2 0,-2-8 11 15,0 0 6-15,1 7 2 0,-1-7 0 16,0 0-2-16,0 0-10 0,0 0-1 0,0 0-3 16,2-26 0-16,0 13-6 0,5-2 0 0,-2-3-2 15,1 0 0-15,4-5-6 0,-1 7-3 0,0-2-1 0,2 3-1 16,2 1 0-16,-2-1-1 0,3 3-3 0,1 3 3 16,-3 2-3-16,1 4 0 0,0-2 1 0,1 3-2 15,-3 2-1-15,2 0 2 0,-1 6-2 16,-1-2-1-16,1 3 5 0,-3 0-8 0,0 2 1 15,-3 1 2-15,7 3 2 0,-4 1-1 0,-5-3-2 0,1 4 2 16,1-3 3-16,-2 4-15 0,-2-1-15 16,-2-3-19-16,-1 5-28 0,-1-5-32 0,-2 3-46 15,-1-4-50-15,0 1-56 0,-2-1-140 0,1-2-432 16,1-1 191-16</inkml:trace>
  <inkml:trace contextRef="#ctx0" brushRef="#br0" timeOffset="174384.66">19020 13304 90 0,'0'0'215'0,"3"-8"-21"15,-3 8-14-15,3-3 8 0,-3 3-2 0,0 0-5 0,0 0-1 16,0 0-12-16,7 18-12 0,-7-11-14 0,1 2-9 16,0 3-14-16,-1-4-13 0,1 4-13 15,1-3-8-15,-1 2-7 0,2-5-7 0,-2 1-7 16,3 2-7-16,2-2-3 0,-1-1-3 0,4-2-5 15,-2 0-1-15,1-3-3 0,5-1-2 0,-1-1 2 0,0-1-2 16,0-3-3-16,4-2-1 0,-1-2-4 0,-1-1-2 16,-3 0 1-16,-2-1 2 0,-1 0 5 0,-1-3-6 15,-3-2 3-15,-1 3-10 0,-2-3-5 16,-1 5 0-16,-2-3-9 0,-2 3 4 0,0-1-14 16,-4 1-8-16,-1 2-13 0,0 1-11 0,-2 3-9 0,-2-1-12 15,1 7-11-15,-1 1-16 0,-4 1-19 0,0 6-26 16,3-2-31-16,3 3-30 0,2-1-28 0,-2 3-184 15,0 3-428-15,6-1 190 0</inkml:trace>
  <inkml:trace contextRef="#ctx0" brushRef="#br0" timeOffset="174684.06">19298 13379 33 0,'17'-10'197'0,"-1"3"-7"0,0-5-1 16,2 1-5-16,-5-1-11 0,4 2-9 0,-1 0-16 15,-3-2-9-15,-1 2-16 0,-1 0-7 0,-3 1-17 16,1-2-3-16,-1 3-11 0,-3-4-8 0,-1 5 3 0,0-3-5 16,-4 4-2-16,1-1-14 0,-1 7-3 0,-2-11-5 15,2 11-8-15,-8-8 1 0,2 5-1 16,6 3 0-16,-17 2-4 0,-1 3 5 0,3 2-1 16,-3 5-1-16,1 0 5 0,-3 6-6 0,2 1 0 0,1 2-6 15,3-6 0-15,4 2-5 0,4-1-2 0,-2 1-1 16,4-1 0-16,3 0-2 0,1-5-2 0,4 1-6 15,1 0 3-15,2-2-2 0,2-1-1 0,7 0-1 16,-3-4-4-16,4 0-18 0,4-1-23 0,1-1-29 16,-2-3-38-16,-1 1-43 0,0-3-39 0,-2 1-39 15,1-2-197-15,-5 2-449 0,1-2 198 0</inkml:trace>
  <inkml:trace contextRef="#ctx0" brushRef="#br0" timeOffset="175187.47">19925 13217 95 0,'0'0'204'16,"5"-3"-9"-16,-5 3-15 0,0 0-5 0,0 0-11 16,0 0-3-16,0 0-11 0,0 0-8 0,0 0-12 0,0 0-9 15,0 0-8-15,0 0-7 0,0 0-7 16,0 0-9-16,0 0-1 0,0 0-4 0,0 0-12 15,0 0-4-15,0 0-3 0,0 0-7 0,-12-13-4 0,12 13-6 16,0 0 1-16,0 0-3 0,-6-2 1 0,6 2-5 16,0 0 2-16,0 0-3 0,-9-4 4 15,9 4 4-15,0 0-3 0,0 0-5 0,0 0 0 16,0 0-4-16,0 0 4 0,0 0-11 0,-7-3 0 16,7 3-4-16,0 0-4 0,0 0-4 0,0 0 0 0,0 0-3 15,0 0 1-15,0 0-1 0,0 0-3 0,20-3-1 16,-20 3-2-16,19-2 1 0,-8 1 0 15,0 0 3-15,1-2-1 0,2 2-7 0,3-1 0 16,3 1-1-16,-8-1-14 0,2 1-18 0,-2-1-26 16,-1 1-20-16,-3 1-31 0,-1-1-37 0,-7 1-43 0,0 0-36 15,19-2-35-15,-19 2-160 0,0 0-449 16,0 0 199-16</inkml:trace>
  <inkml:trace contextRef="#ctx0" brushRef="#br0" timeOffset="175428.8">20050 13031 158 0,'0'0'227'0,"0"0"-20"0,2-6-14 16,-2 6-6-16,0 0 12 0,0 0-1 16,0 0-2-16,6 25-8 0,-6-13-4 0,-2-1-16 15,2 2-14-15,0 2-12 0,-2 4-5 0,-2-2-17 16,1 1-11-16,-1-1-9 0,2 0-8 0,-1 1-13 15,-2-1-3-15,3-1-7 0,-1-4-9 0,1 4-12 16,0-3-17-16,2-1-31 0,-2-1-26 0,2-1-29 16,-2 0-38-16,2-3-52 0,2 1-51 0,-2-8-48 15,1 10-184-15,-1-10-463 0,0 0 206 0</inkml:trace>
  <inkml:trace contextRef="#ctx0" brushRef="#br0" timeOffset="175679.68">20622 12828 23 0,'5'-10'281'0,"-1"3"-13"16,-1 3-12-16,1-2-26 0,-4 6-23 0,4-6-22 16,-4 6-12-16,0 0 2 0,0 0 3 0,0 0 3 15,7 23-9-15,-8-7-11 0,0 4-17 0,-1-1-7 0,1 7-16 16,-3-7-6-16,0 8-14 0,1 1-11 15,0 0-3-15,0-2-11 0,1-7-6 0,1 1-10 16,-2-2-26-16,2-1-29 0,-2 0-28 0,2-1-32 16,0-4-36-16,-2 1-41 0,-1 3-56 0,3-5-57 0,-4-2-221 15,1 1-506-15,-1-3 224 0</inkml:trace>
  <inkml:trace contextRef="#ctx0" brushRef="#br0" timeOffset="175863.91">20388 13258 19 0,'0'0'237'0,"0"0"-3"16,22-9-6-16,-5 3-13 0,5 0-13 0,6 0-11 15,4-1-20-15,0 0-16 0,2-1-14 16,3 0-13-16,-2 4-14 0,2-1-12 0,-3 0-31 0,-2 1-30 16,-1 2-32-16,-11 1-31 0,-1 0-51 0,-1 0-43 15,-6 2-33-15,-2 1-34 0,-4 0-104 0,-1 2-308 16,-5-4 136-16</inkml:trace>
  <inkml:trace contextRef="#ctx0" brushRef="#br0" timeOffset="176106.56">20501 13398 21 0,'-1'6'266'0,"1"-6"-7"0,-3 13-12 0,4-3-7 16,-1 0-12-16,2 2-15 0,-1 2-5 0,0 3-13 0,-1-2-14 15,0 4-5-15,-1-3-13 0,1 3-12 0,-1-4-12 16,-1 2-10-16,2-2-10 0,-3-2-13 0,0 0-8 16,1 4-12-16,-1-6 2 0,2 2-17 0,-3-1-5 15,3-2-15-15,-5 2-11 0,2-2-22 0,3 0-24 16,-5-2-19-16,3 1-23 0,2-2-24 0,-1-1-29 16,2-6-42-16,-7 11-40 0,7-11-35 15,-5 4-33-15,5-4-168 0,0 0-454 0,0 0 202 0</inkml:trace>
  <inkml:trace contextRef="#ctx0" brushRef="#br0" timeOffset="176428.03">20544 13428 133 0,'8'-3'210'0,"3"-1"2"0,-1 4-10 15,0 0-6-15,1 1-3 0,-1 3-4 0,-2 2-5 16,2 1-7-16,-1 1-1 0,-4 2-13 0,1 2 3 15,-4 1-6-15,1 2-8 0,-2 2-10 16,-4-3-1-16,0 2-6 0,-1-1-9 0,-3-3 0 0,1 2-11 16,-2-4 1-16,1 0-3 0,-2 4-4 0,1-3-9 15,-1-2 10-15,1-1-9 0,1 0-15 0,-1-1-5 16,-1 0-6-16,4-1-5 0,-1-2-11 0,0-1-7 16,1 0-12-16,5-3 1 0,-7 7 0 0,7-7-5 15,-4 6-3-15,4-6-2 0,0 0 2 0,0 0-3 16,9 11-4-16,-9-11-3 0,15 2-46 0,-2-4 13 15,6 0-32-15,1-4-23 0,1 2-31 0,-1-3-28 16,1 1-33-16,-2-2-34 0,1 0-24 0,0 0-30 16,-1-1-15-16,0 1-15 0,-1-3-4 0,1 1-175 15,-2 0-491-15,-2-1 216 0</inkml:trace>
  <inkml:trace contextRef="#ctx0" brushRef="#br0" timeOffset="176685.81">20919 13516 112 0,'0'0'208'0,"5"-5"-5"0,-5 5-3 16,6-4-9-16,-6 4-8 0,0 0 6 0,0 0 20 15,0 0 5-15,0 0 7 0,7 10 17 0,-7-10 18 16,1 13-17-16,-4-6-5 0,3 6-6 0,-2-3-8 16,-1 6-12-16,2-2-17 0,0-2-10 0,-4 5-16 15,2-2-9-15,1 0-9 0,-1 1-14 0,2-1-14 16,-1-3-6-16,2 0-11 0,0 1-6 0,0 2-7 16,2-3-4-16,0 0-2 0,0-2-6 0,2-3-1 15,2 1-3-15,1 0-7 0,1-5-8 0,4 0 1 16,0 0-14-16,3-2 2 0,1-1-14 0,2-1-15 15,0-2-23-15,-3-3-36 0,4-2-15 0,-2 0-30 16,-3-2-28-16,1 1-37 0,1-1-41 0,0 0-27 16,-2-1-25-16,2 2-39 0,-1-2-29 0,0-1-30 15,-1 3-28-15,-3 2-189 0,3-5-605 0,-3 2 268 16</inkml:trace>
  <inkml:trace contextRef="#ctx0" brushRef="#br0" timeOffset="177263.74">20530 13612 108 0,'0'0'131'0,"-5"-8"2"0,5 8 3 16,0 0-3-16,-1-9 5 0,1 9-3 15,0 0-2-15,0 0-6 0,-4-7-2 0,4 7 0 16,0 0-6-16,0 0 0 0,0 0-6 0,0 0-5 15,0 0-9-15,-1-7-6 0,1 7-13 0,0 0-3 16,0 0-10-16,0 0 6 0,0 0 8 0,0 0 0 16,-3 23-5-16,1-12 2 0,-1 5-2 0,-2 1 3 15,1 1-3-15,-1 0-1 0,0-1 0 0,1 9-5 16,-1 2-2-16,-1-2-6 0,0 0-2 0,3-2-7 16,-2 0-3-16,2-3-5 0,-2-2 4 0,2-2-14 15,1 1-6-15,-1-5-11 0,2 2-29 0,0-4-25 16,-2 2-27-16,1-4-33 0,0 2-49 0,0-2-66 15,-2-2-51-15,3 1-202 0,-3-3-503 0,4-5 222 16</inkml:trace>
  <inkml:trace contextRef="#ctx0" brushRef="#br0" timeOffset="179742.8">22242 12330 46 0,'-13'-2'225'0,"13"2"-9"0,-12-5-2 16,6 4-12-16,6 1-6 0,-9-3-12 0,9 3-10 0,0 0-15 16,-8-3-14-16,8 3-13 0,0 0-13 0,0 0-12 15,-2-5-9-15,2 5-11 0,0 0-6 0,24-11-10 16,-5 5-6-16,3 2-10 0,6 0-20 0,-1-2-21 16,2 1-24-16,1-1-32 0,-9 3-34 0,1 0-40 15,-1 3-32-15,-2 0-28 0,0-1-18 0,-2 3-117 16,-5-2-336-16,0 2 149 0</inkml:trace>
  <inkml:trace contextRef="#ctx0" brushRef="#br0" timeOffset="179912.31">22366 12400 18 0,'0'0'166'16,"-8"3"4"-16,8-3-5 0,-7 2-4 0,7-2-5 15,0 0-2-15,0 0-15 0,0 0-12 0,0 0-4 16,0 0-16-16,21 6-11 0,-7-7-9 0,4 2-11 15,4-1-24-15,-1 0-31 0,7 0-35 0,-1-1-24 16,4 2-43-16,-2-2-36 0,1 1-39 0,-3 0-80 16,2-2-254-16,2-2 112 0</inkml:trace>
  <inkml:trace contextRef="#ctx0" brushRef="#br0" timeOffset="180459.81">23200 12062 201 0,'-9'-15'214'0,"-1"1"-4"0,-4 0-2 15,1 3-4-15,-2 0-14 0,1 0-7 0,-3 3-16 16,3 1-16-16,-2 0-13 0,4 5-13 0,-7 1-8 16,6 2-13-16,-1 1-8 0,-3 5-9 0,-1 2-4 15,3 1-8-15,0 3-5 0,2 0 2 0,-6 4-16 16,6-1-1-16,-4 4-9 0,8-3-4 0,3 0-2 15,0-2-6-15,3 2-4 0,3-4 3 0,1 4-12 0,2 0 2 16,3-1 0-16,2-3-1 0,2 1-3 16,3-2 4-16,-4-4-4 0,4 0-5 0,2-2 2 15,-2-1-1-15,1-4 1 0,4-1-2 0,-3-3-1 0,3 2-2 16,-5-3 0-16,3-4-5 0,-2-4 6 0,-1 3-7 16,1-2 2-16,-2-2 2 0,-1-1-2 15,-2-1-2-15,2-4-2 0,-4 4 5 0,1-3-5 16,-4 0 0-16,1 0 2 0,1 0 2 0,-3 3 6 0,2 4 4 15,-4-2 9-15,2 4 0 0,-1 1 10 0,-1 0 5 16,-1 8 14-16,2-11-22 0,-2 11-5 16,2-8-7-16,-2 8-7 0,0 0 4 0,0 0-1 15,0 0-3-15,0 0-3 0,0 0 4 0,-1 33-4 0,0-15 3 16,-1 7-3-16,1 3 20 0,-1 0-17 0,-2 2 0 16,0 1 1-16,3-1 13 0,0-2-5 0,1 3 4 15,-2-4-1-15,1 0 0 0,-2 1-2 0,2-3 0 16,1-7 15-16,0 1-9 0,0-2-6 15,-1 0-5-15,-1-1-1 0,2 1-5 0,-1-2 3 0,1-4-2 16,0 1-6-16,1-1 1 0,-1 0 0 0,-1-3-9 16,1 2-23-16,0-2-16 0,-1 0-1 0,1-8-29 15,-1 10-24-15,1-10-15 0,-3 9-21 0,3-9-26 16,-1 6-30-16,1-6-39 0,0 0-44 0,0 0-217 16,0 0-526-16,0 0 232 0</inkml:trace>
  <inkml:trace contextRef="#ctx0" brushRef="#br0" timeOffset="181031.81">23508 12222 97 0,'1'-5'229'0,"1"-1"-3"16,-2 6-1-16,1-11-11 0,-1 11-15 0,0 0-12 16,0-9-16-16,0 9-12 0,0 0-5 0,0 0-11 15,0 0-9-15,-18 13-12 0,12-4-6 0,-4 5-7 16,2 2-7-16,0-1-6 0,2 2-12 0,3-2-7 15,-3 3-11-15,5-3-6 0,-1 2-6 0,1-5-2 16,2 0-8-16,1 0-3 0,0 0-1 0,3-2-6 16,-1 0-2-16,4-3-3 0,-2 1 2 0,2-2-5 15,2 0-3-15,-1-4-2 0,0 2 0 0,2-4 1 16,-3 0-5-16,-8 0 6 0,15-4-2 0,-6-2-8 16,0 1-2-16,-2-2-1 0,-1 0-4 0,-1-2 1 15,-1-3 1-15,-2 0-5 0,2-3 3 0,-1-2-3 16,-2 5 7-16,2-4-8 0,-2-2 1 0,-1 0 0 15,3 4-1-15,-2-1 1 0,0 2-2 0,3 2 0 16,1-1-4-16,-1 3 7 0,1 1-6 0,-1-1-4 16,1 4-1-16,3 0-3 0,-2 4 4 0,4-2 0 15,-2 2-4-15,-8 1 2 0,16 5-1 0,-5-1 1 0,-1 4 0 16,1-2 3-16,1 5 2 0,1 1 2 16,-3 2-5-16,0-1 1 0,2 1 2 0,-5 0-3 15,1-3 3-15,-1 0 1 0,0 0 0 0,1-1-1 0,-1-1 4 16,1 0-1-16,1-1 4 0,0-1-1 15,0-2-1-15,-1 1 0 0,0-2 1 0,3-2 0 16,-1 0 0-16,0 0 0 0,0-4 1 0,1 1-2 16,0-2 4-16,-2-1-3 0,0-1-1 0,0 0 0 15,-3-1 0-15,0-3 0 0,0 1-2 0,0-3 2 0,-1-1 2 16,2-3 6-16,-5 2-7 0,0 1-3 0,-1-3 1 16,-4-2 1-16,-1 7-2 0,1-2 0 0,-4 1 1 15,0 2-3-15,-4 0-2 0,2 2-2 0,-2 1 3 16,1 4-13-16,-3 2-15 0,0 0-11 0,2 1-14 15,-3 2-18-15,-2 6-25 0,0-3-36 0,2 5-44 16,0 1-44-16,2 2-224 0,-1-2-482 16,7-1 213-16</inkml:trace>
  <inkml:trace contextRef="#ctx0" brushRef="#br0" timeOffset="181443.96">24090 12496 109 0,'6'-1'264'0,"2"-3"-15"0,-1 0-13 0,1-1-11 16,2 2-14-16,2-4-15 0,-2 0-9 0,3 1-12 15,-1-4-6-15,4 1-9 0,-2-1-15 0,0 1-11 16,1-4-5-16,-4 3-6 0,2-1-8 0,-1-3-14 16,-4 1-8-16,1-1-9 0,-6 3-8 0,1-2-5 15,0 2-2-15,-1-8 0 0,-2 2-17 0,-1 1-2 16,1 0-3-16,1 3-7 0,1-2 2 0,-3 3-5 15,3 0-4-15,-2 3-3 0,3-2-1 0,0 2 0 16,1 0-9-16,3 2 0 0,-1 4 0 16,3-3-2-16,2 1-4 0,2 3 1 0,-3 1-7 0,0 2-3 15,3 1 0-15,3 3-4 0,-6-1 2 0,4 4 0 16,-4 1-3-16,-1 0 5 0,0 3-5 0,-3-2 2 16,0-1-3-16,-2 7 3 0,-2-5 4 0,-2 1 5 15,-1 0 6-15,0 3 3 0,-3-1 9 0,1-2-1 16,2-1-8-16,-3 1 0 0,2-3-8 0,1 1 8 15,0-2 3-15,1 2-10 0,2-1 2 0,-3-3 7 16,4 0-6-16,0 0-1 0,1-1-4 0,1 0-19 16,6-2-29-16,4 1-32 0,3-3-38 0,1 0-39 15,8-1-50-15,1-2-45 0,-7-1-44 0,8-1-237 16,-1-2-565-16,0-6 250 0</inkml:trace>
  <inkml:trace contextRef="#ctx0" brushRef="#br0" timeOffset="184671.78">12810 14737 24 0,'0'-9'154'16,"0"9"-5"-16,0-17-6 0,0 8-1 0,0 9-2 15,0-15 1-15,0 9-4 0,0 6-8 0,-2-13-13 16,-1 7-9-16,3 6-10 0,-2-6-10 0,2 6-12 16,0 0-6-16,0 0-9 0,0 0-4 0,0 0 0 15,0 0-7-15,0 0-6 0,-16 23 1 0,12-12-2 16,1 1-5-16,-1 1-9 0,2 3-4 0,-4 0 0 16,2-4 2-16,0-1-15 0,2 5 11 15,-2-4-2-15,1-2-5 0,1 0 1 0,-2 1-7 0,1-3 2 0,1 2 1 16,0-4-2-16,2 2-3 0,0-8 2 0,-2 9 0 15,2-9-1-15,-3 9-1 0,3-9 2 16,0 0 1-16,0 7 3 0,0-7-1 0,0 0 13 16,0 0-1-16,0 0-4 0,0 0-1 0,0 0-2 15,0 0-1-15,3-23-1 0,1 9-1 0,1-1-3 16,-1-4 2-16,5-6-4 0,-3-1 0 0,4 2-3 0,-1-4 0 16,-1 5 0-16,2-4-6 0,-1-1 5 15,-1-2-1-15,-1 2 0 0,1-1 2 0,2 1-1 16,1 3-2-16,-3 8 0 0,0-1 0 0,1 2-5 15,-5 0 3-15,1 6-3 0,0 2 5 0,-1-2-6 16,-1 5 1-16,-1 0-9 0,-2 5 7 0,6-5-1 0,-6 5 0 16,0 0 4-16,15 6-1 0,-9-2-2 15,0 6 2-15,1 0-1 0,3 4 3 0,-4 3-1 16,3 1-1-16,0 7 1 0,0-2 3 0,-4-4-5 16,3 5 3-16,-1-7 2 0,5 8-2 0,-6-8 2 15,1 0-1-15,-1 3-3 0,-1-2 4 0,2 0-2 16,0-2 3-16,-1 2-3 0,-1-3 5 0,1 0-5 15,-1 2 4-15,0-5-17 0,-1 3-17 0,0-5-26 16,-3 2-11-16,3-3-26 0,0 0-37 0,0-2-26 16,-2 1-27-16,0-3-133 0,-2-5-342 0,2 9 152 15</inkml:trace>
  <inkml:trace contextRef="#ctx0" brushRef="#br0" timeOffset="184865.15">12785 14705 54 0,'0'0'116'15,"0"0"4"-15,0 0-6 0,0 0-6 0,0 0-18 16,0 0-1-16,0 0-14 0,36 6-10 0,-7-9-7 16,0 6-28-16,-2-5-20 0,2 2-23 0,3 0-14 15,-3-2-26-15,0-3-18 0,-4 7-57 0,-3-2-138 16,-3 0 61-16</inkml:trace>
  <inkml:trace contextRef="#ctx0" brushRef="#br0" timeOffset="185194.68">13252 14690 71 0,'10'0'80'16,"-10"0"11"-16,0 0-21 0,0 0 2 0,0 0 6 16,4 6 9-16,-4-6-4 0,2 9 12 0,0-2 3 15,1 3 7-15,-1-1-8 0,2 3 5 0,0 2-4 16,1-3-11-16,0 0-5 0,-1 2-9 15,-1-1-2-15,1-1-9 0,0-2-3 0,0 3-3 0,-1-3-7 16,1 0-2-16,1 0-5 0,-4-2-5 0,3 2 1 16,-2-3-3-16,0-1-4 0,-2-5 5 0,2 8-7 15,-2-8 4-15,3 7-2 0,-3-7 11 0,0 0 3 16,4 7 9-16,-4-7 11 0,0 0-8 0,0 0-7 16,0 0-6-16,0 0-4 0,10-14-1 0,-6 6-6 15,0-2-3-15,1-1-3 0,5-4-3 0,-5-2-2 16,4 2 2-16,-2-3-9 0,2-7-1 0,3 3-4 15,1 0-5-15,-5 4-5 0,6-3-7 0,-7 2 0 16,6 1-7-16,-3 3 1 0,2-1-7 0,-5 3-10 16,3 2-19-16,-4 1-16 0,1 1-29 0,-1 3-27 15,0-2-28-15,0 0-23 0,-1 4-16 0,1 1-118 16,-6 3-332-16,11-4 147 0</inkml:trace>
  <inkml:trace contextRef="#ctx0" brushRef="#br0" timeOffset="185365.79">13814 14657 140 0,'11'-3'135'0,"-2"1"-11"0,-3 0-15 0,6-1-9 16,-3 0-18-16,1-1-31 0,0 3-21 0,-1-4-30 15,2 2-20-15,1-1-29 0,-4 3-68 16,1-1-127-16,-9 2 56 0</inkml:trace>
  <inkml:trace contextRef="#ctx0" brushRef="#br0" timeOffset="185524.96">13910 14677 14 0,'-9'6'140'0,"4"0"10"16,-1-1-13-16,0-1 7 0,3 2-9 0,-3-2-8 16,6-4-8-16,-4 7-4 0,4-7-9 0,0 0-10 15,6 11 0-15,0-9-8 0,6-2-6 0,6 0-6 16,9-5-27-16,2 0-18 0,5-2-31 0,-1 1-31 15,1-7-39-15,2 1-45 0,-3 1-31 0,-1 4-79 16,1-8-242-16,-1 2 108 0</inkml:trace>
  <inkml:trace contextRef="#ctx0" brushRef="#br0" timeOffset="188058.26">15186 14531 79 0,'0'0'156'0,"0"0"4"0,0 0-9 0,0 0-3 0,0 0-7 16,0 0-5-16,-21 23-6 0,11-8-9 0,-2 1-14 15,1 1-8-15,0-1-10 0,0 0-10 16,0 0-11-16,1 0-18 0,2-2-7 0,0 1 0 0,2-3-2 15,-3 1-7-15,5-3 0 0,-1 1 4 0,-2-2-4 16,5 0-3-16,-2-1 0 0,-1-3-9 0,3-1 2 16,2-4-4-16,-3 9 6 0,3-9-3 0,0 0 11 15,-3 7 5-15,3-7 7 0,0 0-4 16,0 0-2-16,0 0-5 0,0 0-2 0,0 0-4 0,8-23-5 16,-1 11 6-16,0-4-9 0,-2 0-1 0,1-1-1 15,5-8-2-15,-2 3-1 0,-2-6-5 0,2 3 2 16,0-1-2-16,3 0-1 0,-2 2-2 0,-1 1-4 15,0 7 5-15,-4-1-1 0,3 1-4 16,-3 3 4-16,3 2-1 0,-3 3 4 0,-4 2-2 0,3 1-7 16,-4 5 2-16,5-6-3 0,-5 6-2 0,4-4 4 15,-4 4-3-15,0 0-1 0,11 10 1 0,-4 0-1 16,2 4 1-16,-3 2 5 0,2 8-6 0,-5-5 3 16,5 8-1-16,-3 0 4 0,-3 0 0 0,0-4 0 15,0-2-3-15,0-2 4 0,2 7-5 0,-3-7 5 16,4 0 3-16,-4 0-2 0,2 1-6 0,2-4 3 15,-2 0-2-15,-1 3 0 0,1-3-1 0,-1-5 0 16,4 1-15-16,-5 0-11 0,4 1-23 0,-3-3-27 16,1 0-41-16,1-1-37 0,-2-2-35 0,1-3-21 15,-3-4-118-15,1 9-353 0,-1-9 156 0</inkml:trace>
  <inkml:trace contextRef="#ctx0" brushRef="#br0" timeOffset="188406.02">15042 14769 65 0,'0'0'136'15,"0"0"-7"-15,0 0-11 0,0 0-15 0,22-12-4 16,-5 8-17-16,12 1-6 0,4-2-12 0,1-1-27 16,-1 2-12-16,5-1-11 0,0 0-5 0,1 1-17 15,-1-3-4-15,-2 4 1 0,-2-3-2 0,0 0 2 16,-3 2-3-16,-3-1 3 0,-7 1-5 0,-1 0 7 15,-1 1 9-15,-5 0 8 0,-1 0 10 0,-4 0 8 16,-2 2 9-16,0-1-1 0,-7 2 7 0,10-2 2 16,-10 2 4-16,8-2-2 0,-8 2-1 0,0 0 1 15,0 0-1-15,0 0 11 0,8 6 10 0,-8-6-6 16,-3 11-1-16,3-11-3 0,-4 18 1 0,1-11 9 16,1 5-8-16,0-2-4 0,-1 6-6 0,1-5 0 15,-1 2-6-15,1-1-2 0,1 0-8 0,0-1 3 16,-1-1-6-16,1 1-2 0,0-1-14 0,1-3-25 15,0-7-26-15,-3 15-23 0,6-8-31 16,-3-7-17-16,0 11-37 0,0-11-128 0,-3 9-297 0,3-9 131 16</inkml:trace>
  <inkml:trace contextRef="#ctx0" brushRef="#br0" timeOffset="188569.33">15522 14498 55 0,'0'0'23'0,"11"-3"-36"16,-11 3-15-16,21 5 7 0</inkml:trace>
  <inkml:trace contextRef="#ctx0" brushRef="#br0" timeOffset="188842.61">15991 14508 13 0,'0'0'192'0,"0"0"-3"16,0 0-7-16,0 0-10 0,-7-10-14 0,7 10-16 0,0 0-14 16,0 0 1-16,0 0-7 0,0 0-8 0,-10 20-9 15,10-8-8-15,-2-1-6 0,-3 5-6 16,2 0-10-16,2 0-3 0,-3-1-5 0,3 4-8 15,-1-5-7-15,2 2-4 0,-2 0-3 0,-1 0-9 16,3 1 1-16,0-1-6 0,-1 0-2 0,0-2 0 16,-1-1-6-16,1-2-2 0,0 2-16 0,0-3-16 15,1 0-18-15,-3 0-10 0,3-1-19 0,0 1-20 16,-1-4-25-16,1-6-21 0,0 9-19 0,0-9-13 16,0 0-15-16,0 0-102 0,0 9-296 0,0-9 131 15</inkml:trace>
  <inkml:trace contextRef="#ctx0" brushRef="#br0" timeOffset="189153.55">16005 14330 20 0,'4'-9'114'0,"0"6"5"15,-4 3 0-15,10 0-9 0,-10 0-7 0,13 3-4 16,-4 1-6-16,-3 2-6 0,2 3-11 0,0 0-6 15,-2-1-7-15,-2 4-4 0,-1-2-13 0,0 3 2 16,-3 2-7-16,-3-4-2 0,2 3-8 0,-4 1 6 16,0-5-3-16,-2 4-6 0,0-3-1 0,0 0-3 15,1-2 9-15,1 1-8 0,1-5-9 0,4-5-6 16,-9 13 7-16,5-7-2 0,4-6-5 0,0 0 5 16,-7 5-1-16,7-5-2 0,0 0 2 0,0 0-2 15,-3 11-7-15,3-11 8 0,0 0-4 0,0 0 4 16,10 11-5-16,-3-6 2 0,3-1 2 0,1-1-18 15,1 2-17-15,2-3-26 0,5 0-33 0,-1-2-25 16,1 0-29-16,2 2-89 0,-3-2-243 0,-6 0 107 16</inkml:trace>
  <inkml:trace contextRef="#ctx0" brushRef="#br0" timeOffset="189435.64">16367 14482 50 0,'0'0'126'0,"0"0"10"0,0 0-1 16,0 0 6-16,0 0-1 0,0 0-1 0,1 30-12 16,-2-14-6-16,1 0 3 0,-3 9-2 0,-1-7-6 15,0 8-10-15,1-2-6 0,-1-4-5 0,0 0-9 16,1-1-5-16,1 0-5 0,-2 0-2 16,1-1-4-16,1-2-4 0,1-1-8 0,-1-3-2 0,2 0-7 15,0-2-4-15,2-1-6 0,-2 1-1 0,1-3-1 16,1-2-4-16,1 1-1 0,3 1-3 0,5-5-2 15,-2 1-4-15,4-3 0 0,7 0-8 0,3-2-12 16,6-3-8-16,-1 1-20 0,2-1-13 0,-2 0-18 16,-7 0-28-16,-1 1-20 0,-1-1-30 0,-8 1-21 15,3 1-19-15,-7 1-154 0,-1 2-354 0,-6 0 157 16</inkml:trace>
  <inkml:trace contextRef="#ctx0" brushRef="#br0" timeOffset="189823.95">15062 15219 37 0,'-8'0'169'0,"2"0"-12"16,6 0-2-16,-9 3-3 0,9-3 0 0,0 0-12 0,28 3-10 16,5-2-6-16,18-3-9 0,5 2-9 0,36-3-9 15,0-7-4-15,6 2-4 0,-1 3-6 0,-5-3-7 16,1 0 1-16,-2 2-5 0,-29-1-2 0,4 1-5 16,24-3-4-16,-30 2-4 0,0 3-5 15,-2 1-7-15,-3-3-4 0,-18 3-4 0,0 1-2 0,-2-1-4 16,-5 2-3-16,-9 1-3 0,-1-2-1 0,-7 2-3 15,0 0-1-15,-3 0-4 0,-2 0-2 0,-8 0-1 16,11-1 1-16,-11 1-4 0,9-1-1 0,-9 1-2 16,0 0 1-16,6 2-21 0,-6-2-16 15,0 0-21-15,0 0-31 0,0 0-38 0,-21 14-39 16,12-10-35-16,-4 0-155 0,-2-1-376 0,-4 2 167 0</inkml:trace>
  <inkml:trace contextRef="#ctx0" brushRef="#br0" timeOffset="190413.57">15570 15448 33 0,'0'0'222'0,"-1"-8"-7"0,1 8-8 0,0 0-12 16,1-7-17-16,-1 7-20 0,0 0-17 0,0 0-13 15,0 0-16-15,0 0-6 0,0 0-11 0,0 0-5 16,0 0 1-16,-1 29-1 0,-1-12 22 0,0-1-5 16,2 4-8-16,-1 3-12 0,-2 2 4 15,-2 1-14-15,4-2-5 0,0-3-8 0,-2-4-5 0,0 2-7 16,3-3-5-16,0 2-6 0,-1 0 0 0,0-2-6 16,1 0-6-16,0-3-3 0,-1 0-1 0,2-3 3 15,-2 2-6-15,-1-2 0 0,4 0-7 0,-2-1-10 16,-2 0-18-16,4-1-13 0,-2-8-18 0,0 12-10 15,0-12-19-15,1 10-13 0,-1-10-8 0,-1 6-22 16,1-6-19-16,0 0-34 0,0 0-35 0,0 0-164 16,0 0-398-16,0 0 177 0</inkml:trace>
  <inkml:trace contextRef="#ctx0" brushRef="#br0" timeOffset="190793.78">15629 15433 123 0,'0'0'142'0,"18"-7"-2"16,-6 5 9-16,2 0-15 0,-1 4-2 0,-1-1-15 15,1 2-7-15,0 2-14 0,-2-1-3 0,-3 3-9 16,3 2-10-16,-3 0-2 0,-1-1-10 0,-1 2-2 16,-1-1-1-16,-2 1-10 0,-3 2-2 0,-2-2-7 15,0 3-1-15,-2-3-7 0,-1 1 3 16,-2 0-8-16,0-1-1 0,-6-3 0 0,4 2-3 15,-1-2-3-15,-3 1 1 0,1-2-3 0,2-1 3 16,1 0 0-16,0 1 3 0,4-3-4 0,0-1 0 16,5-2 0-16,-9 2-6 0,9-2-3 0,-7 4-1 0,7-4 1 15,-5 5-1-15,5-5-1 0,0 0 5 0,2 9 1 16,-2-9 2-16,8 9 4 0,-6-6-2 0,3 3 0 16,2-1 0-16,-7-5-1 0,10 8 3 15,-4-4-4-15,6 1 0 0,-3 2-2 0,1-3 3 16,4 2-5-16,-4-1 1 0,2 0-4 0,0 0 2 15,-2-2-16-15,2 2-13 0,0-2-19 0,-1 3-22 0,2-4-25 16,-3 3-29-16,3-3-12 0,1 2-31 0,-2-1-19 16,2 1-120-16,-2-1-317 0,-12-3 142 0</inkml:trace>
  <inkml:trace contextRef="#ctx0" brushRef="#br0" timeOffset="191090.99">16096 15753 34 0,'0'0'240'0,"-3"-9"-5"0,3 9-5 16,-4-9-7-16,4 9-11 0,-2-7-5 0,2 7-21 16,0 0-9-16,0 0-18 0,-3-7-19 0,3 7-13 15,0 0-22-15,0 0-5 0,0 0-7 0,0 0-10 16,0 0-8-16,0 0-10 0,0 0 4 0,-1 29-3 15,1-20-5-15,-1 2-8 0,1 0-3 0,-2 1-2 16,0-1-3-16,3 2-11 0,-2-3 0 0,0 1-4 16,-1 2-4-16,1-4-4 0,0 3 2 0,-1-3-5 15,1-1-11-15,1-8-28 0,-1 11-17 0,-1-3-21 16,2-8-24-16,-1 12-42 0,1-12-43 0,-1 11-58 16,1-11-204-16,0 0-463 0,-6 9 206 0</inkml:trace>
  <inkml:trace contextRef="#ctx0" brushRef="#br0" timeOffset="191291.45">16120 15507 56 0,'0'0'172'15,"0"-13"-15"-15,0 13-19 0,0 0-32 0,0 0-50 0,0 0-27 16,0 0-24-16,0 0-35 0,1-8-37 0,-1 8-37 16,0 0-113-16,0 0 51 0</inkml:trace>
  <inkml:trace contextRef="#ctx0" brushRef="#br0" timeOffset="191977.48">17306 15023 171 0,'0'0'183'0,"0"0"-15"0,0 0-13 16,0 0-15-16,0 0-6 0,0 0-7 0,0 0-12 15,0 0-10-15,0 0-9 0,0 0-11 0,31 9-5 16,-20-7-15-16,7 2-27 0,0-1-31 0,1 1-45 16,1-2-44-16,-5-1-69 0,-1 1-82 0,-5 1-253 15,-2-2 111-15</inkml:trace>
  <inkml:trace contextRef="#ctx0" brushRef="#br0" timeOffset="192130.74">17318 15250 25 0,'1'8'172'0,"-1"-8"-8"0,11 5-10 15,-3-2-18-15,3-2-1 0,7 1-29 0,-1-2-30 16,3-2-31-16,2 1-43 0,0-4-49 0,5 3-115 15,-7-1-175-15,8-3 78 0</inkml:trace>
  <inkml:trace contextRef="#ctx0" brushRef="#br0" timeOffset="194414.09">18345 14602 147 0,'0'0'183'0,"1"-12"-4"15,-1 12-1-15,0-9-3 0,0 9-12 0,1-8-9 16,-1 8-10-16,0 0-15 0,2-8-13 0,-2 8-14 16,0 0-10-16,0 0-14 0,0 0-8 0,0 0-5 15,1-8-9-15,-1 8-9 0,0 0-2 0,0 0-9 16,0 0 4-16,4 20-2 0,-4-20-6 0,1 9-3 15,2 3-1-15,-2-6-3 0,0 3-1 0,1 2-3 16,0-1 0-16,-2 1-2 0,2 1-3 0,-1-1 2 16,-1 1 1-16,1 0 1 0,0 4 1 0,-1 1-3 15,3-2 1-15,-3 0-3 0,0-2 1 16,1 0-1-16,-1-1-4 0,1-1 0 0,2 2 3 16,-2-3-4-16,2 4-4 0,-2-2 4 0,0 1-2 0,2-3-7 15,-1 0 6-15,1-2-1 0,0-3 0 0,-1 1 0 16,2 0 3-16,-4-6-5 0,6 7 4 15,-6-7-3-15,7 7 1 0,-7-7 1 0,9 0 0 0,-9 0 0 16,0 0 5-16,16-7-5 0,-11 4-7 0,3-5 8 16,-1 0-1-16,1 0-3 0,-1-1 2 0,-1-1-3 15,1 0 1-15,-2-7-1 0,2 7 2 0,0-1 0 16,-3-1 0-16,-2 2 0 0,2-2 1 16,-1-1 1-16,0 4 9 0,2 0 0 0,-2 2 7 0,-2 0 1 15,-1 7-5-15,4-10 0 0,-3 5-2 16,-1 5-6-16,0 0-2 0,0 0 3 0,0 0-7 15,0 0-2-15,0 0 1 0,0 0 0 0,0 0-1 0,7 20 1 16,-7-11 1-16,0 2 0 0,0 2 4 0,-2-2 0 16,1 2 1-16,-1 4 1 0,-1-1-2 15,2-1-1-15,-1 3 0 0,0-5 1 0,1 0 2 16,-1 1-7-16,0-2 2 0,1-1-2 0,1 0 1 0,-2-1 1 16,2-1-2-16,0 2 0 0,0-2 3 15,0 0-5-15,2-2 3 0,-2-7-5 0,1 14-4 16,-1-8-14-16,0-6-11 0,0 13-11 0,2-8-9 15,-2-5-15-15,0 13-18 0,2-9-15 0,-2-4-25 16,0 0-29-16,1 10-29 0,-1-10-15 0,0 0-21 16,2 6-122-16,-2-6-366 0,0 0 162 0</inkml:trace>
  <inkml:trace contextRef="#ctx0" brushRef="#br0" timeOffset="195604.9">17765 14902 23 0,'-12'-1'176'0,"12"1"-12"15,0 0-4-15,-10 0-11 0,10 0-11 0,0 0-5 16,-6-3-7-16,6 3-13 0,0 0-12 16,0 0-12-16,0 0-6 0,0 0-3 0,0 0 4 15,0 0-4-15,0 0 0 0,0 0-3 0,24 10-6 16,-14-7-4-16,0-2-1 0,8 2-8 0,1 0 0 15,-1-3-10-15,1 3-4 0,-2-3-4 0,1 1-6 0,0 2-2 16,-4-1-2-16,-1 0-4 0,1-1 0 0,-3 0-2 16,3-2-4-16,-2 2-2 0,-2 0 0 15,0 1-2-15,1-2-2 0,-4 0-1 0,-7 0-9 16,13 1-22-16,-13-1-17 0,10 1-23 0,-10-1-27 16,0 0-22-16,11 0-38 0,-11 0-19 0,0 0-165 15,0 0-356-15,11-1 158 0</inkml:trace>
  <inkml:trace contextRef="#ctx0" brushRef="#br0" timeOffset="196955.87">18995 14679 1 0,'0'0'62'0,"0"0"14"0,0 0-10 0,0 0 3 0,0 0 3 16,0 0-12-16,0 0 2 0,0 0-1 0,0 0-3 16,0 0-3-16,0 0 2 0,0 0 3 0,0 0-3 15,0 0-4-15,0 0 7 0,0 0-7 0,0 0 5 16,0 0 3-16,0 0 1 0,0 0 3 0,0 0-4 16,0 0 0-16,0 0 2 0,0 0-4 0,0 0-5 15,0 0-7-15,0 0-1 0,0 0-5 0,0 0-8 16,0 0 0-16,16-11-5 0,-16 11-3 0,0 0 12 15,0 0 0-15,0-10-3 0,0 10-1 0,0 0 3 16,1-8 1-16,-1 8 0 0,1-9-6 0,-1 9 1 16,2-7 1-16,-2 7 9 0,0 0 1 0,1-10-2 15,-1 10 0-15,2-7-6 0,-2 7-1 0,0 0-2 16,0-10 3-16,0 10-1 0,0 0-3 0,0 0-5 16,0-8-7-16,0 8-4 0,0 0 1 0,0 0-7 15,0 0 4-15,0 0-3 0,0 0-2 0,0 28 2 16,-2-18 1-16,1 3-1 0,-1-1-1 15,2-1-1-15,-1 1 0 0,0 3-2 0,1-3 0 0,-1 2-1 16,1-3 1-16,1 0 2 0,0-2-2 0,2 1-3 16,-2-1 2-16,4 0-1 0,-1-1 3 0,1-2-1 15,-1-1 7-15,1 2-7 0,0-3-1 0,1-1 4 16,-1 1-5-16,-5-4 3 0,12 3 0 16,-5-3 0-16,-7 0 0 0,12-2-2 0,-12 2 0 0,12-5 1 15,-6 4-3-15,-1-4 1 0,2-2 3 0,0 1 1 16,-2-1-3-16,1-2-3 0,-1-1 0 0,0 1 4 15,0-1-4-15,-3 0 1 0,1-1-1 0,-1 3 0 16,2 0 3-16,-2 2 0 0,-1-3 4 16,-1 9 3-16,3-10-1 0,-2 4-3 0,-1 6-1 0,0 0-2 15,1-9-3-15,-1 9-4 0,0 0-1 16,0 0-3-16,0 0 6 0,0 0-1 0,0 0 2 0,0 0-1 16,-5 31 1-16,2-19 2 0,-1 2-4 0,1 2 4 15,-1 1-2-15,0-1 3 0,-2 0-3 16,2 0 4-16,0-1 1 0,1 0-3 0,1 2-1 0,1-6 0 15,-2 1-1-15,2-1 3 0,-1 1-3 16,0-2 1-16,1 2 2 0,2-2 5 0,-2 0-22 0,1 0-15 16,0-1-5-16,0 1-14 0,0-10-14 0,0 11-15 15,0-11-19-15,-2 11-36 0,2-11-28 0,0 0-6 16,0 8-21-16,0-8-142 0,0 0-355 16,0 0 157-16</inkml:trace>
  <inkml:trace contextRef="#ctx0" brushRef="#br0" timeOffset="197406.47">19324 14673 49 0,'0'0'198'0,"4"-10"-15"0,-4 10-14 16,1-6-19-16,-1 6-12 0,0 0-13 0,0 0-3 15,0 0 4-15,0 0-11 0,0 0-10 0,-3 25-3 16,1-15-8-16,-1 0-8 0,3 2-6 0,-1 0-8 15,0-1-7-15,2 1-3 0,-1-2-9 0,0 1-2 16,1 0-4-16,1-1-6 0,-1 0-5 0,4-3-1 16,0 1-3-16,0 0-2 0,-1-2 0 0,3-2-5 15,0-1-4-15,-2 0 2 0,-5-3-3 0,12 4-1 16,-4-4-1-16,-8 0-2 0,13-4-2 0,-4 0-2 16,-1-2 0-16,0 2-2 0,-1-2 0 0,1 1-1 15,0-5 0-15,-1 3-2 0,0 0-1 0,-1-1 3 16,1 0-5-16,-2 2 11 0,0 1 0 0,-1-1 6 15,-1 1 1-15,-3 5 4 0,4-6-6 0,-4 6 0 16,4-7-9-16,-4 7 0 0,0 0-1 0,0 0 0 16,0 0 1-16,0 0-1 0,0 0 4 0,-1 27 2 15,-2-18 5-15,2 4-5 0,-4 2 5 0,1-3-3 16,0 3 2-16,2-1-4 0,-3 3 1 0,-1-6-3 16,3 2-1-16,-3 0 3 0,4 1-4 0,-1-2 3 15,-2 1-2-15,4-2-3 0,-3 0-7 0,3-1-7 16,0 0-19-16,-1 1-18 0,0-1-18 0,-1-3-19 15,3 0-26-15,0-7-40 0,-1 12-20 0,1-12-25 16,1 11-29-16,-1-11-128 0,0 0-375 0,3 10 167 16</inkml:trace>
  <inkml:trace contextRef="#ctx0" brushRef="#br0" timeOffset="198213.04">19812 14811 98 0,'0'0'239'0,"0"0"-11"15,0 0-14-15,0 0-11 0,0 0-14 0,0 0-17 16,0 0-18-16,0 0-15 0,0 0-16 0,0 0-10 16,0 0-12-16,0 0-11 0,0 0-13 0,0 0-24 15,0 0-20-15,0 0-22 0,0 0-14 0,0 0-29 16,0 0-36-16,0 0-55 0,0 0-47 0,0 0-138 16,0 0-331-16,-28 5 146 0</inkml:trace>
  <inkml:trace contextRef="#ctx0" brushRef="#br0" timeOffset="198705.07">19863 14707 76 0,'2'-7'174'0,"-2"7"-21"0,0 0-10 0,0 0-2 15,0 0-3-15,0 0-3 0,0 0-3 16,0 0-19-16,1 26-4 0,-1-19-11 0,1 0-10 16,-1-7-4-16,0 18 0 0,0-8-10 0,1-3-3 15,1 1-8-15,-1 0-3 0,0-1-6 0,2-1-3 16,-1 1-5-16,3-3-5 0,-5-4-2 0,9 8-1 0,-4-6-4 16,1 2-1-16,1-2-7 0,-7-2 2 15,14 2-5-15,-3-2 1 0,0-3-1 0,-11 3-4 16,15-3 0-16,-6 0-3 0,3-1-3 0,-3-1 2 15,-1-3-3-15,2 3-1 0,-4-3-4 0,0 0 4 16,2-1-3-16,-4 2 1 0,4-2-3 0,-2-2 0 0,-1 2-2 16,2-1 3-16,0 2-1 0,-2 2 8 0,-1 0 8 15,-1 0 4-15,-3 6 5 0,5-7-1 16,-3 3-2-16,-2 4-5 0,4-7-6 0,-4 7-3 16,0 0-1-16,0 0-1 0,0 0 3 0,0 0 3 15,0 0-1-15,2 24 2 0,-5-12 0 0,0 0 3 16,1 1 2-16,-2 1 0 0,0 3 0 0,1-2-1 0,-2 2-3 15,0-2 1-15,2 2-5 0,-1-2 5 16,0-3-6-16,3 0-3 0,-1 1 5 0,0-1-6 16,-1-2-11-16,3-1-21 0,-1 1-20 0,1-3-23 15,-1 0-25-15,1-7-35 0,-3 11-34 0,3-11-26 16,0 8-23-16,0-8-13 0,0 0-118 0,1 8-366 16,-1-8 162-16</inkml:trace>
  <inkml:trace contextRef="#ctx0" brushRef="#br0" timeOffset="199077.2">20225 14715 109 0,'0'0'178'16,"0"0"-4"-16,0 0-2 0,0 0-6 0,0 0-7 16,0 25-14-16,0-15-12 0,0-1-15 0,-1 2-8 15,1 0-10-15,0 0-9 0,2-1-6 0,-2-1-7 16,4 1-7-16,-1-2-6 0,0 0-4 0,3 0-4 15,4-3-8-15,-5 0 1 0,5-1-8 0,0-1-3 16,3-2 3-16,-1-2-5 0,0 0-3 0,-1-2-1 16,-1-1-1-16,0-1 1 0,0-1-3 0,-1-1 0 15,1 0-2-15,-1 0-3 0,-1-1-6 0,0-2 4 16,3 2-3-16,-4 1-1 0,-1-3 4 0,2 3 3 16,-2 1 4-16,-2 1 1 0,-4 5-2 0,5-8-7 15,-5 8-2-15,5-3-1 0,-5 3 17 0,0 0 1 16,0 0 7-16,1 22 3 0,-3-11 3 0,-1 1 7 15,-2 5 0-15,0 1-2 0,-1 1-6 0,1-1-7 16,-1 1-3-16,0 0-2 0,2-3-5 0,0 3-2 16,-1-2 2-16,0-1-20 0,0 1-26 0,2-5-31 15,0-1-32-15,0 2-38 0,2-4-55 0,-1 1-50 16,2-2-50-16,0-8-164 0,-2 11-470 0,2-11 208 16</inkml:trace>
  <inkml:trace contextRef="#ctx0" brushRef="#br0" timeOffset="207239.81">11127 16180 143 0,'0'0'149'0,"0"0"-5"0,0 0-6 0,0-8-14 16,0 8-11-16,0 0-15 0,0 0-8 0,0 0-6 16,0 0-12-16,0 0 14 0,0 0 2 0,0 29-6 15,-2-15 6-15,-2 1-12 0,1 2-5 0,-1 2-8 16,-3-1-32-16,-1 1 1 0,0-1 2 0,2 0-3 15,1 0-4-15,-2-2 1 0,-3 1-2 0,6-2 0 16,-3 1-1-16,1-4 2 0,0 3-8 0,1 0-1 16,1-5 4-16,-1 1-8 0,4-1-2 0,-3-2 1 15,0-2-1-15,2 1 1 0,0-1-2 0,2-6-5 16,-2 9 1-16,2-9 1 0,-3 7 0 0,3-7 0 16,0 0 2-16,0 0 3 0,0 0-3 0,0 0 0 15,0 0 0-15,0 0-1 0,0 0-3 0,0 0-2 16,16-25 2-16,-11 10-3 0,1-1 7 0,3-7-7 15,0-1 1-15,0-2-4 0,0 1 1 0,1-2 4 16,-1-1-7-16,0-1 4 0,1 0-2 0,0-1 7 16,-1 5-5-16,1-4-2 0,0 3 1 15,0-1-1-15,2 2 2 0,-3 7-1 0,1 4 0 16,-2 0-2-16,-1 4 2 0,-2 2-5 0,0-1 1 16,0 3 0-16,-1 3 3 0,-4 3-4 0,0 0 3 0,18 0 0 15,-18 0 1-15,17 8 0 0,-9 2 1 0,0 3 0 16,2 1-3-16,-3 3 11 0,-1 0 5 0,0 7 0 15,0 0-1-15,-4-5 2 0,1-1 0 16,-1 3-5-16,3-2 2 0,-2-1-1 0,-1 1-2 16,1-1 4-16,0 1 1 0,-1-3-5 0,2-1-2 15,-1 1-1-15,-2-2 0 0,4 1 2 0,-2-3-2 16,0-2-3-16,0 0 3 0,2 0-12 0,-5 1-3 16,1-3-20-16,-1-8-13 0,3 17-33 0,-3-17-24 15,1 12-28-15,-1-12-27 0,0 11-20 0,0-11-119 16,-4 12-316-16,4-12 140 0</inkml:trace>
  <inkml:trace contextRef="#ctx0" brushRef="#br0" timeOffset="207625.67">11121 16361 50 0,'0'0'102'0,"0"0"-18"0,39 6-5 0,-18-6-7 16,7 2-10-16,0 0-23 0,4-3-17 0,-4 2-16 16,1 1-12-16,-8-4-8 0,10 2-8 0,-10 0-8 15,7 0-3-15,-9 0 2 0,1 0 1 0,-2-1 3 16,-4 0 2-16,0 1 11 0,-3-3 3 0,3 1 11 16,-2 0 12-16,-2 1 5 0,-10 1 20 0,0 0 13 15,22-5 18-15,-22 5 5 0,8-2 5 0,-8 2 8 16,0 0-1-16,11-3-6 0,-11 3 8 0,0 0-7 15,0 0-7-15,0 0-6 0,0 0 4 0,0 0-15 16,0 0 1-16,0 0-9 0,0 0 1 0,11 7 5 16,-11-7 5-16,0 0-6 0,-2 15-3 0,2-15 0 15,-3 13 0-15,3-13-1 0,-2 13-10 0,-1-4-2 16,3-9 0-16,-4 18-9 0,4-10-1 0,-5 1 0 16,5-9-6-16,-2 18-4 0,2-9-7 0,0-9-22 15,-4 16-15-15,3-8-41 0,-1 1-14 0,2-9-33 16,-5 16-24-16,3-6-130 0,2-10-291 15,-6 11 129-15</inkml:trace>
  <inkml:trace contextRef="#ctx0" brushRef="#br0" timeOffset="208103.81">11898 16308 119 0,'0'0'154'0,"0"0"-16"0,0 0-8 0,0 0-8 0,0 0-6 15,0 0-11-15,-32 18-2 0,21-13-6 0,2 3-7 16,-1 0-13-16,4-4-9 0,-2 4 1 0,3-1-11 16,-2 0-7-16,4 3-4 0,-1-1 0 15,2 1-13-15,2-10-1 0,-2 17-5 0,4-6-1 16,0-3-4-16,3 2-2 0,2-1 4 0,-2-3-14 15,3 4 1-15,-2 0 1 0,4-2 4 0,-1 2-7 16,-1-2 6-16,-1-2 1 0,3 3 5 0,-3-2-15 16,-1 0 9-16,-2 0-4 0,0-1 3 0,-4-6 3 15,3 14-7-15,-3-14 3 0,0 11-5 0,0-11 6 16,-4 16-10-16,-1-6-2 0,-1-6-11 0,-1 6-27 16,-5-3-26-16,5 0-30 0,-1 1-34 0,1-3-37 15,0 0-96-15,7-5-278 0,-17 8 123 0</inkml:trace>
  <inkml:trace contextRef="#ctx0" brushRef="#br0" timeOffset="208283.99">12320 16602 162 0,'0'0'175'0,"0"0"-8"0,0 7-21 16,0-7-8-16,0 0-11 0,-13 12-15 0,3-6-8 15,-1 1-14-15,1 0-30 0,-3-1-34 0,0 3-33 16,2-2-35-16,2-3-59 0,-2 2-93 0,-1 1-208 16,0-1 93-16</inkml:trace>
  <inkml:trace contextRef="#ctx0" brushRef="#br0" timeOffset="208807.72">13199 16412 15 0,'2'-10'242'0,"-2"10"-27"0,4-13-19 16,-4 13-25-16,2-9-14 0,-2 9-20 15,0 0-10-15,0 0-13 0,0 0-10 0,0 0-6 16,0 25-7-16,-2-8-5 0,-2-1-8 0,2 3-6 0,-4-4-10 15,0 3-2-15,2-1-5 0,3-4-9 16,-5-1-3-16,2 0-3 0,1-2-3 0,-2 1-5 0,3 0-2 16,0-3-5-16,0-3 3 0,2-5-2 0,-3 9 2 15,3-9 5-15,-4 8 8 0,4-8 6 16,0 0 10-16,-2 3 0 0,2-3-7 0,0 0-4 16,0 0-7-16,0 0 0 0,0 0-7 0,-4-23-3 15,8 13-6-15,-2-3 1 0,0-3-3 0,3-4-1 16,1-5-3-16,4-1-1 0,-4-2-4 0,3 2 1 15,-2-3-8-15,5 0 5 0,-4-1-4 0,1 1-3 16,3 1-1-16,-6 4 0 0,5 0-1 0,-1 7-2 16,-4 0 2-16,-1 5-4 0,-1 5-2 0,-4 7 2 15,9-11-1-15,-9 11 1 0,9-6-3 0,-9 6 4 16,0 0-6-16,18 4 3 0,-9 4 3 0,0 2-3 16,-5 2-1-16,5 6 1 0,-3 0 3 0,0 1-2 15,1 3 5-15,-5-2-4 0,4 5 0 0,-4-6 0 16,1 0 4-16,-1 7-4 0,1-8 2 0,-1-2 1 15,-4 2 0-15,4-2-1 0,2-2 4 0,-4-2-10 16,0-1-14-16,0 0-19 0,0 1-19 16,0-12-26-16,5 15-23 0,-5-15-40 0,-2 12-33 0,2-12-29 15,0 13-146-15,0-13-383 0,-9 9 169 0</inkml:trace>
  <inkml:trace contextRef="#ctx0" brushRef="#br0" timeOffset="209267.95">13138 16461 48 0,'0'0'105'0,"17"-9"-8"0,-3 5-12 15,-1 1-7-15,6-1-4 0,0 3-7 0,2-1-11 16,6 0-18-16,-4 2-16 0,-2 0-2 0,9-1-9 16,-10 0-8-16,8 1 11 0,1-1-8 0,0-2 2 15,-9 0-4-15,0 2 1 0,-2-1 4 0,-7 0 8 16,-11 2 15-16,23-1 16 0,-16-1 4 0,-7 2 17 15,12-3 7-15,-12 3 4 0,0 0-5 0,13 0-8 16,-13 0-1-16,0 0-11 0,0 0-3 0,12 1-7 16,-12-1 0-16,7 5 3 0,-7-5 6 0,12 9 4 15,-8-2-6-15,1-1-5 0,-1 4 2 0,2-2-5 16,-3 3 0-16,2 0 3 0,-3 0-2 0,3 1 0 16,-1-1-1-16,-4-2-8 0,2 1-2 0,0-2-2 15,0 1 1-15,1-1-5 0,-1-2-3 0,0-1 4 16,-2-5-2-16,4 12-4 0,-1-7 0 15,-3-5 1-15,3 5-6 0,-1 1 4 0,-2-6-2 16,6 5 6-16,-6-5 4 0,5 3 2 0,-5-3 0 0,0 0 2 16,11-1 0-16,-11 1-2 0,9-6-3 0,-4 2 0 15,1-2-5-15,1-2 1 0,2-3-3 0,-2-2-5 16,1-2 3-16,-1-1-3 0,1-1-1 16,0-1-4-16,3-6-3 0,1 2-1 0,-4 4-3 0,-3 0-2 15,1 0-16-15,-3 3-7 0,1 2-17 16,1 4-9-16,-2-1-15 0,-3 10-28 0,0 0-42 15,4-13-39-15,-4 13-25 0,0 0-168 0,0 0-393 16,0 0 175-16</inkml:trace>
  <inkml:trace contextRef="#ctx0" brushRef="#br0" timeOffset="209608.23">14070 16466 158 0,'0'0'195'0,"4"-7"-14"16,-4 7-14-16,0 0-18 0,0 0-14 0,0 0-11 15,0 0-15-15,-29 1-12 0,18 4-7 0,-1 1-5 16,1-1-11-16,1 0-9 0,-2 3-5 0,3 0-7 16,2 2-3-16,-4-2-4 0,4-1-9 15,1 5-1-15,-1-5-7 0,5 3-1 0,2-3-3 16,-3 3-4-16,3-2-2 0,3 2 0 0,-1-1-2 0,5 2-6 15,3 2 2-15,0-4-5 0,3 3 1 16,0 2 6-16,3-4-3 0,-2 2-5 0,4 0-3 0,-5 0 1 16,-3-3-1-16,0 1-2 0,-3 1 2 15,-1-3-6-15,2 2 9 0,-6 0-7 0,-2-10 0 0,-2 16 4 16,-2-6 0-16,-4 0-7 0,-3 1-5 16,-2-3-22-16,-3 5-19 0,3-7-28 0,-3 1-43 15,1 1-42-15,-4-4-127 0,6-1-311 0,1 1 138 16</inkml:trace>
  <inkml:trace contextRef="#ctx0" brushRef="#br0" timeOffset="209782.02">14447 16729 1813 0,'54'-7'110'0,"-18"1"-17"16,-5 1-34-16,-10 2-31 0,-3 2-8 0,0 0 5 15,-7-2 15-15,-2 2 5 0,-3-1-1 0,-6 2 3 16,9 0-6-16,-9 0-7 0,0 0 2 0,0 0-7 15,0 0-21-15,0 0-31 0,0 0-39 0,0 0-48 16,-35 12-58-16,18-8-184 0,-4-1-381 16,0-3 169-16</inkml:trace>
  <inkml:trace contextRef="#ctx0" brushRef="#br0" timeOffset="210240.84">12031 17274 82 0,'-8'0'133'0,"8"0"-8"0,-17-3-4 16,8 5 0-16,9-2-2 0,-16-3 2 0,8 3 3 15,8 0-3-15,-13-1 6 0,13 1-7 0,-12-2-13 16,12 2-11-16,0 0-11 0,0 0-7 0,0 0-10 0,0 0-2 16,37-4-9-16,-9 2-21 0,5-2-33 0,5 1-38 15,14-4-64-15,2 2-73 0,-3 3-96 16,3-4-289-16,0 2 127 0</inkml:trace>
  <inkml:trace contextRef="#ctx0" brushRef="#br0" timeOffset="210605.84">13380 17157 165 0,'0'0'189'0,"0"0"-9"0,0 0-9 0,0 0-14 16,0 0-13-16,39 3-18 0,-8-2-10 0,5-1-10 0,16 1-19 16,-14-1-33-16,2-4-57 0,14 4-50 0,-2-1-73 15,-16 1-94-15,4-1-236 0,-2-3 105 0</inkml:trace>
  <inkml:trace contextRef="#ctx0" brushRef="#br0" timeOffset="213777.71">16070 16443 193 0,'1'-13'206'16,"-1"13"-14"-16,0 0-21 0,-1-13-17 0,1 13-13 15,0 0-17-15,0 0-13 0,0 0-7 0,0 0-3 16,0 0-5-16,0 0-13 0,-16 40-10 0,9-25-6 16,-2 10-3-16,4-4-5 0,-1 2-5 0,1 4-6 15,-1-8-7-15,4 0 2 0,-5 5-3 0,4-5-4 16,-1 7-4-16,-1-2 0 0,2-6-5 0,1 0-3 16,0-1-1-16,1 0-3 0,0-3-3 15,1-1-4-15,0 2 4 0,-3-4-6 0,3 6 1 16,3-5-5-16,-3-1-15 0,0-2-12 0,0 3-12 0,0-12-18 15,-2 16-15-15,2-16-40 0,-1 13-27 0,1-13-28 16,-1 10-151-16,1-10-337 0,0 0 150 16</inkml:trace>
  <inkml:trace contextRef="#ctx0" brushRef="#br0" timeOffset="214192.52">16066 16408 49 0,'12'-5'135'0,"1"4"1"15,-1-1-12-15,0 2-5 0,-12 0-9 0,24 5-16 16,-15 1-11-16,1 2-9 0,-2 0 2 0,-3 3-10 16,2 2-6-16,-6-3-4 0,1 3-8 0,-2 2-3 15,-2-2-1-15,-1 3-4 0,-2 0-10 0,-4-2 2 16,1-1-6-16,-3-1 2 0,-1 2-3 0,-2-4-3 15,0 1-3-15,2-4 0 0,-2 1-5 0,-3-1-5 16,5 1 4-16,3-3-6 0,-1-1 10 16,1-2-7-16,9-2-2 0,-11 7 3 0,4-5-2 0,7-2 2 15,0 0-2-15,-10 4 2 0,10-4-9 0,0 0 7 16,0 0-4-16,0 0-1 0,0 0 2 0,0 0 16 16,0 0-6-16,0 0-1 0,37-3 4 0,-24 5 4 15,-13-2-6-15,23 2 3 0,-11 0-6 0,-1 2 0 16,0-2 4-16,0 3-1 0,0 0 2 15,-1 0-3-15,3-1-2 0,-1 1 0 0,-1 0-4 16,1 0 5-16,-3-1-6 0,1 3 1 0,-1-1-4 16,1-1-2-16,0 2-19 0,-3 0-19 0,-1-3-27 15,-6-4-14-15,11 10-24 0,-7-4-35 0,-4-6-135 0,7 11-290 16,-7-11 129-16</inkml:trace>
  <inkml:trace contextRef="#ctx0" brushRef="#br0" timeOffset="214567.72">16491 16695 39 0,'0'0'205'0,"0"0"-5"16,0 0-17-16,-8-6-13 0,8 6-11 0,0 0-15 15,0 0-1-15,-21 11-6 0,10-4-14 0,3 2-10 16,-1-1-13-16,-2 6 0 0,1-1-10 0,1 1-9 15,-1-2-7-15,3 4-6 0,2-6 1 0,1 2-6 16,1-1-7-16,1 0-6 0,3 1-3 0,0-3-8 16,2 3 1-16,1-3-3 0,1-1-2 0,4-1-7 15,1 1-1-15,0-1 6 0,3-3-5 0,6-1 2 16,-1-1-1-16,0-1 1 0,0-2-6 0,0-2 1 16,-5 0 2-16,-2-3 1 0,2 3 1 15,-4-7 0-15,0 2 0 0,-1-2-1 0,-1-2-5 0,-3 1-3 16,-3-1 1-16,2 1-3 0,-3-3-8 0,-1 2 5 15,-2 0-2-15,0 0-4 0,-2 0 1 0,-2 3-7 16,0-1-12-16,1 0-12 0,-3 1-19 0,-2 2-15 16,2 1-17-16,-2 2-22 0,0 1-27 15,1 1-39-15,10 2-18 0,-23 1-41 0,11 3-142 16,-6 0-390-16,7-1 173 0</inkml:trace>
  <inkml:trace contextRef="#ctx0" brushRef="#br0" timeOffset="-214568.9">15579 17309 50 0,'-6'0'229'0,"6"0"-21"0,0 0-13 16,0 0-12-16,0 0-14 0,28 2-7 16,0-5-13-16,5 1-12 0,19-1-8 0,3-1-5 15,3-2-9-15,5 0-3 0,31-5-5 0,-27 9-5 16,25-9-3-16,-31 9-7 0,1-5-6 0,0 2-10 16,-5 0-4-16,-8 3-6 0,-14 1-4 0,-5-2-8 15,-1 0-4-15,-3 3 1 0,-8-2-9 0,-4 3-2 0,-2-2-11 16,-4 1 2-16,-1 0-4 0,-7 0-3 15,13 0 1-15,-13 0-4 0,0 0 2 0,6 2-7 16,-6-2-9-16,0 0-17 0,0 0-25 0,0 0-29 16,0 0-48-16,0 0-46 0,-24 12-62 0,20-8-208 15,4-4-463-15,0 0 205 0</inkml:trace>
  <inkml:trace contextRef="#ctx0" brushRef="#br0" timeOffset="-214367">17283 16895 2405 0,'13'-11'24'0,"-7"2"74"0,1 1-21 0,-4 3-32 0,1 0-13 16,-4 5-6-16,8-6-6 0,-8 6-6 0,6-2-2 16,-6 2 3-16,9-5-4 0,-2 4 2 0,4-3-3 15,2 2 0-15,5-1-23 0,1 0-21 0,3-2-39 16,7-2-40-16,3-3-61 0,-1 0-228 0,-8-3-434 15,6 0 193-15</inkml:trace>
  <inkml:trace contextRef="#ctx0" brushRef="#br0" timeOffset="-213602.88">14065 16268 55 0,'0'0'149'16,"0"0"-13"-16,0 0-9 0,0 0-16 0,0 0 7 15,0 0-14-15,0 0-4 0,0 0-17 0,22-2-2 16,-12-1-11-16,5-3-10 0,6 0-40 0,8-4-37 15,5-1-34-15,12-8-41 0,4-4-84 0,-2-4-191 16,3 2 85-16</inkml:trace>
  <inkml:trace contextRef="#ctx0" brushRef="#br0" timeOffset="-213245.18">11861 16043 2087 0,'0'0'0'0,"3"-14"95"15,-1 6 1-15,-2 0-16 0,0 8-19 0,0 0-15 16,-2-13-12-16,2 13-8 0,-2-7-5 0,2 7-1 16,6-6-2-16,1 2-2 0,5 0-3 0,8-5-6 15,12 0-12-15,5-3-34 0,20-5-29 16,6 0-57-16,31-10-64 0,-2 0-177 0,0-3-396 15,-4-2 175-15</inkml:trace>
  <inkml:trace contextRef="#ctx0" brushRef="#br0" timeOffset="-206668.58">17302 16747 13 0,'-8'-6'122'0,"8"6"-1"16,0 0 3-16,-7-1-4 0,7 1 0 0,0 0-10 16,0 0-3-16,0 0-3 0,0 0-6 0,0 0-3 15,0 0-10-15,0 0-6 0,0 0-5 0,0 0 2 16,-5-5-10-16,5 5 2 0,0 0-5 0,0 0 1 15,23-1-6-15,-13 0-6 0,4-1-2 0,4 1-1 16,1-2-4-16,1 2-4 0,0-1-4 0,1-1-9 16,2 1 3-16,3-1-8 0,-6-1-20 0,-1 1-15 15,1 2-28-15,0 0-18 0,-1-1-38 0,-1-1-31 16,-4 3-24-16,-1 0-123 0,-13 0-296 0,0 0 130 16</inkml:trace>
  <inkml:trace contextRef="#ctx0" brushRef="#br0" timeOffset="-206459.6">17305 16912 95 0,'-9'6'131'0,"9"-6"-10"0,0 0-1 0,0 0-14 16,0 0-5-16,0 0-11 0,24 10-8 0,-5-11-7 15,3-1-18-15,8-1-19 0,2-3-26 0,4-1-21 16,0 0-19-16,-1-1-25 0,2-1-21 0,0 0-70 16,-3 3-156-16,-6-2 69 0</inkml:trace>
  <inkml:trace contextRef="#ctx0" brushRef="#br0" timeOffset="-205187.48">18223 16586 30 0,'0'0'124'0,"0"0"-6"0,0 0-8 15,0 0-8-15,0 0 1 0,0 0-9 0,0 0-7 16,0 0-3-16,2-13-2 0,-2 13-3 0,0 0-3 15,0 0-6-15,0 0-5 0,0 0-2 0,0 0-4 16,0 0-3-16,0 0-8 0,0 0-9 0,0 0-4 16,0 0 4-16,0 0-7 0,0 0-7 0,0 0 5 15,0 0-6-15,0 0-6 0,0 0 4 0,0 0-12 16,0 0 4-16,0 0-6 0,0 0 3 0,0 0-3 16,0 0 2-16,0 0 2 0,0 0-1 0,0 0-13 15,0 0 8-15,0 0 1 0,0 0-9 0,0 0 11 16,0 0-4-16,0 0 0 0,0 0 0 0,0 0-1 15,0 0-2-15,0 0 0 0,0 0-2 0,0 0 9 16,0 0-12-16,0 0 7 0,0 0-6 0,0 0 4 16,0 0-1-16,0 0 3 0,0 0-3 0,0 0 2 15,0 0-4-15,0 0 2 0,0 0 1 0,0 0 2 16,0 0-3-16,0 0-2 0,-18 10 3 16,18-10 1-16,0 0 0 0,0 0-3 0,0 0-3 15,-14 6 2-15,14-6 3 0,0 0-9 0,-12 3 5 0,12-3 0 16,0 0 0-16,-9 6 1 0,9-6 3 0,0 0 4 15,-6 5-1-15,6-5-5 0,0 0-2 0,0 0 3 16,0 0-4-16,0 0 5 0,-9 3 0 0,9-3 0 16,0 0-10-16,0 0 5 0,0 0-2 15,0 0 4-15,0 0-2 0,0 0-2 0,0 0 5 16,0 0-5-16,0 0 5 0,0 0 0 0,0 0-1 16,0 0 3-16,0 0-4 0,0 0 3 0,0 0-2 15,0 0 3-15,0 0-4 0,0 0 3 0,0 0 7 16,0 0-8-16,0 0 0 0,0 0 2 0,0 0 2 0,0 0 2 15,0 0-5-15,0 0-1 0,0 0-1 16,0 0 2-16,0 0 4 0,0 0 5 0,0 0-11 16,0 0 4-16,0 0 1 0,0 0 3 0,0 0-1 15,-5 3 8-15,5-3-1 0,0 0 1 0,0 0 0 16,0 0-4-16,0 0 0 0,0 0 1 0,0 0-6 16,0 0 3-16,0 0 1 0,0 0-3 0,0 0 5 15,-4-14-2-15,4 14 6 0,0 0-3 0,0 0 3 16,0 0 6-16,-4-5-1 0,4 5 3 0,0 0 5 15,0 0-2-15,0 0-3 0,0 0-3 0,0 0-2 16,0 0 2-16,0 0-7 0,0 0-1 0,-4-6-3 16,4 6 0-16,0 0 0 0,0 0-1 0,0 0 1 15,0 0 3-15,26 2-6 0,-13-1 3 0,6-1-3 16,3 3 1-16,-2-3-1 0,8 0 1 0,-1 0-1 16,0 0-1-16,-4 0-1 0,-4 0 2 0,0-1-3 15,-6 2 5-15,5-2-4 0,-4-1 3 0,-1 2 1 16,0 0-3-16,-2-1 4 0,-11 1-4 15,19 1 2-15,-19-1-8 0,14 0 7 0,-14 0-2 16,12 0 1-16,-12 0-3 0,0 0 1 0,11-1-1 16,-11 1-1-16,0 0 4 0,0 0-11 0,0 0 0 0,0 0 2 15,13 3 4-15,-13-3-3 0,0 0 8 0,1 10 4 16,-1-10 3-16,0 10 2 0,0-10 3 0,-4 18 3 16,2-7 2-16,-1-1 1 0,-2 4 1 15,3 1-2-15,-3 0-3 0,1 0 2 0,-3 2 0 16,5-3-3-16,-3 5 1 0,0-2-2 0,2-2-6 15,1 2 3-15,-1-5 0 0,0 4 1 0,2-5-1 16,0 2-7-16,0-1-19 0,1-1-11 0,1 1-19 16,-1-1-28-16,0-11-24 0,-1 15-41 0,4-7-38 0,-3-8-26 15,0 0-149-15,-3 14-377 0,3-14 166 16</inkml:trace>
  <inkml:trace contextRef="#ctx0" brushRef="#br0" timeOffset="-205032.44">18407 16808 48 0,'13'-7'113'0,"-13"7"-23"0,21-6-4 16,-6 2-15-16,3 1-38 0,-8-2-13 16,12-1-47-16,-2 3-46 0,0-2-78 0,6-4 35 15</inkml:trace>
  <inkml:trace contextRef="#ctx0" brushRef="#br0" timeOffset="-204653.2">18918 16571 73 0,'11'-1'152'0,"-11"1"-3"15,0 0-4-15,14 3-7 0,-14-3 1 0,9 3-17 16,-4 0-13-16,-5-3-9 0,0 0-6 0,13 8-10 15,-11-5-8-15,2 0 1 0,-4-3-7 0,4 10 2 16,-4-10-9-16,-2 9-6 0,2-9-6 0,-8 13-5 16,3-4 2-16,-3-2-10 0,-1 0-2 0,2 2-4 15,-1-2-8-15,-1 2-1 0,9-9-4 0,-8 11-9 16,6-5-8-16,2-6-2 0,-7 13-2 0,7-13-1 16,0 16-1-16,0-16-2 0,3 14 2 0,1-7 1 15,0 1-2-15,1 1-2 0,1-1-1 0,-1-1 3 16,2 1 4-16,0 3-1 0,3-4-3 0,-3 3-2 15,0 0 2-15,-1-3 3 0,-2-1 0 0,-4-6 1 16,6 10-3-16,-6-10 7 0,1 13 3 0,-1-13 3 16,-5 9 1-16,5-9 6 0,-10 8-5 15,2-2 1-15,-3 0-1 0,0-2-8 0,1-1-10 0,-3-1-12 16,2 0-30-16,1-1-16 0,10-1-31 0,-21 2-26 16,21-2-23-16,-15-4-114 0,15 4-280 0,0 0 124 15</inkml:trace>
  <inkml:trace contextRef="#ctx0" brushRef="#br0" timeOffset="-204485.28">19084 16733 91 0,'0'0'119'16,"0"0"-7"-16,7-3-12 0,-7 3 0 0,0 0-13 0,0 0-11 15,0 0-6-15,0 0-6 0,0 0-16 0,0 0-24 16,9 11-37-16,-9-11-33 0,0 0-34 15,0 0-46-15,0 0-136 0,0 0 61 0</inkml:trace>
  <inkml:trace contextRef="#ctx0" brushRef="#br0" timeOffset="-204102.89">19326 16626 83 0,'0'0'184'0,"5"-4"-12"0,-5 4-9 0,0 0-14 0,12-6-5 16,-4 3-20-16,-8 3-3 0,12-1-8 0,-12 1-11 15,13 0-13-15,-13 0-10 0,0 0-8 0,19 1-4 16,-19-1-5-16,9 3-3 0,-9-3-12 0,11 5-6 16,-11-5-1-16,7 7-8 0,-7-7-1 0,3 9-3 15,-3-9 0-15,0 0-4 0,-4 17-1 16,4-17-6-16,-6 11-8 0,6-11-3 0,-4 14 0 15,1-7-7-15,1 1-4 0,2-8-1 0,-3 19-2 16,4-10-9-16,-1-9-7 0,0 16 5 0,2-6-2 16,0-1 2-16,1-1 4 0,-1 3 2 0,-2-11-3 0,12 20 5 15,-10-13-3-15,-2-7-2 0,7 15 7 16,-7-15 3-16,8 12-4 0,-5-7 4 0,-3-5-2 16,5 9 4-16,-5-9-2 0,0 0 1 0,-1 12 5 15,1-12 0-15,0 0 3 0,-9 10-6 0,9-10-10 16,-15 7-12-16,3-4-8 0,12-3-23 0,-21 7-12 15,11-5-23-15,10-2-30 0,-20-1-121 0,8 2-261 16,12-1 115-16</inkml:trace>
  <inkml:trace contextRef="#ctx0" brushRef="#br0" timeOffset="-203617.27">19743 16507 81 0,'0'0'199'0,"-4"-11"-16"0,4 11-11 0,0 0-22 15,0 0-19-15,0 0-11 0,0-6-6 0,0 6-8 16,0 0-2-16,0 0-5 0,8 31-1 0,-5-14-2 16,-2 1-10-16,3-1-4 0,-4 3-4 15,0 5-3-15,2 2-8 0,-2-8-1 0,-2 6-7 0,0-6-6 16,2 0-5-16,-1-1-2 0,-3 2-3 0,3-1-6 16,-2-2 1-16,0-2-5 0,0 3-8 0,0-1-14 15,1-2-17-15,-3 0-31 0,-2-1-33 0,4-3-49 16,0-2-41-16,0 1-44 0,0-2-114 15,3-8-344-15,-7 11 153 0</inkml:trace>
  <inkml:trace contextRef="#ctx0" brushRef="#br0" timeOffset="-203372.13">19891 16644 45 0,'-14'-4'168'16,"14"4"-13"-16,-19 4-3 0,8-1-4 0,2 2-12 16,-3 0-14-16,1 2-6 0,0 2-5 0,0 2-3 15,0 2-2-15,3-4-15 0,0 2-6 0,2-1-4 16,-2 3-16-16,2-2-2 0,3-2-8 0,2 3-1 16,1-3-3-16,0-9-7 0,5 18-2 15,1-8-2-15,4-4-28 0,5 3-29 0,4-3-43 16,0-1-41-16,9 1-62 0,-7-2-123 0,-1 0-308 0,-1-4 137 15</inkml:trace>
  <inkml:trace contextRef="#ctx0" brushRef="#br0" timeOffset="-202972.76">20179 16860 144 0,'8'-9'171'15,"-8"9"-16"-15,8-10-7 0,-1 6-3 0,-7 4-22 16,13-13 6-16,-4 4-8 0,0 1-9 0,-3-1-10 16,-1 1-2-16,3-3-1 0,-2 2-7 0,-1-3-11 15,0-1-6-15,2 3 3 0,-3-3-11 0,-1-2-8 16,4 1-2-16,-3 2-5 0,-1 0-8 0,3 1-2 16,4-4-9-16,-5 5 4 0,1 0-6 0,1 2 1 15,-1-1-7-15,4 2-4 0,-1 0-1 0,-1 2-1 16,5 1-4-16,-1 1 1 0,-1 0-4 0,4 3 0 15,-2 2-3-15,0-1 3 0,-1 4-3 0,-1-1-3 16,1 1 3-16,-1 2-1 0,-2 1-2 0,-2 1 1 16,0 0 2-16,-2 1 0 0,0-2 2 0,-3 3 0 15,1-3 4-15,-2 3 2 0,2 0-3 0,-2-4 8 16,-2 2-7-16,1 0-4 0,0-9-1 0,-4 16 6 16,4-16-6-16,-1 14 0 0,1-8 0 0,0-6-4 15,0 0 3-15,0 15-1 0,0-15 2 0,1 11-3 16,-1-11-8-16,5 10-15 0,-5-10-21 0,15 8-25 15,-4-5-42-15,8-1-43 0,1-1-47 0,1-1-174 16,0 0-397-16,8-1 175 0</inkml:trace>
  <inkml:trace contextRef="#ctx0" brushRef="#br0" timeOffset="-202824.89">20942 16683 33 0,'0'0'113'0,"0"0"-37"0,0 0-34 16,0 0-52-16,0 0-33 0,0 0-46 0,0 0 21 15</inkml:trace>
  <inkml:trace contextRef="#ctx0" brushRef="#br0" timeOffset="-200617.9">13775 16995 86 0,'0'0'130'0,"0"0"-4"0,0 0-10 15,0 0-10-15,0 0-8 0,2-5-4 0,-2 5-13 16,0 0-6-16,0 0-13 0,0 0 0 0,0 0-12 16,0 0 6-16,0 0-8 0,0 0-8 0,0 0 1 15,0 0-11-15,0 0 6 0,0 0 1 0,0 0-10 16,0 0 4-16,0 0-5 0,0 0-6 0,0 0 2 16,0 0 4-16,0 0-15 0,0 0 2 0,0 0-3 15,0 0 2-15,0 0-2 0,0 0 2 0,0 0-2 16,0 0 7-16,0 0-10 0,0 0 2 15,0 0 3-15,0 0 3 0,0 0-4 0,0 0 5 0,0 0 2 16,0 0-4-16,0 0 3 0,0 0-3 0,0 0 2 16,0 0-2-16,0 0 0 0,0 0-8 0,0 0 3 15,0 0-4-15,0 0 4 0,0 0-3 0,0 0-2 16,0 0-1-16,0 0 3 0,0 0-3 0,0 0 6 16,0 0-8-16,0 0 1 0,0 0 1 0,0 0-4 15,0 0 3-15,0 0 3 0,0 0-6 16,0 0 1-16,0 0 0 0,0 0 1 0,0 0 1 15,0 0-3-15,0 0-1 0,0 0 5 0,0 0-1 16,0 0-3-16,0 0-3 0,0 0 9 0,0 0-11 0,0 0 1 16,0 0-6-16,0 0 0 0,0 0 0 15,0 0 5-15,0 0-12 0,0 0 8 0,0 0-10 16,0 0-9-16,0 0 1 0,0 0 1 0,0 0-3 16,0 0-8-16,0 0-10 0,0 0-11 0,0 0 0 15,0 0 0-15,0 0-3 0,0 0-15 0,0 0-8 16,0 0-6-16,0 0-11 0,0 0-62 0,0 0-178 15,0 0 80-15</inkml:trace>
  <inkml:trace contextRef="#ctx0" brushRef="#br0" timeOffset="-198077.03">12893 17534 118 0,'-10'1'174'0,"10"-1"-8"0,0 0-15 16,0 0-5-16,0 0-6 0,0 0-7 0,0 0-2 0,0 0 1 15,0 0-2-15,0 0-4 0,0 0-7 0,0 0-8 16,37 5-8-16,-24-7-4 0,6 2-9 16,0-1-8-16,0-2-5 0,10 0-4 0,-10 2-9 15,2-1-6-15,0 0-3 0,-2 1-12 0,-1 1-1 16,-5 1-5-16,-1-2-3 0,-1 2-5 0,-11-1-1 15,25-1-7-15,-16 1-16 0,-9 0-19 0,16 0-24 16,-16 0-23-16,15-2-31 0,-15 2-34 0,12-1-30 16,-12 1-37-16,0 0-147 0,0 0-368 0,11-1 163 15</inkml:trace>
  <inkml:trace contextRef="#ctx0" brushRef="#br0" timeOffset="-197607.22">13273 17295 70 0,'0'0'236'0,"0"0"-27"15,0 0-21-15,0 0-18 0,0 0-10 0,0 0 1 16,0 0 2-16,0 0-14 0,0 0-5 0,0 0-14 16,-5 40-10-16,3-24-9 0,0-1-8 0,2 2-11 15,0-5-9-15,0 4-9 0,2-3-9 0,-2-2-8 16,4 2-1-16,-2-1-7 0,1-2-4 0,5 0-3 15,-3-1-4-15,4-1 0 0,-2 1-6 0,-1-6-1 16,3 5-2-16,3-3-7 0,-3-1 3 0,3-2-3 16,-2-1-1-16,-10-1-6 0,23 0 0 0,-12-1 4 15,-2-2-4-15,3-1-2 0,-2-1 1 0,-1-3-2 16,-1 1 2-16,-2-4-6 0,5-2-2 0,-4 2 2 16,2-3 0-16,-4 0-2 0,1 0 4 0,-2 3 7 15,-1-1 7-15,1 1 4 0,-2 1 3 0,-2 10 7 16,5-13 3-16,-5 13 1 0,3-10 1 0,-3 10-10 15,4-12-2-15,-4 12-5 0,0 0-5 0,0 0-3 16,0 0 5-16,0 0-4 0,0 0 4 0,7 29 2 16,-8-17-1-16,-1 4 6 0,2 4 0 0,-4-1 2 15,2 0-7-15,0 0 2 0,2 5-4 16,-3-1-3-16,-2-4 2 0,3 9-2 0,2-12-1 16,0-3-1-16,-4 7-4 0,4 3 0 0,-1-3-6 15,-1-2-30-15,4-3-28 0,-4 2-24 0,2-5-33 16,0 0-22-16,0 0-36 0,0-12-32 0,2 14-32 15,-2-14-31-15,3 11-186 0,-3-11-483 0,9 5 213 16</inkml:trace>
  <inkml:trace contextRef="#ctx0" brushRef="#br0" timeOffset="-197066.01">13710 17501 157 0,'0'0'216'0,"0"0"-13"0,-2-11-17 15,2 11-19-15,0 0-13 0,0 0-5 0,0 0-7 16,0 0-10-16,0 0-9 0,0 0-10 0,-18 21-8 16,18-21-7-16,-7 12-14 0,7-12-8 15,-2 15-2-15,2-15-11 0,2 10-2 0,-2-10-5 16,2 13-2-16,-2-13-7 0,8 9 1 0,-4-4-6 16,5 0-2-16,-1-2-2 0,-8-3 0 0,17 4-1 15,-6-4-4-15,3 0-6 0,-3 0-4 0,1-3-1 16,-2 2-1-16,3-3-1 0,-4 0-3 0,5-1 3 15,-7 0-9-15,1-2 6 0,0 0-3 0,1-2-2 16,-5 2 1-16,2-2-3 0,-2-2 0 0,2 0 1 16,-6 1-1-16,2 0-3 0,0-3 0 0,0 3 2 15,-1 0 0-15,1 0 0 0,0 1-3 0,-2 2 1 16,2-3 0-16,-2 10-1 0,5-12-2 0,-1 7 1 16,3 1-2-16,-2-1-3 0,1 2-2 0,3 1 4 15,-3 1-5-15,-6 1 2 0,17 3 1 0,-7-1-3 16,-5 1 4-16,5 3-3 0,-2 2 0 0,-2-1 0 15,1 1 1-15,-2-2 1 0,0 2-3 16,-1 2 3-16,1-2 0 0,-1 1-2 0,0 0 4 0,1-2-1 16,0 3 0-16,1-3-2 0,-1 2 5 15,2-3-3-15,-7-6 2 0,16 7 2 0,-4-3 0 16,-1-2-4-16,5-1 2 0,1-1 2 0,-6-1 0 16,9 0-1-16,-7-1 3 0,-2-2-2 0,-1-2 3 15,-2 0-4-15,-1 0 3 0,2-1-4 0,-4-2 1 16,-5 9 1-16,6-15 1 0,-7 5-4 0,1 10 3 15,-5-15-2-15,-3 6 0 0,0 2-9 0,-5-3-16 16,-3 3-10-16,3 2-12 0,-6 1-17 0,-3 2-26 16,-8 0-31-16,4 3-32 0,-1 0-45 0,-2 3-213 15,-3 1-440-15,3-2 196 0</inkml:trace>
  <inkml:trace contextRef="#ctx0" brushRef="#br0" timeOffset="-194440.88">10763 17319 104 0,'0'0'160'0,"0"0"-5"15,0 0 0-15,0 0-3 0,10 17-3 0,-4-14-12 16,0-1-6-16,4 4-6 0,0-4 2 0,3 3-7 16,-1-2-5-16,1-2-4 0,6 3-9 0,2 0-11 15,-1-3-2-15,0 2-12 0,0 1-4 0,-1-4-2 16,-3 3-12-16,1-3-3 0,-1 2-3 0,0-1-5 16,-3 0-5-16,1-1-1 0,-1-1-5 0,1 1-1 15,-2-1-3-15,-1-1-1 0,-3 2-4 0,-1-1-2 16,-7 1 2-16,12 0-3 0,-12 0-2 0,10-2-5 15,-10 2 2-15,8-2-5 0,-8 2-9 0,0 0-14 16,0 0-18-16,0 0-24 0,0 0-32 16,0 0-31-16,0 0-31 0,0 0-39 0,9-7-28 15,-9 7-132-15,0 0-371 0,0 0 164 0</inkml:trace>
  <inkml:trace contextRef="#ctx0" brushRef="#br0" timeOffset="-194011.6">11292 17134 48 0,'0'0'203'0,"2"-8"1"15,-2 8-15-15,0 0-11 0,3-8-15 0,-3 8-17 16,0 0-14-16,0 0-10 0,0 0-15 0,0 0 0 16,0 0-3-16,0 0-3 0,-5 29-5 0,2-14-9 15,-2 0-12-15,3 2 0 0,2 4-11 16,0-5-7-16,-3 1-4 0,6 0-4 0,-3-5-8 0,2 4-3 15,3-4-4-15,0-2 0 0,1-1-5 0,1 2 2 16,1-3-6-16,2 0 1 0,1-1-6 16,0-3 2-16,3 0-3 0,-3-3 2 0,3 1-2 15,-1-2-7-15,5-4 2 0,-5 0 3 0,0 1-4 16,-2-2 0-16,2-3 8 0,-2 1 6 0,0-1-8 16,2-3 3-16,-3 1 4 0,1-2 0 0,-2-1-3 15,-2 4 3-15,-1-1-3 0,-1 2 8 0,-5 8 3 16,8-15 5-16,-8 15 14 0,5-9-11 0,-5 9-3 15,0 0-9-15,7-10-3 0,-7 10-4 0,0 0-3 16,0 0 4-16,0 0 3 0,0 0 1 0,-2 35 5 16,-1-17 1-16,-4 6-6 0,0 0-2 0,2 0 2 15,2 2-5-15,-1-1-3 0,-3 1 0 0,4-2-2 16,0-5-7-16,3 2-12 0,-3 3-28 0,2-6-27 16,0 9-26-16,-1-2-31 0,2 0-33 15,-1-7-51-15,1-3-41 0,1 2-229 0,-2-4-505 16,1-1 224-16</inkml:trace>
  <inkml:trace contextRef="#ctx0" brushRef="#br0" timeOffset="-193729.08">11250 17812 65 0,'-10'0'241'0,"10"0"-18"0,-13 0-26 0,13 0-14 16,0 0-4-16,0 0-12 0,0 0-12 0,0 0-13 16,57-6-9-16,-22 1-17 0,0-2-7 0,17 0-7 15,-1-3-13-15,-3 0-2 0,1 0-4 0,3 4-5 16,-3-1-6-16,2-3-10 0,-13 6 0 0,1-2-7 16,-2-3-6-16,-4 5-7 0,0-1-3 0,-1 4-4 15,-13-3-16-15,-2 1-22 0,-3 2-25 16,-14 1-22-16,17-1-15 0,-17 1-25 0,14-2-35 15,-14 2-32-15,0 0-41 0,0 0-147 0,0 0-374 16,0 0 166-16</inkml:trace>
  <inkml:trace contextRef="#ctx0" brushRef="#br0" timeOffset="-192704.06">11484 17770 108 0,'-16'-5'145'0,"6"3"-14"0,-2 0-16 15,-1 1-11-15,0 1-9 0,-6 0 4 0,1 0-18 16,-3-2-5-16,-5 0-12 0,5 2 2 0,-6-1 0 15,-1 2-13-15,0-5-1 0,0 3-4 0,-4 2 2 16,1-1 2-16,-1-1-5 0,1-1-2 0,-2 1-3 16,1 0 0-16,-1-2-2 0,-4 2-3 0,3-4-6 15,-1 4-3-15,4-4 3 0,1-5-5 0,2 4-2 16,-2-1 0-16,3-1-3 0,7 2 2 0,-2-1 3 16,-3-5-7-16,0-2 1 0,2 1-3 0,0-2-2 15,6 3 1-15,-2-7-1 0,0 2-4 0,5 1 5 16,2 0-8-16,-1-5 4 0,4 5 1 0,0-3-3 15,2 1-2-15,2 0 3 0,0-7-4 0,3 0 2 16,0 4-5-16,0-5 1 0,6-4-1 0,1 1 4 16,2-2-5-16,1-3 0 0,4 2 5 0,0-1-5 15,4 1 1-15,-2-1 1 0,4 1-3 0,5-9 0 16,-7 15 0-16,2 0 3 0,1 1-4 16,2 2-8-16,-1 3 9 0,2-4-3 0,5 7 5 15,-2 2 2-15,6-2 2 0,4 3-2 0,14-2 5 16,1 0-3-16,0 3-4 0,1 3 2 0,7 3 4 15,3 1-1-15,-5 0-5 0,3 1 3 0,-1 0-2 16,-2 2-4-16,-4 3 5 0,1 4-3 0,-14 0 0 16,2-2-1-16,-3 2-2 0,0 1 3 0,-1 2-3 15,1 0 3-15,-2 2-1 0,1-4 1 0,-7 5-2 16,1 0 4-16,0-3-7 0,-4 6 4 0,-1-1 2 16,-1-1-6-16,-2 5 5 0,0-1-3 0,-3 1 3 15,-4-4-3-15,4 6 3 0,-2 0 1 0,0 2-3 16,-7-5 2-16,1 3-2 0,3 2 6 15,-5-3-6-15,1-1 3 0,0 6 4 0,-2-6-6 0,-5-1-2 16,5 2-1-16,-5-1 5 0,1 1-1 0,-3-2-5 16,0 2 4-16,1 1-2 0,-1-3 2 0,-2 2 3 15,-2-3 0-15,-1-1-3 0,1 3 1 0,-3-1-3 16,-1 0 3-16,-1 1-2 0,1 0 0 16,-6 1 2-16,1-2 2 0,-2 2-7 0,-5 1 8 15,-2 1-6-15,2-2 4 0,-4 1-6 0,1-1-6 16,1 1-12-16,-3-3-2 0,2 0-1 0,4-4-11 15,-6 5-3-15,1 0-7 0,-1-2-1 0,5-2-7 16,-6-3-20-16,3 1-14 0,2 0-34 0,-2 2-17 16,3-4-139-16,3 1-299 0,-2-4 132 0</inkml:trace>
  <inkml:trace contextRef="#ctx0" brushRef="#br0" timeOffset="-191626.14">14246 16986 34 0,'-17'-9'90'0,"-12"3"-3"0,-1-2-7 0,-5 2-5 0,3 1-5 16,-1 2 5-16,-5-1-21 0,-14 0 4 0,0 2 5 16,1 2-9-16,-1-2-9 0,14 2 7 0,-16-2-10 15,-2 5-3-15,4 0-1 0,-1 0-6 0,14 0 1 16,-13 2-8-16,1 1 1 0,10-1-3 0,4-1-2 16,-5 2-2-16,5 2 7 0,-2-2-2 15,4 1 8-15,-2 2-12 0,3 0 7 0,3 0-5 16,2 3 1-16,0-1 2 0,13 2 2 0,-7 3 2 0,-1 2 2 15,4 3 29-15,2 1-3 0,0 2 0 0,0 1-11 16,4 0-4-16,-1 2-1 0,6 1-2 16,-5 1 1-16,3 0 2 0,2 1-6 0,2 3-1 15,-2-4-9-15,5 2 2 0,-1 0-4 0,1-2-3 16,2 2-1-16,4-2 1 0,0 4-2 0,3-5-4 16,5 0 6-16,4-1 6 0,-1 1-31 0,6-3 10 15,1 0-7-15,2-2 4 0,7 0-3 0,1-4 7 16,3 0-6-16,1-2 8 0,14 4-6 0,2-3 2 15,-13-11 4-15,14 1-4 0,3 1 1 0,-2-9-2 0,7 0 4 16,6-3-1-16,-2-4-3 0,0-4 2 16,29-1-1-16,-29 0-5 0,1-2 6 0,24-9-3 15,-27 6-4-15,0-2 3 0,1-1 5 0,-1-2-5 16,-6 1 1-16,29-11 2 0,-32 10-1 0,-4-7-2 16,2 2 4-16,-4-1-2 0,-2-1-2 0,-1 0 1 15,-14 9 0-15,1-3-2 0,-2-2 5 0,-3-1-2 16,-4-1-1-16,-1-2-2 0,0-1 4 0,-7 0-6 15,-1-2-4-15,-3-1 8 0,-7 1-2 0,-4 0-2 16,-2 1 4-16,-5 0 0 0,-6 2-2 16,-12-12-1-16,5 14 0 0,-18-5-4 0,-4 0-2 0,-8 7 3 15,-8 2-3-15,-34-4-4 0,30 11 8 0,-29-5-1 16,-1 11-4-16,0 5-4 0,0 0-4 16,29 5-1-16,-28 6-8 0,3 4-17 0,26-1-12 15,-24 7-13-15,29-4-19 0,1 3-23 0,1-1-30 16,7 0-145-16,0 3-308 0,22-8 137 0</inkml:trace>
  <inkml:trace contextRef="#ctx0" brushRef="#br0" timeOffset="-190505.99">17531 17106 37 0,'5'6'118'0,"4"1"0"0,-1 1-3 0,7 0-14 16,0 1-8-16,4 1-8 0,1-2-3 0,5 1-12 15,2 3 7-15,1-5-8 0,3 1 4 16,3 0-8-16,20 1 8 0,-4-2 23 0,2-1-6 0,7 0-5 16,0-3-9-16,1-1-4 0,2 0-6 0,4-1-13 15,24 2 9-15,-28-3-6 0,0 2 2 0,30-2-4 16,-29 0-4-16,0 0-3 0,27-2-2 0,-27 2 2 15,28-5-4-15,-25 6-1 0,27-2 2 0,-30 0-3 16,28-1-3-16,-27-1-1 0,29 3 5 0,-4-4-1 16,-22 0-2-16,24-1-4 0,-26 4-1 15,31 0-2-15,-7-6-5 0,-26 4 3 0,28 0-4 16,-29-2-3-16,3-3-5 0,30 4 5 0,-27-1-4 0,22-3 1 16,-27 2-1-16,26-7-4 0,-27 5-3 0,-1 0 1 15,2 0 1-15,-6-5-4 0,3 0 3 0,-1-5-11 16,-6 5 10-16,4-2-6 0,-3-5 4 15,-7 1-1-15,-1-3-6 0,-15 6 2 0,3-3-4 16,7-12-6-16,-14 8 0 0,-3-2 1 0,-2 1-2 16,-3-4 2-16,-1-1-8 0,-6 1 3 0,-5-2-8 15,-4 2 0-15,-3-5-3 0,-5 1-3 0,-7-1 1 16,-2-1-7-16,-6-8 3 0,-6-1 0 0,-7 7-5 16,-3-1 4-16,-5 3-4 0,-5 0 4 0,-4 1-1 15,-2 3 0-15,-3 2 2 0,-5 1 0 0,-22-7 4 16,21 13-1-16,-24-5 5 0,23 9 2 0,-26-3 2 15,25 10 1-15,-25-7 0 0,-8 3 8 0,4 3-2 16,-1 4-1-16,-6 3 5 0,1 1 0 0,-2 5-1 16,-7 3-1-16,5 1 2 0,-10 1 1 0,4 7 4 15,-2 1 2-15,-4-1-6 0,2 2 5 0,2 0-1 16,5 3-3-16,3 2 4 0,-4-3 0 0,10 7-5 16,2 0 3-16,5 0 1 0,0 7 1 0,5-3 6 15,4 7-6-15,24-9 7 0,-2 2-3 0,2 3 1 16,2-1-2-16,4 6 3 0,3-2-1 15,6-1 0-15,4 1 1 0,13-6-3 0,-3 9-1 0,14-11-5 16,2 0 2-16,4 2 2 0,2-1 1 0,7 2 1 16,1-2-3-16,9 1 2 0,-1 0-1 0,10 0-2 15,11 6 3-15,2 1-1 0,3-4-1 0,7-3 2 16,3-1-1-16,7-1-4 0,28 6 0 0,-21-11 1 16,28 7-22-16,5-8-16 0,0-3-22 15,7-2-23-15,3-7-15 0,6-3-65 0,2-1-176 16,1-1-365-16,4-5 161 0</inkml:trace>
  <inkml:trace contextRef="#ctx0" brushRef="#br0" timeOffset="-190293.72">22125 16683 130 0,'0'0'122'0,"0"0"-45"16,21 1-60-16,-11 1-75 0,-10-2-62 0,31-3 27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2T07:10:51.6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11570 8029 85 0,'0'0'120'16,"0"0"-5"-16,0 0-11 0,0 0-7 0,0 0-12 0,0 0-5 16,0 0-7-16,0 0-8 0,0 0-9 0,0 0-17 15,0 0-28-15,0 0-24 0,0 0-26 0,0 0-20 16,0 0-9-16,0 0-6 0,0 10-40 0,0-10-122 16,2 9 55-16</inkml:trace>
  <inkml:trace contextRef="#ctx0" brushRef="#br0" timeOffset="884.59">17742 7999 73 0,'0'0'129'0,"0"0"-8"16,0 0 3-16,0 0-9 0,0 0-11 0,0 0 11 16,0 0-2-16,0 0 1 0,0 0-9 0,0 0-6 15,0 0-5-15,0 0-10 0,0 0-7 0,0 0-9 16,0 0-5-16,0 0-3 0,0 0-8 0,0 0-7 15,0 0-4-15,0 0-4 0,0 0-8 0,0 0 1 16,0 0-6-16,0 0 0 0,0 0-4 0,0 0-2 16,0 0-6-16,0 0-3 0,0 0-5 0,0 0-11 15,0 0-8-15,0 0-10 0,0 0-14 0,0 0-14 16,0 0-18-16,0 0-8 0,0 0-25 0,0 0-16 16,0 0-10-16,0 0-97 0,0 0-246 0,0 0 110 15</inkml:trace>
  <inkml:trace contextRef="#ctx0" brushRef="#br0" timeOffset="1653.24">22653 7932 22 0,'0'0'94'0,"0"0"-4"0,0 0-1 16,0 0-8-16,0 0-5 0,0 0-2 0,0 0-16 15,0 0 10-15,0 0-8 0,0 0-9 0,5 4-1 16,-5-4 2-16,0 0 2 0,0 0 4 0,0 0-5 16,0 0 4-16,0 0-11 0,0 0-1 0,0 0-2 15,0 0 5-15,0 0-3 0,0 0 1 0,0 0-4 16,0 0 1-16,0 0-5 0,0 0 0 0,0 0-3 15,0 0-5-15,0 0 0 0,0 0 2 0,0 0-6 16,0 0-6-16,0 0-3 0,0 0 6 0,0 0-6 16,0 0 0-16,0 0-6 0,0 0 3 0,0 0-3 15,0 0-4-15,0 0-1 0,0 0-3 0,0 0-2 16,0 0-16-16,0 0-7 0,0 0-8 0,0 0-17 16,0 0-15-16,0 0-22 0,0 0-14 0,0 0-11 15,0 0-26-15,0 0-69 0,0 0-220 0,0 0 98 16</inkml:trace>
  <inkml:trace contextRef="#ctx0" brushRef="#br0" timeOffset="11865.01">18303 6276 140 0,'0'0'135'0,"0"0"-1"0,0 0-13 16,0 0-7-16,0 0-14 0,0 0-9 16,-16-2-6-16,16 2-13 0,0 0-1 0,0 0-19 15,0 0-7-15,0 0-12 0,0 0-1 0,0 0-2 16,-7 10-6-16,7-10-2 0,0 0 6 0,-3 8-9 0,3-8-2 16,0 0 0-16,0 10-2 0,0-10-5 0,0 0 6 15,0 0-9-15,0 11 2 0,0-11 0 16,0 0-5-16,4 6 3 0,-4-6 12 0,0 0 3 15,0 0 7-15,0 0 4 0,0 0 3 0,0 0 3 0,10-1-1 16,-10 1-6-16,30-13-7 0,-4-3-6 0,6-1-9 16,2-2-17-16,18-10-9 0,-1 1-11 0,4-1-24 15,23-13-41-15,-23 13-46 0,24-11-101 16,2 1-258-16,-27 8 114 0</inkml:trace>
  <inkml:trace contextRef="#ctx0" brushRef="#br0" timeOffset="20293.32">18385 10946 19 0,'0'0'120'0,"0"0"-15"0,0 0-9 16,0 0-19-16,0 0-10 0,0 0-6 0,5 4-2 0,-5-4-7 15,0 0-16-15,0 0 3 0,0 0 4 0,0 0-7 16,0 0-2-16,0 0-4 0,0 0-4 0,0 0 0 16,0 0-11-16,0 0 1 0,0 0 1 0,0 0-3 15,0 0 6-15,0 0-7 0,0 0 2 0,0 0-9 16,0 0 11-16,0 0-9 0,0 0-3 0,0 0 4 16,0 0 2-16,0 0-15 0,0 0 14 0,0 0-7 15,0 0 0-15,0 0 1 0,0 0 3 0,0 0-2 16,0 0-1-16,0 0 3 0,0 0-1 0,0 0-6 15,7 1 3-15,-7-1 3 0,0 0-5 0,0 0 1 16,0 0 8-16,0 0-15 0,0 0-1 0,0 0 7 16,0 0 0-16,0 0-3 0,0 0 5 0,0 0 4 15,0 0-14-15,0 0 4 0,0 0 9 0,0 0-7 16,0 0-1-16,0 0 0 0,0 0 2 0,0 0-1 16,0 0 5-16,0 0-7 0,0 0-5 0,0 0-9 15,0 0 4-15,0 0-14 0,0 0-4 0,0 0-16 16,0 0-18-16,0 0-17 0,0 0-62 0,0 0-155 15,0 0 70-15</inkml:trace>
  <inkml:trace contextRef="#ctx0" brushRef="#br0" timeOffset="20988.71">13007 12580 14 0,'0'0'171'0,"0"0"-26"0,0 0-8 0,0 0-16 15,0 0-14-15,4-19-10 0,-4 19-10 16,0 0-11-16,0 0-6 0,0 0-12 0,0 0-16 0,0 0-20 16,0 0-18-16,0 0-19 0,0 0-13 0,0 0-11 15,0 0-16-15,0 0-8 0,8-3-10 0,-8 3-74 16,0 0-159-16,0 0 72 0</inkml:trace>
  <inkml:trace contextRef="#ctx0" brushRef="#br0" timeOffset="22179.2">17973 12213 16 0,'0'0'5'0,"8"-2"-9"0,-8 2-4 0,0 0 2 0</inkml:trace>
  <inkml:trace contextRef="#ctx0" brushRef="#br0" timeOffset="26497.49">28994 6055 28 0,'0'0'85'0,"0"0"-6"0,3 8-14 16,-3-8 1-16,1 15 8 0,-1-6-7 0,1 4-5 15,-1 2 6-15,-1 4-7 0,1-2 4 0,-1 2-16 16,-2 6 9-16,2-6-9 0,1 1 6 0,-1 0-7 15,-2 4-4-15,2-6-6 0,1 1-6 0,-1 0 5 16,1-3-4-16,0 1-1 0,-2 0-1 0,1-5 2 16,1 4-8-16,0-5-3 0,0 1-8 0,-1-2-17 15,0 1-15-15,1-3-6 0,-2 2-14 0,1-3-14 16,0 1-13-16,-3 0-14 0,0 0-95 0,0-2-188 16,-3 0 84-16</inkml:trace>
  <inkml:trace contextRef="#ctx0" brushRef="#br0" timeOffset="26896.51">28971 6138 64 0,'13'-10'135'0,"-3"1"-3"0,3 4-13 0,-4 0-6 16,0 1-18-16,0 1-4 0,-3 1-13 0,2 1-7 15,-8 1-9-15,13 1-4 0,-7 1-12 0,-1 2-4 0,2 3 10 16,-3-2 5-16,-1 1-3 0,2 3 3 16,-1-1-6-16,-3 0-4 0,2 2 6 0,-3 1-7 15,-1-2-5-15,-2 3 3 0,-1-1-3 0,-4-1-5 16,0 0-7-16,-4 2-1 0,2-4-1 0,0 0-3 16,1-1-7-16,-4-1-2 0,5-2 5 0,-2-1-7 15,0 0-2-15,4 0 0 0,-1-2-4 0,7-1 4 16,-10 2-5-16,10-2 4 0,0 0-3 0,-10 5-2 15,10-5-2-15,0 0-1 0,-8 2-5 0,8-2-3 16,0 0-6-16,0 0 6 0,0 0 3 0,-1 7-2 0,1-7-2 16,0 0 1-16,8 13 1 0,-5-6 2 0,5 0-3 15,-2 1-9-15,1 1-12 0,-1-1-15 16,4 2-19-16,2 2-18 0,-3-2-17 0,4 0-16 16,-1 3-28-16,2 2-77 0,-5-3-233 0,3-1 103 15</inkml:trace>
  <inkml:trace contextRef="#ctx0" brushRef="#br0" timeOffset="27228.76">29263 6519 2 0,'11'-1'192'16,"-11"1"-4"-16,5-5-3 0,-5 5-4 0,5-3-9 0,-5 3 0 16,6-6-15-16,-6 6-10 0,6-8-20 15,-2 4-12-15,1-2-12 0,0-1-12 0,1 2-9 16,1-5-6-16,-2 0-6 0,2 3-5 0,0-2-8 15,-2 3-3-15,1-3-11 0,-2 0 0 0,1 0-6 16,-1 0-3-16,0-1-3 0,-3-1-6 0,3 2-4 0,-3 0 3 16,1 2-7-16,-1 0 1 0,-1 7-5 15,0-12 1-15,0 12-3 0,-1-11 0 0,1 11-5 16,-6-9 0-16,1 8-2 0,5 1 0 0,-14-4-2 16,5 6 1-16,-2 1-5 0,-1 4 1 0,-2 0 5 15,-2 6-4-15,2-1 3 0,0 4-1 0,3-2-2 16,2 1 2-16,1 0-5 0,1 0 2 0,2 1 3 0,4 0-1 15,-1-3-6-15,2-1-11 0,3 3-17 0,2-2-20 16,0-2-16-16,5 3-20 0,3-2-33 0,0 0-38 16,5-1-35-16,1-1-117 0,-5-4-337 15,4 1 149-15</inkml:trace>
  <inkml:trace contextRef="#ctx0" brushRef="#br0" timeOffset="27429.74">29022 6811 165 0,'0'0'167'0,"30"2"-7"15,1-9-11-15,7 2-22 0,17-8-13 0,6 1-29 16,2 0-25-16,1 2-40 0,25-7-28 0,-29 3-51 0,3 1-105 15,-2 3-176-15,1-1 78 0</inkml:trace>
  <inkml:trace contextRef="#ctx0" brushRef="#br0" timeOffset="27832.12">29932 6437 19 0,'0'0'130'0,"0"0"3"0,0 0-9 16,-6 3-7-16,6-3-11 0,0 0-14 0,0 0-5 0,0 0-8 15,0 0-21-15,0 0-15 0,0 0-23 0,0 0-15 16,29-8-20-16,-20 4-27 0,3 1-22 0,-1 2-85 16,1 1-162-16,2-1 73 0</inkml:trace>
  <inkml:trace contextRef="#ctx0" brushRef="#br0" timeOffset="29302.77">30123 6350 4 0,'0'0'130'0,"0"0"-14"16,0 0-18-16,0 0-4 0,0 0-7 0,0 0-4 15,0 0-4-15,0 0-7 0,2 25-5 0,-2-9 4 16,0-1-7-16,0 2-7 0,0 0-8 0,0-5-8 16,0 0 2-16,0-1-2 0,2 0-7 0,-2-5-4 15,1-1-4-15,-1-5 8 0,0 13 31 0,0-13 8 16,0 7 27-16,0-7 13 0,0 0 15 0,1 6 10 16,-1-6 3-16,0 0-3 0,0 0-14 0,0 0-12 15,0 0-16-15,10-19-19 0,-6 7-9 0,0-2-7 16,2-3-5-16,2 0-3 0,4 2-7 0,-3-1-7 15,0 2-8-15,3 0-2 0,-5 3 6 0,2 1-18 16,1 3 1-16,-3 1 0 0,-1 0-7 0,-1 2-4 16,0 1-1-16,2 0 0 0,-7 3 0 15,8-3-2-15,-8 3 1 0,0 0-1 0,12 4-1 0,-5 2-2 16,2 1 0-16,-2 0-2 0,0 3-3 0,0-2-10 16,3 5-9-16,-4-4-20 0,-1 1-20 0,1 2-19 15,0 4-36-15,2-3-34 0,-3-3 5 0,0 1-17 16,0 0-25-16,-2-1-18 0,2 0-118 15,0-1-350-15,-2-4 155 0</inkml:trace>
  <inkml:trace contextRef="#ctx0" brushRef="#br0" timeOffset="29547.03">30470 6481 106 0,'0'0'153'0,"3"-6"-15"0,-3 6-17 15,0 0-6-15,0 0-14 0,0 0-9 0,0 0-8 16,0 0-5-16,0 0-10 0,0 0-1 0,0 0-10 15,20 8-4-15,-11-5 0 0,3-1-2 0,1-1 4 16,1 2-3-16,-2-5 4 0,8 1-11 0,-9-1 6 16,4-2 9-16,-3 0 5 0,-2-1 6 0,0-1 8 15,-2-2 0-15,0 2-6 0,-3-2 3 0,0-3-5 16,-1 0-5-16,-3 2-10 0,-1-4-5 0,-1 2-14 16,-7-3-16-16,2 3-10 0,-1 0-14 0,-3-1-15 15,-1 5-27-15,0-1-20 0,-1 1-20 0,-5 4-32 16,5-2-37-16,0 3-20 0,0 5-125 0,2-2-323 15,10-1 144-15</inkml:trace>
  <inkml:trace contextRef="#ctx0" brushRef="#br0" timeOffset="29764.22">30830 6191 152 0,'2'-10'270'0,"1"6"0"0,-3 4-8 16,4-9-3-16,-4 9-11 0,0 0-16 0,3-8-27 15,-3 8-23-15,0 0-18 0,4-6-15 0,-4 6-22 16,0 0-14-16,0 0-6 0,5 16-17 0,-5-4-9 16,1 8-2-16,-1 5-3 0,2 1-16 0,-4 0-8 15,4 3-12-15,-2-2-25 0,-4-2-25 0,8 0-19 16,-4-4-20-16,0 4-47 0,0 0-29 0,1-7-59 16,-2 1-41-16,-4 0-195 0,-3-2-454 0,2-1 202 15</inkml:trace>
  <inkml:trace contextRef="#ctx0" brushRef="#br0" timeOffset="30214.26">30803 6374 62 0,'0'0'192'16,"-2"-8"-27"-16,2 8-12 0,7-5-19 0,-1 1-21 15,3 1-34-15,4-1-24 0,6 0-27 0,10 1-33 16,2 1-14-16,2 1-18 0,2-1-21 0,1 1 0 15,1 0-3-15,0-1 9 0,-3-1 5 0,-3-1 2 16,-4 2 20-16,-9-1 22 0,-1 1 18 0,-5 0 32 16,-2-1 29-16,-1 1 30 0,0-5 19 0,-4 6 19 15,-5 1-1-15,6-6-4 0,-6 6-8 0,2-7 5 16,-2 7 4-16,0 0-16 0,-1-9-5 0,1 9-15 16,0 0-6-16,-13-4-6 0,13 4-7 0,-14 3-9 15,5 1-10-15,-3 1-5 0,3 3-7 0,-1-1-3 16,3 1-4-16,-1 0-10 0,1 1-3 0,1 1-18 15,1 0-11-15,4 2-10 0,-2-2-18 0,3 2-12 16,0 0-17-16,3-1-5 0,-2 0-1 0,3 1-3 16,1-2-4-16,-1 1 2 0,0-2 10 15,1 1-3-15,-1-2 7 0,1 1 0 0,0 0 12 0,1-1-5 16,-1 0-3-16,-1 0 10 0,1 2 2 0,-1-3 5 16,-3 3-2-16,1 1 8 0,-2 0 4 0,-2 2 8 15,0-3-1-15,-1 3 3 0,-2 3 8 0,-1-2-2 16,-3 4 0-16,0-5 9 0,-1 0-9 0,-3-1-2 15,1 0 5-15,-2-1-26 0,1-1-24 0,-2-2-32 16,0 0-39-16,2-4-33 0,0 2-92 0,2-3-265 16,2-3 118-16</inkml:trace>
  <inkml:trace contextRef="#ctx0" brushRef="#br0" timeOffset="30414.44">31452 6321 185 0,'0'0'231'0,"4"-6"-20"16,-4 6-14-16,0 0-19 0,5-4-20 0,-5 4-14 15,0 0-12-15,0 0-14 0,0 0-10 16,4 20-12-16,-4-5-8 0,1 2-7 0,0 4-10 0,-1 4-16 16,0 0-29-16,-1-5-29 0,0 4-24 0,-1-6-37 15,0 0-41-15,-1-1-34 0,1 0-152 0,-3-2-314 16,1-4 140-16</inkml:trace>
  <inkml:trace contextRef="#ctx0" brushRef="#br0" timeOffset="30929.69">31444 6211 33 0,'12'14'23'0,"0"-1"5"15,0-1-7-15,-1 1 3 0,1 0-13 16,-6-3 8-16,5 5-4 0,-1-2 6 0,-1 0 3 16,-1 2 0-16,-2-4-8 0,-1 0 0 0,0 2 0 15,-1-3-5-15,-2 2 7 0,2-1-7 0,-1 0 4 16,1 0-7-16,-3-2 2 0,3 0-3 0,-3 0-1 0,0-1-1 15,1-2-4-15,1-1 7 0,-3-5-5 0,6 8 5 16,-6-8-1-16,5 4-3 0,-5-4 10 16,9 2 6-16,-9-2 4 0,12-3 6 0,-12 3 16 15,13-6 8-15,-3 4-2 0,-3-1 15 0,0 0 12 16,-7 3-2-16,11-5 1 0,-4 4-7 0,-2-2-1 16,2 1-2-16,-7 2-1 0,13-5-3 0,-6 2-13 15,1 1 8-15,0-1-9 0,3 1 2 0,-1-2-9 16,-1 1-4-16,3-1 7 0,-5 4-2 0,4-3-6 15,-1-3-2-15,0 1 1 0,0-1-2 0,-1 1 7 16,0-2 0-16,-2 1 2 0,-1 1 23 0,-1-1-1 16,0-4-8-16,-1 1-7 0,-1 2 2 0,-1 1-2 15,1-1 4-15,-3 7-5 0,2-10-6 0,-2 10-5 0,2-8-2 16,-2 8-7-16,0 0-6 0,1-8-11 16,-1 8-11-16,0 0 2 0,0 0-6 0,0 0-4 15,0 0-4-15,-17 25-15 0,12-13-20 0,-2 4-38 16,0 2-25-16,2-1-34 0,2 2-29 0,-3 4-29 15,2-4-101-15,4-4-326 0,2-1 145 0</inkml:trace>
  <inkml:trace contextRef="#ctx0" brushRef="#br0" timeOffset="31095.55">31930 6500 24 0,'4'-7'233'0,"-2"0"-10"0,1 0-9 16,1-4-4-16,-3 4-3 0,2-2-1 0,-1 3-3 15,-2 6-14-15,6-11-17 0,-4 7-15 0,-2 4-18 16,3-8-19-16,-3 8-11 0,0 0-17 0,6-4-8 15,-6 4-12-15,0 0-6 0,0 0-12 0,19 16-14 16,-13-5-30-16,1 0-37 0,0 5-34 0,3-1-32 16,-6 3-36-16,1-3-36 0,-1 2-34 0,-4 4-160 15,-4-6-388-15,-2 2 172 0</inkml:trace>
  <inkml:trace contextRef="#ctx0" brushRef="#br0" timeOffset="31279.68">30956 6935 106 0,'-8'3'337'0,"1"1"-41"15,-1-3-32-15,8-1-22 0,-6 3-22 0,6-3-21 16,0 0-23-16,51-4-14 0,0-1-30 0,14-7-35 16,28-10-46-16,6 5-55 0,-1-5-54 15,2 1-80-15,3 5-209 0,-12-7-377 0,1 2 167 0</inkml:trace>
  <inkml:trace contextRef="#ctx0" brushRef="#br0" timeOffset="53023.25">11597 16722 21 0,'-5'-11'80'0,"5"11"3"0,5-9-3 16,-5 9-5-16,0 0-8 0,0-10-6 0,0 10-10 15,0 0-15-15,0 0-10 0,-5-8 8 0,5 8-25 16,0 0-7-16,0 0-8 0,0 0-8 0,0 0-3 16,0 0-1-16,0 0-9 0,0 0-16 15,14 19-41-15,-14-13-90 0,0-6 40 0</inkml:trace>
  <inkml:trace contextRef="#ctx0" brushRef="#br0" timeOffset="53264.94">12174 16700 30 0,'0'0'85'0,"0"0"-10"15,0 0-15-15,-7 6 4 0,7-6-12 0,0 0-15 16,0 0-13-16,0 0-21 0,0 0-8 0,0 0-12 16,0 0-8-16,0 0-4 0,9 7-30 0,-9-7-65 15,5 4 29-15</inkml:trace>
  <inkml:trace contextRef="#ctx0" brushRef="#br0" timeOffset="53657.83">14047 16537 36 0,'0'0'94'0,"-4"-5"-8"16,4 5-2-16,0 0-9 0,0 0-3 0,0 0-19 15,0 0 4-15,0 0-9 0,0 0-2 16,0 0-9-16,0 0 1 0,0 0-5 0,0 0-5 16,0 0-11-16,0 0-3 0,0 0-14 0,21 19-16 15,-17-16-12-15,2 5-13 0,1 0-17 0,7 5-55 16,-4-2-122-16,1 6 54 0</inkml:trace>
  <inkml:trace contextRef="#ctx0" brushRef="#br0" timeOffset="53934.7">14585 17443 88 0,'0'0'101'0,"0"0"-15"16,0 0 8-16,0 0-19 0,-6 8-3 0,6-8-7 16,0 0-9-16,0 0 1 0,0 0-14 0,0 0-1 15,0 0-17-15,0 0-4 0,0 0-16 0,0 0-4 16,0 0-29-16,0 0 0 0,0 0-13 0,23 1-16 15,-17 1-8-15,2 1-37 0,-2 1-111 16,-6-4 49-16</inkml:trace>
  <inkml:trace contextRef="#ctx0" brushRef="#br0" timeOffset="55317.17">21486 16376 194 0,'0'0'232'0,"0"0"-14"15,0 0-11-15,0 0-5 0,0 0-11 0,0 0-10 16,0 0-6-16,0 0-8 0,5 7-6 0,-5-7-13 16,0 0-4-16,0 0-9 0,-4 15-8 0,4-15-8 15,-3 7-14-15,3-7-7 0,0 0-12 0,-2 10-8 16,2-10-11-16,0 0-5 0,4 11 3 0,0-6-6 16,0 2-9-16,0-4-9 0,4 0-20 0,-1 0-12 15,5-3-12-15,1-3-17 0,7-3-19 16,5-6-37-16,5-7-20 0,12-8-15 0,-2-6-20 0,2-2-24 15,0-4-34-15,5 1-37 0,-6-2-157 0,0-3-415 16,1-4 184-16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7T04:39:10.8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5908 2964 83 0,'0'0'97'0,"2"-7"-5"0,-2 7-4 15,0 0-12-15,0 0 11 0,0 0-23 16,0 0-3-16,0 0 3 0,0 0-10 0,0 0 14 16,0 0-18-16,0 0-5 0,0 0-1 0,0 0-9 15,0 0 4-15,0 0 0 0,0 0 11 0,0 0-15 16,0 0-3-16,0 0-1 0,0 0 5 0,0 0-5 16,0 0-7-16,0 0-2 0,0 0 3 0,0 0 2 15,0 0-4-15,0 0-1 0,0 0-8 0,0 0 3 16,0 0-7-16,0 0 4 0,0 0-3 0,0 0 3 15,-1-10-1-15,1 10 4 0,0 0 3 0,0 0-2 16,0 0 6-16,-4-9-5 0,4 9-7 0,0 0 9 16,0-8-1-16,0 8 1 0,0 0-2 0,0 0 5 15,0 0-5-15,0-11 8 0,0 11-2 0,0 0 4 16,0 0-1-16,0 0-1 0,1-7 4 0,-1 7-1 16,0 0-5-16,0 0-2 0,0 0-4 0,0 0 0 15,0 0-3-15,0 0-3 0,0 0-1 0,0 0-3 16,0 0 0-16,0 0-4 0,0 0-4 0,0 0 3 15,0 0-5-15,0 0 3 0,0 0 1 0,0 0 0 16,15 16-2-16,-12-10 0 0,4-2 0 0,-2 5 4 16,0 0-2-16,1 2-2 0,2 3 1 0,-2-4-1 15,1 0-1-15,0 4 0 0,2 1 8 0,-1-1-5 16,-2 3 3-16,1-1-1 0,-2-1 1 0,1 2 0 16,1-2-5-16,-1 0 5 0,1 2-4 0,-5-5 0 15,3 3 0-15,0 0 1 0,2 1 0 0,-5-6 0 16,2 2 0-16,0 0 0 0,-2 0 2 0,1-2-4 15,0 1 0-15,-1-1 9 0,-1-1-4 0,2-1-2 16,-3-2 0-16,0-6 2 0,4 13 4 0,-3-10-2 16,-1-3-1-16,3 8 1 0,-3-8 1 0,1 8-5 15,-1-8 5-15,0 0-2 0,2 7 4 0,-2-7-3 16,0 0 3-16,0 0 1 0,0 0-1 0,0 0 12 16,3 7-6-16,-3-7 2 0,0 0 7 0,0 0 3 15,0 0-2-15,0 0-4 0,0 0-4 0,0 0-3 16,0 0-3-16,0 0 4 0,9-21-7 15,-5 15 0-15,1-2 0 0,0 0-1 0,-1-3-1 16,1 1-2-16,-1-2 2 0,4-2-4 0,-3 3-2 0,2-1 0 16,-3-1-2-16,2-1 1 0,1 0 0 0,-1-3-4 15,1 3-1-15,-1-1 0 0,0-2 0 0,1 1-4 16,-2 0 1-16,3-1 1 0,-2-2-6 0,-2 4 8 16,1-2 0-16,-2 1-3 0,0-1 3 15,2 2-1-15,-2-2 0 0,-2 1-3 0,0 4-24 16,2-4 1-16,-2 2 3 0,-1 4 4 0,0-2 2 15,2 1 2-15,-2 0 2 0,-2 1 3 0,2 1-4 16,0 9 7-16,-2-14-3 0,2 9 4 0,0 5-2 16,-4-10 8-16,4 10-1 0,-1-8-1 0,1 8 2 0,0 0-3 15,-4-9 2-15,4 9-2 0,0 0 0 16,-5-4 1-16,5 4-1 0,0 0-3 0,0 0 0 16,-19 16 5-16,8-9-10 0,5 1 12 0,0 0-3 15,-2 2 5-15,0-1-2 0,3 1 1 0,1 0 1 16,2 0 0-16,0-3 0 0,4 3 2 0,0-2 0 15,5 2-1-15,3-3 0 0,0 1-14 0,3-4-19 16,6 4-16-16,1 0-28 0,1-4-26 0,1 1-21 16,7 2-9-16,-9-4-17 0,1 2-97 0,-2 1-268 15,-1-3 119-15</inkml:trace>
  <inkml:trace contextRef="#ctx0" brushRef="#br0" timeOffset="4124.45">6503 3191 71 0,'0'0'116'0,"0"0"-4"0,0 0 0 15,0 0-5-15,-2-13-6 0,2 13-4 0,0 0-11 16,0 0 2-16,0 0-7 0,0 0-8 15,0 0 2-15,0 0 3 0,0 0-16 0,0 0-1 0,0 0-10 16,0 0-1-16,0 0-4 0,2-7 0 0,-2 7-2 16,0 0-2-16,0 0-2 0,0 0 1 0,0 0-4 15,0 0 1-15,0 0-5 0,0 0-3 0,0 0-2 16,0 0 1-16,0 0-7 0,0 0-8 0,0 0 10 16,0 0-8-16,0 0 0 0,0-9-4 15,0 9 3-15,0 0-4 0,0 0 3 0,0 0 0 16,0 0 0-16,0 0-3 0,0 0 0 0,0 0 1 15,0 0 2-15,0 0-1 0,0 0-3 0,0-9 1 0,0 9-1 16,0 0 2-16,0 0-1 0,0 0 3 0,0 0-3 16,0 0-3-16,0 0 1 0,0 0 0 15,0 0-6-15,0 0 5 0,0 0-7 0,0 0-1 16,0 0 2-16,0 0-8 0,0 0 6 0,0 0 0 16,0 0-1-16,0 0-1 0,0 0 2 0,0 0-1 15,7 29 2-15,-6-16-1 0,3-2 0 0,-3 0 0 0,0 6 0 16,1-2 0-16,-1 2 0 0,-1-1-1 15,2 0 5-15,0-4-2 0,-2 1 0 0,1 2 0 0,0-4-1 16,-2 0 1-16,0-1-2 0,-1 2-1 16,4-3 3-16,-4 1 5 0,4-1-7 0,-4 0 1 15,2-9-2-15,2 13 1 0,-2-7 1 0,0-6-2 16,0 8 4-16,0-8-3 0,1 7 3 0,-1-7-6 16,0 0 12-16,0 0-3 0,0 10 7 0,0-10 2 15,0 0 4-15,0 0 3 0,1 6 3 0,-1-6 4 16,0 0 9-16,0 0-1 0,0 0 6 0,0 0 2 15,0 0 0-15,0 0-5 0,0 0-4 0,0 0-2 16,0 0-6-16,0 0-1 0,0 0-1 0,0 0-4 16,0 0-4-16,0 0-1 0,-4-28-7 0,4 28-3 15,3-16-2-15,-2 11-2 0,2-2 1 0,-1 0-1 16,2-1-7-16,3-1 1 0,-1 2-1 0,0 0-2 16,3 0-1-16,-1 0 1 0,5-1 0 0,-4 2 1 15,1 2-2-15,3 2 1 0,-3-1-1 0,0 2 0 16,3 2 0-16,-3 2 2 0,-2-1-1 0,2 2-2 15,-4 0 4-15,3 1-3 0,0 2 1 0,-2-1 2 16,-3 2 0-16,-1-1 2 0,1 1 0 0,0 1 0 16,-4-3 3-16,0 3 3 0,0-1-6 0,-4 2-1 15,2-1 2-15,-5-1 1 0,2 0 1 0,0 1 1 16,-5-2-1-16,0 0 1 0,-1-2 2 0,-1 0 1 16,0-2-2-16,1 0-2 0,0 1 4 0,1-2-3 15,-1-2 2-15,0-2-2 0,1 2 4 0,-1-1-4 16,-1 0 1-16,2-1-1 0,0-1-1 0,3 1 2 15,7 2-12-15,-11-5-15 0,6 2-16 16,5 3-17-16,-10-4-24 0,10 4-18 0,-7-5-36 0,7 5-46 16,0 0-35-16,0 0-109 0,-2-7-352 0,2 7 156 15</inkml:trace>
  <inkml:trace contextRef="#ctx0" brushRef="#br0" timeOffset="4356.24">6986 3315 91 0,'0'0'192'0,"0"0"-22"0,0 0-21 15,0 0-15-15,0 0 0 0,9-2-25 16,-9 2-11-16,9-2-15 0,-9 2-13 0,14 3-26 15,-14-3-32-15,17 1-32 0,-6 1-36 0,0 0-26 16,-2 2-24-16,-1-2-65 0,-2 1-185 0,-1 1 83 16</inkml:trace>
  <inkml:trace contextRef="#ctx0" brushRef="#br0" timeOffset="4516.12">6970 3430 22 0,'0'0'176'0,"-8"3"-5"0,8-3-14 15,-8 1-9-15,8-1-17 0,0 0-15 0,-6 3-10 16,6-3-12-16,0 0-8 0,0 0-4 0,0 0-6 16,0 0-11-16,27 5-29 0,-11-2-21 0,5-2-44 15,8-2-40-15,3-1-50 0,-1 1-92 0,2-3-228 16,0-2 100-16</inkml:trace>
  <inkml:trace contextRef="#ctx0" brushRef="#br0" timeOffset="5309.9">8019 2809 106 0,'0'0'161'0,"1"-8"-14"0,-1 8-18 0,4-6-8 16,-4 6-19-16,0 0-5 0,0 0-16 0,0 0 14 15,12 24-7-15,-9-6-2 0,3 9 3 0,-3 2-10 16,0 5-3-16,2 13-4 0,-3 0-10 0,0-12-4 16,-2-2-6-16,1-1 1 0,-1 2-8 15,1-6 0-15,1 0-8 0,-2-3-2 0,0-8-4 16,1 2 4-16,-2-7-5 0,1 2-2 0,0-4 4 15,1 1-8-15,-1-3 2 0,0-8 6 0,1 11 5 16,-1-11 12-16,-2 8 8 0,2-8 11 0,-3 5 5 16,3-5 0-16,0 0-7 0,0 0-8 0,0 0 4 15,0 0-17-15,0 0-3 0,-10-23-3 0,10 12-7 16,4-5-1-16,-4-1-6 0,3-2-4 0,7-5-4 16,-3 6-4-16,3 0 2 0,-1 1-7 0,4 0 0 15,-1 2-5-15,0 1 0 0,1 2-1 0,0 5-4 16,-1 3 1-16,0 0 0 0,0 3-4 0,1 2 0 15,1 1-1-15,-2 2 2 0,5 5 1 0,-4 3 3 16,-1 1-3-16,1 1 2 0,-2 2-2 0,-1-1 3 16,0 0-1-16,-1 1-2 0,-3 0 4 0,1 1 0 15,-3-6-3-15,-2 3 1 0,1 2-5 0,1-4-16 16,-3 3-15-16,0-4-22 0,-1-2-21 0,0 2-34 16,0-11-13-16,0 0-28 0,3 19-16 0,-2-14-8 15,-1-5-15-15,5 8-109 0,-5-8-329 0,0 0 145 16</inkml:trace>
  <inkml:trace contextRef="#ctx0" brushRef="#br0" timeOffset="5499.63">8517 3189 137 0,'0'0'169'0,"0"0"-23"0,2-11-12 16,-2 11-16-16,0 0-9 0,0 0-9 0,0 0 1 15,0 0-2-15,0 0-11 0,0 0 0 0,0 0-9 0,5 36-8 16,-3-26-2-16,0 2-9 0,0 4-5 15,1-1-6-15,-1-1-4 0,1 0-5 0,-2-1-14 0,2 2-15 16,-2-2-27-16,0-2-28 0,2 1-24 16,-1-2-36-16,1-1-26 0,-2 0-109 0,-1-9-259 15,-1 15 115-15</inkml:trace>
  <inkml:trace contextRef="#ctx0" brushRef="#br0" timeOffset="5655.79">8397 2943 17 0,'0'0'81'0,"5"-7"-26"0,-5 7-33 16,17-5-34-16,-4 5-16 0,-13 0-29 0,25 3 13 16</inkml:trace>
  <inkml:trace contextRef="#ctx0" brushRef="#br0" timeOffset="5961.8">8755 3291 69 0,'15'-8'184'0,"0"-1"-10"0,2 0-10 0,-2-3-12 0,1 2-14 15,-2-3-11-15,0 0 2 0,-1 1-10 16,1 0-15-16,-6 1-5 0,-1 0-6 0,1 2-7 15,1-4-3-15,-4 4-5 0,-1 1 0 0,-4 8-10 16,2-11-6-16,-2 11-7 0,0 0-4 0,0 0-10 16,-9-16 1-16,9 16-6 0,-19 0-7 0,8 4-1 15,-8 4-2-15,3 0-6 0,-2 1 3 0,1 3 0 16,0-1-3-16,3 2 3 0,0-2-3 16,2 1-1-16,2 1-6 0,4-2 1 0,-1-1-1 15,3 0 1-15,3 0-1 0,4 0-2 0,2 3-7 0,4-5-23 16,5 3-32-16,4-4-42 0,10-1-59 0,3 0-62 15,-2-3-122-15,6 0-364 0,-2-4 161 0</inkml:trace>
  <inkml:trace contextRef="#ctx0" brushRef="#br0" timeOffset="6303.14">9280 3265 178 0,'4'-10'218'0,"4"1"-14"0,-3-3-6 16,4-3-11-16,0 0-15 0,0-2-14 0,1 0-6 15,-2-1-17-15,6-4-11 0,-5 5-7 0,0-1-10 16,0 2-1-16,-3-1-6 0,2 4-4 0,-6 3-8 16,3-1-4-16,-2 3-5 0,-3 8-2 0,5-12-14 15,-5 12-5-15,2-8-6 0,-2 8-8 0,0 0-3 16,0 0-11-16,4-8-4 0,-4 8-3 0,0 0-6 15,0 0 0-15,0 0-2 0,0 0 0 0,-21 32-1 16,13-19 1-16,2 2-4 0,-2-1 3 0,2 2-2 16,3-4-4-16,2-2 0 0,-1 2-2 0,2-12 2 15,4 24-11-15,0-13-18 0,4 0-25 0,1 2-18 16,-2-3-29-16,6 0-24 0,2-1-30 0,0-1-32 16,-3-3-24-16,1-1-15 0,1 2-113 0,-2-3-360 15,-1-2 160-15</inkml:trace>
  <inkml:trace contextRef="#ctx0" brushRef="#br0" timeOffset="6472.67">9425 2778 125 0,'-3'-5'181'0,"-1"0"-17"15,4 5-14-15,-4-7-24 0,4 7-16 0,0 0-6 0,0 0-13 16,0 0-22-16,0 0-29 0,0 0-29 15,0 0-29-15,12 28-47 0,-3-13-35 0,4-2-65 16,-2 2-179-16,3-1 79 0</inkml:trace>
  <inkml:trace contextRef="#ctx0" brushRef="#br0" timeOffset="6858.22">9698 2967 45 0,'3'10'162'0,"-3"-10"5"0,-1 18 3 15,1-3-15-15,-3 11 1 0,0 1-18 0,1 4 3 16,-2-4-14-16,0 1-11 0,2 1-9 0,-1-3-12 16,2-7 2-16,1 0-11 0,1 1 1 0,-2-5-2 15,1 0-12-15,0-2-2 0,2-3-8 0,-2-1-3 16,0-3-5-16,0-6-2 0,2 12-6 0,-2-12 2 16,-2 7 6-16,2-7 6 0,0 0 2 0,0 0-5 15,0 0-6-15,0 0-6 0,0 0-2 0,0 0-10 16,0 0-1-16,22-21-7 0,-14 13-6 15,3-4-8-15,2-1-2 0,4 2-4 0,-3-2-3 16,4 4-1-16,-2 0-4 0,1 1-4 0,-4 2 0 0,3 4-2 16,-3 1 2-16,1 2 0 0,-4 1-4 15,-2 4 3-15,1-2 0 0,0 3 3 0,-4 1-1 16,-1 1 1-16,-3 0 4 0,0 1-2 0,-1-10 1 0,-2 22 5 16,-5-11 5-16,0 0 2 0,-3-3 5 15,-3 4 4-15,-2 0-4 0,-2-1 0 0,-1-2-2 16,0 0-2-16,-2-2 1 0,2 0-9 0,1-3-8 15,4 1-10-15,0-4-14 0,4 3-26 0,-2-2-40 16,11-2-68-16,-13-2-69 0,13 2-170 0,0 0-435 16,-5-12 193-16</inkml:trace>
  <inkml:trace contextRef="#ctx0" brushRef="#br0" timeOffset="7080.38">10305 3149 33 0,'0'0'223'15,"0"0"-6"-15,13 3-6 0,-5-3-11 0,4 0-14 16,5 0-9-16,5-3-18 0,6 1-12 0,3-2-16 16,3 3-16-16,1-1-9 0,-1-5-10 0,0 2-19 15,-1 0-28-15,-1 2-31 0,-11 0-44 0,0 0-47 16,-2-1-59-16,0 3-47 0,-10-3-111 0,1 2-313 15,-10 2 139-15</inkml:trace>
  <inkml:trace contextRef="#ctx0" brushRef="#br0" timeOffset="7266.21">10612 2941 109 0,'-5'-7'288'0,"1"3"-14"0,0-1-15 15,4 5-24-15,-5-6-25 0,5 6-26 0,0 0-22 16,0 0-16-16,0 0-12 0,-16 17-9 0,13 0-7 15,-3 9-11-15,2 5-9 0,0 2-3 16,0-1-11-16,1 0-9 0,1 0-8 0,-3-1-12 16,4-1-28-16,-3 1-30 0,4 0-38 0,-3-2-45 0,3-5-76 15,-1-3-79-15,0-4-146 0,-1 2-418 16,1-6 184-16</inkml:trace>
  <inkml:trace contextRef="#ctx0" brushRef="#br0" timeOffset="8438.01">11098 2805 202 0,'0'0'185'0,"-3"-10"-5"0,3 10-11 0,0-10-21 16,0 10-22-16,0 0-13 0,0 0-14 0,0 0-7 15,0 0-10-15,5 22-7 0,-2-2-8 0,-1 6 4 16,0 4-11-16,1 16-6 0,-3-13 1 0,0 1-5 15,0-2-4-15,0 1-6 0,-1 0 0 0,0-6-4 16,0 1 0-16,-1-9 1 0,2-2-2 0,0-1 2 16,0-5-3-16,3 1 1 0,-4-2-4 0,1-3-2 15,0-7 7-15,-2 12 6 0,4-6 9 0,-2-6 12 16,0 0 9-16,0 0 5 0,0 0-5 0,0 0-4 16,0 0-6-16,0 0-7 0,0 0-7 0,0 0-6 15,0 0-7-15,3-42-3 0,3 23-8 0,-1 0 1 16,5-4-3-16,0 6-9 0,3-5-2 0,1 2-2 15,-3 5-7-15,2 2 1 0,-3 5-2 16,3-4 1-16,-4 9-4 0,1-1-2 0,2 3-1 0,-12 1 2 16,23 2-4-16,-14 1 2 0,4 4-2 0,-1 3 4 15,0 2-1-15,-1 2 1 0,0 1 3 0,-1 0-1 16,-3 0-3-16,1 0-18 0,-1 4-21 0,-2-2-31 16,-3 0-27-16,1 1-45 0,1 0-45 0,-3 1-50 15,1-1-137-15,-4-1-409 0,2-3 182 16</inkml:trace>
  <inkml:trace contextRef="#ctx0" brushRef="#br0" timeOffset="8784.12">11471 3344 34 0,'7'-7'227'0,"-3"-2"-10"0,3 1-11 0,1-2-9 16,3-2-18-16,-3 1-9 0,2-4-8 15,0-1-6-15,0 1-12 0,1-2-8 0,0 2-7 16,-2-2-9-16,0 0-8 0,2-1-12 0,0-6-7 15,-4 6-8-15,0 1-7 0,-1-7-7 0,-1 9-2 16,-3 3-5-16,-1 2-6 0,3 0-5 0,-4 0-8 16,0 10-3-16,0-14-2 0,0 14-10 0,-4-12-4 15,4 12 3-15,-7-7-14 0,7 7 0 0,-7-7-2 16,7 7-9-16,0 0-6 0,0 0-6 0,0 0-4 16,0 0-5-16,0 0 3 0,0 0 3 0,0 0-1 15,-9 18 4-15,9-18-2 0,0 0 3 0,20 13 4 16,-11-6-1-16,1 2-4 0,2-1-1 0,-3 1 5 15,0-1-3-15,2 6 0 0,-2 0 0 0,2 0 0 16,-5-3 0-16,3 6 2 0,1-2 3 0,-1 0-4 16,-4 1 2-16,0 0-19 0,-1 0-2 0,-4-1-10 15,0 1-16-15,2 1-30 0,-2-6-38 0,0-11-49 16,-2 23-36-16,2-11 4 0,-3 0-139 16,3-1-367-16,0-11 162 0</inkml:trace>
  <inkml:trace contextRef="#ctx0" brushRef="#br0" timeOffset="9040.29">11935 3230 122 0,'13'-13'157'15,"-1"0"-13"-15,1 0-8 0,-1-2-4 0,0-2-5 16,-3 4 1-16,2-1-6 0,-5 3-5 0,0 1 3 16,0 1-6-16,-4-2-5 0,-2 11 2 0,5-16-4 15,-5 16-4-15,1-10-7 0,-1 10-11 0,0 0-9 16,0 0-2-16,-8-12-10 0,8 12-11 0,0 0 1 15,-25 12-6-15,12-5-5 0,1 0-5 0,0 3-1 16,-1 4-6-16,3-2-1 0,3-3-4 0,1 1-10 16,0 2 5-16,2 1-2 0,3-3-1 0,0-1-10 15,1-9-13-15,4 20-16 0,3-12-21 0,2 0-25 16,-3-1-29-16,5 0-41 0,1-1-38 0,6-2-22 16,0 0-128-16,-5 0-351 0,5-2 156 0</inkml:trace>
  <inkml:trace contextRef="#ctx0" brushRef="#br0" timeOffset="9410.67">12295 2971 248 0,'-2'-9'242'0,"0"0"-11"0,2 9-6 0,0-12-23 16,0 12-21-16,-2-10-19 0,2 10-24 0,0 0-12 15,0 0-9-15,0 0-16 0,0 0-11 0,20 22-3 16,-13-8-12-16,2 4-5 0,-1 0-7 15,4 6-1-15,-1 0-2 0,-3 2-4 0,2-2-6 16,-1 0 2-16,-3-6-10 0,-3-1 0 0,6 1-4 16,-4-1-5-16,1-2-3 0,-3-5-4 0,1 1 1 15,0-3-1-15,-2 0-2 0,-2-8-2 0,6 10-1 16,-6-10 4-16,2 9-3 0,-2-9 16 0,0 0 9 16,4 9 8-16,-4-9-7 0,0 0-1 0,0 0-5 0,0 0-6 15,0 0-5-15,5-34 1 0,-1 16-6 16,0 0-6-16,2-8 2 0,4-4-7 0,-3 2-2 15,-1-1-2-15,6 0 1 0,-3 2 0 0,-2 1-2 16,1 0-4-16,2 8 2 0,-6 2-4 0,0 4-2 16,1 1-6-16,-1 1-12 0,-2 2-22 0,-2 8-27 15,5-11-34-15,-5 11-25 0,9-3-10 0,-9 3-33 16,0 0-17-16,0 0-26 0,13 19-22 0,-8-6-148 16,-5-13-412-16,9 30 182 0</inkml:trace>
  <inkml:trace contextRef="#ctx0" brushRef="#br0" timeOffset="9632.41">12799 3121 122 0,'2'-7'234'0,"-2"7"-12"0,0 0 2 0,0 0-3 0,0 0-10 16,0 0-15-16,-10-18-13 0,10 18-11 0,0 0-9 16,-23 7-7-16,13 0-13 0,-6 3-6 15,1 0-13-15,2 2-16 0,-2 2-8 0,5 1-12 16,-2-1 5-16,1-1-17 0,2 3-10 0,2 1 1 0,3-1-11 15,2-4 0-15,2 3-10 0,4-2-9 0,1 1-22 16,1-4-25-16,3 0-25 0,1-1-32 0,3 3-40 16,5-5-33-16,-3-1-52 0,2-1-40 15,2-2-191-15,-1 0-457 0,1-3 203 0</inkml:trace>
  <inkml:trace contextRef="#ctx0" brushRef="#br0" timeOffset="9935.17">13015 3259 79 0,'0'0'250'0,"10"-13"-14"0,-5 8-12 0,-5 5-6 16,9-10-7-16,-4 4-6 0,1 1-7 0,-6 5-13 16,13-10-15-16,-6 1-16 0,1 3-15 0,0-1-8 15,1 0-14-15,3 0-7 0,-2-2-12 0,-3 1-9 16,5 0-3-16,-3 0-7 0,-3 0-7 0,3-1-10 16,-2 1-5-16,-2 1-3 0,-5 7-7 0,6-13 4 15,-6 13-4-15,0-11-6 0,0 11-5 0,0 0-3 16,-14-10-6-16,14 10 0 0,-22 5-4 0,4 3 5 15,-9 5-3-15,2 3 6 0,-3 5-2 0,1-2 0 16,2 2-3-16,2-4 6 0,6 2-12 16,3-4 0-16,3-1-1 0,4 0 1 0,2-1-4 0,5-1 1 15,5 0 5-15,4-3-1 0,6 5-5 0,6-7-6 16,12-1-15-16,3 1-34 0,14-1-26 0,-14-3-35 16,2 2-42-16,-5-1-41 0,-1-2-53 0,-12 2-39 15,-1-2-207-15,-11 1-523 0,-8-3 232 16</inkml:trace>
  <inkml:trace contextRef="#ctx0" brushRef="#br0" timeOffset="10899.11">6036 4575 188 0,'-2'7'233'0,"2"-7"-5"0,0 0-5 0,0 0-19 0,0 0-16 16,0 0-17-16,0 0-16 0,0 0-10 0,8-19-13 15,-3 12-14-15,3-2-7 0,-1 1-10 0,1-3-11 16,1 3-4-16,4-5-7 0,-3-1-6 0,4 2-9 15,-2 1-1-15,-2-4-6 0,1 0-1 16,-2 0-5-16,0 1-6 0,-2 3-1 0,1-6 23 16,-2 2-4-16,0 0-10 0,0 0-1 0,1 0-7 0,-3 3-4 15,-2 2-4-15,1 1-3 0,-3 2-4 0,1 1 5 16,-1 6 1-16,1-10-13 0,-1 10-4 16,2-6-3-16,-2 6-13 0,0 0 6 0,0 0-3 15,0 0-4-15,0 0-2 0,0 0 4 0,0 0-5 16,-12 33 5-16,6-15-2 0,-2-1 0 0,-1 7-1 15,4-6 1-15,-3-2 0 0,6 1 3 0,2-2-4 16,0 2 5-16,1 0-5 0,4-5-1 0,3 3 2 0,1-4-20 16,1 2-7-16,1-4-28 0,4 0-24 15,1 1-31-15,2-5-34 0,4 0-56 0,-2-2-44 16,-1-1-199-16,1-4-478 0,1 1 212 0</inkml:trace>
  <inkml:trace contextRef="#ctx0" brushRef="#br0" timeOffset="11076.64">6263 4111 151 0,'-4'-6'208'0,"0"1"-20"0,0 0-32 16,4 5-25-16,0 0-18 0,0 0-21 0,0 0-27 15,0 0-38-15,0 0-26 0,17 17-35 0,-2-5-37 16,7 5-30-16,-1-1-54 0,0 1-167 0,6-2 74 15</inkml:trace>
  <inkml:trace contextRef="#ctx0" brushRef="#br0" timeOffset="11314.47">6764 4395 4 0,'0'0'258'0,"0"0"-14"15,0 0-13-15,0 0-10 0,0 0-10 0,0 0-1 16,0 0-10-16,-26 12-9 0,6-2-3 0,-3 6 1 15,-1 3-20-15,-5-1 17 0,3 4-18 16,0 1-12-16,6 1-14 0,0 0-9 0,5-2-18 0,4-6-5 16,3 1-12-16,0-3-11 0,6-1-8 0,3-1-7 15,0 0 5-15,6-2-19 0,2 2-6 0,5-5-9 16,7 0-24-16,10-3-21 0,6-2-27 0,2-3-36 16,14-3-31-16,-2-4-29 0,-14 2-37 0,-2-1-55 15,-2-2-53-15,-5 1-222 0,-9 0-531 16,-2 0 236-16</inkml:trace>
  <inkml:trace contextRef="#ctx0" brushRef="#br0" timeOffset="11853.31">6281 3674 105 0,'0'0'123'15,"4"-5"-11"-15,-4 5-5 0,0 0-15 0,0 0 2 16,0 0-12-16,0 0-3 0,0 0-11 0,0 0-6 0,0 0-7 16,0 0 1-16,0 0-12 0,0 0 16 0,0 0-24 15,0 0-2-15,0 0-11 0,0 0 4 16,0 0-12-16,0 0-5 0,0 0-19 0,0 0-21 15,0 0-28-15,0 0-33 0,0 0-92 0,0 0-198 16,0 0 88-16</inkml:trace>
  <inkml:trace contextRef="#ctx0" brushRef="#br0" timeOffset="13147.3">6359 4853 156 0,'0'0'190'0,"4"6"-1"0,-4-6-12 15,0 0-9-15,0 0-9 0,0 0-14 16,0 0-13-16,0 0-8 0,0 0-11 0,0 0-10 16,0 0-8-16,0 0-7 0,0 0-9 0,0 0-8 15,0 0-4-15,0 0-7 0,0 0-5 0,0 0-8 16,0 0 1-16,0 0-5 0,0 0-3 0,3 4-6 0,-3-4-2 15,0 0 2-15,0 0-3 0,0 0-4 16,0 0-2-16,0 0 0 0,0 0-3 0,0 0-2 16,0 0-1-16,0 0-1 0,0 0-2 0,0 0 1 15,0 0-1-15,0 0-2 0,0 0 1 0,0 0-1 16,0 0 0-16,0 0 0 0,0 0 5 0,0 0-6 16,0 0-3-16,0 0 0 0,0 0-2 0,0 0-2 0,0 0 2 15,0 0-2-15,0 0 8 0,0 0-12 16,0 0 1-16,0 0 2 0,0 0-1 0,0 0-3 15,0 0 2-15,0 0-2 0,0 0 2 0,0 0-1 16,0 0 7-16,0 0-9 0,0 0 1 0,0 0 1 16,0 0-2-16,0 0 2 0,0 0 2 0,0 0-4 15,0 0 3-15,0 0-3 0,0 0 0 0,0 0 1 16,0 0 0-16,0 0-1 0,0 0-1 0,0 0 2 16,0 0 2-16,0 0 1 0,0 0-4 0,0 0 0 15,0 0-1-15,0 0 6 0,0 0-2 0,0 0-5 16,0 0 2-16,0 0 2 0,0 0-5 0,0 0 3 15,0 0 2-15,0 0-1 0,0 0 0 0,0 0-3 16,0 0 1-16,0 0-3 0,0 0 3 0,0 0 0 16,0 0 1-16,0 0 2 0,0 0-3 0,0 0 3 15,0 0-2-15,0 0-3 0,0 0 4 0,0 0-1 16,0 0 0-16,0 0-2 0,0 0-1 0,0 0 4 16,0 0-1-16,0 0 2 0,0 0-1 0,0 0 0 15,0 0 3-15,0 0-6 0,0 0 7 0,0 0-7 16,0 0 5-16,0 0-2 0,0 0-2 0,0 0 1 15,0 0-7-15,0 0 0 0,0 0-3 0,0 0-6 16,0 0-7-16,0 0-8 0,0 0-12 0,0 0-10 16,0 0-18-16,0 0-11 0,0 0-24 0,0 0-12 15,0 0-34-15,0 0-9 0,0 0-33 0,0 0-113 16,0 0-332-16,0 0 148 0</inkml:trace>
  <inkml:trace contextRef="#ctx0" brushRef="#br0" timeOffset="14237.13">6792 3493 124 0,'0'0'137'0,"0"0"-4"0,0 0-10 16,0 0 0-16,0 0-12 0,0 0-9 0,0 0-1 0,0 0-2 15,0 0-1-15,0 0 3 0,0 0-10 16,0 0 4-16,13-8-20 0,-7 5 1 0,-6 3-4 16,12-7-6-16,-7 2-8 0,0 1 1 0,0 0-6 15,2-1-6-15,-1 0-1 0,0 0-3 0,-1-1-2 16,-1 2-4-16,1-3-6 0,1 2 2 0,-1 1-4 16,0-1 0-16,-2 0-1 0,0-1-5 0,1-1-1 15,-4 7 3-15,2-10 8 0,1 6-3 0,-3 4-3 16,0-9-2-16,0 9-6 0,0-9 2 0,0 9-6 15,0 0 0-15,-4-9-3 0,4 9-1 0,-5-4-2 16,5 4-2-16,-6-4-3 0,6 4 0 0,0 0-2 16,0 0 0-16,-18 7-1 0,10-2 1 0,0 3 3 15,-2 0-6-15,0 0 6 0,1 3-3 0,-1-3 5 16,3 2-1-16,0-1 2 0,-3 1 3 0,7 0-3 16,-3 2 2-16,0-3 0 0,3 1 1 0,1-2-3 15,0 2-1-15,2-4 1 0,0-6 2 0,2 14-3 16,2-5 1-16,0-2-1 0,4-1 2 0,2 1-14 15,3-2-14-15,6 1-26 0,0-3-29 0,12 1-37 16,-1-4-46-16,2 1-43 0,2-1-152 0,-4-1-379 16,5-2 168-16</inkml:trace>
  <inkml:trace contextRef="#ctx0" brushRef="#br0" timeOffset="23075.27">7151 1456 196 0,'0'0'187'0,"-2"-7"21"0,2 7-17 0,0 0-12 16,-4-10-18-16,4 10-19 0,0 0-10 0,-5-6-16 15,5 6-11-15,0 0-11 0,-7-5-11 16,7 5-8-16,0 0-6 0,0 0-14 0,-18 6 0 0,11 2-8 15,-3 1-4-15,-5 4-2 0,3 2-2 16,-7 6 1-16,-2-1 0 0,1 4-2 0,-1-2-3 16,5 0 1-16,-1 0 3 0,9-6-5 0,-2 1 6 15,4 2-1-15,-1-2-2 0,3-1-3 0,2-4-6 0,-1 4-4 16,3-3-1-16,2-3-3 0,0-1 3 16,3 2-6-16,3-2-1 0,5 3-9 0,2-3-21 15,5-2-23-15,10 0-23 0,2-7-39 0,2 1-46 16,1-2-56-16,2-2-171 0,-4-2-403 0,2-1 178 15</inkml:trace>
  <inkml:trace contextRef="#ctx0" brushRef="#br0" timeOffset="23542.1">7590 1530 213 0,'-9'-9'205'0,"0"1"-4"0,-4 3-15 16,4-3-7-16,-1 4-13 0,1-1-14 16,-3 1-13-16,12 4-19 0,-16-2-14 0,16 2-5 15,-18 9-13-15,9-1-9 0,-1 0-9 0,1 2-7 16,-2 6-3-16,6-6-10 0,-4 5-4 0,2 1-2 16,4-5-6-16,1 7 1 0,0-5-8 0,5 1-7 15,-1 2 3-15,2-6-2 0,3 2-4 0,0-4 0 16,0 2 2-16,-1-1-1 0,4-2-6 0,-1-2 2 15,1 2-1-15,0-4-2 0,1 0-4 0,-1 0 7 16,-10-3-7-16,14 0 0 0,-14 0 0 0,13 2-1 16,-13-2 2-16,10 1 3 0,-10-1 1 15,0 0 4-15,0 0 6 0,0 0-2 0,13-5-3 0,-13 5-1 16,0 0-8-16,0 0 0 0,0 0-4 0,0 0 0 16,-31-7-5-16,15 10 0 0,-3 3 4 0,-2-2 1 15,2 4 0-15,-10 2 4 0,1 2 2 16,2 2 2-16,4 0-5 0,4-5 5 0,5 4-4 0,2-6-2 15,1 6 2-15,2-4-1 0,2 1-1 16,1 1-11-16,3-3 7 0,1 3 1 0,1-11 5 16,10 18-2-16,-1-11 1 0,8 2 2 0,-1-3-7 0,11 2 3 15,0-3-13-15,5-3-18 0,0 2-14 16,-1-4-32-16,2 2-30 0,-5-3-46 0,1 2-42 0,-8 1-63 16,-3-2-133-16,1 0-413 0,-8 0 182 15</inkml:trace>
  <inkml:trace contextRef="#ctx0" brushRef="#br0" timeOffset="24353.39">6994 3819 108 0,'0'0'157'0,"0"0"-11"16,0 0-17-16,0 0-9 0,0 0-18 0,4 5-6 16,-4-5 0-16,0 0-17 0,0 0-12 0,0 0-18 15,0 0-7-15,0 0-14 0,0 0-9 0,0 0-5 16,0 0-7-16,0 0-15 0,0 0-3 0,0 0-20 15,0 0-3-15,0 0-17 0,0 0-17 0,0 0-11 16,0 0-85-16,0 0-175 0,0 0 77 0</inkml:trace>
  <inkml:trace contextRef="#ctx0" brushRef="#br0" timeOffset="25263.44">6866 3845 38 0,'0'0'124'15,"0"0"-17"-15,0 0-6 0,0 0-13 0,0 0-11 0,0 0-10 16,0 0-2-16,0 0-7 0,0 0-7 16,0 0-8-16,0 0-5 0,0 0 8 0,0 0-10 15,0 0-5-15,0 0-2 0,0 0-4 0,0 0-4 16,9 2 3-16,-9-2-7 0,0 0 3 0,0 0 8 15,0 0-11-15,0 0-9 0,0 0 5 0,0 0-9 16,0 0-9-16,0 0-12 0,0 0-1 0,0 0-4 16,0 0-14-16,0 0-2 0,0 0-20 0,0 0-7 15,0 0-22-15,0 0-52 0,0 0-150 0,0 0 67 16</inkml:trace>
  <inkml:trace contextRef="#ctx0" brushRef="#br0" timeOffset="26058.83">9325 3534 31 0,'0'0'21'15,"0"0"-14"-15,0 0-18 0,0 0-9 0,0 0 4 16</inkml:trace>
  <inkml:trace contextRef="#ctx0" brushRef="#br0" timeOffset="26326.67">10005 3539 46 0,'0'0'46'0,"0"0"-11"0,0 0-4 15,0 0-12-15,0 0-8 0,0 0-3 0,0 0-11 16,-1 10-16-16,1-10-10 0,0 0-32 0,0 0 14 15</inkml:trace>
  <inkml:trace contextRef="#ctx0" brushRef="#br0" timeOffset="27203.37">13155 3595 151 0,'0'0'191'0,"9"1"-13"0,-9-1 3 0,0 0-23 16,0 0-12-16,0 0-21 0,0 0-7 0,0 0-18 15,8 2-17-15,-8-2-34 0,0 0-26 0,0 0-33 0,0 0-46 16,0 0-44-16,0 0-124 0,0 0-240 0,0 0 106 15</inkml:trace>
  <inkml:trace contextRef="#ctx0" brushRef="#br0" timeOffset="28623.88">7416 4470 90 0,'0'0'157'0,"0"0"-3"16,0 0-6-16,-12 0-5 0,12 0-8 0,0 0-7 15,0 0-9-15,0 0-8 0,0 0-12 0,0 0-9 16,0 0-9-16,0 0-3 0,0 0-9 0,35-10 0 15,-22 9-12-15,-2-3-9 0,2 2-11 0,0 1-23 16,1-1-22-16,2-2-32 0,-2 1-35 0,-2 1-33 16,-1 1-30-16,-1 1-105 0,-2 0-264 0,-8 0 117 15</inkml:trace>
  <inkml:trace contextRef="#ctx0" brushRef="#br0" timeOffset="28785.69">7388 4566 73 0,'0'0'144'0,"-7"2"-12"0,7-2-21 16,0 0 7-16,0 0-10 0,0 0-3 0,0 0-17 15,31 0-2-15,-14-2-27 0,2 2-28 0,0 0-34 16,-1-3-36-16,1 3-40 0,-5-2-77 0,-1 1-169 16,-2 1 75-16</inkml:trace>
  <inkml:trace contextRef="#ctx0" brushRef="#br0" timeOffset="29411.28">6430 4802 3 0,'0'0'103'0,"0"0"-16"0,0 0-17 16,0 0-19-16,0 0-22 0,0 0-42 0,0 0-42 16,0 0-61-16,0 0 27 0</inkml:trace>
  <inkml:trace contextRef="#ctx0" brushRef="#br0" timeOffset="30472.86">8336 4172 57 0,'0'0'151'0,"0"0"-3"0,0 0-7 0,0 0-3 0,0 0-8 16,0 0-9-16,0 0-11 0,1-9-5 0,-1 9-9 15,0 0-8-15,0 0-8 0,0 0-5 0,0 0-7 16,0 0-3-16,0 0-7 0,0 0 0 0,0 0-5 16,0 0-1-16,0 0 1 0,0 0-3 15,0 0-5-15,0 0 0 0,0 0 3 0,0 0-2 0,0 0-2 16,0 0-4-16,0 0-4 0,0 0 1 0,0 0-3 16,0 0-5-16,0 0 1 0,0 0-5 0,0 0-5 15,0 0 0-15,0 0-1 0,0 0 3 0,-2-10-8 16,2 10 0-16,0 0-2 0,0 0 0 0,0 0 5 15,0 0-6-15,0 0 2 0,0 0-6 0,-2-7 4 16,2 7-2-16,0 0-3 0,0 0-1 0,0 0 1 16,0 0-1-16,0 0 0 0,0 0 1 0,0 0-2 15,0 0 2-15,0 0-4 0,0 0 0 0,0 0 3 16,0 0-1-16,0 0-4 0,0 0 4 0,0 0-3 16,0 0-3-16,0 0-1 0,0 0 4 0,0 0 2 15,0 0-1-15,0 0-6 0,0 0-12 16,0 0-18-16,0 0-20 0,0 0-24 0,0 0-33 0,0 0-32 15,0 0-14-15,0 0-19 0,0 0-132 0,0 0-334 16,0 0 149-16</inkml:trace>
  <inkml:trace contextRef="#ctx0" brushRef="#br0" timeOffset="30817.05">8768 3323 3 0,'0'0'62'0,"0"0"-10"15,0 0-17-15,0 0-21 0,0 0-23 0,0 0-18 16,-3 15-28-16,3-15 13 0</inkml:trace>
  <inkml:trace contextRef="#ctx0" brushRef="#br0" timeOffset="31119.25">11222 3269 43 0,'0'0'126'0,"0"0"-12"0,0 0-10 15,0 0-10-15,0 0-14 0,0 0-8 0,0 0-4 16,0 0-30-16,7 2-40 0,-7-2-12 0,0 0-23 16,0 0-78-16,0 0-124 0,-27 12 56 0</inkml:trace>
  <inkml:trace contextRef="#ctx0" brushRef="#br0" timeOffset="31837.09">8445 4125 92 0,'-2'-8'237'0,"1"1"-17"0,1 7-15 0,0-12-18 16,0 12-19-16,0 0-14 0,-1-10-18 15,1 10-17-15,0 0-13 0,0 0-13 0,0 0-9 16,0 0-12-16,0 0-5 0,9 33-3 0,-7-8-8 15,2 0-4-15,-4 2-6 0,0 2-3 16,1-5-3-16,-2 4-4 0,0-3-1 0,2 1-2 0,-2-6-3 0,2-4-2 16,0 3 1-16,-1-4-5 0,0-1-2 0,0-3-1 15,0-2 2-15,-1 4 0 0,0-4-5 16,1-9-1-16,-3 11 2 0,3-11-1 0,3 11 6 16,-3-11 11-16,0 0 17 0,0 10 13 0,0-10 11 15,0 0 0-15,0 0-7 0,0 0-10 0,0 0-5 16,0 0-6-16,11-21-6 0,-4 11-4 0,2-4-10 0,3-1-1 15,0-2-6-15,4-3-4 0,-3 5-1 16,6-2-4-16,-6 3-3 0,1 3 0 0,-1 0-7 16,-1 4 1-16,-1 0 2 0,-2 3-5 0,-2 1 0 15,4 3-1-15,-3 0-3 0,1 3 2 0,1 2-2 16,-1 1 1-16,-2 1 0 0,1 3 0 0,0-2 0 16,-3 3 3-16,1-3-3 0,1 5 4 0,-2-3-7 15,-1 7-13-15,1-5-19 0,-2 5-21 0,0-6-31 16,-2 1-28-16,3-1-36 0,0 0-36 0,0 0-51 15,1-1-170-15,-5-10-445 0,9 12 197 0</inkml:trace>
  <inkml:trace contextRef="#ctx0" brushRef="#br0" timeOffset="32103.53">9031 4285 158 0,'-4'-10'249'0,"2"7"-20"0,2 3-18 15,0 0-17-15,-4-9-18 0,4 9-13 0,0 0-10 16,0 0-11-16,0 0-4 0,-14 19-9 0,9-8-4 16,0 3-8-16,0 6-4 0,-1-1-9 0,1 8-3 15,-1-2-13-15,1 2-2 0,2 0-11 0,-1-2-4 16,2 5-9-16,-2-3-4 0,1-1-2 0,1-1-6 16,1-8-8-16,-2 4 1 0,1-2-1 0,0-2-8 15,1 0-2-15,0-1 1 0,1-1-6 0,-1-4-6 16,-1 2-18-16,1-3-15 0,1-1-16 0,0 0-23 15,-3-2-40-15,3-7-37 0,-7 12-42 0,3-6-42 16,0-1-228-16,4-5-474 0,-15 3 209 0</inkml:trace>
  <inkml:trace contextRef="#ctx0" brushRef="#br0" timeOffset="32246.44">8861 4543 133 0,'10'-4'127'0,"2"1"-39"0,1 1-38 16,5 0-46-16,-4 0-71 0,-3 2-74 0,-11 0 33 15</inkml:trace>
  <inkml:trace contextRef="#ctx0" brushRef="#br0" timeOffset="32540.42">9117 4598 112 0,'19'-9'222'0,"-11"2"-1"0,7-2-7 16,-5 0-8-16,3-2-10 0,1-3-10 0,-2 3-8 15,0-2-5-15,1 0-14 0,0 2-10 0,-2-1-12 16,0-1-18-16,-5 3-4 0,2 0-10 0,0 0-4 16,-5 3-5-16,0 1-4 0,1 0-4 0,-2 0-12 15,-2 6-11-15,1-10-6 0,-1 10-3 0,0 0-6 16,0 0-8-16,-14-9-1 0,14 9-16 0,-23 6 6 15,7 1 0-15,-1 2-9 0,1 2 15 0,3 1-9 16,-3 3-4-16,5-2-4 0,2 1 6 0,0 0-10 16,3 1 3-16,4 4-4 0,0-4-12 0,2 0 19 15,5-3-5-15,1 1-24 0,3-4-26 0,5 2-31 16,4-2-35-16,9 0-39 0,1-1-47 0,4-5-46 16,1-1-243-16,-2-3-512 0,0 1 228 0</inkml:trace>
  <inkml:trace contextRef="#ctx0" brushRef="#br0" timeOffset="32919.21">8865 4543 84 0,'0'0'239'16,"0"0"-13"-16,0 0-18 0,0 0-17 0,0 0-22 15,0 0-14-15,0 0-20 0,0 0-10 0,0 0-15 16,24-9-25-16,-15 9-33 0,2-2-41 0,1 2-56 16,0-2-50-16,3 0-180 0,-2 1-299 0,6-2 133 15</inkml:trace>
  <inkml:trace contextRef="#ctx0" brushRef="#br0" timeOffset="33357.55">9630 4447 94 0,'0'0'254'0,"0"0"-9"0,0 0-13 16,0 0-16-16,4-6-11 0,-4 6-17 0,0 0-8 15,3-8-16-15,-3 8-12 0,0 0-15 0,2-6-12 16,-2 6-14-16,0 0-11 0,0 0-4 0,2-10-8 16,-2 10-6-16,2-6-9 0,-2 6-5 0,0 0 0 15,6-10-8-15,-6 10-8 0,1-6-3 0,-1 6-7 16,1-10 11-16,-1 10-6 0,1-8 3 0,-1 8-18 15,0-8 10-15,0 8-8 0,0 0-8 0,-1-13 1 16,1 13-12-16,0 0 11 0,1-10-10 0,-1 10 4 16,0 0-4-16,0 0 1 0,0-7-6 0,0 7-2 15,0 0-1-15,0 0-7 0,0 0 1 0,0 0-5 16,0 0-3-16,0 0 1 0,0 0 1 0,0 0-1 16,-7 20 1-16,4-9-3 0,0-2 10 0,1 3-3 15,1-2-2-15,-2 3 1 0,2-2-1 0,1 0 4 16,0 3 2-16,1-5-11 0,0 2-22 0,3 0-22 15,1-1-20-15,1-1-39 0,4-1-42 0,-3-2-65 16,2 1-67-16,-1-3-147 0,3-2-466 16,1-1 206-16</inkml:trace>
  <inkml:trace contextRef="#ctx0" brushRef="#br0" timeOffset="33521.99">9739 4181 2267 0,'-10'-26'27'0,"-3"4"44"0,4 6-23 16,2 5-11-16,-1 3-3 0,3-1-9 0,-3-1-8 16,4 5-9-16,0 0-1 0,4 5-20 0,-5-9-20 0,5 9-23 15,0 0-14-15,0 0-67 0,0 0-42 0,2 23-164 16,3-11-370-16,1 0 164 0</inkml:trace>
  <inkml:trace contextRef="#ctx0" brushRef="#br0" timeOffset="33913.64">9894 4321 183 0,'5'2'228'0,"-5"-2"-23"0,4 5-22 15,-4-5-8-15,3 10-5 0,0-2 8 16,-2 3-6-16,-5 6-14 0,4 2-12 0,-1 7-7 16,1 1-7-16,-1-3-12 0,2 1-11 0,-3-5-11 15,-2-4-3-15,3 2-9 0,-2-1-8 0,2-6-3 16,0 1-11-16,1-2-2 0,0 0-5 0,0-3-5 0,-3 0-5 15,3-7-5-15,0 11 0 0,0-11 2 16,0 8 11-16,0-8 15 0,0 0 4 0,0 0 4 16,0 0-7-16,0 0-3 0,0 0-10 0,0 0-9 15,0 0-2-15,0 0-4 0,10-24-7 0,-1 12-7 16,1-1-10-16,4-1 4 0,-2 1-6 0,3 2-7 16,1 2-1-16,-1 0-3 0,3 3 4 0,-3 0-8 15,-2 2 1-15,1 3-5 0,-3 1 2 0,1 4 1 16,-3-1-6-16,1 2 4 0,-5 0-7 0,-5-5 1 15,9 14 8-15,-6-4-1 0,-3 1 0 0,-1 0 5 16,-3 1-2-16,-4 2-3 0,-5 0 1 0,2 0-1 16,-2-2-4-16,-4-1-16 0,-2-1 2 0,3-1-13 15,-4 0-15-15,1-2-19 0,0 0-20 0,0 0-25 16,1-2-30-16,0-5-42 0,4 3-32 0,1-5-68 16,0 2-170-16,3-3-488 0,10 3 216 0</inkml:trace>
  <inkml:trace contextRef="#ctx0" brushRef="#br0" timeOffset="34219.87">10497 4418 68 0,'0'0'251'0,"0"0"-15"0,0 0-13 16,6-3-20-16,-6 3-13 0,0 0-18 0,0 0-6 16,9-1-21-16,-9 1-8 0,21 0-17 0,-3-2-12 15,-2 1-9-15,5 1-9 0,-1 0-10 0,3 0-19 16,-1-1-26-16,7 0-30 0,-11-1-39 0,4 1-39 15,-4-1-44-15,0-1-40 0,-4 2-178 0,-4-1-363 16,3-1 161-16</inkml:trace>
  <inkml:trace contextRef="#ctx0" brushRef="#br0" timeOffset="34411.87">10722 4224 132 0,'0'0'232'0,"-5"-7"-15"0,5 7-21 0,0 0-24 15,0 0-12-15,0 0-4 0,0 0-2 0,-12 19-5 16,6-5 1-16,1 4-13 0,0 1-9 0,-3 5-12 16,5 0-13-16,-2 4-7 0,2-3-10 0,0 2-8 15,1-6-7-15,-1 3-8 0,2 2-30 0,-1-1-37 16,1 1-40-16,-2-8-71 0,3 0-70 0,-1 1-196 16,-3-1-411-16,2-7 182 0</inkml:trace>
  <inkml:trace contextRef="#ctx0" brushRef="#br0" timeOffset="35048.05">11186 4272 1643 0,'0'-19'40'0,"-1"-7"63"0,-1 7 19 16,1 0-15-16,-2 1-18 0,1 2 11 15,1 1-12-15,-1 4-6 0,1-1-9 0,1 5-5 16,-1-1-1-16,1 8-7 0,-3-11-11 0,3 11-12 16,-1-8-5-16,1 8-8 0,0 0 0 0,0 0-3 15,-2 31-1-15,-1-7-2 0,-1 5 1 0,0 2-3 16,3 3 1-16,-3 0 0 0,2-1-3 0,-4 2 0 15,1-5 1-15,3-2-2 0,-2-1-1 0,1-3-1 16,2-4 0-16,1-4-2 0,-2-4 2 0,-1-1-3 16,3-11 1-16,0 13 8 0,0-13-7 0,-3 12 2 15,3-12 11-15,0 0 14 0,0 0 23 0,0 9-6 16,0-9-8-16,0 0 1 0,0 0-11 0,0 0 2 16,16-30-7-16,-6 13-9 0,7-5 7 0,0 0-11 15,3-2-4-15,-2 3-1 0,3 0-7 0,0 3-1 16,-6 6 1-16,-1 1 0 0,-1 1-7 0,-3 3-1 15,0 2-3-15,-3 3 0 0,2 1-2 0,-9 1 1 16,15 4-1-16,-6 3 2 0,-1 2-1 16,-2 1 2-16,0 2 0 0,2 3 2 0,-4 2-3 0,0 1 5 15,0 0-4-15,-1 0-4 0,0 1-20 0,-2 0-20 16,2 5-22-16,-1-7-30 0,-2 1-48 0,0-3-40 16,2-2-36-16,-1-1-35 0,-1-2-151 0,0-10-444 15,5 14 197-15</inkml:trace>
  <inkml:trace contextRef="#ctx0" brushRef="#br0" timeOffset="35342.31">11583 4421 181 0,'0'0'199'0,"0"0"-24"0,0 0-15 0,0 0-3 16,0 0-7-16,0 0 3 0,0 0-9 0,0 0-10 15,-11 32-12-15,11-19-11 0,-2-1-11 0,0 3-10 16,4 2-9-16,0 0-6 0,0-2-5 15,2-6-10-15,1 0-1 0,2 1-3 0,2-1-5 16,-2-3-1-16,4 1-7 0,0-2-3 0,-3-3-1 16,2 0 6-16,2-1 8 0,-12-1 14 0,0 0-1 0,20-6 11 15,-20 6-2-15,13-13-5 0,-10 7-10 0,1-5-2 16,-4 2-8-16,0 9-7 0,-2-27 0 0,-2 15-8 16,-1-3-4-16,-1 1-4 0,-1 3-6 0,-2-2-9 15,4 1-9-15,-5 6-11 0,1-3-18 16,-1 2-13-16,0 3-23 0,-1 0-30 0,0 2-28 15,11 2-50-15,-25 4-43 0,13 0-222 0,-1 1-471 0,5 1 210 16</inkml:trace>
  <inkml:trace contextRef="#ctx0" brushRef="#br0" timeOffset="35656.11">11841 4616 77 0,'0'0'251'0,"14"-3"-16"15,-8-1-3-15,4-1 9 0,1 0-5 0,-2-2-16 16,-1 0-13-16,5-4-14 0,-2 0-13 0,6 1-12 16,-3-2-16-16,2 1-10 0,-1 0-16 0,0 0-4 15,-2 1-10-15,2 0-7 0,-5-3-11 0,2 2-14 16,-6 2-3-16,0 0-8 0,0 1 1 0,-1 1-9 16,-5 7 2-16,2-12-2 0,-2 12-12 0,0-12-2 15,0 12-3-15,0 0-11 0,-11-11-2 0,11 11-7 16,-18-1 0-16,18 1-7 0,-27 7 3 0,9 3-6 15,0 1 0-15,-1 0 0 0,0 7-9 0,3-6 1 16,5 2 2-16,1-1-2 0,0 3 0 0,3 0-2 16,7 2 3-16,-2-3-3 0,6 2-11 0,3-2-21 15,6-1-31-15,3-2-21 0,4-3-46 0,8 2-43 16,5-4-52-16,0 1-45 0,3-5-234 0,0 2-541 16,1-3 240-16</inkml:trace>
  <inkml:trace contextRef="#ctx0" brushRef="#br0" timeOffset="36066.24">12520 4388 2141 0,'0'-17'65'0,"-3"2"48"0,3 1-8 0,-2 4-9 0,2-1-9 16,-2 5 5-16,2 6-12 0,0-13 1 0,0 13-14 15,0 0-6-15,0 0-7 0,-2-14-8 0,2 14-10 16,0 0-4-16,0 0-6 0,0 0-1 0,0 0-2 15,0 0 2-15,22 30-8 0,-13-15 7 0,-2 3-3 16,2 0-2-16,-2 0 2 0,-1 0 1 16,-1 0 3-16,4 5 0 0,-4-4-4 0,-1-2-3 15,0 1-1-15,1-3 0 0,-3 4 2 0,0-7-5 16,3 1-1-16,-5-13-2 0,5 16 5 0,-5-16-4 0,4 12-1 16,-4-12 4-16,4 11-3 0,-4-11 3 0,0 0 27 15,5 11-2-15,-5-11 22 0,0 0-6 0,0 0 1 16,0 0-9-16,0 0 3 0,20-34-6 0,-11 16 1 15,-2 0 0-15,3-6-15 0,-2-2-3 16,3 1 1-16,3-2-6 0,-1-3-3 0,3 1-10 16,-3 1 1-16,3 2-3 0,-3 3-5 0,-4 4 3 15,1 5 0-15,-4 3 1 0,-1 1 7 0,1 2-22 16,-3 3-24-16,1-2-27 0,-4 7-41 0,7-8-38 16,-7 8-14-16,0 0-7 0,0 0-13 0,0 0-28 15,0 0-29-15,1 27-31 0,-2-10-21 0,-1 2-143 16,-3-2-458-16,5 2 203 0</inkml:trace>
  <inkml:trace contextRef="#ctx0" brushRef="#br0" timeOffset="36314.94">13017 4453 133 0,'6'-3'250'16,"-3"-2"-2"-16,-3 5 3 0,0 0-7 0,8-14 9 15,-8 14-13-15,0 0-10 0,-4-13-9 0,4 13-21 16,0 0-14-16,-9-8-18 0,9 8-15 0,0 0-11 15,-23 4-6-15,12 3-13 0,-5 3-4 0,1 1-8 16,1 3-5-16,1 0-8 0,1 1-9 0,-1 1-6 16,2 1-8-16,4-1 4 0,0 1-15 15,3-5-6-15,2 4 14 0,2-4-17 0,2-1 4 0,2 5-11 16,0-3-6-16,6-5-23 0,-1 2-24 0,6-2-34 16,3-1-37-16,8 0-41 0,-7-3-48 0,2-1-46 15,8 0-42-15,0-2-35 0,-2 0-246 0,-8-1-578 16,2-4 256-16</inkml:trace>
  <inkml:trace contextRef="#ctx0" brushRef="#br0" timeOffset="36643.74">13425 4606 166 0,'0'0'313'0,"0"0"-13"16,0 0-18-16,15-1-6 0,-15 1-7 0,0 0 2 0,0 0-2 16,0 0-11-16,14-1-21 0,-14 1-23 0,0 0-19 15,0 0-10-15,0 0-15 0,13-3-23 0,-13 3-16 16,0 0-8-16,12-12-14 0,-12 12-6 0,11-9-11 15,-6 3-13-15,-5 6-5 0,14-14 2 16,-10 7-20-16,-4 7-2 0,9-14-12 0,-5 3-6 0,-4 11 1 16,4-19-6-16,-4 8-6 0,0 2-8 0,0 9 2 15,0-16-5-15,0 16-4 0,-6-13-5 0,2 6-4 16,4 7 2-16,0 0-2 0,-21-7-6 0,21 7-1 16,-27 4 3-16,9 3-1 0,-9 6-2 0,-2 2 8 15,4 1 1-15,0 0 6 0,6 3-4 16,5-5 1-16,-1 0-2 0,6 2-3 0,1 1 5 0,2-1 2 15,4-5 5-15,4 4-3 0,4 2 4 0,8-4-3 16,1 0 3-16,10-2-9 0,5-2-25 16,5 1-32-16,3-1-33 0,1-3-35 0,12-2-45 15,-12-1-39-15,1-1-50 0,9-4-70 0,-14 4-269 16,-4-4-641-16,-5 1 284 0</inkml:trace>
  <inkml:trace contextRef="#ctx0" brushRef="#br0" timeOffset="36805.25">13850 4761 3675 0,'4'9'148'0,"-4"-9"30"16,0 0-23-16,0 0-30 0,4 8-17 0,-4-8-23 15,0 0-15-15,0 0-19 0,0 0-9 0,0 0-5 16,0 0-15-16,0 0-45 0,0 0-69 0,0 0-66 16,0 0-67-16,0 0-91 0,-18-33-331 0,9 29-702 15,-13 0 311-15</inkml:trace>
  <inkml:trace contextRef="#ctx0" brushRef="#br0" timeOffset="40055.54">6057 4927 140 0,'0'0'134'0,"-4"-6"-2"0,4 6-15 15,-7-3-11-15,7 3-9 0,-10-2-8 0,10 2-6 16,-13 2 1-16,1-2-5 0,3 0 3 0,-2 0-9 16,-1 2-3-16,1-1 0 0,-2 1-13 0,1 0 4 15,-5-2-5-15,4 3 0 0,-1-3-4 0,-2 2-7 16,1-1-4-16,-4-1-3 0,0-1 3 0,1-2-9 15,-3 1 7-15,1 0-4 0,-1-1-1 0,0-1-3 16,-1-3-6-16,-5 0 3 0,2-2-3 0,-1 1 6 16,1-3-3-16,-2-2 0 0,1-1-6 0,-1-1 0 15,3 0-1-15,-3-2-3 0,3-4 3 0,1 1-5 16,-1-3-2-16,3 1-1 0,-1-1 1 0,3-4 0 16,-1 0-4-16,1 0 3 0,3-3-1 0,0 1 1 15,3-1-6-15,0-3 4 0,0 0-7 0,2 1 27 16,3-3 4-16,-2-12-5 0,1 12-2 0,0-11-5 15,5-1-3-15,0 1 0 0,-1 0-1 0,3 13 1 16,-3-13-2-16,3 13-1 0,-3-1-1 16,4 1-1-16,-1-3 1 0,0-10-1 0,1 10-5 0,0 4 4 15,-2-1-3-15,3-1-3 0,-1 2 2 0,1 2-2 16,0-3 0-16,1 1 0 0,0 0 0 0,-1 0-3 16,3-2-2-16,-2 2-1 0,2 3 2 0,-1-1 0 15,0 0-1-15,0 0-2 0,1 5-2 0,-1-3 3 16,1 1-2-16,-1 1-2 0,1 2 5 0,-1 6 2 15,0-8-6-15,2 7-2 0,2-7-2 16,-1 5 4-16,4-3-3 0,-3 8-1 0,1-1 4 16,0-1-2-16,5-5-2 0,-2 6 2 0,3-6-26 0,2 2 3 15,-1 7 3-15,3-6 0 0,5 1 2 0,1 0 4 16,0 3 1-16,1 0-5 0,3-2 8 0,0 3-3 16,3-6 5-16,-2 4 0 0,3-1-2 15,2 3 2-15,1-2 1 0,-1-1 2 0,17-4-2 16,0 2 2-16,1-2 2 0,3 6-2 0,-1-4 4 15,5 4-2-15,0-4-2 0,4 4 7 0,-5-5-9 16,3 4 5-16,0-2 0 0,-1 5 1 0,0-2-2 16,1 0 1-16,-1 1 1 0,1 1 0 0,0 1 3 15,-1 4-2-15,-3-1 1 0,1 2-3 0,0 2 2 16,-3 0 3-16,0 1-2 0,1 1 2 0,0 1-1 16,0 1 0-16,-1 0-3 0,-1 0-2 0,5 2 2 15,1-4 1-15,2 4 5 0,2-1-5 0,-1 1 1 16,5 1 4-16,24-1-1 0,-29 3-1 0,5-4 1 15,0 2-1-15,25 0-2 0,-30-1 1 0,-1 4-1 16,2-2 2-16,0-1-1 0,1-1 0 0,-1 4 1 16,2-2 1-16,26-2-1 0,-28 0 0 0,3 0 0 15,23 0-1-15,-25-2 1 0,2 2 3 0,26 0-1 16,-3-4-3-16,-24 1 0 0,34 3 4 0,-1-2-1 16,-2-2-3-16,4-2 4 0,-2 2-1 0,2 1-4 15,-1-2 2-15,0 2-1 0,2-3 2 0,-2 3 1 16,2 1-1-16,2-3-2 0,-2 0-3 0,1 1 0 15,-3-1 2-15,-7 0-1 0,6 3 5 16,-6 1 0-16,0 1-4 0,2 1 3 0,0-2-2 16,2 3 0-16,-4 2 1 0,-2-4 1 0,-25 4-1 0,33 3-1 15,-6-2 2-15,1-3-3 0,1 1 1 16,1-2 3-16,2 6-1 0,-1-6 0 0,-3 7 1 0,3-6-2 16,0 3 1-16,-2-2 1 0,-3-1-4 0,3 3 3 15,-4-2 0-15,4 3-1 0,-4 1 3 0,0-5-6 16,-25-1 6-16,27 4-3 0,-27 2 0 0,27-3 4 15,-31 0-5-15,29 4-1 0,-27-3 4 16,27 4-3-16,-30-4 2 0,5 3-6 0,-2-3 2 16,-2 4 0-16,2-1 3 0,-3 0 1 0,-1 3-2 15,-1-5-2-15,-4 4 2 0,-1 0-1 0,-1 0 0 16,-1 1 4-16,-1 0 0 0,0-3-2 0,2 4-2 0,-1-1 2 16,-1 2 2-16,-1-2-4 0,-10 3 1 0,10-2 1 15,-13-2 0-15,11 9-4 0,-13-7 3 16,1 2 1-16,-3-2-3 0,2 3 3 0,-1 1-3 15,2 0 2-15,-2 1 1 0,0-3-1 0,-3 2 2 16,-1 1-1-16,1 1-1 0,0-1 3 0,-3 1-1 16,0 0 6-16,1 0-9 0,-1 3 2 0,0 0-3 15,-2 0 4-15,2-1 0 0,0 6 0 0,-4-1-2 16,0 1 2-16,1 0 1 0,-4 1 0 0,1 1 2 16,-3-1-6-16,0 4 2 0,-3-2 0 0,1 2 2 15,-1 0 1-15,-1 3-3 0,-1-4 5 0,0 5-8 16,-3-1 4-16,0-1 2 0,-1 0 1 0,-2-1 1 15,-1 3-4-15,-1-1 3 0,-1 0-4 0,1 12 6 16,-4-12 3-16,2 9-5 0,-4-7-2 0,2 11 4 16,-2-11 0-16,-1 9-1 0,0-9-2 0,-1-2 1 15,-2 2 1-15,0 10-1 0,1-12 1 0,-1 2-4 16,0-1 3-16,-3 1-1 0,4-1 2 0,-5-2-3 16,3 3 4-16,-3-2-4 0,1 1 2 15,-3-1 0-15,2-1 0 0,-4 1 1 0,0-3 0 0,1 3-3 16,-4-4-1-16,1 2 2 0,-2-3 2 0,2 2-3 15,-4-4-1-15,0 2 4 0,1-3-2 0,-1 1-2 16,-1-2-1-16,-1 1 8 0,-3-2-7 16,0 0 1-16,-1 1-2 0,-5-2 2 0,-10 6 1 15,1-1-2-15,-4-4 4 0,-3-1-5 0,1-3 2 16,-4 3 2-16,-2-4 0 0,0 1-2 0,-4-3 1 16,-1-1-1-16,-1-1 3 0,-6-1-3 0,2 2 0 15,-26 3 2-15,24-2-2 0,-2-6-5 0,-27 8 4 0,2-4 3 16,25-2 2-16,-29 3-6 0,-3-4 2 15,1 3 1-15,-1-5-3 0,3 2 3 0,-8-1-2 16,5 5 1-16,-3-5 5 0,-3-1-2 0,-3 2-2 16,-2 1-1-16,4-2 0 0,-3 2 3 0,-1 1-4 15,-2-5 3-15,-2 2-3 0,2-1 3 0,-1-3-6 16,-1 1 4-16,-4 0-2 0,2 1 2 0,-2-1 0 16,-1-5 1-16,-2 4-2 0,-2-1 4 0,-5 0-5 15,2 1-2-15,5 0 5 0,-7-1 5 0,1 0-2 16,0 1 1-16,-1 0-4 0,1 0 2 0,2-6-2 15,-4 4 4-15,10-2-2 0,-5 3 1 0,1-1 2 16,-2 0 1-16,-4-3-3 0,3-1 0 0,-4 2-4 16,-3 0 5-16,6 2-2 0,0-2 2 0,-5-1-2 15,1 0 3-15,1-1-3 0,-4 3 1 0,3-6 2 16,0 2-3-16,0-3-1 0,0 4 1 0,-2-2-1 16,6-2 1-16,0-1-3 0,-4-1 6 0,4-2 1 15,-1 7-2-15,4-8 9 0,0 0 6 0,10 7 4 16,1-6-2-16,-2 2 2 0,3-4 0 0,5 3-4 15,3-5 2-15,2 4-2 0,2-2 0 0,7-4-4 16,3 1-2-16,24 2-1 0,-30-9 2 0,28 8-4 16,-22-7 2-16,28 2-5 0,0 4 1 0,1-6 1 15,1 4-3-15,1-1-2 0,5 0-2 0,3-2-15 16,2 2-24-16,9 3-24 0,2 0-30 16,4-2-31-16,-2 3-35 0,3-2-26 0,1-2-58 15,0 5-152-15,2-4-421 0,1 2 188 0</inkml:trace>
  <inkml:trace contextRef="#ctx0" brushRef="#br0" timeOffset="40721.08">5441 4685 3 0,'-1'-8'147'0,"1"8"5"0,-5-6-8 0,5 6 1 16,0 0-5-16,-4-7-3 0,4 7-12 0,0 0-12 0,-4-7-13 15,4 7-11-15,0 0-9 0,0 0-7 16,0 0-7-16,0 0-7 0,-17 9-7 0,11 0-5 16,-3 3 0-16,0 2-5 0,0 2-4 0,-3 1-2 15,-1 5-3-15,-2 3 2 0,2 1-4 0,-3-1-1 16,4 3-1-16,-4-1-2 0,5 0 1 0,2 1 1 15,1-1 8-15,2 0-3 0,2 1-1 0,3-2-5 0,1-2 1 16,1 2 0-16,5-1-2 0,3-1-2 16,0 0-1-16,3 2 2 0,6-4-2 0,3 3 0 15,4-3 4-15,5-1 3 0,15 4 1 0,6-5 0 16,2-1 0-16,3-2-2 0,6-4-4 0,28-4-1 16,-26-2-4-16,30-4-3 0,-4 0-9 0,-26-6-5 15,33-4-18-15,-3 3-8 0,-3-1-13 0,-28-2-12 0,33 0-18 16,-6 0-19-16,-27-2-27 0,36-2-32 15,1 0-17-15,-3 1-40 0,-3 0-104 0,-2-5-330 16,-3 3 146-16</inkml:trace>
  <inkml:trace contextRef="#ctx0" brushRef="#br0" timeOffset="50442.04">6952 6129 108 0,'-5'-11'173'0,"1"4"-12"0,1 1-14 0,1 0-16 16,2 6-12-16,-1-10-12 0,1 10-10 0,-4-6-17 15,4 6-4-15,0 0-8 0,0 0-6 0,0 0-4 16,0 0-5-16,0 0-5 0,1 23-8 0,2-8-3 16,-2 5-2-16,0-1-6 0,0 9 3 0,-1 1-4 15,0-3 0-15,2 4-4 0,-4 0-1 0,-1 3 2 16,0-2-18-16,-2 1 3 0,1-7-1 0,-1 1-3 15,2-7-2-15,-2 0 1 0,4-2-5 0,-2-1 2 16,2-3 5-16,-3-2-9 0,4-2 0 0,-1 1 6 16,0-4-1-16,1-6 3 0,-3 11-2 0,3-11 10 15,-1 8 1-15,1-8-4 0,-3 4 8 0,3-4-5 16,0 0-3-16,0 0 2 0,0 0-1 0,0 0-6 16,0 0-1-16,3-26 2 0,-2 14-7 0,2-5 6 15,1 2-1-15,1-4-2 0,1 1-4 0,2 1 0 16,-1-1-1-16,4 2 0 0,-1 0-3 0,0 3 4 15,-1 4-4-15,0 3 2 0,0-1 3 0,0 3-5 16,0 2 2-16,-3 2-1 0,-6 0 2 0,14 5-4 16,-7 3 3-16,1 0-3 0,-2 2 3 0,0 4-1 15,-1 1 7-15,-2 4-2 0,2-2-1 0,-1 1 4 16,-3 0-6-16,1 0-2 0,1 0-12 0,-2-1-6 16,-1 0-14-16,3-2-24 0,-2-2-11 0,2-2-20 15,-1-1-15-15,1 0-17 0,1 0-1 0,-2-4-91 16,5-1-234-16,-2-2 104 0</inkml:trace>
  <inkml:trace contextRef="#ctx0" brushRef="#br0" timeOffset="50636.34">7250 6521 30 0,'0'0'167'0,"0"0"-12"0,1-8-24 0,-1 8-9 0,0 0-12 15,0 0-17-15,0 0-9 0,0 0-2 0,0 0-14 16,0 0-6-16,0 0-2 0,0 0-14 0,0 0-1 15,0 0-5-15,5 25-6 0,-3-15-11 0,-2-1-13 16,3 1-13-16,0 0-18 0,-1-1 1 0,1 1-23 16,-1-1-10-16,1-1-19 0,0-1-15 0,-2 0-8 15,1 0-67-15,3-3-175 0,-5-4 78 0</inkml:trace>
  <inkml:trace contextRef="#ctx0" brushRef="#br0" timeOffset="50779.56">7230 6380 42 0,'-3'-10'88'0,"1"-1"-14"0,1 3-15 15,0 2-16-15,1 6-22 0,0 0-22 0,1-10-11 16,-1 10-18-16,0 0-18 0,0 0-51 0,0 0 23 16</inkml:trace>
  <inkml:trace contextRef="#ctx0" brushRef="#br0" timeOffset="51068.38">7441 6529 18 0,'14'-11'109'0,"0"3"3"0,-1-3-9 16,-2 2 0-16,0-2-1 0,-2 2-30 0,-1-1 6 15,-1 4-2-15,0-2-15 0,-5 0-6 0,1 5-8 16,-3 3 2-16,5-11-3 0,-5 11-9 0,-1-6-5 15,1 6-4-15,0 0-3 0,0 0 2 16,-20-5-2-16,11 8-7 0,-1 2 0 0,-5 2 8 0,-2 3 10 16,1 3-6-16,-2 5 1 0,1-4-2 0,4-1-1 15,-2 2-3-15,5-1-5 0,0 1 5 0,3-1-10 16,3-1 2-16,1-1 0 0,1-2-12 0,4 1-17 16,-1-1 2-16,4-1-18 0,0-3-17 15,5 1-23-15,2-4-14 0,6 1-5 0,1-1-23 16,1-4-75-16,1 1-198 0,6-6 88 0</inkml:trace>
  <inkml:trace contextRef="#ctx0" brushRef="#br0" timeOffset="51339.21">7857 6500 81 0,'0'0'96'0,"0"0"-14"0,0 0-3 16,0 0-15-16,0 0-10 0,9 0-10 15,-9 0-19-15,0 0-14 0,8 6-18 0,-8-6-2 16,8 7-9-16,-5-2-6 0,-3-5-6 0,4 9-7 16,-3-5 3-16,-1-4 4 0,1 12 4 0,-1-12 9 15,-1 11 8-15,1-11 4 0,-4 9 13 0,0-5 0 16,4-4 14-16,-5 9-4 0,5-9 13 0,-4 7-6 0,4-7 6 16,-2 4-2-16,2-4-3 0,-5 5-4 15,5-5-8-15,0 0 9 0,0 0 6 0,0 0-1 16,6 10-7-16,-6-10-9 0,12 3-13 0,-2-5-13 15,2 1-34-15,6-1-48 0,-5-1-104 0,6-3 46 16</inkml:trace>
  <inkml:trace contextRef="#ctx0" brushRef="#br0" timeOffset="53426.96">8464 3534 26 0,'0'0'58'0,"0"0"-12"15,0 0-1-15,0 0 0 0,0 0-4 0,0 0 0 16,0 0-2-16,0 0-7 0,0 0 0 0,0 0-4 16,0 0-8-16,0 0 7 0,0 0 4 0,0 0-10 15,0 0-3-15,0 0 2 0,0 0-4 0,0 0 0 0,0 0-2 16,0 0-19-16,-17-17 20 0,17 17-3 16,0 0 4-16,0 0-1 0,0 0 6 0,0 0-1 15,-5-3 1-15,5 3-9 0,0 0 8 0,0 0-3 16,0 0-3-16,0 0 3 0,0 0-2 0,0 0-10 15,-8-4-6-15,8 4 8 0,0 0 0 0,0 0 4 16,0 0-8-16,0 0 4 0,0 0-5 0,0 0 2 16,0 0-2-16,0 0 1 0,0 0-1 0,0 0 1 15,0 0 2-15,0 0-5 0,0 0 3 0,0 0-3 16,0 0 1-16,0 0 1 0,0 0-5 0,0 0-2 16,0 0 7-16,0 0-4 0,0 0 4 0,0 0-2 15,0 0 3-15,0 0-4 0,0 0 5 0,0 0 0 16,0 0-5-16,0 0 8 0,0 0 3 0,0 0-14 15,0 0 8-15,0 0-13 0,0 0 9 0,0 0-1 16,0 0 1-16,0 0 4 0,0 0-1 0,0 0-3 16,0 0-5-16,0 0 2 0,0 0-9 0,0 0 7 15,0 0-2-15,0 0-6 0,0 0-9 0,0 0 1 16,0 0 1-16,0 0-12 0,0 0-2 0,0 0-9 16,0 0-3-16,0 0-4 0,0 0-6 0,0 0-34 15,0 0-98-15,0 0 43 0</inkml:trace>
  <inkml:trace contextRef="#ctx0" brushRef="#br0" timeOffset="55236.25">12538 3517 39 0,'-5'6'41'0,"5"-6"-1"0,0 0 0 0,0 0-9 16,0 0 3-16,0 0-10 0,0 0-2 15,0 0-1-15,0 0-2 0,0 0-7 0,0 0 5 16,0 0-4-16,0 0 2 0,0 0-4 0,0 0-1 0,0 0-2 16,-4 5 2-16,4-5 1 0,-8 5-6 0,8-5-1 15,-6 3 1-15,6-3-1 0,-9 1 2 16,9-1-4-16,-8 4-1 0,8-4 5 0,-7 1-5 15,7-1 5-15,0 0-6 0,-12 3 3 0,12-3 0 16,0 0 3-16,-11 0-3 0,11 0 0 0,-8 1-1 16,8-1 11-16,-12-1-1 0,12 1-1 0,-11 1-2 15,11-1 7-15,-9 0-9 0,9 0 2 0,-9 2 2 16,9-2 0-16,0 0 2 0,-9 0 1 0,9 0-1 16,0 0 0-16,-9 1 6 0,9-1 2 0,0 0-5 15,0 0 0-15,0 0 2 0,0 0-4 0,0 0 3 16,0 0 1-16,-10 3-2 0,10-3 4 0,0 0-3 15,0 0 11-15,0 0-5 0,0 0 3 0,0 0 2 16,0 0 20-16,0 0-13 0,0 0 8 0,0 0 2 16,0 0 4-16,0 0-9 0,32-3 0 0,-14 3 5 15,1 0-3-15,0-2 0 0,9 1 1 0,5-3-4 16,0 1-5-16,1 0 2 0,7 1-4 0,-7-2-1 16,6 2-1-16,-4 1-8 0,0-2 1 0,-2 2-2 15,-2 1 4-15,-1-2-8 0,-2 1-2 0,-9 1-2 16,0-1-1-16,-4 1 0 0,2 1-1 0,-5-2 0 15,-3 1-6-15,0-2 0 0,-1 2 4 16,-9 0-4-16,12 0 1 0,-12 0-1 0,9 0 1 0,-9 0 0 16,8 2-2-16,-8-2 4 0,0 0 3 0,0 0 5 15,12-2 5-15,-12 2 0 0,0 0 4 0,0 0-6 16,0 0 5-16,7-2-5 0,-7 2 3 0,0 0-2 16,0 0-3-16,0 0-2 0,0 0 1 15,0 0-3-15,0 0-2 0,0 0 1 0,0 0-5 16,0 0-1-16,0 0 2 0,0 0-8 0,0 0-1 15,0 0-16-15,0 0-14 0,6 4-16 0,-6-4-23 0,0 0-31 16,0 0-37-16,5 9-28 0,-5-9-97 0,0 0-284 16,-13 14 126-16</inkml:trace>
  <inkml:trace contextRef="#ctx0" brushRef="#br0" timeOffset="56001.06">8197 3579 90 0,'0'0'87'0,"0"0"0"0,0 0-5 0,0 0-5 15,0 0-2-15,0 0-10 0,0 0 4 0,0 0-8 0,0 0-6 16,0 0-7-16,0 0 6 0,0 0-6 16,0 0-2-16,0 0-8 0,0 0 6 0,0 0-10 15,0 0 4-15,0 0-10 0,0 0-2 0,0 0-1 16,0 0-2-16,0 0-4 0,0 0-3 0,0 0 0 15,0 0-5-15,0 0-11 0,0 0-14 0,0 0-1 16,0 0-22-16,0 0-11 0,0 0 0 0,0 0-9 16,0 0-1-16,0 0-17 0,0 0-77 0,0 0-165 15,0 0 74-15</inkml:trace>
  <inkml:trace contextRef="#ctx0" brushRef="#br0" timeOffset="57111.21">13167 3507 35 0,'0'0'48'0,"0"0"-4"0,0 0 0 15,0 0-3-15,0 0-6 0,0 0-4 0,0 0-1 16,0 0 2-16,0 0-5 0,0 0 0 0,0 0 1 16,0 0-2-16,0 0-7 0,0 0 9 0,0 0-12 15,0 0-1-15,0 0 7 0,0 0-1 0,0 0 14 16,0 0-20-16,0 0 3 0,0 0 1 0,0 0 0 16,0 0 5-16,0 0 0 0,0 0-3 0,0 0-2 15,0 0 1-15,0 0-3 0,0 0 3 0,0 0 11 16,0 0-11-16,0 0-2 0,0 0-4 0,0 0-3 15,0 0 1-15,0 0 3 0,0 0-2 0,0 0 1 16,0 0 3-16,0 0 4 0,0 0-5 0,-16-12 2 16,16 12-10-16,0 0-4 0,0 0 5 0,0 0-5 15,0 0 6-15,0 0-1 0,0 0 1 0,0 0-13 16,0 0 9-16,0 0-2 0,0 0-3 0,0 0 3 16,0 0-4-16,0 0-1 0,0 0 8 0,0 0-7 15,0 0 2-15,0 0-2 0,0 0 4 0,0 0-5 16,0 0 1-16,0 0 0 0,0 0 6 15,0 0 0-15,0 0-3 0,0 0-2 0,0 0 2 16,0 0-1-16,0 0 0 0,0 0-1 0,0 0 7 16,0 0-12-16,0 0 9 0,0 0-8 0,0 0 4 15,0 0 2-15,0 0 3 0,0 0-6 0,0 0-3 0,0 0 9 16,0 0-6-16,0 0 3 0,0 0-2 0,0 0 0 16,0 0-2-16,0 0 0 0,0 0 2 15,0 0 3-15,0 0-4 0,0 0-3 0,0 0 2 16,0 0-1-16,0 0 1 0,0 0 5 0,0 0 2 15,0 0-6-15,0 0 2 0,0 0-8 0,0 0-12 16,0 0-31-16,0 0-15 0,0 0-35 0,0 0-58 16,0 0-168-16,-15 10 74 0</inkml:trace>
  <inkml:trace contextRef="#ctx0" brushRef="#br0" timeOffset="62370.25">8791 6265 144 0,'0'0'196'0,"-4"-11"-10"16,3 5-10-16,1 6-3 0,-3-8-4 0,3 8-10 15,-4-8-14-15,4 8-15 0,0 0-16 0,-1-7-8 16,1 7-19-16,0 0-8 0,0 0-7 0,0 0-9 16,0 0-5-16,13 21-8 0,-6-10-7 0,0 5 0 15,2 2-5-15,1 5-20 0,0 5-3 0,1 0 0 16,-1 1-1-16,-4-10 0 0,3 4-5 0,0 2 2 0,0-8-7 15,-3 0 9-15,2-2-6 0,-4-2 3 16,2-3-1-16,1 0-3 0,-2-1 4 0,0-1-3 16,-3-3 1-16,1 1 2 0,0-1 11 0,-3-5 13 15,5 3 10-15,-5-3 0 0,0 0-5 0,0 0-3 16,12-8-3-16,-6-1-2 0,-1-3-2 0,1-3-3 16,-1-2-4-16,4-6 0 0,-2 4-5 0,0-6-1 15,5-2-4-15,-5 0 2 0,2-1-4 0,0-1 0 16,1 2-4-16,-1-3 0 0,-1 7-1 0,1 4-10 15,-3 2-9-15,-2 2-15 0,0 3-21 0,-3 5-35 16,-1 7-38-16,4-9-17 0,-4 9-9 16,7 1-18-16,-7-1-19 0,5 14-138 0,-5-2-350 0,-3 4 155 15</inkml:trace>
  <inkml:trace contextRef="#ctx0" brushRef="#br0" timeOffset="62737.9">9132 6454 73 0,'0'0'160'0,"0"0"-10"16,0 0-7-16,0 0-19 0,0 0-23 0,1 10-2 16,-1-10 1-16,2 6-9 0,-2-6 3 0,2 18-5 15,-1-2-7-15,1 1-9 0,0 8 0 0,-2-8-6 16,0 2-1-16,2-1-2 0,-1 0-10 0,-2-1 0 16,-1 0-7-16,2-2 4 0,-1-4-3 0,1-2-9 0,-1 3-2 15,-2-6 2-15,2 0-8 0,1-6 2 16,-1 10-5-16,1-10 9 0,0 7 6 0,0-7 2 15,0 0 1-15,0 0 0 0,0 0-9 0,0 0-2 16,0 0-2-16,0 0-5 0,0 0-5 0,19-20 0 16,-9 9-6-16,2-1-1 0,0 1 1 0,2-3-6 15,-1 3 2-15,4 3-2 0,-7 2-3 0,2-1-1 0,-1 4-3 16,1 1-2-16,0 2-2 0,-4 0-1 16,2 1 0-16,-3 2-4 0,-2 4 4 0,-2-2 2 15,1 5-2-15,-2 2 5 0,-5 1-1 0,-1-2 1 16,-3 4-3-16,-2 4 2 0,-2-3-2 0,-1 0 0 15,0 0-11-15,-1-5-8 0,1 3-29 0,1-4-21 16,2-2-26-16,1-1-53 0,4-1-41 0,4-6-154 16,-13 5-370-16,13-5 164 0</inkml:trace>
  <inkml:trace contextRef="#ctx0" brushRef="#br0" timeOffset="63038.4">9509 6693 72 0,'10'-2'182'0,"1"0"-5"16,0-1 0-16,-1-1-6 0,1 2-7 0,0 0-6 16,-1-2-13-16,2 0-11 0,-2-1-10 0,2 1-12 15,0-2-5-15,-2 0-7 0,1-1-9 0,-1 0-3 0,-2-1-7 16,-1 3 1-16,-2 0-9 0,-2-1-3 16,2 1-2-16,-2-1-10 0,-3 6-12 0,0-11-4 15,0 11-7-15,-9-7-1 0,9 7-7 0,-13-5-3 16,3 5-6-16,-4 2-1 0,1 0 0 0,-6 4-5 0,3 2-1 15,0 0-5-15,2 2 2 0,1-1-1 16,4-2 0-16,2 2-1 0,0 0-1 0,3-1 3 16,0 1-5-16,4-1 3 0,0-8 0 0,8 15 2 15,1-9-5-15,0 1-17 0,7 1-24 0,1-3-26 16,-1-2-37-16,3 2-38 0,-3-4-42 0,-3 4-42 0,-2-4-116 16,-6 3-367-16,-5-4 164 0</inkml:trace>
  <inkml:trace contextRef="#ctx0" brushRef="#br0" timeOffset="63230.43">8949 7206 230 0,'-7'4'238'0,"2"-1"-24"16,5-3-19-16,0 0-3 0,0 0 7 0,20 2-1 15,8-9-8-15,21-6-11 0,6-5-16 0,34-9-17 16,-5-2-14-16,-21 11-9 0,28-7-19 0,-31 10-17 15,-3 1-50-15,-8 3-55 0,-16 5-62 0,-2 6-66 16,-12 3-52-16,-10 6-167 0,-1 0-394 0,-6 2 175 16</inkml:trace>
  <inkml:trace contextRef="#ctx0" brushRef="#br0" timeOffset="63533.87">9179 7740 22 0,'-3'4'273'0,"3"-4"-25"0,0 0-27 0,0 0-6 16,0 0-2-16,0 0 2 0,0 0-3 0,22-20-3 16,-15 11-12-16,-1 0-7 0,3-5-13 0,8-5-10 15,-8 3-6-15,2 1-12 0,-3 1-14 0,0-2 4 16,-3-1-4-16,-1 3-19 0,1 3-9 0,-3-6-30 16,-1 6 8-16,2 2-2 0,-4-2-14 0,1 11-10 15,-2-9-1-15,2 9-5 0,-2-12-6 0,2 12-8 16,-5-6-4-16,5 6-6 0,-8 0-6 0,8 0-5 15,-10 6 2-15,5 3 3 0,-4 3-5 0,0 2-2 16,1 3 1-16,2 0-4 0,-3 8 2 0,7-6-8 16,0-2-3-16,4-2-3 0,-1 3-32 0,3-8-15 15,1 2-31-15,2-3-30 0,2-1-31 0,0 0-41 16,4-3-47-16,5 1-43 0,1-4-40 0,0-4-179 16,-1-1-529-16,4-1 233 0</inkml:trace>
  <inkml:trace contextRef="#ctx0" brushRef="#br0" timeOffset="63680.97">9392 7361 204 0,'-9'-10'241'0,"2"2"-20"15,1 1-25-15,1 2-19 0,0 1-20 0,5 4-17 16,-8-5-16-16,8 5-22 0,0 0-33 16,0 0-39-16,-4 16-53 0,4-16-61 0,8 19-64 15,-2-9-87-15,4 3-254 0,4-1 113 0</inkml:trace>
  <inkml:trace contextRef="#ctx0" brushRef="#br0" timeOffset="64010.02">9554 7479 151 0,'0'0'241'0,"0"0"-20"16,1 10-16-16,-1-10-10 0,0 0-2 0,-1 14 0 16,0-7-10-16,2 1-14 0,-1-8-17 0,0 15-11 0,0-9-6 15,3 4-19-15,-3 0-11 0,1-4-5 16,-1-6-4-16,0 18-15 0,1-10-8 0,-2 0-7 15,1-8-1-15,1 13-9 0,-1-9-6 0,0-4 0 16,0 9-7-16,0-9-3 0,1 10-4 0,-1-10-2 16,0 0-1-16,0 0-4 0,0 7-4 0,0-7 2 0,0 0 0 15,0 0-5-15,0 0-8 0,0 0-5 16,21-11-1-16,-12 8-3 0,2-3 1 0,1 0 6 16,2 2-11-16,-3 1-3 0,2-1-1 0,1 2 1 15,-2 0 5-15,-2 4-9 0,-10-2-5 0,13 2 6 0,-8 0 0 16,-1 2 2-16,-4-4-1 0,3 11 1 0,-4-2 2 15,-1 0 1-15,-4 2-2 0,0 1 2 16,-2-5-3-16,-4 5 5 0,1-4-9 0,-3 2-20 16,1-3-20-16,1-2-35 0,-1 1-41 0,0-2-39 15,2-4-57-15,-1 2-231 0,12-2-487 0,-16-6 216 0</inkml:trace>
  <inkml:trace contextRef="#ctx0" brushRef="#br0" timeOffset="64269.71">10011 6719 2970 0,'9'-49'5'0,"-2"15"10"0,-2 4 58 0,-4 5-5 16,-1 8 0-16,1 5-9 0,1 2-17 0,-2 3-6 0,0 0-5 16,0 7-11-16,2-7-3 0,-2 7 7 0,0 0 19 15,7 22 3-15,-5 5 15 0,0 20 13 0,-2 6-2 16,2 34-4-16,-3 1 5 0,2 1 1 0,-1-5-18 15,0 0-6-15,-2-27-4 0,0 25 1 0,2-27-7 16,-2-1-2-16,-1-1-20 0,2-1-43 0,-1 3-35 16,1-4-38-16,-1 0-40 0,0-3-29 0,5 1-9 15,-1-2-36-15,4-13-42 0,1-1-264 0,1-4-560 16,-2-3 248-16</inkml:trace>
  <inkml:trace contextRef="#ctx0" brushRef="#br0" timeOffset="64856.27">10267 7488 190 0,'0'-12'254'0,"0"12"-23"0,0 0-29 0,1-9-24 16,-1 9-15-16,0 0-9 0,0 0-9 0,0 0 7 15,17 24-9-15,-13-12-4 0,6 10-8 0,1 2-7 16,-3 0-12-16,0-6-6 0,3 5-11 0,-2 1-9 15,-1-9-5-15,-2 0-4 0,3 0-3 0,-2-5 0 16,-1 0-3-16,-1-2 2 0,0-1 0 0,2 0 5 16,-2-4 12-16,-1 0 29 0,-4-3-14 0,9 1 4 15,-9-1-10-15,11-5-11 0,-6 0-8 16,2-7-1-16,0-3-8 0,1-2-11 0,1-2-5 16,-2-5-6-16,1 2-1 0,0-3-5 0,-2-2-11 0,-1 1 5 15,0 1-15-15,1-2-5 0,-3 1-20 0,1 10-19 16,0-1-21-16,-2 7-22 0,1 0-21 0,-2 2-51 15,2 4-54-15,-3 4-34 0,0 0-22 0,0 0-12 16,0 0-35-16,0 0-180 0,10 19-512 0,-6-8 228 16</inkml:trace>
  <inkml:trace contextRef="#ctx0" brushRef="#br0" timeOffset="65070.18">10760 7516 245 0,'0'0'239'0,"0"0"1"15,0 0 0-15,0 0-2 0,0 0-14 0,-15-6-15 16,15 6-10-16,0 0-3 0,-22 12-19 0,13-3-7 16,-1 2-7-16,-1 4-5 0,2 0-13 0,-3 3-4 15,2 1-15-15,1-3-4 0,2 1-11 0,0 0-19 16,3 1-11-16,3-2-5 0,0 2 0 0,2-5-12 16,3 1-8-16,2-2-18 0,-1-3-32 0,3 1-40 15,1-2-48-15,2-2-61 0,-1-1-75 0,3-3-68 16,-1 0-226-16,6-4-554 0,-4 0 245 0</inkml:trace>
  <inkml:trace contextRef="#ctx0" brushRef="#br0" timeOffset="65389.82">10920 7712 2536 0,'10'-5'160'0,"-10"5"-48"0,7-2-54 16,-3-2 6-16,-4 4 6 0,10-5 12 0,-5 1 11 15,-5 4 10-15,11-4 9 0,-11 4 16 0,13-6-8 16,-8 2-8-16,2 4-5 0,-1-4-19 0,3-2 10 15,0-2-8-15,-4 5-20 0,0-3 10 0,2 1-6 16,3-3-12-16,-4 2 9 0,1-1-21 0,-1-2-5 16,-3 4 1-16,-1-1-3 0,1 0-2 15,-2-2-11-15,-1 8-2 0,-1-12-5 0,1 12-6 0,-5-12-1 16,2 6-5-16,3 6-17 0,-9-7 18 0,2 3-3 0,7 4-10 16,-19 0-11-16,9 4 10 0,-6 2-1 15,5-1 5-15,-4 7-4 0,1 1 2 0,2 0-4 16,-2 0 5-16,4 2 3 0,0-1-3 0,4-3-5 15,2 1 0-15,1-2 0 0,1 0 11 0,2 2-7 0,1-3-3 16,5-2-17-16,1 2-17 0,2-5-20 0,2 4-27 16,2-5-38-16,5 1-37 0,1-3-49 15,-1 0-65-15,1-2-50 0,-2-2-269 0,-3 2-640 16,2-3 283-16</inkml:trace>
  <inkml:trace contextRef="#ctx0" brushRef="#br0" timeOffset="65556.67">11269 7628 149 0,'0'0'304'0,"4"-8"-10"0,1 6-17 16,-5 2-14-16,6-6-22 0,-6 6-17 0,12-6-24 0,-7 3-20 15,1 0-19-15,6-2-16 0,-6 1-36 0,3 3-32 16,-4-2-39-16,3-1-42 0,-8 4-49 0,14-1-44 16,-9 1-35-16,-5 0-29 0,15 1-23 15,-10 1-19-15,-5-2-102 0,7 6-331 0,-6 0 147 0</inkml:trace>
  <inkml:trace contextRef="#ctx0" brushRef="#br0" timeOffset="65683.73">11372 7668 115 0,'-5'7'152'0,"5"-7"-8"16,-2 7 1-16,2-7 2 0,0 0-2 0,0 0 3 0,0 0 4 15,1 10 3-15,-1-10 1 0,0 0-4 0,8 3-9 16,-8-3-11-16,7 4-12 0,-7-4-14 16,11 0-16-16,-11 0-46 0,11 0-55 0,-11 0-60 15,13-2-69-15,-13 2-198 0,13-1-365 0,-13 1 161 0</inkml:trace>
  <inkml:trace contextRef="#ctx0" brushRef="#br0" timeOffset="65979.87">11743 7572 60 0,'0'0'292'0,"10"-2"-6"0,-10 2-15 16,0 0-12-16,8-3-1 0,-8 3 7 0,0 0 6 15,0 0-22-15,0 0-3 0,0 0-22 0,-19 33-12 16,11-20-7-16,0-4-34 0,-3 4-12 15,7-6-15-15,-2 4-6 0,1-4-21 0,3 3-7 16,2-2-15-16,0-8-6 0,0 12-8 0,0-12-4 0,5 10-10 16,1-5 7-16,-6-5-20 0,19 1 3 0,-8-1-6 15,2-3-3-15,4-1 1 0,-1-3 1 0,2 1-20 16,-1-3 5-16,-2 0-2 0,3-2-17 0,-5 1 12 16,-3 1 2-16,-2 2-6 0,-3-4-15 0,-1 2 12 15,-2-1-4-15,-2-1-2 0,0 0 1 0,-4 2-10 16,-7 0-1-16,-1 2-18 0,1 1-20 0,-5-1-45 15,-4 4-18-15,-2 1-34 0,-7 4-47 0,0-1-67 16,1 2-80-16,-4 4-330 0,-1-2-707 0,0 2 313 16</inkml:trace>
  <inkml:trace contextRef="#ctx0" brushRef="#br0" timeOffset="66967.25">10652 7937 38 0,'0'0'100'0,"0"0"-11"0,0 0-12 0,0 0-35 0,0 0-20 15,13 10-29-15,-5-9-54 0,-4 2-64 16,5-3 28-16</inkml:trace>
  <inkml:trace contextRef="#ctx0" brushRef="#br0" timeOffset="67277.92">12019 7827 6 0,'0'0'134'0,"0"0"1"0,0 0-4 15,9 0-11-15,-9 0-12 0,0 0-12 0,0 0-3 16,0 0-7-16,0 0-18 0,0 0-3 0,0 0-4 15,0 0-9-15,0 0-2 0,0 0-2 0,0 0-6 16,0 0-1-16,0 0-8 0,0 0-4 0,0 0-3 16,0 0-2-16,0 0 1 0,0 0-10 0,0 0-10 15,0 0-29-15,0 0-7 0,-14 19-36 0,14-19-25 16,-10 6-33-16,3-3-68 0,-3 0-208 0,1 2 93 16</inkml:trace>
  <inkml:trace contextRef="#ctx0" brushRef="#br0" timeOffset="67668.22">10409 8100 126 0,'0'0'126'15,"0"0"-19"-15,0 0-12 0,0 0-9 0,10 1-27 16,-10-1-30-16,9 2-10 0,-9-2-27 0,10 1-39 16,-3 1-52-16,-2 1-107 0,-5-3 47 0</inkml:trace>
  <inkml:trace contextRef="#ctx0" brushRef="#br0" timeOffset="68180.39">11997 7935 113 0,'0'0'144'0,"0"0"-7"0,0 0-14 15,0 0-10-15,0 0-18 0,0 0-6 0,0 0-10 16,0 0-5-16,0 0-18 0,0 0-4 0,0 0-20 16,0 0-27-16,0 0-18 0,0 0-39 0,0 0-18 15,0 0-94-15,0 0-175 0,-20 3 77 0</inkml:trace>
  <inkml:trace contextRef="#ctx0" brushRef="#br0" timeOffset="92479.33">6769 9724 99 0,'3'19'137'0,"-5"-7"-6"0,1 4-13 0,0-3-9 15,-3 2-10-15,-1 1-6 0,2 2-11 16,-2-2-3-16,1-1-10 0,3-2-4 0,-1-3-6 0,0 0 2 15,0 0 0-15,0 1 1 0,1-5-7 0,1-6-1 16,-1 11-3-16,1-11 5 0,0 10 6 16,0-10 8-16,0 0 12 0,-2 8 12 0,2-8 1 15,0 0-4-15,0 0-9 0,0 0-5 0,0 0-15 0,0 0-6 16,0 0-2-16,-1-29-7 0,2 19-2 0,1-4-5 16,2-1-1-16,-2-5-9 0,2 1-3 0,3-5-4 15,-1-4-1-15,3 2-4 0,-3-1 0 0,5-1-4 16,1 3 2-16,-3-2-9 0,4 3 18 0,1 3-1 15,-4 4-3-15,0 3-3 0,-2 3-3 0,-3 1-2 16,4 2-4-16,-5 3-3 0,2 1-3 0,-6 4 0 16,12-1-1-16,-12 1 0 0,11 8-1 0,-2-1 1 15,-2 3-2-15,-1 4 1 0,3 2 0 0,0 1-1 0,-3 1 2 16,1 0 1-16,-3 2-2 0,1-1 1 16,-1-2 2-16,2 2-1 0,-2 0 4 0,1-2-4 15,-4-1-2-15,3 0 3 0,-1-5-1 0,0 1-3 16,1 0 5-16,0-2-3 0,-1 2-13 0,0 2-26 15,0-4-28-15,0 2-40 0,-1-3-43 0,1 1-34 16,-1-2-28-16,1-1-147 0,-3-7-386 0,0 0 170 16</inkml:trace>
  <inkml:trace contextRef="#ctx0" brushRef="#br0" timeOffset="93110.12">6740 9832 28 0,'0'0'191'0,"0"0"-18"0,-4-3-18 0,4 3-14 16,0 0-13-16,0 0-13 0,17-7-19 0,-6 5-10 0,2 0-21 15,5-1-16-15,2 1-19 0,8 0-13 0,0 0-29 16,2 1-7-16,0 1-21 0,1-2-11 16,1 0-8-16,-3 2-7 0,1 0-2 0,-9 0 4 15,1 2 8-15,-3-2 1 0,-3 0 12 0,-5 0 7 16,0 0 10-16,-1 0 17 0,-4 0 19 0,-6 0 19 15,12 2 13-15,-12-2 14 0,9 0 2 0,-9 0 11 16,0 0 2-16,10-1 0 0,-10 1-2 0,0 0 5 16,7 1 6-16,-7-1 4 0,0 0 1 0,12 0 0 15,-12 0-3-15,15-2-4 0,-8-1-3 0,3 3-6 0,3-4-6 16,-3 2-7-16,4-1-7 0,-1 1-3 16,-2 0-5-16,3 1-2 0,-2-3-15 0,-1 2-10 15,-2 2-10-15,2-2-10 0,-3 2-8 0,-8 0-10 16,11-3-5-16,-11 3 2 0,9-1-3 0,-9 1 8 15,5-3 1-15,-5 3 2 0,0 0 2 0,0 0-1 0,0 0 3 16,0 0-1-16,0 0 3 0,0 0 7 0,0 0 5 16,0 0 9-16,-25 4-8 0,25-4 5 0,-11 7-6 15,6-2 10-15,1 2 17 0,-3 3 0 0,1-2 0 16,1 8 8-16,1-3 3 0,-1 1-3 16,1 5 1-16,2 1 5 0,-1-2-4 0,1 0 6 0,0 2-7 15,1-1-6-15,1 0 4 0,-4 0-3 0,4-1 0 16,3-3-7-16,-3-2-3 0,1-2-2 0,-1 0 2 15,0 0-3-15,0-4-1 0,0-7-3 16,-1 12 1-16,1-12-1 0,0 10-1 0,0-10 0 0,-3 9 2 16,3-9-2-16,-5 4 2 0,5-4-1 0,0 0-1 15,-10 0-1-15,10 0 2 0,0 0-3 0,-12-6-2 16,12 6 0-16,-8-3 0 0,8 3-2 0,-6-4 1 16,6 4 0-16,0 0-3 0,-7-5 4 15,7 5-4-15,0 0-4 0,0 0 1 0,-6-4-3 0,6 4-1 16,0 0-3-16,0 0 8 0,0 0-2 0,0 0 0 15,0 0-19-15,0 0-22 0,0 0-25 16,25 10-38-16,-12-10-44 0,1 0-42 0,4 0-175 16,-2-4-396-16,3-1 175 0</inkml:trace>
  <inkml:trace contextRef="#ctx0" brushRef="#br0" timeOffset="93274.03">7777 9926 209 0,'0'0'187'16,"11"-8"-15"-16,-4 4-16 0,2-3-15 0,1 3-13 16,-2-2-18-16,0 6-19 0,1-1-36 0,0-1-41 15,-2 0-24-15,1 1-29 0,-8 1-29 0,15 3-18 16,-9 0-91-16,-1-1-192 0,-5-2 85 0</inkml:trace>
  <inkml:trace contextRef="#ctx0" brushRef="#br0" timeOffset="93404.57">7801 10013 45 0,'0'0'142'0,"-7"5"-18"16,7-5 4-16,0 0-6 0,-6 6 1 16,6-6-1-16,0 0 3 0,0 0-8 0,0 0-11 0,14 5-7 15,-3-6-18-15,6-3-25 0,3-1-39 0,12-2-50 16,0-4-63-16,-2 3-117 0,-1-2-231 0,2-2 102 16</inkml:trace>
  <inkml:trace contextRef="#ctx0" brushRef="#br0" timeOffset="93592.19">8202 9928 192 0,'0'0'271'0,"-10"0"-24"0,10 0-25 16,0 0-23-16,0 0-20 0,0 0-19 0,0 0-20 16,28-10-27-16,-12 7-34 0,2-1-29 0,4 0-25 15,5-3-20-15,2 1-24 0,-2-1-26 0,5 0-19 16,2 1-12-16,-2-3-26 0,0 3-10 15,-2-2-15-15,-2-1-97 0,-3 0-240 0,4-2 106 16</inkml:trace>
  <inkml:trace contextRef="#ctx0" brushRef="#br0" timeOffset="93910.21">8663 9784 643 0,'17'-15'-32'0,"-6"1"15"16,-1-2 23-16,-3-1 20 0,-3-1 15 0,-3-3 20 15,-1 3 7-15,1-7-1 0,-1 0 12 0,0 7 9 16,0 1 22-16,1 5 19 0,-1 2 11 0,2-1 4 16,-2 5-12-16,0 6-14 0,0-13-13 0,0 13-10 15,0 0-8-15,0 0 13 0,0 0-1 0,6 37-6 16,-6-9 0-16,-1 5-1 0,-2-1-3 0,1 0-3 15,-1 4-1-15,1-4 1 0,-1 0 2 0,0-5 0 16,2-8-3-16,0-1-7 0,0-1-5 0,-1-6-1 16,2 1-1-16,-2-1-12 0,1 0 1 0,1-3 5 15,-2-1-10-15,2-7-3 0,0 0 8 0,0 0 3 16,0 0 4-16,0 15-11 0,0-15-2 0,0 0-2 16,0 0-10-16,0 0-7 0,10-23-8 0,-3 13-6 15,-1-3-4-15,11-1-21 0,0-5-5 0,3 3-3 16,-3 4 4-16,2 1-5 0,-3 2 8 0,-4 3-8 15,1 2 7-15,-1 2-13 0,1 1 4 0,-1 1 15 16,-2 2-13-16,2 4 5 0,-4 2-3 0,0-1 4 16,-2 3-3-16,1 1-13 0,-1 4-15 0,1 1-12 15,-5 0-19-15,-1-4-23 0,2 5-26 0,0-2-31 16,-3-2-29-16,2-2-46 0,1 2-35 0,-2-1-225 16,2-2-523-16,-1 0 231 0</inkml:trace>
  <inkml:trace contextRef="#ctx0" brushRef="#br0" timeOffset="94165.27">9246 9732 165 0,'0'-15'261'0,"0"3"2"16,-3 2-4-16,2 3-1 0,1 7-16 0,-4-11-21 16,4 11-29-16,-5-5-14 0,5 5-8 0,0 0-6 15,-22 23 2-15,9 0-3 0,0 1-8 0,-2 5-9 16,1 1-7-16,2 1-12 0,-4-2-5 0,2 20-11 15,4-14-12-15,0-4-10 0,2 2-6 0,4-1-11 16,-1-2-5-16,1-4 11 0,3-1-24 0,1 0-4 16,0-1-7-16,0-7 1 0,0 2-10 0,1-2-15 0,2-2-42 15,-2-2-30-15,-2-1-34 0,0-2-31 16,-1-1-41-16,-3 1-45 0,1 0-53 0,-1-4-53 16,-4 0-195-16,0-1-545 0,-2-1 242 0</inkml:trace>
  <inkml:trace contextRef="#ctx0" brushRef="#br0" timeOffset="94293.8">8989 10055 5 0,'10'-5'120'0,"9"0"-37"0,-1-1-40 0,0 3-52 16,0-2-32-16,-8 3-43 0,7-1 19 15</inkml:trace>
  <inkml:trace contextRef="#ctx0" brushRef="#br0" timeOffset="94545.88">9289 10106 74 0,'14'0'214'0,"-5"-5"-3"15,3 3-7-15,-2-3-4 0,0-4-11 0,7 1-6 16,-3-4-13-16,1 2-8 0,-1 0-13 0,0-4-9 16,-1 0-1-16,2 0-6 0,0-7-9 0,-5 6-7 15,-1 1 5-15,-3-2-7 0,-1 2-7 0,-2 4-4 0,-2-2 11 16,-2 2-2-16,-3 4 5 0,0-1-14 15,-1 2-8-15,-4 0 8 0,0 5 6 0,9 0 3 16,-27 3-17-16,11 1-5 0,-1 7-5 0,4 0-6 16,2 1-3-16,1 3-9 0,2 1-1 0,3 1-16 0,2-2 3 15,3-1-21-15,5 1-33 0,2-2-40 16,4-1-35-16,6-2-35 0,2-1-48 0,5 0-44 16,6-2-60-16,-1-3-56 0,-6 0-228 0,-3-2-590 0,-1 0 262 15</inkml:trace>
  <inkml:trace contextRef="#ctx0" brushRef="#br0" timeOffset="95150.35">4944 8322 231 0,'-7'-13'243'0,"1"7"-8"0,1 0-12 15,-3 0-4-15,-3 1-12 0,1 1-8 16,-2 0-13-16,-2 1 4 0,1 3-12 0,-7 0-12 16,0 3-11-16,-5 6-16 0,1 3-9 0,0 0-12 15,-2 2-10-15,9-1-14 0,-3 4-13 0,2 6-5 0,4-1-9 16,4 1-3-16,6-5-13 0,2 0-4 0,4 1-5 16,2 0-2-16,6 5-5 0,3-2 0 15,4-1-4-15,-5-7-2 0,7 5-9 0,-4-3 3 16,0-4-4-16,0 2-9 0,1-3-4 0,-4 0-7 0,-2-1-5 15,-3-2 0-15,-1 0 3 0,-3 0 3 0,1-2-1 16,-4 4 0-16,-5 1-7 0,-6 2-18 0,-3-5-15 16,-2 3-13-16,-10 3-25 0,-1-3-25 15,-1 0-20-15,3-1-33 0,7-4-28 0,1 0-25 0,6-5-34 16,-2 3-165-16,5-6-441 0,8 2 196 0</inkml:trace>
  <inkml:trace contextRef="#ctx0" brushRef="#br0" timeOffset="95332.28">4949 8568 266 0,'7'-3'274'0,"-7"3"-21"0,9-2-22 0,-9 2-17 15,5-5-14-15,-5 5-23 0,0 0-13 0,9-2-24 16,-9 2-14-16,0 0-12 0,0 0-11 0,5 12-10 16,-4-6-7-16,-1 4-12 0,1 2-16 0,2-2-30 15,-2 3-30-15,0 0-42 0,-1-2-43 0,3 4-43 16,0-2-38-16,-1-2-37 0,-1 0-123 15,2-3-355-15,1 0 157 0</inkml:trace>
  <inkml:trace contextRef="#ctx0" brushRef="#br0" timeOffset="95487.26">4888 8335 17 0,'-4'-20'229'0,"-1"4"-20"0,2 0-23 0,2 4-24 16,0 0-40-16,2 6-32 0,-1 6-36 0,9-7-23 15,-1 5-29-15,5 5-21 0,4 5-28 0,0 4-21 16,6 9-19-16,0 7-61 0,-1 2-158 0,2 14 70 16</inkml:trace>
  <inkml:trace contextRef="#ctx0" brushRef="#br0" timeOffset="95836.29">5177 8663 81 0,'0'0'209'0,"1"6"-1"0,-1-6 4 15,0 0 3-15,0 0-5 0,0 0-14 0,0 0-6 16,0 0-14-16,0 0-14 0,0 0 1 0,0 0-6 15,-13-24-6-15,12 12-20 0,3-6-14 0,2 3-9 16,5-10-13-16,0 8-7 0,7-4-8 0,-4 5-5 16,4 4-11-16,-3 0-8 0,-1 7-7 0,-2 3-8 15,1-2-3-15,-1 4-7 0,3 2-2 0,-3 2-2 16,1 1-2-16,-2 4-3 0,0-1-2 16,-2 0-6-16,-1 2-1 0,-3 3-1 0,-1-4 1 0,-1 2-2 15,2-2 3-15,-4 0-4 0,-1-1 3 0,2-8-3 16,-1 12-3-16,1-12 1 0,-2 6 4 0,2-6-5 15,-4 4 1-15,4-4-8 0,0 0-11 0,0 0-6 16,0 0-2-16,0 0 0 0,-5-27-2 0,7 14-2 16,3-2 1-16,2 0 5 0,-1 1 0 0,3 4 5 15,-1 1 2-15,-1-2 4 0,1 5-1 0,2 1-1 16,-3 3 0-16,-1 0 1 0,4 2 0 0,2 3 2 16,-6 2 0-16,2 0 5 0,-3 7-2 0,1 0 0 15,-1 3-3-15,-1 2 2 0,-1 1-25 0,1 0-23 16,-2-1-33-16,-2 2-49 0,2-1-58 0,-1 0-59 15,0-1-182-15,0-5-467 0,2-3 207 0</inkml:trace>
  <inkml:trace contextRef="#ctx0" brushRef="#br0" timeOffset="96041.97">5707 8395 119 0,'-4'-27'281'0,"4"8"1"0,0 5-10 16,2 2 1-16,-2 2-18 0,0 1-23 0,0 9-24 15,0-11-31-15,0 11-18 0,0 0-15 0,0 0-14 16,1 26-11-16,-2 0-12 0,-5 19-7 0,1 5-13 16,1-3-3-16,1-1-10 0,-1 3-4 0,0-13-11 15,3 0-9-15,-3 0-27 0,1-3-23 0,-1-1-24 16,1 1-26-16,-3-3-43 0,4-3-48 0,-4-1-46 16,3-8-49-16,-5 1-193 0,1-5-465 0,1-3 205 15</inkml:trace>
  <inkml:trace contextRef="#ctx0" brushRef="#br0" timeOffset="96231.98">5703 8518 157 0,'9'-17'258'16,"4"4"-17"-16,-5 4-13 0,1 3-20 0,-1 0-18 16,1 2-15-16,-3 2-17 0,-6 2-16 0,15 6-13 15,-7 0-15-15,-2 3-8 0,-2 2-6 0,0 6-13 16,-6-1-7-16,0 3-8 0,-5 0-17 0,1 0-31 15,-2 4-31-15,-3-2-41 0,2-3-46 0,0-2-62 16,-1-2-45-16,-2 1-136 0,4-6-364 0,1-1 162 16</inkml:trace>
  <inkml:trace contextRef="#ctx0" brushRef="#br0" timeOffset="96436.27">5913 8355 1723 0,'14'-30'87'0,"0"2"47"0,-5 3 3 0,-1 9 16 15,-1 6-26-15,-2-1-25 0,-1 2-25 0,-1 3-20 16,1 1-16-16,-4 5 1 0,0 0 14 0,0 0 20 16,11 17 3-16,-8-1-6 0,-1 3-5 0,-1 6-2 15,-2 5-7-15,0-1-4 0,0 5-4 0,1-2-5 16,-3 1-4-16,-2-4-13 0,4 2-22 0,-1-3-24 16,4 1-22-16,-1-3-32 0,0 0-41 0,-2-6-48 15,2-1-41-15,3-3-47 0,-1 0-176 0,-1-6-458 0,1-1 203 16</inkml:trace>
  <inkml:trace contextRef="#ctx0" brushRef="#br0" timeOffset="96598.34">6116 8547 40 0,'1'-6'285'0,"-1"6"-25"0,1-10-23 0,-1 10-26 16,0 0-20-16,0 0-13 0,0 0-13 15,0 0-20-15,0 0-10 0,0 0-14 0,-13 32-11 16,9-18-11-16,0 1-23 0,1 2-40 0,-1-3-43 15,1-2-49-15,0 2-58 0,2-2-67 0,-3 0-142 0,4-2-347 16,0-10 153-16</inkml:trace>
  <inkml:trace contextRef="#ctx0" brushRef="#br0" timeOffset="96761.26">6099 8300 17 0,'-2'-10'198'0,"-1"4"-50"16,3 6-42-16,-1-11-26 0,1 11-13 0,0 0-29 16,0 0-18-16,9-2-19 0,-9 2-11 0,22 6-22 15,-6-2-11-15,6 1-56 0,7-3-107 0,5 2 49 0</inkml:trace>
  <inkml:trace contextRef="#ctx0" brushRef="#br0" timeOffset="96963.28">6292 8293 307 0,'31'-1'-14'0,"-3"-3"25"0,-6 2 18 16,-3-1 26-16,-6 1 33 0,-3-1 30 0,0-1 8 15,-5 0-2-15,-1-1 1 0,-4 5 18 16,3-11 0-16,-3 11 6 0,-1-12 2 0,1 12 1 15,-3-10 0-15,3 10-3 0,-4-7-5 0,4 7-3 0,-4-5-20 16,4 5-15-16,0 0 1 0,0 0-5 0,0 0 4 16,-10 21 19-16,6-3-5 0,-1 14 2 0,0 15-11 15,-1 1-1-15,-5-2-14 0,4 0-13 16,0 1 2-16,1-12-19 0,1-3 1 0,0 1-6 16,0 0-7-16,1-1 7 0,1-4-3 0,1 0-21 0,2-1 4 15,-2-9-17-15,1 1-43 0,1-1-34 0,-1-1-30 16,-1-2-35-16,1-4-44 0,-4 0-57 15,3-4-53-15,-2-2-267 0,-5 4-583 0,2-6 258 16</inkml:trace>
  <inkml:trace contextRef="#ctx0" brushRef="#br0" timeOffset="97204.26">6222 8620 76 0,'8'-11'242'0,"1"2"-26"0,3-1-21 16,3 1-21-16,4-1-13 0,-1 0-18 0,0 2-19 0,1 1-8 15,0-2-7-15,6-1-16 0,-4 2-8 16,0 6-12-16,0-5-7 0,9 1-5 0,-11 1-7 16,2 2-8-16,-3 3-4 0,-3-1-4 0,-3 1-4 15,0 1-5-15,0 0-2 0,-3 3-2 0,-2 1-2 0,2 3 12 16,-2 3 5-16,-3 0 2 0,-1 1 1 0,1 4 0 16,-4 1-6-16,-2-1-3 0,0 1 2 0,-1 2-14 15,1-1-33-15,-2-1-22 0,-3 0-40 16,2-1-41-16,4-3-45 0,0-1-41 0,-3 0-133 15,3-4-360-15,1-8 160 0</inkml:trace>
  <inkml:trace contextRef="#ctx0" brushRef="#br0" timeOffset="97371.6">6559 8350 64 0,'-1'-9'86'0,"0"3"-29"0,1 6-18 15,2-10-10-15,-2 10-16 0,0 0-7 0,0 0-11 16,22 13-4-16,-12 0-18 0,2 4-16 0,6 5-45 16,-3 2 20-16</inkml:trace>
  <inkml:trace contextRef="#ctx0" brushRef="#br0" timeOffset="97739.7">6761 8574 193 0,'0'0'201'0,"12"0"-15"0,-12 0-8 15,12-7-4-15,-7 3-17 0,2-4-6 0,-2 0-9 16,2-2-7-16,2-3 0 0,-2-2-10 15,-2-1-10-15,2 0 0 0,-3-2-8 0,-2 5-11 0,2-2 2 16,-3 2 13-16,-1 2-5 0,0 1-15 0,-1 0-7 16,-3 2-2-16,4 8-10 0,-6-8-7 0,-1 6-3 15,7 2-10-15,-16 4-1 0,6 4-2 16,-7 12-6-16,-1 1-7 0,3 3-5 0,2-1-1 0,0 1-7 16,7 0 0-16,2-6 0 0,1 0 3 0,5-3-5 15,3 3-7-15,0-4 1 0,6 1 5 0,0-1-6 16,4-2 4-16,-1-2-4 0,5-3-4 0,-1-1 5 15,3-3-5-15,-1-3-1 0,-1 0-4 0,0-3-1 16,2-3-5-16,-5 2-2 0,2-1 1 0,-2-3-1 16,0-1 1-16,-6 2-3 0,2-5 5 0,-3 2-2 15,1-2 1-15,-3 2-3 0,0-6-2 0,1 5 1 16,-3 0 4-16,0 1 1 0,0 3-3 16,-1 0 5-16,-1 3 2 0,-3 4-4 0,5-5 1 15,-5 5 1-15,0 0 5 0,0 0 3 0,0 0 4 0,2 26-1 16,-4-11 6-16,-5 2-8 0,4 2 2 0,-3 5-2 15,1 0-4-15,0-5-25 0,1 6-30 0,-1-7-52 16,0 2-79-16,4-2-77 0,-4-2-246 0,2 0-545 16,2-5 241-16</inkml:trace>
  <inkml:trace contextRef="#ctx0" brushRef="#br0" timeOffset="98536.06">7062 8565 13 0,'-1'-7'236'15,"1"7"-7"-15,-4-15-15 0,1 7-10 0,-2-1-10 16,1 2-9-16,-1 5-12 0,5 2-16 0,-13-4-11 16,13 4-17-16,-13 2-10 0,6 4-11 0,-5 2-3 15,3 8-6-15,-2 0-6 0,2 2-9 0,0 0-5 16,4-1-8-16,0 8-11 0,1-6-2 0,3-3 15 15,3 0-8-15,2 0-4 0,1 0-6 0,0-5-5 16,0-3-2-16,3 2-5 0,0-3-9 0,1-1 7 16,-3-2-8-16,4-1-3 0,2-6-3 0,-1 2 1 15,1-5-2-15,-2-1-8 0,0-2 0 0,3-5-2 16,-4-1-1-16,-1 0 2 0,-2-3-4 0,-1-1 0 16,0-8-8-16,-1-4 1 0,-1 4 1 0,-2-4 6 15,4 0-3-15,-8 1-2 0,7 1-4 0,-1-1 2 0,-1 1 2 16,1 10-4-16,-2-1 15 0,2 5 16 15,-3 5 12-15,0-2-3 0,1 5-8 0,-1 7-10 16,0 0-2-16,0 0-1 0,0 0-1 0,0 0 5 16,-6 30-3-16,-1 1 2 0,-2 13-3 0,2 2 1 15,-5 2 2-15,3 4-12 0,4-1-44 0,0-4-43 0,0-1-49 16,4 1-77-16,1-14-85 0,-2 0-264 0,4-4-593 16,1-3 263-16</inkml:trace>
  <inkml:trace contextRef="#ctx0" brushRef="#br0" timeOffset="98685.39">7350 8687 248 0,'2'-7'306'0,"-1"2"-65"16,0-2-72-16,2 0-74 0,-3 7-62 0,9-14-61 15,-4 8-62-15,4-3-73 0,2-4-176 0,1 0 79 16</inkml:trace>
  <inkml:trace contextRef="#ctx0" brushRef="#br0" timeOffset="99920.4">18526 2515 125 0,'-6'-2'159'16,"6"2"-10"-16,-13-6-11 0,3 6-15 0,-4 0-9 15,-3 4-1-15,-3 1-7 0,0 2-13 0,-7 2-4 16,1 5 0-16,-1 2-8 0,2 3-3 0,-2 5-9 16,3 0-2-16,2 0-10 0,1 1 0 0,6-1-6 15,2 1-5-15,6-8-3 0,-2 1-7 16,6-1-1-16,2 1 3 0,1-6-9 0,1-1-2 0,4 1-6 15,3-3 4-15,1-1-3 0,5 2 1 0,2-3-3 16,2-3 0-16,0 0-2 0,3-4-2 0,0-3-3 16,-1-2 1-16,-1-2 0 0,-2-1 0 0,-1-3-2 15,-1-2-1-15,-1 0 0 0,3-7-5 0,-6 4 2 16,-2-1 9-16,-2-2-4 0,-1 0 8 16,1-1 0-16,-1-4-2 0,-3 7 2 0,-1 0 13 15,-1 6 10-15,2 0 8 0,-2 5-14 0,1 0-8 16,-2 6-10-16,0 0-1 0,0 0-2 0,0 0-2 15,12 28-2-15,-8 2-1 0,0 3-5 0,-1 14 7 16,0 3-5-16,-1 6 5 0,-2-1 4 0,-2 2-2 16,-1-1 0-16,-3-4 2 0,4-3-2 0,-3-3 0 15,1-12-2-15,0-1 1 0,-1 0 4 0,0-3-5 16,-2-3 1-16,0-1 0 0,-3-1-3 0,2-9 2 16,-1-1-3-16,-2-1 1 0,-1-2-6 0,3-5-5 15,-1 0-3-15,1-3 3 0,-3-2-10 0,1-4-3 16,-1-2-8-16,3-2-1 0,-1-3-3 0,4-6 2 15,2-3-1-15,-1-9-2 0,7-1-3 0,5-5 0 16,3 1 6-16,9-11 0 0,3 0-2 0,3 1 7 16,-4 12-5-16,10-11 6 0,-2 2-3 0,3 3 0 15,4-1 6-15,-11 10-1 0,11-7 3 0,-12 8-1 16,-1 2 0-16,-2 0 7 0,-2 3-7 0,-3-1 1 16,-5 5 7-16,2-5 5 0,-5 6-7 0,-1-2 1 15,-3 2 9-15,-2 4 3 0,-2 0-4 0,-1 2 0 16,0 0-1-16,-1 0 0 0,0 4 4 15,-3 1-3-15,5 5-4 0,-13-2 2 0,13 2 1 16,-26 12 2-16,12-3 2 0,-2 5-2 0,-5 6 0 0,2-1-1 16,5 1-2-16,1-4 6 0,7 8-1 0,1-6-9 15,2 1-16-15,6 1-11 0,-1 0-24 0,4-2-14 16,6 8-21-16,0-10-17 0,1-3-19 0,3 1-27 16,2-1-15-16,3 4-126 0,3-4-316 0,1-3 140 15</inkml:trace>
  <inkml:trace contextRef="#ctx0" brushRef="#br0" timeOffset="100473.39">18900 2985 61 0,'9'-6'90'0,"-3"-2"22"0,-1 1 4 16,-1-4-5-16,1 4 1 0,-3-5 1 16,0 1 7-16,-1 0 6 0,0-3 2 0,1 3-2 15,-1-1 5-15,0-1-13 0,3-3-12 0,-1 2-5 16,-1-2 6-16,3 1-8 0,0 2-15 0,2 2-7 16,-1 0-4-16,2 2-5 0,1-1-12 0,0 4-5 15,2 1-11-15,2 2-4 0,-3 3-4 0,3 1-2 16,1 4-8-16,-2 2 2 0,2 2-2 0,-2 4-6 15,0-1 1-15,-2 3 0 0,0-3-5 0,-1 4 2 16,1-4-2-16,-2 2 1 0,-1-4 0 0,0-1-1 16,2 1 4-16,-1-3-11 0,0 1-1 0,2-3-8 15,-1 1-2-15,2-3-6 0,2 2 1 0,-1-3-6 16,-1-2 0-16,-11 0-3 0,24-5 5 0,-11 0-1 16,-1-1 1-16,-2-1 2 0,2-6 2 15,-1 0 5-15,-2-1-8 0,0 0 11 0,-4-3-8 16,0-1 1-16,1 0-2 0,-3 0 9 0,-3 1 0 0,0-2 3 15,0 4 3-15,-1 3 3 0,-1 1 8 0,0 2-2 16,2 9 1-16,-5-12-1 0,5 12-2 0,0 0-4 16,-9-6-3-16,9 6 5 0,0 0-2 0,-22 20-8 15,10-7 5-15,-3 8-2 0,4-4-2 16,0 2 4-16,5-3-2 0,1 2-1 0,2 2 1 0,-1-4 1 16,4 1-1-16,3 0 1 0,3-1 1 15,0-6 0-15,1 5 2 0,2-8 1 0,0 2-3 16,3-5 0-16,-1 0-4 0,6 1-4 0,-3-4-4 15,3-3 0-15,0-2 1 0,0 3 3 0,-3-5-2 16,1 0-1-16,2-4 0 0,-3 1 3 0,0-2-1 16,-2 0 0-16,3-2 6 0,-5-2-8 0,2 5 0 0,0-2 5 15,-5 5 0-15,1-1-2 0,-1 1 4 16,-7 7-2-16,8-9-3 0,-8 9-1 0,9-4-1 16,-9 4-1-16,0 0 3 0,0 0 1 0,18 10 2 15,-15-4 0-15,1 2-6 0,0 3-21 0,-4-11-28 16,5 22-31-16,0-12-21 0,0 0-25 0,2 3-10 15,-2-3-9-15,4-3-6 0,1 1-91 0,8-1-273 16,-4-3 121-16</inkml:trace>
  <inkml:trace contextRef="#ctx0" brushRef="#br0" timeOffset="100800.51">19909 2869 33 0,'14'-10'69'0,"-2"-3"9"0,-3 4 3 0,-3-3 18 0,-1-3-12 16,-2 3 14-16,-2-1 12 0,-1 2 15 0,0 11-2 15,-5-18-6-15,1 8-4 0,-2 5-4 0,-1 0-12 16,-3 1-4-16,10 4-12 0,-19 1 3 0,7 4-6 15,1 1-5-15,-6 2-5 0,4 5-9 0,3-4 0 16,0 4-10-16,4-3-3 0,-1 2-5 0,0-2-5 16,4 1-3-16,3-2-3 0,0-9-1 15,1 20-3-15,3-11 3 0,-4-9-4 0,9 14-2 0,-4-11 0 16,-5-3-5-16,14 6 7 0,-5-5-3 16,-9-1 2-16,17-1-5 0,-17 1 3 0,16-8 3 15,-9 6-5-15,-7 2 5 0,10-10-5 0,-5 5 0 16,-5 5 1-16,9-10-4 0,-5 3 0 0,-4 7 0 15,4-10 4-15,-4 10-5 0,0 0-2 0,5-9-2 16,-5 9-6-16,0 0-3 0,0 0-4 0,0 0 1 16,0 0-2-16,0 0 0 0,0 0 3 0,0 0-3 15,0 0-2-15,1 38-5 0,1-28-7 0,-1 0-16 16,3 0-25-16,-4-10-13 0,8 19-25 0,-1-9-34 16,2-4-28-16,2-1-43 0,1-1-158 0,-12-4-384 15,25 3 169-15</inkml:trace>
  <inkml:trace contextRef="#ctx0" brushRef="#br0" timeOffset="100984.76">20165 2614 45 0,'-2'-26'213'0,"4"7"3"0,-1 2-5 0,-1 4 0 16,1 4-5-16,-1 9-20 0,0-13-20 0,0 13-23 16,0 0-11-16,0 0-20 0,0 0-9 0,0 0-12 15,-6 29-3-15,0-1-9 0,1 2-8 0,1 2-2 16,0 1-6-16,0 0-9 0,1 2-2 15,0-3-34-15,3 2-29 0,1 1-34 0,-1-3-35 16,4-2-66-16,2-1-59 0,1-3-136 0,1-2-368 16,3-7 163-16</inkml:trace>
  <inkml:trace contextRef="#ctx0" brushRef="#br0" timeOffset="101394.17">20716 2656 164 0,'2'-5'286'0,"-1"0"-32"0,-1 5-29 0,0 0-22 16,0 0-16-16,0 0-13 0,0 0-15 0,-15 29-9 15,4-3-15-15,-3-2-10 0,1 4-12 0,0 0-8 16,2-3-13-16,0 2-10 0,1-1-8 0,1-4-4 16,3 3-10-16,2-8-2 0,-1-1-7 15,2-3-6-15,2-3-4 0,1-10 3 0,-8 20-7 16,8-20 1-16,-1 10-1 0,1-10 3 0,0 0 13 0,-4 10 4 15,4-10-1-15,0 0-11 0,0 0 0 16,0 0 2-16,-9-32-14 0,9 15-3 0,-1-8-5 0,5-3-1 16,-2-4-8-16,7 1-5 0,4-17-4 0,-4 14-3 15,9-10-4-15,-7 12 3 0,7 1 6 16,-2 2 4-16,-1 5 4 0,-6 7 3 0,0 5 10 16,-3 3-11-16,1 1-6 0,-5 2-2 0,-2 6-6 0,7-5-1 15,-7 5-2-15,0 0 1 0,12 13-2 16,-8-2 1-16,3 8 0 0,-4 0-1 0,3 7 6 15,-1 0-4-15,-1 1 4 0,-1 1 1 0,2-1-1 16,-1 0-3-16,1-1 5 0,-2 0-15 0,1-7-21 16,0 5-20-16,-3-6-36 0,2 0-24 0,-3 0-37 15,0-1-44-15,2-2-40 0,-2-15-47 0,-2 20-159 16,2-20-468-16,-12 17 208 0</inkml:trace>
  <inkml:trace contextRef="#ctx0" brushRef="#br0" timeOffset="101750.46">20582 2887 150 0,'-8'-9'210'0,"8"9"-25"0,-1-10-12 0,1 10-16 16,0 0-22-16,0 0-5 0,11-17-16 0,0 12-11 15,2 0-11-15,5 2-6 0,1 2-8 0,3-1-14 16,0 2-1-16,-3 2-10 0,1 2-4 0,-2 2-7 16,-1 3-2-16,-1-1-4 0,-1 3-4 15,-1-1-3-15,-3 2-3 0,-1 2 2 0,-3-4 3 0,0-1-7 16,-1 0 2-16,-1-1-1 0,-1-2 5 0,-4-6 7 15,0 0-1-15,8 17 7 0,-5-14-2 0,-3-3 6 16,0 0 4-16,0 0-1 0,4 9-4 0,-4-9-3 16,0 0-2-16,0 0-9 0,0 0-2 0,0 0-3 15,0 0-3-15,-3-33-5 0,6 23 4 16,2-1-11-16,3-6 2 0,1 1-3 0,3-1 0 16,1 1-7-16,1 1 5 0,-1 2-6 0,0 2 2 15,-4 3-2-15,-2 0-3 0,1 4-2 0,1-1 0 16,-9 5 6-16,15-2-3 0,-15 2-4 0,18 5-1 15,-9-2 5-15,-1 4-4 0,1 2 3 0,0 1-11 0,-3 0-23 16,3 3-23-16,-3-4-34 0,-1 4-28 16,2-3-47-16,1 0-34 0,-2 0-165 0,3-1-395 15,-9-9 175-15</inkml:trace>
  <inkml:trace contextRef="#ctx0" brushRef="#br0" timeOffset="102074.24">21303 2849 111 0,'-3'-19'231'15,"0"12"-12"-15,3 7-9 0,-7-13-10 0,-1 7-15 16,8 6-17-16,-16-6-7 0,5 5-15 16,11 1-4-16,-28 5-12 0,16 0-9 0,0 1-13 15,-4 1-12-15,1 3-8 0,5-2-9 0,1 0-2 16,1 1-13-16,0 1-6 0,8-10-10 0,-9 17-18 0,9-17-7 16,0 13-13-16,0-13-8 0,6 15-2 0,-6-15 0 15,15 6 0-15,-15-6 1 0,19 1-2 0,-6-1-3 16,-13 0-1-16,20-5 7 0,-10 2-3 0,-2-1 0 15,-8 4 0-15,12-8-3 0,-5 3 2 16,-7 5-1-16,9-10 10 0,-9 10 15 0,7-6 6 16,-7 6-8-16,0 0-5 0,7-6-3 0,-7 6-7 15,0 0 1-15,0 0-5 0,0 0 7 0,0 0-5 16,0 0 4-16,0 0-5 0,0 30 4 0,0-30 0 16,-1 19-1-16,1-19 0 0,1 23-6 0,-1-13-19 15,0-10-23-15,7 21-29 0,-7-21-46 0,7 18-49 16,1-11-59-16,-8-7-141 0,14 9-397 0,-14-9 176 15</inkml:trace>
  <inkml:trace contextRef="#ctx0" brushRef="#br0" timeOffset="102279.63">21508 2720 1627 0,'9'-26'114'16,"-4"7"64"-16,-4 4-19 0,1 3-28 0,-1 2-5 15,0 5-17-15,-1-2-25 0,0 7-20 0,1-9-13 16,-1 9-8-16,0 0-3 0,0 0 14 0,0 0 15 15,0 0-2-15,-3 36 2 0,1-11-5 16,2 0-7-16,-2 2-2 0,0 0-5 0,2 1-1 16,-1-3-10-16,6 4 1 0,-2-2-18 0,1-1-35 0,-3-1-30 15,3-5-24-15,-1-1-27 0,-1 0-45 0,4-3-51 16,-1-1-59-16,-2-4-179 0,-3-11-464 16,3 16 206-16</inkml:trace>
  <inkml:trace contextRef="#ctx0" brushRef="#br0" timeOffset="103200.16">21683 2856 105 0,'0'0'224'0,"5"-9"-15"0,-5 9-13 0,0 0-16 15,5-7-17-15,-5 7-16 0,0 0-10 0,0 0-9 16,0 0-12-16,0 0-10 0,0 0-13 0,0 0-6 16,14 13-7-16,-14-13-10 0,8 9-5 0,-8-9-6 15,13 6-4-15,-13-6-6 0,13 5-3 0,-7-4-3 16,-6-1 0-16,15 1-6 0,-15-1-2 0,16-2 0 15,-7-2 8-15,-9 4 1 0,11-5 4 0,-11 5 7 16,9-4 5-16,-9 4 0 0,0 0-6 0,9-3-5 16,-9 3-11-16,0 0-2 0,0 0-9 0,8 11 3 15,-8-11 2-15,-3 19 9 0,-2-1 2 0,-3 7-4 16,3 5-6-16,-1 1 1 0,-3 2-2 16,3 0-5-16,-3 1-3 0,2-2 2 0,1 2-6 0,-3 0 1 15,1-5 0-15,2-4-4 0,-2 1-1 16,3-6 5-16,0-3-6 0,-1 0 1 0,2-6-4 0,-3 2 2 15,0-3-5-15,0-3-1 0,1-3 0 0,6-4-5 16,-14 4-2-16,14-4-1 0,-21-4-11 0,14-3 0 16,-3 0-7-16,2-3 1 0,1-4-3 0,1-5-8 15,7-6 0-15,3-1-1 0,4-2-2 16,2 0-5-16,4-2 0 0,3 0 2 0,6 0 1 16,9-11 1-16,-2 5-1 0,5 0 7 0,-1 3 3 15,-7 6 1-15,0 1 5 0,-1 2 0 0,0 0 1 16,-4 2 2-16,0 2 3 0,-2 0 1 0,-7 7 2 15,1 0 2-15,-6 3 9 0,-2 2 4 0,-1 2 4 16,2 1 4-16,-7 5-3 0,6-9-1 0,-6 9-2 16,6-6-4-16,-6 6-6 0,0 0-1 0,0 0 8 15,0 0-6-15,0 0 0 0,-12 25-3 0,2-10 2 16,1-1 1-16,-2 0 0 0,2 2-2 0,3-2 2 16,1 2 3-16,1-5-3 0,0 1 0 0,0-3-3 15,4-9 2-15,0 19 4 0,0-19-2 0,2 15 3 16,-2-15-2-16,5 10 5 0,-5-10 0 15,7 7 1-15,-7-7-1 0,16 3 3 0,-16-3-4 0,0 0 3 16,29-8-2-16,-17 4 0 0,2-4-2 0,2 2 4 16,-3-4-3-16,0 4 3 0,-3-2 1 15,4-3-2-15,-2 0 1 0,1-1-10 0,-2-1 6 0,-1-2-1 16,0 3-2-16,2 0 0 0,-6 2 5 0,1 1 3 16,-3 4-3-16,1-2 0 0,-5 7 3 0,7-8-4 15,-7 8-6-15,0 0-2 0,0 0 1 0,4-9 1 16,-4 9-6-16,0 0 2 0,0 0-4 15,0 0 4-15,0 0-1 0,0 0 3 0,-13 26-3 16,8-18 3-16,1 0 0 0,-1-1-3 0,1 2 0 16,4-9-2-16,-5 12 5 0,5-12-2 0,-1 10 4 15,1-10-1-15,-1 12 2 0,1-12-2 0,0 0 2 16,7 14-1-16,-7-14-1 0,11 5-2 0,-4-3-3 16,-7-2 3-16,21 3-4 0,-11-4-2 0,3-1 6 15,-13 2-4-15,19-4 0 0,-8 2 7 0,-4-1-3 16,3-1 0-16,-1 0 0 0,-1-3-4 0,-8 7 4 15,11-9 1-15,-6 4-1 0,-5 5 4 0,12-8 0 16,-12 8-1-16,5-7-3 0,-5 7-3 0,5-7 1 16,-5 7-4-16,0 0-7 0,0 0 5 0,0 0 3 15,0 0 1-15,0 0 7 0,-4 33 7 0,-2-21 0 16,-1 3 6-16,-3 2-2 0,1 1 4 0,-1-2-8 16,0 1 5-16,-3 4 1 0,4-3-7 0,0-4-18 15,4-3-19-15,-1-1-29 0,0 1-33 0,6-11-36 16,-6 11-74-16,6-11-238 0,0 0-478 0,0 0 211 15</inkml:trace>
  <inkml:trace contextRef="#ctx0" brushRef="#br0" timeOffset="103357.5">22249 2655 1931 0,'-1'-16'-10'0,"0"5"74"0,-2 0-13 16,3 4-25-16,-1-1-9 0,1 8-4 0,-3-9-21 15,3 9-24-15,-2-6-23 0,2 6-36 0,0 0-32 16,0 0-37-16,-26 14-111 0,15-1-293 0,-6-3 130 16</inkml:trace>
  <inkml:trace contextRef="#ctx0" brushRef="#br0" timeOffset="103748.37">19091 3528 85 0,'-33'1'254'15,"6"0"-17"-15,9 0-22 0,7-1-23 0,6 2-14 16,5-2-12-16,0 0-7 0,0 0 0 0,53 6-1 15,13-4-7-15,47-2-11 0,19-5-5 0,23-2-7 16,20-1-15-16,15 1-8 0,15-2-15 0,8-1-5 16,2 0-6-16,-3 3-9 0,-15 3-5 0,-13-2-5 15,-17 1-7-15,-10 6-5 0,-19 3 2 0,-14-2-2 16,-10-4-7-16,-15 4 2 0,-33-1-7 0,-5 1 1 16,-3 0-2-16,-7-2-5 0,-18-1 7 15,-3 1 17-15,-9-1 13 0,-3-1 21 0,-4 2 24 0,-2-1 6 16,-3-1-2-16,-3-2-9 0,-1-1-5 0,-1 1-23 15,-1-2-2-15,-3 6-15 0,0 0-33 0,-6-22-53 16,-1 14-21-16,-6-4-64 0,-5 3-62 0,-8 0-69 16,-6 2-84-16,-6 2-273 0,-17-2-647 0,-1 5 286 15</inkml:trace>
  <inkml:trace contextRef="#ctx0" brushRef="#br0" timeOffset="104426.22">19250 3985 118 0,'0'0'187'0,"-1"-7"-21"16,1 7-22-16,0 0-13 0,0 0-12 0,0 0-13 15,0 0-10-15,0 0 6 0,-3 29 15 0,4-2-11 16,-3 5 3-16,-1 0-5 0,-1 16-5 0,2-1-2 15,-5 2 3-15,0-3-8 0,-1-1-7 0,-1 0-7 16,1-9-7-16,2 10-6 0,1-10-6 0,2-2 1 16,-1 0-9-16,3-5-5 0,0-1-4 0,1 0-2 15,2-11-3-15,1 2-3 0,0-3-3 0,0 1 6 16,1-6 2-16,3-2 5 0,2 1 2 0,1-1 6 16,3 1 2-16,6-4 3 0,10-2-6 0,7 0-5 15,2-4-3-15,20-7-4 0,3 3-6 0,4-2-7 16,30-10-8-16,-2 8-12 0,-26-1-15 0,28-8-19 15,-4 3-16-15,-27 6-8 0,27-10-20 0,-30 8-15 16,2 2-19-16,-1-2-19 0,1 2-11 0,-2 2-2 16,1 2-14-16,0-3-9 0,-3 1-8 0,-4 0-5 15,-1 1-6-15,-15 5-95 0,1-2-299 0,-2 4 973 16,-2-2-506-16,1 1 12 0,-4-1 16 0,-4 1 13 16,-2-1 13-16,-10 0-1 0,-3 2-2 0,-14-2-59 15,20-3-126-15,-20 3 56 0</inkml:trace>
  <inkml:trace contextRef="#ctx0" brushRef="#br0" timeOffset="104701.33">20622 4693 219 0,'0'0'262'0,"0"0"-22"0,0 0-16 0,0 0-11 0,0 0-20 16,0 0-19-16,0 0-16 0,0 0-20 15,0 0-15-15,0 0-6 0,-14 14-12 0,8-2-5 0,-6 5-10 16,-7 3-6-16,-2 3-10 0,-1 1-4 16,-5 1-6-16,-1 0-15 0,4-1-30 0,2-4-24 0,3 1-29 15,2-7-32-15,2-1-31 0,1-2-47 0,5-1-39 16,1-1-182-16,-2-1-395 0,5-2 175 15</inkml:trace>
  <inkml:trace contextRef="#ctx0" brushRef="#br0" timeOffset="104873.78">20750 4553 33 0,'-13'-34'316'0,"-10"-7"-33"0,-1 13-19 0,-12-8-18 16,-3 5-9-16,9 9-18 0,-3 2-14 0,4 0-14 0,-2 1-17 15,7 2-19-15,-2 4-11 0,8 2-21 0,2 1-17 16,3 5-37-16,4-2-41 0,0 2-54 0,3 3-67 16,1 0-95-16,5 2-227 0,0 0-449 0,0 0 199 15</inkml:trace>
  <inkml:trace contextRef="#ctx0" brushRef="#br0" timeOffset="105686.72">23516 4373 94 0,'2'-7'139'0,"0"1"-11"0,-2 6-19 16,5-5-8-16,-5 5-8 0,0 0-3 0,0 0 2 15,7 15-6-15,-7-3 1 0,0 7-11 0,0 9-5 16,-5 17 4-16,0 4-13 0,-1 6-3 0,-2 4-2 16,-7 23-4-16,2 0-5 0,3-1-9 15,-1 0 1-15,3-23-6 0,3 34-1 0,5-1 1 0,3 0 1 16,4-2-4-16,2 2-17 0,2 0-19 0,7-2-12 16,-6-7-32-16,-1-23-13 0,3 23-20 0,-6-26-11 15,-1 2-17-15,0-3-117 0,-3 0-247 0,-2-6 110 16</inkml:trace>
  <inkml:trace contextRef="#ctx0" brushRef="#br0" timeOffset="107371.52">7236 9057 2205 0,'6'2'4'0,"-2"-1"70"0,-4-1-34 0,0 0-17 15,9 3-8-15,-9-3-6 0,0 0 0 16,0 0-4-16,0 0 6 0,0 0-2 0,0 0 5 15,0 0-2-15,0 0-1 0,0 0 0 0,0 0-2 0,0 0-18 16,0 0-33-16,0 0-48 0,0 0-51 16,-27-5-59-16,18 8-131 0,1 1-356 0,-3 2 158 0</inkml:trace>
  <inkml:trace contextRef="#ctx0" brushRef="#br0" timeOffset="108729.23">6581 10473 8 0,'-7'-1'136'16,"7"1"-18"-16,-12-4 0 0,12 4-2 0,-9-3-9 16,9 3-7-16,-6-3-9 0,6 3-10 0,0 0-4 15,0 0-5-15,-10 0-1 0,10 0-13 0,0 0-1 16,0 0 14-16,0 0 6 0,0 0 3 0,26 13 1 15,-9-8-2-15,10 2 0 0,2-2-3 0,8 0-2 16,14 2-9-16,4-1 2 0,4-2-6 0,8 0-12 16,26 2 3-16,3-4-4 0,-3 0-4 0,2 0-5 15,5 1-5-15,4-1 4 0,6 2-7 0,4 0-1 16,7-1-2-16,2 1-3 0,-2-3-6 0,2-1 1 16,-4-1 3-16,1 2-4 0,3-1-5 0,-6 0-2 15,1-2 1-15,-11-2-2 0,-5 2 1 0,-6-5 0 16,-6 4-3-16,-29 0 1 0,0 2-2 0,-2 0-1 15,-4-4-1-15,-17 5-1 0,3-1 0 0,-6 0 3 16,-5 2-6-16,-2-2 2 0,-8 1 0 0,-2 1 1 16,-7-2-3-16,-1 1 9 0,-3 0 4 0,-7 0 5 15,10 0 5-15,-10 0 3 0,0 0 0 0,0 0 2 0,0 0-7 16,0 0 1-16,-40-7-2 0,23 6 1 16,-3 1-4-16,1-2 1 0,1 1-4 0,5 2-1 0,-1-2-4 15,2 0 6-15,3-1-6 0,0 2-6 0,-1 2-12 16,10-2-10-16,-12 1-20 0,12-1-16 15,-13 1-27-15,13-1-24 0,-10 3-28 0,10-3-26 16,-9 0-35-16,9 0-182 0,-11 4-407 0,3-1 180 0</inkml:trace>
  <inkml:trace contextRef="#ctx0" brushRef="#br0" timeOffset="110569.08">15451 8586 5 0,'0'0'20'0,"0"0"2"0,0 0 4 16,0 0-2-16,0 0-2 0,0 0 11 0,0 0 2 16,0 0-3-16,0 0 5 0,0 0-2 0,0 0 3 15,0 0 1-15,0 0 1 0,0 0-1 0,0 0 3 16,0 0 1-16,0 0-1 0,0 0-4 0,0 0 5 16,0 0 3-16,0 0 13 0,0 0-8 0,0 0-1 15,0 0 14-15,0 0 1 0,0 0 3 0,0 0 5 16,0 0 9-16,0 0 6 0,0 0-4 0,0 0-8 15,0 0-1-15,0 0-4 0,4-7 0 0,-4 7-3 16,0 0-4-16,0 0 4 0,-2-12-8 0,2 12 0 16,0 0 2-16,-3-9 0 0,3 9-1 0,0 0-6 15,-6-9 1-15,6 9-8 0,-5-7-5 0,5 7-1 0,-4-7 2 16,4 7-4-16,-5-6 2 0,5 6-11 16,-8-4-2-16,8 4-7 0,-13-1 0 0,6-1-5 15,-4 6 0-15,-1-1 0 0,-4 5-2 0,-1 1-1 16,-1 1 2-16,-3 5-2 0,0 1 0 0,0 0 0 0,4 4-2 15,-1 0 3-15,-1 1-4 0,5-5 1 16,3 1 0-16,3 0-2 0,3 0 1 0,1-2-1 16,-1-3 1-16,5 4 1 0,-1-4 7 0,3-2-6 0,5 3 1 15,2-2-1-15,3 0-2 0,5-1 0 0,3-2 1 16,5-2 0-16,4 2-7 0,-1-3-20 16,3 1-15-16,1-3-25 0,-1-2-31 0,4-1-24 15,-1 0-24-15,0-3-30 0,0 0-19 0,1 0-34 0,-4-3-122 16,0 1-365-16,3-3 162 0</inkml:trace>
  <inkml:trace contextRef="#ctx0" brushRef="#br0" timeOffset="110960.27">16065 8495 50 0,'-10'-5'200'0,"-2"5"-8"16,-4 0-5-16,-1 3-3 0,-2 0-11 0,1 0-11 15,-1 5-12-15,1-1-14 0,3 1-14 0,-1 2-9 16,3 3-15-16,4-4-9 0,1 1-8 0,3 1-5 16,1 1-11-16,2 1-4 0,4 1-5 0,0-3-5 15,3 1-4-15,8 0-3 0,0 0-5 0,3-2-2 16,4-3-11-16,0 2-7 0,8-3-8 0,-6-2-7 16,-3 0 0-16,0 0-1 0,-6-2-2 0,1 0 0 15,-4 2 0-15,-2-3 7 0,0 0-2 0,-8-1 5 16,11 0-2-16,-11 0 3 0,0 0-5 0,0 0 6 15,0 0-3-15,0 0 0 0,0 0 3 0,0 0 3 16,0 0 3-16,-29-4 2 0,17 6 3 0,-7 1 5 16,0 3 2-16,0 0 3 0,-2 2 3 0,-3 2 2 15,2 3 3-15,3-1 1 0,4-1-6 0,-3 0-1 16,5 1-3-16,0 2-2 0,3-1-3 0,-1 2 8 16,6-4-12-16,2 0-3 0,3 2-1 0,3 2-2 15,0-3-3-15,7 1-19 0,3 1-16 0,5-4-34 16,8 4-45-16,6-3-49 0,5-4-44 0,1-2-66 0,-2 0-150 15,16-3-440-15,-16 1 196 0</inkml:trace>
  <inkml:trace contextRef="#ctx0" brushRef="#br0" timeOffset="111402.66">16699 8793 97 0,'0'-11'277'0,"0"11"-24"0,1-6-27 0,-1 6-24 0,0 0-21 16,0 0-7-16,0 0-13 0,0 0-5 0,-14 15-19 16,9-5-13-16,-3 1-9 0,3-1-9 0,0 0-13 15,0 0-8-15,1 1-10 0,2-1-7 0,-2 0-3 16,0-1-8-16,1-4-4 0,2 2-5 0,1-7-5 16,-4 10-2-16,3-5 2 0,1-5 11 0,-4 6 12 15,4-6 17-15,0 0 25 0,0 0-22 16,0 0-4-16,0 0-12 0,0 0-5 0,0 0-2 0,-1-22-5 15,2 11-7-15,2-2-9 0,1-5-8 0,7-5 2 16,-3-5-4-16,1 2-5 0,5-3-3 0,0-1 0 16,-3 1-12-16,3-1 4 0,2 1 3 0,0 2-2 15,-2 0-1-15,4 3 0 0,-2 2-2 0,-4 8 0 16,-1-3-8-16,-4 8-1 0,2-1 6 0,-2 2-8 16,-1 0-8-16,-2 5 4 0,1 2-4 0,-5 1 8 15,0 0-4-15,19 11-3 0,-12-2 3 0,0 4-4 16,-1 1 2-16,0 4 3 0,1 7-3 0,-1-5 6 15,0 4-3-15,0 0-6 0,-1 2 9 0,2-3 0 16,-3 3 0-16,-1-1 0 0,0-7-10 0,1 1-24 16,-2-3-16-16,0 4-25 0,0-5-18 0,-1 1-24 15,-2-2-32-15,0 2-31 0,-3-4-35 0,-1-4-20 16,2 1-20-16,-4-2-188 0,-1-1-477 0,2-3 212 16</inkml:trace>
  <inkml:trace contextRef="#ctx0" brushRef="#br0" timeOffset="111940.01">16765 8771 159 0,'-1'-10'177'0,"1"10"-7"0,4-12-17 16,1 2-2-16,0 4-15 0,3-2 0 0,3 2-10 0,3 2-14 15,2-2-5-15,3 2-8 0,1 2-9 0,-3 0-6 16,2 4-7-16,-1 0-1 0,0 2-4 0,0 3-3 16,-3 2-7-16,2 1-1 0,-2 0-5 0,-2 0-4 15,-2 3 3-15,0 0 1 0,-4-1-2 0,1 0-6 16,0 2 0-16,-3-4-5 0,-1 0-3 0,1 0-3 15,0-1-2-15,-4-2 4 0,0-1 0 0,-1-6-2 16,3 10 9-16,-3-10 7 0,1 5-3 0,-1-5 4 16,0 0-4-16,0 0 1 0,0 0-11 0,0 0 2 15,0 0-6-15,0 0-2 0,0 0-7 0,-14-19-1 16,13 12-3-16,2-4 1 0,0 1-3 0,2-7-5 16,3 0-6-16,3-7-2 0,0 7-2 0,3-1 3 15,-1 3-5-15,3 0 0 0,2 2-4 0,-4 0 4 16,0 6 0-16,-1 2-4 0,2 0 0 0,-4 3-3 15,1 2 0-15,2 2-4 0,-3 3 5 0,0 0 0 16,-2 2 0-16,2 2 1 0,-2 1-3 0,0-1 3 16,-3 2-2-16,0-1 3 0,-1 1-2 0,2-2 1 15,-3 0-2-15,1 0 4 0,-2-4-1 0,2 3 2 16,-3-8 0-16,2 7 3 0,-2-7-2 0,0 8 4 16,0-8 1-16,0 0-2 0,0 0 0 0,0 0 1 15,0 0 0-15,0 0-2 0,0 0-4 0,5-21 1 16,-2 11 1-16,2 0 3 0,0-2-8 0,4-2 4 15,0 0 6-15,-1 5-8 0,3-5 0 0,-1 6-3 16,-1-2 2-16,1 6 2 0,0-1-2 0,-1 0-7 16,2 5 3-16,-5 0 0 0,2 4-2 0,0 1 4 0,1 3-1 15,-2 1 3-15,-2 0-4 0,2 6 4 16,-2 1-4-16,0 0 5 0,-1 1-1 0,-3-1-1 16,2 1-17-16,-2 0-19 0,-1 0-17 0,1-1-27 0,-1-4-44 15,0 2-45-15,2-5-67 0,-1 2-207 0,0-4-480 16,2-1 213-16</inkml:trace>
  <inkml:trace contextRef="#ctx0" brushRef="#br0" timeOffset="112180.29">17691 8519 183 0,'1'-12'273'0,"1"1"-9"0,0 3-19 0,-4 2-23 0,4-2-21 16,-2 8-18-16,0 0-3 0,0 0 3 0,0 0 2 15,6 25-4-15,-3-5 12 0,-6 6-22 16,2 2-6-16,-1 5-16 0,-3 0-9 16,0 2-6-16,2-3-13 0,1 1-10 0,0-4-11 0,-2 2-13 0,3-2-7 15,-3-2-8-15,2 1-3 0,2-2-1 0,-1-6-50 16,-1-2-31-16,-1 2-41 0,-1-2-30 0,-1-4-37 16,4-2-44-16,-3-1-45 0,1 0-45 0,-2-2-47 15,0-4-161-15,1 0-501 0,-2-3 222 0</inkml:trace>
  <inkml:trace contextRef="#ctx0" brushRef="#br0" timeOffset="112374.36">17728 8732 182 0,'11'-15'231'16,"6"2"-8"-16,-4 1-6 0,-3 5-6 0,1 0-14 16,1 0-11-16,-2 3-10 0,-1 1-12 0,-4 3-16 15,-5 0-8-15,16 7-7 0,-9 0-5 0,1 0-9 16,-4 3-11-16,1 0-6 0,-1 6-11 0,-4-1-6 15,-2 0-8-15,-3 2-10 0,0-1-3 0,-1 0-26 16,-4-1-22-16,-1 1-29 0,-3-2-41 0,-2-4-56 16,-2 2-65-16,2-2-70 0,-1-4-173 0,-2-2-452 15,2-1 199-15</inkml:trace>
  <inkml:trace contextRef="#ctx0" brushRef="#br0" timeOffset="112695.75">17950 8277 236 0,'13'-5'239'15,"0"4"-21"-15,-1 2-8 0,2 0-14 0,-2 3-7 16,0 2-11-16,-1 2-12 0,0 4-15 0,1 0-14 16,-1 1-16-16,-2 3-7 0,0 0-11 0,1 3-2 15,-4-2-11-15,-2-6-8 0,-1 5-13 0,-1-3-3 16,-1-3-1-16,-1 1 0 0,0-5 3 0,-3 4-1 15,0-6-1-15,3-4-4 0,-6 9-6 16,6-9 5-16,-7 4-5 0,7-4-5 0,-10-2-1 16,10 2-4-16,-7-9-7 0,7 9 0 0,-4-15-3 0,2 5-6 15,3-3-1-15,0-4-3 0,4 2-3 0,-1-1-6 16,1 2-6-16,4-1 0 0,0 2-11 0,3 0-4 16,-1 2-23-16,-2 4-21 0,0 0-28 15,1 1-31-15,1 5-39 0,0 1-33 0,2 0-28 0,-4 4-23 16,-1 3-206-16,2 1-473 0,0 5 209 0</inkml:trace>
  <inkml:trace contextRef="#ctx0" brushRef="#br0" timeOffset="113290.15">18480 8599 115 0,'2'7'228'0,"0"1"0"0,-2 3-15 16,-2-1-8-16,-1 4-4 0,1-2-6 0,-1 0-6 15,0-2-6-15,-2 2-9 0,-1-1-12 0,2 0-13 16,0 1-8-16,0 0-12 0,3-1-10 0,2 0-14 15,-1 0-7-15,3-3-6 0,-2 3-6 0,3-1 2 16,1-3-6-16,4 1-4 0,0-1 4 0,3-3-15 16,-2 2-12-16,0-4-3 0,2 0-2 0,0-2 0 0,-1 0-6 15,0 0-5-15,-2-4-1 0,1-2-8 16,-2 5 3-16,1-8 4 0,-1 2-8 0,-2-2-8 16,-1-1 3-16,1-2-10 0,1 2 4 0,-5-1-3 15,2 2-3-15,0-1 10 0,-1 4-16 0,-1 2 3 16,-2 4-10-16,3-9 2 0,-3 9-4 0,2-6-5 0,-2 6 2 15,0 0 3-15,0 0-5 0,0 0 3 16,14 8 4-16,-10-1-2 0,0-2 1 0,4 4 4 16,2-2-1-16,0 0 4 0,3 2-2 0,2 0 3 0,-2-4-1 15,4 3 0-15,-4-5-4 0,0 1 6 0,-1-1 1 16,1 0-5-16,-3-3 4 0,0 0-3 16,-2 0 1-16,1-2 7 0,-9 2-7 0,13-6-18 15,-9 1-4-15,-1-3-1 0,1 0-3 0,-3-2 6 0,1 0-4 16,-2-1 4-16,0 1 2 0,0-1-4 0,1 0 8 15,-1 1-1-15,0 1 10 0,0-1-10 0,0 10 0 16,0-14-1-16,0 7 8 0,0 7-2 16,4-10-1-16,-2 5 3 0,3 1-1 0,1 1 0 0,5-1 3 15,6-3-6-15,0 2 6 0,0 2-2 16,2 1 0-16,3-2-1 0,-3-1 3 0,-1 2-1 0,0 0 4 16,0-3-5-16,0 0 0 0,-3 1 9 0,-2 0-5 15,0-1 9-15,-3 2 4 0,1 0-2 0,1-3 7 16,-4 2 4-16,-2 1 5 0,2 2-3 0,-3-1 4 15,-5 3-3-15,7-7-2 0,-7 7-12 0,8-1 4 16,-8 1-4-16,0 0-2 0,0 0 0 0,12 10 4 16,-11-2 2-16,0 3 2 0,-1 3-5 0,0 1-9 15,0 2-17-15,-2 1-36 0,-2 0-17 0,-3 0-33 16,5 1-33-16,-6 4-50 0,4-4-52 0,-1-4-66 16,-1-1-212-16,0-3-552 0,-1-1 244 15</inkml:trace>
  <inkml:trace contextRef="#ctx0" brushRef="#br0" timeOffset="113465.15">19147 8497 2577 0,'-3'-28'21'0,"-5"4"-21"16,3 4 1-16,-1 2 3 0,0 4-3 0,3 2-13 15,-1 2-21-15,0 3-21 0,0 1-10 0,4 6-13 0,-4-9-22 16,4 9-33-16,-1-8-19 0,1 8-6 15,0 0-21-15,0 0-97 0,17 1-297 0,-6 2 132 16</inkml:trace>
  <inkml:trace contextRef="#ctx0" brushRef="#br0" timeOffset="113655.87">19382 8387 70 0,'0'0'202'0,"13"-1"-4"16,-13 1-9-16,7-1-8 0,-7 1-10 15,0 0-8-15,6 5 10 0,-6-5 1 0,3 10 2 0,-2 0 1 16,0 2-4-16,1 6 9 0,-2 2-10 0,-2 4-11 15,0 2-18-15,1 2-9 0,-2-1-11 16,-1 1-17-16,0 1 3 0,-2-1-17 0,1 0-9 0,-1-1-11 16,2-1-10-16,0-8-23 0,0 0-31 0,0-1-34 15,3 0-35-15,-3-5-46 0,1 0-60 0,0-2-57 16,0-3-42-16,1 0-181 0,-2-3-485 0,4-4 214 16</inkml:trace>
  <inkml:trace contextRef="#ctx0" brushRef="#br0" timeOffset="114022.32">19361 8623 163 0,'8'-10'204'0,"-5"-3"-21"16,8 2-24-16,0-3-9 0,-1 6-4 0,2-3-5 15,3 1-6-15,1 0-3 0,-2 0-13 0,1-1 1 16,3 2-1-16,-7 2-4 0,5 0-1 0,-5 1-8 16,4-3 1-16,-4 3-5 0,-1 2-1 0,-2-2-6 15,-2 4-6-15,0 0-6 0,-6 2-13 0,9-5-11 16,-9 5-4-16,7-2-8 0,-7 2-5 0,0 0-3 15,6 9 0-15,-5 1 0 0,-1 5-4 0,-2 2-2 16,-1 1-1-16,1 2-3 0,-3 1-2 0,2-2-1 16,1-1-2-16,-1-1-3 0,-1 2 2 0,4-3-7 15,-1-4-3-15,1 1 1 0,0-1 1 0,0-3-3 16,1-1-1-16,2 0 0 0,-2-2 0 0,0 0 0 16,-1-6-1-16,3 9 0 0,-3-9 5 0,9 4-5 15,-9-4 1-15,10 0-2 0,-10 0-2 0,13-3 4 16,-2-1-3-16,-2 1-3 0,0-1-1 0,-2 3 1 15,3-2-2-15,-4 1-3 0,-6 2 0 0,11 0-3 16,-11 0 2-16,11 3-2 0,-5 1 1 0,-1 2 2 16,1 3-3-16,-3-4-8 0,0 2-24 0,1 4-29 15,-4-1-34-15,0-2-57 0,0 3-59 0,-4-2-70 0,4 1-162 16,0-10-482-16,-1 13 213 0</inkml:trace>
  <inkml:trace contextRef="#ctx0" brushRef="#br0" timeOffset="114300.23">20128 8545 7 0,'5'-12'339'0,"0"4"-25"16,-2 2-34-16,-1 2-20 0,-2 4-27 0,0 0 12 16,0 0 0-16,0 0 3 0,4 23 10 0,-5-3-7 15,-4 8-14-15,-3 0-16 0,-1 4-22 16,1 1-17-16,-1-1 4 0,2-4-13 0,-2 4-18 0,1-7-20 15,2 1-2-15,-2-2-15 0,2-7-14 0,2-1-7 16,1 1-9-16,-1-2-8 0,1-3-6 0,0 0-7 16,2-2-10-16,-2 0-10 0,3-4-35 0,0-6-31 15,-1 8-35-15,1-8-32 0,0 0-20 0,-3 9-36 16,3-9-27-16,0 0-18 0,0 0-36 0,0 0-35 16,0 0-7-16,0 0-17 0,0 0-19 0,-12-24-192 15,12 12-532-15,2-5 235 0</inkml:trace>
  <inkml:trace contextRef="#ctx0" brushRef="#br0" timeOffset="114585.62">20139 8578 98 0,'12'-29'188'0,"-1"1"-4"16,1 3-3-16,-3 3 4 0,1 6-5 0,-1 3 3 0,-4 3-11 15,0 6-10-15,3-2-18 0,-2 3-11 0,-6 3-6 16,13-1-4-16,-5 4-8 0,2 5-10 16,-1 0-11-16,-4 4-6 0,3 3-8 0,-2 0-7 15,-5 4-8-15,-2-1 4 0,-5 8-14 0,1-1-3 16,-4-3-8-16,-2 0-10 0,-4-1-9 0,2-4-10 15,0-1 3-15,-2-2-14 0,0-1-5 0,1-1-8 16,0-1 2-16,3-3-5 0,1-2 0 0,1-2 2 16,0 1 1-16,4-3 2 0,5-2 0 0,-9 6 3 0,9-6-1 15,-9 3 3-15,9-3-1 0,-5 2-3 0,5-2 5 16,-1 7-2-16,1-7 4 0,0 0 3 0,4 15-2 16,2-7 1-16,-1 1 2 0,2 1 0 15,0 0 2-15,5 5-10 0,-1-2-30 0,3 0-32 0,2-4-55 16,-1 1-59-16,3 0-67 0,2-2-135 0,-2-2-411 15,12 1 183-15</inkml:trace>
  <inkml:trace contextRef="#ctx0" brushRef="#br0" timeOffset="114964.3">20616 8835 275 0,'-9'-6'294'0,"-1"5"-5"0,-4-1-3 0,-3 1-9 15,-1 2 11-15,0 2-29 0,0-1-15 0,6 2-7 16,-2 0-23-16,-1 4-20 0,4-2-17 0,1 1-13 16,2 0-17-16,2 1-16 0,-1 0-10 0,4 1-6 15,1 2-16-15,1-1-2 0,2 0-16 0,1 0-2 16,4-1-12-16,2 1-11 0,2-1-7 0,0-1-13 16,4 1-8-16,-2-4 0 0,2 0-13 0,-2-1-4 15,0-2-8-15,-3 1 2 0,-1-3 3 0,-2 2-1 16,-6-2-3-16,13 0-1 0,-13 0-6 0,0 0-1 15,0 0-3-15,0 0-2 0,0 0-4 0,0 0 5 16,0 0-4-16,-32 0 2 0,13 2 10 0,-7 6 5 0,-2-3 9 16,10-1 5-16,-9 4 6 0,8-1 13 15,2-1-2-15,0 2 4 0,4-1 7 0,-1 0 0 16,3 1 3-16,5-1 1 0,-4 3-7 0,3-3-7 16,2 1-3-16,4 0 3 0,0-2-2 0,1-6-3 0,6 18-4 15,2-8 2-15,5-3-26 0,6 1-51 0,1-3-55 16,10 1-57-16,2 0-65 0,0 1-59 0,3-5-77 15,-1 0-274-15,-2-2-686 0,0 0 304 16</inkml:trace>
  <inkml:trace contextRef="#ctx0" brushRef="#br0" timeOffset="115123.43">20910 9189 350 0,'0'0'389'0,"0"0"-3"0,0 0 5 0,0 0-22 16,0 0-30-16,0 0-32 0,0 0-34 0,0 0-28 15,0 0-25-15,0 0-35 0,0 0-36 0,0 0-65 16,-9-24-64-16,9 24-60 0,-6-9-63 0,-1 2-75 16,1 0-100-16,-3 0-240 0,-8 0-562 0,-1 1 249 15</inkml:trace>
  <inkml:trace contextRef="#ctx0" brushRef="#br0" timeOffset="116423.89">14219 9650 92 0,'-12'-1'190'0,"0"1"-11"0,2-2-6 16,0 2-11-16,10 0-11 0,-11-1-13 0,11 1-13 15,0 0-2-15,0 0-8 0,0 0-9 0,0 0-2 16,38 12-3-16,-15-8-6 0,11 2-1 0,17 0-6 16,3-2-5-16,4 2-8 0,5 0-6 0,31-2-7 15,-1-3-4-15,-1 0-6 0,-2 2-3 0,4 1-8 16,-1-2 1-16,6 0-2 0,-1 1-1 0,5-3 0 16,0 4-4-16,4 1-7 0,-3-4-5 0,0 3 3 15,-1-2-2-15,4 4-2 0,2-1-2 0,2 1-3 16,4 0 1-16,0-4 1 0,0 7-2 0,-4-4-2 15,6-1 0-15,-2 9 0 0,6-6-4 0,3-2 1 16,4 2-2-16,3 0 2 0,-5 4-1 0,6-5-2 16,-2 0 4-16,5 2-4 0,8-5-2 0,-5 6 1 15,2-2-4-15,0-2-1 0,1 0 3 0,3 5 0 16,3-8-2-16,-9-2 1 0,3 1-3 0,1 3 4 0,1-6-1 16,1 2-2-16,1 3 1 0,-2-4-4 15,-4-2 1-15,0 3 3 0,-2-2 3 0,1-3-5 16,-5 1 2-16,1-2-1 0,-2 2 0 0,-4-1-2 15,-3-5 3-15,-1 0-3 0,-3-1 2 0,2 0-1 0,-6 0-2 16,1-3 2-16,-5 0-1 0,-8-5 1 16,-1 0 2-16,-4-4-11 0,-1 4-6 0,-2-4 4 15,-3-2-13-15,-9 0-5 0,-23 2-3 0,24-13-3 0,-30 14-2 16,1-5-2-16,-3-2 2 0,-5-3-6 0,-4-6 12 16,-1 9-2-16,-10-6 3 0,-2-1-4 0,-10 7 6 15,-7-3 2-15,1-13 6 0,-7 0-2 0,-7 9 1 16,-2-11-2-16,-9 1 9 0,-2-7 3 15,-7 8 4-15,-6-2-3 0,-6-4 8 0,-5 2-2 0,-17-20 3 16,10 22 0-16,-18-17 4 0,-1 4-5 0,-6 5 0 16,0 2 3-16,-6 3-2 0,-5 3-4 0,-3 2 5 15,-1 0 0-15,-4 2-2 0,1-1 3 0,-11 1 2 16,0 5-7-16,-2-3 4 0,-3-1-1 0,-9 2 2 16,-2-3 0-16,2 4 1 0,-8 0-3 0,-1-1 1 15,-2-3 2-15,-7 2-1 0,-2 12-1 0,-4-8-3 16,-2-3 0-16,-4 4 8 0,3 4-6 0,-7 1-3 15,-7-2 1-15,5 4 1 0,-1 2-5 0,-5-3 6 16,-4 3-1-16,1 0-2 0,2 5 1 0,3 0-2 16,-3 1 8-16,2 2-3 0,-1 3-1 0,-2-2 1 15,-1 5 4-15,3 6-6 0,1-3 3 0,-2 0 0 16,-3 6-1-16,-1-1 25 0,6 5-15 0,-4 3-2 16,3 1 3-16,-6 1-1 0,0 8-1 0,0 1-2 15,2 2 0-15,-6 2 1 0,2 2-2 0,-2 2 0 16,1 4-1-16,5 4 0 0,0-1 1 0,5 7-1 0,3 2 2 15,5 0 0-15,8 3-3 0,2 4 6 16,11 5-1-16,8 0 4 0,9 0-2 0,1 2 3 16,8 1-3-16,6 6-1 0,5 1-3 0,8-3 3 15,8 3-1-15,6 1 4 0,4 0-4 0,21-17 7 16,5 9-5-16,-8 24 9 0,7-1 2 0,17-21-3 0,3 1 2 16,7 2 0-16,1 2-2 0,10 22 3 15,2-25 2-15,7 1 2 0,15 23-7 0,-1-31 1 16,16 29-4-16,6-9 2 0,5-2 2 0,11 0-3 15,4-5-4-15,13-4 1 0,3-2 3 0,9-4-2 0,-1 3-6 16,10-4-2-16,7-7 3 0,2 3-1 16,6-5-2-16,4 0-3 0,2-6-1 0,-5 1 5 0,6 4-4 15,3-6 2-15,3-2 0 0,2-5-16 16,-1 2-17-16,2-7-29 0,0-2-26 0,0-2-32 16,4-3-48-16,7-3-51 0,0-4-36 0,-2-2-190 0,-3-5-474 15,4-6 209-15</inkml:trace>
  <inkml:trace contextRef="#ctx0" brushRef="#br0" timeOffset="116565.12">19995 9726 90 0,'19'-19'41'0,"-10"5"-64"0,0-3-22 16,-1 0 9-16</inkml:trace>
  <inkml:trace contextRef="#ctx0" brushRef="#br0" timeOffset="118343.35">15274 9875 104 0,'0'0'122'0,"-1"-10"-22"16,1 10-4-16,0 0-10 0,0 0-7 0,0 0-16 15,0 0 10-15,0 0-11 0,0 0 2 0,-25 18-1 16,15-10-5-16,-4 4-6 0,1 2 2 0,-6 5-7 15,0 2 3-15,-6 1-9 0,4 0 3 0,-1 3-2 16,2-2-8-16,-1 3-8 0,2 2 3 0,-1 1-6 0,1 0 1 16,2 15-15-16,2-10 10 0,-2 8-4 0,4-8 3 15,3 12-6-15,2-13-1 0,4 15 0 16,-1 0-11-16,4-2-10 0,1 1-1 0,3 2-12 16,0 3-1-16,3 0 2 0,-1-1 3 0,1 1 0 0,-1 3 3 15,0 1 3-15,3 1-4 0,-2 23-6 16,-5-27 10-16,1 4-4 0,-5 2 2 0,4-2-5 15,-2 29-5-15,-5-2 11 0,-2-26 4 0,3 24 7 0,-2-22-1 16,-2 24 4-16,-2-3 2 0,4-26-3 0,-2 28 3 16,1-26-4-16,-3 23-1 0,-1 0 2 0,1-22 15 15,-6 30-22-15,-1-6 10 0,1 0-3 0,-4 0-5 16,-2-4-6-16,-2 0 13 0,4-21-12 0,-9 26-2 16,3 2-3-16,-2-4-6 0,2-1 11 0,2 1-10 15,8-23-3-15,3-1 7 0,1 2 1 0,2-1 6 16,1-3-5-16,8-1-4 0,2-1-6 0,2-2-11 15,4-1-15-15,5-6-5 0,-3-9-84 0,6 9-151 16,-5-14 67-16</inkml:trace>
  <inkml:trace contextRef="#ctx0" brushRef="#br0" timeOffset="118471.32">15265 13930 30 0,'14'-13'192'0,"-4"5"-54"15,4-3-73-15,-5 3-60 0,-5 3-77 0,5-4-78 16,-3-5 35-16</inkml:trace>
  <inkml:trace contextRef="#ctx0" brushRef="#br0" timeOffset="121129.58">22576 6867 118 0,'92'20'115'0,"-30"-8"-4"0,2-2-8 0,-3-3-10 15,2-1-2-15,-6 3 10 0,-5-3-13 0,0-4 18 16,-15 0 2-16,-3-1-2 0,-3 0 9 0,-4-2-2 16,-7 3-3-16,-6 0-3 0,0-3-10 0,0 2-1 15,-2-1-2-15,-1 1 1 0,0-1-7 0,-1 0-1 0,-2-1-2 16,3 2 5-16,-11-1-8 0,12-3-4 0,-12 3-2 16,9 0-3-16,-9 0 2 0,0 0-3 0,0 0-8 15,12-1 4-15,-12 1-9 0,0 0-9 16,0 0-5-16,0 0-7 0,0 0-2 0,7-1-5 0,-7 1-2 15,0 0-5-15,0 0-6 0,0 0-21 0,0 0-17 16,0 0-25-16,0 0-16 0,0 0-33 16,0 0-37-16,0 0-30 0,0 0-40 0,0 0-38 15,0 0-141-15,-35 2-412 0,21-1 182 0</inkml:trace>
  <inkml:trace contextRef="#ctx0" brushRef="#br0" timeOffset="125331.31">5970 9631 63 0,'0'0'85'0,"-7"-5"6"0,7 5-14 15,0 0-5-15,-10-3-5 0,10 3-22 0,0 0 20 0,0 0-11 16,0 0-6-16,-11 0 0 0,11 0-5 16,0 0-8-16,-8 10-4 0,6-4 12 0,-1 1-4 15,-2 4-1-15,2 4-8 0,-3 1 12 0,0 3-10 16,-4 6 1-16,-2 3-17 0,3 4 9 15,-6 12-1-15,1 0-7 0,-4-1-6 0,0 2 20 0,-1 1-13 16,4 0 1-16,1 3-13 0,1-2 11 0,3-2-10 16,3 3 4-16,5-14-2 0,-1 12-1 0,3 0-11 15,-1-11-2-15,5 11 3 0,0-10 7 0,6 15 0 16,1-3-7-16,2 0 5 0,2 0-6 0,-1 1-23 0,8-2 15 16,-4 2-4-16,0 1-1 0,-2-1 3 15,-3 2-8-15,1-1-2 0,-5-1 6 0,-1 3 5 16,-3-3-9-16,-2 1 9 0,-2 2 3 0,-5 0-5 15,0 0 10-15,-1 3-11 0,-3-1 7 0,-2 0 1 0,3 0 3 16,-2 3 1-16,-3-1-1 0,-2 1 2 16,1 0-4-16,-5 0 4 0,-7 23 6 0,6-27-12 15,-4 2 4-15,0 1-4 0,-7 20 3 0,10-22-5 16,-2 0 13-16,-1 0-7 0,1 1 3 0,3 3-2 16,-3-1 5-16,-7 19-2 0,10-22-2 0,0 2 1 0,-8 22 7 15,10-24-12-15,3 3 8 0,-1 27 13 16,6-25-13-16,3 0-8 0,0 23 3 0,8-25 5 15,2 0-3-15,2 1-1 0,0-3-2 0,6-1-6 16,2 0 4-16,2-3-8 0,1 3-7 0,4-2-7 0,-1 0 4 16,1-2-4-16,-1 1-9 0,-1 2-8 0,4-3-5 15,-1 1-15-15,1 1 8 0,-8-1-2 0,3-1-35 16,1-4-100-16,2 3 45 0,0-4 378 0,-8-10-263 16,9 10 16-16,-9-13 6 0,1 1-8 0,4 12 11 15,-3-14 7-15,-2 0-3 0,3-2-2 0,0-2 4 16,5-2-3-16,0-5-15 0,1 0-15 0,2-6-38 15,4-6 17-15</inkml:trace>
  <inkml:trace contextRef="#ctx0" brushRef="#br0" timeOffset="126086.31">10865 9732 120 0,'12'0'124'0,"2"3"-11"16,2 1-12-16,0 3-7 0,0-2-7 0,1 8-11 0,0 0-11 15,3 2 2-15,-5 6-13 0,-2 2-4 0,-1 2-2 16,-1 6-5-16,-2 0 6 0,0 4-14 16,2 12-1-16,-3-2-8 0,-4 2 8 0,0 3-12 15,-2 0-2-15,-2 5 1 0,0-2-4 0,-4 0 1 0,2 2-5 16,-3 4-2-16,-5-1 3 0,-3 22 2 0,-4 2-2 16,3-24 0-16,-4 21 2 0,2-20-3 0,-6 22-2 15,1 1-2-15,2-24-3 0,-6 22 3 0,11-21 2 16,-7 23-3-16,6 2 5 0,2-2-7 0,3-22-1 15,-2 27-3-15,7-3-11 0,-4-3 18 0,7-22-11 16,-1 28 0-16,-2-6 3 0,1 7 3 0,3-8 0 16,0 2 2-16,1-1-6 0,2-21 4 0,8 28 0 15,-3-8-1-15,2-24 2 0,3 3-2 0,7 22 1 16,-4-24 1-16,5 23-10 0,1-24 5 0,4 23 0 16,-8-23-4-16,-3 1 2 0,0-2 4 0,1 1-8 0,-4-2 1 15,-1-2-4-15,-5 0-10 0,-4-2-17 16,-6-1 5-16,-1-2-31 0,-8 0-24 0,-5 2-34 15,-7 1-75-15,-6-2-210 0,-2-5 94 0</inkml:trace>
  <inkml:trace contextRef="#ctx0" brushRef="#br0" timeOffset="140008.4">23889 3428 17 0,'0'10'60'0,"-1"1"9"0,-3 4-6 0,-1 3 5 0,1 1 6 15,-1 8-17-15,-2 1-1 0,1 5 26 16,-2 2-13-16,-1 11-10 0,2 1-6 0,0 2 8 16,1 2-10-16,-2-1 1 0,6 2-2 0,-1 6 0 15,1-1 7-15,3 28 1 0,3-29-6 0,-3 3 0 16,4 24-3-16,-4-2-2 0,8 0-4 0,-4 0-4 15,2 0 0-15,-5 3 8 0,2 2-9 0,1-2-2 16,2 0-4-16,-2 1 6 0,2 1-4 0,0 4 0 16,2 8-1-16,0 5 1 0,-3 1-2 0,3 1 2 15,-1-2-4-15,-2 4 0 0,-1 3 2 0,-2 9 7 16,3 4-4-16,-4 1-2 0,-1-3 1 0,3 6 1 16,1-1 6-16,-5 7-9 0,3 6 1 0,-1-2-6 15,-2-2-1-15,0 3-2 0,0 5-1 0,1 4-1 16,0-2-3-16,2 1-1 0,-2-2 8 0,3 10-13 15,1 6 3-15,2-1-1 0,-5 0-3 0,1 3-3 16,-3 5 7-16,2 0-3 0,-4 2-2 0,2-5 3 16,-7 9-8-16,6 5 5 0,-3 0-2 0,0 0-3 15,-3 0-1-15,-2 4 4 0,-1-3-1 0,-2-2 0 16,-1 1-4-16,3 2 6 0,-2 4-3 0,-1-4-3 16,1-2 2-16,2 0 2 0,-4 1 0 0,-2-4-3 15,4-7-1-15,-5 6-6 0,4 0 7 0,-1 2 0 16,0-5-3-16,3-5-3 0,0 1 3 0,5 1-1 15,-3-8-4-15,-3-3-4 0,2-11-6 0,6 2-15 16,-3-3-6-16,4-4-11 0,6-6-20 0,-2-6-13 16,2-10-32-16,4-3-13 0,2-11-22 0,-4-4-31 15,-1-2-124-15,0-11-325 0,-1-29 143 0</inkml:trace>
  <inkml:trace contextRef="#ctx0" brushRef="#br0" timeOffset="140890.03">25069 3591 121 0,'-3'-7'215'0,"3"7"-13"0,1-12-25 15,-1 12-8-15,0-9-28 0,0 9-10 0,0 0-15 16,0 0-20-16,-1-10-8 0,1 10-13 15,0 0-11-15,0 0 0 0,0 0-6 0,9 38-4 16,-4-14-4-16,0 5 1 0,1 5-6 0,-2-1-3 16,3 15 1-16,-3-12-5 0,-2-3-2 0,0 1-4 15,1-1 1-15,2-1-4 0,-3-3-2 0,1-3-2 0,1-6-1 16,-1-1 5-16,-1 1 0 0,1-2-5 16,-2-7 1-16,1 2-2 0,0-3 0 0,0-1 1 15,-1-2-2-15,4-1 2 0,-4-1 1 0,-1-5 2 16,5 9-2-16,0-7 1 0,3 0-5 0,4-1 1 15,3-4-7-15,1 0 2 0,6-1-4 0,6-3-10 16,5-3-11-16,0 3-14 0,-1 0-25 0,-1 1-15 0,-4 0-30 16,3-1-22-16,-7 3-39 0,2-3-4 0,-6 4-12 15,-1 0 1-15,-5-1-111 0,1 1-301 16,-3 0 133-16</inkml:trace>
  <inkml:trace contextRef="#ctx0" brushRef="#br0" timeOffset="141061.2">25614 4021 656 0,'5'-5'-37'0,"-1"-1"8"15,-4 6 20-15,9-15 17 0,-5 5 23 0,-3 0 8 16,2 0 8-16,-2-2 13 0,-1 12 26 0,1-19 13 0,-1 13 8 15,2 1 7-15,-2 5 3 0,0-12 1 16,0 12-5-16,0-8-8 0,0 8-12 0,0 0-13 16,0 0-12-16,0 0-7 0,0 0-6 0,0 0-5 15,0 0-7-15,6 21-6 0,-6-9 2 0,3 5-3 16,1-1-4-16,-4 2-4 0,2 1 2 0,0 5-5 16,0 2-21-16,-2-3-18 0,2 3-37 0,1-8-27 0,0 0-52 15,-1 0-35-15,0 1-147 0,-2-4-337 16,0-3 149-16</inkml:trace>
  <inkml:trace contextRef="#ctx0" brushRef="#br0" timeOffset="141213.53">25661 3642 64 0,'2'-6'42'0,"-2"6"-27"0,0 0-15 15,0 0-21-15,10 21-21 0,-6-3 9 0</inkml:trace>
  <inkml:trace contextRef="#ctx0" brushRef="#br0" timeOffset="141756.17">25855 4101 154 0,'0'0'234'0,"0"0"-18"15,0 0-18-15,0 0-6 0,0 0-4 0,0 0-12 16,0 0-10-16,0 0-2 0,-3-23-14 0,1 13-17 15,0 1-9-15,1-8-15 0,0 0-9 0,2 2-8 16,0-3-12-16,3 1-6 0,1 7-9 0,-2-2-8 16,3 1-4-16,-2 2-9 0,-2 3-9 0,5 2-1 15,0 4-7-15,-7 0-3 0,18 1-2 0,-4 2-6 16,-3 2 4-16,4 4-6 0,-1 1 1 0,-1 2-2 16,-1 3-7-16,-1-1 7 0,-2 1 0 15,2-1-4-15,-6 3 2 0,1-5-1 0,-3-2-3 0,1 1-7 16,0-4-3-16,0 0-3 0,-2-3 1 15,-2-4 2-15,4 7 0 0,-4-7 2 0,0 0-2 0,0 0-1 16,0 0-7-16,0 0-1 0,0 0-7 0,7-14 1 16,-5 8-2-16,4-4-2 0,-2-3-7 0,8-1-7 15,-3-1-5-15,-3 5 9 0,7-2-7 0,-3-1 7 16,1 6 1-16,-1 2 2 0,1-2-1 16,-2 5 5-16,4 0 3 0,-2 2 2 0,3 2 3 0,-3 2 3 15,2-1 0-15,-1 2-5 0,1 2 11 16,3 2 2-16,-1-1 1 0,4 2 1 0,-4-3 7 0,1 2 8 15,0-1-7-15,-2-4 13 0,-1 0-1 0,1 0 2 16,-4-2 1-16,2-2-3 0,-1 0 7 16,0-1 7-16,-4-1 0 0,2-1 2 0,-4-1-6 15,3-1 1-15,-1-2-3 0,-1-3 2 0,0 1-4 16,0 0-1-16,-3-1 10 0,1 0-4 0,-4 0-3 16,2 1-4-16,-2-1 1 0,0 3 2 0,0 7 0 0,2-12 0 15,-2 12-9-15,0-7-8 0,0 7-2 0,0 0-3 16,0 0-2-16,0 0 2 0,0 0 1 15,-11 22-2-15,7-8 3 0,-4 1 1 0,0 3-16 16,1 6-5-16,1-6-25 0,1 0-8 0,2 2-32 16,1-1-36-16,2-2-39 0,2 0-46 0,3 0-33 15,-2-1-123-15,5-6-388 0,1-4 172 0</inkml:trace>
  <inkml:trace contextRef="#ctx0" brushRef="#br0" timeOffset="141907.51">26477 3721 2 0,'-9'-10'191'0,"4"1"-27"0,-2 4-32 0,7 5-50 0,-4-10-48 0,4 10-36 16,0 0-35-16,0 0-58 0,0 0-102 16,0 0 45-16</inkml:trace>
  <inkml:trace contextRef="#ctx0" brushRef="#br0" timeOffset="142136.4">26724 3698 158 0,'2'-5'255'0,"3"0"-11"0,-5 5-6 15,6-9-12-15,-4 5-18 0,-2 4-25 0,0 0-20 16,5-6-27-16,-5 6-10 0,0 0 3 0,7 16-2 16,-2 1 11-16,1 8-8 0,-2 5-9 0,1 4-2 15,-3-1-10-15,2 13-11 0,0-15-8 0,-2 2 3 16,-2-1-17-16,2-2-6 0,-2-3-9 0,-2 1-3 15,4-1-2-15,-2-9-16 0,0 0-40 0,0-1-31 16,0-1-34-16,-2-4-25 0,0-2-24 0,2-2-28 16,-4-1-26-16,4-7-30 0,-4 11-28 0,4-11-7 15,-9 1-132-15,9-1-394 0,-15-8 175 0</inkml:trace>
  <inkml:trace contextRef="#ctx0" brushRef="#br0" timeOffset="142539.63">26659 3901 70 0,'13'-10'131'0,"8"1"-4"0,-4 0-7 16,12 3-2-16,-2-2-12 0,3 4-4 0,1 1-15 16,-2 1-7-16,1 0-8 0,-1 2-3 0,-6 0-8 15,-2-1-6-15,0-1-4 0,-3 3-12 0,-3-1-3 16,-1 0-3-16,-14 0 0 0,16 2 18 16,-16-2 4-16,14 0 15 0,-14 0-3 0,0 0 7 0,10 2-2 15,-10-2 5-15,0 0-10 0,-1 7 0 0,1-7 6 16,-14 13-6-16,5 1 11 0,-6-2-6 15,0 1-1-15,3 2-5 0,-1 0 3 0,0-1-12 0,3 1-1 16,0-1-5-16,4 0-4 0,-1 0-7 0,3-3 1 16,1 1-6-16,1-3-2 0,2-1-4 15,2 1 1-15,0-2-3 0,-2-7-2 0,5 10-1 16,-1-5-4-16,1-1-6 0,-5-4-4 0,10 4 0 0,-2-5-4 16,-8 1 2-16,17-5-5 0,-10 0 0 0,3 0 5 15,-2-2-6-15,-3-3 3 0,1 1 1 16,0 1-2-16,0-1-4 0,-4-1 5 0,0 5 4 15,-2 5 0-15,5-9 0 0,-5 9-4 0,0-5-7 16,0 5 1-16,0 0-3 0,8-4-1 0,-8 4 0 16,0 0 3-16,0 0-1 0,1 18 2 0,-1-9-4 0,0 1-4 15,0 1-22-15,2 0-26 0,1 1-30 0,1-1-39 16,2 1-44-16,-3-1-43 0,3-1-187 16,-1-2-432-16,4 0 191 0</inkml:trace>
  <inkml:trace contextRef="#ctx0" brushRef="#br0" timeOffset="142754.04">27241 3756 123 0,'2'-7'265'0,"-4"-1"-26"0,2 8-22 0,4-8-31 16,-4 8-18-16,0 0-1 0,0 0-3 0,0 0-7 15,2 24 3-15,-1 1-12 0,-2 2-8 0,-1 5-6 16,0-2-12-16,0-1-10 0,2 1-11 15,-3-1-10-15,1-1-6 0,2 0-9 0,-1-2-7 0,-1-1-15 16,2 0-28-16,0-7-31 0,-2 1-29 0,0-4-41 16,0 1-50-16,2-4-50 0,0-1-61 0,-4-1-157 15,4-10-425-15,-9 11 188 0</inkml:trace>
  <inkml:trace contextRef="#ctx0" brushRef="#br0" timeOffset="142989.29">27135 3982 64 0,'0'0'169'0,"9"-7"-20"0,-9 7-8 0,18-5-6 16,-5 3-4-16,7 0-8 0,-1 1 3 0,-2-1-7 15,6 2-3-15,-3-2-7 0,-2 2-3 0,0 0-3 16,0 0-4-16,-6 0-8 0,-1-1-3 0,-3 2-7 16,2-1-7-16,-4 2 0 0,-6-2-2 0,11 3 4 15,-6 0 1-15,2 2-1 0,-2 0-10 0,1 3-5 16,-2 2-3-16,1 0-7 0,-3 1-5 0,2 5-2 15,-4-3-24-15,0 3-18 0,0 0-23 0,-2 3-32 16,0-3-40-16,0-3-51 0,0 1-55 0,-3 1-175 16,1-4-403-16,1-1 179 0</inkml:trace>
  <inkml:trace contextRef="#ctx0" brushRef="#br0" timeOffset="143805.19">27553 4001 125 0,'0'0'221'0,"0"9"-7"0,0-9-6 0,-2 8-13 0,0-2-10 16,2-6-10-16,-4 15-17 0,5-7-10 0,-1 1-18 16,0-9-11-16,0 15-12 0,3-4-9 15,1-2-10-15,-2 1-5 0,3-2-9 0,-1 0-6 16,3-1-6-16,-1 0-6 0,-1-1-3 0,2-1-4 15,0-2-2-15,-3 0-3 0,-4-3-3 0,13 2-8 16,-13-2 1-16,9-3 0 0,-9 3-6 0,7-6-7 0,-3 1 1 16,0 0-8-16,-1-2-9 0,2-3 0 0,0-2-6 15,-4 3-3-15,2-3-4 0,-1 1-6 16,3 0 2-16,-2-1 2 0,0 3 1 0,2 1 1 16,0 2 5-16,-3 0-7 0,-2 6-2 0,9-4 1 15,-3 1-2-15,-6 3 4 0,14 4 1 0,-7-1 0 16,-1 3 1-16,2 3 1 0,-2-1-4 0,1 0 5 15,-3 0 0-15,2 1-1 0,-1 0 0 0,-3 1 5 0,0-4 5 16,2 1-6-16,-2-1 2 0,-2-6 2 16,4 8 1-16,-4-8 2 0,0 5 4 0,0-5 9 15,0 0 4-15,7 4 1 0,-7-4-2 0,0 0-4 16,0 0 3-16,0 0-6 0,10-16-1 0,-5 9-5 16,2 0-1-16,1-2-5 0,1 1-5 0,1 0-2 15,6-5-2-15,-6 6 2 0,0 0-2 0,1 2 1 16,0 1 0-16,0-1 1 0,0 3 0 0,-6 0-3 15,-5 2 1-15,20 4-1 0,-13 1 0 0,-1-2-1 16,4 4 5-16,3-1-2 0,-6 1 4 0,0 0-1 16,1 1 2-16,-3-2 3 0,3 1 3 0,-3 1 0 15,0-4 7-15,0-1 6 0,3-1 6 0,-1-2 3 16,-7 0-2-16,17-3 1 0,-9 0-5 0,1-2 2 16,2-1-6-16,-6-1 3 0,4-1-1 0,-3-1-3 15,2-2-4-15,-4 2 0 0,0-3 4 0,0 3 5 16,-1-1-8-16,-1 1 7 0,-2 4-3 0,0 5-1 15,4-10-7-15,-4 10-2 0,2-8-5 0,-2 8-4 16,0 0-2-16,0 0 1 0,0 0-3 0,0 0 3 16,0 0 2-16,-10 31 1 0,5-13-3 0,-2-1 1 15,-2 2 0-15,0 4 5 0,3-4 2 0,0 0-4 16,0 1-12-16,0-4-16 0,1 3-23 0,0-1-18 16,2-1-33-16,1-3-52 0,-1-4-57 0,3 2-225 15,-2-2-470-15,2-10 207 0</inkml:trace>
  <inkml:trace contextRef="#ctx0" brushRef="#br0" timeOffset="144324">28465 3974 42 0,'4'-6'272'0,"-4"6"-26"15,5-5-29-15,-5 5-12 0,0 0-3 0,0 0-7 16,0 0-15-16,0 0-13 0,9 20-7 15,-7-10-13-15,0 1-15 0,3 1-10 0,0-1-12 0,3 3-10 16,-3-2-7-16,8 1-9 0,-4 0-7 0,3 0-4 16,-1-5-6-16,0 1-15 0,-2-3-13 0,3 0-11 15,-1 1-12-15,-2-4-9 0,-1-1 0 0,-2-2-4 16,-6 0-6-16,0 0-15 0,13-6-10 0,-12-2-1 16,-1-1 1-16,-2-3-5 0,-6-3-3 15,-2 1 3-15,-3-2 1 0,-4-5 5 0,1 0 6 16,-3 1 5-16,8 4 16 0,-1 2 13 0,5 6 7 0,1-2 13 15,-1 3 3-15,5 1 2 0,-2 1-9 0,4 5 0 16,-5-8-2-16,5 8-4 0,0 0-3 16,0 0-1-16,11-15-3 0,2 13-3 0,4-3 0 15,5 2 2-15,4 0-7 0,2-3 3 0,-5 4-1 16,4-6-2-16,-6 2 0 0,6-2-1 0,-10 2 4 16,-1-2-2-16,-1 0 0 0,1-4-3 0,-3 1 4 0,-2-3 1 15,-2-1 7-15,0 1 2 0,-4-1 5 16,0 2 2-16,-3 3 14 0,0-2-16 0,0 1 1 15,2 3 5-15,-3 2-1 0,1-2-9 0,-2 8-4 16,3-6-9-16,-3 6-5 0,0 0-1 0,0 0 0 16,0 0 6-16,-8 39 1 0,2-8 9 0,-1 0 3 15,0 3-4-15,0 2 8 0,0 14 0 0,2-15-3 0,1 1-2 16,2-1 1-16,0 12-8 0,0-14 6 0,0 1 2 16,2-1-3-16,0 0-18 0,2-1-25 0,-1-3-37 15,0 1-44-15,1-3-70 0,2-2-59 16,-4-5-67-16,-3-2-171 0,2-1-513 0,-3-6 226 15</inkml:trace>
  <inkml:trace contextRef="#ctx0" brushRef="#br0" timeOffset="144464.57">28799 4111 183 0,'5'-11'197'0,"1"0"-36"16,4 1-27-16,2 0-30 0,-1 1-53 0,7-2-64 15,1 1-124-15,0 1-147 0,0-3 66 0</inkml:trace>
  <inkml:trace contextRef="#ctx0" brushRef="#br0" timeOffset="144792.5">29401 3666 143 0,'3'-5'250'16,"0"-1"-27"-16,-3 6-26 0,5-5-20 0,-5 5-1 15,0 0-1-15,7 16 3 0,-6 3-8 0,2 9-7 16,-3 0-11-16,-2 6-11 0,2 0-18 0,0-1-9 16,0 0-16-16,-1-1-1 0,0-2-10 0,2-1-6 15,0-3-8-15,1-5-7 0,-1-4-7 0,1-1 3 16,-2-6-10-16,0 0-3 0,3-5-7 16,-3 2 3-16,0-7-6 0,2 9-6 0,-2-9 1 0,4 4-14 15,-4-4-8-15,0 0-6 0,14-15 3 0,-6 7-8 16,5-5 3-16,-3-1 1 0,4 0-5 0,4-4-4 15,-3 4-4-15,-1 1 2 0,2 1-1 0,-4 3 1 16,-1 1 7-16,-1 1-9 0,-1 3-2 0,0 3 2 16,-9 1-1-16,0 0 0 0,18 3 0 0,-12 2 5 15,-1 3 0-15,1 1-1 0,-3 4-18 0,2 3-29 16,-1-1-33-16,0 0-43 0,0 2-68 0,1 1-79 16,-4 0-143-16,4 0-451 0,-1-3 200 0</inkml:trace>
  <inkml:trace contextRef="#ctx0" brushRef="#br0" timeOffset="145057.76">30033 3836 36 0,'13'-22'239'0,"-1"0"19"16,-5 5-4-16,0 1 1 0,0 6 4 0,-2-1-6 15,-1 1-2-15,-1 3 1 0,-1 3-27 0,2 0-21 16,-4 4-41-16,3-8-2 0,-3 8-22 0,0 0-17 15,0 0-10-15,0 0-4 0,0 0 13 0,5 34-4 16,-11-9-6-16,2 4-6 0,-1 1-6 0,-1 3-15 16,2 0-1-16,-1 1-9 0,-1-1-8 0,1 0 3 15,0 2-12-15,-2 1-8 0,2-1 1 0,3-1-13 16,-3-3-38-16,0-2-43 0,1 1-31 0,0-2-31 16,-3-1-32-16,2-3-34 0,-1-6-37 0,1-2-43 15,-1-2-40-15,-1 1-229 0,-1-7-565 0,8-8 251 16</inkml:trace>
  <inkml:trace contextRef="#ctx0" brushRef="#br0" timeOffset="145252.23">30101 3973 106 0,'11'-8'224'0,"2"-2"-14"0,-1 2-9 0,-1 4-8 15,0-2-18-15,-3 2-17 0,3 1-18 0,-5 3-12 16,-6 0-13-16,15 2-13 0,-8 2-12 0,-3 1-4 15,2 0-10-15,-2 4-6 0,-4 1-5 0,0 2-8 16,-3-2-17-16,-4 1-17 0,-5 2-34 0,-4 6-41 16,-5-2-58-16,3-5-43 0,-6 2-170 15,4-6-349-15,0-2 155 0</inkml:trace>
  <inkml:trace contextRef="#ctx0" brushRef="#br0" timeOffset="146009.87">30340 3925 7 0,'4'-5'279'0,"-4"5"-30"0,0 0-16 15,0 0-2-15,0 0-5 0,0 0-4 16,-13 17-14-16,4-5-19 0,-4 2-14 0,0-2-16 16,1 1-17-16,0 0-14 0,2 1-11 0,0-1-11 15,2-1-19-15,2-2-1 0,1 0-9 0,-2-1-6 16,5 0-13-16,1-2-23 0,1 0-16 0,0-7-13 15,2 10-6-15,-2-10-6 0,8 8-2 0,-2-7-5 16,-6-1 1-16,14-2 1 0,-5-1 0 0,0-1 0 0,1-3 5 16,0 1 0-16,-2-5-2 0,1 3 0 15,1-6-1-15,0 1 0 0,-2 0-1 0,-1 0 3 16,-1 2-4-16,-1 3 6 0,0-1 2 0,-1 3 6 16,0 0-3-16,-2-1-1 0,-2 7-4 0,4-7-1 15,-4 7-2-15,0 0-2 0,0 0 0 0,0 0 4 16,0 0 3-16,0 0-2 0,3 19 8 0,-1-14 1 15,0 5 1-15,0-3 0 0,-1 0-2 0,1-1 6 16,-1 1-1-16,1-1 3 0,2-1-2 0,0 1 5 16,0-1-5-16,3-1-1 0,-7-4 3 0,12 6 1 15,-4-3 3-15,0-3-5 0,-8 0-2 0,23 0-3 16,-23 0 7-16,17-7-5 0,-6 2-1 16,-4 0-4-16,2 1-1 0,0-2-7 0,-1-1-1 0,1 0-5 15,0 0-1-15,-2-2 2 0,1-1 2 0,0 0-4 16,1 2 0-16,-3 0 2 0,-2 2-3 0,-4 6 4 15,8-11 1-15,-4 8-1 0,-4 3 0 0,5-7-7 16,-5 7 5-16,7-2-1 0,-7 2 0 0,0 0 8 16,0 0-10-16,12 10 6 0,-10-4 2 0,1 0-1 15,-2 4 0-15,1-2 2 0,1 0 6 0,2 2-3 16,-1 0 2-16,-1 0-21 0,3-1-15 0,1 0-22 16,-1-1-30-16,3 0-21 0,1-1-18 0,2-3-14 15,2 2-4-15,6-4 2 0,-5 1 9 0,6-1 11 16,-7-2 11-16,3-2 12 0,-5 0 22 0,2-1 17 15,-1-1 25-15,-4-1 29 0,0-2 12 16,-1 0 28-16,-3 1 19 0,0-4 10 0,-2 0 13 16,-2 2 16-16,-1-2 5 0,0 10 8 0,-1-11-3 0,2 5-1 15,-1 6-15-15,-4-8-8 0,4 8-13 0,0 0 0 16,-12-2-2-16,12 2-2 0,-15 5-12 0,6 0 3 16,1-2 0-16,-2 4-7 0,3-2-2 0,0 2-8 15,3-2-1-15,-1 0-3 0,1 2 0 0,2 0-4 16,-1 0 2-16,3-7-8 0,2 11-2 0,-2-11-5 15,6 11-10-15,-2-8-10 0,2 1-8 16,1 0-5-16,0-2-13 0,1 1-14 0,-2-1-17 16,2 1-20-16,-8-3-27 0,17 0-27 0,-10 0-25 15,2 3-14-15,-1-2-153 0,-2 2-358 0,2 0 159 0</inkml:trace>
  <inkml:trace contextRef="#ctx0" brushRef="#br0" timeOffset="147077.66">30979 4091 115 0,'1'-10'207'0,"3"0"-11"0,-4-1-8 16,4 0-8-16,0 0-11 0,2-2-8 15,-1 4-1-15,3-5-20 0,-4 4-9 0,2 0-11 16,4 1-7-16,-3 1-12 0,0 0-13 0,1 4-9 16,2 0-11-16,-1 1-6 0,-1 1-9 0,0 2-5 15,-8 0-11-15,18 6 2 0,-9 1-7 0,1 1 1 16,-1 0-5-16,-2 1-3 0,0-2-2 0,0 3-2 15,1 0-3-15,-3-2 1 0,-1 0-4 0,-1-3-4 16,0 2-3-16,0-3-6 0,-3-4-1 0,6 6 2 16,-6-6 0-16,5 5 3 0,-5-5 1 0,0 0 0 15,7 1-9-15,-7-1-3 0,0 0 0 0,13-10-1 16,-7 6 7-16,-1-1-3 0,2 1-2 0,2-5-1 16,-2 4 2-16,1 0 0 0,-1-2-3 0,3 2 7 15,0 1-3-15,-1 1 3 0,-2 0-5 0,-7 3 0 16,10-4 2-16,-10 4-1 0,11 0-1 0,-11 0 4 15,6 4-4-15,-1 0-1 0,3 0 3 0,-4 1 2 16,1-1 2-16,2 3-1 0,1-3 1 0,-4 0 2 16,6 0 3-16,-2-1-2 0,0-1 8 0,-2 0-2 15,5-1 5-15,1-2-2 0,1-1 2 0,-2-3 3 16,2 1 0-16,4-3 0 0,-8 0 7 0,5-2-3 16,-5 0-1-16,-2 2-2 0,5-7-3 0,-2 1 2 15,-1 0-5-15,-5-2-4 0,3-1 6 0,0 3-4 16,-3 0 2-16,-2 0-6 0,2 4 3 0,-1-1-5 15,-1 4 1-15,-2 6-1 0,2-11-2 0,-2 11-3 16,0 0-5-16,0 0-3 0,0 0 3 0,0 0-1 16,-30 16 2-16,16-3 2 0,-1 1-5 0,2 2 12 15,1-2-8-15,2 2 5 0,1-2-6 0,4 2 1 16,2-1 1-16,2-2 4 0,1 0 0 0,3-2 3 16,1 0-4-16,3-1 4 0,1-3 5 0,5-1-4 15,5 0 2-15,2-1-3 0,11-2 0 16,-4-3-1-16,-5-3 0 0,-2 2 0 0,1-3-2 0,0-3 2 15,-2-1 5-15,-2-3-6 0,-2-1 2 16,0-1-2-16,2-8-1 0,0 2 0 0,-3-5-1 0,1 3 2 16,-5-3-3-16,4-1 1 0,-2-1-1 0,-2 0 0 15,1-1-2-15,0 1 0 0,-1-1 0 0,1 3 2 16,-4 5-3-16,-1 4 10 0,-2 4 11 0,-3 1 5 16,4 1 2-16,-2 3-6 0,-2 0-10 15,-1 6 28-15,0 0-4 0,0 0-5 0,0 0-10 16,0 0 3-16,1 23 0 0,-4-6-1 0,-5 8-1 15,2 3 8-15,-1 1-3 0,1 0 3 0,1 2 1 16,1-2 3-16,3-3-7 0,1 0-2 0,0-2-2 0,2-7-2 16,3 0 5-16,-1-5-16 0,0 0 9 0,1-2 3 15,2 0 0-15,1-3 0 0,0 0 2 0,1-1-5 16,0-3 6-16,4-1-18 0,-13-2 9 0,23-3 8 16,-13 1-4-16,0-2-2 0,2-2-7 15,-2-1 9-15,4-6-9 0,-3 3 1 0,2-5-9 16,0 1 3-16,-1-2-7 0,-1 0 2 0,2 0-15 15,-5 3 18-15,-2 3-7 0,0 0-2 0,1 0 3 0,-4 5 1 16,-3 5-2-16,6-7-2 0,-6 7 1 0,0 0-8 16,9-5 1-16,-9 5-1 0,0 0-1 15,0 0 3-15,0 0 5 0,0 0 0 0,0 0 2 16,0 0 2-16,7 21-3 0,-7-21 5 0,3 11-3 16,-3-11 3-16,1 12 2 0,-1-12-2 0,3 9 2 15,-3-9 2-15,0 0-4 0,1 10 8 0,-1-10-9 16,0 0 9-16,0 0-4 0,5 6 4 0,-5-6-2 15,0 0 0-15,0 0-3 0,0 0 2 0,22-12-1 16,-22 12 3-16,10-7 1 0,-2 3-5 0,-8 4-3 16,14-6-2-16,-14 6-7 0,9-4 1 0,-9 4 3 15,0 0-14-15,0 0 14 0,0 0 1 0,0 0-3 16,14 9 5-16,-14-9-1 0,-3 15 2 0,3-15 2 16,-10 19-3-16,5-9 4 0,0 0-14 0,-3 2-13 15,4-2-9-15,-1-1-31 0,3 0-27 0,-4-1-44 16,6-8-65-16,-5 8-80 0,5-8-207 0,0 0-529 15,0 0 234-15</inkml:trace>
  <inkml:trace contextRef="#ctx0" brushRef="#br0" timeOffset="147746.57">27220 4745 1873 0,'-58'-5'33'16,"1"-4"-25"-16,5 2-20 0,15 0 10 0,1 4-2 15,5-4 11-15,1 4 4 0,13 0 17 0,3 2 1 16,3-1-1-16,7 2-5 0,4 0-1 0,0 0 5 15,0 0 3-15,51 4 2 0,9 1-5 0,41-1 14 16,14-9-2-16,17 8-4 0,19-5 1 0,4 1-2 16,13-3-5-16,11 4 4 0,6-4-6 0,4 7-1 15,8-3-3-15,2-3 3 0,5 5-2 0,5-4-4 16,-5-1-6-16,0-1 5 0,3-5-7 0,-4 2 3 16,2 3-8-16,-14-7 0 0,0 2 6 0,-7-1-6 15,-17-1-5-15,-6 5 0 0,-16-2 2 0,-15 0-1 16,-19 2-1-16,-14 2 29 0,-38 2-7 0,-8-2 0 15,-16 3-4-15,-4-3 1 0,-10 2-2 0,-7-1 1 16,-4-1-20-16,0-2-30 0,-6 2-37 0,-4 4-88 16,0 0-55-16,-23-17-184 0,-10 8-425 0,-17-3 189 15</inkml:trace>
  <inkml:trace contextRef="#ctx0" brushRef="#br0" timeOffset="148208.2">24739 5763 219 0,'2'-19'261'0,"0"0"-23"0,-1 4 0 16,-1 4-1-16,4 1-11 0,-2 3-16 0,-2-1-20 16,0 8-21-16,0-9-23 0,0 9-19 0,0 0-16 15,0 0 0-15,0 0-27 0,0 0 4 0,0 0-10 16,5 30-13-16,-3-14-6 0,-2 5-5 0,0 4-4 16,1 1-7-16,-1-1-6 0,0 0-15 0,1-1-17 15,1-4-24-15,-2-2-20 0,0 2-28 0,-2 1-34 16,0-3-52-16,-1 1-42 0,-1-3-53 0,-5 0-127 15,2-1-406-15,0-4 181 0</inkml:trace>
  <inkml:trace contextRef="#ctx0" brushRef="#br0" timeOffset="148357.23">24766 5524 52 0,'1'-8'139'15,"-1"8"-32"-15,0-8-48 0,0 8-30 0,0 0-18 16,-8-6-28-16,8 6-47 0,0 0-68 0,-18 16 30 16</inkml:trace>
  <inkml:trace contextRef="#ctx0" brushRef="#br0" timeOffset="148543.76">25014 5725 133 0,'14'13'166'0,"-2"2"-15"0,-2-1 4 16,-3 2-8-16,-2 3-7 0,-3 7-9 0,-4-2-14 16,-3 1-9-16,-4 3-9 0,0-5-9 0,-6 3-11 15,1 2-5-15,-3-4-5 0,-2 1-19 0,0-6-12 16,1 3-23-16,1-9-23 0,-7 4-40 0,2-1-33 16,-1-3-32-16,0-3-139 0,-6 1-273 0,1-4 120 15</inkml:trace>
  <inkml:trace contextRef="#ctx0" brushRef="#br0" timeOffset="148728.1">24340 5876 1722 0,'-4'-8'75'0,"0"3"-14"16,4 5-47-16,-6-6-14 0,6 6-8 0,0 0 22 16,0 0-2-16,-9 20 12 0,5-6-5 0,3 1 6 15,1 2-2-15,0 0 0 0,5 10 0 0,-2-5 2 16,2 3-2-16,4 3 1 0,1-3 0 0,5-1-10 15,3 0-27-15,3-5-33 0,3-2-49 0,5-1-60 16,1-2-150-16,-2-6-331 0,2-1 147 0</inkml:trace>
  <inkml:trace contextRef="#ctx0" brushRef="#br0" timeOffset="148901.41">24895 5453 153 0,'0'-9'252'16,"-2"2"-28"-16,2 7-43 0,-2-12-50 0,2 12-25 15,0 0-41-15,0 0-42 0,0 0-50 0,0 0-54 16,0 31-91-16,4-17-185 0,-3-1 82 0</inkml:trace>
  <inkml:trace contextRef="#ctx0" brushRef="#br0" timeOffset="152169.04">25751 5755 105 0,'0'-10'204'0,"2"3"-5"16,-1-2-6-16,-2 1-5 0,1 8-8 0,-2-12-14 15,2 12-16-15,-4-10-18 0,0 6-14 0,4 4-11 16,-7-3-14-16,7 3-4 0,-16 6-9 0,5 1-6 16,-3 5-9-16,-2 2 0 0,-2 5-8 0,1 3-7 15,1 2-4-15,2-1-3 0,5 1-5 16,0 0-3-16,3 0-2 0,2-5-1 0,4-1-5 0,1 7-1 15,6-8-3-15,-5-1-2 0,7 3-2 0,3-4-5 16,5 6-12-16,-1-8-19 0,7 1-15 0,1 0-15 16,-6-7-11-16,10 0-16 0,3-1-6 0,-6-2-4 15,6-2 1-15,-11-1-3 0,7-8 5 0,-6 4 8 16,4-5 4-16,-6-1 15 0,1 0 2 0,-6-1 13 16,2-3 19-16,-3-1 7 0,1-1 6 0,-3 0 13 15,-1 0 5-15,-2-2 6 0,-2 3 6 0,-1 4 20 16,-1-2 15-16,-2 5 7 0,0 1 4 0,-2 6-4 15,4-11-5-15,-2 8-11 0,-2 3-7 0,4-6-8 16,-4 6-4-16,0 0-5 0,0 0-2 16,0 0-1-16,0 0 2 0,-14 32-4 0,12-21-3 0,-2 1 0 15,-1 4 1-15,3-3-4 0,0-2 1 0,2 0-1 16,0 2-3-16,2-3 3 0,0-3-6 0,0 2 7 16,3-3 0-16,-1-1 0 0,1 0 0 0,4-1-3 15,0-2 1-15,0-1 1 0,1-1-1 0,0-1-2 16,1-3-1-16,-1-1 1 0,-1 2-2 0,-3-4-2 15,3-2 1-15,-2 1-1 0,-3-3-1 0,-1 1-3 16,-1-2-3-16,-4-2-6 0,-2-1-2 0,-1-2-1 16,0 2-1-16,-4 0-2 0,0 0-6 0,-1 2-4 15,0 3-10-15,3 3-12 0,-2 1-20 0,0 4-20 16,-2-1-26-16,4 5-12 0,-4 1-22 0,0 3-10 16,0 5-28-16,-3 3-99 0,1 0-303 0,1 5 134 15</inkml:trace>
  <inkml:trace contextRef="#ctx0" brushRef="#br0" timeOffset="152925.93">26266 6175 106 0,'9'-6'195'16,"2"-3"-6"-16,0-2-9 0,2-3-17 0,-5 4-7 16,5-5-11-16,-5 4-4 0,-1-3-16 0,1-1-5 15,-4-1-16-15,0 0-2 0,-2-1-14 0,1-1-6 16,-6 1-11-16,3-2-7 0,-2 0-7 0,-4 2-8 15,1 5-1-15,-2-5-1 0,0 4-4 0,-3-1-5 16,3 5-3-16,-1 0 4 0,0 1-2 0,-1 0-6 16,5 2-6-16,-4 2 2 0,4-2-9 0,-3 2-1 15,7 4-4-15,-4-3-3 0,4 3-9 0,0 0 0 16,0 0 0-16,0 0 2 0,0 0-1 0,0 0-1 16,0 0 0-16,18 13 4 0,-5-10-1 0,8 4 1 15,-2-2-4-15,0 1 0 0,0-1-2 0,0 2 3 16,-1-3-6-16,0 2 5 0,-6-2-3 0,0 3 0 15,-3-1-1-15,3 0 0 0,-3 2 0 0,-3-1-4 16,-1 2 4-16,2 1 4 0,-5-1 4 0,3 1 5 16,-1-1-2-16,-2 2 0 0,0 0 9 0,0-3-5 15,1 4-1-15,-1-3-1 0,0 0 0 0,3 0 1 16,-2 0-1-16,-1-2 0 0,6 0-2 0,-5 3 0 16,3-5-3-16,-2 1 5 0,4-1 1 0,-1-2 3 15,-1-1-6-15,1-1 4 0,4 1-1 0,0-4-3 16,-2 1 2-16,3-1 2 0,-3 0-1 0,2-2-3 15,0-2-1-15,-4 1-5 0,1-3-2 0,-1-2-1 16,0 1 0-16,-4-2-4 0,3 0-5 0,-6-2 2 16,0-2-2-16,0-2 4 0,0 1-1 0,-4 4 2 15,2 0-3-15,0 0 0 0,1 2 1 0,-1 0 1 0,2 10-1 16,0-11-3-16,0 11-5 0,0-10 0 16,0 10 1-16,0 0-3 0,0 0 1 0,0 0 4 15,7-2-2-15,-7 2 3 0,0 0 0 0,13 17 2 16,-7-9 1-16,2 3-3 0,-4 0 2 0,-1 0 3 15,1 0-2-15,-2 1 5 0,2 3-3 0,-1-2 4 16,1-1-1-16,3-1 0 0,-2 1-1 0,1-3 7 16,1 1-2-16,-1-2-3 0,2 1 1 0,-4-4 4 15,3-1 0-15,1-1 0 0,4 1 2 0,-3-4 1 16,0-2-3-16,3 4-1 0,-2-5 4 0,1 0 4 16,1-2-3-16,-1-1 3 0,-2-2-5 0,3 1 5 15,-4-2-5-15,-1 0-1 0,0-2-4 0,-2-1 7 16,-1 1-4-16,0-5 1 0,-4 5-1 0,0-1 2 15,0 1-2-15,0 2 7 0,-2 1 3 0,2 8 1 16,-2-12-5-16,2 12-3 0,-5-5-2 0,5 5-1 16,0 0-2-16,-14 3 1 0,4 4-2 0,3 2 0 15,-5 4-2-15,1 1 3 0,3 3-3 0,0-1 5 16,4-5-18-16,-3 2-22 0,5 3-32 0,2 1-35 16,0-6-42-16,5 1-27 0,-1-1-38 0,0-1-115 15,4-1-353-15,3-3 157 0</inkml:trace>
  <inkml:trace contextRef="#ctx0" brushRef="#br0" timeOffset="153128.07">27200 5911 70 0,'-5'-9'214'0,"1"2"-6"0,0 3-5 16,4 4-24-16,-12-6-16 0,6 4-15 0,6 2-12 15,-16 8-8-15,2 3 0 0,-1-2-11 0,1 3-12 16,3-1-13-16,2 6-2 0,0-3-10 0,4 2-6 15,1 2-8-15,0-3-6 0,3 3-4 0,2-3-5 16,1-3-17-16,0-1-27 0,5 1-29 0,-1-3-37 16,10 0-42-16,2-1-35 0,2-2-41 0,3-2-142 15,-2-4-347-15,8-5 154 0</inkml:trace>
  <inkml:trace contextRef="#ctx0" brushRef="#br0" timeOffset="153336.81">27490 5753 198 0,'4'-19'232'0,"-2"7"4"0,1 0 0 0,1 3-7 0,-4 1-19 16,0 8-24-16,5-9-25 0,-5 9-22 0,0 0-13 15,0 0-8-15,0 0 5 0,4 22-4 0,-6-3 0 16,0 6-4-16,1 3-4 0,-1-1-8 0,0 1-12 16,0-2-7-16,-2 2-12 0,1-2-8 0,2 2-2 15,-4-2-12-15,2-7-35 0,3 5-31 0,-2 3-30 16,2-7-42-16,-2-4-44 0,1 0-48 0,2-5-53 15,-2 2-185-15,-3-5-452 0,0 2 201 0</inkml:trace>
  <inkml:trace contextRef="#ctx0" brushRef="#br0" timeOffset="153500.78">27384 5932 78 0,'2'-8'206'0,"-2"8"-23"0,7-7-17 15,-2 3-19-15,6 1-16 0,4-2-15 0,8 2-37 16,10-2-36-16,3 3-45 0,16-1-33 0,3 0-30 16,1 3-34-16,0 0-59 0,-3-3-172 0,1 4 77 15</inkml:trace>
  <inkml:trace contextRef="#ctx0" brushRef="#br0" timeOffset="153843.75">28275 5871 215 0,'1'-10'230'15,"-1"10"-5"-15,-3-9-7 0,3 9-17 0,-6-10-4 16,2 6-14-16,4 4-17 0,-10-5-20 0,10 5-15 16,0 0-16-16,-20 8-1 0,2 3-11 0,-3 4-2 15,-2 4-8-15,2 0 2 0,-4 1-20 0,6 1-9 16,0 0-4-16,1-2-4 0,7-3-9 0,4 0-6 16,-1 0-1-16,1-4-4 0,6 1-8 0,2-2 0 15,0-2-18-15,2-2 6 0,2 0-19 0,4-1-4 16,-3-5-7-16,1 3-6 0,4-6 2 0,0 4 5 15,0-4 3-15,-1-1 3 0,1-1 0 0,0-4 0 16,-3 1 2-16,0 0 7 0,0-3-5 0,-3 0 3 16,4-5-2-16,-1-1-2 0,-3 2 12 0,3-1-6 15,-5 4 8-15,1-1 4 0,0 5 6 0,-2 1 7 16,1-1-6-16,-3 7-7 0,4-8-7 0,-4 8 1 16,4-2-3-16,-4 2-3 0,0 0 3 0,0 0-4 15,4 15 0-15,-4-5 5 0,1 2-7 0,0 0-22 16,2 4-23-16,-3 0-24 0,6 2-47 0,-2-1-59 15,0-1-34-15,1-1-42 0,-3-3-129 0,2-1-412 16,0-2 183-16</inkml:trace>
  <inkml:trace contextRef="#ctx0" brushRef="#br0" timeOffset="154282.2">28411 6059 29 0,'6'-16'206'0,"3"-2"-8"0,0 2 5 16,1 0-3-16,1 1-9 0,3-6-9 0,0 9-6 15,-2-1-6-15,1 2-9 0,-1 1-12 0,-3 4-15 16,2 1-15-16,-5 2-13 0,0 2-16 0,-6 1-8 16,16 0-13-16,-10 6-3 0,2-2-10 0,-3 3-8 15,4 1 6-15,-2 2-8 0,-1-1-11 0,-1-1 0 16,1 3-2-16,2 0-4 0,-4 1-3 0,-1-6-2 16,3 3-2-16,-3-4-1 0,3 3-1 0,-1-3 2 15,1-1 0-15,-1-1-3 0,-5-3 1 0,17 2-2 16,-7-4-5-16,3 2-5 0,-4-3 4 0,3-2-2 15,0-1 2-15,-2-2-9 0,-1 0 4 0,0 0-1 16,-2-3-2-16,0 1 4 0,-1-3-4 0,0 1 1 16,-3-3 0-16,3-1-1 0,-2 0-1 0,-3 0 1 15,-1 4 0-15,0 1 0 0,0 0 1 0,0 3 0 16,5 0-3-16,-5 8 13 0,0-10-18 0,0 10-1 16,0 0-3-16,0 0 0 0,0 0 2 0,0 0 0 15,0 0-1-15,-16 28 2 0,10-8 0 0,-1-2 0 16,0-2 2-16,-1 8-2 0,3-7 2 0,0 2 3 15,2-2-5-15,0 2 6 0,0-2 8 0,-2 1-10 16,3-1 0-16,-2 1-3 0,2-3 6 0,-1-2 0 16,1-2-1-16,1-2-15 0,-2 1-15 0,2-3-23 15,0-1-17-15,-2 0-36 0,3-6-28 0,0 0-24 16,-4 14-30-16,4-14-27 0,0 0-159 0,0 0-403 16,0 0 178-16</inkml:trace>
  <inkml:trace contextRef="#ctx0" brushRef="#br0" timeOffset="154721.71">28892 5960 32 0,'4'-3'217'0,"-4"3"-22"16,9-4-20-16,-9 4-17 0,5-3 2 0,-5 3 7 15,0 0-5-15,0 0-7 0,4 17-13 0,-4-10-8 16,2 2-13-16,0 0-10 0,-2 2-11 0,2-1-13 16,-1-1-2-16,1-2-12 0,3 1-2 0,-1-2-3 15,2 0-7-15,2 0-3 0,-2-1-6 0,4-2-1 16,2 1 2-16,-1-4-5 0,2 0-3 0,0-1 2 15,0-2 0-15,-2 1-2 0,1-3-1 0,-4 3 0 16,4-5-4-16,-4 1 6 0,1-1-9 0,-2-2-4 16,1 2 1-16,-3-3-6 0,2 2-1 0,-2-3-3 15,0 3-5-15,-3 0 1 0,1 2-1 0,-3 6-5 16,4-10-4-16,-4 10-3 0,4-7-5 0,-4 7-6 16,0 0 1-16,0 0 1 0,0 0-2 0,0 0 12 15,0 0-14-15,-7 24 7 0,3-14-3 0,2-2-1 16,-2 5-2-16,2-4 2 0,2 1 1 0,-2 0-2 15,2-10 2-15,2 11 1 0,1-3 1 0,0-2 1 16,3-2 4-16,-1-1 0 0,-5-3-3 0,17 4 5 16,-4-4-2-16,-3-3-2 0,3 0 3 0,-1 0 1 15,0-2 0-15,-1-2 6 0,1 1 6 0,-3-1 0 16,1-2 3-16,-1-1-2 0,-1 1 4 0,1-2-7 16,-3-3-4-16,-2 1 1 0,0 2-2 0,-2 0-1 15,4-6-6-15,-6 5-17 0,2 2-7 0,-2 0-10 16,-1 0-24-16,1 0-21 0,0 10-25 0,-4-11-36 15,4 11-42-15,-1-8-41 0,1 8-16 0,0 0-187 16,0 0-456-16,0 0 203 0</inkml:trace>
  <inkml:trace contextRef="#ctx0" brushRef="#br0" timeOffset="155422.44">29391 6014 73 0,'0'0'214'0,"15"-4"-17"0,-5 0-7 0,0 1-6 16,2-1 5-16,-3-3-6 0,0 3-10 0,2-3-8 15,-2 2-4-15,-1-2-12 0,-1-2-16 0,0 0-5 16,0 0-14-16,0 1 2 0,-1-2-10 0,-2 3-2 16,1-3-10-16,-2 0-15 0,-2 2-12 15,2-2 6-15,-3 4-12 0,0 6-1 0,0-12-7 0,0 12-7 16,0 0-5-16,-4-8-7 0,4 8-7 0,-12 1-1 16,12-1-2-16,-19 13-1 0,4-3-5 0,1 2 2 15,-2 1-5-15,4-1 2 0,0 2-5 0,1-1-1 16,0 0-2-16,5-2 0 0,1 1 0 0,0-1 2 15,1-2-4-15,3 2-1 0,1-1 1 0,1-3 4 16,4 4-4-16,-1-5 3 0,2 1 4 0,2-1-4 16,1 0 2-16,1-4-8 0,0-1 7 0,3-1 0 15,-2 0-2-15,1-1-4 0,1 1 5 0,0-4-4 16,2-2-2-16,2-1 2 0,-2 2-1 0,-2-2-2 16,-4-2 5-16,6 2-5 0,-1-5 0 0,1 3-2 15,-3-2 1-15,1 1-4 0,-2 1 1 0,2-1 5 16,1-1-2-16,-5 3-5 0,-1 2 0 0,-3 2-3 15,2 0 1-15,-2 1-4 0,-5 3-7 0,8-6 8 16,-8 6 1-16,0 0 7 0,11 8-9 0,-8-3 0 16,-3-5 2-16,3 13 1 0,1-3 0 0,-2 0 1 15,-1-1 7-15,-1 3-6 0,2-3-2 0,-1 3 2 16,0-4 0-16,1 0 2 0,1 2 4 0,0-1 9 16,2-3 7-16,-1 0 5 0,3-3 3 0,0 1 11 15,3-1-6-15,2-2-6 0,0-1 4 16,0-1-3-16,6-2-3 0,-2 1 2 0,1-4 0 0,-5 1 3 15,0-1-2-15,3-3-12 0,-5 1 2 0,0 1 0 0,0-5-3 16,-2 1-7-16,-1 1 6 0,0-4-7 16,-2 2 4-16,0-5 0 0,3 3-5 0,-5 3 2 15,1 0-6-15,-1 2 8 0,1 2 3 0,-3-1-9 16,-1 8-3-16,1-10-5 0,-1 10-2 0,2-7-3 0,-2 7 2 16,0 0 1-16,0 0-3 0,0 0 11 15,-15 16-6-15,9-6-8 0,-4 5 9 0,2-2-4 16,1 3 0-16,-2-2 1 0,1 1 2 0,2-1 1 15,-2 1-1-15,4 2-2 0,-2-5 8 0,2 2-2 16,0 1 2-16,3-2-1 0,-3-1-2 0,3-2 3 16,-3-1-2-16,1 0-7 0,1 1-5 0,-3-2-5 0,2 2 2 15,-2-1-9-15,1-5-5 0,-1 2-14 16,-3-2-19-16,1-1-25 0,-2 0-34 0,0 4-27 16,-4-4-41-16,4-1-39 0,0-2-241 0,9 0-508 15,-18 0 225-15</inkml:trace>
  <inkml:trace contextRef="#ctx0" brushRef="#br0" timeOffset="155988.04">30442 5795 30 0,'5'-6'285'0,"-5"6"-27"16,4-7-21-16,-4 7-21 0,0 0-23 0,0 0-15 15,0 0-1-15,0 0 3 0,-11 19-14 0,0-6-3 16,0 0-19-16,-4 9-9 0,4-5-9 0,1-1-11 16,3 2-13-16,-1-1-2 0,1 0-24 0,4 0-1 0,-1-1-8 15,1-5-9-15,6 4-17 0,-1-3-18 0,6 3-18 16,-2-4-20-16,3-1-22 0,8-1-26 16,1 1-22-16,1-4-19 0,1-2-6 0,10-4-18 15,-11 2-10-15,9-4-5 0,-1 2 8 0,-5-4 5 16,-4 1 25-16,-2-5 4 0,2-1 21 0,0 4 12 0,-1-7 16 15,-2 4 20-15,0-4 12 0,-1 2 32 16,2-5 1-16,-4 1 16 0,0 1 19 0,1-3 5 16,-6 3 32-16,0 4 21 0,-2 1 8 0,-1-1 1 15,-2 2-10-15,1 1 3 0,-3 6-6 0,0-11 2 16,0 11-15-16,0 0-8 0,-14-3 3 0,4 5-1 0,-7 3 5 16,-1 1-6-16,0 2-4 0,1 1-9 15,2-2-4-15,0 0-3 0,0 2-6 0,6-3-6 16,0 1-5-16,1 2-6 0,0-5 0 0,5 2-7 15,-1-2-3-15,1 2-1 0,3-6 3 0,-3 9-8 16,3-9 4-16,0 10-9 0,0-10-10 0,8 7 12 0,-1-6-4 16,0 1-2-16,-7-2-5 0,16 1-3 15,-5-2-1-15,-2 1 0 0,-9 0 3 0,18-3-5 16,-8 2 1-16,0-3-3 0,1-1-4 0,0 3-1 16,1-1-3-16,-2-2 4 0,1-1-1 0,-3 5-1 15,-2-1-5-15,1 0-5 0,-7 2 3 0,11-1-11 16,-11 1 2-16,11 5-10 0,-8-2-18 0,1 2-16 0,-1 1-19 15,-2 0-25-15,4 4-25 0,-2-4-37 16,-3-6-32-16,3 19-33 0,1-11-26 0,-1 1-146 0,0 0-441 16,-3-9 195-16</inkml:trace>
  <inkml:trace contextRef="#ctx0" brushRef="#br0" timeOffset="156179.81">30971 6031 52 0,'5'-10'184'0,"2"-1"-9"0,-1 1 1 15,6-2 4-15,-5-3-4 0,2 2-10 0,0 6 0 16,-1-3-10-16,-2 4-4 0,-1 1-12 0,-1 1-9 16,2 0-20-16,-6 4-13 0,10-5-6 0,-10 5-12 15,0 0-7-15,11 5-9 0,-7 0-4 0,0 0-6 16,-2 3-6-16,1-2-5 0,-1 3-22 0,0 3-25 16,-2-3-31-16,1 2-50 0,2 0-55 0,-2-5-71 15,-1 2-144-15,0-8-382 0,4 13 169 0</inkml:trace>
  <inkml:trace contextRef="#ctx0" brushRef="#br0" timeOffset="156797.99">31474 5751 271 0,'5'-17'294'0,"1"7"-1"0,-2-1-3 0,0 1-13 16,-3 5-22-16,-1 5-27 0,4-12-24 0,-2 10-29 15,-2 2-19-15,0 0-19 0,9 16-9 0,-5-2-10 16,0 10-12-16,-3 1-6 0,4 1-6 0,-1 3-8 16,-1-2 2-16,-1-2-2 0,1 0-8 0,1 1-14 15,-3 0-5-15,0-6 7 0,-1-3-15 0,0 1 3 16,-1-1-14-16,-1-5 2 0,2 0-1 0,-4-1-3 16,2-2-2-16,2-9-12 0,-6 12 9 0,0-7-16 15,6-5-2-15,-13 2-13 0,13-2 1 0,0 0-6 16,-23-8-9-16,18 4-4 0,1-2-16 0,0 1-10 15,1-3-8-15,2 0-5 0,1 8-6 0,5-18-4 16,2 7 3-16,3-2 2 0,4 1 4 0,3 2 1 16,2 1 5-16,2 3 4 0,-1-1 4 0,1 4-1 15,-3 0 31-15,0 5 4 0,-4 2-1 0,-2-1-2 16,-2 4-1-16,0-1 5 0,-2 2 2 0,-3 0 0 16,0 2 2-16,-2-3 4 0,-2 4 2 0,-5 3 6 15,0-2-3-15,-1-1 6 0,-1-1-4 0,-1 0 4 16,-1 1 1-16,-2-4 3 0,5 0 0 0,5-7-3 15,-7 9-1-15,0-6 4 0,7-3 3 0,-6 7 3 16,6-7 7-16,0 0 9 0,0 0 3 0,0 0-4 16,0 0-2-16,0 0-6 0,0 0 1 0,33-8-9 15,-14-2-2-15,3 3-5 0,6 0-8 0,-1-4-13 16,0 4 8-16,1-2 1 0,-1-1-3 0,-2 0 3 16,0-4-9-16,-2 3 6 0,-5 3-1 15,-2-3-1-15,1 0 3 0,-3-1 0 0,-1-3 0 0,-3 3 0 16,-3 1 11-16,0 1 3 0,-2 0 9 0,-4 2 5 15,3-2 7-15,-5 5-13 0,1 5 13 0,-5-12-5 16,5 12 3-16,-14-3 1 0,1 4 8 0,-5 5-5 16,0 0 6-16,-2 2-2 0,-3 6-7 0,6-2-8 15,1-1 2-15,3 2 2 0,4 1 1 16,1-3-26-16,3 0-27 0,1 1-41 0,7 3-47 0,-1-1-57 16,6-4-81-16,5 5-107 0,1-3-197 0,1-3-596 15,2-2 265-15</inkml:trace>
  <inkml:trace contextRef="#ctx0" brushRef="#br0" timeOffset="157684.29">26010 7199 189 0,'0'-19'230'0,"0"2"-2"16,-3 0-8-16,1 5-6 0,-3 1-16 0,3-1-7 15,-2 4-14-15,-3-2-14 0,1 5-14 0,0 3-18 16,6 2 8-16,-17 3-14 0,5 5-10 0,-3 4-6 15,-4 6-10-15,0 1-11 0,1 4-6 0,3-3-10 16,3-3-7-16,3 0-7 0,2 1-10 0,1-2-6 16,6-3-4-16,-2-3-5 0,4-1-9 0,-2 1-6 15,2-5-3-15,-2-5-5 0,4 13 3 0,-3-10-6 16,-1-3 3-16,8 3-3 0,-8-3 4 0,0 0-4 16,0 0 1-16,16-12 1 0,-12 7-2 0,3-2-1 0,-4 1-2 15,3 2 6-15,-2-3 2 0,-1 3-3 16,-3 4 1-16,7-5-9 0,-7 5 0 0,0 0-3 15,0 0-1-15,17 10 2 0,-10 6 0 0,1 3 3 16,0 8 3-16,-3 1 0 0,-1 5 1 0,-2 3 0 16,0 17 2-16,-2-6-3 0,-2 6 1 0,-4-6 2 15,3-11 0-15,-1-1 3 0,-3 1-5 0,0-3 3 16,-2-3-1-16,-2 1-5 0,-1-3-7 0,-1-2-6 16,-2-4-11-16,-3-2-15 0,2-7-7 0,2-1-10 15,-1-3 4-15,3-3-2 0,1-4 0 0,-2-3-2 0,4-1 1 16,0-5 2-16,-1-1-2 0,6-5 6 0,0-5 3 15,4-8 2-15,2-1 2 0,10-1 10 16,1-2-3-16,3-1 6 0,8-14 2 0,3 3 8 16,2 2 4-16,0-1 6 0,-8 10 4 0,9-10 6 0,1 5 6 15,-2-2-1-15,-7 8 3 0,9-7-2 0,-10 6-1 16,-1 3 1-16,-2-2-3 0,2-1 6 16,-1 2 7-16,-4 1 4 0,1 2-1 0,-3 0 5 15,-4 2 6-15,0-1-3 0,-6 8 3 0,-1 2 5 16,-2 2 9-16,2 2 3 0,-2 1-1 0,-2 2 7 0,2 8-8 15,-2-11-9-15,2 11-3 0,-8-5-8 0,8 5 3 16,0 0-1-16,-20 16-2 0,14-2 2 16,-6 4-6-16,3 1 1 0,-1 7-2 0,4 0-2 0,2-2-3 15,0 2-2-15,6 0 0 0,2-1-8 0,3-6-18 16,7 4-13-16,-5-7-23 0,9 3-32 0,-1-2-30 16,-1-2-34-16,9-4-32 0,2 1-42 15,-3 0-22-15,-3-6-194 0,-1-2-467 0,-2-2 207 16</inkml:trace>
  <inkml:trace contextRef="#ctx0" brushRef="#br0" timeOffset="157872.07">26502 7119 30 0,'4'-19'240'0,"-4"1"5"16,2 0 0-16,-2 5 5 0,0 4-2 16,0 2-16-16,0 7-25 0,-2-11-25 0,2 11-23 0,0 0-12 15,0 0-12-15,0 0-2 0,0 0-16 0,0 35-11 16,-2-10-6-16,0 3-11 0,-1 2-9 0,3 1-5 15,-2-1-9-15,4 3-8 0,-2-2-24 0,-2-2-28 16,7-2-35-16,-5 1-38 0,0-1-54 0,0 0-54 16,2-9-58-16,-7 1-194 0,3-4-462 0,-1-4 204 15</inkml:trace>
  <inkml:trace contextRef="#ctx0" brushRef="#br0" timeOffset="158027.87">26446 7280 43 0,'10'-6'162'16,"9"-7"-26"-16,3 4-25 0,7-2-18 0,4 2-18 15,6-1-28-15,10 1-23 0,-1-1-32 0,-8 6-24 16,0 0-20-16,10-4-49 0,-12 7-107 0,12-2 48 16</inkml:trace>
  <inkml:trace contextRef="#ctx0" brushRef="#br0" timeOffset="158541.23">27229 7149 30 0,'29'-7'99'0,"-10"1"28"0,-2 1 15 0,-5 1 22 15,-3 0 22-15,-1 2 9 0,-3-2-8 0,-5 4-12 16,9-3-7-16,-9 3-11 0,0 0-9 0,0 0-8 16,0 0-2-16,0 0 0 0,0 0 1 0,-18 20-12 15,11-9-8-15,-1 1-5 0,-2 1-14 0,4 3-5 16,1 0-9-16,-1-1-6 0,4 0-12 0,2 0-8 16,2-4-5-16,0 4-6 0,6-2 1 0,-3-3-7 15,4 0-1-15,2 1-8 0,5-1-2 0,2-2-5 16,2-1-11-16,-2-3-7 0,3-1-10 0,-2-3-6 15,2 0-10-15,-3-2-6 0,-2 0-2 0,0-4-3 16,-6 0-4-16,-1 0 0 0,1-3-3 0,-4-1-6 16,-1-1 1-16,-3-6 5 0,-2 1 4 0,2-2 5 15,-4-3 1-15,0 2 1 0,-1-5 4 0,2 7 0 16,0 1 3-16,-1-1 0 0,2 8 12 0,0-1-3 16,0 10 1-16,0-10 2 0,0 10 1 0,11-3 2 15,-11 3 1-15,16 9 0 0,-7-1-2 0,4 4 6 16,-1 5-2-16,-1-2 3 0,3 7 4 0,-6-3 1 15,1-2 4-15,-3 0-1 0,2 1-1 0,-3-5-2 16,-1 1 0-16,-2-2 0 0,2-3 5 0,-3 0-3 16,2-1-2-16,-2-2 6 0,-1-6-3 0,2 8 12 0,-2-8 5 15,2 6 0-15,-2-6-3 0,0 0-1 0,0 0-1 16,0 0-6-16,0 0-6 0,5-19-6 16,-4 7-3-16,3 1-4 0,6-6-2 0,-3-2-3 15,7-4-3-15,3-1-2 0,0 0-2 0,0 4 0 0,6-1 0 16,0 3-3-16,-8 4 6 0,3 5-2 15,5-2 2-15,-8 3 1 0,-3 5-3 0,-3 1 5 16,1 4-5-16,2-1 5 0,-3 5 2 0,-3 1 5 16,1 2-3-16,0 1 1 0,-2 2 1 0,3 6 3 15,-5-3-3-15,2 2 3 0,-8 1-1 0,3 0 2 0,-2-3-14 16,2 3-34-16,-2-7-36 0,1 5-57 16,0-6-64-16,1 2-250 0,0-12-489 0,-3 15 217 15</inkml:trace>
  <inkml:trace contextRef="#ctx0" brushRef="#br0" timeOffset="158744.17">28159 6963 185 0,'2'-9'314'0,"0"2"-26"0,2 2-25 16,-4 5-28-16,4-8-17 0,-4 8-15 0,0 0 3 15,0 0 5-15,8 13-16 0,-7 0-10 0,-1 5-14 16,3 1-11-16,-2 8-16 0,-1-1-4 15,0 2-23-15,-1 2-15 0,3-2-24 0,-2-1-45 16,0-1-52-16,3-1-44 0,0 0-60 0,-2-6-77 16,0 0-78-16,-2-3-184 0,2-5-499 0,0-1 222 0</inkml:trace>
  <inkml:trace contextRef="#ctx0" brushRef="#br0" timeOffset="159200.29">28340 7223 221 0,'3'-4'290'0,"-3"4"-26"0,5-9-20 0,-5 9-19 16,0 0-22-16,0 0-23 0,6-4-18 0,-6 4-15 16,0 0-14-16,0 0-13 0,0 0-14 0,0 0-8 15,18 7-8-15,-13-5-9 0,2 1-7 0,-7-3-8 16,11 5-7-16,-6-4-4 0,-5-1-6 0,8 1 3 16,-8-1-8-16,0 0-1 0,12-1 0 0,-12 1 2 15,8-2 8-15,-8 2 2 0,0 0 7 16,0 0 5-16,9-3 2 0,-9 3-7 0,0 0-7 0,0 0-3 15,0 0-18-15,0 0-6 0,0 0 9 0,6 9-13 16,-7 2 1-16,-1 5 5 0,-3 3 7 0,2 6-2 16,2 5-1-16,-2 2 3 0,3 3 10 15,-1 14-21-15,1 2 15 0,2 0 1 0,0-1-3 0,0 0 3 16,0-2-8-16,0-1-11 0,1 1 9 0,0-13-8 16,1 0-1-16,0-2 2 0,-1 1-4 0,-1-1 3 15,-2-4-7-15,-1-3 2 0,-2 1 4 16,-2-9-2-16,0-2-6 0,-4-2-3 0,-2-1-4 0,-3-3-3 15,-4-3 0-15,0-2 2 0,-1-4-4 0,-4-1-3 16,-4-6-4-16,7 1-5 0,0-4 6 0,-3-6-12 16,3-2-2-16,2-5-7 0,4-3-3 0,6-7 4 15,3 1 1-15,9-5-5 0,5-10-5 0,11-4-12 16,3 0-17-16,13 0-2 0,19-18-2 0,-15 26-6 16,9 2-5-16,20-14-6 0,-20 21-8 0,3-2-14 15,-2 4-10-15,4 4-22 0,-4 1-30 0,-2 5-26 16,-13 8-42-16,-4 3-228 0,-6 0-499 0,-7 2 221 15</inkml:trace>
  <inkml:trace contextRef="#ctx0" brushRef="#br0" timeOffset="160561.72">29344 7013 183 0,'-1'-12'219'0,"-1"1"-16"0,-1 2-1 0,-2 0-2 15,2-2-10-15,-2 6-16 0,5 5-14 0,-5-9-21 16,5 9-14-16,-6-3-11 0,6 3-12 0,-9 21 9 15,-4 4 25-15,3 4-9 0,-8 17-8 0,6 2-13 16,-3 3-8-16,2-2-8 0,4-1-7 0,-1 0-8 16,4-3-7-16,3-9-4 0,2-1-7 0,1 1-2 15,4 9-12-15,-2-12-1 0,1-2-1 0,3 0-3 16,-2 0-5-16,-1-6-2 0,-1 1-14 0,-1-9-27 16,1 1-27-16,-1-3-33 0,-1-1-39 0,0-3-41 15,-3 0-41-15,2-3-39 0,0-3-212 0,-4 0-478 16,-1-2 212-16</inkml:trace>
  <inkml:trace contextRef="#ctx0" brushRef="#br0" timeOffset="160980">29128 7400 45 0,'12'-7'168'15,"6"1"-7"-15,1-1-14 0,7 1 4 0,2 0-15 16,0 3-5-16,0-1-16 0,-6 3-10 0,-1-2-11 15,1 3-7-15,-4 0-11 0,0-2-9 0,-5 2-7 16,-2 2-5-16,1-2-9 0,-5 0-1 0,1 0-5 16,-8 0-1-16,12 1-4 0,-12-1 3 0,10-1 2 15,-10 1 2-15,6 3 0 0,-6-3 7 0,5 8-1 16,-3-3 2-16,-2-5-2 0,0 16 4 0,-2-5-9 16,1-1 0-16,0 3-9 0,-2-1-4 0,2 0-2 15,-1 4-1-15,2-5-2 0,2 2-3 0,-1-3 3 16,0 0-3-16,3 1-4 0,0-4-1 0,0-1 2 15,2-1-2-15,1 0-1 0,-1-2-2 0,4-2 2 16,-1-1-1-16,0 0-1 0,1-3-2 0,-1 0 2 16,3 0 3-16,-4-4 3 0,2 0 1 0,-1 1-2 15,-2-3 4-15,1-1-2 0,-3 1 1 0,0-2 1 16,2 1-1-16,-2-2 2 0,0 2-2 0,-1 2 0 16,-3-2 0-16,2 3-2 0,-2 1 0 0,-1 6 1 15,1-11-6-15,-1 11-3 0,3-8-10 0,-3 8 2 16,0 0-3-16,0 0 1 0,0 0-17 0,0 0-18 15,0 0-25-15,9 27-32 0,-11-17-36 0,6 3-41 16,-1-1-40-16,-1 1-187 0,0 2-426 0,1-4 188 16</inkml:trace>
  <inkml:trace contextRef="#ctx0" brushRef="#br0" timeOffset="161318.9">29966 7581 112 0,'14'-13'223'15,"6"-5"-9"-15,-3 6-3 0,-3-1-5 0,9-5-1 0,-3 0-15 16,-1 1-11-16,3-1-16 0,-5-3-17 0,2 1-8 16,-1-1-15-16,0-1-12 0,1 2-7 15,-4-3-8-15,-1-1-7 0,-2 0-5 0,2 1-6 16,-5-1-10-16,-3 7 2 0,1 1-6 0,-4-1 1 0,1 5 3 16,-3 1-9-16,1 1-3 0,-1-1-5 15,-2 4-8-15,1 7-3 0,-7-9-7 0,7 9 1 16,-7-3-8-16,7 3-9 0,-12 9-8 0,2 1-7 15,1 1-6-15,1 1-5 0,3 6-10 0,0-1-4 16,1 2 0-16,4 1-5 0,5-1-3 0,0 1-4 0,3-3 9 16,1 1-5-16,1 0 0 0,2 0 8 0,-2-3-2 15,0-1 8-15,-1 1-3 0,-2-4 3 16,0 2-2-16,0-4 1 0,-4 0-7 0,0-2-11 0,0 2-9 16,-3-2-8-16,0-7-18 0,-2 13-21 15,2-13-24-15,-5 10-19 0,5-10-22 0,-6 8-26 0,2-6-162 16,4-2-372-16,0 0 164 0</inkml:trace>
  <inkml:trace contextRef="#ctx0" brushRef="#br0" timeOffset="161793.72">30440 7360 174 0,'0'0'226'0,"6"-6"-26"16,-6 6-21-16,4-4-21 0,-4 4-3 0,0 0-3 15,0 0-6-15,0 0-2 0,8 17-10 0,-6-10-8 16,2 2-8-16,-3 1-14 0,2-1-8 15,-2 0-11-15,0 2-9 0,-1-6-7 0,0-5-5 0,2 11-1 16,-1-5 1-16,-1-6 9 0,2 6 15 0,-2-6 25 16,0 0 18-16,0 0 2 0,0 0-9 0,0 0-11 15,0 0-12-15,0 0-4 0,0 0-5 0,0 0-6 16,0 0-9-16,3-23-3 0,2 13-7 16,0-1-10-16,7-3-5 0,0-2-12 0,7-6-3 0,0 3-3 15,2 1-17-15,0 1-2 0,-3 6-2 0,-3 1-3 16,2 2-5-16,-4 4 1 0,0 2-7 0,-1 2-2 15,2 0 0-15,-8 2 3 0,6 4-6 0,-1 0 0 16,-2 4 7-16,-1 0-6 0,0 0 12 0,1 3-9 16,-4 0-11-16,-3-2 9 0,2-2 6 0,0 3-11 15,-3-5-4-15,1 1-4 0,-2-1-3 0,0-7 4 16,2 11 1-16,-2-11 4 0,0 6 3 0,0-6 5 16,0 0-4-16,0 0 2 0,0 0 3 0,0 0-6 15,0 0-2-15,0 0-3 0,0 0-7 0,3-32-18 16,3 23 0-16,2-6 1 0,-1 1 6 0,7-2-4 15,-3 0-5-15,3 3 11 0,2 0-6 0,-2 2 3 16,2 0 2-16,-5 6-4 0,2 0 6 0,-3 2-2 16,-2 2 4-16,3 4 2 0,0-1 3 0,-4 3-1 15,1 3 1-15,0-1 4 0,-1 2-6 0,0 2-19 16,-3 1-25-16,-2-1-32 0,3 4-37 0,-5-2-45 16,1-3-49-16,-1 2-209 0,2-2-475 0,0-3 209 15</inkml:trace>
  <inkml:trace contextRef="#ctx0" brushRef="#br0" timeOffset="162530.26">31316 7257 119 0,'0'-10'261'16,"-2"0"-11"-16,-2 1-15 0,0 5-2 0,4 4-25 16,-11-9-19-16,4 8-18 0,-3 2-14 0,-3 3-14 15,-1 2-11-15,2 3-13 0,-3 3-11 0,3-4-12 16,0 3-9-16,1 1-11 0,5-2-8 0,-1 2 3 15,3-3-11-15,1 2-8 0,3-3-4 0,0 0-15 16,0-8-9-16,4 13-2 0,0-10-3 0,2 0 1 16,1-2-3-16,-7-1 3 0,11 2-1 0,-11-2 1 15,14-5 0-15,-5 2 5 0,0-4 5 0,-2 1-3 16,0-2 1-16,0-1-1 0,-1-1-6 0,-3 0 0 16,2 0 3-16,-1 2-1 0,-2 1 13 0,2 1-11 15,-4 6-5-15,4-8-1 0,-4 8-6 0,4-6-2 16,-4 6-5-16,0 0 0 0,0 0-2 0,0 0-6 15,0 0 5-15,0 0-2 0,10 19 0 0,-10-12-1 16,1 6 4-16,1-3-2 0,0 2 0 0,1 0-2 16,0-2 3-16,2 1 0 0,-2-1 4 0,5-1-2 15,-2-2-1-15,2 0 3 0,3-2 1 0,0-1-2 16,1-2 4-16,1-3-6 0,0 1-1 0,4-5 3 16,-5 1 1-16,6-4-3 0,-7 1 3 0,2-5-2 15,0 2-6-15,0-4 1 0,-4-2 5 0,0 0 1 16,1-2-1-16,2-7-5 0,-6 1 6 0,2-2-1 15,-1 1-2-15,-3-3 1 0,-1 0-2 0,2 2-2 16,-1 6 6-16,-2 5 9 0,1-2 9 0,-2 7 4 16,1-2 1-16,-2 6-5 0,1 0 0 0,-1 6-12 15,0 0-3-15,0 0-4 0,0 0-2 0,0 0 5 16,-16 24-1-16,7-7 2 0,-1 7-5 0,0 1 1 16,3 0-5-16,1 0 2 0,1-4 1 0,4 4 3 15,2-10-1-15,0 5 13 0,7-2 2 0,2 0-4 16,2-2 0-16,3-3 1 0,8 3 3 0,-5-6-6 15,8 0 3-15,3-4 3 0,-1 0-6 0,0-6 0 16,0-1-2-16,0-3 4 0,-2 0-7 0,-6-2 2 16,1-1-1-16,-3-4-1 0,-3-1 4 0,1-1-5 15,-4-2-5-15,0-2 5 0,-1-8-4 0,-2-1-1 16,-2 1-1-16,-1-5 0 0,-2 0-7 0,-3 1 6 16,0 1-3-16,3 1-1 0,-3 2 2 0,-1 5 2 0,3 3 2 15,-3 5 1-15,1 2 1 0,0 1-2 0,-1 3-1 16,0 6-10-16,0 0 0 0,0 0 2 15,0 0 2-15,0 0-2 0,0 0-6 0,-3 35 11 16,1-16 3-16,0 5 4 0,2 2-2 0,0 2-2 0,0-1-1 16,1-2 1-16,2 2-2 0,2-2-7 0,1 0-25 15,3-2-39-15,1 1-43 0,1-2-46 0,-2-4-66 16,1-4-69-16,-3 3-239 0,0-6-577 0,-5 2 257 16</inkml:trace>
  <inkml:trace contextRef="#ctx0" brushRef="#br0" timeOffset="163225.94">25904 8874 2441 0,'-15'-23'-9'0,"1"1"19"16,1 6 30-16,8 0 1 0,-5 3-5 0,8 3-5 16,0 4-11-16,-2 2-9 0,4 4 0 0,0 0-4 15,0 0-5-15,0 0 3 0,0 0 1 0,18 14 3 16,-7 3 7-16,0 5 13 0,1 3-4 0,1 0-2 15,-2 2 2-15,1-2 0 0,1 1 3 0,-3-2-2 16,0-6 0-16,-1 0 1 0,5 3-3 16,-3-6 2-16,-3-1-6 0,2-4-2 0,-3-1 4 0,2-2-2 15,-1 0 4-15,2-2 4 0,-3-1-2 0,-1-1 1 16,0-2 5-16,-6-1 1 0,17-5-4 0,-7 0 0 16,0-5-4-16,3 0-3 0,0-6 2 0,3-6-2 15,0 0-3-15,2-2 1 0,-7-2-6 16,1-3-1-16,-1-2-4 0,0-3 8 0,9-11-9 0,-11 10-1 15,7-13-6-15,-5 14 13 0,-4 0-15 0,2 2 1 16,-7-1 1-16,0 9 0 0,-2 6-2 0,0 1 2 16,-4 5 1-16,2 2-2 0,0 0-4 0,0 5 1 15,-4 1-2-15,6 4-1 0,-15 0 3 0,4 7-2 16,-3 2 1-16,1 5 1 0,-1 1 1 0,3 1-4 16,0 1-2-16,1-1 4 0,6 3-1 0,4-3 1 15,3 1 2-15,8 0-6 0,7 0-17 0,7-3-16 16,4 1-21-16,4-5-24 0,5 0-27 0,12-2-23 15,1-2-26-15,-1-3-30 0,4-1-18 0,-18-2-12 16,-3 1-139-16,-1-1-392 0,-3-1 174 0</inkml:trace>
  <inkml:trace contextRef="#ctx0" brushRef="#br0" timeOffset="163916.12">26814 8738 14 0,'6'-3'121'16,"-1"-4"5"-16,-1 1 9 0,-2-1-11 0,1-1 18 0,-1 0 10 16,-2 8 5-16,0-17 3 0,-2 12 4 0,2 5-9 15,-5-12-8-15,1 10-14 0,4 2-10 16,-11-5-8-16,11 5-8 0,-18 3-9 0,7 4 1 15,-3 3-6-15,1 2-9 0,-1 3-5 0,3 1-9 0,0 1-5 16,1-1-11-16,2 4-1 0,3-3-7 0,3 1-5 16,2-2-1-16,2 1-6 0,2-4-2 15,-1-1-4-15,3-2-1 0,0-1-13 0,2-2-5 16,1 1-5-16,2-3-3 0,-1-2-9 0,0 1 3 0,1-4 0 16,-1 0-5-16,1-3 6 0,1-1 0 15,-2-2-3-15,-3-2 0 0,2 1-1 0,1-4 1 16,-2 0 2-16,-1-2-1 0,-1-1 3 0,0 0-2 15,-4 1 2-15,2 3 3 0,-2-1 0 0,0 4 5 0,-2-3-3 16,3 4 8-16,-3 6-5 0,0-10 5 0,0 10-4 16,0 0-8-16,0 0 0 0,0 0 0 0,0 0 1 15,-7 22 4-15,5-11-1 0,0 4-3 0,0 1 2 16,2 1 1-16,0-2 5 0,4 1-10 0,-2 0 3 16,2-5 5-16,3 1-1 0,0-3 0 0,4 1 5 15,0-3 0-15,-2 0 0 0,9-2-1 0,1-2 1 16,0-1 2-16,0-4-2 0,-2-1-1 0,-1-2 1 15,1 2-1-15,0-5 5 0,-2 2 2 0,-1-5-3 16,-5 3 4-16,-1-4-4 0,-2 2 3 0,-2-3-5 16,2-4 2-16,-3 3 0 0,1-1-3 0,1-2 11 15,-5 0-12-15,2 0-2 0,-2 1 4 0,0 0 2 16,-2 5 0-16,2 0 2 0,2 1-2 0,-2 4 0 16,0 6-2-16,3-9-2 0,-3 9-5 0,4-6 0 15,-4 6 2-15,9 1-1 0,-9-1 1 0,9 12-4 16,-3-2 1-16,2-1-3 0,-2 4-1 0,-1 2 2 15,-1 2 0-15,0-2 0 0,2 2 0 0,-4-3 0 16,4-1 3-16,-4 0-4 0,3-1 2 0,1-4-3 16,-1 2 14-16,0-1-9 0,4 0 1 0,-5-3-2 15,0-2 2-15,5-1 1 0,-2 0-2 0,2-3 3 16,-9 0 1-16,18-3-2 0,-9 0 2 0,0-3-1 0,0 2-1 16,2-5-2-16,-4 2-5 0,2-5 5 15,1-1-1-15,-4 0 0 0,1-2 4 0,-3 1-6 16,0 2 3-16,0-5 0 0,-1 1-1 0,0 3-1 15,-3 4 4-15,2 1 5 0,-2 1 2 0,0 7-2 0,0-11-2 16,0 11-7-16,0 0 0 0,0 0-1 0,0 0 3 16,0 0-4-16,0 0 2 0,0 0-1 0,0 0 10 15,-5 36-13-15,5-24-15 0,0 4-16 16,0-5-25-16,0 3-28 0,0 3-43 0,3-1-50 0,-1-4-48 16,3 1-237-16,-3-2-503 0,0-2 222 0</inkml:trace>
  <inkml:trace contextRef="#ctx0" brushRef="#br0" timeOffset="164398.41">27378 8593 41 0,'-7'-15'217'16,"2"4"-16"-16,0 2-24 0,1 4-19 0,2-1-18 15,2 6-15-15,0 0-21 0,0 0-17 0,0 0-32 16,0 0-20-16,20 28-20 0,-9-11-30 0,10 2-27 15,2 2-22-15,1 1-14 0,2-5-9 0,1 2 0 16,0-3 1-16,1-1 10 0,-1-1 21 16,0-7 24-16,-8 0 22 0,-2-4 13 0,-4 0 24 0,-1-1 24 15,-6-1 23-15,2-1 9 0,-8 0 17 0,12-4 15 16,-12 4-9-16,7-7 0 0,-7 7 2 0,0-8 3 16,0 8-6-16,0 0 1 0,-12-10-4 0,12 10-4 15,-15-1-3-15,7 2-1 0,-4 2-6 0,0 1-3 16,1 3-4-16,-2 1-5 0,0 4-5 0,1 1-7 15,3 1-8-15,2 1-5 0,-4-2-7 0,7-2 1 16,1 1-9-16,3 0-2 0,0-2-3 0,4 0-1 16,-1 0-3-16,4-3 1 0,4 0-6 0,0-1 1 15,3-5 2-15,-1 1-12 0,6-2-3 0,0 0 0 16,-1-5-5-16,1-2 10 0,0-1-6 0,-1-1-5 16,-2-1-3-16,0-3 2 0,0 4-3 0,-3-4 2 15,-2 5 7-15,-2-1-8 0,-2 3 10 0,0 0 3 16,-2 0-1-16,-1 2-2 0,-4 4-3 0,4-6-6 15,-4 6 0-15,0 0-3 0,0 0 4 0,0 0 0 16,7 16-2-16,-4-7 10 0,-6 3-11 0,3 0 0 0,-1 3-5 16,1 1-16-16,1 0-22 0,2 0-33 0,-1-4-38 15,-2-1-42-15,7 2-49 0,-3-3-54 16,-2-3-155-16,5 2-448 0,-2-3 198 0</inkml:trace>
  <inkml:trace contextRef="#ctx0" brushRef="#br0" timeOffset="164618.07">28127 8553 74 0,'-2'-28'283'15,"5"2"-4"-15,-3 10-10 0,1 6-4 0,0 0-21 16,-1 2-23-16,0 8-23 0,0 0-21 0,0 0-11 16,0 0-8-16,0 0-2 0,7 41-3 15,-7-13-8-15,3 3 0 0,-3 3-4 0,3-1-23 0,-7 3-13 16,7 1-6-16,-1-3-14 0,0 0 4 0,5-2-26 15,-3-2-38-15,0 0-30 0,5-2-30 0,-6-3-30 16,3-7-42-16,-1-2-59 0,-1-3-54 0,0-3-56 16,-3 0-188-16,-1-3-503 0,0-7 222 0</inkml:trace>
  <inkml:trace contextRef="#ctx0" brushRef="#br0" timeOffset="164864.37">28087 8803 172 0,'6'-8'179'0,"-1"6"-18"0,3-1-12 0,4 3-14 0,2-2 1 16,6 2-11-16,1-1-6 0,6 4-12 0,2-3-7 15,-1 1-5-15,-2 3-5 0,-4-2-8 0,-2 1-9 16,-2 0-4-16,-2 1-2 0,-5-1-1 0,3 2-1 16,-5-2 2-16,1 1 1 0,1 2 6 0,-7-1-1 15,2 3-2-15,-2 0-5 0,0 1-4 0,-4 0-8 16,0 1 0-16,1-3-4 0,-1 5-7 0,0-2-15 15,0 2-28-15,0-2-31 0,-1 1-34 0,1 0-42 16,1 0-45-16,-1-3-42 0,0 0-165 0,0-8-388 16,0 13 172-16</inkml:trace>
  <inkml:trace contextRef="#ctx0" brushRef="#br0" timeOffset="165037.12">28355 8633 30 0,'-4'-10'199'0,"1"5"-25"0,0-2-20 0,3 7-27 15,0 0-20-15,0 0-34 0,0 0-38 0,0 0-45 16,0 0-56-16,14 24-72 0,-7-14-148 0,5 3 65 16</inkml:trace>
  <inkml:trace contextRef="#ctx0" brushRef="#br0" timeOffset="165685.31">28629 8806 101 0,'0'0'247'0,"-5"12"-9"0,5-12-14 0,-5 14-8 0,1-4-11 15,1-3-13-15,-1 2-13 0,2 4-21 16,-2-2-6-16,3-1-12 0,-1 1-19 0,2-1-15 16,0 0-7-16,3 0-9 0,1-1-10 0,0 1-9 15,1-1-5-15,2-2-5 0,2-2-3 0,2 0-7 16,0 0-6-16,-2-3-7 0,1-1-7 0,1-2-10 15,0-1-6-15,-1-1-2 0,-1-2 7 0,0-1-3 16,-3 1-5-16,1-3-2 0,-3 1-2 0,0-3-5 16,-2-2 4-16,1 0 1 0,-3 0 0 0,-3-1-6 15,2-4-3-15,-2 2 2 0,-1-2-2 0,2 5-2 0,2-2 2 16,1-2-7-16,-2 4 5 0,2 2 1 0,2 1 9 16,-2 1-7-16,-1 8-1 0,5-6-6 15,-5 6 7-15,10-2-1 0,-10 2-1 0,8 8 3 16,-3 0 4-16,2 0 0 0,-1 2 8 0,-3 1 1 0,1-1-4 15,0 2-1-15,-1 0 2 0,-1-2-4 16,-2 0 3-16,3 0-3 0,-3 0 0 0,1-3 1 16,3-1-2-16,-2 0 5 0,-2-6-2 0,1 10 2 0,-1-10 1 15,0 0 0-15,2 6 0 0,-2-6 2 0,0 0-5 16,0 0-1-16,0 0 0 0,0 0 4 0,0 0-7 16,9-23-4-16,-2 13-1 0,0 2-5 0,6-4 2 15,0-2-3-15,-2 3 1 0,3-3 1 0,-2 3 0 16,-1 4-2-16,3-1 3 0,-5 4-1 0,0 1-1 15,-2 0 2-15,-1 3 1 0,-6 0 0 0,14 4 6 16,-4 1 2-16,-3-1 6 0,1 2-7 0,-2 2-1 16,0-1 22-16,1 0-3 0,0-1 5 0,-3-2-3 15,2 2-3-15,0-2 7 0,1-1-6 0,0-2-1 16,0-1-2-16,6-2-7 0,-1-2 2 0,-1-1 1 16,-1-1-1-16,2-1-2 0,-3-2 2 0,4-2-6 15,-6 2 3-15,3-3 1 0,-2 2-5 0,1-4 12 16,-2-1-8-16,0 1 0 0,-3 3 1 0,2 0 4 15,-2 1 12-15,0 2 14 0,-1 2 6 0,-2 0 1 16,-1 6-7-16,4-10-2 0,-4 10-6 0,0 0-12 16,0 0 16-16,0 0-21 0,0 0 9 0,0 0-8 15,-12 36 4-15,7-19-8 0,-3 0 1 0,0 0-1 16,2 1-2-16,0 1-22 0,1-1-34 0,-2 1-34 16,2-1-36-16,0-2-52 0,1 3-55 0,6-4-50 15,2-1-45-15,1-2-188 0,5-3-544 0,4 1 241 16</inkml:trace>
  <inkml:trace contextRef="#ctx0" brushRef="#br0" timeOffset="165885.9">29716 8647 80 0,'4'-12'353'0,"0"4"-15"15,-3 1-28-15,1 1-29 0,-2 6-27 0,1-8-27 16,-1 8-29-16,0 0-12 0,0 0-12 0,0 0-16 15,1 36-1-15,-1-17-28 0,-1 0-9 0,0 6-11 16,1 1-5-16,-2-2-21 0,2 2-36 0,3-1-42 16,-3-7-43-16,0 0-46 0,-1 1-66 0,3-3-65 15,1-3-67-15,-4-3-142 0,3-2-460 0,-2-8 204 0</inkml:trace>
  <inkml:trace contextRef="#ctx0" brushRef="#br0" timeOffset="166046.07">29594 8467 1588 0,'4'-32'19'0,"1"3"10"0,-3 10-12 15,2 3 2-15,1 4-10 0,-2 3-18 0,-2 1-21 16,-1 8-13-16,8-6 1 0,-8 6-9 0,0 0-17 16,23 22-26-16,-9 1-25 0,1 6-86 0,-2 1-220 15,1 1 97-15</inkml:trace>
  <inkml:trace contextRef="#ctx0" brushRef="#br0" timeOffset="166250.87">29899 8837 80 0,'0'0'286'0,"0"0"-19"15,0 0-6-15,0 0-26 0,10-17-9 0,-8 7-14 0,0 1-13 16,-2-1-11-16,3-2-14 0,2 1-20 16,2-6-18-16,1 1-10 0,2-1-10 0,3 3-19 15,-3 0-10-15,6 2-10 0,-2 1-7 0,1 2-6 16,-3 5-8-16,-1-1-10 0,2 5-2 0,-2 2-10 15,-2 2 0-15,-1 2-4 0,0 4-6 0,-3 1-2 16,0 4-18-16,-2 2-22 0,-2-2-28 0,0 3-36 16,-2 0-56-16,3-2-77 0,-2 0-260 0,3-3-516 15,1-3 229-15</inkml:trace>
  <inkml:trace contextRef="#ctx0" brushRef="#br0" timeOffset="166490.04">30671 8438 360 0,'1'-10'349'0,"1"-1"-11"0,0 1-38 0,-1 3-18 0,-1 7-28 16,0-8-24-16,0 8-18 0,0 0-12 16,0 0 11-16,-3 37-3 0,-1-12-10 0,-1 4-27 0,1 3-18 15,-2 3-10-15,0 1-15 0,2-2-11 0,3 1-9 16,-4-3-9-16,1 0-10 0,3 0-13 15,-2-4-22-15,1 2-41 0,-2-10-49 0,4-2-46 16,0-2-35-16,0 4-54 0,-2-10-63 0,2 0-63 0,-2 0-263 16,-2-5-605-16,4-5 267 0</inkml:trace>
  <inkml:trace contextRef="#ctx0" brushRef="#br0" timeOffset="166937.63">30677 8649 136 0,'16'-14'176'0,"-2"1"-6"16,7-3 7-16,-6 2 14 0,-1 3 6 16,0-3-9-16,-4 5-6 0,1 0-2 0,0-2-20 0,1-1-10 15,0 0-6-15,-4 5-14 0,-1-3-11 0,2 3 2 16,-1-2-12-16,1 2-8 0,-4 2-14 0,1 1-6 16,-1 2-12-16,-1-3-11 0,-4 5-2 0,9-3-6 15,-9 3-7-15,0 0-6 0,14 6-4 16,-9 2-5-16,1-2 3 0,-3 5-7 0,0 0-3 0,0 6-2 15,-2 0-2-15,-2 2-2 0,-3-1-2 0,1 3-4 16,2-2-3-16,1-2-3 0,-1 1-2 0,-1 0 0 16,2-2-12-16,0-6 0 0,2 3 0 0,-4 0-1 15,4-4 1-15,-2 1 0 0,0-3 2 16,0-7 1-16,2 16 2 0,-1-8 1 0,1 0-2 0,0-3 1 16,1 1 5-16,2-1 2 0,-1-1-3 0,-4-4 0 15,10 5 2-15,-4-4 3 0,6-1-2 0,1-1 1 16,-2-2 0-16,3-2-1 0,2-1-2 0,-1-2 1 15,-4 2 3-15,5-3-2 0,-6 1-2 0,0-5 2 16,0 0 0-16,-2 1 3 0,-2-1-2 0,0-1 2 16,-1-1 7-16,-2 5 3 0,-3-2-2 0,0 2 7 15,-3-1-3-15,1 5-2 0,-1-2-5 0,3 8 3 16,-8-8-4-16,1 8-3 0,7 0 3 0,-26 8-2 16,10 1-6-16,2 1-17 0,3 0-36 0,-2 8-40 15,3-1-52-15,4 0-62 0,3 1-271 0,0 0-516 16,4-2 228-16</inkml:trace>
  <inkml:trace contextRef="#ctx0" brushRef="#br0" timeOffset="167295.72">31511 8841 104 0,'14'-15'270'0,"-1"-1"-5"0,3-4-31 0,-1-3-2 15,1 1-2-15,-3-2-13 0,1 0-23 0,1-2-18 16,-3-2-16-16,1 3-13 0,2-6-19 0,-1 4-13 15,0-1-10-15,0-1-13 0,-3-1-5 0,1 3-11 16,-1-1-6-16,-2 2-10 0,-2 8-3 0,-1-1-2 16,-1 2-9-16,-1 7 6 0,-2 1-10 0,0-1 1 15,2 4-10-15,-4 6-4 0,-2-8-7 0,2 8-3 16,-10-3-1-16,10 3-1 0,-19 11-1 0,2-4-6 16,5 5-1-16,-3 1-6 0,3 3-8 0,4 1 0 15,0 7-8-15,3-6 3 0,4 10-12 0,1-3 3 16,9 2-9-16,1-2 0 0,2-1-1 0,3 0 5 15,2-3-4-15,-1 1 3 0,2-1 1 0,-5-6 1 16,-2 1 3-16,2-3-2 0,-4 3 4 0,-4-6 3 16,4 0 2-16,-4 0 0 0,-1-1 6 0,-1 0-3 15,-3-5-1-15,0-4 6 0,-3 13-1 0,-2-8-9 16,-3-1-16-16,-2-1-30 0,0 0-41 0,-3 1-46 16,2-4-42-16,-1 2-49 0,-6-2-132 0,8-2-402 15,2-1 179-15</inkml:trace>
  <inkml:trace contextRef="#ctx0" brushRef="#br0" timeOffset="167475.94">31991 8509 62 0,'3'-8'285'16,"1"0"-25"-16,-2 3-25 0,-2 5-24 0,4-6-20 16,-4 6 1-16,0 0 1 0,0 0-9 0,0 0-4 15,1 27-14-15,-5-11-12 0,2 1-21 0,-3 2-7 16,0 6-15-16,1-2-11 0,-1-3-20 15,4 0-40-15,-6 4-42 0,3-5-50 0,2 0-69 0,2-1-70 16,-4-2-233-16,2-6-457 0,2 0 203 0</inkml:trace>
  <inkml:trace contextRef="#ctx0" brushRef="#br0" timeOffset="167641.15">31955 8288 87 0,'-6'-14'207'0,"4"4"-23"0,-1 1-20 0,0 3-39 16,1-1-55-16,2 7-14 0,0 0-29 0,0 0-15 15,0 0-45-15,-5 25-30 0,3-6-77 0,5 6-150 0,0 5 66 16</inkml:trace>
  <inkml:trace contextRef="#ctx0" brushRef="#br0" timeOffset="167991.4">32174 8549 210 0,'5'-3'211'0,"-5"3"-12"16,8-9-9-16,-6 3 10 0,4-3 3 0,-3 1-16 16,2 3-9-16,-1-3-5 0,-1 2-6 0,-3 6-11 15,4-9-9-15,-4 9-9 0,0-11-18 0,0 11-1 16,0 0-11-16,-6-7-21 0,6 7-6 0,-10-4-6 16,5 1-7-16,5 3-11 0,-14 0-6 0,14 0 0 15,-16 3-8-15,9-2-6 0,-1 1-2 0,2 2-4 16,6-4-4-16,-14 3-3 0,9 1-8 0,0 0 4 15,0 2-4-15,-1-1 0 0,3-1-1 0,-1 2-4 16,1 1-1-16,3-7 0 0,-2 11 0 0,3-4-8 16,-1-7 2-16,4 18-3 0,0-9 0 0,1 1 0 15,1 0-1-15,1 1-5 0,3 3 1 0,-3-4-3 16,2 5 0-16,0 2 4 0,-1-1-4 0,0-1 5 16,-5 2-1-16,3-1-3 0,-3 1-1 0,-1-1 1 15,-2 0 4-15,0 0-2 0,-3 0 4 0,2 0 1 16,0-5-2-16,-3 0-2 0,-3 3 2 0,-3 0-2 15,4-4-10-15,-2 1-15 0,0-3-22 0,-2-1-23 16,-1 0-34-16,-2 0-44 0,7-4-48 0,-3 0-61 16,-7-2-167-16,7 0-460 0,2-1 204 0</inkml:trace>
  <inkml:trace contextRef="#ctx0" brushRef="#br0" timeOffset="168203.39">32276 8680 1948 0,'19'-24'76'0,"-1"-1"-11"0,-1 0-31 0,0-2-9 16,-1 2 15-16,1-1 18 0,2 4 10 0,-1 2 5 16,-3-1 7-16,-1 10 6 0,-1-1 8 0,-3 5-10 0,2 3-9 15,-6-2-7-15,2 4-6 0,-1 2-8 16,-7 0-6-16,17 9-4 0,-9 1-5 0,-1 3-4 16,2 3 3-16,-1 0-7 0,-3 0-6 0,-1 0-12 15,0 1-25-15,2 0-28 0,-2 0-32 0,-2-3-46 16,0-1-65-16,0-2-54 0,0 1-197 0,1-3-470 0,1-3 208 15</inkml:trace>
  <inkml:trace contextRef="#ctx0" brushRef="#br0" timeOffset="168547.21">32749 8537 100 0,'0'0'240'0,"0"0"-3"15,0 0-2-15,0 0-13 0,-9-63-13 0,5 58-22 16,-2 3-12-16,-4 2-14 0,-2 1 2 0,-6 6-6 15,0 1-8-15,1 2-14 0,0 0-13 0,2 2-12 16,0-1-7-16,4 2-12 0,1-1-10 0,5 0-5 16,1-1-9-16,1 1-4 0,2-1-9 0,1 0-2 15,4-1-14-15,1-3-11 0,1 3 28 0,2-4-7 16,1-1-7-16,-1-4-4 0,1 2-4 0,1-2-7 16,-10-1-4-16,14-1 4 0,-14 1-2 0,15-8 0 15,-15 8 1-15,0 0-3 0,0 0 6 0,0 0-2 16,28-34 5-16,-28 34 0 0,0 0-4 0,12-26 23 15,-12 26 2-15,0 0 6 0,0 0 4 0,0 0-10 16,11-26-11-16,-11 26-5 0,0 0-15 0,0 0-9 16,0 0 6-16,0 0 5 0,0 0 9 0,0 0-16 15,0 0 8-15,0 0-4 0,0 0-1 0,0 0-19 16,0 0-27-16,13 83-39 0,-13-83-35 0,6 24-40 16,-6-24-55-16,0 0-75 0,17 27-315 0,-17-27-634 15,0 0 280-15</inkml:trace>
  <inkml:trace contextRef="#ctx0" brushRef="#br0" timeOffset="168744.64">32975 8407 1900 0,'12'-29'56'0,"-2"0"47"16,-2 0 17-16,-8 29 18 0,11-34 0 0,-11 34 11 16,0 0 10-16,12-32-22 0,-12 32-26 0,0 0-14 15,0 0-13-15,0 0 0 0,0 0 10 0,0 0 7 16,0 0-7-16,0 0-10 0,0 0-8 0,-14 125 5 15,10-91-13-15,0-1 0 0,-1 2-46 0,2-1-18 16,2 12-61-16,1-12-50 0,0-34-62 16,4 61-88-16,-4-32-306 0,0-29-611 0,1 36 271 0</inkml:trace>
  <inkml:trace contextRef="#ctx0" brushRef="#br0" timeOffset="168891.48">33047 8755 70 0,'0'0'60'0,"0"0"-39"0,0 0-47 0,0 0-27 0,0 0 13 16</inkml:trace>
  <inkml:trace contextRef="#ctx0" brushRef="#br0" timeOffset="178110.41">25558 9678 8 0,'0'-6'168'16,"0"6"-5"-16,0-17-13 0,0 8-11 0,-4 0-19 15,2 3 3-15,-2-3-8 0,-4 1-6 0,3 1 2 16,-3-1-9-16,2 3-5 0,1 1-10 0,5 4-13 16,-14-3-8-16,3 3-8 0,-3 5 0 0,-5 3-6 15,-6 7 5-15,-2 3-5 0,-1 1-3 0,1 0-2 16,0 3-7-16,0 2-9 0,5-2 4 0,4-3-2 16,1 2-2-16,5-6-7 0,5 2 2 0,3-2-7 15,2-2 0-15,1-2-2 0,1 0 1 0,5 1-2 16,0-4 1-16,3-2-4 0,2 1-1 0,3-4-2 15,5 3 2-15,-1-6-2 0,2-2-5 0,-1-2 7 16,2-1-4-16,0-2-1 0,6-4 1 0,-9 1-5 16,1-2 2-16,2-1-4 0,-4-1 3 0,-5-1-4 15,-2 2 2-15,1-2 1 0,-2 0 1 0,-2 3-1 16,-1 2-1-16,0 0 2 0,-2 1 1 0,-1 2 2 16,2 1-2-16,-4 6-5 0,4-6-4 0,-4 6 2 15,0 0 0-15,0 0-4 0,0 0 5 0,0 0-1 16,0 26 0-16,-2-13 1 0,0 5 5 0,0 2-6 15,2-1-9-15,0 0-35 0,0 8-18 0,4 1-29 16,-2-5-45-16,3 3-39 0,-1-7-145 0,0 5-349 0,2-7 156 16</inkml:trace>
  <inkml:trace contextRef="#ctx0" brushRef="#br0" timeOffset="178438.23">25768 9811 137 0,'0'0'157'0,"0"0"-5"0,0 0-16 0,8 17-5 0,-8-6-9 15,0 1-13-15,-2 0-10 0,2 0-7 0,-2 5-17 16,-1-2 2-16,2-4-8 0,0 0-14 0,-1 0-2 16,2-4-3-16,-2-1-1 0,2-6-1 0,0 8-3 15,0-8-6-15,0 0 6 0,2 10 0 0,-2-10-6 16,0 0-2-16,0 0-3 0,0 0-6 0,13-24 0 15,-8 13-3-15,6-2-4 0,0-1-1 0,0-3-7 16,3 3 1-16,2-1 0 0,4-3 2 0,-5 8-4 16,-1-2-5-16,2 3 1 0,-4 4-2 0,1 0-3 15,0 4 0-15,-2 1 1 0,0 1-2 0,-1 3 6 16,-2 3-5-16,-1 1 0 0,2 2-2 0,-2 2-8 16,-4 4-17-16,5-2-16 0,-4 3-32 0,1-2-25 15,-1 2-32-15,2-1-32 0,0-1-107 0,-1-5-289 16,3-1 127-16</inkml:trace>
  <inkml:trace contextRef="#ctx0" brushRef="#br0" timeOffset="178810.16">26306 9833 24 0,'-4'-8'182'0,"-3"2"-2"0,0 1-7 0,-2 0-12 15,0 3-17-15,0 1-15 0,9 1-10 0,-22 5-2 16,11 2-12-16,-3 3-14 0,1 2-2 0,-1 0-7 15,3 1-11-15,4-1-7 0,1-2-5 0,0 3-6 16,4 2-4-16,0-2-4 0,2-1-4 0,0-1-7 0,2-1 2 16,-1 0-6-16,3-3-3 0,1 0-1 15,-1-2-3-15,1-2-2 0,-5-3-3 0,9 3-4 16,-9-3-1-16,14-6-4 0,-6-1 2 0,-1-2-1 16,-1-1-2-16,2-1 2 0,1-3-3 0,-3-3-2 15,0-1 3-15,-1-1 0 0,0 1-5 0,-1-7 9 0,1 5-3 16,-1-6 2-16,-4 2-5 0,2-3 7 15,1 1-6-15,-1 7 12 0,0-2 3 0,-2 3 12 16,2 3 9-16,-2 5 7 0,0 0-6 0,-2 5-6 16,2 5-8-16,0 0-5 0,0-10-1 0,0 10-5 0,0 0-2 15,0 0-3-15,-2 35 0 0,0-16-2 0,-3 7-2 16,3 3 4-16,0 0-9 0,-2 3-17 0,4-4-23 16,2 5-25-16,4-1-30 0,-2-1-31 15,8-1-48-15,-1 0-57 0,4-5-121 0,6 0-375 0,0-7 166 16</inkml:trace>
  <inkml:trace contextRef="#ctx0" brushRef="#br0" timeOffset="179055.81">27108 9592 33 0,'0'-12'276'0,"-2"3"-29"0,0 1-29 0,2 8-24 0,-3-5-17 15,3 5-14-15,0 0-5 0,-6 20-3 0,1 6-17 16,3 2-8-16,-5 2-10 0,6 4-11 0,-3-1-11 16,4 2 0-16,-2 12-17 0,0 0-9 0,9-13-5 15,-6 0-5-15,0 0-6 0,-1-3-9 0,4 2 0 16,-1-2-16-16,-1-2-20 0,1-3-22 0,-3 3-36 16,0-10-35-16,0-2-38 0,0-1-38 0,-3-4-56 15,1 0-146-15,-1-6-389 0,-2-1 172 0</inkml:trace>
  <inkml:trace contextRef="#ctx0" brushRef="#br0" timeOffset="179626.21">26892 9897 1550 0,'7'-15'8'0,"2"0"33"0,0 2-35 16,0 3 0-16,3 3 16 0,1-1-15 0,5 4 17 15,-1 1 12-15,2 1 1 0,3 5 11 0,5 2 11 16,-5 2-1-16,6 3-2 0,-1 3-4 0,-2 3-3 15,-1-2-3-15,-4 5-1 0,3 2-6 0,-3-2-4 16,-5 2-3-16,-4-6-4 0,-1 2-1 0,1-2-2 16,-3 1-1-16,-2-1-2 0,-2-3-2 0,-4-1 1 15,0-1-6-15,-2-2 2 0,0-1-1 0,-2-1-3 0,4-6-2 16,-12 7 6-16,7-6-3 0,5-1 0 0,-14 0-3 16,14 0 0-16,-13-8 0 0,7 2-1 15,-1-2-5-15,0 0 2 0,2-3-1 0,3 0-3 16,0 0 1-16,4-2 0 0,0 1-4 0,2 1 6 15,4-4-5-15,3-1-1 0,0 2 1 0,10-4 2 16,-1 4-3-16,4-3-5 0,1 1 5 0,4 3-1 16,-2 0 0-16,0-2 5 0,-2 4-3 0,-5 4-2 15,-4-1 1-15,1 1-2 0,-2 2-2 0,-3 3 2 0,-2-3-1 16,-4 1-3-16,-1 2 2 0,-5 2-2 0,0 0 0 16,0 0 15-16,11 8 14 0,-11-8-1 0,-9 17 6 15,2-4 6-15,-3 1-2 0,-4 2 0 0,1 5 4 16,-1 1-1-16,2-5-9 0,1 0 4 0,2-1-4 15,3-6-4-15,-1 2-3 0,5-3-1 0,-2-1-2 16,0 0 1-16,4 0-5 0,0-8-4 0,0 10-10 16,0-10 2-16,10 4-3 0,-10-4-3 0,16-2-1 15,-7-2 0-15,2 1-1 0,2-5 1 0,-1 1 0 16,1-2 1-16,3-4 0 0,-5 0 1 0,2 0 0 16,-3-1 1-16,0 2 1 0,1-3 3 0,-5 5 0 15,3 1 6-15,-5 1-1 0,0 2-1 0,1 1-5 16,-5 5 0-16,4-8-7 0,-4 8 6 0,8 0 3 15,-8 0-6-15,0 0 2 0,8 10 1 0,-6-1-15 16,3 3-21-16,-3 3-37 0,0 1-34 0,-2-1-37 16,2 2-29-16,-2 1-29 0,3-1-161 0,0-1-394 15,1-2 174-15</inkml:trace>
  <inkml:trace contextRef="#ctx0" brushRef="#br0" timeOffset="180335.79">27800 10079 19 0,'3'-10'169'15,"0"-1"-11"-15,-1-1 2 0,3-3-7 0,1-3-10 16,-1 1-4-16,2-2-1 0,-2 3-8 0,2 0 1 16,1 2-2-16,2 0-17 0,-3 7-12 0,-2-3-6 15,0 6-10-15,1 0-14 0,0 0-1 0,-6 4-7 16,13 0-2-16,-13 0-1 0,9 6-2 0,-5 0-7 16,2 1-5-16,-2 0-2 0,0 3-2 0,0-1-5 15,-1 1-3-15,1 0-5 0,0-1 1 0,2 1-3 16,-2-1 1-16,3 0-8 0,-3-4 3 0,2 0-2 15,4 2-1-15,-5-5 1 0,-1-1 1 0,-4-1-2 16,17 0-1-16,-7-3-5 0,0-1 0 0,-1-2-4 0,1 0 3 16,-1-2-5-16,-1-1 2 0,2 0-3 0,-4-1 0 15,1 0 0-15,-1-2 0 0,1 3 1 16,0-1-1-16,-2 1-3 0,-1 0 5 0,-1 1 9 16,1 2 2-16,-2 1-4 0,-2 5-4 0,4-6-5 0,-4 6 1 15,0 0-1-15,0 0 0 0,0 0-3 16,0 0 4-16,6 23-5 0,-9-12 0 0,3 5 0 0,0 2 2 15,-2-2-2-15,2 3 3 0,-1-3-3 16,1 1-1-16,-1-6 0 0,2 0 2 0,0-4 1 0,-1 3-2 16,2-3-1-16,1 0 10 0,-1-2-7 15,-2-5 2-15,6 8-1 0,-6-8 0 0,9 4 0 16,-9-4 2-16,14-3-3 0,-2 0-3 0,-2-3 1 0,4-1-1 16,-1-2 0-16,2 2 0 0,0-6-2 0,1 1-2 15,-2 2-1-15,0-6 5 0,-3 3-3 0,1 3 0 16,-3 0-1-16,-2 1 3 0,1 0-1 0,-1 2 1 15,-2 0-2-15,0 2 9 0,-3 1-5 0,-2 4-1 16,7-7 2-16,-7 7-2 0,5-5-5 0,-5 5-3 16,0 0 2-16,0 0 2 0,0 0 2 0,0 0 0 15,0 0-1-15,0 0 1 0,-3 26-1 0,3-21 2 16,0-5-1-16,2 14-3 0,0-9 4 0,-2-5 0 16,4 12 2-16,0-8 1 0,2-1-3 15,-1 2 3-15,1-2-3 0,1 0 0 0,-7-3-1 0,14 3-3 16,-6-3-2-16,-8 0 9 0,13-2-7 0,-8-2-1 15,2 1-1-15,-2-2-2 0,3-1 5 0,-1-2 1 16,-3 3 2-16,2 0-3 0,-3-2-5 0,0 1 6 16,-3 6-2-16,6-9 4 0,-3 5-3 0,-3 4 1 15,4-7-2-15,-4 7 1 0,0 0-8 0,5-3 3 16,-5 3-1-16,0 0 3 0,0 0-2 0,0 0 4 16,0 25 0-16,-3-15 4 0,2 1 0 0,-1 1-2 15,-1 4-2-15,0-1 2 0,1-4-16 0,-1 4-24 16,1-2-36-16,-2-1-36 0,3-1-46 0,1-1-62 15,-3 0-156-15,0-4-408 0,1 2 182 0</inkml:trace>
  <inkml:trace contextRef="#ctx0" brushRef="#br0" timeOffset="180724.34">28651 9665 41 0,'10'-7'222'16,"-4"0"9"-16,1 2 4 0,-4 1-12 0,4 2-18 0,-7 2-26 16,7-5-18-16,-7 5-19 0,0 0-7 15,0 0 6-15,12 11-4 0,-8 1-4 0,-3 6-5 0,2 6-6 16,-1 2-12-16,-2 2-9 0,-2 1-13 16,2-1-8-16,-3 3-10 0,0-2 6 0,1 3-15 0,-1-3-3 15,-1-2-6-15,2 1-7 0,2-3-7 16,-3-6-30-16,2-2-21 0,0 0-30 0,-2 0-29 15,2-5-41-15,0-2-36 0,1 1-32 0,0-4-35 16,0-7-191-16,-1 10-438 0,1-10 193 0</inkml:trace>
  <inkml:trace contextRef="#ctx0" brushRef="#br0" timeOffset="181023.78">28716 9846 133 0,'10'-1'140'0,"0"0"-2"15,5 1-4-15,-4 2-5 0,0 2-4 0,0 1-18 16,0 4-2-16,-1 2-12 0,-1-1 3 0,-4 1-8 16,3 6 3-16,0-1-8 0,-3 1-8 0,2-1-1 15,-2 0-5-15,-1-4-5 0,1-1-7 0,1-2 3 16,0-1-6-16,0 0 2 0,1-2 0 0,-1 1 6 16,-1-5 1-16,7 0 4 0,-7 0 0 0,-5-2-5 15,14-6-2-15,-7 4-7 0,0-3-1 0,1-1-3 16,-2-2-2-16,-2 2-4 0,2-1-4 0,-3-3-1 15,-1 0-1-15,1-3-3 0,-3 2-1 0,1 1-6 16,-2-1 3-16,1 0-12 0,-3 0-1 0,1 2-11 16,-3-1-18-16,1 5-23 0,-1-1-20 0,-2 1-27 15,0 4-29-15,7 1-25 0,-20 4-23 0,11 1-36 16,-3 1-163-16,3 4-387 0,-2 2 170 0</inkml:trace>
  <inkml:trace contextRef="#ctx0" brushRef="#br0" timeOffset="181300.06">29017 10119 99 0,'13'-2'222'0,"-1"-4"-6"0,-2 1-10 0,1-2-3 15,0-1-15-15,-4 0-17 0,1-3-10 0,-1 3-12 0,1-2-10 16,-3-1-14-16,1 0-7 0,0-4-9 16,-4-1-8-16,1 5-11 0,-1-8-8 0,0 2-8 15,0 3-8-15,-2 2-6 0,0 2-7 0,2 3-5 16,-1 0-4-16,-1 7-9 0,5-10-4 0,-1 8-4 15,-4 2 0-15,14-1-5 0,-14 1-2 0,14 6-1 16,-5 2 0-16,-4-2-4 0,1 2 5 0,-2 5-3 16,1 1 1-16,-1-2 0 0,0 4 7 0,0 0-2 15,-2 1-6-15,0-5 0 0,-1 4-3 0,0-5 2 16,-2 1-1-16,1-1-21 0,1 2-25 0,-1-3-40 0,0-2-51 16,1 0-51-16,1-2-47 0,-2-6-200 0,1 9-454 15,-1-9 201-15</inkml:trace>
  <inkml:trace contextRef="#ctx0" brushRef="#br0" timeOffset="182981.77">29791 10144 177 0,'7'-7'205'0,"2"-1"-2"0,-1 1 6 0,1-2-15 0,1 0-12 16,3-3-19-16,1-1-12 0,-3-1-6 0,0 2-7 16,1-4-11-16,1 1-8 0,0 2-10 0,-3-3 0 15,3-1-12-15,-2 0-4 0,0 4-11 16,-2-1-6-16,1 0-3 0,-4 5-4 0,1-3-7 0,-2 2-3 16,0 1 0-16,1 2-3 0,-2 0-2 0,-2 2-4 15,-2 5-6-15,6-9-10 0,-6 9-3 0,3-4 23 16,-3 4-13-16,0 0-1 0,3-7-6 15,-3 7-6-15,0 0-5 0,0 0 1 0,4-4-3 0,-4 4-4 16,0 0 2-16,0 0-2 0,0 0-4 0,0 0-1 16,0 0-2-16,0 0-3 0,0 0 5 0,0 0-4 15,0 0 1-15,0 0-1 0,0 0-3 0,0 0 4 16,0 0 0-16,0 0 0 0,0 0-2 0,0 0 1 16,0 0-5-16,0 0 4 0,0 0 1 0,0 0-4 15,0 0 3-15,0 0 3 0,0 0-6 0,0 0 4 16,0 0-4-16,0 0-1 0,0 0 3 0,-10-10-4 15,10 10 3-15,-7-7 2 0,3 2-5 0,4 5 1 16,-7-10-6-16,3 6 20 0,0-4-13 0,-1 2-3 16,1 0-4-16,-1-2 1 0,1-1 4 0,-3 0-2 15,1 2 3-15,3 0-3 0,0 1 0 0,-2-1 1 16,2 0-2-16,3 7 5 0,-7-10-3 0,4 5 0 16,3 5 0-16,-2-9 1 0,2 9-2 0,-4-8 0 15,4 8 6-15,0 0-4 0,-2-8-6 0,2 8 8 16,0 0-2-16,0 0-9 0,0 0-2 0,0 0 1 15,0 0 2-15,0 0 1 0,4 33 1 0,-1-16-2 16,-1 8 7-16,0 2 6 0,1 0 1 0,1 2 2 16,-2 2 3-16,0-2-1 0,2 5 3 0,-1-4-5 15,0 0 3-15,1-1 0 0,-1-3-1 0,1 0 11 16,-1-1-14-16,0-5 0 0,-1-2 14 0,1-3-19 16,-2 0 3-16,1-2 3 0,-1-4-5 0,0 1 3 15,1-3-1-15,-2-1-4 0,0-6 10 0,1 8-7 16,-1-8 11-16,0 0-4 0,0 0-3 0,0 0-3 15,0 0 0-15,0 0 13 0,0 0-30 0,0 0-4 16,6-19-12-16,-3 10-6 0,6-4 0 0,3-1-6 16,1 1-1-16,4-1 3 0,6 0 2 0,-5 3 5 15,1 3-2-15,0 4 1 0,-1-1 1 0,-4 2 3 0,0 2 3 16,0 2 0-16,-2 2 3 0,-3 0 1 16,-2 1-10-16,0 1-1 0,-4 0 1 0,0 3-2 15,-2-2-14-15,-2 4-15 0,-3-1-10 0,-5 2-10 16,-2-1-14-16,-3 2-2 0,-2-3 1 0,2-1-2 15,-2 1 3-15,3-3 4 0,0-1 12 0,3-1 10 16,1-1 6-16,-1 0 4 0,3-1 6 0,2 1 4 16,5-3 13-16,-9 3 4 0,9-3 4 0,0 0 6 15,0 0 9-15,0 0 7 0,0 0 12 0,0 0 8 0,0 0 9 16,30-1 3-16,-18-2 1 0,10 1 2 0,-1-2 7 16,7-2 1-16,-1-3-1 0,1 2 5 15,4-2-7-15,0 0-1 0,-2 2 2 0,-4-3-8 16,-2 0 0-16,3-1 0 0,-10 3-2 0,3-1-4 15,-3 0 0-15,-2-3-4 0,-3 0-2 0,-2 3-1 0,-4-3-2 16,2-3 2-16,0 0-5 0,-5-2 2 0,2 3-3 16,-6 1 0-16,-3 2-1 0,1-1 6 15,-3 4 7-15,0-2 0 0,-1 2 6 0,-3 1-7 16,1 0-2-16,0 4-2 0,-3 3-3 0,0 4 2 0,-2 2 5 16,-4 6 4-16,-3 5-3 0,5-3 4 0,-2 4 0 15,7-2-2-15,2 1-5 0,-3 6-2 0,6-5 1 16,2 0 0-16,3-1 0 0,2 1-13 0,3 0-27 15,5-2-35-15,0 1-37 0,1-2-54 16,2-3-51-16,3-2-59 0,-2 0-134 0,4-3-425 0,3-3 188 16</inkml:trace>
  <inkml:trace contextRef="#ctx0" brushRef="#br0" timeOffset="183552.18">30723 9813 237 0,'3'-10'257'0,"-1"1"-28"0,0 4-26 0,-2 5-20 16,0 0-16-16,0 0-4 0,0 0 5 0,1 24-13 16,-6-8-8-16,0 13-9 0,-5 1-3 15,2 4-11-15,0-2-9 0,3 1-10 0,-1-1-11 0,2-1-1 16,1 1-13-16,3-4-6 0,0-2-8 0,2-7-5 16,-1 1-8-16,0-5-2 0,1-2-2 0,-1-2-7 15,0-2-3-15,0-3 0 0,-1-6-4 0,4 10 0 16,-4-10 1-16,4 2-8 0,-4-2-4 15,0 0 1-15,14-8-7 0,-6 1 0 0,3-5-3 0,2-1-1 16,0-1-5-16,0 0-5 0,1-1 3 0,1 1-7 16,-2 2-1-16,2 2-2 0,1-1 2 0,-4 7-4 15,4-4 0-15,-2 3-1 0,-3 5 1 0,7 0 1 16,-5 2-2-16,-3 3 3 0,3 0-1 0,0 0 0 16,-2 2 5-16,1 0-2 0,-1-1 0 0,0 2 0 15,1-2 1-15,3 3-1 0,-3-4 3 0,0 0-5 16,5 0 2-16,-4-3-2 0,5 2 4 0,1-6 1 15,-4 0-2-15,5 0-2 0,-2-3 1 0,-1-1 2 16,-5 0 6-16,4-2-9 0,-4 1 4 0,-2 1 1 16,0-3 0-16,-2 1 4 0,-1-3 14 0,0-3 7 15,0 4-5-15,-4 2 9 0,0-1 1 0,-2 2 6 16,-1-2-2-16,0 9-2 0,-5-11 0 0,1 2-7 16,-3 7 3-16,7 2-8 0,-14-2-2 0,5 2 5 15,-3 0-14-15,2 2 2 0,-2 3-9 0,1-2 13 16,2 4-7-16,1-3-9 0,-1 2 13 0,3 1-11 15,1-1-4-15,1 3 1 0,1-2-7 0,3-7 2 16,4 13 5-16,-2-4-7 0,0-1 1 16,2 1 0-16,2-1 0 0,3 2 4 0,-2-3-2 0,2 2 3 15,0-1 0-15,5 4-8 0,-5-5-8 0,-2 3-18 16,7 1-23-16,-6-3-26 0,2 1-33 0,-1 1-43 16,1-3-58-16,-1 2-34 0,0-2-34 0,-1 1-172 15,-4-4-493-15,-4-4 219 0</inkml:trace>
  <inkml:trace contextRef="#ctx0" brushRef="#br0" timeOffset="184262.23">31391 10097 195 0,'5'-10'231'0,"0"4"-4"16,-1-2-12-16,-2 3-25 0,-2 5-18 0,8-3-16 15,-8 3-10-15,0 0 4 0,11 10 7 0,-7-2-23 16,1 3-10-16,-5 1-8 0,4 4-8 0,-1 1-16 15,0-1-2-15,1 0-9 0,2 1-6 0,-3 0-12 16,0 1-3-16,1-4-1 0,-3-1-6 0,1-3-8 16,1-2-3-16,-2-2-4 0,2-1 0 0,-3-5 2 15,2 11-2-15,-2-11-5 0,4 5-3 0,-4-5-4 16,0 0-2-16,0 0-3 0,0 0-5 0,14-14 3 16,-10 5-4-16,1 1-3 0,-1-4-21 0,5-4 1 15,4 1-1-15,-5 1-1 0,2-3-2 0,2 0-4 16,0 2 1-16,2-1 2 0,-2 2-1 0,0 5 0 15,0 3 2-15,-2-1 8 0,-1 4-3 0,0 0 8 16,-3 2-7-16,-6 1 1 0,13 2 5 0,-13-2-2 16,13 3 5-16,-7 0-1 0,2-2 3 0,0 2 2 15,3 0 6-15,-4-2 2 0,3 1-1 0,2-2 3 16,-1-2 4-16,7 2 0 0,-3-5 2 0,4 1 0 16,-2-1-2-16,2-2 9 0,-4 2-13 0,1-2 3 15,-6 0 2-15,3 1-9 0,-4-1 3 0,0 0 0 16,-1 0 11-16,-1 0-9 0,-3-3-5 0,1 2-2 15,-3 2-2-15,1-2 5 0,-3-2-7 0,0 10-4 16,-1-13 3-16,-1 4 0 0,2 9-1 0,-5-9-1 16,5 9-2-16,-9-8-2 0,-2 8 3 0,-5 7-5 15,-4 0 0-15,-4 4-1 0,-1 5 2 0,1 2 4 16,0 2-1-16,6-8-3 0,5 2-1 0,3 0 3 16,1 1 7-16,4-1-9 0,4-2-1 0,3 1 4 15,3-2 1-15,8 0-3 0,3 1 1 0,9-2 1 16,2-4 2-16,2-2-4 0,2-1-2 0,1-3 4 15,0-2 3-15,-3-1-3 0,2-2-3 0,-3-4 3 16,0 1-3-16,-6 3 2 0,-3-4-1 0,7-1 1 16,-10-2 3-16,0 0 4 0,1 0-6 0,-1-1 0 15,-6-3-1-15,1 0-1 0,-2 0 5 0,5 2-1 16,-7-1 1-16,-1-1-4 0,-1 6-3 0,2 1 5 16,-6 3-1-16,3 1 1 0,-4 5-4 0,0 0-1 15,1-9 1-15,-1 9 6 0,0 0 3 0,0 0 3 16,-7 27 2-16,0-15 5 0,-1 5-3 0,4 0-2 15,-4 1 0-15,1 1-9 0,0 5 7 0,3-5-4 0,0 6-8 16,-1 0-23-16,0-6-30 0,1 6-26 16,-3 2-28-16,4-4-34 0,-8 0-43 0,5-4-44 15,-4 4-52-15,-7 0-168 0,-2 1-487 0,-7-1 216 16</inkml:trace>
  <inkml:trace contextRef="#ctx0" brushRef="#br0" timeOffset="184992.37">25163 11946 84 0,'-4'-11'226'0,"8"-7"-17"0,4-7-11 16,6-2-17-16,4-3-7 0,11-12-12 0,2 1-11 16,5 0-8-16,-1 1-10 0,-2-1-9 0,-1 1-8 15,-12 10-12-15,9-12-8 0,-2 0-7 0,-11 12-5 16,6-15-13-16,-4 3 2 0,-7 9-12 0,-1-2-4 16,-1-10-7-16,-3 11 1 0,-1-1-5 0,-1 1 0 0,1-2-2 15,-5 6 4-15,0-1-4 0,0 4 0 0,-2 7 0 16,-1 2-1-16,0 2 3 0,2 5-2 0,0 2-5 15,1 1-3-15,0 8-9 0,0-11-7 16,0 11-2-16,0 0-1 0,0 0-1 0,0 0-1 0,1 36-4 16,-1-8-1-16,0 5 0 0,0 13-4 0,0 3-1 15,0-3 3-15,0-12-1 0,3 14 5 0,-2-12-9 16,4 0 11-16,-1-3-9 0,3-1-1 0,-3 3 5 16,5-1-2-16,1-5-5 0,3 0 5 15,1-6 0-15,1 0-4 0,1-2 11 0,-3-8-9 0,3 0 1 16,2-5-3-16,0-1 3 0,4-3-1 0,-2 0 12 15,3-4-14-15,-5-3 1 0,4-2-2 0,-3-4 0 16,0-3 3-16,-2 0-4 0,0-9 0 0,1-3 0 16,-2-2-3-16,-3 1 1 0,-4-2-1 0,-1 0-3 15,0-1 1-15,-5 3 2 0,1 1 0 0,-4 5-1 16,0 3-1-16,0 1 9 0,0 5 7 0,2 1-3 16,-2 2-2-16,0 7-8 0,0 0 1 0,0-9 24 15,0 9-4-15,0 0 0 0,0 0-4 0,0 0-1 16,0 31-2-16,2-18-3 0,0 3 2 0,1 4 0 15,4-2-20-15,0 6-19 0,3 0-23 0,-5-4-28 16,5 3-38-16,1 1-55 0,-3-5-58 0,-1-3-60 16,0-2-155-16,-3-3-480 0,1-1 213 0</inkml:trace>
  <inkml:trace contextRef="#ctx0" brushRef="#br0" timeOffset="185153.26">25936 11073 117 0,'0'0'126'0,"4"-1"-28"0,-4 1-13 15,9 14-31-15,-4 1-22 0,-1 10-21 0,1 3-24 16,-1 1-15-16,0 5-53 0,6-2-87 0,-2 4 39 16</inkml:trace>
  <inkml:trace contextRef="#ctx0" brushRef="#br0" timeOffset="185530.7">26138 11589 69 0,'0'0'231'0,"0"0"-2"0,0 0-15 0,0-21-6 16,2 9-9-16,0-3-6 0,0-3-16 0,1 2-14 15,5-4-13-15,4-5-17 0,1 0-5 0,3 1-10 16,4 2-9-16,1 2-6 0,6 2-10 0,0 4-9 16,-3 1-1-16,5 4-14 0,-9 6-8 0,3 3-6 15,-5 3-2-15,4 1-10 0,-3 3 2 0,-2 4-4 16,-1-3-4-16,-1 3-5 0,2 3-3 0,-4-1-3 15,1-1-1-15,7 5-3 0,-6-4-1 0,0 0 2 16,1-1-6-16,-1-2 1 0,4-3 0 0,-1 0 3 16,2-5-1-16,-2-1-8 0,-1-2 1 0,2-4-3 15,-1 1 2-15,-3-3-4 0,-2-2 0 0,-1 2-2 0,-3-3 0 16,3 1 2-16,-4-4-2 0,-3 0-2 16,-1-1 1-16,0-2 0 0,-1 0-3 0,-1-3-4 15,-4 1 2-15,-1 0-2 0,-1 0 4 0,0 3-3 16,1 3-3-16,-1 0 3 0,-2 4 7 0,0 0-2 15,2 4 3-15,4 4-7 0,-11-4 3 0,11 4 0 16,-20 12 0-16,7-2-1 0,1 3 2 0,-1 2-3 16,0 6 3-16,3 3 2 0,1-5-3 0,5-2-16 15,2 2-23-15,4 6-29 0,4-9-40 0,5 1-40 0,6 2-72 16,-2-6-53-16,5-1-172 0,7-2-480 0,0-4 213 16</inkml:trace>
  <inkml:trace contextRef="#ctx0" brushRef="#br0" timeOffset="186655.98">27160 11303 169 0,'-9'-6'253'0,"-1"3"-10"0,1 3-14 0,-3 2-9 16,0 2-6-16,-6 4-11 0,4 2-20 0,-1 2-15 0,1 3-15 16,1-2-15-16,1 2-11 0,5 2-12 0,-1 0-10 15,4 0-10-15,2 2-7 0,2-8-8 0,1 4-8 16,0-2-9-16,5-4-3 0,1-2-3 15,1 2-5-15,2-6-4 0,3 1-5 0,1-5-6 16,1-2 0-16,2 0-4 0,-4 1-9 0,3-6-4 0,-1-1 1 16,1-3-4-16,-5 1 3 0,0-2-2 0,-1-2-5 15,-4 1 1-15,1 0-2 0,-3-1-3 0,2-1 4 16,-4 5-5-16,2-5-2 0,-4 4-1 0,4 1 3 16,-4 4 4-16,2 0 0 0,0 1 0 0,-2 6-1 15,1-8-4-15,-1 8-4 0,0 0 0 0,0 0 3 16,0 0 1-16,0 0 0 0,2 28 1 0,-4-16-1 15,4 3 4-15,0 2-3 0,-2 1 5 0,4-1 2 16,0 0 3-16,-1 0 2 0,2 0 2 0,2 0 5 16,-3-6 6-16,5-1 4 0,-3 1 2 0,4-4 2 15,-1 0 6-15,1-1-5 0,0-2 6 0,1-2 3 16,-2-2-3-16,5-1-4 0,-4-2 7 0,-1-2-11 16,1 0-1-16,-1-2-2 0,1-1 2 0,0-6-3 15,-3 6-5-15,1-3-5 0,-3 0 0 0,-1 0-3 16,4-3 1-16,-4 2-4 0,2-4-4 0,-1 1 6 15,-1 3-24-15,-1-4 10 0,0 3-10 0,3 1-8 16,-1 0-6-16,-1 3 0 0,4-2-12 0,-3 2 11 16,-2 3 0-16,-1 3-5 0,-2 3 2 0,9-5 5 15,-9 5-1-15,11 1-4 0,-11-1-1 0,9 7 6 16,-4 1 5-16,1 0-3 0,-4 2 3 0,3-1 2 16,-3 3-4-16,3 2 5 0,0-3-1 0,-1 0 1 15,-2 0 3-15,3 0-2 0,-1 1 0 0,3-4 2 16,-3 5 10-16,3-4-1 0,-2 1-6 0,1-4 12 15,0 4-11-15,-1-6 6 0,5 2-5 0,-4-3 3 16,5 1-3-16,-2-3 2 0,3 1 6 0,-1-5-5 16,1-2-3-16,1 0-8 0,-3 0 12 0,7-4 2 15,-5-3-3-15,1 1 6 0,2 0-19 0,-4-3 15 16,-2-1-7-16,2 1 0 0,-1-3 0 0,0-1-5 16,1-5 3-16,1 1 3 0,-3-1-11 0,-2-2 0 15,-3-1 8-15,0 2-11 0,-4-4 4 0,0 2 11 16,0-1-8-16,-2 0-2 0,2 3 6 0,-4 7 1 15,1 0-3-15,1 5 4 0,-2 1 10 0,2 1 4 0,0 3 1 16,2 7-7-16,-2-10-2 0,2 10 1 16,-2-5-13-16,2 5 8 0,0 0-1 0,-3 22 0 15,0-4-3-15,3 7 7 0,-2 3-1 0,2-2-2 0,-2 3 6 16,2-1 3-16,0 0 1 0,0-4-6 0,2 3 2 16,0-2 4-16,1-8 3 0,2 0-5 15,1-2-5-15,-1 2 8 0,-1-5-3 0,3-1 5 16,0-1-5-16,2-2 13 0,-1 1-10 0,2-5 0 0,1 1-2 15,2-1-1-15,1-4 3 0,1-3 7 0,-1 2-12 16,3-3 1-16,-1-1-2 0,0-4 3 0,2-2 3 16,-3-1-10-16,0 1 7 0,0-4-2 15,-2 0-3-15,-2 0-8 0,-1 0 0 0,3-2-2 16,-4 4 2-16,-2 1-6 0,0 5 7 0,-2-1-11 0,-1 2 6 16,0 2-6-16,-4 4 0 0,0 0 6 0,0 0 11 15,0 0-4-15,5 18 4 0,-5-7 4 0,0 0-5 16,0 1 9-16,0 3-6 0,0-3-2 0,1 2 3 15,2-4-6-15,-1 0 10 0,4-1-1 0,-1 1-2 16,2-3 4-16,2-1 4 0,5-4-6 0,-1-1 1 16,5 1-3-16,0-4 2 0,-2 0 6 0,0-1-5 15,-3-1 1-15,3-3 9 0,-3 2 3 0,-2-2 1 16,-1 2 0-16,-1-1-3 0,2-2 2 0,-2 3-3 16,-5 1 4-16,4-2-14 0,-3 4 11 0,-5 2-2 15,7-5-4-15,-7 5-7 0,0 0-17 0,9 7 20 16,-6 0 7-16,-1 2 3 0,-4 11 5 0,-1 6 2 15,-2 5-10-15,-1 14 3 0,1-10-1 0,-5 11-4 16,3 3 1-16,-1-2-3 0,1 5 1 0,4-2-4 16,1-1 2-16,1-2-2 0,2 0-9 0,-1-1-39 15,4-14-33-15,0 0-49 0,1 2-50 0,-1-2-52 16,1-2-93-16,0-2-91 0,-3-11-232 0,1-1-688 16,-3-5 305-16</inkml:trace>
  <inkml:trace contextRef="#ctx0" brushRef="#br0" timeOffset="186809.81">28777 11568 232 0,'5'-9'243'0,"-3"4"-46"0,-2 5-41 0,4-5-33 16,-4 5-29-16,0 0-56 0,0 0-57 0,0 0-51 15,-20 16-96-15,6-6-179 0,-1 0 78 16</inkml:trace>
  <inkml:trace contextRef="#ctx0" brushRef="#br0" timeOffset="187113.4">26178 12326 256 0,'-23'2'324'0,"12"2"-32"0,9 0-29 16,2-4-25-16,27 10-21 0,32-6-25 0,48-5-14 16,25-11-24-16,31-1-13 0,17-6-14 0,21-1-3 15,19-2-9-15,6-4-4 0,4 8-7 0,-5-3 5 16,-9 5-5-16,-14 3-2 0,-9-1 13 0,-20 2-5 16,-20 0-6-16,-15 2-4 0,-18 2-11 0,-18 2-8 15,-39-3-5-15,-5 4-9 0,-17 1-7 0,-8 1-4 16,-12 0-9-16,-2-1-6 0,-9 1-29 0,-2-1-29 15,-6 1-41-15,-2 3-37 0,-15-12-38 0,-4 4-49 16,-14 0-52-16,-17-5-40 0,-6 7-246 0,-4-5-562 16,-5-1 248-16</inkml:trace>
  <inkml:trace contextRef="#ctx0" brushRef="#br0" timeOffset="189580.16">17375 12030 118 0,'0'0'134'0,"-10"-3"4"0,10 3-8 16,-12-3 7-16,12 3-11 0,-6-3-7 0,6 3-3 16,-7-5-17-16,7 5-6 0,0 0-4 15,-1-11-6-15,1 11-6 0,7-11-8 0,0 4-7 0,3-2-2 16,6-1-7-16,2-1-4 0,7-3 1 0,2 1-5 16,2 0 0-16,0-1 3 0,4 0 0 15,0 2 0-15,4 0-4 0,12-3 0 0,-10 6-6 0,13-3 0 16,1 1-1-16,-1 1-5 0,-2 0-4 0,3 3 0 15,-1 2-5-15,-16 0-3 0,2 1-2 0,13-2 1 16,-15 3-3-16,1-1-3 0,-2 0 1 0,-1 2-2 16,1-3-1-16,-2 2-2 0,0-1 0 0,-2-1 2 15,-1 3-5-15,4-1 1 0,-1-1 0 0,3 2-1 16,-2-4 1-16,5 3 3 0,0-2 1 0,-2 3 0 16,0-1-4-16,-2-1 4 0,-1 1-3 0,-2-2 1 15,-2 3-2-15,-3-1 4 0,-7 1-5 0,0 1 5 16,-7 0-6-16,0-1-2 0,1 2 0 0,-1 0 1 15,1 2 0-15,-3-1 0 0,0 0-3 0,1 1 4 16,0-1 5-16,2 3-1 0,-3 0 2 0,1 0 1 16,3 0 0-16,-3 1 2 0,2 0 2 0,3 0-4 15,-1 2 0-15,0 0-2 0,0-1 0 0,1 2 6 16,-2 0-2-16,0 1 13 0,1 1-4 0,-2-1 5 16,0 1-3-16,-1 1-2 0,1 0-6 0,0-1-1 15,-2 1 0-15,1 2 1 0,0-1 1 0,-2 2 14 16,0 1-5-16,0-1 0 0,5 0 0 0,-4 0 0 15,1 0-1-15,0-1-3 0,0 2 4 0,-2-2-4 16,2 2 0-16,0-1-1 0,-2 0 7 0,2-1-1 16,-1 1-5-16,-1 1 3 0,2-1-3 0,-3 0-2 15,2 1 1-15,-1 2-2 0,-1-3 2 0,2 1-5 16,-1 2 0-16,0 1-3 0,-3-1 9 0,3 0-10 16,-4 0 2-16,2 0 1 0,1 1-6 0,-1 0 1 15,-1-2 2-15,1 1-2 0,0 0-5 0,-3-1 3 16,3 1 1-16,0 0 28 0,-2-2-5 0,2 3-2 15,-2-3-1-15,1 1-2 0,-2 0 4 0,-1-2 0 16,2 3-1-16,-2-2-2 0,1-3-5 0,-2 4-2 0,3-1 1 16,-4 0-8-16,3-3 1 0,-1-1-2 0,-3 3-2 15,6 1 0-15,-4-4-1 0,0 1 3 0,2 4-14 16,-1 0 8-16,1-2 4 0,-1 1-2 16,1 1-1-16,-1-1-5 0,0 0 2 0,1 2 12 15,1 0 2-15,0-2-11 0,-2 0-5 0,2 3-3 0,-3-2 0 16,1-5 3-16,1 6-1 0,-2 0-3 15,-1-5 2-15,2 3 14 0,-1 0-17 0,1 2 8 16,1 1-6-16,-1-2-1 0,-1 1-5 0,1 0 10 16,-2 0-1-16,1-1-2 0,1 0 1 0,0 3 2 0,-2-3 3 15,3 1 1-15,0 0-6 0,-1 0 0 0,4 0 16 16,-5 0-4-16,4 1-7 0,-2 6-1 0,3 1 6 16,-1-8 8-16,-2 1 0 0,3 5-3 15,4-1 10-15,-6-2-10 0,4 2-2 0,1 3 2 16,1-2-6-16,-1 0 16 0,2-1-18 0,-3 0 8 0,6 2 4 15,-2-2 0-15,2 2-1 0,-1-2 4 0,2 1-6 16,1 0 2-16,-2-2-4 0,5 2 7 0,-7 4 0 16,6-1-4-16,0 0 3 0,0-2-1 15,0 2 2-15,2-1 4 0,-1-1-6 0,1-2-1 0,2 3 4 16,-1 0-7-16,1 0 2 0,0 0-4 0,2-1 4 16,1 2-1-16,7 6-36 0,4-1 6 0,-11-8-3 15,1-2-6-15,2 3 10 0,-2-2 3 0,2 0-1 16,10 5 3-16,-12-5-4 0,2-2 4 15,-1 4 4-15,2-4 3 0,-3 3-6 0,1-3-1 0,2-2 3 16,-1 1 0-16,3 0-3 0,7 8 6 0,-10-8 0 16,0-2-6-16,1 2 4 0,-2-2-1 0,2 1 0 15,3-1-5-15,-1-1 11 0,-2 1-2 0,4-4-4 16,-4-2 6-16,1 0 2 0,-2-1-3 0,-1-3-14 16,0 1-23-16,-3-3-11 0,-7-2-28 0,1 2-21 15,-8-4-26-15,0 0-32 0,-2-2-28 0,-4-5-52 16,1 3-76-16,-3-3-47 0,-2-5-204 0,-2-5-605 15,-2-1 268-15</inkml:trace>
  <inkml:trace contextRef="#ctx0" brushRef="#br0" timeOffset="190888.03">20197 13726 10 0,'0'0'61'16,"-4"-5"11"-16,4 5-1 0,0 0-1 0,0 0-3 16,-8-7-19-16,8 7 16 0,0 0 2 0,-3-6-4 0,3 6-2 15,0 0 1-15,-4-7-9 0,4 7 2 16,-4-3 3-16,4 3 5 0,0 0 2 0,0 0 7 16,0 0-3-16,-3-9-11 0,3 9 2 0,0 0-7 15,-2-7-9-15,2 7-7 0,0 0-3 0,0 0 2 0,5-14-6 16,-5 14 3-16,4-9 1 0,-4 9-3 15,5-8-9-15,-1 5 2 0,-4 3-8 0,6-7 1 16,-6 7-1-16,6-7 2 0,-2 3-11 0,-4 4 4 16,7-6 9-16,-7 6-1 0,5-6-12 0,-5 6 3 15,7-5 0-15,-7 5-1 0,0 0 0 0,5-5 12 0,-5 5 3 16,0 0-8-16,6-3 8 0,-6 3-7 16,0 0 2-16,0 0-3 0,0 0 3 0,0 0-6 15,0 0 0-15,0 0-1 0,0 0-5 0,3-4-1 16,-3 4 2-16,0 0 12 0,0 0-2 0,0 0 4 0,0 0 7 15,0 0 0-15,-15 21 4 0,10-16 0 0,-1 2-4 16,0 2-4-16,0-2 2 0,0 3-2 0,-2-2 0 16,0 3 0-16,-1-3-2 0,0 2-2 15,-1-2 1-15,3 0-2 0,-1 0 0 0,3-2-2 16,-3 1 3-16,3-4 4 0,1 1-2 0,4-4 6 0,-8 6 3 16,8-6 5-16,-3 7 2 0,3-7 9 0,0 0-4 15,-8 2 2-15,8-2-4 0,0 0 1 0,0 0-8 16,0 0-2-16,0 0-6 0,20-19-3 0,-3 7-1 15,-2 0-3-15,10-4-2 0,0-1 3 0,3 0-4 16,0 1-2-16,-2-2-3 0,1 0-1 0,0 0 2 16,0 0-2-16,-5 1-1 0,-1 2-4 0,-4 2 4 15,-3 2-4-15,-3 3 8 0,-2 1 0 0,-1 2 2 16,-1 0 6-16,-2 2 2 0,-5 3 0 0,8-6-4 16,-4 3 3-16,-4 3-2 0,5-3-5 0,-5 3 0 15,0 0-4-15,0 0-4 0,0 0 5 0,0 0-7 16,0 0 6-16,0 0-8 0,0 0 1 0,0 0 2 15,-24 13 0-15,18-8-5 0,-2 0-1 16,0 2 0-16,-1-2 1 0,4 2-5 0,0 0-19 0,0 1-24 16,1-3-31-16,-1 1-38 0,1 2-46 0,3 0-45 15,-2-2-50-15,3-6-161 0,-1 14-454 0,1-14 201 16</inkml:trace>
  <inkml:trace contextRef="#ctx0" brushRef="#br0" timeOffset="191581.81">21048 14447 72 0,'0'0'125'0,"-10"3"-2"0,3-1 3 16,1 2-4-16,-3-2 11 0,1 3-8 0,1-2-8 16,-2 2-3-16,-1-1-6 0,1 0-4 0,-1 2-7 15,5-5-7-15,-2 3-5 0,7-4-10 0,-9 7-4 16,6-2-8-16,3-5-3 0,-6 6-3 0,6-6-4 15,-4 5 2-15,4-5 1 0,0 0 5 0,-4 8 3 16,4-8 4-16,0 0 7 0,0 0-17 0,0 0 0 16,0 0 4-16,-5 5-2 0,5-5 6 0,0 0-3 15,0 0 2-15,0 0-6 0,0 0 4 0,0 0-6 16,0 0-8-16,0 0 2 0,0 0-4 0,0 0-2 16,0 0-5-16,21-13 4 0,-16 8-4 0,2-3 1 15,5 1 0-15,3-4 2 0,0-2 0 0,7-4-5 16,3-1 4-16,0 0-2 0,3 0 3 0,2 0 4 0,-1 0-4 15,0 1-1-15,-2 2-1 0,-1 0 3 16,-1-1 5-16,-5 7 1 0,-3-1 0 0,-3 3 5 16,-3 1-5-16,-1 0 10 0,-1 2-7 0,-4 0-2 15,0 0-7-15,-5 4-4 0,9-4-5 0,-9 4-6 16,8-5-6-16,-8 5-5 0,5-4 4 0,-5 4 9 16,0 0-22-16,0 0-15 0,6-4-31 0,-6 4-34 15,0 0-33-15,0 0-15 0,0 0-20 0,0 0-33 16,0 0-44-16,0 0-59 0,0 0-47 0,0 0-175 15,0 0-539-15,-19 21 238 0</inkml:trace>
  <inkml:trace contextRef="#ctx0" brushRef="#br0" timeOffset="192975.7">20202 13621 33 0,'-12'0'71'0,"12"0"-8"0,0 0-9 16,-11 0-2-16,11 0-3 0,0 0-6 0,0 0-4 16,-10 0 4-16,10 0-1 0,0 0 3 0,0 0 2 15,0 0 2-15,0 0 5 0,0 0 2 0,0 0 15 16,-9-3 9-16,9 3-1 0,0 0 5 0,0 0 4 15,0 0 11-15,0 0-5 0,0 0 3 0,0 0-1 16,0 0-3-16,0 0-3 0,0 0 0 0,0 0-6 16,0 0-6-16,0 0-4 0,0 0-3 0,0 0-2 15,0 0-11-15,0 0-1 0,0 0-7 0,0 0-1 16,0 0-2-16,0 0-5 0,0 0-5 0,0 0-2 16,0 0-1-16,0 0-6 0,0 0-3 0,0 0-3 15,0 0-5-15,0 0 3 0,0 0-4 0,0 0 4 16,0 0 3-16,0 0 1 0,0 0 9 0,0 0-4 15,0 0-3-15,0 0 1 0,22 13 2 0,-17-12 0 16,-5-1 0-16,10 5 0 0,-5-3 0 0,-5-2 0 16,9 4-4-16,-4-3 2 0,-5-1-2 0,11 5-2 15,-5-4-4-15,-6-1 2 0,7 7-3 0,-2-6 2 16,-5-1 0-16,9 5 1 0,-4-2 0 0,-5-3-2 16,11 7 1-16,-6-3-2 0,1-1-4 0,0 1 0 15,0-1 1-15,-3 1-8 0,3 0 3 0,-1-1 3 16,-5-3-2-16,10 9 6 0,-5-3-1 0,0-1-2 15,2 0-2-15,-4-1-4 0,4 1 2 0,-2 0 0 16,-1-1 2-16,1 2-3 0,-1-2 4 0,1 0 5 16,4 4-2-16,-6-2-1 0,3-2 2 0,1 3 8 15,1-1-3-15,0 2 0 0,-1-1 0 0,2 0 5 16,-2-1-2-16,3 1-3 0,-2-2 12 0,1 0-8 16,-1 3-7-16,1-3-10 0,-1 1 12 0,0-1 3 15,-1-1-9-15,2 3 1 0,2-2 6 0,-5 0-3 16,4 1 1-16,0 0-2 0,1 0 10 0,0 0-16 15,-1 2 4-15,1-3 3 0,1 3-1 0,0-4 6 16,-1 2-4-16,1-1 3 0,-2 2 5 0,1 0 1 16,-1-2-4-16,-1 0-2 0,2 1 5 0,-2-1-9 15,-1 1 1-15,2-1-15 0,-3-1 21 0,1 2-19 0,0 0 28 16,-2-2-12-16,2 1-12 0,-2-1 10 16,1 2 2-16,-2-2-2 0,0 1-4 0,4 2-2 15,0-3 0-15,-3 3 1 0,-2-2-3 0,2 1-2 16,2 0 2-16,-2 1 3 0,2 1 13 0,2-2-35 15,-2 2-12-15,0-3 11 0,1 1-10 0,-1 4 7 16,2-5 15-16,-3 1-9 0,3 2 6 0,-1-3 3 16,2 1 4-16,-4 0 9 0,7-1-8 0,-6 0-4 15,1 0 13-15,-2-1-8 0,0 0 0 0,1 2-4 16,-3-3 1-16,2 3-2 0,1-1 2 0,-2 3 1 0,1-4 2 16,-2 1-3-16,1 0-8 0,1 2 9 15,-2-1 15-15,0-1-15 0,0 0 6 0,0 1-4 16,3 0 0-16,0 0 3 0,-5-1 4 0,5 1-2 15,0-1 3-15,-3 1-4 0,0-2 6 0,1-1-4 16,0 1 4-16,-3 0 0 0,4 0-1 0,-7-4-1 0,7 7 0 16,-3-5-5-16,-4-2 3 0,7 5-5 15,-7-5 3-15,5 4-1 0,-5-4-4 0,0 0-4 16,6 3 6-16,-6-3-5 0,0 0 6 0,5 3-4 16,-5-3 5-16,0 0-5 0,0 0 4 0,0 0-3 15,0 0-7-15,0 0-15 0,0 0-44 0,0 0-38 0,0 0-36 16,0 0-29-16,-18-14-22 0,9 8-27 15,-1 0-22-15,-3-2-11 0,0-1-48 0,0-4-36 16,-2 0-232-16,-1 1-602 0,3-3 266 0</inkml:trace>
  <inkml:trace contextRef="#ctx0" brushRef="#br0" timeOffset="193554.92">20208 13757 142 0,'-6'-7'165'0,"6"7"12"0,-4-7-3 0,4 7-5 15,-1-6-11-15,1 6-9 0,0 0-1 0,-2-12-11 16,2 12-5-16,3-8 0 0,-3 8 2 0,3-8-2 15,-3 8-1-15,0 0-5 0,1-10-3 0,-1 10-5 16,0 0-7-16,0 0-8 0,0-8-2 0,0 8-18 16,0 0-14-16,0 0-10 0,0 0-4 0,4-5-8 15,-4 5-3-15,0 0-1 0,0 0-5 0,20 12 0 16,-11-6-2-16,3 1 0 0,2 4-4 0,1 1-1 16,0 1 4-16,2-2-1 0,2 7 14 0,2 1-4 15,-2 0 6-15,4 0 5 0,-2 1 4 0,4 2 6 16,0-1-8-16,1 0 0 0,2 1 2 0,1 1-3 15,1-3 2-15,0 3-3 0,0-1-8 0,-1 0-5 16,-1 1 10-16,0-2-16 0,1 2 9 0,-1-2 1 16,-4-1-2-16,3-1-7 0,-4-1 6 0,0 0-7 15,-4-1-1-15,-1-5-9 0,-3 1 2 0,1-1 4 16,-2 2-8-16,0-3 5 0,-4-3 0 0,0 1-2 16,0 0 2-16,-1-3-6 0,0 2 0 0,1 0 2 15,-1-3-4-15,0 1 1 0,0 1 5 0,-2-3-7 16,2 1 2-16,-2 1 0 0,2-3 4 0,0 1 0 15,0-1-4-15,-1 1-3 0,-1-1-1 0,0-2 3 16,-7-1-3-16,10 4-5 0,-5-1 2 0,-5-3-2 16,8 2 0-16,-8-2-1 0,0 0 4 0,8 1-5 15,-8-1-3-15,0 0-22 0,0 0-27 0,0 0-28 16,0 0-35-16,0 0-31 0,0 0-27 0,0 0-21 16,-18-14-21-16,10 8-32 0,-2-1-41 0,-2 0-38 15,1-3-270-15,-7 1-634 0,5-4 281 0</inkml:trace>
  <inkml:trace contextRef="#ctx0" brushRef="#br0" timeOffset="194027.81">20325 13666 60 0,'-2'-7'221'0,"-2"1"1"16,2-1-11-16,2 7 4 0,-4-10-15 0,0 4-13 16,4 6-17-16,0 0-21 0,-2-7-22 0,2 7-11 15,0 0-11-15,0 0 5 0,0 0 1 0,16 20 5 16,-4-9-4-16,1 4 2 0,1 6-8 0,3 0-2 16,0 4 6-16,2-2-7 0,-1 4 13 0,1-2-5 15,4-2 1-15,0 3 0 0,-2-1-7 0,2-5-9 16,0 5 0-16,-1-2-1 0,3 3 9 0,1-4-17 15,1 3 4-15,-1-1 4 0,2 1-6 0,1-5 1 16,-3 1 0-16,1-1-4 0,-1 1-10 0,-1-3-6 16,-2 0-5-16,0-4-5 0,-6-3-3 0,1 1-10 15,-4-1 4-15,-3-3-7 0,0 0-1 0,0-1-1 16,-1-1-8-16,-2 0-8 0,0 0 1 0,0 0-2 16,-2-2-4-16,-1 0-1 0,-1-1-1 0,-4-3-6 15,7 8-1-15,-3-4-1 0,-4-4 1 0,5 5-1 16,-5-5 1-16,7 2-1 0,-7-2-2 0,0 0 3 15,0 0 3-15,5 5-4 0,-5-5 4 0,0 0-10 16,0 0-10-16,0 0-16 0,0 0-32 0,0 0-39 16,0 0-22-16,0 0-31 0,0 0-20 0,-17-12-37 15,8 6-26-15,-1 0-20 0,-7-3-44 0,3-1-27 16,-2-1-23-16,-7-1-191 0,2-6-576 0,-2-2 255 16</inkml:trace>
  <inkml:trace contextRef="#ctx0" brushRef="#br0" timeOffset="194322.37">20344 13753 64 0,'-4'-6'208'0,"4"6"4"0,0 0-3 0,0 0-4 16,24 8-4-16,-14 0-8 0,6 4 0 0,4 8-6 15,-2 2-8-15,4 1-13 0,-2 3-2 16,2 1-3-16,1 2-9 0,1-1-3 0,-1 1-8 0,-1 1-6 15,1-2-13-15,1 1-1 0,0-3-14 0,0 0-7 16,0-1-6-16,-1-2-15 0,0-3 8 0,-3-1-23 16,2-1 0-16,-2 0-9 0,-5-5-1 0,0-1-9 15,-2-1 0-15,-4-4-3 0,2 0-7 0,-2 0-9 16,-1-2 5-16,-1 0-19 0,-3-2-10 0,0 1-7 16,-4-4-20-16,8 3-15 0,-8-3-38 0,0 0-34 15,0 0-30-15,0 0-34 0,0 0-37 0,4-16-49 16,-4 16-247-16,-9-14-551 0,3 5 244 0</inkml:trace>
  <inkml:trace contextRef="#ctx0" brushRef="#br0" timeOffset="194563.87">20326 13985 75 0,'10'16'88'0,"0"1"-4"0,6 5-11 0,0 1-14 0,2 0-22 15,4-2-27-15,3-1-37 0,0 1-40 0,-2-3-72 16,1-3 32-16</inkml:trace>
  <inkml:trace contextRef="#ctx0" brushRef="#br0" timeOffset="195635.2">17274 14936 35 0,'-33'0'120'0,"3"0"-2"0,9-1 2 0,1 1 18 16,1-1 1-16,5-1-4 0,3 0-1 0,3 2-9 16,0-1-14-16,8 1-11 0,-14-2-7 0,14 2-11 15,0 0-8-15,0 0-9 0,0 0-7 0,0 0 1 16,27 5-6-16,1-3-5 0,9-5-1 0,14 1 2 15,6 0-1-15,3-2-3 0,4 2 2 0,31 1-1 16,1-3-8-16,2 1 4 0,-6 1-1 0,10 0 0 16,6 2 2-16,0-2-1 0,4 3-1 0,7-1-4 15,-4 1-4-15,10-1 0 0,2 2 1 16,6 2-6-16,2-6-5 0,7 7 0 0,2-5-2 0,6 0 1 16,-2 0-2-16,16 0 6 0,-6 0-12 15,6-5-1-15,1 3 3 0,-2 0-4 0,-4 5-1 0,-5-6-1 16,-4 3-3-16,-6 2 0 0,-11 3 3 0,-6-5-8 15,-3 4 0-15,-12-1-7 0,-8 3-9 16,-7 0-9-16,-34-4-16 0,27 2-18 0,-30 0-14 0,2 0-21 16,-3-2-15-16,-1 0-28 0,-19-2-20 0,13-2-13 15,-17 1-152-15,-6 2-346 0,-10-2 154 0</inkml:trace>
  <inkml:trace contextRef="#ctx0" brushRef="#br0" timeOffset="196540.42">16712 10872 14 0,'-8'-3'162'15,"3"-1"-2"-15,-1 1-7 0,6 3-14 0,-11-4-21 16,11 4-1-16,-10 6-9 0,4 1 6 0,-1 7-8 15,2 5 1-15,-5 10-1 0,2 17-6 0,2 4-11 16,1 3 3-16,1 6-5 0,-4 26-4 0,3-1-7 16,4 5-3-16,-2 7 2 0,5 3-6 0,0 2 2 0,3 2 2 15,0 2-1-15,2 0-1 0,-1 2 5 16,3 6 5-16,1 0 1 0,-1 4 23 0,-2 0 3 16,0-1-3-16,6-2-4 0,-3 7-4 0,-3 3-2 15,0 4-7-15,-5 2 0 0,-9-1-13 0,-2 7 8 0,-2 9-5 16,-3 5 2-16,-4 3-1 0,-5 2-8 0,-1-3-5 15,1 8-4-15,2 2-1 0,2-7 5 16,2 1-57-16,1-4 1 0,7-6 4 0,5-3-4 16,1-7-12-16,-2-4-12 0,4-13-8 0,-1-5-24 15,2-5-9-15,1-10 6 0,-2-7-32 0,-1-8-32 16,2-2-39-16,-1-30-52 0,1-3-70 0,-4-14-262 0,0-1-580 16,0-5 257-16</inkml:trace>
  <inkml:trace contextRef="#ctx0" brushRef="#br0" timeOffset="197378.01">16797 11949 78 0,'-7'0'93'0,"7"0"-5"15,-11-2-4-15,11 2-13 0,0 0-14 0,-12 0 6 16,12 0-4-16,-8-1 1 0,8 1 4 0,0 0-7 16,0 0-4-16,-6 4 13 0,6-4 11 0,0 0 13 15,0 0-7-15,28 5 1 0,0-3 2 0,10-3-3 16,18 0 0-16,7 0-10 0,29-8-9 0,1 5-5 15,1 2 0-15,-1-4-12 0,-4 3-4 0,2-1-6 16,-27 3-21-16,31 1-19 0,-30 0-25 0,27 2-26 16,-27 1-15-16,27 0-30 0,-29 0-30 0,2 1-121 15,0-1-269-15,-4-2 119 0</inkml:trace>
  <inkml:trace contextRef="#ctx0" brushRef="#br0" timeOffset="198155.37">20287 13643 35 0,'15'10'117'0,"-15"-10"-20"0,6 7-7 0,-1-2-8 15,-1-1-11-15,-2 4-12 0,4-1-19 0,-1 1-25 16,-1 1-28-16,1 3-39 0,0 0-39 0,0 2-97 16,3 1 43-16</inkml:trace>
  <inkml:trace contextRef="#ctx0" brushRef="#br0" timeOffset="198419.51">21093 14344 42 0,'0'0'185'16,"7"3"-18"-16,-7-3-12 0,0 0-19 0,0 0-13 0,7 0-14 15,-7 0-21-15,0 0-18 0,0 0-22 16,0 0-23-16,6 7-27 0,-6-7-24 0,0 0-27 16,0 0-35-16,0 0-76 0,0 0-177 0,0 0 79 15</inkml:trace>
  <inkml:trace contextRef="#ctx0" brushRef="#br0" timeOffset="198632.33">20392 13736 2322 0,'-9'-6'6'0,"4"2"-8"0,5 4-4 0,-4-6-42 0,4 6-18 16,0 0-15-16,0 0 1 0,0 0-4 0,21 23-21 16,-6-10-14-16,4 4-7 0,3 3-20 15,1 3-99-15,-5-2-264 0,5 1 117 0</inkml:trace>
  <inkml:trace contextRef="#ctx0" brushRef="#br0" timeOffset="198826.78">21103 14457 141 0,'0'0'185'0,"0"0"-21"0,0 0-25 15,0 0-28-15,0 0-42 0,0 0-36 0,0 0-12 16,0 0-36-16,0 0-39 0,0 0-79 0,0 0-143 0,0 0 64 15</inkml:trace>
  <inkml:trace contextRef="#ctx0" brushRef="#br0" timeOffset="199021.57">20304 13782 1723 0,'0'0'-5'16,"0"0"-18"-16,0 0-13 0,0 0-45 0,21-3-3 15,-21 3-7-15,19 12-17 0,-10-4-23 0,4 7-63 16,2 1-211-16,-1-2 94 0</inkml:trace>
  <inkml:trace contextRef="#ctx0" brushRef="#br0" timeOffset="199201.73">20924 14349 13 0,'0'0'141'15,"0"0"-33"-15,0 0-24 0,-17 10-31 0,17-10-23 16,-12 4-31-16,5-1-71 0,1-3-77 0,6 0 34 15</inkml:trace>
  <inkml:trace contextRef="#ctx0" brushRef="#br0" timeOffset="199951.54">20789 14005 32 0,'0'0'187'0,"0"0"-22"16,0 0-12-16,0 0-12 0,0 0-18 16,0 0-12-16,0 0-13 0,0 0-24 0,0 0-19 15,0 0-27-15,0 0-24 0,0 0-18 0,0 0-35 16,0 0-20-16,0 0-105 0,0 0-187 0,0 0 83 15</inkml:trace>
  <inkml:trace contextRef="#ctx0" brushRef="#br0" timeOffset="200475.28">20745 14033 115 0,'0'0'119'0,"-11"-2"9"0,11 2-13 0,0 0-3 16,-12-1-5-16,12 1 4 0,-8-3-5 0,8 3-12 16,-7-5 5-16,7 5-2 0,-7-7-9 0,3 3-8 15,2-3-4-15,2 7-8 0,0-18-7 0,2 5-3 16,5-2-11-16,2-3-1 0,4-5-6 0,-1 0-7 15,4-2-3-15,2 0 1 0,1-2-5 0,1 2-3 16,-1-1-5-16,3-3 1 0,2 1-3 0,10-8-6 16,-8 10 3-16,10-9 1 0,4 2-4 0,-2 3-3 15,6 0 6-15,-12 9-4 0,0-1-7 0,1 2 4 16,0 1-3-16,0 0 3 0,-2 4-3 0,0-2 4 16,-2 3 2-16,0 2-4 0,-3 1-1 0,-7 5 2 15,0-3-2-15,-1 4 5 0,-5 1-1 0,-2 2-3 16,1 1-1-16,-4-2 1 0,-1 1 6 0,2 2-9 15,-9 0 0-15,13-3-1 0,-13 3 4 0,9 3-3 16,-9-3 2-16,9 2 0 0,-9-2 6 0,9 2-3 16,-9-2 6-16,6 2-3 0,-6-2 0 0,0 0 5 15,7 2-2-15,-7-2-1 0,0 0 5 0,0 0-4 0,0 0 3 16,0 0-3-16,0 0-1 0,8 2 0 16,-8-2 3-16,0 0-2 0,0 0 1 0,0 0-3 15,0 0-1-15,0 0-1 0,0 0 0 0,0 0-3 16,0 0 2-16,0 0 0 0,0 0-9 0,-13 12-19 15,6-8-22-15,-1 0-35 0,-2 0-47 0,1 3-42 16,-1 0-168-16,-5 1-361 0,3-2 159 0</inkml:trace>
  <inkml:trace contextRef="#ctx0" brushRef="#br0" timeOffset="200718.26">21463 13334 122 0,'-11'-5'231'16,"-2"-2"-4"-16,-1-1-10 0,-4-1-9 0,3 2-11 15,-3 0-6-15,0-1-13 0,4 2-8 0,-4-2-11 16,6 3-11-16,2 0-8 0,-1 0-12 0,6 1-12 16,0 1-9-16,5 3-11 0,-10-7-4 0,10 7-21 15,-7-7-11-15,7 7-38 0,-4-3-24 0,4 3-33 16,0 0-31-16,0 0-37 0,0 0-17 0,0 0-38 15,0 0-28-15,26-11-11 0,-14 11-139 0,0 2-363 16,-12-2 160-16</inkml:trace>
  <inkml:trace contextRef="#ctx0" brushRef="#br0" timeOffset="201163.84">21459 13437 8 0,'0'0'180'0,"0"0"-2"0,0 0 2 16,0 0 6-16,-11 21-1 0,6-4-17 0,-2-1-18 15,-5 7-11-15,-2 4-15 0,-1 1-13 0,2 1-34 16,-3 2-49-16,1 2-63 0,3-3-73 16,3 1-155-16,-5-4-282 0,5-4 124 0</inkml:trace>
  <inkml:trace contextRef="#ctx0" brushRef="#br0" timeOffset="213104.47">24298 13422 40 0,'0'-11'97'0,"-3"-1"-5"0,3 2-1 0,-1-2 8 16,0 0 4-16,-2-4-10 0,1 0 10 0,-1 6 2 15,-3-6-7-15,2 0 3 0,0 4 4 0,0 2 8 16,0-1-7-16,0 0 5 0,1-1-10 0,-2 0-7 15,1 3 1-15,1 3 0 0,2-1 0 0,-2 0-5 16,3 7-9-16,-2-7-13 0,2 7-4 0,0 0-10 16,-4-8-9-16,4 8-5 0,0 0-4 0,0 0-5 15,0 0-1-15,0 0-4 0,0 0-2 0,0 0-2 16,-3 26-3-16,5-15-2 0,-1 1 2 0,-1 3-7 0,-1 1 9 16,1 1-11-16,1 0 1 0,-1 1-2 15,0-4-2-15,-1 4 1 0,2-2-3 0,-2 2 3 16,1 0-8-16,1-2-15 0,0 0-23 0,-1 1-19 15,0-2-27-15,-1 1-36 0,1-5-31 0,-3 1-23 0,3-2-26 16,2 0-110-16,-4-2-334 0,2-8 148 0</inkml:trace>
  <inkml:trace contextRef="#ctx0" brushRef="#br0" timeOffset="213319.13">24481 13194 64 0,'0'0'124'0,"2"-5"-13"16,-2 5 1-16,0 0-8 0,0 0 3 16,0 0-4-16,0 0-1 0,-10 27 0 0,4-12-6 0,-1 4-13 15,1 3-8-15,-2 1-5 0,-2 3-5 0,4-3-7 16,0-4-4-16,3 0-10 0,-1 4 6 0,0-6-12 16,0 1-7-16,3 0-17 0,-3-1-19 0,2-2-25 15,-1 0-21-15,2-2-29 0,-3 2-37 16,1-3-104-16,0-2-240 0,0 1 107 0</inkml:trace>
  <inkml:trace contextRef="#ctx0" brushRef="#br0" timeOffset="213688.41">24832 13430 52 0,'4'7'106'0,"0"5"0"0,-2-2-11 0,-7 3 4 0,3 4-4 15,-3-2-2-15,-2 3-13 0,-1-1 2 0,-4-1-13 16,-5 6-6-16,-4-1-9 0,-1-2 0 0,1-2-8 16,-3 0-16-16,1-2-23 0,-3-1-19 0,3-4-26 15,-1 3-23-15,5-5-28 0,0-1-67 0,-2-3-168 16,2 0 75-16</inkml:trace>
  <inkml:trace contextRef="#ctx0" brushRef="#br0" timeOffset="213892.4">24064 13293 8 0,'-4'12'132'0,"0"6"-15"16,2 6-1-16,-1 0-14 0,1-5-9 0,0 6-4 16,4 1-15-16,0-6-8 0,2-1-30 0,3 0-31 15,3-1-44-15,1-2-40 0,-3 0-41 0,7-2-130 16,-2-2 57-16</inkml:trace>
  <inkml:trace contextRef="#ctx0" brushRef="#br0" timeOffset="-213091">25734 13323 117 0,'0'-12'205'0,"0"12"-10"0,-2-13-8 0,2 13-5 15,-3-11 0-15,3 11-6 0,-1-10-10 0,1 10-7 16,0-8-14-16,0 8-15 0,0 0-9 0,0-10-16 16,0 10-10-16,0 0-11 0,0 0-8 0,0 0-5 15,0 0-1-15,0 0-3 0,0 0-10 0,-2 24-2 16,2-11-2-16,0 4-4 0,1 1-4 0,-2 1-2 15,1 6-6-15,-2-6-1 0,2 0-5 0,-2 0-6 16,0-1 1-16,2 1-2 0,0 1 0 0,0-2 1 16,0-2-8-16,2 2-1 0,0-2-7 0,-2-4-14 15,0 5-27-15,2-2-24 0,-2-3-30 0,1 0-45 16,0-3-43-16,0 1-55 0,-1 0-170 0,0-10-432 16,0 0 191-16</inkml:trace>
  <inkml:trace contextRef="#ctx0" brushRef="#br0" timeOffset="-212903.19">25732 13087 1643 0,'-4'-25'6'0,"2"7"-7"0,0 1-7 0,0 7-2 16,0 0 17-16,0 1-6 0,0 4-8 15,2 5-6-15,0 0-5 0,-1-11 0 0,1 11-13 16,0 0-14-16,0 0-28 0,0 0-26 0,0 0-25 15,0 0-78-15,9 31-218 0,-6-21 96 0</inkml:trace>
  <inkml:trace contextRef="#ctx0" brushRef="#br0" timeOffset="-212691.64">26050 13114 165 0,'0'0'177'0,"0"0"-11"0,9 7 10 0,-7 0 0 15,2 2-12-15,-2 1-11 0,-1 2-10 16,4 8-11-16,-5-1-6 0,2 5-9 0,0 3-15 0,-2 0-10 16,2 2-7-16,1-2-9 0,-1 0-8 0,-2 0-4 15,2-2-6-15,0 1-4 0,-2-1-8 0,2-5-8 16,-4-1-25-16,2 1-25 0,0-1-23 0,-2-1-38 16,2-1-36-16,0-6-32 0,0 1-41 0,0-1-125 15,0-11-332-15,0 14 147 0</inkml:trace>
  <inkml:trace contextRef="#ctx0" brushRef="#br0" timeOffset="-212555.72">26059 13308 44 0,'14'-3'68'15,"3"2"-34"-15,2 2-39 0,0 2-19 0,0 3-25 16,-1 3 11-16</inkml:trace>
  <inkml:trace contextRef="#ctx0" brushRef="#br0" timeOffset="-212112.83">26571 13547 137 0,'7'-7'202'0,"2"-2"-8"15,-2 1-5-15,2-1-17 0,4-4-11 16,-3 1-7-16,3-1-16 0,0-4-11 0,-2 2-9 0,2-1-8 15,2-5-8-15,-2-1-6 0,-5 6-6 0,2 2 4 16,-4 0-8-16,-3 3-3 0,1 2-1 16,0 0 1-16,-2 2-7 0,1 3-9 0,-3 4-8 15,5-6-8-15,-5 6-7 0,0 0-4 0,0 0-2 0,0 0-2 16,-12 28-7-16,4-11-21 0,1 0-4 0,-3 7 1 16,6-7 3-16,-1 2 0 0,1-3-6 0,2 2 1 15,2-3 3-15,2-1-1 0,0 1-1 0,1-2 2 16,3-3-1-16,2 0-2 0,-2-2 4 15,1 0 0-15,3-3-1 0,2-2-1 0,-3-1-1 16,2-1 1-16,-1-3 0 0,1-1-2 0,-3 0 0 0,4-4 1 16,-5 1 1-16,3-4-1 0,-3 2-1 0,1-3 0 15,-2-3-2-15,1-1 3 0,-1-2 0 0,-2 1-1 16,0 0-5-16,0 4 5 0,-2 1 4 0,0 1-4 16,3 1 7-16,-3 3 1 0,-2 6-7 0,0-11 1 15,0 11-4-15,0 0-2 0,0 0 0 0,0 0 1 16,0 0 2-16,2 30-1 0,-4-13-1 0,0 1 2 15,-1 7-2-15,-1-6 3 0,2 1-3 0,-6 4 3 16,8 2-4-16,-2-4-4 0,0 4-17 16,0-8-20-16,2-1-33 0,-4 1-40 0,4-3-50 15,0-1-44-15,-3-4-194 0,1 1-438 0,0-1 194 0</inkml:trace>
  <inkml:trace contextRef="#ctx0" brushRef="#br0" timeOffset="-211953.58">26622 13095 61 0,'0'0'86'0,"30"18"-55"16,-12-1-61-16,5 2-32 0,-1-2 14 0</inkml:trace>
  <inkml:trace contextRef="#ctx0" brushRef="#br0" timeOffset="-211354.6">27685 13247 87 0,'-16'-14'264'0,"1"2"-13"0,-3 2-12 15,0 3-16-15,0 0-19 0,3 4-26 0,-6 3-14 16,3 5-19-16,-4 8-11 0,1 5-16 15,1 1-8-15,2 4-13 0,0 1-8 0,5 1-11 16,1-2-7-16,8 2-7 0,3 2-7 0,1-8-4 0,7 5-4 16,3-5-9-16,1-2 2 0,9 0-6 0,-2-5-2 15,6 1-1-15,-5-4-5 0,4-5 1 0,3 1-6 16,-4-4 0-16,1-1-4 0,-3-5-4 0,0 0 1 16,-1-3 0-16,-6-2-3 0,3-4 0 0,-5-3-5 15,2-6 3-15,-1-1 0 0,-4-5-3 0,-1 0-3 16,1-4-1-16,-4-1-3 0,-2 2 1 0,3-2-4 15,-2-1 1-15,0-13-1 0,1 15-2 16,-1 4 4-16,-1-3-5 0,3 6 4 0,-1 1-2 0,-2 7 5 16,0 4 9-16,-1 4 1 0,0 3-2 0,0 0-6 15,-1 7-3-15,0 0 3 0,2-6-5 0,-2 6 2 16,0 0-1-16,2 32 3 0,-2-15 1 0,-2 15 4 16,0 0-3-16,0 2 3 0,-1 0-2 0,2 2 2 15,-4 10-1-15,5-13-2 0,0 1 2 0,0-4-1 16,4-2 2-16,0-3-4 0,-1-5 2 15,3-3-3-15,-2 1 0 0,1-7 7 0,2-2-2 0,0 1 0 16,-2-1-1-16,1-2 4 0,4-4-3 0,-2 0 2 16,-2-3-3-16,5-1-1 0,1-3 0 0,0-2 2 15,3-1-5-15,-1-5 0 0,2 0-3 0,-3-2 4 16,7-7-8-16,-11 5 2 0,4-6-2 0,-3 5 1 16,-2 2 0-16,-1-2 4 0,0 3 3 15,-2 5-8-15,1 0 1 0,-3 4-4 0,-1 1-2 0,-2 4 4 16,0 0 0-16,0 0-4 0,0 0 4 0,8 21 3 15,-8-11-4-15,-4 8 5 0,4-1-2 0,-2 0 1 16,2 2 2-16,0-1 1 0,2 1-2 0,-2-1 1 16,4-2-9-16,-1 1-33 0,1-2-31 0,2-3-44 15,-2-1-72-15,4-2-59 0,-4-2-181 0,3-1-464 16,0-2 205-16</inkml:trace>
  <inkml:trace contextRef="#ctx0" brushRef="#br0" timeOffset="-211092.82">28343 13151 1695 0,'8'-28'45'0,"-4"5"115"0,1 5-27 0,-2 5-10 15,0 3-23-15,-2 0-7 0,-1 4-7 0,0 6-16 16,1-10-19-16,-1 10-3 0,0 0 8 0,0 0 10 16,0 0 4-16,-6 29 1 0,-1-2-4 0,-2 2-2 15,3 6 2-15,-4 10-7 0,5-13-1 0,-4 4-6 16,5-2-1-16,1 0-3 0,-1-1-4 0,2 1-3 15,2-5-8-15,-1-1 2 0,-1-1-2 0,2-1-7 16,0-3-3-16,3 2 0 0,-3-8-3 0,0-2-18 16,2 2-15-16,0-6-23 0,-4 2-19 15,2-1-20-15,-2-2-30 0,1-1-30 0,-1 0-35 0,1-2-42 16,1-7-48-16,-4 8-171 0,4-8-466 0,0 0 207 16</inkml:trace>
  <inkml:trace contextRef="#ctx0" brushRef="#br0" timeOffset="-210769.33">28215 13453 2 0,'5'-6'191'0,"2"-1"-22"0,4 0-18 15,4-1-14-15,3 0-10 0,7-1-14 0,4-1-12 16,0 3-4-16,-1 0-9 0,4-2-17 16,-3 2-11-16,-1-3-19 0,1 2-11 0,-2-1 1 15,-7 0-8-15,0 1-3 0,-3-2 5 0,-2 1-7 0,-2-2-1 16,-1-2 2-16,-3 3-5 0,-3-4 3 0,-1-2 20 15,-4 1-4-15,-1-3 4 0,-3 0 3 0,1 3-1 16,-2-1 20-16,2 4 2 0,-1 2 5 0,1 5 1 16,-2-1-6-16,4 6-11 0,-3-8 0 15,3 8 1-15,0 0 10 0,-7 19 12 0,4 0 7 16,-2 8-5-16,0 4 5 0,-3 5-2 0,4-1 4 0,2-1-6 16,-5 2-14-16,1 0-3 0,3-2-3 0,-2 0-6 15,-2-1-3-15,4-2-6 0,-2-1 0 0,0 0-6 16,4-5-12-16,-2-4-20 0,1 3-26 15,0-6-33-15,0-3-43 0,0-3-53 0,0-2-53 16,2-3-54-16,-3 0-149 0,3-7-440 0,0 0 196 0</inkml:trace>
  <inkml:trace contextRef="#ctx0" brushRef="#br0" timeOffset="-210521.45">28577 13398 48 0,'17'-6'131'0,"1"1"-10"0,-1 2-8 0,3 0-6 0,2 1-5 16,-2-2-10-16,1 1-11 0,-1 0-5 15,2 1 11-15,-3 1-6 0,-1 0-6 0,-5-1 4 16,0 1-11-16,-6 2-6 0,0-2 5 0,-7 1 10 16,10 4 7-16,-2-1-2 0,-5 4 1 0,1-2 0 0,-1 4 4 15,-1 0 0-15,-2 3-13 0,0 0-7 0,-1 1-7 16,1 2-2-16,-2-3-43 0,2 4-19 15,-2-3-31-15,0-1-31 0,-1 3-31 0,3-4-56 16,0 0-163-16,0-11-341 0,-2 19 150 0</inkml:trace>
  <inkml:trace contextRef="#ctx0" brushRef="#br0" timeOffset="-210351.8">28892 13046 42 0,'1'-10'169'0,"-1"10"-23"0,0 0-33 0,0 0-39 15,0 0-43-15,0 0-80 0,0 0-39 0,-2 45-95 16,3-28 42-16</inkml:trace>
  <inkml:trace contextRef="#ctx0" brushRef="#br0" timeOffset="-209256.58">29126 13289 212 0,'2'-7'249'0,"-2"7"-12"0,0 0-10 16,0 0-13-16,-19-3-12 0,19 3-13 0,-16 8-9 16,3-1-10-16,0 3-6 0,-1 1-14 0,1 3-14 15,2 1-8-15,-1 1-13 0,5-1-7 0,-2 0-15 16,2 0-4-16,5 1-4 0,2-3-14 0,1 0-6 0,5 3-6 15,1-3-7-15,2 2-17 0,-2-5-25 16,6 1-21-16,-1-4-25 0,4 1-21 0,1-1-13 16,1 0-21-16,0-3-5 0,2-2-8 0,1-2-4 15,0-4 7-15,1 1 2 0,-2-2 11 0,1-2 9 16,-3 0 10-16,0-3 0 0,-4-1 13 0,-5 2 13 0,3-3 13 16,-4-3-4-16,0 1 22 0,-3-2 8 15,-1 4 3-15,0-3 17 0,-1-1 4 0,-1 4 22 16,-1 1 14-16,0 3 16 0,1 1 4 0,-2 7-1 15,1-10-10-15,-1 10-6 0,2-9-10 0,-2 9-5 16,0 0 4-16,0 0-2 0,0 0-1 0,0 0 2 0,-2 32-2 16,-1-19-5-16,2 3-1 0,0-2-5 0,-1-2 2 15,2 0-8-15,0 4 1 0,2-6-3 0,0 2 0 16,2-1-2-16,3-1-3 0,0-2 2 16,1 0-6-16,1-4 5 0,1 0-3 0,1-1 1 15,-3-1-2-15,-8-2-1 0,17-3-2 0,-8-1 3 0,2-1 0 16,1-2-3-16,-5-1 3 0,2 0-4 15,-1-2 10-15,5-3-5 0,-4-3-1 0,0 1-7 16,-2-2-7-16,4 0 2 0,-2 0-4 0,5-5-3 16,-8 6 4-16,0-1 1 0,1 6-4 0,-3 3-2 15,-1-1 9-15,-1 4-12 0,0-1 6 0,-2 6-11 0,4-6 4 16,-4 6 4-16,0 0 2 0,0 0 2 0,0 0 0 16,3 28-2-16,-5-15 0 0,2 4 1 15,-1 2-3-15,0-2 5 0,-1-2-2 0,4 2 1 16,-1-6-2-16,0 1 8 0,6-1-6 0,-2-1 1 15,-1 0 4-15,3-2 2 0,4-2-2 0,-4-1 8 0,7-3-8 16,-1 1 1-16,5-6-1 0,-6 1 0 16,5-3-2-16,-4 1-4 0,0-5 4 0,2 0 2 15,-3-3 0-15,0 1-4 0,-4-5 2 0,0 0 1 16,-2 0-5-16,1-3 5 0,-1-4 0 0,-1-3 5 16,-4 1 1-16,-1-2-10 0,3 1 3 0,-2-2-4 0,1 1 1 15,-4 0 2-15,4 3 11 0,-4 5-12 0,1 6 5 16,1 1 1-16,1 3 10 0,-1 9-5 0,-2-14-8 15,2 14 2-15,0 0-2 0,0 0 8 16,0 0-17-16,0 0 4 0,0 40 4 0,-5-13-6 16,-1 0 6-16,4 3 5 0,-1-1-1 0,-2 2 5 0,8-2-3 15,-3 0 3-15,1-2 0 0,2-1-3 0,2-7 8 16,4-1-3-16,0-2 2 0,5 0-3 16,0-2 3-16,10-1-4 0,-4-4 4 0,0-3 1 15,7-2-7-15,-7-2 2 0,8-4-5 0,-6-2 0 16,-2-1-3-16,-2-3 1 0,1-1-4 0,4-8 0 0,-6 5 3 15,-4-5-6-15,3-5 0 0,-2 0-1 0,-5-3-8 16,0-2-4-16,0 1 6 0,-4-1-1 0,4-4-8 16,-5 1 5-16,0 0 6 0,0-1-2 0,0 2-2 15,0 10-3-15,-1 4 2 0,-1 3 3 0,-1 1-2 16,0 6-6-16,2-1 0 0,-3 6 3 0,0 0 3 16,0 0 6-16,0 29 3 0,-1-10 2 0,-5 7-4 15,1 1 3-15,1 2 2 0,-2 0 6 0,3 1-2 16,-4-2-1-16,3 1 2 0,1 1-6 15,1-2-1-15,1 2-24 0,-1-5-32 0,1-6-26 16,1 0-45-16,0-4-51 0,0-2-45 0,0-2-53 0,-3 0-205 16,2-5-518-16,-1 1 230 0</inkml:trace>
  <inkml:trace contextRef="#ctx0" brushRef="#br0" timeOffset="-209121.69">30219 13276 118 0,'10'-4'145'0,"3"0"-40"0,6 0-40 16,1-3-62-16,7 4-76 0,1-4-79 15,2 3 35-15</inkml:trace>
  <inkml:trace contextRef="#ctx0" brushRef="#br0" timeOffset="-208476.75">30831 12947 194 0,'1'-6'222'16,"-1"6"-25"-16,4-6-12 0,-4 6 2 0,0 0-7 15,0 0-5-15,5 27-6 0,-1-3-6 0,-3-5-12 16,-1 7-21-16,0 5-28 0,0-1-6 0,1 1-9 15,-1 0-11-15,2-2-8 0,-2 2-4 0,0 2-3 16,-2-1-9-16,1-2-5 0,-3 1-4 0,2-3-7 16,-1 2-24-16,-1-7-23 0,1-5-27 0,-1-1-33 15,0-1-48-15,1-3-45 0,2-3-23 0,-2 2-165 16,0-8-380-16,0 2 168 0</inkml:trace>
  <inkml:trace contextRef="#ctx0" brushRef="#br0" timeOffset="-208187.09">30910 13207 157 0,'14'-9'159'0,"0"5"0"0,-1 1-8 0,5 1-5 15,-5 2-2-15,-1 3-9 0,5 3-14 0,-5 0-5 16,4 4-8-16,-2 0-5 0,1 2-14 0,0 1-10 16,0-2-3-16,-1 4-9 0,2-4-8 0,1-2 0 15,-2 0-11-15,1-1 0 0,0-2-7 0,-5-1-4 16,1-2 2-16,0-2 3 0,0-2 7 0,-4 1-1 15,-1-3 3-15,2-3-1 0,-3 0-5 0,2-1-2 16,-3-4 1-16,-4 0-2 0,2-2-3 0,-3-3-4 16,-4 0-4-16,-4 2-2 0,1 2-6 0,-2-2-2 15,-2-1 1-15,-3 4-5 0,1 1-7 0,-3 4 3 16,1 2-6-16,-1 3 2 0,0 1-17 0,-2 3-25 16,1 2-20-16,4 3-28 0,-1 1-35 0,4 1-48 15,5 0-47-15,2 3-147 0,5-3-388 0,3 0 173 16</inkml:trace>
  <inkml:trace contextRef="#ctx0" brushRef="#br0" timeOffset="-207590.72">31755 13079 104 0,'-7'-10'235'0,"0"3"-10"15,-5 2-11-15,1 5-13 0,-3 0-9 0,0 6-10 16,-4-3-18-16,2 4-12 0,0-1-14 0,2 2-15 15,5 3-12-15,-3 0-11 0,5 3-7 0,3-1-13 16,0 1-8-16,4-1-6 0,4 3-6 0,1-5-6 16,3 2-8-16,2-4-9 0,4 1-9 0,2-2-5 15,1 1-3-15,0-3-1 0,-5-4-5 0,2 0 0 16,-2-2 1-16,1-2-1 0,-2 2-3 16,-2-4 2-16,-2 2 8 0,-7 2-14 0,12-4 2 0,-5 3-4 15,-7 1-1-15,0 0-1 0,10 5 1 0,-5 1 8 16,-1 5 5-16,1 7 31 0,0 7-3 0,-4 3 0 15,1 2-4-15,-2 3 4 0,-2 1-7 0,0-1-1 16,-5 1-5-16,1 1 1 0,0-3-8 16,-2-3 2-16,0 3 0 0,-3-5-5 0,-1 2 2 15,2-2-3-15,-1-3 2 0,2-5-7 0,-4-5 4 0,1 1-3 16,0-1-4-16,-2-5 3 0,1-3 0 0,0-3 6 16,0 0-8-16,2-3 0 0,-7 0-3 0,6-4-4 15,0-3-8-15,-1-4 11 0,1-3-8 16,7-2-6-16,3 0-10 0,2-5-2 0,4-3-1 15,6-2-2-15,4 0-1 0,6-2 1 0,1-2-2 16,14-5 2-16,1 1-2 0,4 2 2 0,0 0-6 0,7-2 4 16,-4 2 0-16,1 1 7 0,-3-2 0 0,-12 9 2 15,8-8-2-15,-10 10 3 0,-2-2 0 0,-4 1 5 16,-3-2 1-16,0 3-1 0,-7 6 0 0,-1 2 6 16,0 2 5-16,-4-1 7 0,-2 4-1 15,-1-3 1-15,-1 2-2 0,-2 3 1 0,0 7-1 16,-8-7 2-16,8 7 0 0,-13 2-1 0,2 5 6 0,-6 3 5 15,0 4 3-15,-2 4 0 0,3 5-7 0,-1 0 0 16,6 0-7-16,2-5 6 0,5 2-2 0,0 2-1 16,3-1 3-16,4-2-20 0,5 1-22 15,-1-5-29-15,4 1-37 0,8 3-38 0,4-4-45 16,3-5-55-16,1 1-55 0,0-5-146 0,3-2-464 16,0-2 206-16</inkml:trace>
  <inkml:trace contextRef="#ctx0" brushRef="#br0" timeOffset="-207398.37">32499 12985 138 0,'1'-12'292'15,"1"2"-19"-15,0 1-27 0,-1 5-24 0,-1 4-22 16,0 0 5-16,0 0-5 0,0 0-12 0,-13 27-13 16,7-1-14-16,-3 1-15 0,1 5-14 0,2 2-15 15,2 0 0-15,1-1-15 0,2 3-18 0,0-2-19 16,2 2-23-16,2-4-27 0,-1 0-38 0,0-2-38 15,0-3-52-15,-1-2-54 0,2-6-55 0,-4 1-201 16,1-8-458-16,-3-3 204 0</inkml:trace>
  <inkml:trace contextRef="#ctx0" brushRef="#br0" timeOffset="-207264.16">32450 13259 64 0,'29'-10'179'0,"2"-6"-24"0,3 9-14 15,1-2-20-15,1 3-11 0,-3 3-36 0,-33 3-51 16,61-7-67-16,-61 7-94 0,36 6-148 0,-36-6 65 16</inkml:trace>
  <inkml:trace contextRef="#ctx0" brushRef="#br0" timeOffset="-205980.29">24925 14694 102 0,'0'0'190'0,"0"0"-10"0,0 0-2 0,0 0-12 15,16-14-17-15,-6 9-5 0,9-5-12 0,-2-1-10 16,2 1-5-16,5-3-1 0,-1-3-13 0,2 1-6 16,-3-3-10-16,-6 7-8 0,-3-2-4 0,-2-1-4 15,-3 4-7-15,-2-1-5 0,-2-1-3 0,0 0-11 16,-1 1 6-16,-3-1-10 0,-2 2-8 0,-3 1-4 16,-1-1-3-16,-2 3-1 0,-2 1-5 0,-2 0-1 15,0 4-2-15,-3 1-3 0,1 2-2 0,-2 3 1 16,-3 6 0-16,2 2 2 0,-5 5 2 0,4 2-2 15,4 5-1-15,4 0 0 0,3-4-5 0,4 4-1 16,4-4 4-16,7 6-2 0,2 0-3 0,4-3-17 16,6 0-19-16,2-4-28 0,1-1-35 0,5-1-40 15,-2-3-39-15,1-4-43 0,0 0-130 0,-2-1-372 16,3-5 165-16</inkml:trace>
  <inkml:trace contextRef="#ctx0" brushRef="#br0" timeOffset="-205780.73">25471 14498 39 0,'-2'-12'239'0,"1"-5"1"16,-1 7-7-16,-2 1-13 0,4 3-15 0,0 6-24 15,-2-10-19-15,2 10-15 0,0 0-14 0,0 0-6 16,0 0-13-16,29 16-10 0,-18-6-7 0,2 6-8 16,5 3-12-16,0 1-2 0,0 1-7 0,1 0-11 15,-2-1-11-15,3 1-18 0,-7-6-25 0,-1 0-27 16,1 0-30-16,-1-2-32 0,-1 0-44 0,-3-5-33 15,-1 2-29-15,1-1-148 0,-4-5-367 0,0 1 163 16</inkml:trace>
  <inkml:trace contextRef="#ctx0" brushRef="#br0" timeOffset="-205620.55">25697 14498 30 0,'-5'-12'221'15,"1"3"-12"-15,2 4-14 0,-2-1-20 0,-3 3-21 0,7 3-10 16,-13 0-4-16,4 6-9 0,-4 10-8 0,-10 7-12 15,0 3-10-15,-6 11-4 0,0 7-15 16,1-5-14-16,1 3-27 0,8-11-29 0,1 0-30 0,2-3-44 16,0 2-40-16,9-5-33 0,1 0-152 0,4-8-310 15,4-6 138-15</inkml:trace>
  <inkml:trace contextRef="#ctx0" brushRef="#br0" timeOffset="-205294.03">25994 14426 233 0,'-4'-4'230'0,"4"4"-9"0,-9 0-12 0,9 0-8 15,-19 12-8-15,6-2-17 0,-5 11-16 0,2-2-12 16,3 4-18-16,2 0-7 0,1 1-13 0,4-5-12 16,1-2-10-16,1 2-12 0,2-2-6 15,4 0-5-15,-2-6-3 0,4 1-8 0,-3-2-2 16,3-3-6-16,0 2-3 0,1-3-6 0,2-4-2 0,-3 0-5 15,-4-2-3-15,13 0-1 0,-3-4-3 16,-1-2-6-16,-1-3 1 0,3 2-3 0,1-6-5 16,-3 4 4-16,0-6-11 0,2 2 3 0,-2 0-2 15,-2 4 0-15,2 3-3 0,-6-1-4 0,1 3-1 16,-4 4 0-16,0 0 3 0,13 3-2 0,-13-3 2 16,8 14 1-16,-2-5-1 0,-4 4 3 0,3 4-12 0,-1 1-28 15,-2-2-29-15,2 3-30 0,-2-1-54 0,4-2-29 16,0-1-45-16,-2-1-155 0,3-5-411 15,0-4 183-15</inkml:trace>
  <inkml:trace contextRef="#ctx0" brushRef="#br0" timeOffset="-205090.72">26349 14466 90 0,'-5'-8'251'0,"0"4"-12"16,1 0-17-16,4 4-17 0,-17 4-8 0,7 5-11 15,-3 1-8-15,1 5-15 0,-1 6-11 0,4 0-13 16,0 2-11-16,0 1-15 0,5 1-8 0,0 0-13 0,4-7-7 16,4 0-11-16,2 1-15 0,1-2-24 15,0-1-28-15,0-5-30 0,6 0-34 0,-3-4-48 16,3-1-44-16,-2-3-44 0,7-1-173 0,0-2-396 16,0-3 176-16</inkml:trace>
  <inkml:trace contextRef="#ctx0" brushRef="#br0" timeOffset="-204902.72">26630 14305 187 0,'0'-7'252'15,"0"1"-30"-15,0 6-21 0,0 0-2 0,0 0 5 16,0 0-6-16,8 26-9 0,-7-1-7 0,-4 1-15 16,1 4-17-16,2 1-12 0,0 5-10 0,-4 0-13 15,4-2-14-15,-2 1-12 0,2-2-11 0,2 0-33 16,-2-3-34-16,2-1-30 0,0-2-34 0,-2-2-52 15,0-6-50-15,0-3-52 0,-2-5-180 0,0 0-418 16,-2-2 186-16</inkml:trace>
  <inkml:trace contextRef="#ctx0" brushRef="#br0" timeOffset="-204754.95">26511 14618 1682 0,'-2'-16'123'0,"1"5"-31"0,2 2-21 0,-2 0-31 16,1 9 0-16,0-12-9 0,3 8-5 0,3 0 1 15,3-2 0-15,5 2-4 0,5 1-4 0,2-1-5 16,8 0-18-16,0 3-39 0,3 2-57 0,2-2-45 16,4 6-176-16,3-5-347 0,12 1 153 0</inkml:trace>
  <inkml:trace contextRef="#ctx0" brushRef="#br0" timeOffset="-204361.91">27618 14650 2674 0,'8'-16'0'0,"-3"0"60"0,-1 0-11 0,-2 4-24 16,1 3 8-16,0 0 2 0,-1 2-23 0,0 0 11 15,-2 7-8-15,4-8 1 0,-4 8-4 0,0 0 2 16,5-2 5-16,-5 2 2 0,11 14 1 0,0 0 1 15,-2 1 7-15,-2 2 1 0,2 2-3 0,2 4 0 16,-2 0 1-16,-2-4-2 0,5 4 7 0,-4-5-8 16,-2-2 3-16,-1-4-2 0,3 3-1 0,-2-5-3 15,-2-1 0-15,-1 0 6 0,-1-2 9 0,2-3 12 16,-4-4 28-16,5 5-3 0,-5-5-12 0,0 0 0 16,14-13-11-16,-8 4 0 0,1-6-2 0,2 0-11 15,-2-3 7-15,1-7-5 0,5-2-15 0,-5-1-3 16,1-2-1-16,2-1-2 0,0-1-5 0,1-2-16 15,1 2-13-15,0 2-19 0,-2-1-19 0,-1 4-12 16,-3 4-13-16,-1 8-13 0,-2 5-24 0,0 1-34 16,-3 3-52-16,-1 6-34 0,10-7-10 0,-6 5-10 15,-4 2-192-15,0 0-482 0,13 12 214 0</inkml:trace>
  <inkml:trace contextRef="#ctx0" brushRef="#br0" timeOffset="-204034.57">28307 14467 11 0,'0'0'225'0,"0"0"0"16,0 0 1-16,-23-10-9 0,11 10 2 0,-7 1-5 16,-1 6-3-16,-5 1-10 0,0 4-3 0,1 1-9 15,-3 1-17-15,5 4-11 0,-3 2-15 0,3-2-12 16,4 3-15-16,2-1-13 0,5-2-12 0,6-1-6 16,0-2-15-16,3-2 0 0,4-2-11 0,1 0-3 15,2-1-13-15,3-2-2 0,1-2-10 0,3 1-5 16,1-6-11-16,3 0-6 0,-1-2 5 0,6-7-8 15,-3 2-4-15,0-4-2 0,-1-1-1 0,0-3-7 16,-4 2 5-16,2-1-1 0,-3-5 0 0,1 2-1 16,-6 2-5-16,-2 3 7 0,1-1-5 0,0 3 3 15,-4 3-1-15,2 1-1 0,-4 5-6 0,4-5 3 16,-4 5 0-16,0 0 1 0,0 0 14 16,6 19-12-16,-4-9-3 0,-2 7 3 0,1 2 3 0,-2 5-4 15,1-4-24-15,-2 4-17 0,1-4-24 0,0-1-35 16,2 0-34-16,2-2-45 0,0-2-45 0,2-2-45 15,-3 0-142-15,3-4-450 0,0-1 199 0</inkml:trace>
  <inkml:trace contextRef="#ctx0" brushRef="#br0" timeOffset="-203823.07">28561 14326 171 0,'5'-17'271'0,"-2"6"-8"15,-1-1-28-15,-1 5-27 0,1 3-19 0,-2 4-9 16,0 0-11-16,0 0-12 0,5 23-8 0,-3 0-6 16,0 5-17-16,-2 2-14 0,0 2-9 0,1 14-10 15,-1-12-7-15,1-2-14 0,1-1-11 0,-1 2-31 16,1 1-30-16,0-5-34 0,-2-2-31 0,0 1-43 16,2-7-45-16,1-6-45 0,-2 2-179 0,-2-5-409 15,1-3 182-15</inkml:trace>
  <inkml:trace contextRef="#ctx0" brushRef="#br0" timeOffset="-203155.29">28705 14582 64 0,'3'-3'218'0,"-3"3"-2"0,0 0-5 16,0 0 2-16,0 0-13 0,0 0-10 0,0 0-18 15,9 23-18-15,-9-13-11 0,4 2-12 0,-3 0-13 16,2 2-8-16,2-1-11 0,-3 0-9 0,3 1-8 15,-1-5-7-15,0 3-6 0,2-2-6 0,-2-1-6 16,0-4-4-16,4 0-5 0,-3-1-2 0,1-1-6 16,3-1 1-16,-1-1-8 0,-8-1-2 15,20-6-6-15,-11 1-4 0,0 1 3 0,1-3-7 0,-2-1-8 16,-1 2-3-16,2-8-4 0,-2 4-2 0,-1-1-8 16,1-5 4-16,1 3 5 0,-3-3-9 0,1 6 4 15,0-1-1-15,-2 2-2 0,0-1 0 0,0 3-4 16,-4 7 7-16,5-3-9 0,-5 3 4 0,0 0 4 15,0 0 5-15,14 11-3 0,-13-4 7 0,3 3-1 16,-1 1 10-16,-2 0-7 0,2-2 1 0,-1 2 0 16,2 0 1-16,1 0 1 0,0-2-1 0,2 0-1 15,-1-4 2-15,1-2-3 0,3 4 5 0,0-4-2 16,0-1-6-16,3-2 5 0,-2-3 1 0,5-4-4 16,-5 2 3-16,0 0 0 0,1-3-3 0,-2 1 4 15,0-2-5-15,0 0 0 0,-1-5 1 0,-3 6 0 16,2-5 0-16,-2 2-2 0,-3-2-2 0,0 1 0 15,-1-1 3-15,-2 1-1 0,1 3 0 16,-1-3-1-16,0 4-1 0,0 2-2 0,0 6-3 0,1-9-4 16,-1 9 1-16,0 0-2 0,0 0 3 0,0 0 5 15,-24 20 2-15,15-4-3 0,1 0 2 0,-2 1 0 16,1-2 0-16,3 3 0 0,1-4 1 0,1 1 1 16,1-4 4-16,2-1-2 0,2-1-2 0,3-1 3 15,0-3-6-15,4-1 3 0,2-3 1 0,4 1-1 16,3-4 1-16,3 0 0 0,2-6-3 0,-3 1 3 15,1 0-2-15,-1-4 6 0,-2 0-7 0,0 2-3 16,-3-3 1-16,1-3-1 0,-2 2 3 0,0-1-7 16,1 0-1-16,-4 2 4 0,0-3-4 0,-1 2 9 15,-1 4-12-15,-2 0 12 0,-1 1-7 0,0 2-2 16,-2 1-4-16,-3 5 0 0,5-5-1 16,-5 5 4-16,0 0 11 0,0 0 0 0,3 16 3 0,-6-5-3 15,-1-1 0-15,0 6 1 0,-1 1 3 0,2 0-10 16,-1 0-15-16,0-1-31 0,1 2-30 0,2-1-51 15,1-5-64-15,3 2-244 0,-2 1-475 0,4-4 209 16</inkml:trace>
  <inkml:trace contextRef="#ctx0" brushRef="#br0" timeOffset="-202617.68">29903 14556 89 0,'1'-6'285'0,"-1"6"-27"0,0 0-8 16,0 0-3-16,0 0-8 0,0 0-14 0,0 0-14 0,-8 21-18 16,6-10-21-16,1 0-15 0,1 1-11 0,1 1-21 15,-1 0-11-15,4 1-5 0,0-2-7 16,1-2-11-16,3 0-4 0,2-1-10 0,5 0-5 0,-1-6-6 16,4 1-4-16,1-2-15 0,0-2-14 15,-1-4-10-15,-1 0 7 0,-2-3-13 0,-3 1-7 0,-1-1-2 16,-1-6-3-16,-2 3-6 0,-3-2-3 0,0-4-6 15,-4-1 0-15,-1-1-4 0,-2 0 1 0,-2-1-2 16,-3 0 2-16,1 3 2 0,0 0 0 0,1 3 1 16,0 3 0-16,0 0 3 0,1 6 0 15,3-3-3-15,1 7 8 0,-4-8-6 0,4 8-1 16,0 0 2-16,0 0 1 0,0 0 1 0,0 0 2 0,0 0 0 16,0 0 9-16,15 21-6 0,-5-15 0 0,9-2 0 15,-1-1 2-15,4-2-1 0,5-2 0 0,-7-2 3 16,2-1-2-16,-2-2-3 0,-2 2 4 15,-1-4 1-15,-2-1-2 0,1 2 1 0,-5-6-1 16,-2 4-2-16,-1-1 4 0,-2-6-2 0,2 3 4 0,-3-5 1 16,3 1 0-16,-3 0-1 0,0 0 0 0,-1 2 6 15,0 3 3-15,-1 1 10 0,2 2 3 0,-3 2-8 16,0 1-5-16,1 1 1 0,-3 5-4 0,0 0 1 16,0 0 7-16,10 18 8 0,-5 0 5 0,-3 9-3 15,-5 2-1-15,0 1 5 0,1 5 5 0,-2 10-12 16,-1 3-7-16,2-2 11 0,-2 1-5 0,-4-1-5 15,7-8-2-15,-1-2-2 0,2-2-11 0,0 0-22 16,-2 1-30-16,0-2-2 0,3-1-32 16,-5-6-42-16,-2 0-60 0,0-8-64 0,2-1-292 15,-4-3-582-15,4-4 258 0</inkml:trace>
  <inkml:trace contextRef="#ctx0" brushRef="#br0" timeOffset="-202135.95">30985 14226 233 0,'0'0'266'0,"0"0"-2"0,8 15-8 16,0 2-3-16,-5 9-11 0,3 5-19 0,-2 1-9 16,-2 15-15-16,-1-13-12 0,5 14-10 0,-5-13-15 15,1-2 3-15,3 0-20 0,0-3-11 0,-1-1-8 16,1-2-18-16,-2-8-3 0,2-3-11 0,-2-3-10 15,-3-4-3-15,2 1-7 0,-2-3-26 16,3-1 20-16,-3-6 2 0,0 0-5 0,0 0-7 0,0 0-6 16,0 0-6-16,0 0-3 0,0 0-4 0,0 0-7 15,0 0-13-15,4-45 1 0,1 32-5 0,2-5-4 16,4 1-10-16,4-7-2 0,2 2-5 0,3 3 9 16,-3 7-6-16,-1 2-9 0,-3 6-1 0,0-2 3 15,-2 6 3-15,2 0-4 0,-1 4 2 0,-1 2 1 16,-1 8-6-16,1-1 22 0,-4 1-13 15,3 3-8-15,-4 1-23 0,-1-3-26 0,-3 3-50 0,-2-1-47 16,-2-1-65-16,0 1-73 0,-5 1-268 16,-2-4-612-16,-3 2 271 0</inkml:trace>
  <inkml:trace contextRef="#ctx0" brushRef="#br0" timeOffset="-201643.31">24685 15421 15 0,'2'-10'262'0,"-2"4"-27"0,0 6-17 15,2-10-26-15,-2 10-9 0,0 0 3 0,0 0-2 16,11 29-9-16,-8-4 2 0,0 7-8 0,-2 4 30 16,0 13-18-16,-2-2-18 0,-2 1-11 0,-1-1-17 15,-1-11-18-15,5 10-11 0,-2-12-10 0,-1-2-3 16,2 1-15-16,0-1-10 0,1-3-40 15,0 0-36-15,0-3-38 0,1-5-51 0,-1-4-70 16,0-6-80-16,-1 2-228 0,0-4-514 0,-5-2 227 0</inkml:trace>
  <inkml:trace contextRef="#ctx0" brushRef="#br0" timeOffset="-201409.72">24734 15636 183 0,'14'-13'237'0,"1"1"-10"0,-1 2-10 16,1 2 0-16,-2 6-14 0,5 2-14 0,-1 3-10 16,-6 5 3-16,6 2-11 0,-3 5-6 0,-3 2-4 15,3 7-9-15,-6 1-9 0,-3 3-12 0,-5-1-8 0,0 0-8 16,-9 0-13-16,3-3-18 0,-6 2 5 16,1-2-6-16,-3-1-14 0,-3-2-1 0,3-6-9 0,-6 3-24 15,6-6-30-15,-4-1-32 0,1-1-31 16,1-3-42-16,3-3-42 0,1-2-51 0,5-2-43 15,7 0-237-15,-12-4-511 0,12 4 227 0</inkml:trace>
  <inkml:trace contextRef="#ctx0" brushRef="#br0" timeOffset="-200860.42">25176 15622 171 0,'0'0'252'0,"0"0"-2"0,0 0-1 16,-19-4-3-16,19 4-10 0,-28 13-5 0,9-3-11 15,-2 5-11-15,-2 2-3 0,3 5-18 0,0 0-12 16,4-1-18-16,0 0-14 0,5-4-12 0,5 1-13 16,3-1-14-16,-1-2-7 0,4 0-13 0,4-2-3 15,1 3-4-15,2-7-13 0,4 0-1 0,-1 0-11 16,1-3-2-16,6 0-5 0,-4-3 0 0,5-3-17 16,5-1 6-16,-6-5-1 0,0 1-6 0,0-1-3 15,-3-3-2-15,-1-1 3 0,-4 1-7 0,0-3 0 16,0-1-19-16,-4 3 19 0,-1 0-5 0,0-4-2 15,-1 4-8-15,0-7 9 0,-2 6-6 0,0 3 2 16,-1 3 6-16,0 5-11 0,4-12 6 0,-4 12-9 16,0-6-8-16,0 6 5 0,0 0 3 0,0 0 0 15,0 0-6-15,3 25 2 0,-3-12 4 0,1 3 5 16,0 0-5-16,1 0 0 0,0 0 9 0,2-2-3 16,-3-1-8-16,3-1-5 0,3-1 20 0,-2-2-9 15,1 1 5-15,1-4-3 0,-1-1 8 0,4 0-24 16,-2-2 4-16,-1-3 20 0,-7 0-7 0,14-2 5 15,-6-3 2-15,-1 0-4 0,-2-3 2 0,2-1 0 16,-3-2-2-16,1-1 1 0,-1 1-10 0,0-2-1 16,0-3 7-16,-1-2-9 0,3 0 5 0,-3-1-18 15,0 1-2-15,4 0-5 0,-2 0 0 16,0 2-1-16,5 2-6 0,-4 3 0 0,-1 4 7 0,1 1-1 16,-1 3 2-16,-5 3-2 0,12 2 6 15,-4 2-2-15,1 6 8 0,-2 1-5 0,2 4 9 0,-4 3-7 16,1 0 4-16,-1 6-1 0,-1-6 3 0,-2 8-1 15,1-6 1-15,-1-2-29 0,0 0-14 16,-2 0-29-16,1-3-25 0,2 1-24 0,-2-5-20 16,-1 0-21-16,2-3-19 0,-2-8-18 0,6 12-20 15,-2-9-24-15,4-1-173 0,-8-2-458 0,17-1 204 16</inkml:trace>
  <inkml:trace contextRef="#ctx0" brushRef="#br0" timeOffset="-200573.34">25617 15928 907 0,'15'-10'-67'0,"3"-3"8"0,-5-1 29 0,-1-1 4 15,-1 1 22-15,-2 0 30 0,-2-2 15 0,-2 0 17 16,-5 0 16-16,2 4 24 0,-4 0 18 15,-1 2 12-15,-4 1 11 0,2 0 5 0,-1 4-3 16,-3 0 0-16,3 4 4 0,6 1 0 0,-18 7 2 16,7-1 0-16,1 2-9 0,1 5-16 0,0 0 5 15,0 2-9-15,0-1-13 0,3 2-9 0,1-1-11 16,3-3-7-16,2 1-7 0,0-2-7 0,3 5-1 0,1-6-12 16,2 0-5-16,1-2 6 0,3-1-12 15,0-3-8-15,3-1-3 0,-1-3-5 0,-1-1-1 16,3-2 5-16,-1 0-4 0,-2-3-2 0,1 1 0 15,-1 0-2-15,5-5-7 0,-5 3-1 0,-3-1 0 16,2 1 3-16,-5 0 0 0,3 1-20 0,-3 1 19 16,-1 2-5-16,-4 3-6 0,7-2 0 0,-7 2-1 15,0 0 1-15,0 0 0 0,5 16-23 0,-5-16-25 16,-5 18-39-16,0-7-32 0,3 2-34 0,-2 1-44 16,1-2-45-16,3-2-37 0,-2-1-202 0,0 0-517 15,2-9 228-15</inkml:trace>
  <inkml:trace contextRef="#ctx0" brushRef="#br0" timeOffset="-200004.99">25904 15932 198 0,'-2'-11'218'0,"-1"1"5"15,1-3 2-15,-2-1-18 0,0-1-11 0,1-2 1 16,0 1-9-16,1 2-4 0,2-4-8 0,3 2 2 16,4-1-6-16,-3 2-9 0,5-3 1 0,-1 5-2 15,2 3-23-15,3 3-17 0,-4 1-12 16,5 2-7-16,3 3-7 0,2 2 1 0,-3 5-9 0,1 1-2 15,-4 3-15-15,1 3-8 0,-3 0-1 16,-3 3-6-16,1-2-8 0,-1 1 2 0,-1 0-5 0,0 0-8 16,-5-5 0-16,3 6-6 0,-5-5-11 0,2-1 8 15,-2-10 0-15,0 12-2 0,0-12 2 0,2 12 3 16,-2-12-9-16,0 0 6 0,2 10 0 0,-2-10 3 16,0 0-14-16,0 0-6 0,0 0 4 0,0 0-4 15,0 0 0-15,0 0-21 0,0 0 20 0,9-28-5 16,-3 18-11-16,0-1-4 0,0 0-4 15,1-2 3-15,2 0-8 0,5 0 1 0,-4 1 1 16,0 3 4-16,-1 2 2 0,-5 1 1 0,3 2-7 16,-7 4-6-16,14-5-16 0,-14 5 23 0,13 3 4 15,-13-3 1-15,13 9-3 0,-5-1 6 0,0 1 0 0,-6-1 3 16,5 1 2-16,0 0 0 0,0-1 7 16,-1-1 6-16,1 0-2 0,2 0 3 0,2 0 4 0,-2-3 1 15,2 0-2-15,1-3-1 0,1 1 5 16,1-4 1-16,-3 2-11 0,0-5 7 0,1 2 0 15,-2-2-3-15,2-2-21 0,-5 0 21 0,1 0-3 16,1-1 0-16,-1-2 5 0,-2 1-9 0,1-1 7 16,-1-1-19-16,-4 1 16 0,-1-3 3 0,1 1-6 15,-4-1 4-15,2 13-4 0,-3-19-1 0,-1 12-1 16,2-1-2-16,2 8-7 0,-9-11 3 0,0 9-7 16,9 2 11-16,0 0-18 0,0 0 7 0,-24 14 3 15,16-4 4-15,1 4 4 0,1 1-4 0,0 0 3 16,1 2 0-16,3 0-4 0,-1 0 4 0,6-4-13 15,3 2-30-15,-1-3-34 0,1-2-47 0,3-1-40 16,3-1-36-16,-1-3-49 0,3-4-39 0,-1 4-43 16,-2-3-169-16,3-5-542 0,3-1 240 0</inkml:trace>
  <inkml:trace contextRef="#ctx0" brushRef="#br0" timeOffset="-199778.18">26741 15463 45 0,'1'-9'309'16,"-1"9"-16"-16,2-15-20 0,-2 15-31 0,0 0-22 16,0 0-9-16,0 0 2 0,0 0-2 15,0 0-13-15,-7 36-11 0,3-17-2 0,-3 7-14 0,3 1-18 16,-3 3-10-16,2-2-19 0,1 1-5 0,1 0-14 16,-1 0-10-16,2 0-11 0,0-3-9 0,6-1-11 15,-6-5-34-15,2-3-19 0,2 3-30 16,0-2-41-16,-2-6-39 0,2 4-36 0,-4-5-61 0,0-2-71 15,2 2-231-15,0-11-539 0,-11 12 239 16</inkml:trace>
  <inkml:trace contextRef="#ctx0" brushRef="#br0" timeOffset="-199634.75">26641 15705 2080 0,'4'-17'65'0,"-2"4"8"16,0 2-29-16,1 1-18 0,-3 4-16 0,0 6-8 15,5-11 1-15,-1 8-1 0,-4 3-15 0,0 0-34 16,15-2-53-16,-8 4-64 0,1 1-167 0,-8-3-357 16,12 10 158-16</inkml:trace>
  <inkml:trace contextRef="#ctx0" brushRef="#br0" timeOffset="-198944.6">26845 15838 185 0,'7'-4'282'0,"-7"4"6"0,7-8 6 0,-3 4-20 16,0-2-14-16,4-2-19 0,-2 2-19 0,1-4-5 16,2 1-17-16,0-2-14 0,0 2-15 0,4-4-10 15,-1 0-7-15,-1-2-20 0,3 1-13 0,-4 1-7 16,-1 1-13-16,-4-1-11 0,2 5 2 0,-1 0-3 16,-5-2-9-16,-1 10-9 0,2-12-4 0,-2 12-8 15,0 0-3-15,-12-14-8 0,12 14-11 16,-13 0-1-16,13 0-8 0,-23 7-4 0,10 2 9 0,-3 2-12 15,3 2-3-15,0 2 3 0,3 0 0 16,-1 2-3-16,-1-1-4 0,6-3 1 0,-1 3 0 16,5 0-6-16,-2-1 0 0,0-2 3 0,4-2-2 0,4 1 3 15,-2-2-7-15,2 1 6 0,-4-11-1 16,7 14-7-16,-1-7 0 0,2-3 3 0,-2 0 5 0,-6-4-2 16,14 5 7-16,-5-4-12 0,-9-1 2 0,17-1-1 15,-17 1 6-15,21-6-9 0,-10 2 6 0,-1 0-4 16,-4-2-3-16,3-3 2 0,0 0 2 15,0 0-12-15,2-3 11 0,0 1 1 0,-1-5 1 16,-2 1-3-16,1 1-23 0,1-3 23 0,1 0-3 16,-5 2 11-16,5 2-5 0,-1 1-3 0,3-1 3 15,-5 5-3-15,2 0-1 0,-3 2-7 0,1 2 0 0,-8 4-5 16,14-4 9-16,-14 4-3 0,14 8-2 0,-8-5 6 16,2 5 6-16,-4 3-16 0,0 0 14 15,-2 1-4-15,1 1-1 0,1-1-2 0,-2-1-4 16,2 3 6-16,0-4-1 0,2 0 2 0,1-2 0 15,-3 1 9-15,5-3-6 0,0 0 0 0,0-1-3 16,0-3 5-16,-9-2-1 0,20 1-4 0,-9-2 2 0,1-3-2 16,-3 2 8-16,3-3-4 0,-1-2-2 0,-3-1 1 15,1 1-1-15,1-1-3 0,-4-2 4 0,2-4-3 16,-3 2 2-16,0-2 1 0,-1-2 2 16,1-1-5-16,-1 0 0 0,-3-1-2 0,0 7 0 15,2-2-1-15,-5 4 6 0,2 9-11 0,2-14-1 16,-2 14 0-16,0-10 5 0,0 10-5 0,0 0 4 15,0 0 1-15,0 0 0 0,0 0 4 16,-18 30-4-16,9-13 4 0,2 0-1 0,-1 6 1 0,-2 0 5 16,1 2-2-16,-2 0 0 0,0-2-1 0,4 3 5 15,0-1-4-15,1 1-6 0,-2-2 5 0,6 2-16 16,0-11-5-16,0 1-48 0,0-5-38 0,1 4-51 16,0-3-44-16,-2-2-55 0,3 1-72 0,0-11-291 15,-4 11-666-15,4-11 295 0</inkml:trace>
  <inkml:trace contextRef="#ctx0" brushRef="#br0" timeOffset="-198802.1">27526 15877 236 0,'5'-1'298'0,"-5"1"-5"0,8-4-5 0,-8 4-12 16,0 0-26-16,0 0-21 0,0 0-29 0,0 0-53 15,0 0-59-15,0 0-74 0,0 0-115 0,-25 18-269 16,14-17-400-16,-11 3 176 0</inkml:trace>
  <inkml:trace contextRef="#ctx0" brushRef="#br0" timeOffset="-180614.34">24713 15881 43 0,'0'0'61'0,"0"0"-8"16,-6-4 5-16,6 4-6 0,0 0-3 0,0 0 3 15,0 0-4-15,-5-4-6 0,5 4 1 0,0 0-10 16,0 0-6-16,0 0 0 0,0 0-7 0,0 0-3 15,0 0-1-15,0 0 6 0,0 0-9 16,0 0-3-16,0 0 0 0,-7-3 0 0,7 3-1 0,0 0 6 16,0 0 0-16,0 0-4 0,0 0-1 0,0 0 6 15,0 0 7-15,0 0-8 0,0 0 16 0,0 0 0 16,0 0 8-16,0 0 3 0,0 0-1 0,0 0 5 16,0 0-1-16,0 0-2 0,0 0-2 15,0 0 4-15,0 0-3 0,0 0 1 0,0 0 7 16,0 0-5-16,0 0 12 0,0 0-7 0,0 0 8 0,0 0 0 15,0 0 4-15,0 0-11 0,0 0 0 0,0 0-4 16,0 0 1-16,0 0-4 0,0 0-3 0,0 0-8 16,0 0-3-16,0 0-3 0,0 0-5 0,0 0-1 15,0 0-4-15,0 0 4 0,0 0 4 16,0 0-7-16,0 0 14 0,0 0-11 0,5 23 3 0,-5-23-1 16,-2 15-2-16,2-5 3 0,-3-1 2 0,2 3 0 15,1-1 0-15,-3 2-2 0,2-1-1 0,0 2-1 16,-1-1-2-16,0 5-3 0,-2-3 0 0,2-2 0 15,1 5 2-15,-2-1-4 0,3-2 3 0,-1 3-7 16,-3-1 5-16,4-2-4 0,-4 0 4 16,3 2-2-16,-1-1 9 0,2 3-2 0,-1-3 1 0,1 1-2 15,0-2-2-15,0-2 1 0,0 0-1 0,0-3-2 16,0 3-1-16,0-2-2 0,0-1 3 0,0 1-2 16,1-2-1-16,-1 2-25 0,0-4-1 15,0-7 7-15,0 13 3 0,2-8-5 0,-2-5 0 16,0 10 7-16,0-10-5 0,0 6 3 0,0-6-3 15,0 0 3-15,0 0-3 0,0 10 5 0,0-10 0 16,0 0 1-16,0 0-18 0,0 0-14 0,0 0-18 16,0 0-30-16,0 0-32 0,0 0-49 0,0 0-52 15,0 0-146-15,0 0-390 0,0 0 173 0</inkml:trace>
  <inkml:trace contextRef="#ctx0" brushRef="#br0" timeOffset="-180141.33">24402 16659 63 0,'-11'-1'148'0,"11"1"-6"15,-13-1-8-15,13 1-1 0,-8 0-13 0,8 0-9 0,0 0-6 16,0 0-10-16,0 0-1 0,0 0-3 0,0 0-7 16,32 8-2-16,-4-6 0 0,5 0-2 0,6 2 4 15,19 0 8-15,8 2-1 0,33 0 3 16,6 0-7-16,7 1 4 0,4-7-5 0,2 5-7 0,7-4-4 15,4 2-3-15,10 3-1 0,-1-1-9 16,2 0-1-16,3-1-5 0,-5 5-6 0,0-6-2 16,-2 6-4-16,0-7-2 0,-4 6-5 0,-15-4-1 15,2 1 0-15,-10-10-4 0,-10 12-1 0,-31-4-1 0,23-5-1 16,-32 4 1-16,0-1-7 0,-3-2 6 0,-20-2 0 16,2 3 2-16,-10-2-1 0,-9 0 1 15,-2-1 8-15,-6 0 0 0,1 0 6 0,-4-3-18 16,-2 4-3-16,-2-3-16 0,-4 5-17 0,3-9-22 15,-3 9-32-15,0-8-32 0,0 8-47 0,0 0-47 16,-7-13-53-16,3 9-207 0,4 4-487 0,-9-11 215 16</inkml:trace>
  <inkml:trace contextRef="#ctx0" brushRef="#br0" timeOffset="-179727.48">27859 16105 2981 0,'12'-6'93'0,"-7"2"67"15,4-2-13-15,-4 3-55 0,-5 3-17 16,8-6-26-16,-5 3-20 0,-3 3 1 0,0 0-6 0,0 0 1 16,0 0-5-16,0 0-16 0,0 0-45 0,-18 21-46 15,7-11-70-15,2 0-122 0,-5-1-249 0,1-6-571 16,-7-3 252-16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2T07:12:47.7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25898 12153 56 0,'0'0'115'0,"0"0"-10"15,0 0 5-15,0 0-8 0,-3-7 5 16,3 7-13-16,0 0-6 0,0 0-8 0,0 0-5 0,0 0-4 15,0 0-7-15,0 0-4 0,0 0-8 0,0 0 2 16,0 0 0-16,0 0-3 0,0 0 1 0,0 0-9 16,0 0-4-16,0 0-5 0,0 0-6 0,0 0 3 15,0 0-6-15,0 0-5 0,0 0 1 0,0 0-7 16,0 0 5-16,0 0-5 0,0 0-1 0,0 0-1 16,0 0-2-16,0 0-2 0,-6 14 2 0,6-14-1 15,-8 3-1-15,8-3 3 0,-9 5 1 0,5-2-6 16,4-3 3-16,-13 6-5 0,3-4 5 0,-1 4-4 15,1 0 8-15,-2-3-6 0,1-1-3 0,-3 2 0 0,1 0-1 16,-4 1 2-16,1 3 1 0,2-4 2 16,3 1 6-16,2-3-3 0,-1 2 7 0,1 1-3 15,3-3 4-15,1 2-2 0,5-4 5 0,-9 1-1 16,9-1 4-16,-6 3 0 0,6-3 3 0,0 0 21 0,0 0 9 16,13 9-5-16,0-7-2 0,5 1-6 0,10 0-5 15,5 1-3-15,3 1-4 0,4-5-3 16,12 2-9-16,-1-4-12 0,3 0-18 0,-4 3-42 0,2-1-45 15,-16 1-58-15,15 1-62 0,-14-4-113 0,3 4-355 16,-4-4 158-16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8T09:53:38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3193 703 77 0,'0'0'149'0,"0"0"-21"16,0 0-5-16,0 0 9 0,0 0-12 0,0 0-8 15,0 0-13-15,0 0-3 0,0 0-6 0,0 0-10 16,0 0-8-16,0 0-7 0,0 0-6 0,0 0-6 0,0 0-5 16,0 0-3-16,0 0 0 0,0 0-2 15,0 0-2-15,0 0-1 0,0 0 2 0,0 0-4 16,0 0 1-16,0 0-7 0,0 0 0 0,0 0 1 16,0 0 2-16,0 0-2 0,0 0-2 0,0 0-4 15,0 0 1-15,0 0-7 0,0 0 0 0,0 0-3 16,0 0-3-16,0 0-3 0,0 0-1 0,0 0 0 15,0 0-1-15,0 0-2 0,0 0-29 0,0 0-4 16,0 0 9-16,-66-15-2 0,66 15 2 0,0 0 6 16,0 0 0-16,0 0-2 0,-46 6 1 0,46-6 5 15,0 0 1-15,0 0 2 0,0 0-3 0,0 0 5 16,-39 9-1-16,39-9 4 0,0 0-1 0,0 0 2 16,0 0 0-16,0 0 2 0,0 0 1 15,0 0-1-15,0 0-1 0,0 0-1 0,0 0-1 16,0 0 4-16,0 0-4 0,0 0 2 0,0 0 0 15,132-16 0-15,-81 10-2 0,-14 1 2 0,2 0 1 0,-1 0-6 16,3 2 6-16,-4 0-7 0,-1 1 3 16,2-1-1-16,-38 3 5 0,74-6-5 0,-38 2 2 15,0 4 0-15,-36 0 0 0,64-3-2 0,-34-2 2 16,-30 5 0-16,47-5 1 0,-47 5-2 0,38-2-1 16,-38 2 3-16,0 0-7 0,32-4 6 0,-32 4-3 15,0 0-3-15,0 0-8 0,0 0-1 0,0 0-20 16,0 0-12-16,41 0-31 0,-41 0-19 0,0 0-15 15,0 0-16-15,0 0-12 0,0 0-111 0,0 0-268 16,0 0 120-16</inkml:trace>
  <inkml:trace contextRef="#ctx0" brushRef="#br0" timeOffset="433.22">3062 716 64 0,'0'0'163'0,"0"0"-8"15,0 0-4-15,0 0-17 0,0 0-13 0,0 0-8 16,0 0-10-16,0 0-13 0,0 0-10 0,0 0-10 15,0 0-7-15,0 0-1 0,0 0-6 0,0 0 4 16,0 0 6-16,0 0-1 0,0 0-7 16,-8 57-4-16,8-57 5 0,8 44 5 0,-7-16-3 15,5 2-2-15,-3 7 2 0,-2 9 3 0,3 5 4 16,-4-1-1-16,-1-3 3 0,-3 2-6 0,0-5-7 16,-1-8-4-16,1-2-1 0,-4 14-3 0,5-16-4 15,0 0-2-15,2-1-4 0,-2-1-5 0,3-3 2 16,-4-4-8-16,3-4-1 0,0 0-2 0,-2-1 2 15,3-3-4-15,-1 1-7 0,-2-4 3 0,1-2-7 16,1-1 4-16,1-9-2 0,-3 16-2 0,3-16-3 16,-3 11-12-16,3-11-7 0,0 0-14 0,-3 9-20 15,3-9-25-15,0 0-33 0,0 0-37 0,0 0-44 16,0 0-35-16,0 0-151 0,0 0-398 0,-14-31 176 16</inkml:trace>
  <inkml:trace contextRef="#ctx0" brushRef="#br0" timeOffset="624.5">3013 1301 25 0,'14'-7'164'0,"-4"2"3"0,3 3-8 0,6-2-1 16,8-2-4-16,4 0-16 0,1 0-6 0,3 1-12 15,-1 0-14-15,0-1-13 0,3 3-7 0,0 0-14 16,-3-2-23-16,1 1-42 0,2 2-50 0,-2 0-61 15,-3 1-144-15,-4-2-268 0,1 0 119 16</inkml:trace>
  <inkml:trace contextRef="#ctx0" brushRef="#br0" timeOffset="1311.75">4549 713 171 0,'0'0'196'0,"0"0"-14"0,0 0-17 16,0 0-13-16,0 0-10 0,-34-32-12 0,34 32-16 0,-36-7-9 15,36 7-4-15,-46 6-14 0,46-6 1 0,-56 17-9 16,28-5-7-16,2 2-4 0,2 2-5 0,1 1-4 15,2 1-9-15,2 1-4 0,2 1-5 16,17-20-4-16,-17 34-6 0,17-34 0 0,-8 31 3 16,9-9-9-16,3-3 3 0,9 4-3 0,2-3-6 15,6 1 3-15,1-2 0 0,3-4-4 0,1-2-1 16,2-1 1-16,2-1-4 0,2-2-7 0,-5-3-3 16,1-3-4-16,-5 0 3 0,-5 1-6 0,0-4-1 15,-1 3 5-15,-3-3-2 0,-4 0 0 0,-10 0 4 16,18 0 4-16,-18 0-4 0,10-3-5 0,-10 3 8 15,8-3 3-15,-8 3-1 0,0 0 3 0,3-10 0 16,-3 10-1-16,0 0 2 0,0 0 1 0,-25-12-6 16,13 10 0-16,-4 0 1 0,-2 2 5 15,-1 2 4-15,-3 2 0 0,0 0-6 0,-5 5 9 16,1 1-1-16,-4 0 1 0,5 3 0 0,-2 1 7 16,1 4-8-16,1 0 6 0,2 0 3 0,2 4 0 15,2-3 0-15,4 1-3 0,2-2 3 0,4-1-2 16,2 1 0-16,-1 0-2 0,3 0-1 0,3 1 3 15,2-2-4-15,4 2-2 0,1 0-1 0,1-2-1 16,5-1 3-16,0 1-3 0,11 2-1 16,1-3 2-16,4 0-5 0,3-4-1 0,5-5-3 0,1 0-22 15,1-2-24-15,15 0-37 0,-12-5-43 0,15 0-44 16,-3-6-40-16,1-1-53 0,-15 3-144 0,12-7-431 16,-2-4 191-16</inkml:trace>
  <inkml:trace contextRef="#ctx0" brushRef="#br0" timeOffset="1655.83">5202 787 135 0,'0'0'156'0,"-47"-7"2"15,47 7-10-15,0 0-2 0,-38-4-8 0,38 4-6 16,0 0-17-16,0 0-7 0,0 0-10 0,0 0-10 16,-40-2-18-16,40 2 5 0,0 0-2 0,0 0-8 15,0 0 6-15,0 0-6 0,0 0-11 16,0 0 1-16,170-4-8 0,-110 0-10 0,3-1 5 15,-1-3-11-15,1 0-1 0,-2 4-2 0,-1-3-11 16,-3-1-19-16,-5 5-20 0,-16-1-29 0,2 2-29 16,-3 0-37-16,-35 2-42 0,53-2-134 0,-53 2-315 15,35-3 140-15</inkml:trace>
  <inkml:trace contextRef="#ctx0" brushRef="#br0" timeOffset="1997.78">5633 756 36 0,'0'0'228'0,"0"0"0"16,0 0-12-16,0 0-9 0,0 0-17 0,0 0-12 16,0 0-11-16,0 0-18 0,0 0-14 0,0 0-11 15,0 0-14-15,0 0-13 0,0 0-12 16,0 0-7-16,0 0-14 0,0 0-9 0,0 0-1 15,0 0-6-15,0 0-8 0,-26 32-2 0,26-32 2 16,0 41-3-16,0-41-6 0,-1 48 10 0,2-16 5 16,-4 2-1-16,-1 0-2 0,-1 13 3 0,-2-1-1 15,2-11-7-15,1 1 6 0,0 10-3 0,-1-12-5 16,0 0-5-16,-2-1 1 0,4-1-4 0,-1-3-8 16,-1-3 4-16,2 1-1 0,1-1-1 0,1-1-4 15,-1 0 2-15,1-9-5 0,2 3-9 0,1-2-28 16,-2-1-26-16,0-4-26 0,1-2-39 15,-1-10-48-15,1 17-51 0,2-8-234 0,-3-9-481 0,0 0 214 16</inkml:trace>
  <inkml:trace contextRef="#ctx0" brushRef="#br0" timeOffset="2231.71">6125 1093 2469 0,'8'-9'11'0,"-3"-1"18"0,2 0-10 0,-3-1-3 16,0 3 10-16,-1 2-3 0,0-2 13 0,0 2 15 15,-3 6 8-15,4-8 6 0,-4 8-3 0,0 0-3 16,4-10-4-16,-4 10-4 0,2-4-15 0,-2 4-8 16,0 0-8-16,0 0-16 0,0 0-16 0,0 0-26 15,0 0-18-15,13 13-42 0,-13-13-36 0,8 19-54 16,-4-2-39-16,-1 0-168 0,-1-2-427 0,0 3 189 15</inkml:trace>
  <inkml:trace contextRef="#ctx0" brushRef="#br0" timeOffset="2393.85">6130 1443 57 0,'0'0'221'15,"-4"8"-8"-15,4-8-5 0,0 0 1 16,-2 9-14-16,2-9-20 0,0 0-20 0,0 0-13 15,0 0-18-15,0 0-27 0,0 0-28 0,0 0-37 16,0 0-55-16,0 0-84 0,11 6-188 0,-11-6-319 16,0 0 141-16</inkml:trace>
  <inkml:trace contextRef="#ctx0" brushRef="#br0" timeOffset="2558.3">6487 1265 2703 0,'0'0'-7'0,"0"0"8"0,0 0-4 15,12-2 3-15,-12 2-6 0,0 0 33 16,0 0 21-16,0 0-6 0,0 0-13 0,0 0-4 16,0 0-1-16,12-2-5 0,-12 2-4 0,0 0-18 15,0 0-25-15,9 4-25 0,-9-4-37 0,0 0-39 16,10 10-78-16,-10-10-195 0,0 0-434 0,5 12 192 16</inkml:trace>
  <inkml:trace contextRef="#ctx0" brushRef="#br0" timeOffset="3134.42">2924 1898 159 0,'0'0'214'0,"-12"0"-9"16,12 0-10-16,-11 0-16 0,11 0-10 0,0 0-19 15,-9-2-15-15,9 2-15 0,0 0-13 0,0 0-12 16,0 0-5-16,0 0 1 0,32 13-1 16,17-6-6-16,10-2-3 0,42-2-6 0,12 3-7 15,9-8-4-15,12 2-6 0,5-4-4 0,1-1-7 16,3 2-4-16,3-3-5 0,-7 1-2 0,-5 3-6 15,-2 0-1-15,-7-1-1 0,1 4-4 0,-4-3-3 16,-3 3 5-16,-4-3-2 0,1 0-4 0,-2 5 0 16,-8-6 1-16,-9 3 0 0,7-3-3 0,-5-3-1 15,-5 0 1-15,-29 1 1 0,-2 1 2 0,-1-3-1 16,-3 4 2-16,-4-2 2 0,-17-1 1 0,-4 5 2 16,-5-3-1-16,-9 3-1 0,-3-3-1 0,-5 3-15 15,-2 0 10-15,-10 1 2 0,13 0-1 0,-13 0-5 16,12-1-13-16,-12 1-19 0,0 0-21 0,0 0-31 15,0 0-33-15,0 0-31 0,0 0-48 0,-39 1-62 16,21 1-174-16,0 1-452 0,1-1 200 0</inkml:trace>
  <inkml:trace contextRef="#ctx0" brushRef="#br0" timeOffset="3841.99">9290 842 82 0,'0'0'191'0,"0"0"-9"15,0 0-4-15,0 0-15 0,0 0-7 0,0 0-4 16,0 0-12-16,0 0-11 0,0 0-8 0,0 0-13 15,0 0-14-15,0 0-8 0,0 0-10 0,0 0-10 16,0 0-3-16,0 0-6 0,0 0-7 0,0 0-3 16,0 0-3-16,22-45-4 0,18 41-8 0,0 1-2 15,17-3 2-15,-2 3-12 0,-1 2 3 0,-2-1-2 16,-16-2-3-16,-2 1 0 0,-34 3-2 0,64-1-11 16,-33-2-18-16,-31 3-27 0,42 0-32 15,-42 0-44-15,0 0-51 0,42 2-172 0,-42-2-367 16,0 0 162-16</inkml:trace>
  <inkml:trace contextRef="#ctx0" brushRef="#br0" timeOffset="4160">9329 810 14 0,'0'0'202'0,"0"0"-2"0,0 0-13 0,0 0-13 15,0 0-15-15,0 0-21 0,0 0-16 0,0 0-8 16,0 0-14-16,0 0-10 0,0 0 11 0,0 0-4 16,-8 60 1-16,9-32 9 0,-1 6-8 0,0 14-3 15,0-3 2-15,-7 5-7 0,4-5-4 0,0-10-3 16,1 1 0-16,0 0 7 0,-2 0-10 0,1-2-8 16,1-3-1-16,-2 0-6 0,1 2 1 15,2-4-12-15,-4 2-1 0,2-4-7 0,3-1-5 16,0-8-3-16,-2 7-3 0,2-6 1 0,-1-1-6 15,-1-1-2-15,0 0 1 0,0-6-5 0,1 1-23 16,1-12-20-16,-6 23-28 0,3-13-23 0,3-10-33 16,-4 16-34-16,4-16-35 0,-7 10-49 0,7-10-224 15,0 0-479-15,0 0 213 0</inkml:trace>
  <inkml:trace contextRef="#ctx0" brushRef="#br0" timeOffset="4347.68">9176 1378 1817 0,'0'0'13'0,"3"-16"-19"0,-3 16 11 0,0 0-11 16,11-7-4-16,-11 7 15 0,18-4-1 0,-6 0 16 15,7 0 13-15,3 3-1 0,11-7 0 0,-1 6-3 16,4-4 1-16,4 3-2 0,13-1-3 0,1-2-5 16,-14 3 1-16,12-1-19 0,-15 3-27 0,2-2-28 15,-2-1-37-15,0 2-37 0,-4 0-38 0,0 0-108 16,-11 1-295-16,0-1 131 0</inkml:trace>
  <inkml:trace contextRef="#ctx0" brushRef="#br0" timeOffset="4553.91">10000 1243 43 0,'0'0'224'0,"0"0"1"0,0 0-7 0,0 0-1 15,0 0-10-15,0 0-12 0,0 0-15 0,-1-13-21 16,1 13-19-16,0 0-11 0,0 0-19 0,0 0-15 15,0 0-6-15,0 0-11 0,0 0-11 16,5 33-4-16,-5-17-6 0,-3 2-5 0,3 0-5 16,-1-1-1-16,0 8-13 0,-1-8-28 15,1 0-20-15,1 3-30 0,-1-3-42 0,1-17-55 0,-3 32-77 16,1-17-144-16,2-15-391 0,-2 21 173 0</inkml:trace>
  <inkml:trace contextRef="#ctx0" brushRef="#br0" timeOffset="4733.85">10197 926 1 0,'0'0'187'0,"0"0"-41"0,0 0-47 0,0 0-37 0,0 0-40 16,0 0-48-16,0 0-57 0,0 0-87 15,0 0 38-15</inkml:trace>
  <inkml:trace contextRef="#ctx0" brushRef="#br0" timeOffset="5084.99">10313 1343 145 0,'12'3'208'0,"-12"-3"-9"15,0 0-11-15,28-12-16 0,-12 4-7 0,2-1-16 16,6-4-12-16,3-2-11 0,0 0-8 0,0 0-11 16,0-2-6-16,-2-4-20 0,0 5-2 15,-5-2-10-15,2 0-7 0,-4-2-8 0,-6 8-4 0,-5 2-5 16,-2-1-6-16,-3 1-1 0,1 1-5 16,-3 9-7-16,0-16-4 0,0 16-4 0,-13-15-1 15,4 11-5-15,-2 1-3 0,-8 0-4 0,-1 2 1 16,-1 5 3-16,-1-1-9 0,-5 6 0 0,3 1 8 15,-2 6-3-15,6-1-3 0,-2 3-3 0,6 1 3 16,-1 2 2-16,8-3 5 0,3 1-3 16,0 0 2-16,5 1-1 0,2-1 4 0,2 1-5 0,6 4 8 15,5-4-4-15,4 0 1 0,6-2-1 0,4-1 3 16,4-3-3-16,2-1-2 0,0 2-25 0,3-8-31 16,-1 3-45-16,0-4-58 0,-8 0-58 0,-9-1-144 15,0-5-381-15,-6 2 168 0</inkml:trace>
  <inkml:trace contextRef="#ctx0" brushRef="#br0" timeOffset="5338.61">10903 1002 51 0,'4'-6'262'0,"-4"6"-17"0,2-11-10 16,0 6-22-16,-2 5-21 0,4-6-18 0,-4 6-22 15,0 0-18-15,0 0-12 0,0 0-7 0,10 14-5 16,-5 1-5-16,0 5 4 0,1 5-2 0,0 2-6 16,-1 3-9-16,2 0-6 0,-6-1-11 0,2-2-2 15,0 2 1-15,0 0-13 0,-3 0-1 0,1-3-2 16,-1 2-11-16,3-8-17 0,-3 11-27 0,2-4-37 16,3-2-40-16,-1-7-41 0,-3 0-58 15,4-2-62-15,-1-5-175 0,-3 1-443 0,3-1 197 16</inkml:trace>
  <inkml:trace contextRef="#ctx0" brushRef="#br0" timeOffset="5799.74">11440 1220 51 0,'-6'-9'237'15,"-2"3"-12"-15,-3-1-8 0,-1 0-9 0,-5 1-12 16,-3 2-12-16,1 1-13 0,-2 4-13 0,1 3-18 15,0 2-12-15,-5 4-12 0,1 4-12 0,2 2-9 16,1-2-11-16,6 8-3 0,3-8-7 0,2 1-9 16,2 1-5-16,1 3-7 0,3-2-10 0,2-1 0 15,3 0-3-15,3 1 0 0,4-2-8 0,-2-5 3 16,6 3-2-16,0-1-8 0,-2-4-8 0,5 1-8 16,0 0-9-16,2-3-8 0,-3-4-10 15,0 0-1-15,4-2-5 0,-18 0-8 0,27-4-9 16,-11-4 0-16,0-2-3 0,-3-3-8 0,0-4-9 15,3-5 6-15,-6-2 8 0,-4-3-2 0,2-6 5 16,-2 1 5-16,-4 0 17 0,1-14 13 0,-3 11 6 16,2 0 15-16,-2-13-3 0,1 14 17 0,-1 34 9 15,5-63 15-15,-4 33 7 0,-1 30 10 0,4-39 4 16,-4 39 17-16,0-35 8 0,0 35 1 0,0 0-3 16,0 0-10-16,3-32-14 0,-3 32-15 0,0 0-7 15,0 0-6-15,0 0-4 0,6 12-1 0,-6-12 2 16,6 55 0-16,-4-22-4 0,-1 14 3 0,1-1-11 15,-2 1 3-15,0-11-5 0,-2 0-2 16,4-2 4-16,-5 10-2 0,4-8-4 0,-2-1-1 0,2-1 3 16,-1 0-27-16,2-2-41 0,0 0-30 0,1-3-60 15,-1 0-52-15,2-3-83 0,-5-2-245 0,2-6-558 16,-1-5 248-16</inkml:trace>
  <inkml:trace contextRef="#ctx0" brushRef="#br0" timeOffset="6434">12517 1038 1666 0,'12'-14'13'0,"-12"14"32"0,0 0 10 16,23-34-13-16,-23 34-8 0,0 0 14 0,6-29 14 15,-6 29-21-15,0 0 5 0,0 0 1 0,0 0 2 16,-33-31 2-16,33 31 2 0,0 0 2 0,-56 9-3 16,29 1-23-16,-1 6-4 0,1 0 2 0,2 5-4 15,4 1-4-15,4 2-1 0,4 2 2 0,2-1-6 16,8-5 3-16,1 6-2 0,5-1 3 0,4-1-5 16,4 1 5-16,4-2-5 0,4-3 0 0,5-1 0 15,-1-1-13-15,-1-4 2 0,5-1 3 0,-7-6-5 16,-2-2 4-16,0 0-3 0,-5-2-2 0,1 0-1 15,-14-3 2-15,23 2-1 0,-12-4 2 0,-11 2 2 16,15-2 3-16,-15 2-7 0,0 0 7 0,12-9-3 16,-12 9-1-16,0 0-1 0,0 0 3 0,-25-22-5 15,12 17 5-15,-1 0 0 0,-4 1 5 0,-4 0 1 16,-1 3-3-16,-4-2 4 0,4 3-2 0,-8 4 8 16,1 4 2-16,2 2-5 0,1 0 4 0,0 2 4 15,2 1 3-15,1 3-5 0,3 0 5 16,3 4 0-16,2 3-4 0,7-7-1 0,3 0 1 15,3 1 2-15,1 4-6 0,7-7 2 0,2 10 1 16,4-2 0-16,6 0 0 0,5-4-4 0,4-3 3 16,3 2-4-16,5-6-7 0,2-1-30 0,13 0-18 15,0-4-33-15,-10 0-37 0,2-3-39 0,9-3-42 16,-14-1-60-16,-1 1-137 0,-7-7-421 0,3 2 186 16</inkml:trace>
  <inkml:trace contextRef="#ctx0" brushRef="#br0" timeOffset="10725.45">13373 965 159 0,'0'0'153'0,"0"0"-12"0,0 0-18 16,0 0-10-16,0 0-14 0,-15-22-10 0,5 27-6 15,-1 3 7-15,-1 4 2 0,-5 10-3 0,-3 1 0 16,2 4-5-16,-2 4 2 0,-7 14 5 0,3 1-10 15,3-3-7-15,1 0-5 0,2 1-3 0,0 1 0 16,9-12-10-16,-1 14-1 0,8-11 2 16,0 12-3-16,2-3-7 0,0-11 5 0,4-3-6 15,2 1-5-15,0-1 2 0,-1 0-4 0,1-1-4 16,1 0-6-16,-2-4-6 0,-1-7-12 0,1 1-16 16,-1-2-9-16,0-4-26 0,1 2-8 0,-1-5-17 15,1-1-34-15,-5-10-30 0,3 14-33 0,-3-14-32 16,0 0-102-16,0 0-318 0,0 0 140 0</inkml:trace>
  <inkml:trace contextRef="#ctx0" brushRef="#br0" timeOffset="10892.3">13090 1484 17 0,'36'-9'87'0,"-2"1"-17"0,2 0-1 15,2 0-10-15,-2-1-1 0,0 1-16 0,-9 0-25 16,5-1-23-16,1 1-21 0,-8-3-38 16,-4 5-69-16,-6-3 30 0</inkml:trace>
  <inkml:trace contextRef="#ctx0" brushRef="#br0" timeOffset="11127.84">13495 1111 132 0,'0'0'138'0,"0"0"-14"0,0 0-13 0,-9-11-11 16,9 11-11-16,0 0 6 0,0 0 2 0,-27 19 1 16,16-4 2-16,-3 10 6 0,-3 4-7 0,2 3-1 15,0 11-2-15,1 3-5 0,1 4-4 0,1-7-9 16,2 4-4-16,3-2-1 0,0-13-14 0,2 0 0 16,5-2-2-16,-2 3-4 0,0-3-7 0,2-3 3 15,0 2-9-15,4-3-5 0,-4 0-6 16,5-7-11-16,-5-1-20 0,3-1-21 0,-1 2-23 15,0-2-40-15,0-1-50 0,0-7-42 0,-2-9-132 16,0 20-337-16,0-20 149 0</inkml:trace>
  <inkml:trace contextRef="#ctx0" brushRef="#br0" timeOffset="11465.98">13333 1626 140 0,'21'-10'147'0,"2"-4"-11"0,7 1-12 0,3-2-11 16,-1 2-8-16,4-2-8 0,-2 2-8 0,2-1-10 16,13-3-2-16,-15 6-10 0,0-2-8 15,-5 0-6-15,-3 1-2 0,-1 1-4 0,-9 2-2 16,-1-1 2-16,0 1-2 0,-7 1-3 0,1 0 3 16,-1-1-6-16,-2-2 6 0,-4 6 2 0,-2 5-5 15,4-17-7-15,-4 17 1 0,-4-13-10 0,-2 5 5 16,-4 3-9-16,1 1-1 0,-4-1 1 0,-5 3-6 15,0 3-1-15,0 0 2 0,-4 1 3 0,-4 5-5 16,7 0 1-16,1 2 2 0,2 4-5 0,-6 3 1 16,7-3 1-16,2 1 4 0,3 3-6 0,0 1 1 15,6 0 0-15,1 1-3 0,4-2-1 0,5 0 3 16,1 1 2-16,4-1-5 0,7 3 0 0,2-2-8 16,5-2-22-16,4-2-29 0,1-2-39 0,3-5-38 15,1-2-35-15,-3 2-143 0,3-2-328 0,-5-3 145 16</inkml:trace>
  <inkml:trace contextRef="#ctx0" brushRef="#br0" timeOffset="11685.63">14222 1349 124 0,'0'0'160'0,"-11"-7"-17"0,4 5-7 15,7 2-1-15,-20 2 0 0,3 2-11 0,-2 3-3 16,4 2-1-16,-2 3-1 0,-4 3-5 0,5-1-8 15,1 7-12-15,2-4-8 0,3-2-7 0,3 3-8 16,0 0-7-16,5 0-5 0,4-4-7 0,-2 3-5 16,7-2-2-16,2-2-18 0,4 1-23 15,3-3-15-15,4 0-26 0,-2-3-33 0,3-2-32 16,6-1-25-16,2-3-27 0,-8 0-124 0,-2-4-300 16,3-1 133-16</inkml:trace>
  <inkml:trace contextRef="#ctx0" brushRef="#br0" timeOffset="11896.02">14377 1251 104 0,'1'-12'192'0,"-1"12"-1"0,0-19-14 15,0 19-17-15,-3-10-20 0,3 10-17 0,0 0-11 16,0 0 1-16,0 0-4 0,0 0 14 0,0 0-3 16,3 50-5-16,-7-23-5 0,3-1-12 0,-3 3 0 15,4 2-4-15,-3-3-5 0,2 2-9 16,1-2-1-16,-2-2-10 0,1 2-9 0,-2 0-2 15,3-3-17-15,0-6-24 0,0-1-27 0,-2 0-20 16,4-1-26-16,-6 1-27 0,4-18-51 0,2 20-39 0,-2-20-192 16,0 17-394-16,0-17 174 0</inkml:trace>
  <inkml:trace contextRef="#ctx0" brushRef="#br0" timeOffset="12050.98">14357 1488 1199 0,'0'0'84'15,"-2"-16"22"-15,2 16-51 0,0 0-14 0,-2-16-6 16,2 16-8-16,0 0 8 0,0 0-5 0,0-14-10 16,0 14 0-16,0 0-2 0,13-9-5 0,-1 4-5 15,7 1-27-15,8-1-36 0,5 0-54 0,5 1-143 16,1 0-272-16,20-2 121 0</inkml:trace>
  <inkml:trace contextRef="#ctx0" brushRef="#br0" timeOffset="12280.94">15284 1073 122 0,'0'0'213'0,"0"0"-24"0,-1-11-17 15,1 11-13-15,18-6-19 0,9-4-12 0,4 4-7 16,9 0-11-16,14-4-15 0,5 2-7 15,-2 2-11-15,-2 2-7 0,-3-3-9 0,-16 4-10 16,-1 1-16-16,-2 2-22 0,-5 0-39 0,-7 0-41 16,-2 0-37-16,-7-2-56 0,-1 2-89 0,-11 0-268 15,0 0 120-15</inkml:trace>
  <inkml:trace contextRef="#ctx0" brushRef="#br0" timeOffset="12506.49">15625 1002 38 0,'-10'-4'174'0,"10"4"-12"0,0 0-25 16,0 0-13-16,0 0-6 0,-8 9 0 15,8-9-1-15,-3 23 0 0,3-7-9 0,-2 9-4 16,0 3 1-16,-1 2-1 0,1-1-7 0,-1 0-5 16,1 1-4-16,-1 2-3 0,0-4-7 0,1 0-5 0,-1 2-4 15,-2-1-8-15,1 0-4 0,3-3-7 0,-3 1-5 16,3-1-4-16,-2 0-13 0,1 0-30 0,-2-1-30 15,2-7-38-15,-1 0-60 0,0-1-58 16,-1 0-140-16,1-2-356 0,-1-3 158 0</inkml:trace>
  <inkml:trace contextRef="#ctx0" brushRef="#br0" timeOffset="13197.62">15756 1253 20 0,'1'-5'218'0,"-1"5"-26"0,2-9-16 0,-2 9-19 15,8-4-7-15,-8 4 1 0,19 6-6 0,-8 1-13 16,5 4-12-16,2 0-14 0,5 6-4 0,-2 1-11 16,-1 1-9-16,-1 2-2 0,-1 1-9 0,-4 0-8 15,-4-6-10-15,1 7 0 0,-3-5-5 0,-2-2-4 16,-3 1-7-16,-3-2-3 0,0 1-6 0,-6-1 1 15,0-6-13-15,-3 1-4 0,-3 1-8 0,-4-5-5 16,-1 1-2-16,-1-1 3 0,0-5-3 0,0-1 0 16,7-1 5-16,-2 0-2 0,4-3 8 0,0-2-7 15,0 1 1-15,9 5 2 0,-9-15-5 0,8 5 5 16,1 10 1-16,5-22-4 0,5 9 1 0,3 3 0 16,10-6-7-16,1 2 6 0,3 2 4 0,4-3-7 15,3 1 1-15,1 2 1 0,-2-1 0 0,0 1 3 16,-1 1 0-16,2 1-3 0,-2-3 0 0,-4 1 2 15,-2 1-5-15,-1 1 7 0,-7 0-2 0,-3 1 1 16,-2-1-1-16,-3 1-1 0,0 1 5 0,-2 0-3 16,-3-2 2-16,0 2 7 0,-2 0-2 15,2 0-5-15,-5 8 5 0,2-14 4 0,-2 14-6 16,0 0-2-16,-1-14-2 0,1 14 4 0,0 0-3 16,-15-6-8-16,15 6 3 0,-17 5 1 0,0 5 3 15,-2-2 6-15,-3 11 6 0,-2 0 7 0,3 3-2 16,0-2-2-16,3-1 2 0,7-3-1 0,-1-2-2 15,3 2-4-15,5-5 0 0,1 0 1 0,1 2-5 16,2-13 2-16,3 23 0 0,5-14 2 0,1-1 3 16,4 1-2-16,6-3-1 0,9 0-2 0,-2-1-1 15,4-3-2-15,-9-4-4 0,-1 1 4 0,1-3-4 16,-3-3-2-16,0 0 2 0,0 2-1 0,-5-5-8 16,0 3 5-16,-4-1-3 0,1-6 0 15,-5 2 1-15,3-3-3 0,-3 4-5 0,-3 1 9 16,1 3-5-16,-3 7 3 0,2-12 6 0,-2 12-2 0,3-9-3 15,-3 9-2-15,0 0-3 0,0 0 0 0,0 0-1 16,0 0 9-16,0 0 1 0,0 0 5 0,-13 25 3 16,7-11-4-16,1-1-4 0,-2 1 5 15,5 2 2-15,-2 1-4 0,1 1-1 0,3 0-19 0,0 0-30 16,2-1-30-16,0 2-39 0,2-4-56 16,2 1-44-16,-2-2-168 0,-4-14-413 0,7 20 182 15</inkml:trace>
  <inkml:trace contextRef="#ctx0" brushRef="#br0" timeOffset="14272.48">16590 1365 56 0,'4'-9'191'0,"-4"9"-22"16,0 0-14-16,5-7-1 0,-5 7-10 15,0 0 9-15,0 0 3 0,0 0-10 0,5 35-15 0,-3-22-8 16,-1-1-10-16,-2 3-5 0,2 2-10 15,-2-2-2-15,2 1-11 0,-1-16-8 0,0 22-7 16,0-22-6-16,0 17-1 0,1-7-8 0,-1-10-6 16,0 0 1-16,0 16 6 0,0-16 12 0,0 0 17 15,0 0 8-15,0 0-10 0,0 0-2 0,0 0-10 16,0 0-8-16,0 0 0 0,0 0-3 0,0 0-11 16,0 0-1-16,-9-41-7 0,9 41-4 0,0-26-3 15,1 9-4-15,-1-1-8 0,4 2-2 0,0 0-2 16,1 2-1-16,2 0-4 0,0-2-2 0,1 3-3 15,-2 2 0-15,6-1-2 0,-3 2 2 16,0 4-3-16,0 1-6 0,0 1 4 0,2 0-8 16,-11 4 1-16,18-3 1 0,-18 3-5 0,19 3 3 0,-19-3 5 15,21 10-8-15,-14-3 1 0,2 1 5 0,-4 1-6 16,2 1 6-16,-1 1-2 0,-2 0 4 0,1 2-4 16,-5-13 3-16,4 21 7 0,-2-9-8 15,1-2-2-15,-3-10 7 0,5 18-1 0,-5-18-2 16,4 14 4-16,-4-14-4 0,8 10 1 0,-8-10 5 15,20 13-3-15,-8-12-3 0,3 1 0 0,0-1-3 16,4 2-4-16,1-3-8 0,-6-1-5 0,5-2 5 16,-2-1-15-16,0-4 2 0,-1 1-4 0,-4 0 1 15,-1 1-8-15,3-7-5 0,-3-2-2 0,1 1 2 16,-3-5-3-16,-2 4 6 0,0-4 5 0,-2 1 5 16,-2 6 2-16,0-6-2 0,-1 6 4 0,-2 3 5 15,0 9 2-15,-2-17 11 0,2 17 0 0,-1-12 2 16,1 12-2-16,0 0-6 0,-2-11 1 0,2 11 3 15,0 0-3-15,0 0 3 0,0 0 2 0,0 0 1 16,-12 35 1-16,11-19 8 0,-5 1-3 16,6 1 4-16,0 1 1 0,2 5 2 0,-1-6 2 15,2 8 6-15,-2-7 0 0,0-1 0 0,2 1 2 16,2-2-4-16,-5-1 0 0,-1 0 3 0,2-3-6 16,-1-13 3-16,-1 20-1 0,1-8 0 0,0-12 0 15,0 0 0-15,-2 17 2 0,2-17-4 0,0 0 1 16,0 0 1-16,-7 7-3 0,7-7 3 0,0 0-1 15,0 0 0-15,0 0-6 0,0 0-2 0,0 0 0 16,0 0 1-16,6-48-4 0,3 34 4 0,1 4-2 16,0-3-1-16,3 0 2 0,3 0-1 0,-1 1-3 15,2 1 1-15,-1-3 4 0,2 3-4 0,0 1 0 16,-3-3 4-16,2 3-2 0,-3-2-2 0,1 5 1 16,-7-2 1-16,2 3 4 0,-1-4-3 0,0 1-2 15,-3 2 6-15,0 0-2 0,0 1-1 0,-6 6 0 16,9-11 2-16,-9 11 0 0,4-8-3 0,-4 8-1 15,4-7 3-15,-4 7-2 0,0 0-3 0,0 0 0 16,6-6-2-16,-6 6-5 0,0 0 0 16,0 0 6-16,0 0 8 0,0 0 8 0,-13 33 2 15,8-24-1-15,1 3 1 0,2-2 3 0,-1 3-1 16,3-13-4-16,0 20 3 0,1-7-4 0,-1-13 5 16,8 23-4-16,-4-14-1 0,1-2 1 0,3 2 0 15,-1-2-4-15,-7-7 0 0,21 9 0 0,-11-4 0 16,4-3 2-16,-1-1 3 0,-13-1-2 0,24-5-4 15,-12 2 5-15,-1-3-1 0,2 2 0 0,-3-5-1 16,-1 1-4-16,-1-1 4 0,3-4-6 0,-3-2-6 16,0 1 1-16,-1 0 1 0,0 3-1 15,-1-1-4-15,-2 2 4 0,0 1-4 0,-4 9 5 16,5-12 0-16,-5 12-7 0,1-9 1 0,-1 9-4 16,0 0-2-16,0 0-1 0,0 0 1 0,0 0 7 0,0 0 2 15,0 0 8-15,0 0 1 0,4 40 0 0,-7-27-2 16,0 3 8-16,-1 1-3 0,0 2-6 15,-1-2-8-15,-3 1-21 0,4-6-21 0,0 3-24 0,-1 2-25 16,0-5-26-16,-4 2-45 0,3-2-64 16,-1-2-208-16,7-10-475 0,-20 22 210 0</inkml:trace>
  <inkml:trace contextRef="#ctx0" brushRef="#br0" timeOffset="14448.68">17270 1164 58 0,'-4'-12'178'16,"4"12"-29"-16,0 0-36 0,-1-9-29 0,1 9-41 16,0 0-60-16,18-2-85 0,-18 2-110 0,31 6 49 15</inkml:trace>
  <inkml:trace contextRef="#ctx0" brushRef="#br0" timeOffset="14711.69">17889 1016 23 0,'0'0'267'0,"4"-10"-4"0,-4 10-8 0,3-8-22 0,-3 8-19 15,0 0-21-15,0 0-25 0,0 0-21 16,0 0 2-16,0 0-3 0,2 31 6 0,-6-4-7 15,-1 2-9-15,0 3-1 0,-4 2-5 0,4-1-13 16,-2-3-9-16,3 2-6 0,0-4-10 0,-1 3-5 16,3-4-11-16,-4-2-6 0,2-1-4 0,2 4-3 15,2-9-8-15,-1-1-17 0,0 1-34 0,1-3-45 16,-3 3-24-16,6-3-28 0,-3-5-32 0,0-11-27 16,0 19-31-16,0-19-22 0,0 15-5 0,0-15-8 15,0 0-173-15,0 0-423 0,0 0 188 0</inkml:trace>
  <inkml:trace contextRef="#ctx0" brushRef="#br0" timeOffset="15069.48">17770 1364 120 0,'0'0'152'0,"-5"-15"0"0,2 4 4 15,3 11-7-15,0 0-8 0,-2-15-12 16,2 15-11-16,0 0-15 0,5-13-9 0,-5 13-10 16,19-6-10-16,-2 3-3 0,2 0-6 0,3 1-9 15,-1 3-9-15,1-2-2 0,6 1-5 0,-9 1-6 0,0 0-2 16,-1-1-2-16,-5 4-8 0,-1-3 1 15,0 1-1-15,-1 2-6 0,-2 0-5 0,-9-4-1 16,12 8 10-16,-5 0-3 0,-4-2 6 0,1 2 1 16,-4-8 2-16,6 13 2 0,-6-13 6 0,2 15-2 15,2-6-1-15,-4-9 0 0,5 15-4 0,-4-9-8 16,-1-6 8-16,8 10-3 0,-8-10-3 0,10 12-2 16,-1-9 0-16,-9-3 0 0,21 7-5 0,-9-6 1 15,1 0-1-15,0-1-1 0,0 0 3 0,-1-2-4 16,1-3 1-16,-1 0 3 0,-2-1 0 0,0-1-3 15,-2-2-2-15,-2 0 2 0,2-2-1 16,-6 0 0-16,0-4-7 0,-2-2 4 0,-3 5-4 16,-3 2-2-16,-2-4-6 0,0 4 3 0,-1 2-1 15,-2-1-7-15,-3 3-12 0,0 2-13 0,-3 1-22 16,-2 2-24-16,-1 2-31 0,0 4-34 0,1 2-35 16,-4 6-158-16,0 1-363 0,7-2 161 0</inkml:trace>
  <inkml:trace contextRef="#ctx0" brushRef="#br0" timeOffset="15507.96">18197 1515 166 0,'0'0'214'0,"15"-5"-9"16,-4 1-11-16,0-1-15 0,-1 0-17 16,3 0-10-16,-2-3-11 0,5-1-17 0,-1 1-2 15,-1-2-15-15,0 0-8 0,4-2-7 0,-3-1-5 16,1 2-11-16,-5-2-6 0,4-3-7 0,-4 0-1 0,-2 0-12 15,2-9-3-15,-5 8-1 0,2-1-9 16,-1 2-4-16,-6 4 6 0,2 0-2 0,-2 2-5 16,1 1 4-16,-2 9-2 0,0-14-6 0,0 14-4 15,-3-13-1-15,3 13-5 0,-8-9-3 0,8 9-1 16,-9-5 1-16,9 5-5 0,-8-6-1 0,8 6 1 16,-7-6-1-16,7 6-1 0,0 0-4 0,0 0 3 15,-7-7-1-15,7 7-6 0,0 0 3 0,0 0 2 16,0 0-3-16,0 0 1 0,0 0 0 0,47 9 13 15,-27-5-15-15,-6-2 1 0,6 1-1 0,-1 0 3 16,-1 0-3-16,-6 1 4 0,-1-1-9 0,1-1 6 16,-2 3-4-16,1-2 2 0,-3 0-5 0,-8-3 2 15,15 11 2-15,-9-6-2 0,-6-5-3 0,10 9 12 16,-8 0 13-16,3 1 9 0,-5-10 7 16,4 20 6-16,-3-9 5 0,-2 6 1 0,0-2-8 15,-3 2 2-15,0 1-3 0,0-1-1 0,3-1-3 16,-3 4-1-16,4-3-12 0,0-1-24 0,0 0-33 15,2 3-34-15,3-2-43 0,0-1-55 0,1-6-63 16,3 2-232-16,4-1-501 0,-4-3 222 0</inkml:trace>
  <inkml:trace contextRef="#ctx0" brushRef="#br0" timeOffset="15659.34">18997 1435 94 0,'0'0'127'16,"0"0"-22"-16,0 0-36 0,-28-9-51 0,28 9-88 0,0 0-74 15,0 0 33-15</inkml:trace>
  <inkml:trace contextRef="#ctx0" brushRef="#br0" timeOffset="17567.8">9082 1917 87 0,'-14'-2'95'0,"9"0"-15"16,5 2 12-16,-9-4-10 0,9 4-6 0,-9-4 3 15,9 4-14-15,-9-3-7 0,9 3 6 0,-6-4-14 16,6 4-5-16,0 0-1 0,-9-4 1 0,9 4-11 15,0 0 3-15,0 0 8 0,-12-6-8 0,12 6-4 16,0 0-4-16,0 0 8 0,0 0-7 0,0 0-7 16,0 0 7-16,0 0-10 0,0 0 1 0,-11-3-8 15,11 3 2-15,0 0 1 0,0 0-12 0,0 0 3 16,0 0 3-16,0 0-6 0,0 0-2 0,0 0 15 16,0 0 4-16,0 0 6 0,0 0 0 0,22 19 11 15,-13-13-6-15,0-1 4 0,3 0-2 0,6 1 2 16,3-2-1-16,9 3 2 0,4-2 2 0,-2-2-4 15,20-1 0-15,1 2 3 0,0-3 27 0,5-1-4 16,-1-1-5-16,7 2-8 0,-3-4 2 0,1 3-3 16,3-2-12-16,-3 0 4 0,1 2-5 15,0-3-3-15,-3 1 0 0,-1 2-3 0,2-2-3 16,3 1-2-16,-3-1-4 0,2 1-6 0,-1 0 4 16,-2 3-5-16,2-2 4 0,-2 2-4 0,0 0 0 15,-3-2-5-15,-3 1 3 0,3 2 1 0,0 1-4 0,-2-2 1 16,2 0-2-16,-3 0-1 0,2 1 0 15,-2-2 1-15,0 3 3 0,0-3-2 0,-1-1-1 0,-1 2 0 16,2 2-1-16,-14-3-1 0,12-1 1 16,-1 1-3-16,-13-2-1 0,15 3 6 0,-2 1 0 15,-13-2-5-15,16-1 2 0,2 3 0 0,3 0-4 16,-3-3 1-16,3 3 1 0,-2 0-1 0,5-2 2 16,1 0 4-16,-2 2-6 0,0-2 0 0,-3-1 1 15,2 4 1-15,-4-4-3 0,3 0 0 0,-3 0 6 16,0-2-3-16,-2 2 5 0,1-3-9 0,2 4 3 15,-1-2-1-15,1 1 1 0,-3-4 0 0,4 3 0 16,3-2 7-16,-4 0-3 0,0 3 0 0,8-2 5 16,-9-1-6-16,5 3 4 0,-5-3 2 0,-2 1-3 15,-3 0 1-15,1 2-4 0,-12-1 5 0,12-1 0 16,0 0-6-16,-12 2 3 0,0-2 4 0,10 2-4 16,-12 3-5-16,4-4 4 0,-4 1 4 0,13-2-6 15,-13 1 4-15,0 2-8 0,2-4 10 0,0 1-4 16,14 2 1-16,-14-2 1 0,-3 0 0 15,1 1 1-15,14-2-1 0,-13 3 2 0,12-2 1 16,0 4 1-16,-11-4-1 0,8-2 1 0,-12 4 0 16,5-1-8-16,10-1 4 0,-12 2 1 0,14-1 1 15,-3 1-2-15,-12-2-1 0,16 2 2 0,-14-3-2 16,-1 3 1-16,2 0-1 0,-3-2 1 0,15 3 3 16,-15-2-1-16,16-3 0 0,-15 3 1 0,12-3-2 15,-12 2-1-15,13 1 0 0,-13-2-1 0,0 1 1 16,0 0-3-16,1 0 1 0,0 1 1 0,0-2-3 15,12 2 1-15,-12 0 5 0,12-3 1 0,-1 1 2 16,-15 1 0-16,1-2-5 0,0 3 5 0,14-1-3 16,-17-2-2-16,-3 4 0 0,3 0-1 0,2-2 1 15,-2-1 4-15,3 2 5 0,0 0-6 0,1-3 3 16,1 3-2-16,-1-1-3 0,-1 0 1 0,0 2-2 16,3 0 1-16,11-1-3 0,-17 0-3 0,6 1 3 15,0 0-14-15,-2-1 16 0,-1 1-4 0,3-3-1 16,12 5 4-16,-16-4-3 0,0 1 3 0,-2 0-1 15,3 2-3-15,-2-1-9 0,-1 1 9 16,1-1-1-16,2-1-1 0,-3 5 4 0,6-3-1 16,-4-1 0-16,1 1 4 0,3-1-3 0,-1 0 4 0,14 1 2 15,-1-2-4-15,-1 2 2 0,-13 1 0 0,-4-3 1 16,4 4-5-16,-1-3-1 0,2 0 3 16,-3 2 6-16,1-3-8 0,-2 2 3 0,2 1-5 15,0-2-2-15,-1 1 4 0,-4 0-4 0,5 0 3 16,-1 0-6-16,3 1 3 0,-4-1-2 0,-2 0 6 15,-1-1-2-15,-4 0-1 0,3 0-1 0,-3 0 1 16,-9 2 1-16,3-2 0 0,-1 0 10 0,5 2 0 16,-6-3-1-16,3 2-5 0,-3 1 10 0,0-4-2 15,-6 4 2-15,3-2 2 0,-2-2 4 0,-2 1 2 16,0 1-3-16,-2-1 5 0,-11 1-2 0,22-2-6 16,-9 2 2-16,-13 0 1 0,20-1-8 0,-11 1-7 15,1-1 8-15,-10 1 2 0,19-2-8 0,-19 2 0 16,13-1 4-16,-13 1-2 0,12-1 0 0,-12 1-9 15,11-1-1-15,-11 1 4 0,0 0-6 0,18 0 6 16,-18 0 3-16,0 0-4 0,12-3-3 0,-12 3 1 16,0 0-18-16,0 0-6 0,10 0-12 0,-10 0-11 15,0 0-15-15,0 0-32 0,5 3-11 0,-5-3-34 16,0 0-36-16,0 0-40 0,0 0-61 0,0 0-210 16,0 0-524-16,0 0 232 0</inkml:trace>
  <inkml:trace contextRef="#ctx0" brushRef="#br0" timeOffset="39295.41">5055 3101 73 0,'0'-12'135'0,"-2"0"7"0,2 0-7 15,-2-7 12-15,2 7 8 0,-1-3-2 0,0 3-9 16,1-1-15-16,-1 1-5 0,1 2 0 0,-2 0 1 0,2 1-8 16,0 9-4-16,-2-11-7 0,2 11-10 15,-2-8-12-15,2 8-13 0,0 0-9 0,0 0-10 16,0 0-4-16,0 0-7 0,0 0-5 0,0 0-4 0,0 0 0 16,3 33 6-16,-3-12-1 0,0 6 1 15,-3 2 0-15,1 0-3 0,1 0-5 0,-2-1 0 16,-1-1-1-16,2-1-4 0,2 1-2 0,-1-8-2 15,-2 0 0-15,4 0 1 0,-1-2-5 0,0 0 1 0,2-1-1 16,-1 0-1-16,0-3-25 0,0-2-29 0,3-2-28 16,-3-1-10-16,-1-8-35 0,2 11-26 15,-1-4-35-15,-1-7-22 0,2 7-161 0,-2-7-384 16,0 0 169-16</inkml:trace>
  <inkml:trace contextRef="#ctx0" brushRef="#br0" timeOffset="39447.06">4971 2749 19 0,'0'0'1'0,"0"0"-5"0,13 17-3 0,-13-17 1 0</inkml:trace>
  <inkml:trace contextRef="#ctx0" brushRef="#br0" timeOffset="39672.94">5455 3002 25 0,'13'25'121'0,"-4"4"-12"16,-3 2-7-16,2 2 8 0,-4 0-17 15,0 1-4-15,-7-1-2 0,-1-1-10 0,2-2 1 16,-3-1-9-16,0-2-2 0,-2-2-8 0,-2-6-16 16,0 3 4-16,0-5 0 0,0 0-26 0,-3-3-27 15,1 0-22-15,0-6-17 0,1-1-50 0,-2-1-84 16,-2-4-193-16,1-2 85 0</inkml:trace>
  <inkml:trace contextRef="#ctx0" brushRef="#br0" timeOffset="39886.18">4852 3095 69 0,'-26'26'156'0,"0"15"-4"0,5-11-14 0,3 1-9 15,3-1-10-15,2 1-8 0,3-5-12 0,5 0-8 16,4-7-12-16,2 6-1 0,3-7-12 0,5 0-2 0,2 0-3 15,8 1-10-15,1-2-36 0,5-2-46 16,4-3-50-16,6-2-147 0,-2-2-247 0,6-2 109 16</inkml:trace>
  <inkml:trace contextRef="#ctx0" brushRef="#br0" timeOffset="40123.71">6347 2910 185 0,'0'0'184'16,"8"-4"-19"-16,-8 4-13 0,17-6-17 0,-5 4-6 0,8-4-12 16,9-1-10-16,4 0-12 0,0-1-13 0,5 0-6 15,2 2-5-15,-1 1-9 0,-1-1-9 16,-3 2-24-16,-6 1-30 0,-7 3-30 0,-1-1-29 15,-4 2-25-15,-3-2-31 0,-4 1-110 0,-3 0-243 16,-7 0 108-16</inkml:trace>
  <inkml:trace contextRef="#ctx0" brushRef="#br0" timeOffset="40325.33">6416 2895 81 0,'-5'7'133'0,"0"5"4"15,1 4-2-15,-1 3-17 0,1-2 5 0,-1 11 5 16,3 2-7-16,0-2-8 0,1 0-5 0,1 1-13 16,-1-3-5-16,1-1-13 0,0 0-4 0,0 1-10 15,0-3-3-15,0-4-6 0,0 1-12 0,0-1 3 16,0-1-24-16,1-1-31 0,-1 0-32 16,1-5-40-16,-1 0-46 0,0-1-132 0,0-11-281 0,-1 13 125 15</inkml:trace>
  <inkml:trace contextRef="#ctx0" brushRef="#br0" timeOffset="40476.49">6384 3200 63 0,'14'0'142'16,"-14"0"-12"-16,21 0-11 0,-2 0-13 0,0 0-9 15,1 1-8-15,8-1-19 0,5 0-50 0,-4 1-58 16,7 1-95-16,-3-4-145 0,3 0 64 0</inkml:trace>
  <inkml:trace contextRef="#ctx0" brushRef="#br0" timeOffset="40857.44">7165 2983 1661 0,'0'-10'22'16,"0"3"-27"-16,0 7 16 0,-4-14-12 0,-2 8-9 15,1 2 7-15,-4 1-3 0,-4 3 26 0,-3 3 9 16,-6 2 10-16,-4 1 7 0,1 5 1 0,0 2 6 15,1 2-6-15,8-2-4 0,2 1-1 16,1 0-4-16,1-1-5 0,5 1 0 0,0 1-6 0,6-3 0 16,1-1-3-16,2 2 1 0,7-1-2 15,3 2-4-15,5-4-1 0,2-1 0 0,1-5-7 0,8 2-7 16,2-3-4-16,-2-2-1 0,-9-1-2 0,-1 0 1 16,-4-1-3-16,-4 1 0 0,-2 0 3 0,-1-3-1 15,-7 3-2-15,7-4 4 0,-7 4-5 0,0 0 1 16,0 0 3-16,0 0-4 0,-24-5 8 0,6 7 1 15,-2 1-5-15,-3 0 2 0,-3 3 3 0,-4 2 8 16,2 1 1-16,0 4 9 0,-1 0 7 0,4 1-3 16,-2 3 7-16,2 0-2 0,1 3 4 15,7-7-2-15,-1 5-4 0,7-4 3 0,1 1-10 16,0-1 1-16,7 0-3 0,1-2-1 0,5 1 4 16,1-2-4-16,5 3-2 0,6-2 0 0,11-2 0 15,4-1-9-15,6-5-33 0,18 0-25 0,-1-6-53 16,6-2-46-16,-3 0-55 0,-3-3-165 0,-14 2-400 15,-1-2 176-15</inkml:trace>
  <inkml:trace contextRef="#ctx0" brushRef="#br0" timeOffset="41055.8">7476 3052 1868 0,'-2'-11'19'15,"0"0"-6"-15,2 11 5 0,-5-15-2 0,5 15-16 16,-1-9 12-16,1 9 1 0,0 0 4 0,8-17 0 15,3 10 8-15,7-1 4 0,6-1-7 16,4 1 5-16,4 1-5 0,1-1-5 0,3 2-4 0,-3 0-2 16,-1 4-14-16,-1-2-20 0,-3 3-21 0,-9 1-23 15,-1-2-42-15,-4 2-17 0,-2 0-18 0,-2 4-19 16,-4-2-84-16,-2 0-267 0,-4-2 117 0</inkml:trace>
  <inkml:trace contextRef="#ctx0" brushRef="#br0" timeOffset="41241.75">7724 2949 155 0,'0'0'161'0,"-13"-3"-1"0,13 3-14 0,0 0-11 16,-14-1-15-16,14 1-14 0,-8 5-5 0,8-5 4 15,-9 16 9-15,4-4 5 0,-1 5-3 0,-1 7-3 16,1 1-3-16,-2 0-6 0,3 1-6 0,3-6-12 16,-3 6-5-16,1-1-9 0,1 1-5 0,2-6-9 15,-2 5-2-15,1 0-7 0,-1-8-11 0,2 2-32 16,1 0-30-16,0 0-34 0,0-2-45 0,1 0-60 15,-1-2-192-15,0-2-384 0,3-2 169 0</inkml:trace>
  <inkml:trace contextRef="#ctx0" brushRef="#br0" timeOffset="41803.37">8175 3294 159 0,'17'-11'203'0,"-1"-1"-7"0,3-6-16 16,-1 6-8-16,4-5-11 0,-5 5-10 0,5-5-11 15,-2 0-13-15,-1-2-10 0,0-1-6 0,0 1-15 16,-5 3-6-16,2-6-9 0,0 1-5 16,-7 6-9-16,-2 3 3 0,-2 3 7 0,1-1-9 0,-1 2-5 15,-2 2-6-15,-1 0-2 0,-2 6-6 0,4-8-7 16,-4 8-4-16,3-6-6 0,-3 6-5 0,0 0-4 15,0 0-4-15,0 0-4 0,-23 26 2 16,12-12 0-16,1 3-3 0,0-2-2 0,2 2-2 16,-2-2 1-16,4 1-2 0,-1-4 2 0,4-1-3 0,-1 0 0 15,0-1 0-15,1 0 1 0,3-1 1 16,0 0 3-16,5-1-1 0,-1-2-7 0,3 2 4 0,3-2 2 16,0-1-1-16,2-2 2 0,2-1-1 15,5-2-4-15,0 0 3 0,0-2-5 0,-1-1 4 16,1 1 0-16,-2-4-3 0,-6 3 1 0,1-3 2 15,-1 0-2-15,-2-1 0 0,-1 0-3 0,-3 0 2 16,1-3 2-16,-2 1-6 0,-3-1 0 0,2-2 1 16,-4 4 0-16,1 0-2 0,-3-1 2 0,3-2 10 15,0 11 3-15,-1-19 0 0,1 15 1 0,0 4 4 16,0 0-3-16,-1-11-2 0,1 11 1 0,0 0-7 16,-2-7-2-16,2 7-4 0,0 0 0 0,0 0-4 15,0 0-2-15,0 0 10 0,-5 28-7 0,3-13 2 16,-1 1 3-16,-1 1-4 0,1 1 2 0,-1 0-2 15,1 1 1-15,-3-2 1 0,1-2 5 0,1 2-9 16,1 0 3-16,-2-3 2 0,1 0 0 0,3-4 1 16,-2 2 0-16,2-1-10 0,-1-2-32 0,-1 4-25 15,-1-3-29-15,0 0-35 0,-2-2-46 0,1 1-51 16,-2-1-214-16,-4 0-472 0,1-3 209 0</inkml:trace>
  <inkml:trace contextRef="#ctx0" brushRef="#br0" timeOffset="41984.97">8342 2893 2482 0,'-6'-10'4'0,"-2"2"3"16,2-1 10-16,-1 5-18 0,4-1-6 0,-3 1-1 16,6 4-10-16,-7-6-9 0,7 6-4 0,0 0-5 15,0 0-27-15,0 0-44 0,0 0-56 0,-8 17-179 16,8-17-370-16,0 0 164 0</inkml:trace>
  <inkml:trace contextRef="#ctx0" brushRef="#br0" timeOffset="42505.71">9550 2805 81 0,'1'-10'220'16,"-1"-3"-3"-16,0 6-6 0,0 7-11 0,0-12-25 15,0 12-16-15,0-8-24 0,0 8-14 0,0 0-14 16,0 0-9-16,-1 27-12 0,-3 0-4 0,0 3-4 15,-2 4-7-15,-2 10-6 0,2-8-6 0,0 11-2 16,-1-15-8-16,4 1-4 0,0-4-4 0,-2-2-5 16,3-1 0-16,1-8-3 0,-1-1 0 15,3-4-3-15,-2-2 3 0,-1-2-2 0,1-1 4 0,1-8 7 16,0 13 12-16,0-13 7 0,-1 7 0 0,1-7 8 16,0 0 3-16,0 0-6 0,0 0-9 15,0 0-3-15,0 0-3 0,0 0-5 0,0 0-9 16,0 0-3-16,0 0-8 0,7-32-18 0,1 21-6 0,5-4-2 15,7-4-11-15,3 5-4 0,0 0 0 0,3 4 1 16,1 3-3-16,-7 3-4 0,-1 2-1 16,2 2-1-16,-5 4 1 0,2 1 3 0,-7 4 5 0,1 1-1 15,-4 2-2-15,0 1 3 0,-5 4 5 16,-1 0-1-16,-6 2 0 0,-3-2 3 0,-3 1 4 16,-9 3-2-16,-4 0-2 0,-1-4 4 0,-6-2 0 15,-2-1 1-15,-3-1-1 0,0-4 3 0,1-2-3 16,2-1-7-16,2-1-16 0,2-1-14 0,8-3-26 15,2-1-26-15,6 0-51 0,1-4-44 0,3 1-56 16,0-2-133-16,8 5-407 0,-1-17 180 0</inkml:trace>
  <inkml:trace contextRef="#ctx0" brushRef="#br0" timeOffset="43145.73">10019 3087 191 0,'10'-7'190'0,"-10"7"-11"0,0 0-15 0,0 0-9 16,0 0-5-16,0 0-5 0,-29-10-9 0,15 13 0 16,14-3-11-16,-29 7-13 0,12 1 2 0,-2 2-9 15,3 1-8-15,0 1-12 0,-1 6-3 0,2-5-10 16,3 3-10-16,1-2 0 0,2 1-9 0,1-1-3 16,3-4-7-16,1 6-1 0,3-4-8 0,2 1 7 15,3-2-11-15,1-1 1 0,2-1-5 0,2-1-2 16,3-2-1-16,4 1-2 0,1-5-2 15,1 0-4-15,2 0-6 0,-1-4 1 0,0-1-10 16,-1-1 7-16,-2-1-1 0,1-2-3 0,-4-2 2 16,-1 2 0-16,-3-6-2 0,1-1-1 0,-5 0-1 15,-2 3 0-15,2-5-1 0,-3-3 2 0,0 3-4 16,-2 1 1-16,0 3-1 0,0 0 1 0,0 12 4 0,-1-13 3 16,1 13-3-16,0 0-2 0,0-16-6 0,0 16 1 15,0 0-3-15,0 0 3 0,0 0 1 16,-16 28 5-16,8-12-1 0,0 2 1 0,-5 4 1 15,7-3 3-15,0-2-3 0,2 1 0 0,2-5 0 16,2 3 3-16,2-5-1 0,-2-2 0 0,5 3 0 16,1-5 4-16,1 1-1 0,5-3 4 0,0-3-6 15,7-2 3-15,3-2-4 0,-2-1 0 0,8-7 4 16,-1 1-8-16,0-1-3 0,-2-4-3 0,-6 4 2 16,-4-2-8-16,4-7-1 0,-5 4-1 0,-2-2-9 15,4-9 4-15,-6 3 0 0,-2 0 3 0,0 7-2 16,-5-1 3-16,3 2 0 0,-3 4-1 0,0 1 4 15,-3 10-3-15,4-10-1 0,-4 10 5 0,0 0-6 16,0 0 1-16,0 0 1 0,0 0 5 0,-10 27 1 16,3-12 5-16,-2 4 2 0,4-2-1 0,-2 0 5 15,0 1 8-15,3 0 3 0,-1 0 1 0,1 0 4 16,3-2 2-16,1 1 0 0,-2-2 1 0,3-2-4 16,-1 1 7-16,1-2-5 0,0 1 0 0,1-3 1 15,0 0-3-15,2 0-1 0,-1-1-4 16,-2 2 2-16,1-3-1 0,0 2-3 0,-2-3 1 0,0-7-2 15,0 15-22-15,-2-7-24 0,2-8-19 0,-5 15-39 16,3-9-45-16,2-6-44 0,-5 9-44 0,5-9-150 16,0 0-407-16,0 0 181 0</inkml:trace>
  <inkml:trace contextRef="#ctx0" brushRef="#br0" timeOffset="43348.8">10602 3082 165 0,'0'0'192'0,"4"-5"-21"0,-4 5-4 0,0 0-1 16,0 0 10-16,6 18 7 0,-7-8-1 15,2 4-12-15,-2 4-12 0,-2 0-13 0,2 5-6 16,1-6-10-16,-3 3-17 0,3-1-8 0,-1 0-11 16,0 6-12-16,-2-7-39 0,3 0-35 0,-1-2-47 15,1-4-37-15,1-1-61 0,1 1-69 0,-1-4-147 16,-1-8-383-16,1 12 170 0</inkml:trace>
  <inkml:trace contextRef="#ctx0" brushRef="#br0" timeOffset="43509.99">10549 2876 26 0,'0'0'197'0,"0"0"-23"0,-14 11-16 0,8 0-33 15,-1 3-37-15,4 3-42 0,0 2-43 0,3 7-46 16,4 0-86-16,1-2-140 0,2-6 62 16</inkml:trace>
  <inkml:trace contextRef="#ctx0" brushRef="#br0" timeOffset="43725.59">11013 3015 171 0,'0'-12'191'0,"0"12"-6"0,0 0-13 0,0 0 1 16,-24 2 1-16,24-2 4 0,-29 14-4 0,6 0-8 16,0 2-3-16,3 5-10 0,0-2-9 0,1 5-9 15,2-3-14-15,1-2-10 0,5-2-16 0,4 0-5 16,0 0-9-16,1-1-8 0,2 0-8 16,4-4-22-16,1 4-20 0,7-1-32 0,0-5-20 0,1-1-39 15,8 3-35-15,3-5-42 0,7-3-26 0,1-1-34 16,0 0-154-16,1-5-388 0,-1-3 172 0</inkml:trace>
  <inkml:trace contextRef="#ctx0" brushRef="#br0" timeOffset="44305.38">11234 3110 101 0,'0'0'158'16,"0"0"-7"-16,-11-14-1 0,3 13 3 0,8 1 4 16,-25 6 5-16,7-1-2 0,-9 9-1 0,1 0-3 15,1 1-8-15,2 1-7 0,2 0-10 0,5-2-12 16,2-3-11-16,2 2-6 0,1 2-13 15,3-4-6-15,2-1-11 0,1 0-3 0,2-3-7 16,3-7-6-16,3 19-4 0,-3-19-4 0,8 14-8 0,-2-9-2 16,4-2-6-16,6 1-6 0,-1-4 3 0,4-2-11 15,0 0-7-15,0-3-2 0,0-3 2 0,-1 0-2 16,-3 0-3-16,-2-1-2 0,-2 0 5 16,-1-4-6-16,-3 2 1 0,0-3-3 0,0 3-1 15,-2 1 6-15,-1 1 1 0,-1 0 4 0,-1 3 8 16,1-1 1-16,-3 7-1 0,3-8-4 0,-3 8-2 15,0 0-5-15,2-9-1 0,-2 9-3 0,0 0-1 16,0 0 3-16,0 0 4 0,-8 22 3 0,6-12 3 16,-1 0-1-16,1 1-2 0,0 1-2 0,0-2 2 15,2 2-2-15,0-1 1 0,1 1-2 0,2-3-1 16,1 1 2-16,1 0-3 0,1-5 4 0,3 2-3 16,0-3 2-16,4-3-9 0,6 1-3 0,0-4-5 15,-2-2-5-15,1 3 7 0,-2-6-4 0,2-1-1 16,-3-3-3-16,-1-3 0 0,-1-1 2 0,-1-1 2 15,1-8-1-15,-6 1 2 0,1-4-5 0,-1-4 4 16,0-1-2-16,-6 0 3 0,2 0 6 0,-1 0-3 16,-2 0 5-16,0 7 8 0,-2-1 13 15,-1 8 7-15,2 0 9 0,-6 2 5 0,5 5 14 0,2 2 5 16,-4-1-6-16,4 10-9 0,-1-11-10 0,1 11-6 16,0-7-3-16,0 7-5 0,0 0 2 0,0 0-4 15,-5 37 12-15,4-12-5 0,-2 6 9 0,3 3-1 16,0-2 3-16,-3 0-5 0,2 1 9 15,-3-1-11-15,3-1 0 0,1-3-6 0,-1-1 5 0,1 1-7 16,1-4-2-16,0 0 2 0,3-6-5 0,-4 0-32 16,5-3-32-16,1 1-34 0,1-1-27 15,-3-6-30-15,2 2-30 0,1-2-29 0,-2-2-52 16,-5-7-37-16,12 7-206 0,-12-7-532 0,8 0 236 0</inkml:trace>
  <inkml:trace contextRef="#ctx0" brushRef="#br0" timeOffset="44507.58">11648 2977 144 0,'0'0'236'0,"0"-15"-1"0,-2 9-17 15,2 6-14-15,0-7-17 0,0 7-23 0,0 0 3 16,0 0 6-16,0 0 5 0,0 0 5 0,0 0-22 16,-9 42 0-16,5-18-15 0,4 2-10 0,-4-1-8 15,2 1-10-15,-1-1-15 0,1-4-9 0,1-2-13 16,4 5-18-16,0-7-29 0,-1 2-27 0,4 1-46 15,-1-2-35-15,1-2-38 0,-1-5-53 0,5 5-44 16,-2-1-245-16,-2-4-491 0,3-5 216 0</inkml:trace>
  <inkml:trace contextRef="#ctx0" brushRef="#br0" timeOffset="45017.12">11884 3146 204 0,'0'0'250'0,"1"-9"-12"16,-1 9-18-16,0 0-20 0,0 0-12 0,0 0 0 15,0 0 0-15,0 0-2 0,0 0-14 0,0 0-19 16,0 0-15-16,1 29-11 0,-1-29-14 0,3 16-9 16,-1-7-12-16,2 0-4 0,1 0-10 0,2-3-7 0,-1 2-3 15,3-2-8-15,2-1-2 0,1-2-7 16,-3-1-1-16,1 1-7 0,-10-3-6 0,21 0-3 16,-9-1 1-16,-12 1-3 0,13-7-6 0,-8 4 5 15,-5 3-8-15,12-14 1 0,-10 9-7 0,-2 5 1 16,8-14-1-16,-7 5-3 0,-1 9-7 0,3-14 4 15,-3 14 14-15,2-10-10 0,-2 10 2 0,0 0-3 16,3-9-7-16,-3 9-1 0,0 0 0 0,0 0-4 16,0 0 3-16,0 0 5 0,-9 56 12 0,3-27 3 15,-2 4-3-15,-1 16 1 0,1 0 1 0,1 0 3 16,-1 4-3-16,2-2 4 0,2 1 0 0,-1-1-1 16,2 5-1-16,2-2 4 0,-1-1-7 0,4 1 1 15,0-6 0-15,5 3 1 0,-7-3-4 0,2-1-2 16,0-11 1-16,0-2 0 0,-3 0-6 0,0-5-1 15,-1-1 2-15,0-3 2 0,2-7 0 0,-4-2 0 16,-3-3-3-16,-1-3 4 0,-3-4-12 0,0 1-15 16,-7-6-10-16,18-1-14 0,-42-7-6 15,7-3-12-15,7-4-5 0,-4-5 6 0,4-3-4 0,3-4 0 16,-5-10 1-16,12 5 0 0,7-2 2 0,0-15-3 16,7-1 2-16,7-3 0 0,9 3 7 0,2 1 5 15,5 2 4-15,5 6 5 0,4-2 3 0,7 6 5 16,0 3 1-16,3 1-1 0,1 2-3 0,4 2-10 15,1 0-18-15,4 5-20 0,1 0-32 0,0 5-28 16,-13 5-41-16,14-4-42 0,-15 8-221 16,-5 0-474-16,-1 4 210 0</inkml:trace>
  <inkml:trace contextRef="#ctx0" brushRef="#br0" timeOffset="45733.57">12741 3115 168 0,'0'-11'215'0,"0"11"-18"16,4-10-16-16,-4 3-14 0,4 2-15 0,5 2-9 15,1-1-14-15,0 3-8 0,3 2-12 0,1 2-11 16,11 6-7-16,-12 2-12 0,8 7-3 0,-8 3-6 16,1 4-4-16,-5 0-5 0,-1 3 1 0,-3 2-8 0,-5 0-1 15,-4 2-6-15,-3-2 1 0,-2-2-7 16,-5-5 2-16,1 2-8 0,-5-3 0 0,-2-5-3 15,0 1 0-15,3-9-1 0,0 0 5 0,1-2 10 16,0-2 14-16,5-1 6 0,2-3 17 0,0 0 2 16,1-1-3-16,8 0-14 0,-10-6-7 0,6 1-2 15,-1 1-8-15,5 4-4 0,0-13-9 0,0 13-2 16,9-14-20-16,-1 9 15 0,2-2-8 0,1 2-4 16,3 1-3-16,3 1-2 0,4 0 0 0,0 4-10 15,5-1-29-15,5 1-32 0,-2 0-37 0,-10 0-37 16,4 1-63-16,-2 2-62 0,0 0-217 0,-5-2-511 15,1 2 226-15</inkml:trace>
  <inkml:trace contextRef="#ctx0" brushRef="#br0" timeOffset="46093.71">13048 2923 1883 0,'-4'-32'-70'0,"4"1"84"0,0 6 36 16,-3 7 0-16,3 7-11 0,-2 1-19 0,2 2-5 15,0 8-7-15,2-7 1 0,-2 7 2 0,0 0 4 16,0 0 28-16,14 20 6 0,-10-10 3 0,5 6 4 16,0 2-1-16,0 5-8 0,-2 1 2 15,-1-5-3-15,2 4-4 0,-2-4 0 0,-2-2-7 0,1-2-2 16,-3-2-2-16,0-3-3 0,0-1 0 16,-2-9 4-16,2 13 12 0,-2-13 22 0,0 8 15 15,0-8 9-15,0 0-4 0,0 0-12 0,0 0-2 0,0 0 0 16,0 0-10-16,0 0-3 0,-2-40-10 0,4 23 1 15,1 1-8-15,4-11-14 0,0 3-2 0,4 1-11 16,0 5 0-16,-2 4-1 0,0-2-6 16,0 7 7-16,0 0-18 0,-2 3-7 0,1 4-4 15,4 1 1-15,-3 6 2 0,2 4 3 0,1 2-1 16,-4 5 3-16,3 6-5 0,-1 3-4 0,-4 2-32 16,-1 4-26-16,-3-2-38 0,-2 3-27 0,0-3-41 15,0-1-45-15,0-2-51 0,0 1-148 0,2-9-457 16,2-3 203-16</inkml:trace>
  <inkml:trace contextRef="#ctx0" brushRef="#br0" timeOffset="46492.52">13688 3015 77 0,'-1'-12'210'16,"-1"1"-6"-16,0 3-17 0,-4-1-13 0,-1 5-16 15,1-3-4-15,-4 2-7 0,-1-1 0 0,0 6-11 16,11 0-4-16,-27 6-4 0,13 1-10 0,-3 1-1 15,0 2-14-15,2 1-3 0,-1 2-12 16,3 0-5-16,-1-1-10 0,5 4-9 0,1-5-2 16,1 2-6-16,2-1-5 0,3-1-6 0,2-2-7 0,0-9 0 15,4 16-3-15,1-7-1 0,4-4-6 0,2 0 0 16,3-3-8-16,3-3-8 0,2 0 0 0,-2-2-1 16,1-4-3-16,-1-2-2 0,-2-2 2 15,3-1-3-15,-7-4 0 0,7-5 2 0,-9-4-2 16,2-1-2-16,-4-2 1 0,-2-1-3 0,-1 0 4 15,1 2 1-15,-3-1 9 0,-2 2 6 0,0 7 5 16,2 2 9-16,-4 2 6 0,2 5 3 0,-2-1 1 16,2 6-3-16,0 5-12 0,0-11 1 0,0 11-14 15,0 0-1-15,0-8-7 0,0 8 5 0,0 0-6 16,0 0 7-16,0 40-4 0,0-21-2 0,-3 8 2 16,1 2-4-16,2 0 3 0,0 3-1 0,0-2-14 15,2 2-29-15,0 0-20 0,-1 3-32 0,3-2-26 16,0-1-30-16,1 0-45 0,4-6-39 0,0 0-37 15,0 1-152-15,3-10-451 0,0 0 200 0</inkml:trace>
  <inkml:trace contextRef="#ctx0" brushRef="#br0" timeOffset="47131.02">14359 3149 35 0,'4'-7'243'16,"-4"7"-4"-16,3-9-13 0,-3 9-11 0,0 0-11 15,0 0-14-15,0 0-5 0,-11-13-25 0,11 13-10 16,0 0-15-16,-23 1-14 0,23-1-9 0,-15 12-7 16,6-6-18-16,-3 1-5 0,6 0-12 0,-1 2-1 15,1-2-12-15,0 2-6 0,6-9-3 16,-6 11-11-16,4-5-14 0,2-6-9 0,0 0-10 0,0 0-3 16,9 19-1-16,-9-19-2 0,9 5-3 15,-9-5-1-15,15 0-6 0,-15 0 4 0,0 0-1 16,21-5 2-16,-15 0 1 0,1 0-1 0,-7 5-4 0,10-9 3 15,-10 9 2-15,6-7 5 0,-6 7-1 0,7-3-2 16,-7 3-3-16,0 0-2 0,0 0-1 16,0 0-1-16,9 16 7 0,-7 0 4 0,-1 10-6 15,0 8 6-15,-1 12 6 0,0 1 8 0,0 2 0 16,3 0 1-16,-3 4 14 0,0-2 8 0,-3 2 0 16,8 1 3-16,-5-1 2 0,3-3-3 0,-3-2 0 15,-1 1-2-15,1-13-3 0,-4-2-4 0,0-3-3 16,-2 0-1-16,2-2-2 0,-2-3-3 0,-3-9-7 15,-1 0-6-15,-1-5-5 0,-2-1 2 0,-1-5-12 16,3-4-11-16,-5-2-13 0,1-6-10 0,-4-4-2 16,-3-7 0-16,2-3 6 0,2-2-2 0,3-4-2 15,1-2 0-15,3-4 3 0,4-2 8 0,2 3-3 16,8-3 5-16,4-1-5 0,7-12-1 0,7 4 2 16,6 1-2-16,7 4 12 0,4 0-7 0,2 1 6 15,1 2 3-15,5 0-1 0,-2 3 3 0,4 0-1 16,-4-4 1-16,2 6 1 0,-4 2 2 0,-11 4 3 15,-3 0-2-15,0 1 5 0,-2-2 1 0,-7 3 3 16,-1-3 19-16,-3 3-1 0,-4 2 2 0,-6 4 2 16,1 0 11-16,-5 0 0 0,-2 6 1 0,0-1 1 15,-4 1 1-15,0 5-5 0,-3 0-1 0,3 1 0 16,-7 4 4-16,1 2 6 0,-5 6-1 0,2 2-6 16,-2 4-2-16,-2 5 5 0,4 3-5 15,0 1-1-15,4-5-4 0,4 6-1 0,0 1-2 16,6 2-8-16,5-2-24 0,2 0-24 0,5-3-23 15,5 1-31-15,0-4-36 0,4 0-48 0,1-1-42 0,1-3-161 16,-5-3-408-16,0-1 181 0</inkml:trace>
  <inkml:trace contextRef="#ctx0" brushRef="#br0" timeOffset="47809.68">14971 3392 36 0,'0'0'252'0,"3"-10"-8"0,-3 10-7 0,0-9 0 16,0 9-7-16,0 0-9 0,0 0-9 0,0 0-9 15,0 0-7-15,0-17-23 0,0 17-17 0,0 0-12 16,0 0-13-16,0 0-10 0,0 0-13 0,0 0-12 16,0 0-7-16,0 0-13 0,0 0-5 0,2-10 3 15,-2 10-7-15,0 0-9 0,3-8-2 0,-3 8-11 16,12-14-3-16,-4 4-9 0,2-4-2 0,7-1-11 16,-4 1-5-16,2-1-5 0,0 4-1 0,-1 0-2 15,-6 4-4-15,0 0 5 0,-2 4-11 0,-6 3 8 16,14 0-8-16,-14 0 0 0,13 7-2 0,-4 2 3 15,1 4-1-15,2 3 0 0,-2 0 0 0,-1 1 3 16,-1-1 0-16,-1 3-1 0,2-3 8 0,-2-5-5 16,0 4 0-16,3-7 1 0,-2 3 1 15,2-4 0-15,3-1-3 0,4 0 3 0,3-3 0 0,-2-2-2 16,4-2 3-16,-1-3-3 0,-1-1 1 0,1-1 0 16,-1-3 3-16,-4 0-2 0,-1-1-2 0,0 1 1 15,-3-3 2-15,-1-4 1 0,-1 0-7 0,0 0 4 16,-4-1-2-16,1 0-1 0,-3-1 2 0,-3 0-2 15,0 1-4-15,-1 0 2 0,-1 1-1 16,0 0 1-16,-3 4 0 0,3 4-1 0,-3 0 4 0,4 8-7 16,-5-13 1-16,5 13-1 0,-11-4-4 15,11 4 1-15,0 0-2 0,-26 10 4 0,13 1-5 16,-5 1 6-16,-1 6 6 0,0 0-7 0,6-1-2 16,4 0 2-16,-3-1 1 0,5 2 4 0,0 0-4 15,3-1 4-15,3 2 1 0,-3-3-1 0,9 1 3 16,-2-5 0-16,10 1 4 0,1 0 0 0,4-3-1 15,11 1 2-15,1-3-4 0,1-3-4 0,5-4-4 16,-1 2-1-16,2-2-10 0,-3-5-2 0,2 1-1 16,-5-4-4-16,-2 1-3 0,-2-3-5 0,-3-1-2 15,-3 1-2-15,-6-1-1 0,-1-4 3 0,-2 1-2 16,-1-3 10-16,-1 1-7 0,-4-1 6 0,-1-1 0 16,-2 0 3-16,0 5 1 0,-2-3 3 0,-2 4 5 15,1 11 16-15,1-16 9 0,-1 16 8 0,0-10 2 16,0 10 0-16,1-10-6 0,-1 10-1 0,0 0-3 15,0 0-1-15,0 0-2 0,0 0-2 0,0 0 5 16,0 0 0-16,7 31-5 0,-6-19 1 0,-1 3 1 16,1 2 3-16,1 1-2 0,-1 2 0 0,-2-1-17 15,3-2-36-15,1 2-39 0,0 0-48 0,-1-2-56 16,2 0-52-16,-2-5-199 0,1-2-474 0,-3-10 210 16</inkml:trace>
  <inkml:trace contextRef="#ctx0" brushRef="#br0" timeOffset="48170.81">16362 3139 177 0,'-9'-7'202'0,"-4"2"-8"0,-8 3 1 0,-7 5-7 16,-2 7 1-16,-6 3-5 0,-11 7-13 0,11-2-10 15,4 0-11-15,2 2-10 0,1 1-14 0,7-2-14 16,8-3-10-16,1-1-9 0,2 0-3 0,4 0-18 15,4-4-3-15,1 1-4 0,2 0-7 0,4-2-6 16,3-1-5-16,5-2-5 0,1-1-5 0,5-3-1 16,0 0-7-16,5-3-3 0,-3-4 0 0,-2 1-6 15,1-3 3-15,-2-2-10 0,-2-2 3 0,0-1-2 16,-2-2-2-16,-1 0 1 0,-3-3-2 0,0 2 1 16,-1 0-3-16,-3 4 8 0,-3 1 5 0,2 3 9 15,-4 6 4-15,5-11-2 0,-5 11-6 0,0 0-8 16,6-10-3-16,-6 10-4 0,0 0-3 0,0 0 1 15,0 0 6-15,0 0-6 0,3 28 1 0,-3-16-2 16,1 5 2-16,-1 0-3 0,2-1 0 0,2 0-14 16,-2 1-28-16,3 2-25 0,2-1-40 15,3-4-42-15,0 2-48 0,3-4-58 0,-3-4-205 0,4 1-487 16,0-5 215-16</inkml:trace>
  <inkml:trace contextRef="#ctx0" brushRef="#br0" timeOffset="48421.78">16645 2995 101 0,'-2'-11'311'0,"-1"0"-5"0,2 4-11 0,1 7-22 16,-3-11-34-16,3 11-31 0,0 0-20 0,0 0-17 16,0 0-2-16,0 0 3 0,-5 45-9 0,3-17-11 0,0 6-4 15,1 2-3-15,0 0-15 0,1-1-13 0,-3 1-7 16,1-3-13-16,-2 2 0 0,0 0-19 15,0-5-6-15,3-2-5 0,-4 2-5 0,3-5-2 16,-1-1-14-16,1-6-31 0,1-3-34 0,0-1-39 16,-1-2-32-16,2-2-43 0,0-10-34 0,-1 15-36 15,1-15-40-15,0 9-35 0,0-9-190 0,0 0-505 16,0 0 225-16</inkml:trace>
  <inkml:trace contextRef="#ctx0" brushRef="#br0" timeOffset="48689.92">16626 3311 1827 0,'-4'-10'78'0,"0"0"-69"0,-1 0 28 16,2 1-23-16,0 4 9 0,-1-2 18 0,4 7 12 16,-4-10 1-16,4 10-6 0,-4-5-7 0,4 5-6 15,0 0-3-15,0 0 0 0,8-11-8 0,5 11 0 16,3-3 1-16,4 1-5 0,0 2-2 0,10-1 2 16,-2-2-6-16,0-1 3 0,0 2-6 0,-7 0 2 15,-4 0-2-15,2 2-3 16,-6-1-1-16,-2 1-1 0,0 1 0 0,-11-1-4 0,15 2-2 0,-15-2 1 15,12 2 0-15,-7 3 3 0,-5-5 2 0,9 10 2 16,-4-1 11-16,-3 1 6 0,0 3 5 0,1-1 3 16,-1 1-6-16,-1-1 0 0,-2 4-1 15,-1-3 0-15,1-1 0 0,2 5-23 0,-2-1-31 16,1-1-37-16,0-15-49 0,-1 23-63 0,1-13-228 16,0-10-439-16,1 18 194 0</inkml:trace>
  <inkml:trace contextRef="#ctx0" brushRef="#br0" timeOffset="48848.84">16994 3046 37 0,'-20'3'122'15,"20"-3"-35"-15,-17 12-43 0,8-4-49 0,5 5-43 16,-1 2-51-16,5-2 22 0</inkml:trace>
  <inkml:trace contextRef="#ctx0" brushRef="#br0" timeOffset="49391.13">17299 3234 163 0,'0'0'217'15,"-10"14"1"-15,1-7-6 0,3 2-7 0,0-1-10 16,-3 3-13-16,1-2-15 0,0 1-8 0,2 1-17 15,1 0-12-15,-1-2-16 0,2 2-8 16,2 0-7-16,0-1-13 0,0-2-11 0,2 3 0 16,2-4-10-16,2 1-5 0,2 0-3 0,5 1-4 15,-2-2-8-15,3 0 2 0,-1-3-5 0,2-1-7 16,1-2-2-16,-1-1-2 0,0 0-4 0,0-1-4 16,-4-2-4-16,2-1-3 0,-3-2-4 0,1-2-3 15,-3-2-3-15,0 0-6 0,-1-7 0 0,-1 1 2 16,-2-1-7-16,-4-1-2 0,1-2 1 0,0 3 2 15,-1-3-1-15,1 4-2 0,1 0 2 0,-1 5 2 16,0 2 5-16,2-1 5 0,-1 10-1 0,1-11 1 16,-1 11 0-16,5-6-5 0,-5 6-1 0,0 0 1 15,22 10 0-15,-10 2 1 0,2 1 1 0,0-1-1 16,-1 2-3-16,2 3 2 0,-4-4 2 0,2 2 1 16,-3 1 0-16,1-3-2 0,-5-3 2 0,2-1 5 15,-1-2-8-15,-3 0 7 0,-1-1-1 0,1-3 1 16,-4-3 8-16,0 0 19 0,6 9 12 0,-6-9 2 15,0 0-7-15,0 0-4 0,0 0-5 0,0 0-5 16,0 0-4-16,11-23-6 0,-5 14-6 0,0-7-8 16,3 1 0-16,5 0-5 0,5-7-6 0,2 4 6 15,0 0-5-15,3 3 2 0,2 2 0 0,-9 4 0 16,-1 2 0-16,-4 4 3 0,1-1 1 0,-1 2 2 16,-1 1-3-16,-11 1-1 0,21 7-2 15,-12-4 0-15,-2 1 4 0,0 5-1 0,-2-3 1 16,1 5 0-16,-1 0 3 0,-1 3 1 0,-1 4-4 15,-1-5 3-15,-2-1-14 0,2 0-36 0,-2 4-50 0,-2-2-51 16,2-14-61-16,-4 23-90 0,-3-15-159 0,-4 0-496 16,0-3 220-16</inkml:trace>
  <inkml:trace contextRef="#ctx0" brushRef="#br0" timeOffset="49861.78">18698 2762 19 0,'2'-15'287'0,"-2"4"-12"0,2 0-14 0,-2 3-8 16,0 1-17-16,0 7-19 0,1-9-29 0,-1 9-20 15,0 0-19-15,0 0-14 0,0 0-8 16,0 0 3-16,-4 35-8 0,0-9-5 0,-2 7-4 16,1 2-6-16,-4 11-9 0,4-1-12 0,-2 1 1 15,1-12-7-15,-1 1-4 0,2 1-9 0,4 9-8 0,-4-11-5 16,1 0-3-16,0-4-5 0,2 3 5 0,-1 0-13 16,-1-4-5-16,4-3-21 0,-2-1-26 0,0-1-27 15,-1-4-39-15,-2-4-33 0,2-3-41 0,0-2-38 16,3-11-34-16,-5 15-36 0,3-9-182 15,2-6-480-15,0 0 213 0</inkml:trace>
  <inkml:trace contextRef="#ctx0" brushRef="#br0" timeOffset="50472.02">18550 3085 97 0,'0'0'177'0,"0"-8"-18"0,0 8-14 16,0 0-6-16,8-8-8 0,-8 8 3 0,18 0-7 15,0 3-6-15,1 2-8 0,8 3-7 0,1 2-10 16,2 0-13-16,-1 5-4 0,0 0-7 0,-2 2-11 16,-1 2-2-16,-4 2-9 0,-1 1-3 0,-2-2-2 15,-6-5-6-15,0 2-3 0,-3 0-2 0,-3-2-8 16,-2 2 0-16,-3-5-4 0,0-1 2 0,-1 0 0 16,-2-1 10-16,-2-3 5 0,-2 0-3 0,-1-2-1 15,-3-1 1-15,-2-1-1 0,4-3 1 0,7 0 9 16,-14 0 7-16,5-3 1 0,9 3-3 0,-11-12-6 15,9 5-5-15,1-4-3 0,1 1-4 0,3-5-5 16,3-2-5-16,5 3-2 0,2-1 5 16,6-4-12-16,-2 6 1 0,4-3-5 0,4 0 0 15,-3 1-1-15,3 2-3 0,-2 0-1 0,0-1 2 16,-5 4-2-16,0 3-1 0,0-1-3 0,-6 1 9 16,-1 1-6-16,-4-1-1 0,3 1 5 0,-1 0-6 0,-3 3-1 15,-6 3 3-15,10-7 0 0,-10 7-2 0,6-10 0 16,-6 10 2-16,5-3-2 0,-5 3 0 0,0 0-3 15,0 0-2-15,0 0 3 0,0 0 0 16,0 0 8-16,-23 19-2 0,13-7 5 0,-1-1 5 0,-2 3-3 16,4 0 5-16,-1-1-5 0,3 1 4 15,1-2-4-15,2-2-2 0,0 1 3 0,3 0-3 16,0-1 2-16,1-1 2 0,1-2-1 0,0-1-1 16,3-1-1-16,-4-5-1 0,9 9 1 0,-3-7-1 15,3 1-5-15,0 0-1 0,2-3-4 0,-1 0 1 16,-1-2-5-16,0-2 0 0,1-2-2 0,-3-2-1 15,2-1-2-15,-2-3 0 0,3-3 0 0,-2 1 0 16,-3 4 3-16,1 1 2 0,-2 0-1 0,0 5 1 16,-4 4-6-16,6-10 2 0,-6 10-9 0,0 0 8 15,0 0-1-15,7-3 1 0,-7 3 7 0,0 0-7 16,2 20 3-16,-2-9 8 0,0 5-8 0,0-4 2 16,0 5 9-16,0-2-25 0,2 4-39 0,-2 0-45 15,1 0-42-15,0-2-43 0,0-2-46 0,-3-2-165 16,1-2-434-16,1-11 192 0</inkml:trace>
  <inkml:trace contextRef="#ctx0" brushRef="#br0" timeOffset="51427.7">19372 3149 16 0,'6'-7'196'0,"-6"7"-15"0,0 0-6 16,0 0 8-16,0 0 0 0,10 27-9 15,-8-15-14-15,1 5-11 0,-1-1-11 0,-2 1-10 16,2-3-9-16,-1 1-11 0,-1-3-3 0,1-1-12 0,-1-2-8 16,0-9-8-16,2 15-1 0,-2-15-7 15,2 10 7-15,-2-10 11 0,0 0 15 0,0 0 16 16,-1 10-10-16,1-10-7 0,0 0-5 0,0 0-18 16,0 0-2-16,10-25 3 0,-7 14-21 0,3-6-6 15,-1 0-8-15,4-1-4 0,3-4-10 0,0 0-17 16,3-2 0-16,-5 6-5 0,-1 2 0 0,1 0-4 15,3 2 5-15,-6 6-7 0,1 1-7 0,-3 2 1 16,-5 5-3-16,11-5-2 0,-11 5 5 0,0 0-1 16,19 7 0-16,-12 2 0 0,-2 0 2 0,2 5-2 15,-2 4 1-15,0-1-4 0,1 1 6 0,1-1 3 16,-4-2-1-16,4 0 1 0,-2 1 1 0,1-4 0 16,1-1-2-16,0-2 2 0,2-1 6 0,0-2-4 15,4 0 0-15,3-1-3 0,-5-4 3 0,6-2-1 16,2-2 2-16,-3 0-3 0,1-3-2 0,-3-3 3 15,1-2 7-15,-2-1-9 0,-1-2 3 0,-3-2-3 16,0 0 1-16,-3-3-5 0,3 0-3 16,-5-7 4-16,0 2-3 0,-2 6 1 0,1 2 3 0,-1 4-3 15,0 3 12-15,-1 0-10 0,-1 9 1 0,1-10-6 16,-1 10-4-16,0 0 1 0,3-10 0 0,-3 10 0 16,0 0 1-16,0 0 2 0,6 31 1 0,-5-14 4 15,2 1-1-15,-5 5 0 0,4-3 1 0,-1 5 2 16,-1 2 3-16,-3-3-1 0,2 2 4 0,1-7 0 15,-2 1-1-15,0-4 4 0,1 1-5 0,1-2 3 16,-4-3 4-16,3-5-3 0,0 1-2 16,0-2 2-16,1-6 9 0,-2 9-2 0,2-9-1 15,0 0 1-15,-5 3-3 0,5-3-2 0,0 0 1 0,0 0-4 16,3-24-2-16,6 10-10 0,1-2 2 0,5-4-6 16,4 2 2-16,3-1-1 0,0 0-6 0,1 2 7 15,2-1 0-15,0 3 3 0,-4-2-3 16,5 1-1-16,-7 6 3 0,-4-2 4 0,3 2-1 15,1 1 1-15,-4-1-2 0,-6 2 2 0,2 1-1 16,-1-1-1-16,-2 2-2 0,1-1 2 0,-3 1 3 16,-6 6 8-16,9-7-5 0,-9 7 1 0,8-6 0 15,-8 6-4-15,0 0 8 0,7-7-13 0,-7 7 2 16,0 0-1-16,0 0-2 0,0 0 2 0,0 0-2 16,-2 28 1-16,1-18 1 0,-2 5 2 0,1 0 2 15,-1-2 3-15,3 2 0 0,-1-3-2 0,2-1 1 16,2 2-1-16,0-1 3 0,4-3 1 0,0 3 1 15,4-5-2-15,4 2 4 0,-4-3-6 0,2-3 4 16,0 0-1-16,-1 0 2 0,2-2-2 0,-3-2-4 16,1-2 3-16,0-1-1 0,-1-3-4 0,3-3-3 15,-5 1-1-15,2-3-4 0,-1-3 5 0,-1 1-2 16,0 0 0-16,-1-1-2 0,-2 3 11 0,-1 2-8 16,1-1 2-16,-3 1-2 0,3 2 0 0,-6 8-4 15,3-9 0-15,-3 9 1 0,5-10-5 0,-5 10-2 16,0 0 2-16,0 0 4 0,0 0 3 0,0 0 2 15,-7 34 5-15,2-19-1 0,0 4 5 0,-1 0 7 16,-1-2-8-16,-2 7 4 0,0-7-5 0,1 7 5 16,2-5-6-16,-1-4-32 0,1 4-32 0,0 0-28 15,0-2-41-15,0-1-53 0,0-1-62 16,2-3-222-16,0-3-505 0,4-9 225 0</inkml:trace>
  <inkml:trace contextRef="#ctx0" brushRef="#br0" timeOffset="51593.45">20226 2916 2120 0,'-11'-14'-26'16,"3"5"25"-16,0-1-71 0,4 5 18 0,-1-3 7 16,-1 3-4-16,6 5 6 0,-5-3-11 0,5 3-12 15,0 0-18-15,0 0-39 0,0 0-124 0,0 0-268 16,20 23 118-16</inkml:trace>
  <inkml:trace contextRef="#ctx0" brushRef="#br0" timeOffset="51829.93">20598 2859 136 0,'6'-7'252'0,"1"0"-8"0,-3 1 6 15,1 0-5-15,-5 6-15 0,5-8-28 0,-5 8-21 16,5-2-19-16,-5 2-18 0,0 0-14 0,5 15-3 15,-5 2 7-15,-1 6 1 0,-3 6-15 0,0 3-6 16,-2 14-12-16,-3-14-10 0,4-3 2 0,-2 4-18 16,1-1-7-16,-2-2-6 0,2-1-6 0,2-1-3 15,0 2-2-15,0-5-6 0,2 1-12 0,0 0-29 16,1-8-44-16,1 0-34 0,1-3-43 0,2-2-36 16,-2-3-41-16,3 0-51 0,-4-10-212 0,3 13-493 15,-3-13 218-15</inkml:trace>
  <inkml:trace contextRef="#ctx0" brushRef="#br0" timeOffset="52154.21">20582 3105 126 0,'12'-6'161'0,"2"-1"-1"16,-2 0-9-16,1 6-8 0,-2-1-14 15,0 2-8-15,-11 0-14 0,22 3-12 0,-9 4-3 16,-3 2-10-16,-1 0-1 0,1 4-4 0,-2 2-9 15,-1-4-6-15,-2 0-7 0,2 4 3 0,-2-5-5 16,3 5 1-16,-3-4 2 0,0-2-11 0,2 2 3 16,-1-3-5-16,1 0-4 0,0-2-1 0,3 0 0 15,-3-3-2-15,0 1 4 0,2-3-1 0,3-1 6 16,-1-2 0-16,-2-1 2 0,1 0 5 0,1-3-5 16,-2-2-1-16,0-3-8 0,-3 1-2 0,0-5-1 15,-2-1-6-15,-2-1 0 0,-1-2-5 0,-2 0-3 16,-2 0-1-16,0 2-6 0,-2-1-3 0,1 6-1 15,-2-3-9-15,-1 4-22 0,-1 3-23 0,-3 2-27 16,-1 2-14-16,-5 6-18 0,-2 4-27 0,-3 1-28 16,-2 7-15-16,-3 4-171 0,0 5-373 15,8 0 166-15</inkml:trace>
  <inkml:trace contextRef="#ctx0" brushRef="#br0" timeOffset="52559.88">20900 3361 51 0,'11'-2'205'0,"0"-2"0"16,0 0 1-16,-1 2-6 0,-1-4-7 0,2 1-17 16,-1-3-19-16,4-1-14 0,-3 1-8 15,2-3-12-15,0-2-8 0,-1-2-7 0,1 0-6 16,4-6-11-16,-4 0-4 0,-5 2-1 0,-1 2-10 16,-2-2-2-16,2-4-9 0,-6 5-2 0,5 3-3 0,-6-3-5 15,1 7-7-15,-3-6-4 0,-2 6-6 0,2 0 1 16,-2 1-3-16,4 10-5 0,-5-17-2 15,1 13-4-15,4 4-5 0,-11-9-1 0,11 9-5 16,-8-6-2-16,8 6-1 0,-6-5-4 0,6 5 3 16,0 0 2-16,0 0-7 0,0 0-5 0,-7-8 5 15,7 8-1-15,0 0 1 0,0 0 0 0,0 0 4 16,0 0-5-16,0 0 3 0,41 8 2 0,-24-8-3 16,0 1-1-16,-5 0-2 0,2-2-1 0,-4 2 0 15,4-1-1-15,-14 0-1 0,17 2-2 0,-9 1-1 16,-8-3 0-16,16 6-1 0,-7 0 0 0,0 1-2 15,-2 1 3-15,1 1-1 0,-2 2 2 0,1 0 6 16,-2 5 0-16,-1-2 8 0,0 2-4 0,-2 1 5 16,2-2-6-16,-3 1-7 0,3-2-22 0,-1 2-18 15,-2-3-27-15,0 3-26 0,0-4-38 0,2 0-58 16,1 0-78-16,-4-12-142 0,4 21-443 0,0-16 197 16</inkml:trace>
  <inkml:trace contextRef="#ctx0" brushRef="#br0" timeOffset="52725.4">21585 3245 2373 0,'0'0'68'0,"0"0"-12"0,0 0-23 15,0 0-9-15,4-11 15 0,-4 11 13 0,0 0-7 16,0 0-6-16,0 0-9 0,0 0 3 16,0 0-15-16,0 0-7 0,0 0-28 0,0 0-31 15,0 0-22-15,0 0-40 0,0 0-50 0,0 0-56 16,-31 7-151-16,26-3-397 0,-3-1 175 0</inkml:trace>
  <inkml:trace contextRef="#ctx0" brushRef="#br0" timeOffset="59781.57">22215 2893 39 0,'0'0'159'0,"-4"-8"-7"0,4 8-18 0,-5-7-12 0,5 7-20 15,0 0-7-15,0 0-14 0,0 0-8 16,0 0-7-16,0 0-2 0,0 0-11 0,11 23-2 15,-3-12-9-15,-2 6 0 0,-1 1 0 0,1 1-4 16,0 6-5-16,2-6 0 0,-3 5 1 0,0 2-7 16,0-2-1-16,-1-6 1 0,1-1-11 0,-1 1 7 15,-3-6-9-15,2 1 7 0,-2 0-7 0,0-1-2 16,0-2 0-16,1-2 5 0,-1-1-9 0,-1-2 1 16,0-5 5-16,3 12-5 0,-3-12 4 0,0 7 16 15,0-7 16-15,0 0 14 0,0 0 0 0,0 0-7 16,0 0-1-16,0 0-12 0,0 0 2 0,0 0-6 15,-11-22-1-15,9 9-8 0,-2 1 1 0,4-6-7 16,1 3-2-16,6-4-6 0,0 2 2 0,6-5-4 16,1 9-1-16,8-4-3 0,-6 6-1 0,11 0-3 15,-5 6-3-15,-1 1 3 0,1 3-1 0,0 2-6 16,-1 4-3-16,-2 0-2 0,-3 3-3 0,-4 3-2 16,0 1 0-16,-4-2-8 0,-3 6 7 0,-2-4 7 15,-2 4-4-15,-5-1 5 0,-2 0-4 0,-5-1 3 16,-2-1 0-16,-4-1 2 0,-5 4-5 0,-3-3 9 15,-2-4-2-15,-2 2-1 0,-1-4-5 16,1 1-14-16,-1-4-8 0,8-1-16 0,2 0-24 16,0-3-28-16,2 3-34 0,5-2-26 0,0 1-94 15,2-1-276-15,11-1 124 0</inkml:trace>
  <inkml:trace contextRef="#ctx0" brushRef="#br0" timeOffset="60116.46">22588 3242 66 0,'0'0'137'0,"15"-11"-5"0,-6 4-10 16,1 0 0-16,1-5-9 0,0 0-9 0,2-3-9 16,0 1 2-16,1-1-11 0,-1-1-3 0,6-6-6 15,-5 0 1-15,-3 8-2 0,1-4-8 0,-5 3-2 16,1-2-6-16,-3 2 1 0,-1 3 14 0,-1 2-8 15,-2-3-6-15,-1 7-7 0,-3-4-10 0,-3 0 1 16,1 2-11-16,-3 1-8 0,-1 3-5 0,-3 2 4 16,-1 1-6-16,-5 5-3 0,1 2-1 0,-2 4-4 15,0-1-3-15,1 4 7 0,-4 2-7 0,6 3 4 16,2-3-4-16,5-2-8 0,2 1 3 0,5 2 2 16,0-4-4-16,4 0 7 0,0 0-8 0,7 2 4 15,1-1-13-15,7-2-25 0,1 0-22 16,9 0-29-16,5-5-29 0,1 1-11 0,6-3-45 15,11-7-103-15,-11 6-295 0,11-5 130 0</inkml:trace>
  <inkml:trace contextRef="#ctx0" brushRef="#br0" timeOffset="60323.62">23281 2941 82 0,'-11'-5'172'0,"-3"3"-1"16,-1-2-8-16,0 3-9 0,-3 2-7 0,-3 3-6 15,2 3-6-15,1 2-13 0,-3 7-12 0,3-4-7 16,0 8-4-16,0 1-16 0,9-4-6 0,0 0-6 16,1 2-7-16,6-2-4 0,-1 3-6 0,5-2-5 15,1-2-13-15,6 1-18 0,0 1-21 0,5-5-22 16,3 0-31-16,7 0-33 0,2-2-24 0,2-3-24 16,0-2-20-16,3-2-99 0,3-4-276 0,-2-4 122 15</inkml:trace>
  <inkml:trace contextRef="#ctx0" brushRef="#br0" timeOffset="61455.34">23626 2988 30 0,'-3'-11'137'0,"3"11"-2"0,-10-15-10 15,0 6-2-15,-1 5-6 0,-1 1-2 0,-8 2-1 16,1 2-8-16,1 3 1 0,-8 8-3 16,1-1-5-16,2 5-1 0,1 0-8 0,6-4-9 15,2 3-7-15,0-1-8 0,2 2-2 0,5-3-10 0,-1 4 4 16,4-3-10-16,2-3-6 0,2 2-2 0,2-3-11 15,5 1 9-15,1-3-8 0,1-1-6 0,7 1-1 16,0-4-16-16,2-1-7 0,0-1-8 16,4-2-4-16,-3-1 0 0,0-3 0 0,-1-1-3 15,-5 0 3-15,2-4 0 0,-1-3 0 0,-2 4 2 16,-2-1-1-16,-2-5 3 0,-2 3 2 0,-1-6 7 16,0 1 2-16,-2 4 12 0,-1-1 3 0,1 4 12 15,-3 9 4-15,-1-21 0 0,-2 14 1 0,3 7 7 16,-2-12-5-16,2 12-7 0,-3-7-2 0,3 7-8 15,0 0-4-15,0 0 1 0,0 0-7 0,0 0-1 16,0 0 1-16,0 0 2 0,0 0-8 0,0 0 3 16,-6 30 2-16,6-30-2 0,1 22 0 0,3-14 1 15,-2 2-1-15,1-1 1 0,-3-9 6 0,8 15-7 16,-6-8-2-16,5 2-2 0,-1-4 7 0,-6-5-1 16,17 9-1-16,-10-7 0 0,5 0 3 0,-12-2-1 15,24-6 0-15,-7 0-1 0,-5 2-3 0,5-4 3 16,-3-2-2-16,1-2 3 0,-2 0-6 0,-1-2 7 15,-3 1 3-15,1 2 1 0,0-4-4 0,-5 5 6 16,0 0-1-16,-2 3 13 0,1-2 1 0,-2 3-1 16,1 0 2-16,-3 6-6 0,6-8-6 0,-6 8-3 15,1-6-8-15,-1 6 1 0,0 0-7 0,0 0 5 16,0 0-2-16,0 0-2 0,0 0 3 0,4 29 0 16,-4-29 2-16,4 16-5 0,0-7-1 15,0 1 3-15,0-5-2 0,1 5-3 0,1-5 4 16,3 1 3-16,0-1 0 0,0 0 0 0,2-2-1 15,1 0 2-15,6 0 0 0,-5-5 0 0,4 0-1 16,1 0-2-16,2-1-1 0,-8 0 6 0,2-2-4 0,-2-3 0 16,-2 3 1-16,0-5-2 0,-2 2 1 0,-1-1-2 15,0-4 1-15,-4 1-1 0,-1 1-2 0,1 1 3 16,-3 0 2-16,0 2 7 0,0 8-2 0,1-13-3 16,-1 13 1-16,0-9-5 0,0 9-6 15,0 0 0-15,0 0-6 0,0 0 5 0,0 0-2 16,0 0-1-16,-5 24 3 0,4-13-2 0,-2 4 2 15,2-4 2-15,1 7-1 0,0-8-1 0,0 3 2 16,2 0-2-16,1-4 1 0,1 1 6 0,3-3-1 16,-3 1 3-16,4-3-1 0,3 1 4 0,2-3-4 15,5 0 1-15,0-3-4 0,1-3 3 0,-1 0 2 16,1-3-1-16,-1 1-3 0,-2-1 1 0,-1-3-1 16,-1-1 0-16,-5 1-3 0,4-4 2 0,-8 1-2 15,2-2-3-15,-2 3 0 0,-1-4 3 0,-1 2-2 16,1 2-3-16,-3 2 3 0,2-1-1 0,-3 5 1 15,0 5-5-15,2-9-5 0,-2 9 0 0,0 0-2 16,0 0 4-16,0 0-3 0,0 0 1 0,0 0 5 16,-6 38 3-16,3-19-6 0,-1 6 3 15,0-6 3-15,-2 5 0 0,2-5-2 0,2 0 1 0,-2-2 0 16,4 1 2-16,-1-2-1 0,1-1 3 0,1-3-1 16,-1-2 2-16,0-4 1 0,0-6 8 0,1 13-9 15,-1-13 7-15,1 10-2 0,-1-10 4 0,0 0 1 16,4 3-2-16,-4-3 2 0,0 0-5 0,19-15-5 15,-10 2 1-15,5 0-5 0,3-6-1 16,-2 5-1-16,-2 1-6 0,8-9 1 0,-2 3 1 16,2 3 1-16,1-4 7 0,-1 2-8 0,-1 0 4 15,-5 3-4-15,0 2 3 0,-4 0-1 0,0 4 5 16,-4-1-1-16,1-1 1 0,-1 4-3 0,0-1 9 0,-4 1 4 16,1-1 11-16,-1 3-6 0,-3 5 3 0,1-11-3 15,-1 11 0-15,1-7-4 0,-1 7-3 16,0 0-1-16,0 0 6 0,0 0-16 0,-10-5 4 15,10 5-3-15,0 0 9 0,-28 16-7 0,17-9-2 16,3 3 8-16,-5 0-7 0,0 5 3 0,6-2 0 16,0-2-1-16,1 4 2 0,2-4 1 0,0 3 0 15,4-3-1-15,0 2 3 0,3-3-3 0,4 5 0 16,0-7-4-16,3 5-16 0,4-5-26 0,-1 1-36 16,1-3-34-16,3 4-56 0,2-6-54 0,-1 2-197 15,0-2-455-15,-7 0 202 0</inkml:trace>
  <inkml:trace contextRef="#ctx0" brushRef="#br0" timeOffset="62035.89">25504 2819 123 0,'0'-18'228'16,"0"-2"-14"-16,0 2-8 0,0 1 13 0,0 4-13 15,0 0-12-15,2 4-8 0,-4 0-16 0,2 9-19 16,2-11-13-16,-2 11-29 0,0 0-12 0,0 0-12 16,0 0-7-16,7 24-7 0,-7 2-7 0,5 2-9 15,-5 7-2-15,0 1-3 0,-5 9-7 0,3-9-1 16,-5 9-3-16,7-10 4 0,-2 0-8 15,2-3-3-15,0 1-11 0,0-4-26 0,-4 0-18 0,3-3-24 16,-1-7-27-16,1-3-27 0,0-2-38 0,2-3-23 16,-1-3-25-16,0-8 0 0,3 16-6 0,-3-16-113 15,5 5-331-15,-5-5 146 0</inkml:trace>
  <inkml:trace contextRef="#ctx0" brushRef="#br0" timeOffset="62386.83">25561 3153 27 0,'6'-32'43'0,"-1"0"15"15,4-1 15-15,-7-2 18 0,0 5 19 0,0-4-8 16,0 6 22-16,1 0 5 0,-1 3-3 0,0 6 4 15,1 2-7-15,0 5-10 0,0 0-17 0,2 2-8 16,-1 2-8-16,3 1-14 0,-1 3-1 0,4 1-12 0,3 4-4 16,-1-1-8-16,1 3 2 0,3 5-1 0,2 0-9 15,-1 2 4-15,-3 0-8 0,-3 3-1 0,1-1-6 16,-6 3 2-16,1 2 2 0,-7-1-9 16,-2 1 6-16,-5 0-4 0,-6 5-4 0,-3-1-14 15,-4-3-2-15,-1 3-7 0,1-4-4 0,5-3-1 16,1-2-8-16,6-5-2 0,0 0-17 0,2 1 3 15,3-1 12-15,3-7-7 0,-2 10 7 0,2-10 3 16,5 11 3-16,1-4 0 0,2 1 1 0,2 1 7 16,-1-2-2-16,5 3 2 0,-5-1-4 0,1-1 10 15,4 2-2-15,0 1 8 0,-5-3-2 0,2 0 7 16,-2 1 6-16,-3-2 7 0,-1 0 6 0,0-1 10 16,-3-2 5-16,-2-4 14 0,0 13 3 0,0-13 3 15,-10 10 0-15,0-3-5 0,1 0-6 0,-9 1-4 16,2-2-3-16,-4 1-3 0,0-1-11 0,2-2-11 15,-1 0-24-15,5-2-19 0,-3-3-43 0,2 2-42 16,15-1-64-16,-22-5-163 0,17 0-365 0,5 5 161 16</inkml:trace>
  <inkml:trace contextRef="#ctx0" brushRef="#br0" timeOffset="62782.11">25946 2853 1801 0,'12'-8'38'0,"-6"1"-1"15,3 1-27-15,-1 2-7 0,-6-1-5 0,4 3 2 16,1 0-1-16,4-2 4 0,5 0-1 16,3-1-1-16,7 1-1 0,3 0 0 0,-2 0 0 15,2-2-1-15,1 2 2 0,-3 0 1 0,-7 1-5 16,0 3-11-16,-2-4-15 0,-7 2-9 0,-1 1-10 16,-10 1 10-16,13-2-7 0,-13 2-2 0,0 0 11 15,8-5-3-15,-8 5 5 0,0 0 0 0,0 0 12 16,0 0 11-16,-35-11 7 0,26 8 8 0,-3 1 15 15,1 2-2-15,5-1 0 0,6 1-6 0,-14 0 0 16,14 0 8-16,-11 6 2 0,9 1 6 0,-1-1 8 16,1 3 8-16,0 2 4 0,2 2 9 0,2 4 3 15,0 0-2-15,1 0-1 0,3 8-2 0,-2-7 7 16,2 6 0-16,-4-6-2 0,0 10 1 0,3-1-3 16,-3-9-4-16,-2 2-3 0,-2-1-4 0,1 1-4 15,-1-1 4-15,0 0-6 0,-2-2-4 0,-2 1 3 16,2-2-10-16,-3-2 3 0,1-4-4 0,-3 2 1 15,2-5-3-15,-2 1-1 0,0 0 2 0,0-3-24 16,0-1-18-16,2-2-24 0,7-2-41 0,-16-1-39 16,16 1-48-16,-13-7-45 0,7-1-159 0,6 8-401 15,-10-21 177-15</inkml:trace>
  <inkml:trace contextRef="#ctx0" brushRef="#br0" timeOffset="63101.46">26459 2845 113 0,'20'-8'160'0,"-2"1"-14"0,0 0-15 16,5 0-9-16,-6 2-17 0,-3 3-4 0,-1-1-14 15,3 1-8-15,-7 2-2 0,2-2-19 16,-3 3-24-16,-8-1-26 0,13-1-15 0,-13 1-7 16,8 1-10-16,-8-1 2 0,0 0 15 0,0 0 4 15,0 0-11-15,0 0 2 0,0 0 11 0,0 0 10 16,0 0 22-16,-35-5-1 0,30 4 10 0,-1-2 10 15,6 3 13-15,-12-3 10 0,12 3 4 0,-7-2-3 0,7 2-12 16,-8-2-9-16,8 2-5 0,0 0-3 0,-5 9-1 16,5 0 14-16,-2 3 4 0,0 4-2 15,-1 2 2-15,3 1-6 0,-2 2-2 0,2 4-4 16,-1-5 0-16,2 6-6 0,1 3-5 0,1-3-5 16,1 1 1-16,-2-9-7 0,1 2-25 0,1-1-27 15,-2-3-33-15,5 2-36 0,-5-2-44 0,7-3-53 16,-4-1-135-16,3-3-353 0,1-1 156 0</inkml:trace>
  <inkml:trace contextRef="#ctx0" brushRef="#br0" timeOffset="63551.91">27072 2891 30 0,'0'0'195'0,"0"0"-12"0,0 0-6 16,0 0-5-16,0 0-6 0,0 0-6 0,0 0-12 15,-11 29-11-15,7-16-15 0,4-3-8 16,-3 9-12-16,2-8-7 0,5 0-8 0,-2 0-11 16,0 0-5-16,3 0-6 0,1-1-6 0,1-1 1 15,4-3-13-15,0-2 4 0,2 1-9 0,5-1-2 16,-6-3-4-16,6-2 1 0,0-1-12 0,-2-2-1 16,-4-2-3-16,2 1 4 0,-5-1-6 0,5-1-5 15,-7-1 0-15,-1-2 0 0,1 1-2 0,1-2-3 16,-4 2-3-16,0 0 3 0,-2 2-4 0,-2 7 0 15,5-9-7-15,-5 9 1 0,2-6-6 0,-2 6 4 16,0 0-3-16,8-1 6 0,-8 1-6 0,0 0 2 16,14 13 5-16,-7-5-3 0,-2-1-2 0,3 2 2 15,2-3 8-15,0 1-4 0,-1-1-2 0,9 2 5 16,1-4-1-16,-1 1-1 0,0-5 1 0,2 1 0 16,-2-2-1-16,0-1 10 0,0-1-8 0,-2-3 1 15,-1 0 6-15,-3-1 5 0,-1 0 11 0,-1-2 6 16,-2 1 2-16,-1-3-1 0,-3-1-10 0,0 0 3 15,-4-5-6-15,-2 7-4 0,0-4-1 0,-2 2-2 16,-1 2-5-16,-5-4-10 0,2 4-9 0,-1 4-21 16,-1 1-16-16,-1 1-24 0,-1 2-27 0,-2 3-30 15,2 3-31-15,-1-1-31 0,2 3-28 0,2 0-125 16,9-6-369-16,-14 10 163 0</inkml:trace>
  <inkml:trace contextRef="#ctx0" brushRef="#br0" timeOffset="64073.21">27836 2843 26 0,'9'-3'192'0,"-9"3"-10"0,0 0-12 16,0 0-11-16,0 0 5 0,0 0-11 0,0 0-7 15,-34 22 1-15,21-11-3 0,-1 1-3 16,-1 3-6-16,2-3-11 0,0 0-11 0,-1-2-12 16,6 1-8-16,2-3-9 0,1 1-7 0,1 1-5 15,-1-4-9-15,5-6-6 0,-1 13-3 0,1-13-5 16,6 14-4-16,-6-14-4 0,13 10-3 0,-2-5-12 15,-11-5 2-15,29-1-6 0,-8-1-7 0,-3 2-7 16,0-7-3-16,0 0-3 0,-3-4-1 0,-1 2-1 16,-1-3 0-16,-5 5 0 0,0-4 2 0,-2 0-4 15,-1 3 4-15,0-3-4 0,-1 5 2 0,-4 6-3 16,4-11 0-16,-4 11-8 0,3-8 1 0,-3 8-2 16,0 0 2-16,0 0 0 0,0 0 7 0,0 0 3 15,0 0 5-15,0 0-1 0,6 30 1 0,-6-30 1 16,0 20 0-16,0-20-1 0,3 12 1 0,-3-12-1 15,9 12 1-15,-1-7 0 0,-8-5 2 0,19 10 3 16,-6-6-2-16,1-3-1 0,9-1 3 0,-6-1-5 16,3-3-3-16,-4-1-5 0,2-3 1 15,-1 3-5-15,-4-2 2 0,-1 0 0 0,-2-1-1 0,-1-1-1 16,1-4-2-16,-5 4 1 0,4-6 2 16,-6 5-5-16,-1 0 3 0,3 0-4 0,-5 10 3 0,4-12-3 15,-3 8-1-15,-1 4-2 0,0 0 0 0,6-10-1 16,-6 10 1-16,0 0 1 0,0 0 7 15,0 0 5-15,0 0 2 0,0 0 1 0,-3 31 5 16,3-20 3-16,-3 0 2 0,1 1-2 0,0-1 2 16,0 1-3-16,-2 0 4 0,4-12-2 0,-5 27 4 15,2-10-3-15,-3-3-1 0,4 2-18 0,-2 1-19 16,-1-2-23-16,-1 0-27 0,-1-1-42 0,2-2-36 16,1 0-53-16,1 0-165 0,3-12-402 0,-6 14 177 15</inkml:trace>
  <inkml:trace contextRef="#ctx0" brushRef="#br0" timeOffset="64685.62">28925 2803 33 0,'0'-9'240'0,"0"9"-14"0,-7-13-13 15,-2 9-7-15,-4-2-8 0,0 4-8 0,-8 1-3 16,2 2-14-16,-4 0-6 0,2 4-13 0,0 1-11 15,2 2-15-15,1 1-4 0,0 3-13 16,2 1-6-16,3-2-13 0,-1 4-6 0,5-2-10 0,0 3-5 16,3-3-10-16,2-3-4 0,1 6-4 15,3-4-5-15,2-2-2 0,-2-10 0 0,13 21-7 16,2-11-4-16,0-2-7 0,4-3-10 0,9 0-7 0,-1-5-5 16,4 0-4-16,-2-6-7 0,-1-1 3 15,-2-2-3-15,-8 0 1 0,6-3 5 0,-9-2-7 16,1 0 1-16,-2-8-4 0,-4-2 4 0,0-2 0 15,-7-3 2-15,2 0-6 0,-8-3 1 0,0-3 1 16,-1 4 3-16,-3-2-2 0,-1 3 3 0,0 1 0 16,0 5 16-16,3 6-1 0,-2 2-1 0,0 1 14 15,2 5-2-15,2 0-4 0,3 10 0 0,-4-10-11 16,4 10-4-16,0 0 3 0,0 0-4 0,0 0 0 16,-11 23 0-16,7 2 3 0,-1 1-3 0,2 1 7 15,3-1-7-15,4 4 5 0,-3-3-3 0,4 1 1 16,1-2-5-16,1-3 0 0,1-4 7 0,3 3 1 15,5-1-2-15,0 0 3 0,0-7 0 0,4 4-2 16,4-5 3-16,3-3-2 0,0-3-4 0,0-1 2 16,1-3-7-16,2 0-2 0,-1-5-2 0,-1-1-2 15,0-2-5-15,-8 0-1 0,5-5 0 0,-9 2-6 16,7-7-1-16,-8 6-2 0,0-6 4 0,-5 0-1 16,-2 3 3-16,1-2 0 0,-6 3 4 15,-1 1-1-15,-1-2 1 0,-4 2 3 0,0 3 1 16,-6 0-4-16,1 1 4 0,-4 3 29 0,-8 3 0 0,0 3 1 15,-5 2-1-15,-2 3 3 0,7 0-5 0,1 1 1 16,2 3-3-16,0-1-2 0,5 3-2 16,2-1 0-16,2-4-3 0,4 3-1 0,4 0-6 15,0-12-21-15,13 22-21 0,-2-8-42 0,6-4-50 16,9 4-56-16,6-6-67 0,-3 2-225 0,0-4-516 16,1-2 228-16</inkml:trace>
  <inkml:trace contextRef="#ctx0" brushRef="#br0" timeOffset="65001.34">29569 2807 2105 0,'0'-13'43'0,"0"0"8"16,0 2 16-16,-1 1 6 0,1 2 5 0,0 8-4 15,-1-13-9-15,1 13-11 0,-1-9-12 0,1 9-8 16,0 0-6-16,0 0 1 0,0 0 15 0,0 0 3 16,0 0 3-16,0 0 1 0,9 36-4 0,-7-22 6 15,3 2-1-15,-1-1-5 0,1 2 2 0,-2-5-5 16,1 0-3-16,2 1-7 0,-2-2 0 0,2-2 0 15,-1-1-6-15,-2-1 1 0,-3-7-2 16,5 11 1-16,-5-11-8 0,6 6 33 0,-6-6 24 0,0 0 8 16,0 0-4-16,0 0-5 0,0 0-6 0,0 0-15 15,31-17-5-15,-25 6 0 0,3-3-17 16,-1-2 7-16,-2-3-9 0,6-4 5 0,-2-2-7 16,-1 1-3-16,-1 0-12 0,1 7-8 0,0-7-15 15,-3 8-21-15,-2 3-18 0,0 3-23 0,-1 1-30 16,4 2-46-16,-7 7-41 0,5-7-19 0,-5 7-14 15,0 0-16-15,0 0-2 0,0 0-18 0,13 24-170 16,-13-8-462-16,0-1 204 0</inkml:trace>
  <inkml:trace contextRef="#ctx0" brushRef="#br0" timeOffset="65255.51">29825 2789 57 0,'14'10'87'0,"-4"-3"34"0,2 1 9 0,-1-2 5 16,1-3 13-16,-1-1 6 0,6 0 1 0,-2-2-1 16,3-4 5-16,0 2 0 0,1-4 1 0,-2 0-5 15,1 1-2-15,-4-2-9 0,-3-1-10 0,3 0 0 16,-3-2-12-16,0-1 7 0,-1-3-11 0,-3 4-7 15,-1-5-11-15,-1 4 6 0,-2-1-11 0,-1-3-9 16,-2 3-9-16,-1 1-1 0,-3 0-6 0,-2 3-11 16,1 3 3-16,-4-2-17 0,-3 4-1 0,-6 1-4 15,1 5-1-15,-2 3 6 0,-1 0-4 16,0 4-5-16,-1 5 2 0,-3 0-8 0,10 0 1 0,1-2-5 16,3 3-1-16,3-1-2 0,2-4-2 0,4 6-1 15,6 1-1-15,1-1 1 0,4-4-10 0,6 1-19 16,10 4-29-16,3-5-37 0,7-3-43 0,1 2-44 15,0-4-42-15,1-2-39 0,15-1-44 0,-16-4-208 16,-5-4-535-16,2 0 236 0</inkml:trace>
  <inkml:trace contextRef="#ctx0" brushRef="#br0" timeOffset="65457.87">30419 2645 2170 0,'-5'-29'8'0,"-1"0"5"15,2 1 23-15,-2 2 18 0,0 8 24 0,2 1 23 16,1 6 6-16,-2 1 1 0,2 1-13 0,1 2-14 15,2 7-8-15,-4-10-7 0,4 10-14 0,0 0-5 16,0 0 1-16,0 0 4 0,-9 28-9 0,6-2 5 16,2 2-3-16,1-1-5 0,1 2 1 0,3-1-4 15,-1 1-17-15,2-1 13 0,1-1-1 0,2-1-26 16,-1-1-24-16,2-2-35 0,-1-4-32 0,0-2-36 16,-1 0-39-16,0-3-57 0,2 0-69 0,-3-2-147 15,0-4-468-15,-2 1 208 0</inkml:trace>
  <inkml:trace contextRef="#ctx0" brushRef="#br0" timeOffset="65699.86">30580 2823 171 0,'0'0'217'0,"0"0"-20"0,0 0-16 16,0 0 4-16,11-3-11 0,-11 3-13 0,0 0-5 16,0 0-8-16,28 5-13 0,-16-2-10 0,6-3-10 15,1 2-7-15,-1-2-13 0,0 0-2 0,1-2-12 16,-5-1 6-16,4 1-12 0,-6-1 14 0,-1-1 4 15,1 2 2-15,-4-5 5 0,-2 1-6 0,-1-1-7 16,0-3-5-16,-5 10-11 0,1-19-5 0,-4 9-10 16,-2 1-8-16,-2-1-3 0,-2 1-12 0,-4 1 0 15,-2 0-14-15,-5 4-18 0,0 0-18 0,-8 1-14 16,8 1-30-16,1 4-44 0,2 1-40 0,2 2-50 16,5 0-68-16,0 1-188 0,10-6-486 0,0 0 215 15</inkml:trace>
  <inkml:trace contextRef="#ctx0" brushRef="#br0" timeOffset="65949.89">31026 2648 2094 0,'7'-17'101'0,"-2"0"4"0,-3 0-20 16,1-1 11-16,-2 4-5 0,0 1 35 0,1 3 9 16,-2 10-6-16,-2-15-5 0,2 15-1 0,0-11-1 15,0 11-13-15,0 0-14 0,0 0-19 0,0 0-5 16,0 0-8-16,0 0 1 0,4 37 1 0,-4-11-10 15,2 4-1-15,-4-1-8 0,6 2 5 16,-2-2 4-16,-4 3-10 0,2-1 1 0,-2-4-1 0,0 2-3 16,1-1-1-16,-2 0-20 0,2 0 5 0,-1-8-24 15,3 6-15-15,-2 0-39 0,1-1-40 0,0-6-31 16,2 0-29-16,-2-4-30 0,-1-1-29 0,1-14-45 16,1 20-56-16,-1-13-190 0,0-7-543 0,0 0 239 15</inkml:trace>
  <inkml:trace contextRef="#ctx0" brushRef="#br0" timeOffset="66389.7">31169 2823 143 0,'14'-21'224'0,"-7"7"-7"15,-1 5-5-15,-1 0-2 0,1 1-14 0,-4 2-21 16,1 1-18-16,2 0-19 0,-5 5-16 0,0 0-13 16,0 0-14-16,0 0-4 0,15 14-10 0,-11-8-5 15,-3 6-8-15,-1-1-9 0,-1 2-3 0,-3-1-5 16,-2 4 0-16,-2-3-6 0,-1-3-6 0,-5 3-13 15,0-1-9-15,4-5 1 0,-2 0 1 0,0-2-3 16,2-1-1-16,0-1 2 0,10-3 0 0,-12 0-2 16,12 0-3-16,0 0-1 0,-12-6 3 0,12 6-10 15,0 0 3-15,0 0 0 0,0 0-3 0,17-24 2 16,-5 19-3-16,3-4-4 0,6 4 5 0,-3-1 0 16,3-1-3-16,-1 2 2 0,9 2-1 0,-7-1 0 15,4-2 0-15,2 3-1 0,-9-1 7 0,1 0 2 16,-7 1 3-16,2-1 8 0,1 1-6 15,-6-3 17-15,1 3 2 0,-2-6-10 0,-1 3 8 16,-3-3-2-16,2 0-1 0,-5-1 4 0,2 1 2 0,0-3 3 16,-4 3-2-16,0 9-2 0,-3-19 2 0,1 12 4 15,2 7-1-15,-5-12 3 0,5 12-6 0,-8-9-3 16,8 9-1-16,-15 0-1 0,15 0 8 0,-31 11 0 16,16-1 4-16,-1 1 1 0,-1 0-2 0,4 1-10 15,-4 0 6-15,6 2-5 0,1 0-1 16,2 1-3-16,3-3-12 0,2-1 5 0,3 2-19 15,4 1-22-15,3-2-33 0,13 4-46 0,-3-5-62 16,12 1-47-16,4-2-75 0,4-1-247 0,-4-4-571 16,3 0 253-16</inkml:trace>
  <inkml:trace contextRef="#ctx0" brushRef="#br0" timeOffset="66770.75">31908 2770 100 0,'-5'-17'215'0,"1"10"-7"0,-6 0-5 0,0 1-14 15,-3 3-4-15,-6 0-1 0,0 1-1 0,-1 4-7 16,-6 1-9-16,5 1-5 0,-4 6-10 0,0-1-14 16,6 0-10-16,4 3-10 0,-3-1-11 0,4-1-10 15,0 1-4-15,3 2-17 0,6-2-2 16,-1-2-11-16,4-1-7 0,2-8 3 0,1 17-4 16,5-7-3-16,2-5-7 0,2 1 3 0,8 1-8 15,1-2-6-15,3-4 4 0,-2-1-9 0,8 0-1 16,-7-3-7-16,1-3 4 0,-5 0-2 0,0-3-4 0,-2-1-2 15,0-2-4-15,-4-3 3 0,0-2-6 0,-2-8 1 16,-3-4 6-16,-4 4-9 0,1-3-2 0,-3-2-3 16,0 0-1-16,-1-2 2 0,-3 2-10 15,1 1 12-15,-2 4 9 0,1 5 9 0,1 8 10 16,0 1 5-16,0 1-2 0,2 0-6 0,1 10-15 16,-5-8-5-16,5 8-1 0,0 0-1 0,0 0 1 15,-18 32-7-15,10-7 9 0,-2 1 0 0,5 4 1 16,-2 3-2-16,4 0 1 0,1-3-7 0,2 3 6 15,4 1-5-15,0-5-26 0,1 1-25 0,2-3-45 16,3 2-49-16,-5-4-37 0,-1-6-62 0,0-1-68 16,-4-6-195-16,0 2-543 0,0-14 240 0</inkml:trace>
  <inkml:trace contextRef="#ctx0" brushRef="#br0" timeOffset="68455.77">7416 4220 70 0,'-2'-17'209'0,"-1"6"-15"0,0 1-16 16,-1 0-12-16,2 3-11 0,1 1-10 0,1 6 13 16,-3-9-19-16,3 9-14 0,-3-8-17 0,3 8-11 15,0 0-15-15,0 0-7 0,0 0-8 0,8 29-7 16,0-5-5-16,-1 6 1 0,0 2-3 0,2 13-4 16,-4-10-6-16,0-3-1 0,1 16-6 0,-3-15-3 15,3 15-1-15,-3-16-3 0,1-1-1 0,1-4-1 16,-3 0-2-16,2-8-4 0,-3-2-3 0,3 1 1 15,-3-8 0-15,1 2-3 0,-2-12 0 16,2 11 6-16,-2-11 15 0,-1 10 10 0,1-10-2 0,0 0-4 16,0 0-5-16,0 0-5 0,0 0-1 0,0 0-5 15,0 0-3-15,-17-33-1 0,12 14-2 16,2-9-1-16,1 1-3 0,2 1-4 0,2 0 2 0,3 0-6 16,3-1-4-16,3-1-3 0,-2 9 1 15,7 0-4-15,-4 6 0 0,6 1-6 0,-7 4 1 16,7 3-4-16,-1 2 1 0,1 5 0 0,-6 1 1 0,6 4-2 15,-2 2-3-15,-1 4 1 0,-3 3 2 0,0 6-2 16,-3 2-3-16,-6 7-15 0,-7 0-15 16,-6 1-8-16,-6 0-15 0,0-1 1 0,-5-2-3 0,-4-6 9 15,3 0 7-15,-1-8 7 0,4-5 17 16,2-5 9-16,1 0 12 0,4-5 9 0,3-3 6 16,1 0 0-16,1-2 3 0,7 5 1 0,-12-14 3 15,11 2-3-15,5-2 1 0,3 0-2 0,5-2 2 0,7-2-4 16,3 1 1-16,4 1 2 0,2-2-2 0,4 1 0 15,1 1-1-15,3 0 0 0,2 3 0 16,-2 0 0-16,1 2-4 0,-3-2 3 0,2 4 0 16,-3-1-4-16,-1 1 2 0,-1 0 3 0,-3 0 0 15,-6 3-1-15,-4 1 1 0,0-4-2 0,-2 2 2 16,-7 0-1-16,6-3 9 0,-7 2-8 0,-2-3 9 16,-2 4 0-16,-1-5 0 0,0 2-1 0,-5-3 3 0,-2 2 1 15,-2-1-2-15,-1-1 4 0,-3-1-2 0,3 5 1 16,-4 1 0-16,0 1-1 0,2 2-3 15,-1 0-5-15,-2 2-2 0,1 2-2 0,2 2 0 16,-4 4-5-16,0 6 1 0,-1 1 0 0,0 8 0 16,3 3 0-16,-1 3 0 0,7-1 1 0,-1-6-1 15,6 0 2-15,3 0 2 0,5 6-1 0,4 0-1 16,2-3-6-16,5 0-15 0,1-3-20 0,-1-7-35 16,8-2-43-16,4 0-45 0,0-4-63 0,-3-3-136 15,0-3-389-15,2-3 172 0</inkml:trace>
  <inkml:trace contextRef="#ctx0" brushRef="#br0" timeOffset="68825.17">8378 4307 167 0,'-9'-2'176'0,"9"2"7"0,0 0-14 0,-11 19 4 15,4-4-11-15,3 5-1 0,-2 6-4 0,1 3-6 16,1-1-17-16,2 0-9 0,-2 3-11 0,5 0-12 15,0-2-10-15,4-5-8 0,-2 2-8 0,1-9-9 16,2 1-5-16,-1-3-6 0,-1-2-3 0,1-4-6 16,0 3-11-16,0-6-12 0,-1 2-10 0,-4-8-15 15,7 9-10-15,-7-9-10 0,7 3-14 0,-7-3-24 16,0 0-20-16,0 0-23 0,0 0-16 0,10-19-30 16,-8 8-5-16,-5-5-1 0,-1-2 9 0,-4-5 17 15,-1-2 10-15,-1-2 10 0,0-4 16 0,3-2 15 16,-1-1 14-16,3 0 22 0,-3-1 16 15,5 2 21-15,1 1 7 0,0-2 20 0,2 5 9 0,2 2 16 16,1 3-2-16,-2-2 0 0,8 9 1 16,-1-1-2-16,-1 5 0 0,5-1-6 0,1 3 3 0,-3 3-5 15,2 0-6-15,0 4 1 0,3 1-7 0,1 0-4 16,2 4-5-16,-2 1-18 0,3-1-39 16,-2 4-42-16,2 3-29 0,-5 0-96 0,-2 1-224 15,-2-1 99-15</inkml:trace>
  <inkml:trace contextRef="#ctx0" brushRef="#br0" timeOffset="69208.09">8447 4406 23 0,'0'0'151'15,"0"0"-8"-15,0 0-7 0,0 0-15 0,21 4-2 16,-21-4-10-16,16-1-8 0,-7 1-13 0,-9 0-10 15,13 0-5-15,-7 0-7 0,-6 0-6 0,12 2-8 16,-7 1 3-16,-5-3 6 0,8 4 6 0,-5 1-3 16,0 0-7-16,1 4 5 0,-2 1 6 0,0 0-1 15,-1 7 5-15,1-5-4 0,0 3-8 0,0 3-1 16,1-6-6-16,2 6-4 0,-1-6-5 0,2 1-4 16,0-4-3-16,2 0-5 0,-1-3 1 0,2-2-5 15,2 2 1-15,2-6-4 0,1 1-1 0,3-4-5 16,0-1-1-16,1-1-3 0,-1-3 3 0,-2-3-3 15,2-1 4-15,-6-3-7 0,3 1 4 0,-5-3 9 16,-1 0 6-16,-4 2-4 0,0-1 5 0,-4-3-4 16,-4 0-1-16,0 2-5 0,-2 0-2 0,-3 2-3 15,-3 1-2-15,2 2-11 0,1 3-16 0,-4 4-20 16,3 1-19-16,-2 2-21 0,-5 4-23 0,0 7-27 16,2 2-30-16,-4 11-38 0,-1 1-20 0,0 5-110 15,4 1-347-15,1-3 154 0</inkml:trace>
  <inkml:trace contextRef="#ctx0" brushRef="#br0" timeOffset="69710.3">8834 4661 151 0,'16'-8'222'16,"2"-4"-9"-16,-4 3-5 0,2-3-11 0,-3-3-9 16,1-1-11-16,-5 2-13 0,3 0-12 15,-2-3-8-15,-1 3-9 0,-2-2-12 0,-3-2-10 16,1 1-9-16,-1 2-11 0,-4-2-2 0,0 4-9 15,-3 2-9-15,0 0-6 0,-4 0-9 0,0 1-5 0,-1 0-4 16,2-1-13-16,-3 4 4 0,1 1-6 0,3-1-1 16,0 3-9-16,5 4-2 0,-7-6-5 0,7 6-8 15,-6-3-5-15,6 3-6 0,0 0 3 0,0 0-3 16,0 0 2-16,0 0 0 0,27-3-1 16,-9 6 1-16,0-1-3 0,2 0 0 0,7 6-2 15,-8-1 1-15,-1 0 2 0,1 3-2 0,-5 0 2 16,3 2-3-16,-4 3 4 0,-2 0-1 0,2 7 1 0,-4-5-4 15,-3 0 4-15,1-2-7 0,-4 2 8 0,0 0-2 16,0-1 2-16,-1-5-2 0,2-2 3 16,-3-1-2-16,4 0 3 0,-1 1 0 0,-4-9 1 15,6 11 2-15,-6-11-1 0,12 6 2 0,-5-5 1 16,6-1-1-16,-13 0-1 0,30-7 2 0,-12 0-4 16,6-6 2-16,2-3-2 0,-3 3-1 0,-2-4 2 15,2-1 0-15,-1 0 0 0,-5 0-1 0,-3 3 3 16,-4-2-5-16,-2 1 2 0,-1 1 2 0,-2 1 2 15,-3 4 4-15,-1 0 5 0,-2 0-5 0,1 10 5 16,-5-12-3-16,2 6-5 0,3 6-2 0,-10-5-3 16,10 5-3-16,-16 7-2 0,5 0 2 0,-2 3 0 15,-1 6 2-15,0-2-4 0,3 3-2 0,0 0-2 16,2-2-11-16,4 0-21 0,0 1-19 0,4-4-38 16,0 5-40-16,3 0-50 0,3-3-33 0,4 3-25 15,5-5-125-15,3-2-398 0,11-3 177 0</inkml:trace>
  <inkml:trace contextRef="#ctx0" brushRef="#br0" timeOffset="69969.22">10029 4210 92 0,'-1'-12'316'0,"2"1"-27"0,-3 2 2 0,-2 2-17 16,4 7-29-16,-1-11-24 0,1 11-24 0,0 0-22 15,-2-7-22-15,2 7-7 0,0 0-14 0,0 0-3 16,8 43-5-16,-6-18-5 0,0 4-11 0,-1 3 3 16,-1-1-18-16,3-1-6 0,-1 2-8 0,1-3 0 15,-1 1-15-15,0 1-7 0,0-1-12 0,1-2 11 16,3-4-19-16,-3-5-14 0,-2 0-31 16,1-2-30-16,2-1-37 0,0-6-30 0,-1-3-35 0,-3-7-37 15,4 14-54-15,-4-14-29 0,1 8-192 0,-1-8-488 16,0 0 216-16</inkml:trace>
  <inkml:trace contextRef="#ctx0" brushRef="#br0" timeOffset="70724.31">10071 4424 66 0,'9'-14'178'0,"3"-1"-18"0,-2 1-11 0,3-1-7 16,1-1 1-16,4-4 1 0,-5 5 3 0,0-1-7 15,0 2 3-15,-1-2-3 0,-2 2-2 0,2 1-9 0,-5-2-2 16,-1 5-16-16,0-6-6 0,-1 0-6 15,-3 4-1-15,0 3-4 0,-1 1-6 0,0-1-8 16,-1 9-6-16,3-10-11 0,-3 10-11 0,0 0-11 16,0 0-4-16,0 0-7 0,0 0-3 0,6 33-2 15,-4-7-2-15,-4 6 1 0,2 1-2 0,-2 2-4 16,2-3-1-16,-3 1 0 0,4 1 0 0,2-8 1 16,-2 3-5-16,3-5 1 0,-1 2 4 0,-1-9-5 15,3-2 2-15,-1 0-3 0,-1-5 3 0,-1-1-6 16,-2-9 0-16,3 9 4 0,-3-9 2 0,1 10 3 15,-1-10 3-15,0 0 2 0,0 0 6 0,0 0-7 16,0 0-1-16,0 0-4 0,0 0-1 0,24-22-6 16,-17 10 5-16,2-3-6 0,1-1 2 0,3 2-4 15,-3-3-1-15,4 5-4 0,-1 1-2 0,-2 2-3 16,5 2-3-16,-6 2 2 0,3 1 0 0,-2 1-3 16,2 2 5-16,0 4-3 0,1-1 0 0,1 6 2 15,-3-5 2-15,6 4-4 0,-8-2 6 0,4 0-2 16,1 0 4-16,3 1-4 0,-1-2 2 0,1 0 2 15,-4-1 0-15,6-3 4 0,2-3-2 0,-3 0-5 16,8-2 4-16,1-3-9 0,-1 0-1 0,-7 0 5 16,6-2 0-16,-8 1 2 0,-1 2 1 0,-1-3-2 15,0 1-1-15,-8 1 3 0,5-1 2 0,-5-1 7 16,-3 0-5-16,-3-1-3 0,-4 0 2 0,2 3 3 16,0 8 6-16,-4-13 0 0,4 13-7 0,-8-11 2 15,3 8 1-15,-3 2-1 0,8 1-6 0,-21 6 2 16,8 1 0-16,-4 2-4 0,3 2-5 0,-1 0 8 15,1 2-3-15,2-2 3 0,1 0 1 16,3-2-13-16,3 0 8 0,4-2 1 0,-2 3 2 0,3-10-1 16,-2 14 1-16,2-14 3 0,0 0 5 0,6 12 0 15,-6-12 1-15,13 6-4 0,0-6-2 0,-13 0-1 16,21-4-2-16,-7 1 3 0,-2 0-5 0,1 0-8 16,-2-2 12-16,-2 1 1 0,0-3 1 15,-1 2-2-15,-8 5 5 0,13-12-6 0,-10 9-4 16,-3 3 3-16,8-12-1 0,-8 12-2 0,5-7 6 15,-5 7 0-15,0 0-4 0,4-8 2 0,-4 8-2 0,0 0-5 16,0 0-5-16,0 0 2 0,0 0 2 0,0 0 0 16,0 0 2-16,0 0-1 0,0 0 5 15,22 13 0-15,-22-13 0 0,8 10-12 0,-1-3 14 16,2-3 1-16,1 2-4 0,0-2-16 0,2-1-23 16,1-1-23-16,0 0-26 0,0 0-22 0,4-4-20 15,1 0-46-15,1-3-39 0,-1 1-21 0,0-2-16 0,-3-1-147 16,-3-1-429-16,-2-2 191 0</inkml:trace>
  <inkml:trace contextRef="#ctx0" brushRef="#br0" timeOffset="70951.7">11192 4371 1316 0,'8'-15'-107'0,"-2"-2"28"0,-1-1 35 0,-2-8 44 16,-2-3 33-16,-2 1 8 0,-2-1 25 16,2-3 12-16,-1 3 23 0,-4 0 19 0,6 10 19 15,-1-2 6-15,-1 6 14 0,2 3 8 0,-2 1 14 16,1 2-12-16,1 1-15 0,0 8-14 0,-4-10-21 16,4 10-14-16,0 0-26 0,0 0 18 0,0 0 7 15,0 0 4-15,-3 37-3 0,0-9 1 0,-1 7 5 16,-1 1 5-16,-3-3-12 0,1 1-3 0,-1 2-2 15,5-4 0-15,-3-1-4 0,2-1-4 0,0-3-4 16,3-2-7-16,0-6-8 0,1-2-5 0,1 2-12 16,0-3 3-16,3-1-10 0,0-6 2 0,0 3-6 15,1-3-3-15,0 0-9 0,4-2-21 0,0 1-41 16,4-3-28-16,1-2-58 0,4-5-55 0,4-1-67 16,-1-4-69-16,5-4-77 0,-5-4-243 0,4-1-678 15,-8 5 299-15</inkml:trace>
  <inkml:trace contextRef="#ctx0" brushRef="#br0" timeOffset="71112.07">11179 4224 6 0,'0'0'258'0,"-10"-1"-18"0,10 1-18 0,0 0-18 16,-10-2-15-16,10 2-23 0,0 0-13 0,0 0-14 15,0 0-12-15,22 11-10 0,-9-9-36 0,15-2-48 16,2 0-91-16,2 0-106 0,-4-2-122 0,2 2-310 15,-8-2 138-15</inkml:trace>
  <inkml:trace contextRef="#ctx0" brushRef="#br0" timeOffset="71256.03">11543 4299 3013 0,'3'5'114'0,"2"-2"-83"0,-2 1-22 16,-3-4 1-16,6 5 11 0,-6-5 43 0,5 4 21 0,-5-4 6 15,0 0-7-15,5 5-21 0,-5-5 4 0,0 0-8 16,0 0-26-16,6 5-30 0,-6-5-42 0,0 0-57 15,0 0-61-15,0 0-67 0,0 0-91 0,0 0-171 16,0 0-527-16,0 0 233 0</inkml:trace>
  <inkml:trace contextRef="#ctx0" brushRef="#br0" timeOffset="75357.23">4809 5609 96 0,'-3'-11'165'16,"-1"-1"6"-16,0 1-5 0,0 0 4 0,1 3-6 15,-4-2-6-15,5 4-5 0,2 6 0 0,-4-11-17 0,1 6-10 16,3 5-18-16,-2-6-11 0,2 6-13 0,0 0-9 15,0 0-9-15,0 0-6 0,0 0 15 0,-8 27-3 16,8-9-9-16,0 8-4 0,0 0-6 16,-1 0-1-16,2 0-3 0,-1-1-5 0,0-4-3 15,1 4-3-15,1-6-5 0,-2 6 2 0,-2-8-7 16,4 2 2-16,-1-3-2 0,2 0-9 0,-2 1 1 0,3-2-2 16,-3-2-18-16,0-2-22 0,4 1-18 15,-2 1-33-15,-3-4-21 0,4-2-34 0,-3 0-27 16,1-1-20-16,-2-6-16 0,3 10-148 0,-3-10-365 0,0 0 162 15</inkml:trace>
  <inkml:trace contextRef="#ctx0" brushRef="#br0" timeOffset="75571.78">4931 5607 109 0,'0'0'143'0,"2"-8"-13"0,-2 8-25 0,0 0 23 16,0 0-3-16,0 0 10 0,0 0 3 0,0 0-10 15,9 16 0-15,-9-4-8 0,3 4-6 0,-1 1-7 16,-1 0-3-16,0 2-6 0,-2 0-10 0,1 0-9 16,-1 0-8-16,-2-2 2 0,4 2-11 0,2-4-7 15,-3 2-5-15,1-4-10 0,0 2-31 0,-1-4-29 16,2 2-26-16,-1-3-26 0,0 2-40 0,-1-3-46 16,0-2-31-16,0-7-102 0,0 0-315 0,-1 18 141 15</inkml:trace>
  <inkml:trace contextRef="#ctx0" brushRef="#br0" timeOffset="75803">4970 5657 1421 0,'5'-20'52'0,"-3"4"9"0,2 1-40 0,-1 4-7 16,1 3-3-16,-1 2-11 0,1 0 8 0,1 2-1 16,2 1 13-16,-7 3 3 0,15-1 2 0,-15 1 5 15,19 6 0-15,-9-1 2 0,2 3 0 0,2 5 2 16,-2 2 0-16,0 7-3 0,0 3 4 0,-7 0 0 15,0 2-3-15,-1-2 1 0,-5 1-8 0,-1-1 4 16,-3 0-8-16,-1-6-2 0,-3 5 3 0,-3-3-3 16,3-3 1-16,-3 5-4 0,-1-8-19 0,3 4-26 15,-6-5-27-15,3 0-24 0,2-3-32 0,-3 0-31 16,1 1-153-16,-2-3-318 0,3-2 140 0</inkml:trace>
  <inkml:trace contextRef="#ctx0" brushRef="#br0" timeOffset="76031.55">4529 5720 84 0,'-18'18'197'0,"1"5"-17"0,1 2-8 0,3 2-9 0,3 0-11 16,2 4-15-16,3-3-14 0,4 1-8 0,4-4-11 15,6-2-9-15,4 2-7 0,4-5-10 0,5 0-7 16,2-5-8-16,4-4-27 0,4-3-39 0,1-3-50 16,4-3-36-16,-1-5-31 0,2 1-146 0,-5-5-288 15,-1-2 128-15</inkml:trace>
  <inkml:trace contextRef="#ctx0" brushRef="#br0" timeOffset="76214.8">5017 5391 1795 0,'-5'-15'-15'0,"0"3"41"0,0 1-11 0,2 1 10 0,1 1-7 15,0 4-13-15,2 5 1 0,-5-10-5 0,5 10-3 16,-1-8-4-16,1 8-12 0,-4-6-5 0,4 6-3 16,0 0-13-16,0 0-21 0,0 0-32 0,0 0-34 15,23 9-122-15,-18-4-267 0,5 0 118 0</inkml:trace>
  <inkml:trace contextRef="#ctx0" brushRef="#br0" timeOffset="82227.87">7371 5295 8 0,'0'0'36'0,"0"0"-2"0,0 0 6 0,0 0-5 16,-1-7 1-16,1 7-5 0,0 0 8 0,0 0 3 15,0 0-9-15,0 0 4 0,0 0 0 0,-9-1 1 16,9 1 0-16,0 0 1 0,-17 2 3 0,17-2 1 16,-13 4 0-16,3-1 12 0,1 0 1 15,0-2 2-15,2 1 9 0,7-2 6 0,-16 3 0 0,10-1 6 16,6-2-1-16,-8 2-7 0,8-2-4 0,-8 2-7 15,8-2-5-15,0 0-3 0,-11 3-8 16,11-3-1-16,0 0-11 0,0 0 1 0,0 0 1 16,0 0-3-16,0 0 9 0,40-7-3 0,-19 2-4 15,8-1-4-15,4-1 1 0,5 3-7 0,-1-5 1 0,0 6 2 16,0-4-5-16,-2 2-6 0,-1 1-7 0,1 4-16 16,-7 0-11-16,0-1-11 0,-8 2-25 0,-2 3-20 15,-5-1-7-15,0 1-19 0,-3 1-18 0,-2 3-10 16,-3-1-101-16,-2 0-250 0,-6 2 111 0</inkml:trace>
  <inkml:trace contextRef="#ctx0" brushRef="#br0" timeOffset="82489.48">7366 5328 93 0,'-12'-1'101'0,"12"1"-5"0,-11-2-18 0,11 2-2 16,0 0 13-16,-8 4 12 0,8-4 0 0,-2 12-1 15,2 0 11-15,1 4-1 0,2 8-3 0,-3-4-8 16,2 8 0-16,-1 3-7 0,2-2 2 0,1 4-4 16,-3 0-8-16,-1-1 0 0,0 0-2 0,0 2-8 15,1-3-11-15,-2-3-1 0,0 1 0 0,1-2-10 16,0-1-2-16,0 0-7 0,-3-7-3 16,3-2-1-16,3 0-10 0,-2 0-25 0,0-7-26 0,0 3-16 15,1-4-25-15,0 2-32 0,0-5-24 0,-1 2-20 16,-1-8-11-16,1 8 0 0,-1-8 1 0,0 0-88 15,0 0-260-15,0 0 116 0</inkml:trace>
  <inkml:trace contextRef="#ctx0" brushRef="#br0" timeOffset="82630.28">7349 5738 106 0,'0'0'121'15,"7"-4"-9"-15,2-2-7 0,1 2 0 0,6-2-18 16,5-3-10-16,8 0-2 0,3 0-12 15,1 0-19-15,3-1-35 0,0 1-39 0,0-1-28 16,2 2-78-16,-1-1-148 0,2 1 66 0</inkml:trace>
  <inkml:trace contextRef="#ctx0" brushRef="#br0" timeOffset="83049.75">8169 5283 110 0,'-4'-6'169'15,"-1"2"-11"-15,-2 1-9 0,7 3-10 0,-15-1-8 16,3 2-2-16,0 4-6 0,-3 5-4 0,-1 3-10 16,1 0-5-16,-3 5-13 0,1 1 2 0,1 2-13 15,6-4-8-15,1-1-8 0,2 1-6 0,3 0-3 16,2-4-9-16,2-1-2 0,3 4-4 0,2-4-2 16,0-2-5-16,3 0-2 0,1-1 3 0,3-3-8 15,-1 2-3-15,2-3 1 0,5-1-5 0,-2 0-1 16,-3-2-2-16,-1 1 0 0,-1-2-6 0,-3-1 1 15,-2 2-4-15,-6-2-2 0,12 1 5 0,-12-1-3 16,7 2 0-16,-7-2-4 0,0 0-6 0,0 0 6 16,0 0-2-16,0 0 5 0,0 0-5 0,0 0-1 15,0 0-3-15,-32 0 4 0,21 1-1 0,-1 6-3 0,1-2 3 16,-2 1 5-16,-1 1-1 0,-4 2 4 16,4 2 6-16,0 1 0 0,1-1 11 0,1 4-4 15,1-2-4-15,2 1 7 0,2 1 4 0,0-4 1 16,5 2-3-16,-1-2 0 0,3-1-3 0,2 0 0 15,0 0-3-15,7-1 2 0,-1-2 0 0,2 0-5 0,9-3 3 16,2-1-3-16,7-2-14 0,5-4-22 16,4 1-27-16,0-4-29 0,1 0-22 0,13-4-27 15,-13 4-16-15,-1-2-39 0,1-2-27 0,0 1-119 16,-1-4-351-16,-6-3 156 0</inkml:trace>
  <inkml:trace contextRef="#ctx0" brushRef="#br0" timeOffset="83425.5">8562 5213 6 0,'-9'-5'190'15,"4"2"-26"-15,-3 0-17 0,8 3-10 0,-6-3-21 16,6 3 4-16,0 0 0 0,0 0-3 0,0 0-7 16,18-7-9-16,1 4-13 0,9 0-4 0,3-1-12 15,1-1-6-15,2 1-7 0,-2 0-23 0,0 1-27 16,-4 0-14-16,-7 3-49 0,-1 0-12 0,-6 0-19 15,0-2-10-15,-3 4-8 0,-2-5-11 0,-2 3 14 16,-7 0 7-16,10 1 12 0,-10-1 2 0,0 0 5 16,0 0 4-16,0 0 18 0,0 0 9 0,0 0 14 15,-23-8 7-15,23 8 30 0,-15-6 3 0,7 3 18 16,2 2 24-16,6 1 11 0,-12-2 13 0,7-1-5 16,5 3 7-16,0 0-5 0,-11 0-5 0,11 0-10 15,0 0-9-15,0 0 14 0,-9 8 19 0,8-1 1 16,-2 4 6-16,2 5-1 0,1 3-3 0,-3-2-2 15,3 9-1-15,0 0-3 0,3-1-10 0,-1 0-5 16,2 3-5-16,0-4-5 0,0 1-3 0,0 0-7 16,-2-4-7-16,6 2-19 0,-3 2-26 0,0 1-22 15,0-1-35-15,0-1-43 0,-2-5-48 0,-2 8-180 16,-3-1-362-16,0-2 160 0</inkml:trace>
  <inkml:trace contextRef="#ctx0" brushRef="#br0" timeOffset="83819.98">8943 5805 161 0,'19'-20'197'0,"1"-2"-13"0,1-4-8 0,-1 2-11 0,3-3-9 16,-1 1-12-16,1 0 0 0,-1-2-16 0,1 1-14 15,-3 0-5-15,0 0-8 0,-1-1-9 0,-1 4-9 16,-4 1-5-16,-2 0-4 0,-5 9-8 0,3 0 3 15,-7 4-2-15,0 3 1 0,-1 1 5 0,0 0-17 16,-2 6-4-16,3-10-8 0,-3 10-10 0,0 0-1 16,0 0-4-16,-23 5-4 0,13 2-3 0,-4 4-1 15,-2 1-2-15,1 2-4 0,1 2 1 0,4 0-2 16,-3-4-1-16,4 3-3 0,4-3-4 0,2-1 5 16,2 0-4-16,1 1 1 0,1-1-3 0,4 1 0 15,3-3-1-15,1 1 3 0,6 2 0 0,-1-1-2 16,3 1-2-16,-2-1 5 0,3-2-9 0,-2 1 3 15,-1 1 5-15,-4 0-7 0,1-3-1 0,-3 4-1 16,-3-5 1-16,1 4 1 0,-1-3-1 0,-4 2 8 16,-3-1-9-16,-1 2 2 0,-5-1 0 0,1 3-5 15,-4-2-12-15,-3 3-3 0,-1-1-25 0,-3-1-14 16,2-2-22-16,-2 1-18 0,2-3-48 0,-2 0-48 16,1 1-183-16,-2-5-410 0,5 0 181 0</inkml:trace>
  <inkml:trace contextRef="#ctx0" brushRef="#br0" timeOffset="84873.09">10930 5202 180 0,'-19'-9'196'0,"2"5"-23"0,-6-2-7 0,-5 5-11 16,2 2-7-16,-1 5-6 0,0 2-13 0,1 3-11 15,-1 2-8-15,3 4-8 0,0 2-12 0,3 5-6 16,1 0-4-16,1 2 1 0,3 0-13 0,3-1-9 0,3 2-3 16,3-4-7-16,3-5-4 0,3 0-1 15,2-7-7-15,3 1-2 0,-2-1-3 0,6 0-2 0,1-3-5 16,6 0 5-16,2-3-6 0,5-4-1 16,6-1 1-16,1-3-6 0,1-6 6 0,0 0-1 15,0-3-5-15,-6 1-2 0,3-5-7 0,-4 4 5 0,-5-1-1 16,2-3-5-16,-6 2 0 0,-2-1-3 0,0-1 2 15,-5 0 0-15,-1-2 1 0,0 0 0 0,-4 0-8 16,2 1 12-16,-4 6 3 0,0-2 12 16,-4 4 14-16,4 0 6 0,0 9-3 0,0-13 2 15,0 13-9-15,-2-10-5 0,2 10-8 0,-3-8-3 0,3 8-2 16,0 0-7-16,0 0-5 0,0 0 5 0,0 0-6 16,-9 22 4-16,6-5 0 0,-1 1-2 0,2 0 1 15,-1 1 2-15,1 0-7 0,2-1-3 0,2 0 5 16,-2-3 1-16,4-2-4 0,-3-1 0 15,2-3 1-15,0 2 1 0,2-3-2 0,1-1-1 16,2 1 2-16,1 0 3 0,3-2-1 0,0-1 0 0,3 0 2 16,-1-4 0-16,4-1-3 0,1 0-1 15,-3-3-1-15,4 2-6 0,-3-7-12 0,-1 2 2 16,1-5-12-16,-2 0-2 0,4-8-11 0,-4 5 7 16,-4 0 0-16,-1-4 1 0,-3 0 4 0,-1-7 2 15,-6 6-4-15,0 0 2 0,-4 1 1 0,0 0 1 0,-1 4 10 16,-1 2 4-16,-2 1 2 0,-3-1-2 0,-1 1 4 15,-3 3 1-15,-2 1 2 0,-1 3 3 0,3 1-3 16,0 1 0-16,2 2-1 0,-1 2 0 0,2-2 1 16,1 0-4-16,3 1 3 0,1 1 0 15,7-2-4-15,-8 4 4 0,8-4 1 0,0 0 3 0,0 0-1 16,0 0 5-16,28 13 0 0,-7-10-4 0,7 0 1 16,4-2 2-16,2-2-1 0,-1-1 1 0,-1 2-3 15,3-1 2-15,-6 0-5 0,-10 1 1 16,0 0-4-16,-4 0 5 0,-2 2-2 0,-1 1 1 15,-2 1 1-15,-2-1-2 0,0 5 2 0,-1 1-2 0,-2 0 6 16,-1 2 6-16,3 5 1 0,-5 0 5 0,-1 1-1 16,1 8 0-16,-4-2 0 0,1-3 2 0,1-1-4 15,-1-1 2-15,1-1-3 0,1-2 1 16,3 1-2-16,1-5-3 0,-2 0 3 0,2-3-1 16,0 0 1-16,4 0 0 0,0-3-1 0,1 0 8 15,4-2-9-15,-1-3 2 0,5-3-2 0,1 0 1 0,4-3-4 16,-3-1 2-16,-2-3 3 0,9-5 0 0,-5 2-2 15,1-5-2-15,-5-1 1 0,1 1-2 16,-4-3 3-16,-1-3-7 0,-1 1 1 0,0 1-2 16,-6 3 0-16,-1 0-5 0,-1-1 4 0,-5 4 0 15,2-1 2-15,-4 9 6 0,-1-3 2 0,2 5-2 0,1 6-6 16,-5-11 1-16,1 8-3 0,4 3-4 0,-17 4 4 16,7 2 1-16,-5 4 1 0,1 3-1 0,-7 6-2 15,6 1-1-15,4 2 1 0,1-3-18 16,4 0-25-16,2-1-12 0,3 0-42 0,4 2-31 15,3-1-35-15,2-2-47 0,6-2-188 0,-1 0-431 16,9 0 191-16</inkml:trace>
  <inkml:trace contextRef="#ctx0" brushRef="#br0" timeOffset="85639.46">12356 5364 157 0,'0'0'197'0,"0"0"-14"0,2-9-21 16,-2 9-13-16,0 0-16 0,0 0-20 0,0 0-13 15,0 0-5-15,0 0-10 0,0 0-11 0,0 0-5 16,0 0-11-16,6 27-3 0,0-18-3 0,-6 1-3 15,4 0-1-15,0 0-6 0,-1 0-4 0,-1-3 0 16,0 0-6-16,0-1-1 0,-2-6-4 0,2 10 8 16,-2-10 9-16,2 5 6 0,-2-5 8 0,0 0 9 15,3 7 0-15,-3-7 6 0,0 0-10 0,0 0-1 16,0 0-9-16,0 0 1 0,0 0-8 0,0 0-4 16,-11-23-7-16,11 11-2 0,-3-2-6 0,1 0-4 15,2-10-1-15,3 4-5 0,1 1-1 0,5-7-4 16,2 3-2-16,-2 4-1 0,5 4-3 0,-1 0-3 15,0 1 0-15,1 6 1 0,2-1-4 0,-2 7-1 16,5 1-5-16,2 2 5 0,-1 4-2 0,-2 3 1 16,0 4-1-16,1 4 3 0,-2 3-2 0,-3-2 2 15,-1-1-1-15,-2 6 1 0,-1-5-1 0,-2 1 3 0,-4-1-2 16,1-1 2-16,-1-6 0 0,-2 2 1 16,-2-2 1-16,0 0 1 0,-2-4 2 0,2-6 7 15,0 12 5-15,0-12 6 0,-4 7 6 0,4-7-3 16,-4 3-3-16,4-3 3 0,0 0-5 0,0 0 0 15,0 0 4-15,-15-16-12 0,11 6-4 0,2-1-8 0,2-4 1 16,0-3-7-16,5 1-7 0,2-9 2 16,2 1-4-16,5 1 0 0,-1 3-2 0,-4 4 4 15,4 1-3-15,0 3 4 0,-2 1-5 0,-1 5 3 16,-1 1-2-16,0 4-3 0,4-1 6 0,0 3-2 16,0 4 3-16,2 3 0 0,1 4 2 0,-3 2 1 15,0 1-1-15,1 1 3 0,-6 0-1 0,4 8 5 0,-3 1-1 16,-5 0-1-16,3-5-17 0,-5 1-18 15,0-1-19-15,0 0-38 0,2 0-19 0,-2-1-56 16,2-3-24-16,-1 1-17 0,1 0-139 0,-2-6-379 16,4-3 168-16</inkml:trace>
  <inkml:trace contextRef="#ctx0" brushRef="#br0" timeOffset="85951.21">13095 5350 159 0,'-2'-7'204'0,"-1"1"-19"0,3 6-8 15,-6-9-21-15,6 9-12 0,-7-3-7 0,7 3-14 16,0 0-3-16,-14 9-9 0,10 0-8 0,2-2-8 16,0-1-7-16,-1 3-9 0,3-2-6 0,0-7-6 15,1 14-5-15,5-5-2 0,-2-3-4 0,3 0-3 16,5 0-1-16,-1-1-5 0,5-3-6 0,3-2-1 16,8-2 2-16,0-2-2 0,-1-3-3 0,0-2-3 15,-6 2 4-15,5-6 3 0,-5 4-2 0,-4-3 2 16,-2 0-1-16,-1 1-2 0,-3-2-3 0,-4-2-3 15,-2 1-1-15,-1-3-3 0,-3-1-5 0,-3 8-1 16,-7-6-3-16,0 1-4 0,-3 1-2 0,-1 4-5 16,-1 0-1-16,-4 3-6 0,2 5-14 0,-4 2-13 15,-2 4-18-15,-2 5-12 0,-1 2-9 0,-3 6-20 16,2 2-14-16,2 1-27 0,3 5-24 0,4-1-11 16,4 3-18-16,5 0-22 0,3-1-108 0,4-1-334 15,4-7 147-15</inkml:trace>
  <inkml:trace contextRef="#ctx0" brushRef="#br0" timeOffset="86461.78">13438 5475 128 0,'12'-11'150'16,"-3"2"5"-16,7-3-11 0,-7-3-4 0,2 1-6 16,0-1 0-16,0 0 1 0,-6 0-10 0,1-3-9 15,-1 1-2-15,-2 1-1 0,1 2-10 0,-4 1-12 16,0-3-1-16,0 0-6 0,-4 4 1 0,1 2-6 15,0-2-7-15,-3 3-1 0,1-1-5 0,3 3-5 16,-6-3-13-16,2 6-1 0,6 4-6 0,-4-8-8 16,4 8-3-16,-7-9-6 0,7 9-6 0,-2-4-10 15,2 4 0-15,0 0-3 0,0 0-1 0,0 0 2 16,21-3 2-16,-10 5-2 0,0-2-3 0,7 3 4 16,0 0-3-16,-2 0-1 0,4 0-2 0,-9 0 1 15,3 1-2-15,-3 0 0 0,2 1-5 0,-3 3 5 16,0-2 0-16,-3 4 5 0,3 6 7 0,-2-4-2 15,-3 5 2-15,-3-4 4 0,2 3 2 0,-4 1-2 16,0 0 2-16,0-2-3 0,0-3-3 0,0 1 2 16,0-3-4-16,5 0 1 0,-1-2-2 0,1 1 1 15,2-1 1-15,1-2 0 0,1-1 0 0,7-1 2 16,3-3-6-16,0 0 5 0,0-3-3 0,10-3 0 16,-4-5-2-16,-1 2 1 0,3-4-6 0,-4 0 4 15,-6 0 0-15,1-2 1 0,1-2 2 0,-6 1-3 16,-2 0 10-16,0-2-13 0,-4 0-1 0,0 0 2 15,-3 2-3-15,-2 2 3 0,1 3 5 0,-3-1 4 16,0 2 1-16,0 9 1 0,-5-13-7 0,1 8 2 16,4 5-6-16,-11-5-1 0,4 5-1 0,-5 3-1 15,-5 5 2-15,3 2-2 0,-2 3 1 0,1 2-2 16,2 2-17-16,3-2-17 0,1-2-26 0,5 4-18 16,4 0-32-16,2 0-34 0,7-3-42 0,5 0-23 15,6 1-173-15,2-1-413 0,12-4 182 0</inkml:trace>
  <inkml:trace contextRef="#ctx0" brushRef="#br0" timeOffset="86863.79">14972 5153 1453 0,'0'-46'101'0,"-1"13"-53"0,-4 1 62 16,1 4-18-16,0 1 3 0,2 8 11 0,-1 2-9 15,0 5-11-15,1 0-3 0,1 1-6 0,-2 4-6 16,2 0-4-16,1 7-15 0,-2-9-8 0,2 9-11 15,0 0-2-15,0 0-9 0,0 0 1 0,8 22 2 16,0 2 4-16,-1 5 7 0,0 5 1 0,-1 11-1 16,1 3 10-16,-1-1-9 0,-3 0-1 0,2 4 2 15,-3-4-4-15,0 0-2 0,-2-11-2 0,2 0-3 16,0-4 0-16,-2 3-7 0,0-2 1 0,2 1-1 16,-1 0-4-16,1-3-26 0,-2-4-14 15,1 1-16-15,-2-7-25 0,2-2-21 0,-2 0-27 16,1-2-23-16,-2-4-30 0,1-2-26 0,-1-1-37 0,0-1-135 15,0-5-392-15,2-4 174 0</inkml:trace>
  <inkml:trace contextRef="#ctx0" brushRef="#br0" timeOffset="87083.96">15021 5225 100 0,'5'-17'207'0,"0"1"-27"0,5 2-17 0,0 0-12 0,-1 5-11 16,0-1-9-16,2 3-12 0,-1 1-14 0,1 1-12 15,-2 3-8-15,4 2-8 0,0 2-8 0,-1 2 2 16,-1 2-7-16,3 2-9 0,-4 4-9 16,0 4-1-16,-1 0-4 0,-6 1 1 0,-2 2-8 15,-5 6 1-15,-2-6-5 0,-2 7-3 0,-3-4-10 0,-5 1-16 16,5-7-12-16,-1 1-16 0,0-1-5 0,-1-3-30 16,4-5-37-16,1 1-16 0,2-3-26 0,1 1-133 15,1-3-297-15,4-4 133 0</inkml:trace>
  <inkml:trace contextRef="#ctx0" brushRef="#br0" timeOffset="87352.67">15257 5306 109 0,'0'0'156'0,"12"3"-5"0,-12-3-6 0,9 5-5 16,-3-4 1-16,2 1 0 0,-8-2-14 0,11 6-6 15,-4-4-8-15,-1 0-5 0,6 0-4 0,-1 0-7 0,1-2-9 16,3 0-5-16,3-2-5 0,0 0-5 0,0-6-7 15,0 3-9-15,-1 1-2 0,-1-2-4 16,-5 0-1-16,-2 0-1 0,-1-1-5 0,-3-2-5 16,0-1-2-16,-2 1-5 0,-6-3-6 0,-2 1-1 15,-4-2-6-15,-4 0-1 0,-2 2-5 0,-3 1-3 0,-2 5-11 16,-9 0-6-16,1 3-9 0,2 5-7 0,-4 1-8 16,11 1-12-16,-8 7-13 0,11-5-29 15,-1 5-11-15,4-1-14 0,7-2-16 0,1 0-25 16,5 1-12-16,0 1-114 0,0-11-299 0,11 17 133 15</inkml:trace>
  <inkml:trace contextRef="#ctx0" brushRef="#br0" timeOffset="87608.43">15712 5014 129 0,'0'-16'222'15,"2"-1"-10"-15,-2 2-7 0,1 2-9 0,-1 2-7 16,-1 2-5-16,1 1-7 0,0 8-11 0,-2-11-21 15,2 11-20-15,2-8-14 0,-2 8-18 0,0 0-8 0,0 0-9 16,2 26 0-16,2-2-1 0,0 5-1 16,-2 0-5-16,1 4 0 0,-2 3-8 0,3-2-4 15,-1-1-9-15,-3 13 1 0,1-11-5 0,0 0-1 16,-1 1-2-16,1-4-7 0,1 0 5 0,-1 1-16 16,-2-5-26-16,2 1-20 0,-1-3-17 0,0 0-25 0,0-2-26 15,0-7-27-15,-1 1-25 0,1-2-33 16,0-4-28-16,1-1-16 0,-4-2-119 0,3-9-368 15,-5 12 163-15</inkml:trace>
  <inkml:trace contextRef="#ctx0" brushRef="#br0" timeOffset="87831.39">15734 5147 77 0,'13'-11'174'16,"3"-1"-3"-16,-1 2-15 0,2 3-11 0,0 1-13 15,-2 4-6-15,1-1-12 0,-2 3-10 0,-1 3-10 16,-2 1-15-16,0 1 0 0,-1 4-10 0,-2-1-1 16,-1 3-6-16,-5-1-3 0,1 7-3 0,-3-1-11 15,-5 2 3-15,-7 0-8 0,2-1-4 0,-7 3-8 16,3-3-19-16,-4 0-23 0,-3-1-13 0,4-4-34 16,4-2-26-16,-3-2-38 0,0 0-26 0,2-2-100 15,3-2-273-15,3-1 121 0</inkml:trace>
  <inkml:trace contextRef="#ctx0" brushRef="#br0" timeOffset="88205.58">16015 5153 171 0,'8'-6'173'0,"-8"6"-13"0,0 0-12 16,10-3-6-16,-10 3-2 0,0 0-2 0,0 0 0 15,5 15 3-15,-5-15-10 0,-1 20-6 0,2-10-12 16,-2 2-6-16,2 0-13 0,-3-2-7 0,2-10-7 15,1 19-12-15,0-11-2 0,3 1-5 0,0 0-5 16,-4-9 2-16,10 11-9 0,-2-4-8 0,-2-5-3 16,6 1-1-16,5-2-1 0,-4-1 4 0,0-3-14 15,4-1 2-15,-2-3-3 0,-2 3-2 0,-3-4-1 16,5-1-5-16,-6 2 0 0,0-8-3 0,0 4-2 16,-1-3-2-16,-3 0 0 0,0 1-4 0,-4 2 1 15,2 0-2-15,-2-1 2 0,2 1-2 0,-2 4 7 16,1 1 8-16,-2 6-3 0,2-11-4 0,-2 11-3 15,0-7-6-15,0 7-2 0,0 0-4 0,0 0 2 16,0 0 0-16,0 0 2 0,4 25-2 16,-3-14 6-16,0 1-8 0,-2 1 4 0,4 2-1 15,-1 3 4-15,2-3-3 0,0 1-1 0,2-5-4 0,2 3-25 16,-1 2-17-16,3-7-33 0,1 4-44 0,0-6-53 16,5 1-47-16,-2 1-160 0,-1-5-415 0,1-4 184 15</inkml:trace>
  <inkml:trace contextRef="#ctx0" brushRef="#br0" timeOffset="88416.96">16569 4934 140 0,'-2'-10'252'0,"1"4"-22"0,1 6-26 0,-1-12-17 16,1 12-25-16,0 0-3 0,0 0-2 15,0 0-4-15,0 0-7 0,-11 34-8 0,6-10-2 0,2 1-10 16,0 3-13-16,-1-3-10 0,3 3-8 15,-2 2-9-15,2-2-11 0,2 0-1 0,-1-2-22 0,3-6-31 16,2 5-20-16,1 0-25 0,3-1-26 0,-4-9-31 16,4 0-49-16,0 0-44 0,3-2-21 0,1-4-12 15,3-1-119-15,1-4-351 0,3-3 156 16</inkml:trace>
  <inkml:trace contextRef="#ctx0" brushRef="#br0" timeOffset="89049.64">16969 5093 37 0,'-7'-7'236'0,"1"4"-20"0,-6 1-13 0,1 0-9 16,-3 6-8-16,-4 2-6 0,-1 1-13 0,-6 7-10 15,0 1-5-15,3 3-14 0,4-5-15 0,4 0-12 16,0 1-1-16,5 2-21 0,1-7-11 0,5 1-4 16,0 1-7-16,2 0-6 0,1-11-7 0,6 20-4 15,1-11 3-15,3-2-13 0,1-2 0 0,6 1-2 16,1-5-10-16,2 0 1 0,1-1-6 0,0-2-5 15,-1-6 1-15,-4 3-3 0,5-3 0 0,-7-1-4 16,1 3 2-16,-2-5-5 0,-4 3-1 0,-2-3-2 16,-2-1 3-16,1 2-3 0,-5-3 1 0,0 0-3 15,1 3 13-15,-2 0 7 0,0 10 2 0,-2-14-4 16,1 9 1-16,1 5 5 0,-4-10-6 0,4 10-5 16,0 0-5-16,-1-9-4 0,1 9-2 0,0 0 8 15,0 0-6-15,0 0 3 0,-13 26 0 0,11-16 1 16,-1 2 2-16,-1 3-2 0,3-2 3 0,2 1-1 15,0 2-5-15,2-4 3 0,1-2 2 0,0 1-3 16,3 1-1-16,0-3 1 0,0-3-1 0,5 2 0 16,-1-2 2-16,6 1 3 0,2-3 1 0,1-3-1 15,0 1-7-15,0-1 1 0,1-4 0 0,-1 1 7 16,1-1-7-16,-2-3-2 0,-1 1 0 0,-1-3-2 16,0 0-4-16,0-3-1 0,-4 0-3 0,0-1 4 15,-2-2-8-15,-2 0 0 0,0-2 0 0,-6 1 4 16,-1 2-2-16,-2 1 0 0,-2 0 2 0,0 1 8 15,-1 1-11-15,-3 0 0 0,1 1 2 0,-3 0-1 16,-1 2-3-16,-1 2 3 0,2-2 2 0,2 3-4 16,1 1 0-16,5 3-3 0,-9-4 2 0,9 4 0 15,-4-6-3-15,4 6 2 0,0 0 1 0,0 0 4 16,0 0 0-16,19-5 1 0,-6 5-3 0,8 0-4 16,0-2 6-16,-2 2-2 0,1 2-1 0,0 0 1 15,-7 2-3-15,0 0 4 0,-1 1-4 0,0-1 5 16,-1 3 0-16,-2 1-2 0,-1 2 7 0,0 0-2 15,-2 1 4-15,-1 1 4 0,-1 3 4 0,-1 1-1 16,-3 0 1-16,1-3-1 0,0 3-1 0,-1-1 2 16,0 0-20-16,0 3-25 0,1-4-25 0,1-2-33 15,3-2-39-15,-1 0-55 0,4-1-60 0,-2-2-205 16,-6-7-486-16,14 9 215 0</inkml:trace>
  <inkml:trace contextRef="#ctx0" brushRef="#br0" timeOffset="92813.57">18503 5077 22 0,'4'-11'184'0,"-1"-2"-2"15,-1 3 4-15,0 1-4 0,0 0-4 0,0-1-19 16,-2 4-14-16,-2-4-15 0,2 10-12 0,-6-12-8 15,2 7-16-15,-2 1-4 0,-6 2-10 0,2 2-8 16,-8 1-3-16,1 4-7 0,1 1-5 0,-4 2-2 16,-4 6-3-16,0 1-7 0,4 2-2 0,-2 1 2 15,3 3-1-15,7-6-4 0,-6 7-6 0,5-1 1 16,3-4-4-16,4 0-3 0,1-1 0 0,2-1-3 16,2-1-3-16,2-3 0 0,4 3 0 0,-1 2 2 15,4-6-6-15,-1 0-1 0,2-1-1 0,2-2-3 16,1 0 9-16,4-3-11 0,0 1 2 0,1-4 0 15,2 1-2-15,-6-4 7 0,2 2-8 0,-2-2 3 16,1-2-3-16,-4 0-1 0,3-2-1 0,-3 1 2 16,-1-3-1-16,-1 1 3 0,0-3-7 0,-2 0 1 15,-3-4-1-15,2 0 1 0,-4 1-1 0,0-3 5 16,1 4-5-16,-2 0 3 0,-2 0 5 0,1 2 5 16,0 0 2-16,1 10 2 0,-2-14 4 0,2 14-6 15,-1-10-1-15,1 10-5 0,0-8-3 0,0 8-3 16,0 0-3-16,0 0-1 0,0 0-4 0,0 0 2 15,0 0 0-15,0 0 2 0,3 30-3 0,-1-18 2 16,1-1 4-16,-1 7-3 0,1-3-4 0,2 1-3 16,-1-1-14-16,0 2-16 0,1-2-15 0,0 0-19 15,0-3-19-15,3-1-20 0,-2 1-49 0,2-3-23 16,1 0-19-16,1-3-11 0,0 5-143 0,-3-6-379 16,0 1 167-16</inkml:trace>
  <inkml:trace contextRef="#ctx0" brushRef="#br0" timeOffset="93165.53">18672 5143 90 0,'2'-6'191'0,"-2"6"-17"15,0-9-20-15,0 9-19 0,1-7-16 0,-1 7-18 16,0 0 7-16,0 0-1 0,0 0-5 16,0 0-7-16,7 25-4 0,-5-14-7 0,-1-2-6 15,1 2-2-15,0-1-4 0,-1 2-2 0,-1-1-4 16,1 0-8-16,1-1-3 0,-2-10-5 0,1 16-8 0,-1-16 0 15,1 12-2-15,-1-12-5 0,1 10 0 16,-1-10 6-16,0 0 10 0,0 0 12 0,3 9 11 0,-3-9-7 16,0 0-4-16,0 0-6 0,0 0-10 15,0 0-1-15,9-21-10 0,-3 11-3 0,3-5-5 16,0 1-7-16,-2-3-7 0,4-2-1 0,5 0-5 0,-3 3-5 16,0 3 1-16,3 0 1 0,-2 5-4 15,-4 1-1-15,1 2 3 0,1 2-6 0,-1 0-1 16,0 4-1-16,-1 1-1 0,-1 2 7 0,0 2-9 0,-2 1 6 15,2 2 0-15,0 1 0 0,-1 3 4 16,-2 3-2-16,0-5-7 0,-1 2-18 0,1 2-30 16,-4 1-28-16,1-1-31 0,1 2-37 0,0-1-39 15,-2-6-29-15,0 1-128 0,0-3-373 0,-2-8 165 16</inkml:trace>
  <inkml:trace contextRef="#ctx0" brushRef="#br0" timeOffset="93585.66">19365 5098 41 0,'2'-10'232'0,"-2"1"-16"16,-2 0-14-16,2 9-16 0,-7-13-13 0,-3 9-11 15,4 1-10-15,-5 1-9 0,0 4-6 0,-2-1-11 16,-5 5-7-16,7 1-11 0,-7 3 0 0,-5 5-6 16,6-2-6-16,2-1-6 0,1 2-8 0,1 0-6 15,2-1-7-15,4-2-10 0,1-2-4 0,1 2-6 16,2 0-6-16,2-3 1 0,0 0-5 0,-1 0-3 15,5-1-2-15,-1-1-4 0,4-2-3 0,-1 0-2 16,3-1 0-16,2 1-3 0,1-2 0 0,2-3-2 16,0 1 0-16,-2-4-2 0,2 0-1 0,-3-1-3 15,2 0 5-15,-2-3-7 0,1-3-1 0,0-1-1 16,-1-2 0-16,-2 0-2 0,-1-4 1 0,0 0-5 16,-1-1 2-16,-1-7-5 0,0-1 2 0,-2 3 4 15,-2-3-3-15,3-2 0 0,-1 3-3 0,-1 0 4 16,-1 7 7-16,-1 1 5 0,0 2 8 0,0 6 0 15,0 1 0-15,0 1-5 0,0 8 0 0,2-9-14 16,-2 9 0-16,0 0-4 0,0 0-2 0,0 0 3 16,7 19-2-16,-3-4 2 0,0 4-2 0,0 0 2 15,-3 8 0-15,2 0 1 0,-3 1 3 0,1-1-6 16,2-1 0-16,-1 0-19 0,-1-7-24 0,6 6-30 16,-2-1-30-16,2 0-37 0,-3-4-56 0,3-4-28 15,-1 0-232-15,-3 0-492 0,-1-3 218 0</inkml:trace>
  <inkml:trace contextRef="#ctx0" brushRef="#br0" timeOffset="94632.78">20124 4941 53 0,'0'-9'250'0,"0"-2"-16"0,0 11-16 16,-3-11-13-16,3 11-19 0,0-9-19 0,0 9-21 15,0 0-19-15,0 0-16 0,0 0-10 0,0 0-7 16,0 0-4-16,-7 22-11 0,4-4-2 0,2 1-9 15,0 0-4-15,-1 1 1 0,4-1-14 0,-2 0-2 16,2 0-6-16,2-1-5 0,0-3-1 0,1 2-11 16,1-6 5-16,1-1-1 0,-1-1-4 0,3-1 0 15,1-2-1-15,1 0-3 0,-1-2-2 0,2-1 2 16,0-2-4-16,2 1 1 0,-1-4-2 0,5-1-3 16,-3-3 2-16,2-2-1 0,-7 3 0 0,-1-3-5 15,5-3-1-15,-5 1 2 0,-3-1-2 0,1-2-2 16,0-3 2-16,-3 0-6 0,-1 6 5 0,-2-3 11 15,-1 2 2-15,0 0-8 0,0 3 5 0,0 0-4 16,0 8-2-16,1-9-7 0,-1 9-2 0,0 0-3 16,0 0 2-16,0 0-2 0,0 0 0 0,0 0-3 15,14 19 6-15,-6-8-5 0,-2 0 2 0,3 3 0 16,0 0 8-16,3 0-7 0,-2-1 1 0,3 0-2 16,-2-1 6-16,2-1-3 0,2-1 0 0,1-2 2 15,0-1 0-15,1-2-1 0,0-3 4 0,0 0-1 16,-2-2-6-16,1 0-3 0,-3-3-4 0,-1 0-3 15,-1 0 0-15,-2-2-7 0,-1-3-8 0,-3 1-6 16,0-4-3-16,-5 0-4 0,0-6 4 0,-4-1 1 16,-2 1 7-16,-3-2-10 0,-2-5 7 0,-1 2 3 15,0 7 6-15,3 1 6 0,2 4 7 0,0 2 1 16,3 2 1-16,0-1-1 0,4 7 3 0,-6-7-11 16,6 7 2-16,0 0 2 0,0 0 2 0,0 0 3 15,0 0 4-15,0 0-4 0,0 0 3 0,23 17-3 16,-10-12 2-16,6-2-1 0,9 1 7 0,-1-1-2 15,-4-3 1-15,5-1-2 0,0-2 0 0,-9-1 0 16,2 2 2-16,-3-1 8 0,0-2 0 0,-1-2 5 16,-6 3 8-16,1-1 9 0,-1 0 9 0,-4 2 3 15,1 0 11-15,-2 0-1 0,-6 3-4 0,8-5-3 16,-8 5-6-16,6-4-8 0,-6 4-4 0,0 0-8 16,8 0-1-16,-8 0-5 0,5 9 1 0,-1-1-4 15,-3 3 5-15,2 0 0 0,-2 4-4 0,3 2 0 16,-3 0-15-16,-1-2-29 0,4 3-19 0,-1-1-23 15,-2 0-34-15,2 0-34 0,0-1-63 0,0-5-38 16,1 3-174-16,-4-5-449 0,1 1 199 0</inkml:trace>
  <inkml:trace contextRef="#ctx0" brushRef="#br0" timeOffset="94791.01">20799 4801 82 0,'0'12'45'0,"2"3"-49"15,5 3-17-15,2-1-22 0,1-2 9 0</inkml:trace>
  <inkml:trace contextRef="#ctx0" brushRef="#br0" timeOffset="95388.74">21298 4933 1591 0,'0'0'61'0,"3"-10"-3"0,-3 10-15 0,-1-9 0 0,1 9-12 16,0 0 5-16,-5-12 5 0,5 12 5 0,0 0-5 15,-9-3 0-15,9 3-3 0,-12 2 7 16,2 2 8-16,1 4 1 0,-5 0 1 0,-1 5-3 16,2 2-1-16,0-1-4 0,2 1-2 0,1 2-7 15,-1-2 0-15,5-1-4 0,3-2-3 0,-1-1-4 0,3 1-4 16,0-1-3-16,2-2 2 0,4 1-4 0,0-1 1 15,0-5 0-15,4 2 0 0,2-3-1 16,0 0-2-16,3-2 2 0,3-3 3 0,1-3-9 16,-3 2 1-16,3-7-1 0,-3 1 0 0,-2-3-6 15,0-2 2-15,-3-1 1 0,-1-2 0 0,-1-9-4 16,-1-1-1-16,1-1-1 0,-6-1 0 0,0-1-1 0,-2-2 1 16,0 0-3-16,-3 3 9 0,-1 1 7 0,-1 3 0 15,1 6 10-15,2 7 9 0,-1 1-1 16,1 0 2-16,-1 4-6 0,3-1-5 0,0 8-9 15,-2-8-6-15,2 8 1 0,0 0-3 0,0 0 1 16,1 27-1-16,1-3-6 0,1 5 7 0,0-1-2 0,-1 3-1 16,1-2-1-16,-1 0 2 0,5 0 0 15,-2-3-5-15,0-2 1 0,1-6 0 0,-1-1 12 0,5-1-9 16,1 0 0-16,0-4 0 0,3 1 3 16,0-1-3-16,2-5 2 0,0 1-4 0,1-2-2 15,0-3 1-15,0-1-3 0,1-4-3 0,-1 1 1 16,1-4 4-16,-3-2-8 0,3 0-3 0,-4-3-3 0,3-1-3 15,-3-3 1-15,0 1 1 0,-1-4-3 0,-3 1 3 16,3-7 1-16,-6 5 1 0,1 0-1 16,-2 0 1-16,-1 3 1 0,-2 2 3 0,0 4 5 15,-2 0 4-15,-1 1 0 0,0 8-1 0,-3-10-6 16,3 10 2-16,-5-4-3 0,5 4 3 0,0 0-7 0,-18 10 7 16,12 0-5-16,-3 5 4 0,0 0-2 0,3 0 1 15,1 1 1-15,2 0 1 0,2 3 2 0,2-3 2 16,4 1-8-16,2-2-16 0,1-1-22 15,4-1-30-15,1 3-36 0,5-6-44 0,2-1-42 16,4-2-39-16,-3 1-146 0,0-3-414 0,-1-3 184 16</inkml:trace>
  <inkml:trace contextRef="#ctx0" brushRef="#br0" timeOffset="95588.75">21941 4859 1937 0,'-2'-31'50'0,"-1"4"1"0,1 3 34 16,2 6-14-16,-3 2 3 0,3 6 10 0,-3 0-10 15,2 2-12-15,1 8-19 0,-1-9-2 0,1 9-9 0,0 0-2 16,0 0 1-16,0 0 4 0,0 0 7 0,0 0 0 16,5 42 1-16,-2-23-6 0,1 7-4 15,-1 2-3-15,2-2-1 0,0 2-2 0,3-1-4 16,-3-4-25-16,2 4-22 0,-1-8-29 0,0 1-24 16,2-2-33-16,-1 0-30 0,1-3-33 0,0-2-29 15,1 2-170-15,-4-6-401 0,3 0 179 0</inkml:trace>
  <inkml:trace contextRef="#ctx0" brushRef="#br0" timeOffset="96051.4">22183 4921 33 0,'0'-6'228'0,"2"0"-20"0,-2 6-16 16,3-10-23-16,-3 10-10 0,2-6-14 0,-2 6 3 16,0 0-7-16,0 0-8 0,0 0-14 0,0 0-6 15,15 16-9-15,-10-10-11 0,1-1-9 0,3 0-6 16,-1 3-5-16,3-3-7 0,4 0-7 0,2-2-5 15,1 0-9-15,-1-1 0 0,2-3-3 0,-5 1-3 16,-1-1 4-16,-1-3-9 0,1 1 9 0,-3-1 8 16,1-1 7-16,-3 0 1 0,-1 1-2 0,-1-2-5 15,-2 1 0-15,1 1 0 0,-5 4 4 0,9-7-7 16,-6 4-7-16,-3 3-8 0,0 0-9 0,0 0-8 16,0 0 7-16,9 14-12 0,-5 3 3 0,0 6 9 15,-1 9-8-15,4 1-4 0,-1 15 6 0,2 1-2 0,-1 2-3 16,5 6 4-16,-1-2 3 0,3 3 1 15,-2-3 2-15,2 1 2 0,-1-1-2 0,0 0 1 16,1-2 0-16,-4-2-2 0,0-4-2 0,-2-11 6 16,-2-2 4-16,-1-1-3 0,-1-6-13 0,1 1-2 15,-3-9 4-15,-1-8 0 0,0 3-2 0,-1-5 5 16,-2-1 4-16,-2-3 4 0,4-5-6 0,-18 2 0 16,0-7-7-16,-9-7 0 0,2-3-4 0,-4-9-4 15,-6-11-15-15,0-4-2 0,7-4-7 0,0-7-1 16,6 0-6-16,7 0 0 0,6 0 5 0,7 4-3 15,9-5 3-15,7 5-3 0,4-2-9 0,9 7-3 16,3 1-7-16,2 5-7 0,5 2-2 0,3 1-7 16,3 6-10-16,-8 7-10 0,-1 2-20 0,1 0-15 15,13-1-34-15,-12 5-50 0,-1 4-44 0,-5 3-188 16,-1-1-464-16,-9 3 205 0</inkml:trace>
  <inkml:trace contextRef="#ctx0" brushRef="#br0" timeOffset="97318.62">23429 5004 2223 0,'-13'-27'-24'16,"2"1"34"-16,-1 0 11 0,2 10 29 0,3-2 0 16,0 2-9-16,3 4 6 0,0 4-2 0,0 0-5 15,1 2 0-15,3 6-9 0,-4-10-7 0,4 10-7 16,0 0-1-16,0 0-1 0,0 0-6 0,0 0 1 16,1 32 3-16,3-13-2 0,3 4 2 0,-2-4-2 15,4 4 0-15,1 0 1 0,3-1 0 0,-4-5-1 16,3-2-1-16,3-1 2 0,-1-1 0 0,3-1-3 15,-3-3 1-15,4-2 3 0,0-2 0 0,-2-3-3 16,3 0 1-16,0-2-1 0,-6-4 3 0,-1-1-6 16,1 0 4-16,1-4-1 0,-6-1 3 0,4-2-5 15,-3 0-2-15,-2-4 0 0,-2 0-1 0,-1-4-1 16,-4 2 0-16,3-1-2 0,-4 0 2 0,-1 0-2 16,0 0-1-16,1 7 3 0,-1-4 6 0,0 8 5 15,1 1-4-15,1 7-5 0,0-12-2 0,0 12 4 16,0 0-10-16,0 0 2 0,0 0 1 0,0 0-1 15,0 0 7-15,0 0-1 0,-1 40 0 0,2-25-7 16,0-1-3-16,3 1 3 0,-3-2 1 0,4 1-1 16,-1-2 2-16,4-1-1 0,0-1 3 0,3-2 2 15,4 1 1-15,2-2-2 0,0-3 0 0,-1-1 5 16,2-4-4-16,3-1 2 0,-2-1-2 0,-1-1-1 16,-1-3-3-16,-1 0 3 0,-1-3-1 0,-2-2-2 15,-4 2 0-15,-3 0-4 0,2-8-3 0,-3 3 1 16,-4 4-7-16,-1-7 1 0,0 2 0 0,-1 1-5 15,-3 5 9-15,0 1 0 0,2-1-4 0,-2 3-2 16,4 7 2-16,-8-7 0 0,8 7 2 0,0 0 0 16,-9 15-2-16,6 1 2 0,-3 6 2 0,3 5 3 15,-5 1-3-15,4 2 2 0,3 0 5 0,1-1-3 16,0 0 3-16,1-2 0 0,2 0-3 0,-1-7 2 16,1-2 4-16,-2-2-5 0,0-4 4 0,2 0-5 15,-2-1 6-15,2-3 2 0,-3-2-2 0,2 0-2 16,-2-6 4-16,2 9-1 0,-2-9 7 0,3 5-4 15,-3-5-1-15,0 0 2 0,0 0-9 0,12-10-6 16,-2 1 2-16,0 1-2 0,7-5 2 0,0 0 0 16,6-6-1-16,1 0 0 0,3 3-2 0,2-5 0 15,-6 0-1-15,4 1-1 0,-3-3 3 0,-2 4 0 16,-3 0-1-16,-1 0 2 0,-6 5 3 0,0 1 0 16,-5 3 1-16,-1-2 0 0,-2 3 2 0,-1-2-2 15,-3 5 5-15,0-2-1 0,0 8 7 0,-3-11-6 16,3 11 0-16,-9-7-3 0,9 7-1 0,-13 0 1 15,13 0-3-15,-22 13 0 0,7-3 1 0,2 0 2 16,-2 3-4-16,4 3 5 0,0 0-3 0,1 0 5 16,4 0 2-16,2 3-1 0,3-2 1 0,4-1-8 15,4 0-6-15,6-2-16 0,-1-1-17 0,6-2-23 16,8 1-10-16,2-1-19 0,4-3-16 0,2-3 0 16,0-3-1-16,-1-2 3 0,-1 0 19 0,2-3 8 15,2-2-9-15,-5-2 28 0,-1-2 6 0,-3-2 9 16,0 2 21-16,-4-4 11 0,-1-2 13 0,-7 5 13 15,-2-4 18-15,-4 0 8 0,1 1 1 0,-6 1 6 16,-1 3 16-16,-1-3 4 0,-2 3 2 0,-1 1 7 16,1 8 0-16,-7-13 0 0,2 10-6 0,5 3-2 15,-15-5 1-15,5 4 1 0,-2 4 0 0,-1 0 6 16,2 1-4-16,-6 5-4 0,7-2-4 0,-6 3-1 16,5-2-4-16,0 3-7 0,2-2-5 0,4 0-6 15,0 1-2-15,2 1 0 0,3-3-5 0,0-1-6 16,3 2 2-16,-1-2-5 0,6-1 3 0,2-1 5 15,2-1-3-15,5-2-19 0,-4 0 1 0,7-4-9 16,-4 0 2-16,3-3 0 0,-1 0-3 0,-1-3-1 16,-2-2 0-16,-2-3-3 0,-2-1 4 0,1-3 0 15,-3-7 4-15,-3 0-6 0,1-3 3 0,-5-2-2 16,-2-1 0-16,-1 0-1 0,1-1 4 0,-4-1 5 16,-1 3 1-16,2 0 8 0,-1 9 11 0,1 2 7 15,0 5 8-15,-1 1 5 0,2 5-7 0,2 7-6 16,-3-14-8-16,3 14-6 0,-5-8-4 0,5 8-2 15,0 0-5-15,0 0 3 0,-3 34-1 0,1-15 3 16,2 9-1-16,-4-1-3 0,3 2 4 0,1 1-3 16,0-1 3-16,0 5-8 0,2-4 1 0,1 0-1 15,1-3-26-15,1 1-24 0,1-2-34 16,3-1-30-16,0 0-36 0,1-2-44 0,1-7-45 0,2 0-36 16,1-3-174-16,-1-2-481 0,13 0 213 0</inkml:trace>
  <inkml:trace contextRef="#ctx0" brushRef="#br0" timeOffset="104347.5">25540 4877 51 0,'0'0'119'16,"0"0"-11"-16,-2-8-12 0,2 8 4 0,0 0-8 15,0 0 3-15,-2-8-6 0,2 8-5 0,0 0-9 16,-3-6-3-16,3 6-11 0,0 0-7 0,0 0-4 16,0 0 1-16,0 0-7 0,0 0-1 0,0 0 0 15,0 0-5-15,-6-5-4 0,6 5 1 0,0 0 6 16,0 0-4-16,0 0 5 0,0 0-3 0,0 0-2 16,0-9 2-16,0 9 1 0,0 0-3 0,-2-9-4 15,2 9 6-15,0 0 10 0,0-12 7 0,0 12-8 16,-2-10 2-16,2 10-13 0,-2-8-3 0,2 8 8 15,0-9-3-15,0 9-2 0,0 0-5 0,-3-9 0 16,3 9-6-16,0-7-1 0,0 7-3 0,0 0-2 16,0 0-5-16,0-10-1 0,0 10 0 0,0 0-3 15,0 0-2-15,0 0-4 0,0 0 2 0,0 0 0 16,0 0-4-16,0 0 2 0,0 0-1 0,0 0-6 16,0 0 1-16,0 0 3 0,0 0 0 0,0 0-7 15,0 0 6-15,0 0-3 0,0 0 1 0,0 0 0 16,0 0 1-16,0 0-2 0,0 25 3 0,0-25-4 15,0 0 2-15,0 0 0 0,3 8 4 0,-3-8-2 16,0 0-2-16,0 0 4 0,0 0-1 0,0 0 0 16,1 6 3-16,-1-6-2 0,0 0 3 0,0 0-1 15,0 0 0-15,0 0-1 0,0 0 1 0,0 0-1 16,0 0-2-16,0 0 0 0,0 0 5 0,0 0-4 16,0 0 13-16,0 0-4 0,0 0 6 0,0 0-2 15,0 0-5-15,0 0-2 0,0 0 0 0,0 0-8 16,0 0-2-16,0 0-2 0,0 0 2 0,0 0 2 15,-4 21-1-15,6-2 7 0,0 12 4 0,-2-3-1 16,0 6 0-16,-1 0-1 0,0-1 4 0,-1 2-5 16,0-1-1-16,-1 0 1 0,-2-1 1 0,1-5-1 15,2 1 3-15,0-1-3 0,-4-1-2 0,3-2-2 16,-2 0 1-16,3-1 1 0,1-5 8 0,1-1-6 16,-2-2-16-16,0-2-15 0,0 2-24 0,2-4-40 15,-2-1-27-15,2-1-42 0,-4 1-34 0,2 0-166 16,-5-2-386-16,-3-1 172 0</inkml:trace>
  <inkml:trace contextRef="#ctx0" brushRef="#br0" timeOffset="104611.88">25540 4721 53 0,'19'-17'166'0,"5"4"-5"0,3-2-3 0,-1 5-25 16,2 7-1-16,0 0-16 0,-5 3-13 0,-2 4-8 16,-2 5-7-16,0 0-12 0,-4 4-3 0,-5 4-9 15,-4 2-9-15,-2 9 0 0,-7-1-8 0,-4-3-4 16,-3 4-3-16,-3 0-6 0,-3-5-2 0,3-1-6 16,-5 1-15-16,4-7-8 0,1-2 1 0,-1 1-15 15,1-3-16-15,-1-3-16 0,3-2-20 0,1 0-21 16,-3-3-30-16,5-1-9 0,-1 0-95 0,1-2-235 15,8-1 105-15</inkml:trace>
  <inkml:trace contextRef="#ctx0" brushRef="#br0" timeOffset="105267.57">26019 4853 2 0,'-9'-2'157'0,"-1"2"-1"0,-7 2-6 15,1-2-3-15,-2 3-9 0,0 4-13 0,-2-2-11 16,2 4-11-16,4 1-7 0,-3 4-3 0,5-1-14 16,1 3-2-16,0-3-9 0,3 1-4 0,4-2-6 15,4 0-1-15,0 0-11 0,0 0-4 0,4-3-3 16,4 2-4-16,-2-3-1 0,3 1 4 0,0-4-12 16,5-1 5-16,-1 0-9 0,3-2-1 0,1-2-4 15,2 2 0-15,-1-6-7 0,-5 0 6 16,-2 0-5-16,-1-2 0 0,1-1-5 0,-5 0 8 0,4-5 2 15,-6 1-2-15,3-4 3 0,-3 3-7 0,-2-5 6 16,-2 6 0-16,-4-6-1 0,2 3 7 0,-2 1-7 16,2 3 5-16,-1-2 4 0,1 3 2 0,-1 1-1 15,3 8-5-15,-2-9-7 0,2 9 0 16,-3-6-3-16,3 6 0 0,0 0-4 0,0 0 0 0,-8 19-1 16,6-7 1-16,-1-1 0 0,3 7 0 0,0 1 0 15,0-7-1-15,3 3 2 0,1 2-1 0,0-6 7 16,1 2 5-16,4-4 6 0,0-1-1 0,2 1 0 15,5-2 0-15,-1-2 1 0,4-1-2 0,-1-3 0 16,2-1-5-16,0-1-4 0,-5-2 1 16,4 0 0-16,-1-3-3 0,-5-1-2 0,1 0 0 0,2-2 0 15,-3-1 3-15,-6 0-6 0,4-5 3 0,-5 2-3 16,1-3-1-16,-7 0-1 0,-2-1 1 0,0 0-4 16,-3 1 1-16,-1 2-1 0,1 3 2 0,-2 2-4 15,1-2 3-15,-1 2-4 0,0 1 2 0,-1 1 1 16,-2 0-2-16,4 1 0 0,1 2-5 0,5 4 6 15,-8-6-4-15,8 6 0 0,-6-6-5 0,6 6 1 16,-4-4-1-16,4 4-10 0,0 0 4 0,0 0 0 16,0 0-3-16,0 0 8 0,0 0 3 0,0 0-3 15,25 1 3-15,-11 0 2 0,-1 1 7 0,5-2-2 16,-5 1 6-16,3 2-1 0,0-1-1 0,-6 1-2 16,4 0 1-16,-3 3 5 0,1 0-8 0,-1 2 3 15,-4 0 2-15,3 3-1 0,0 4-1 0,-1-1-1 16,-3 3 4-16,-3-6 5 0,2 6-9 0,-1-1-9 15,-4-2-21-15,2 3-21 0,1-2-26 0,-1 0-34 16,-2-3-38-16,2-1-40 0,0 1-170 0,0-2-386 16,0 0 170-16</inkml:trace>
  <inkml:trace contextRef="#ctx0" brushRef="#br0" timeOffset="105506.85">26643 4655 21 0,'-2'-12'242'0,"0"7"-20"0,2 5-24 16,0-10-21-16,0 10-26 0,0 0-10 15,0 0 1-15,0 0-3 0,0 0 8 0,-3 36-14 0,5-11 9 16,-4 0-7-16,0 4-11 0,2 2-11 16,0-2-12-16,0 2-8 0,-2-2-9 0,4 0-8 15,-2 0-4-15,0-1 3 0,0-3-19 0,-2-6-5 0,4 7-12 16,-2-8-24-16,0 0-33 0,2-3-23 0,0 0-29 15,-2-1-32-15,-2-3-53 0,4-1-35 16,-1-3-196-16,-1-7-418 0,-1 11 185 0</inkml:trace>
  <inkml:trace contextRef="#ctx0" brushRef="#br0" timeOffset="105756.57">26502 4914 39 0,'-3'-6'179'0,"3"6"-17"0,5-13-13 15,2 3-10-15,1 4-10 0,1-1-9 0,10-2-5 16,3 1-5-16,5-1-11 0,3 0-7 0,-4 0-5 16,1 4-8-16,-5 1-7 0,-3 2-6 0,-2-2-10 0,-3 1 0 15,-3 2-10-15,0-1-5 0,1 2 0 16,-12 0-9-16,11 1-7 0,-3 1 0 0,-2 1 3 16,-2 1 0-16,2 0 7 0,-3 5-2 0,3-1 7 15,-1 1-5-15,-1 4-5 0,1-1-1 0,0 3-1 16,-1 0-1-16,-2 1-9 0,0 0-25 0,1 0-30 15,-3-5-31-15,0 2-53 0,2-2-22 0,-2 3-45 0,0-2-100 16,0-2-312-16,0 0 138 0</inkml:trace>
  <inkml:trace contextRef="#ctx0" brushRef="#br0" timeOffset="105923.65">26827 4653 14 0,'0'0'121'0,"0"0"-26"0,0 0-30 15,0 0-31-15,14 20-51 0,-7-11-35 0,4 4-57 16,3-2 25-16</inkml:trace>
  <inkml:trace contextRef="#ctx0" brushRef="#br0" timeOffset="106490.42">27288 4724 61 0,'-13'-1'190'0,"-1"-1"-2"0,-4 4-5 0,-2-1-10 0,3 6-4 16,2-4-16-16,-1 8-8 0,3-1-15 0,0 4 2 16,-1 0-7-16,5 2-7 0,2 2-10 0,0 1-12 15,7-2-8-15,-4 2-10 0,4 0-5 0,4-1-7 16,4 0-7-16,0 0-1 0,3-3-5 0,3 1-8 15,-1-3-14-15,4-2-15 0,0-2-21 0,1-3-13 16,2 0-12-16,0-3-14 0,1-2-2 0,1 1-10 16,-4-4 0-16,2-2 3 0,-2 0 9 0,0-4 1 15,-3-1-3-15,2-3 7 0,-4-2 5 0,3-3 4 16,-1-2 12-16,-5 2 6 0,-1-7-4 0,2 0 8 16,-2 0 22-16,-3 7 1 0,-3 2 4 0,1 1 13 15,-2 4 14-15,0 2 8 0,-2 2-4 0,0 6-9 16,2-10-5-16,-2 10-6 0,0 0 0 0,0 0-9 15,0 0-4-15,0 0 3 0,-4 27-4 0,0-12-1 16,-1 2-1-16,3 1-4 0,1-1 4 0,-2 0-1 16,3 2 1-16,0-3 0 0,4 0 0 0,-2-5 1 15,1 1 1-15,1 0-3 0,2-3 1 0,1-1 0 16,3 1 0-16,1-5-1 0,1 2-1 0,1-3 0 16,0-2 1-16,1-3 0 0,-1-2-4 0,1-1-1 15,1-1 1-15,1-2 1 0,-2-2 0 0,0-2-3 16,-1-1 1-16,-1-1 1 0,-2-3 0 0,-1 1-3 15,-3-1-4-15,-2-2 0 0,-1 2 7 0,0 2 20 16,-1 4 8-16,0 0-3 0,-2 5 2 0,1-1-6 16,-1 7-8-16,0-10-5 0,0 10-4 0,0 0 0 15,0 0-5-15,0 0-1 0,0 0 1 0,-10 20 0 16,8-8 0-16,-3 1 2 0,3 3-5 0,-2 1 0 16,3 1-2-16,0-1 5 0,1 2-2 0,0-2 0 15,2-5-3-15,0 4-23 0,0-4-22 0,4 0-23 16,-1-1-39-16,3-2-43 0,2 1-55 0,-1-4-210 15,1-1-447-15,3-2 198 0</inkml:trace>
  <inkml:trace contextRef="#ctx0" brushRef="#br0" timeOffset="106695.46">27922 4534 233 0,'0'-9'236'16,"0"3"-27"-16,0 6-20 0,-1-10-29 0,1 10-2 15,0 0 2-15,0 0 4 0,-5 25-7 0,3-6-6 16,2 7-9-16,0 3-7 0,0 2-13 16,-2-1-14-16,4 2-8 0,-2 0-8 0,0-2-8 0,2 0-9 15,1 1-7-15,3-4-27 0,1 0-26 0,0-1-28 16,-3 1-38-16,4-8-37 0,0-1-56 0,-1-4-51 16,4 0-190-16,-6-3-417 0,4-3 185 0</inkml:trace>
  <inkml:trace contextRef="#ctx0" brushRef="#br0" timeOffset="107794.52">28211 4788 134 0,'-4'-9'208'0,"-5"5"-14"0,2 3-17 0,-3 1-8 0,-1 5-15 16,-2 1 3-16,0 5-12 0,-3 0-9 15,0 0-13-15,2 3-11 0,4 0-8 0,0 3-13 16,1-2-5-16,3 0-9 0,1 0-8 0,5-2-9 0,0-2 2 15,2-1-6-15,3 1-5 0,-1-3-9 0,7 1 2 16,1-4-6-16,1-1-5 0,0-1 3 0,1-2-7 16,0-1 0-16,-1-1-2 0,1-3-2 15,1-1-4-15,-1 0 1 0,-5-4 4 0,2-1-9 16,-2 0-1-16,-2-2 1 0,-1 1 7 0,-1 0 4 0,-1-2-11 16,0-2-4-16,-2-3 6 0,0 5 12 0,-1 3 3 15,-1-1 3-15,0 11 5 0,-1-12-9 0,1 12-4 16,0-8-12-16,0 8 1 0,0 0-7 0,0 0 1 15,0 0-5-15,0 0 3 0,0 0-4 16,-10 29-1-16,7-17 4 0,0 5-4 0,2-2 2 0,-1 0-2 16,2-2-2-16,0 2 11 0,1-2-11 0,1-2 3 15,2 1-1-15,0-1 4 0,5-3 1 0,0-2 1 16,3 0-4-16,0-1 4 0,1-3-4 0,6 1 6 16,-3-3-5-16,4-3 1 0,-5 0 4 15,-1 0-7-15,-1-3 5 0,2-1-2 0,-4-1-3 16,-2-1 0-16,-2-1-1 0,0-1 4 0,-3-4-1 0,1 3 0 15,-5-4-2-15,1 0 5 0,-5 3-8 0,2 2 3 16,-1-5-3-16,-1 4 0 0,-2 2 0 0,4 0 1 16,-3 3 0-16,5 7 14 0,-3-11-12 0,1 6 1 15,2 5 1-15,-2-7-3 0,2 7-1 16,0 0-5-16,0-10 7 0,0 10-11 0,9-4 2 16,-2 2 2-16,4 2-4 0,0 3-2 0,2-1 6 0,-3 1-3 15,3 1-3-15,-2 2-2 0,-2 1 5 0,-1 3-4 16,2 3 9-16,-5-1-3 0,-1 1-5 0,1 0 8 15,-1 4-4-15,-2-3-3 0,2-4 3 0,-1 3 1 16,-1-1 2-16,1-2-2 0,-1 0 1 0,2-2 3 16,-1 0 0-16,1-4 4 0,0 2-2 0,3-2 3 15,0-1 5-15,4 0-3 0,3-3 4 0,-1-1-5 16,1-1 0-16,4-1 2 0,-2-3-1 0,-4 1-2 16,5-4 3-16,-3 0-2 0,-5-1-2 0,4-1 8 15,0-1-6-15,-5-2 2 0,2 0-3 0,-1-2 2 16,-3 1-1-16,-2 0 0 0,-3 3 5 0,4 3 3 15,-5 2 1-15,1-1 2 0,-1 8-2 0,3-10-4 16,-3 10-6-16,0 0-6 0,0-8 5 0,0 8-5 16,0 0-3-16,0 0 4 0,0 0-4 0,-3 25 1 15,3-25 2-15,0 15 1 0,1-5-5 0,3-2 6 16,-1-1 1-16,3 1-1 0,1-1 4 16,3 1 3-16,0-3-3 0,3 2-1 0,1-3 2 0,-3-2 3 15,3-2-3-15,-2-1 0 0,1 1 2 0,-1-3-2 16,-4 2 9-16,2-1 3 0,2-2 1 0,-4-1 0 15,-2 2 5-15,3-4 2 0,-4 1-1 0,-1 2-2 16,1-1 4-16,-5 5 0 0,6-10 2 16,-4 6-1-16,-2 4-9 0,5-5-2 0,-5 5-11 0,0 0 2 15,6-4-6-15,-6 4-5 0,0 0 3 0,0 0 0 16,0 32 0-16,1-6-1 0,1 0-1 0,-1 5 1 16,1 2-3-16,1 0 0 0,-2 14 15 0,2-1-14 15,-1-10 3-15,1 9 2 0,2 3 3 16,-4-13-1-16,3 0 8 0,0 0-2 0,-3-1 2 15,2-2-2-15,0 2-4 0,0-4 1 0,0-3-5 0,-3-8 6 16,0 0 0-16,-1-4-2 0,-1-3-2 0,1-3-3 16,-3 0 12-16,-1-1-16 0,-4-4 5 0,-1-2-9 15,-2-1 3-15,-3-3-3 0,0-3-1 16,-2-2 9-16,-1-5-6 0,0-7-12 0,-1 1 7 16,4-5-9-16,1-1 3 0,3-5-3 0,4 3 7 0,2-4-15 15,2 0 2-15,3-2 3 0,4 3 1 0,2-3-4 16,3 0 4-16,10 3-1 0,10-7 1 0,-6 7-3 15,14-5-7-15,-2 0 1 0,-4 11-12 0,11-5-12 16,-10 9-18-16,15-3-17 0,-15 5-16 16,4 1-27-16,0 0-22 0,1 5-24 0,0-1-22 15,-1 2-27-15,-2 1-22 0,1 1-171 0,-3 3-454 0,1-1 201 16</inkml:trace>
  <inkml:trace contextRef="#ctx0" brushRef="#br0" timeOffset="107989.46">29693 4814 11 0,'8'-8'142'0,"-2"-3"10"0,-2-1-1 16,0-1 19-16,-1-4 4 0,-2 2 5 15,-1 4 6-15,-1-5-2 0,1 3-2 0,1 3-1 16,-1 0 5-16,0 3-7 0,0 7-13 0,0-11-17 0,0 11-21 16,1-9-16-16,-1 9-15 0,0 0-8 0,0 0-3 15,0 0-12-15,0 0-2 0,-2 28-1 16,2-12-9-16,1 1-1 0,-1 2-8 0,0-3-5 16,1 4 1-16,3-2-9 0,-1 2 1 0,-3-4-8 15,2 2-16-15,0-2-31 0,-1 1-35 0,-1-6-24 0,5 5-30 16,-5-4-40-16,1 1-54 0,0-2-45 0,-1-1-203 15,-2-1-482-15,-2-3 213 0</inkml:trace>
  <inkml:trace contextRef="#ctx0" brushRef="#br0" timeOffset="108149.05">29669 4376 8 0,'-4'-3'169'15,"4"3"-18"-15,0 0-14 0,0 0-14 0,0 0-19 16,-6 34-28-16,7-14-38 0,3 8-42 0,1 6-36 16,4 1-87-16,5 10-139 0,4-12 62 0</inkml:trace>
  <inkml:trace contextRef="#ctx0" brushRef="#br0" timeOffset="108352.96">29962 4806 99 0,'0'0'236'0,"-2"-20"-7"0,1 7-11 0,1-3-7 16,1-1-12-16,2 1-7 0,2-1-19 0,2 1-15 16,3 3-5-16,-1 4-19 0,4-5-13 0,0 4-12 15,0 7-13-15,5 2-10 0,1 2-10 0,1 4-2 16,-3 4-11-16,1 1-8 0,4 3-6 0,-8 1-4 16,-1 3-3-16,-4 0-8 0,0-1 28 0,0 2-28 15,-3-1-29-15,-5 0-40 0,1-2-54 0,-2-2-72 16,-2-2-69-16,-2-1-177 0,1 1-440 0,-4-3 195 15</inkml:trace>
  <inkml:trace contextRef="#ctx0" brushRef="#br0" timeOffset="108954.71">30823 4523 154 0,'-3'-6'259'0,"3"6"18"0,-2-15-9 15,1 9-19-15,1 6-25 0,6-15-17 0,-1 4-18 16,3 4-26-16,7-6-19 0,7-3-14 0,-3 7-12 16,7-4-14-16,2 2-8 0,-1 2-8 0,-2 0-22 15,-6 3-11-15,2 0-25 0,-4 1-22 0,-5 0-25 16,1 3-26-16,-7 0-32 0,-6 2-21 0,16-4-19 15,-16 4-5-15,7-2-4 0,-7 2 10 0,0 0 24 16,0 0-7-16,0 0 18 0,0 0 2 0,0 0 5 16,0 0 18-16,-29 9 19 0,29-9 27 0,-10 3 26 15,5-2 23-15,5-1 11 0,0 0 8 0,-10 4 2 16,10-4 5-16,-7 1-8 0,7-1-2 0,0 0-15 16,0 0-2-16,-5 7-2 0,5-7 0 0,-4 9 7 15,3 2-4-15,-3 4 12 0,1 3 10 0,-3 6 0 16,1 4-3-16,0 0 3 0,1 5 4 0,-3-5 0 15,4 3-5-15,-2-4-4 0,2 1-2 0,2-2-6 16,-3-1-6-16,1-4-5 0,2-3 2 0,1-1-6 16,0-1-3-16,-1 1-5 0,1-5 1 0,0-1-7 15,0 1 0-15,0-2 0 0,1 0-2 0,-2-2 3 16,1-8-2-16,1 11-6 0,-1-11-8 0,-1 9 1 16,1-9-6-16,0 0-12 0,-4 6-10 15,4-6-10-15,0 0-7 0,-16-5 3 0,5-1 0 16,3-2 2-16,-3 1 5 0,3-1 3 0,-1 0 4 15,3-1 4-15,-3 2 8 0,5 3 9 0,-1-1 9 16,5 5 2-16,-8-8-2 0,5 5-1 0,3 3-3 16,-6-6 3-16,6 6-7 0,0 0 3 0,0 0-3 0,0 0 2 15,0 0-1-15,0 0 3 0,25 2-2 0,-7 1-20 16,2-2-22-16,1 2-27 0,0 0-42 16,9 1-46-16,-2-2-45 0,-8 0-49 0,1 1-131 15,0-3-408-15,-4 1 181 0</inkml:trace>
  <inkml:trace contextRef="#ctx0" brushRef="#br0" timeOffset="109262.51">31252 4774 197 0,'0'0'241'0,"8"-7"-15"0,-8 7-23 0,0 0-23 15,5-6-16-15,-5 6-14 0,0 0-16 0,0 0-5 16,0 0-1-16,0 0-2 0,0 0-8 0,0 0-6 16,-5 24-11-16,1-18-4 0,3 2-4 0,-3-2-9 15,4-6-6-15,-2 6-5 0,2-6 1 0,-3 7 15 16,3-7 11-16,0 0 18 0,0 0 12 0,0 0 10 15,0 0-4-15,0 0-12 0,0 0-9 0,0 0-16 16,0 0-4-16,0 0-16 0,-1-35-1 0,5 24-10 16,1-5-7-16,1 0-8 0,-1-1-1 0,8-5-17 15,-4 6-6-15,0 1-5 0,1 2-5 0,0-1-4 16,-1 8-2-16,-1-1-12 0,2 1-2 0,2 3-3 16,-2 0 2-16,-10 3-4 0,20 5 1 0,-11 2-3 15,2 1 17-15,-2 1-6 0,1 4-4 0,-3 2-4 16,-2 1 4-16,1 2-1 0,-4-2-20 0,1 1-37 15,-2 1-22-15,0-3-46 0,1 3-43 0,-6-3-66 16,4 1-73-16,-3-1-250 0,-1-7-607 0,4-8 269 16</inkml:trace>
  <inkml:trace contextRef="#ctx0" brushRef="#br0" timeOffset="109489.95">31522 4489 168 0,'-4'-14'302'0,"3"4"-7"0,0-2-20 0,-2 6-37 0,3 6-15 16,-1-10-25-16,1 10-25 0,0 0-13 15,0 0-9-15,0 0-9 0,0 0-7 0,-3 47-3 0,3-22 0 16,2 4-11-16,-2-1-9 0,-2 2-9 16,1-2-11-16,1 1-6 0,0-3-14 0,0 1-2 0,0 0-7 15,0-3-27-15,1-4-29 0,-1-1-44 0,0-1-41 16,3-1-52-16,0-2-74 0,-1-5-76 0,-1 0-180 15,3-2-498-15,-4-8 220 0</inkml:trace>
  <inkml:trace contextRef="#ctx0" brushRef="#br0" timeOffset="109637.6">31579 4587 68 0,'0'0'187'16,"2"-12"-14"-16,-2 12-28 0,6-9-9 0,-6 9-14 15,9-2-40-15,-9 2-36 0,0 0-59 0,28 14-61 16,-17 3-72-16,3-3-157 0,-3 2 69 0</inkml:trace>
  <inkml:trace contextRef="#ctx0" brushRef="#br0" timeOffset="110225.11">31746 4853 25 0,'0'0'228'16,"14"-12"-1"-16,-4 5-11 0,-4 0-10 0,3-1-7 15,-1-1-15-15,4-1-10 0,0-4-17 0,2 2-16 16,-2-1-12-16,0-1-14 0,1 1-6 0,-2-3-12 16,0 2-5-16,-1 1-3 0,-1-2 2 0,-3 0-8 15,-3 6 4-15,1-1-11 0,-3 1-3 0,-1 1-7 16,0 8-8-16,-1-11-8 0,1 11-5 0,-6-8-7 16,6 8-7-16,-14-1-5 0,5 4 4 0,-4 3-9 15,-1 1-3-15,-1 4-4 0,0 2 2 0,0-1-3 16,5 4 1-16,1-2-5 0,-2 0-4 0,5 0-20 15,1 2-18-15,5-2-11 0,0-3-14 0,5 0-20 16,2-1-20-16,6 2-27 0,1-2-4 0,3-1-9 16,3-3 0-16,1-2 14 0,1-1 12 0,7-1 4 15,-8-1 10-15,-1-2 12 0,1-3 11 0,-3-1 15 16,-4 1 22-16,3-3 13 0,-5 2 21 0,0-4 6 16,-3 2 8-16,2-5 9 0,-3 1 13 0,1-2 5 15,-5 1 10-15,-1 1 2 0,1 2 9 0,-4-1 1 16,2 1-2-16,-2 9-2 0,-8-14-9 0,3 9-10 15,-4 2 4-15,9 3 3 0,-18-3 7 0,5 4 1 16,2 3 2-16,-3 0 3 0,0 4 0 0,0-3-3 16,5 1-9-16,-2 1-5 0,3 0-2 0,0 0-6 15,1 1-3-15,2 1-2 0,0-2-2 0,1 0-1 16,3-1-1-16,1-6 1 0,0 10-2 0,0-10-3 16,5 9-2-16,-2-3 1 0,-3-6-5 0,9 4 4 15,-9-4-1-15,10 3 0 0,-6-2-2 0,-4-1-4 16,12 0-2-16,-12 0-5 0,12 0 6 15,-12 0-8-15,11 4 0 0,-4-1-2 0,-7-3-3 0,10 7 4 16,-6-1-2-16,2 4 5 0,1 2-6 0,-4-1 3 16,0 6 0-16,0 2 1 0,-5 2-3 0,1-2 3 15,0 5 8-15,-3 2-7 0,-2-7-5 0,-1 5 3 16,1-4 3-16,-2-3 1 0,-2 1 1 0,-2 4-5 16,-3-2 7-16,2-7-4 0,2 2 3 0,-3-2-23 15,0-1-28-15,0-3-44 0,-3 3-63 0,1-8-72 16,-4 3-195-16,1-3-454 0,1-4 201 0</inkml:trace>
  <inkml:trace contextRef="#ctx0" brushRef="#br0" timeOffset="110809.15">32077 4677 2535 0,'2'-17'62'16,"2"2"-13"-16,-3-3-6 0,1 9-9 0,-1 1-9 15,0 0-11-15,-1 8 5 0,2-10-9 0,-2 3-2 16,0 7 1-16,0 0 4 0,0 0 5 0,0 0 7 16,19 17-9-16,-12-8 4 0,2 1-6 0,0 2 2 15,3 2-1-15,-4-1 2 0,2 2-7 0,-3-7 0 16,-3 2 0-16,1-2 2 0,-1 2-4 0,-3-4 1 16,5 0 1-16,-5-1-1 0,-1-5 0 0,3 9 0 15,-3-9 2-15,1 5 3 0,-1-5 3 16,0 0-3-16,0 0 1 0,7 4 1 0,-7-4-1 0,0 0-2 15,0 0-5-15,0 0 3 0,4-17-4 0,-1 9-7 16,1-2-11-16,2-1-1 0,7-2-1 0,-4 0 1 16,5-2 3-16,-2 3-4 0,3-1 0 0,-1-1 4 15,-2 3-3-15,0 1 4 0,-2 2 1 0,-3-1 0 16,-1 6 1-16,0-1 5 0,-1 1-10 0,0-1 3 16,-5 4-4-16,0 0 1 0,0 0-3 0,0 0 7 15,0 0-1-15,0 0 8 0,-3 21 1 0,-2-9 3 16,2-2 3-16,-2 0 1 0,1 0 4 0,2 0-5 15,-1 2 3-15,2-1 1 0,-1-1-3 0,2-3 3 16,2 0-4-16,0 0 4 0,-2-7-3 16,4 11 6-16,0-6-2 0,2-2 0 0,2 0 0 15,0-1-3-15,-1-2 3 0,5 2-4 0,-2-4 2 16,-10 2-1-16,17-5 0 0,-8 2-4 0,-2-4-2 0,1-1 3 16,-2 0-1-16,1-2 1 0,-2 2-2 0,-1-5-3 15,0 3 0-15,-1-2 3 0,3 2-3 0,-5 3 1 16,1 3-3-16,-2 4 1 0,4-12-5 0,-4 12-4 15,3-3-1-15,-3 3-1 0,0 0 5 0,0 0-2 16,0 0 3-16,-7 36 2 0,4-24-3 16,0 5 5-16,-2 1-1 0,2 1 5 0,1-2-12 0,2 2-22 15,-2-1-29-15,4-1-37 0,-1 0-42 0,2-6-41 16,3-2-71-16,-2 1-152 0,2-4-436 0,0-3 194 16</inkml:trace>
  <inkml:trace contextRef="#ctx0" brushRef="#br0" timeOffset="111043.59">32699 4379 290 0,'-1'-5'290'0,"1"5"-26"0,0-14-27 16,0 14-30-16,0 0-23 0,0 0-21 0,0 0-12 15,0 0 0-15,0 0-12 0,0 0-16 0,0 0-3 16,8 90-7-16,-8-90-6 0,0 51-9 15,1-24-7-15,-1-27-8 0,0 54-9 0,2-30-1 0,-2-24-16 0,3 40-4 16,-3-40-2-16,3 37-13 0,-3-37-28 16,5 28-27-16,-5-28-33 0,0 0-45 0,0 0-44 15,9 35-58-15,-9-35-249 0,0 0-481 0,0 0 214 16</inkml:trace>
  <inkml:trace contextRef="#ctx0" brushRef="#br0" timeOffset="111192.49">32697 4505 5 0,'-2'-7'225'16,"2"7"-21"-16,0 0-22 0,3-14-16 0,-3 14-20 15,0 0-16-15,0 0-13 0,0 0-27 0,0 0-29 16,0 0-39-16,0 0-46 0,0 0-66 0,87 24-116 16,-87-24-223-16,28 23 98 0</inkml:trace>
  <inkml:trace contextRef="#ctx0" brushRef="#br0" timeOffset="111456.09">32877 4688 128 0,'0'0'268'16,"0"0"-13"-16,0 0-10 0,0 0-10 0,0 0-6 0,0 0-18 15,0 0-25-15,0 0-18 0,0 0-15 0,0 0-17 16,0 0-13-16,0 0-12 0,50-48-11 0,-50 48-11 16,19-17-11-16,-19 17-7 0,27-25-5 0,-27 25-8 15,20-28-6-15,-20 28-4 0,14-20-6 16,-14 20 1-16,0 0-10 0,9-26 0 0,-9 26-2 15,0 0-5-15,0 0-3 0,0 0-7 0,0 0-1 16,0 0-2-16,0 0-5 0,0 0-4 0,0 0 5 16,0 0-1-16,-51-16-3 0,51 16 1 0,0 0-1 15,-40 39 1-15,40-39 3 0,-20 30-7 0,20-30-6 16,-9 31-19-16,9-31-20 0,0 0-25 0,9 45-38 16,-9-45-42-16,22 26-34 0,-22-26-59 0,34 16-181 15,-34-16-458-15,44 9 203 0</inkml:trace>
  <inkml:trace contextRef="#ctx0" brushRef="#br0" timeOffset="111832.14">33278 4611 100 0,'0'0'202'0,"0"0"-17"15,0 0-11-15,4-50-9 0,-4 50-5 0,0 0-6 16,0 0-6-16,-35-23 0 0,35 23-11 0,0 0-7 16,-47 1-5-16,47-1-4 0,0 0-10 0,-52 22-7 15,52-22-14-15,-30 21-5 0,30-21-11 0,-20 19-4 16,20-19-8-16,-13 20-6 0,13-20-2 0,0 0-2 15,0 0-4-15,2 36-6 0,-2-36-2 0,0 0-4 16,0 0-1-16,34 28-5 0,-34-28-3 0,0 0-1 16,39 4-7-16,-39-4 0 0,0 0-5 0,0 0 4 15,0 0-5-15,53-30-2 0,-53 30 1 0,14-26 0 16,-14 26-4-16,10-46-3 0,-6 19 1 0,-4 27 1 16,1-51-1-16,-2 23-1 0,1 28-3 0,-4-60 1 15,2 34 8-15,2 26 8 0,-5-57 9 0,5 57 16 16,-7-37 0-16,7 37 30 0,-5-26-5 0,5 26-12 15,0 0 8-15,0 0-15 0,0 0-19 0,0 0 6 16,0 0-2-16,0 0-7 0,0 0 2 0,0 0-1 16,-36 76-5-16,29-42-1 0,0-1 2 15,-1 2 1-15,6-2-7 0,1 12 1 0,1-13-3 0,0-32-4 16,2 64-25-16,6-34-24 0,-4-2-47 0,2-1-39 16,-6-27-68-16,10 38-85 0,-10-38-268 15,0 0-586-15,-1 33 259 0</inkml:trace>
  <inkml:trace contextRef="#ctx0" brushRef="#br0" timeOffset="112907.46">8597 6660 78 0,'-8'-5'205'0,"0"2"-10"0,-3 0-12 0,-1 1-11 16,-3 0-11-16,0 2-4 0,-6 0-14 0,2 2-8 15,1 1-13-15,-1 2-4 0,2 1-8 0,-2 3-7 16,4 2 1-16,1 4-10 0,-6 4-4 0,3 4-3 16,3 2-4-16,1-2-6 0,3 1-8 0,3 3-3 15,1-1-5-15,6-1-8 0,-3-6-5 16,8-1-5-16,0 1 1 0,4-3-8 0,3-3-2 0,6-1-1 15,5 2-4-15,5-2-6 0,3-8-18 0,4-1-26 16,1-5-25-16,4-2-33 0,14-3-37 0,-17-2-31 16,15-2-35-16,-16-1-40 0,-2 0-136 0,-4 1-389 15,-3-2 172-15</inkml:trace>
  <inkml:trace contextRef="#ctx0" brushRef="#br0" timeOffset="113224.02">8939 6705 114 0,'-1'-10'285'0,"1"10"-22"0,-1-8-15 0,1 8-25 16,0 0-23-16,0 0-24 0,-3-7-12 0,3 7-21 16,0 0-6-16,0 0 0 0,0 0-6 0,0 33-6 15,-1-19-8-15,1 1-10 0,0 2-8 0,1 1-8 16,-2 9-8-16,3-3-6 0,0 1-9 0,-2-8-8 16,1 4-6-16,2-3-20 0,-1-2-35 0,3 0-41 15,-4 0-47-15,2-3-63 0,-1 0-62 0,-2-1-226 16,2-2-477-16,-4-2 212 0</inkml:trace>
  <inkml:trace contextRef="#ctx0" brushRef="#br0" timeOffset="113372.6">8865 6559 9 0,'0'0'108'0,"0"0"-37"0,22 11-40 15,-11 2-52-15,-2 3-12 0,3 2-36 0,2 6 16 16</inkml:trace>
  <inkml:trace contextRef="#ctx0" brushRef="#br0" timeOffset="113731.74">9132 6988 76 0,'5'-6'209'0,"-5"6"-5"0,5-8 1 0,-2 4-9 15,1-3-6-15,-2-1-14 0,2-1-5 0,-1 2-10 16,2-5-8-16,0-3-15 0,-1-1-6 16,0-2-14-16,-2-1-9 0,1 0-10 0,-2 1-8 0,2-2-11 15,-5 5-4-15,1 2-5 0,-2 2-4 0,1-1-6 16,-3 3-6-16,0 0-5 0,-3 1-5 0,3 3-7 16,-4-1-8-16,0 2 0 0,-1 0-4 0,1 3-3 15,1 0-3-15,8 1-4 0,-18 1-6 16,18-1-8-16,-10 1-7 0,10-1-2 0,-6 3-3 0,6-3 5 15,0 0 1-15,0 0 1 0,0 0-1 0,31 4-2 16,-12-4 5-16,2-2-2 0,7 1-1 0,-6 1-2 16,-1 1 11-16,-1 2-9 0,-1-1 6 0,-1 3-7 15,-2 1 0-15,0 0-1 0,-3 3 1 0,-4-1 2 16,4 5 0-16,-3 0 2 0,-1 4 0 0,-2 0-3 16,-2 1 3-16,-1 0-8 0,1 3-8 0,-1-3-16 15,0-2-29-15,-1 1-32 0,-1-3-43 0,2-2-36 16,0 0-53-16,0 1-156 0,2-4-413 0,0-2 183 15</inkml:trace>
  <inkml:trace contextRef="#ctx0" brushRef="#br0" timeOffset="114493.26">9683 6667 46 0,'-10'-7'227'0,"-1"1"-7"16,-2 4-9-16,0 0-6 0,-6 6-8 15,2-1-3-15,-2 7-13 0,5 4 0 0,-6 7-13 0,4-1-5 16,6-1-11-16,1-3-14 0,0 8-10 0,2-4-17 16,6 6-8-16,2-6-15 0,3 3-5 0,4-6-10 15,1-2-7-15,1 2-3 0,5-2-8 0,8-3-23 16,-3-4-27-16,3-3-28 0,6-3-21 16,-1-2-23-16,1-2-17 0,2-3-31 0,-3 0-6 0,-1-5-18 15,-8 5 1-15,0-5 3 0,-2 1 9 0,1-3-1 16,-5 0 22-16,1-1 5 0,-1-1 17 0,-3-2 22 15,-4-1 1-15,-1 0 31 0,-1-2 30 16,-3 3 14-16,-1 0 24 0,0 0 16 0,-1 4 13 16,0-1 10-16,0 2 11 0,-2 2 5 0,0 0-3 0,1 2-4 15,2 7-2-15,-4-10-8 0,4 10-7 0,-4-6-10 16,4 6-4-16,0 0 14 0,0 0 0 0,-13 19 8 16,10-8 1-16,-1 4-9 0,1 2-2 15,-1-1-5-15,1 1-5 0,1-1-7 0,2-4-3 16,2 6-7-16,0-1 0 0,2-1-2 0,-2-4-2 0,2-3-6 15,3 0-4-15,0 0 2 0,3-3-1 0,1 2-2 16,-1-5-3-16,3 0-6 0,-3-3 3 0,2 0-4 16,-12 0 6-16,26-3-13 0,-14-2-1 0,-2-4-3 15,4 0-3-15,-1-1 5 0,-3 0 8 16,-3 1-14-16,1-1 0 0,0-4-4 0,0 0 1 16,-3-3-3-16,1 3 1 0,-2 2-2 0,0 1 7 0,-1 2-6 15,-1-1 9-15,-1 4-5 0,-1 6-3 0,3-10 0 16,-3 10-3-16,1-7-5 0,-1 7 0 0,0 0 4 15,0 0 6-15,0 0-9 0,9 15 3 0,-5-7-3 16,-2 0 9-16,1 3 0 0,2-2 9 0,0 2-1 16,2-2 1-16,-3-1-2 0,4 1-1 0,0 0 5 15,0-3 3-15,2 0-4 0,2-1 1 0,-2-2 7 16,2-2-1-16,0 2-5 0,1-6-2 0,1 2 5 16,-1-2 0-16,1-3-6 0,-3 1 7 0,2-1-6 15,-5 0 4-15,-1-2 2 0,2 2-3 16,-2-3 1-16,-1 0-1 0,-2-1 13 0,-2-1-18 0,0 0 3 15,-1 1 6-15,-1-2-13 0,-3 2-2 0,3 10-1 16,-1-14-1-16,0 8 5 0,1 6 2 0,-1-9-6 16,1 9-3-16,0 0 1 0,0 0-3 0,0 0 0 15,0 0 12-15,0 0-14 0,0 0 3 16,-7 25 0-16,6-14 4 0,1 0-2 0,0-1 0 0,0 3 4 16,1-4-2-16,3 0-4 0,-1 1 2 0,0-1 0 15,3 0-14-15,1-1-11 0,3-3-26 0,-1 1-30 16,2-1-38-16,1-3-40 0,1-2-66 0,5 0-38 15,0-3-197-15,0-1-501 0,0-4 222 16</inkml:trace>
  <inkml:trace contextRef="#ctx0" brushRef="#br0" timeOffset="114642.69">10420 6471 97 0,'-11'3'204'0,"2"2"-19"0,-1-1-23 15,2 2-26-15,3 1-36 0,2 1-23 0,2 0-54 16,2 3-38-16,3-3-64 0,1 2-70 0,4-4-160 16,1-1 71-16</inkml:trace>
  <inkml:trace contextRef="#ctx0" brushRef="#br0" timeOffset="114851.32">10719 6385 208 0,'-1'-10'244'0,"-1"1"-4"0,0-1-9 0,2 10-9 15,-2-11-7-15,2 11-22 0,-3-8-24 0,3 8-18 16,0 0-14-16,0 0 3 0,0 0 7 16,0 30-4-16,-1-4 11 0,1 5-12 0,-1 5-5 0,3 10-10 15,-2-12-14-15,0 0-11 0,0-5-12 0,0 2-8 16,1-4-8-16,3-1-4 0,0 0-12 0,0-7-9 16,-1-1-9-16,2-1-16 0,0 3-35 15,-2-2-36-15,1-1-32 0,0-1-48 0,-1-4-59 0,1-3-65 16,-4 4-250-16,0-13-541 0,-4 15 239 0</inkml:trace>
  <inkml:trace contextRef="#ctx0" brushRef="#br0" timeOffset="115017.3">10571 6674 2425 0,'4'-25'10'0,"2"5"18"0,-2 5-21 15,-1 3-6-15,1 2-2 0,-1 1-3 0,4 0 3 0,-1 2-1 16,6 1-4-16,-1 2 3 0,7-1 1 0,0 4-11 15,1 1-19-15,8 6-29 0,-2 2-21 16,2 4-44-16,-2 0-38 0,-4 5-20 0,-2 2-115 16,-6-3-323-16,3 4 143 0</inkml:trace>
  <inkml:trace contextRef="#ctx0" brushRef="#br0" timeOffset="115353.74">10892 6850 190 0,'0'0'205'0,"0"0"-16"0,0 0-4 0,0 0-6 0,0 0 2 16,17-8-10-16,-12 3-8 0,1-4-12 15,-1 1-10-15,3-1-4 0,1 0-4 0,1-1-10 16,0-5-11-16,1 1-10 0,-1-2-8 0,0 0-5 16,5-5-14-16,-3 4-6 0,-3 0 1 0,-4 1-1 0,1 1 2 15,-1 4-3-15,-2 0 2 0,-1 3-1 16,0 2-2-16,-2 6-3 0,2-9-10 0,-2 9-1 16,0 0-16-16,0 0-1 0,0 0-7 0,-14 0-1 0,14 0-3 15,-16 15-6-15,5-3-7 0,0 3-11 0,3-1-14 16,0 4-8-16,0-5-4 0,4-1 2 0,3-2-5 15,1 2 1-15,2-1 2 0,1 1-5 0,3-2 5 16,0 0-5-16,2 0 7 0,0-2 1 0,1 2 1 16,-2-3 1-16,1 1 1 0,-1 0 3 0,0 0 0 15,-1 1 8-15,-3-3-6 0,1 1 0 0,-3-1 0 16,3 4 3-16,-7-3-6 0,3-7-8 0,-6 18-5 16,-1-9-7-16,-2 1-18 0,-2-3-13 15,-2 3-19-15,1-5-29 0,-4 5-26 0,4-8-33 0,-1 2-47 16,-1-3-130-16,1-2-382 0,-1 0 169 15</inkml:trace>
  <inkml:trace contextRef="#ctx0" brushRef="#br0" timeOffset="115509.17">10612 6679 2540 0,'10'-10'7'0,"-6"4"-7"15,1 0-16-15,3 3 8 0,3-4 10 0,1 2-5 16,6-1-2-16,2 2 4 0,10-4 0 0,-1 1-21 15,2 0-25-15,6 2-44 0,13-5-47 0,-12 1-58 16,1 5-142-16,0-1-364 0,-1-2 162 16</inkml:trace>
  <inkml:trace contextRef="#ctx0" brushRef="#br0" timeOffset="115650.89">11440 6654 8 0,'6'3'273'0,"-1"0"-31"0,0 0-22 16,-5-3-5-16,5 6-11 0,-5-6-6 15,5 3-21-15,-5-3-16 0,0 0-16 0,2 5-12 0,-2-5-18 16,0 0-36-16,2 6-45 0,-2-6-57 0,0 0-91 16,0 0-231-16,-17 12-373 0,4-10 165 0</inkml:trace>
  <inkml:trace contextRef="#ctx0" brushRef="#br0" timeOffset="134433.51">9553 7465 78 0,'0'0'204'0,"-3"-11"3"16,3 11-4-16,-1-7-16 0,1 7-13 0,0 0-17 16,0 0-13-16,-2-10-18 0,2 10-16 0,0 0-13 15,0 0-12-15,0 0-8 0,0 0-9 0,0 0-9 16,3 24-3-16,-3-7-8 0,3 9-2 0,-3 1 4 16,-3 3 0-16,3-1 3 0,-3-1-1 0,2 3-6 15,1-5 0-15,-1 2-4 0,1-9-3 0,-1 4-7 16,-1-4-1-16,2-1-2 0,-1 0-1 0,2 0-1 15,-1-3-5-15,-1-2 2 0,2-2-5 16,1 1-1-16,-2-2-3 0,0 1 1 0,-2-2 0 16,2-2-4-16,0-7-2 0,-1 11-15 0,2-6-14 0,-1-5-17 15,0 9-21-15,0-9-23 0,0 0-13 0,0 8-36 16,0-8-44-16,0 0-196 0,0 0-399 0,0 0 176 16</inkml:trace>
  <inkml:trace contextRef="#ctx0" brushRef="#br0" timeOffset="134870.22">9342 7659 68 0,'-4'-4'164'0,"4"4"-14"0,0 0-6 16,0 0-14-16,0 0-7 0,0 0-7 0,0 0-2 15,0 0 0-15,13-8-6 0,-2 8-3 0,10 0-6 16,4-1-6-16,3 0 2 0,7-2-18 0,-1 1-6 15,-1 0-7-15,-1 2-6 0,-1 0-6 0,-2 4-7 16,-9-4-3-16,0 4-5 0,-2 1-3 0,-5 0-6 16,-2 2 0-16,1-1-2 0,-3 3-7 0,-3 1 4 15,3 2-2-15,-5-2 6 0,0 5 4 0,-3-2 0 16,2 2 4-16,-3-3 3 0,1 1 5 0,-2-1 1 16,2 0-7-16,-1-3-2 0,0 1-5 0,1-3 2 15,0 1-2-15,2-2-2 0,1-1 3 0,0 2-1 16,-4-7 2-16,11 4 0 0,-2-2-2 0,3-2 0 15,0-3-1-15,5 0-5 0,0-5-2 0,-1 0-2 16,3 1-2-16,-1-5-1 0,-2-1-3 0,-2 2 2 16,0-3-1-16,-3 0 2 0,1-3-5 0,-5 0 4 15,-3 0-12-15,-1 0 0 0,-3-1-3 0,-4 1 3 16,-2 0-6-16,-2 2 6 0,-2 1-7 0,-1 3 2 16,2 1-1-16,-3 4-6 0,-1 3-10 0,-4 0-4 15,1 1-7-15,1 4-13 0,-2 3-13 0,0 2-23 16,3 2-23-16,0 0-20 0,5 1-27 0,3 0-35 15,1-1-34-15,2 1-131 0,3-4-375 0,0-6 167 16</inkml:trace>
  <inkml:trace contextRef="#ctx0" brushRef="#br0" timeOffset="135116.43">10152 7535 1777 0,'11'-25'-13'0,"-4"2"75"15,-2 6 37-15,0 1-22 0,-4 4-13 0,1 1 7 16,-1 2 11-16,-1-2-2 0,1 5-3 0,-1 6 4 15,-1-12-3-15,1 12-7 0,-3-8-10 0,3 8-14 16,0 0-5-16,0 0-4 0,0 0 7 0,0 0 16 0,4 34 5 16,-3-15 11-16,2 7-4 0,-2 5 5 15,-1 1-6-15,-1 1-5 0,1 0-2 0,0-1-13 16,-1-2-1-16,-1 1-7 0,0-4 1 0,1 0-3 16,-1-3-11-16,-1-5-1 0,5 0-29 0,-4-3-18 15,4-2-36-15,-4 0-28 0,0-4-24 0,2 1-36 16,0-4-32-16,2-1-25 0,-2-6-22 0,0 10-21 15,0-10-171-15,0 0-444 0,0 0 197 0</inkml:trace>
  <inkml:trace contextRef="#ctx0" brushRef="#br0" timeOffset="135782.5">10062 7561 38 0,'-3'-4'208'0,"3"4"-23"0,-3-6-22 0,3 6-12 16,0 0-19-16,10-4-7 0,1 4-10 0,3 0-7 0,4 1-14 15,3-1-8-15,10 1-2 0,1-1-12 0,0 0-9 16,1-1-1-16,0-2-8 0,1 0-6 16,-2 3-3-16,-3-4-3 0,-7 2-4 0,-2-1-3 15,-6 3-4-15,-2-2-3 0,-2 2 0 0,-3 0 0 16,-7 0 2-16,12 0 3 0,-12 0 0 0,0 0-1 0,9 0 0 16,-9 0 1-16,0 0 4 0,0 0 4 15,-19 17 9-15,10-8-1 0,-5 4 1 0,1 0 4 16,-1 4 6-16,2-4 1 0,-2 3-3 0,2-1-3 15,1-2 1-15,4 3-10 0,-1-2-4 0,3-2-6 0,2-2-6 16,-1 0 4-16,7 0-8 0,-2-1-1 0,3 0-1 16,0-3 0-16,6 0 0 0,0 0-3 0,3-3 0 15,5-1-3-15,0-2-2 0,0-1-1 0,0-1-3 16,0-4 3-16,0-1-1 0,-7 2-2 16,-1-2-3-16,2-2-5 0,-4 1 0 0,0-1-6 0,1-4 2 15,-4-3-7-15,1 1 0 0,-2-1 2 0,-2 0-3 16,-1 7 4-16,-1-4-2 0,-1 5 1 0,1 8 1 15,-1-11-3-15,1 11-1 0,-1-11-4 16,1 11-1-16,0 0 4 0,0 0-1 0,0 0-4 0,0 0 6 16,0 0 2-16,-10 28 4 0,8-15-3 0,1-4 3 15,1 4-3-15,2 0 6 0,1-3-5 0,-1 0 5 16,2-1-1-16,0 1 2 0,4-3-2 0,-1 1 2 16,1-4 1-16,2-1 3 0,2 1-1 15,1-4-1-15,6 2-1 0,-6-4 3 0,6-2-1 0,-3-2-1 16,1 0-1-16,1-1 4 0,-4-2-1 0,0-2-2 15,-1-3 4-15,1-1-4 0,-3-4 1 0,-3 3-5 16,1-6 2-16,-3-2 0 0,3-2 0 0,-5 3 2 16,-1-4 4-16,-1 0-2 0,-2 2 5 0,-2 6 4 15,2 0 3-15,2 2 8 0,-4 5 13 0,2 2 1 16,0 6-4-16,0 4-7 0,-2-13-10 0,2 13 3 16,0 0-6-16,0 0 0 0,0 0-9 0,0 0 4 15,-2 42 1-15,-1-16 3 0,0 1-4 16,1 2 4-16,-2-1-5 0,2 1 3 0,0 0-1 0,1-2-1 15,0 0-1-15,5-3-2 0,-3-3-11 0,3-2-22 16,-1-1-27-16,-1-3-31 0,0-1-28 0,1-1-46 16,2-2-57-16,-1-1-36 0,0 1-213 0,-2-4-501 15,-2-7 221-15</inkml:trace>
  <inkml:trace contextRef="#ctx0" brushRef="#br0" timeOffset="141793.63">11185 7444 61 0,'0'0'96'15,"-4"-6"-6"-15,4 6-4 0,0 0-11 0,0 0 4 16,0 0-11-16,0 0-6 0,0 0-2 0,0 0-9 16,0 0-5-16,-2-6-1 0,2 6-14 0,0 0-6 15,0 0 2-15,0 0 3 0,0 0-11 0,0 0 5 16,0 0-12-16,0 0-5 0,0 0 10 0,0 0-2 16,0 0-8-16,0 0-4 0,0 0-1 0,0 0 7 15,0 0-9-15,0 0-4 0,0 0 19 0,0 0-4 16,0 0-11-16,0 0 0 0,0 0 9 0,0 0-2 15,0 0-4-15,0 0 1 0,0 0 2 0,0 0 0 16,0 0 2-16,0 0-15 0,0 0 15 0,0 0-6 16,0 0 2-16,0 0-6 0,0 0 0 0,0 0 6 15,0 0 3-15,0 0-6 0,0 0 5 0,0 0-1 16,0 0-3-16,0 0-5 0,0 0 9 0,0 0 0 16,0 0-7-16,0 0 1 0,0 0 0 0,0 0 12 15,0 0-7-15,0 0 0 0,0 0 9 0,0 0 1 16,0 0-3-16,0 0-1 0,0 0 4 0,0 0-1 15,0 0-7-15,0 0-2 0,0 0 2 0,0 0-6 16,0 0 6-16,0 0-2 0,0 0 9 0,0 0 0 16,0 0-2-16,0 0-4 0,0 0 7 0,0 0-1 15,0 0 1-15,0 0 4 0,0 0 2 0,0 0-3 16,0 0 1-16,0 0-4 0,0 0 5 0,0 0-3 16,0 0 1-16,0 0-6 0,0 0 11 0,0 0-3 15,0 0-7-15,0 0 13 0,0 0-4 0,0 0-1 16,0 0-2-16,0 0-2 0,0 0-1 0,0 0 0 0,0 0-3 15,0 0-7-15,0 0 2 0,0 0 3 16,0 0-8-16,0 0-4 0,0 0 2 0,0 0-8 0,0 0 6 16,0 0 1-16,11 25 8 0,-7-14 6 15,2 6-6-15,0-1 4 0,2 8 2 0,-3 0-7 0,3 1 3 16,-2 0 1-16,2-2-3 0,-4-5 4 0,1-1-2 16,4 3-5-16,-4-5 1 0,0 0 3 15,1 0-5-15,1-5 1 0,-1 0 1 0,-2-1-1 16,0 0 0-16,1 0 1 0,-1-3 6 0,-2 0-7 0,2-1 1 15,-4-5 0-15,4 9 1 0,-4-9 10 0,6 5 2 16,-6-5 13-16,0 0 2 0,0 0 2 16,0 0-4-16,0 0-3 0,0 0-1 0,8-18 2 15,-5 7 2-15,-1-2-4 0,3-4-2 0,3-8 1 0,3-1-2 16,0 0-2-16,-1-2-1 0,0 2-2 0,0-2-2 16,-2 1 1-16,3 1-3 0,-3-2 14 0,0 3 0 15,1 1-8-15,-3 5-2 0,1-7 0 0,-2 10-5 16,0-1 2-16,-1 1-1 0,1 5-5 0,-2 0-1 15,-1 2-3-15,-1 2-2 0,2 2 5 0,-3 5-12 16,1-9-17-16,-1 9-14 0,2-6-7 0,-2 6-16 16,0 0-18-16,0 0-19 0,0 0-31 0,7 20-15 15,-6-9-32-15,-1 1-152 0,-1 5-350 0,-2-3 156 16</inkml:trace>
  <inkml:trace contextRef="#ctx0" brushRef="#br0" timeOffset="142111.46">11611 7568 147 0,'0'10'164'0,"-2"0"-15"0,1 2 4 0,1-1-16 16,-2-2-6-16,2 2-3 0,0-6-1 0,0-5 6 16,0 17-3-16,3-10 0 0,-1-2-2 0,1 3-6 15,2-4-2-15,0 1-8 0,4-3-6 0,4 0-10 16,-7-2-6-16,8 1-8 0,4-2-5 0,-2-1-7 15,0-4-4-15,2-4-7 0,1 1-6 0,-5-1-5 16,3-1-2-16,-4 2-6 0,-2-5-4 0,-1 2-3 16,-2-3-4-16,-3 4-4 0,-2-2-2 0,-4-3-3 15,-1 1-4-15,-1 2-4 0,-4 2-2 0,-4-2 2 16,0 5-3-16,2-1-5 0,-3 3-5 0,-5 1-5 16,-1 4-4-16,1 1-10 0,-4 1-12 0,0 7-7 15,-3 2-13-15,-1 0-25 0,5 1-20 0,5 2-28 16,0 0-41-16,4-2-21 0,5 2-26 0,0-3-129 15,3-1-370-15,3-9 164 0</inkml:trace>
  <inkml:trace contextRef="#ctx0" brushRef="#br0" timeOffset="142327.78">12102 7203 229 0,'3'-10'227'0,"-1"1"-9"0,-2 4-18 0,0-3-26 15,0 8-20-15,4-7-19 0,-4 7-17 0,0 0-6 16,0 0 10-16,4 32-1 0,-6-5-11 0,0 4-6 16,-3 1-13-16,2 2-5 0,0 0-7 0,-1-1-8 0,-1 2-7 15,0-5-4-15,0 4-7 0,2-2-5 16,0-2-15-16,3-2-29 0,-2 1-37 0,2-2-36 16,-4-2-52-16,6-5-50 0,0-1-200 0,-2-5-399 15,0 1 176-15</inkml:trace>
  <inkml:trace contextRef="#ctx0" brushRef="#br0" timeOffset="142500.25">12212 7632 1914 0,'5'-12'23'0,"-1"1"21"0,0-1-6 16,-1 2-2-16,-1 4-2 0,0-2-2 0,0 2-3 16,-2 6-4-16,2-8-1 0,-2 8-3 0,0 0-9 15,3-9 0-15,-3 9-4 0,0 0-1 0,0 0-17 16,0 0-24-16,0 0-35 0,0 0-50 0,0 0-47 15,14 20-145-15,-12-14-336 0,2-1 149 0</inkml:trace>
  <inkml:trace contextRef="#ctx0" brushRef="#br0" timeOffset="143043.12">12662 7481 10 0,'0'-7'190'0,"0"7"2"16,0 0-7-16,0 0-5 0,0 0 5 0,0 0-24 15,-26 13-4-15,22-5 0 0,-2-3-13 0,3 2-11 16,-3 1-18-16,4-1-13 0,0 0-7 0,-1 2-7 16,3-2-9-16,0-7-8 0,5 16-5 0,-1-7-1 15,1-5-7-15,5 3-7 0,2-3-4 0,3 1 0 16,6-4-6-16,-1-1-4 0,9 0-2 0,-2-4-2 16,2-1-4-16,-2 0-2 0,-9-2-5 0,6-3-1 15,-5 0-4-15,-6 1-6 0,3-1-10 0,-9-1-6 16,2 1-4-16,-7-3-3 0,-1 2-4 0,-4-7 0 0,-2 4 3 15,-6-1-2-15,0 0 2 0,-3 2 2 16,1 4 2-16,-5-2 4 0,7 5-6 0,-8 1-1 16,6 1 2-16,0 2 3 0,1 2-3 0,2 3 1 15,-2 0 14-15,5-1-14 0,1 2-1 0,1 1 1 16,5-5 4-16,-4 9-1 0,4-9 6 0,0 0-2 0,13 13 1 16,-4-11 3-16,5 2 2 0,5-3-2 0,4-2 1 15,6-3 3-15,3 0-6 0,2-1 1 16,-1-4 1-16,-4 1 1 0,0-3 0 0,-4 0 0 15,-6 1 2-15,-4 0 7 0,1-1 7 0,-3-3 6 16,-4 1-2-16,-1-3 3 0,0-3-2 0,-4 1 4 0,1 1 6 16,-3 1 13-16,0 5 7 0,0 2-3 15,-2-1 4-15,2 3-10 0,-2 7-8 0,0-7-6 0,0 7-10 16,0 0-1-16,0 0-4 0,0 0-2 16,3 38 7-16,-5-5 12 0,1 10 6 0,-3 5 1 0,0 0 1 15,-1 0 1-15,1-13-6 0,-2 11-4 0,6 3 3 16,-4-2 1-16,0-14-2 0,4 3-8 0,-2-3 2 15,0-2-1-15,4 0 0 0,-2-3-5 0,2 2 2 16,-2-1 1-16,2-4-25 0,0-6-28 16,-2-1-35-16,2-3-28 0,0 0-35 0,0-2-32 0,-4-3-42 15,4 0-54-15,-2-1-229 0,-4-4-523 0,4-5 231 16</inkml:trace>
  <inkml:trace contextRef="#ctx0" brushRef="#br0" timeOffset="143203.69">13011 7727 2401 0,'12'-21'-24'0,"-3"5"18"0,-3 1 9 16,0 7-1-16,0-2 3 0,3 3-5 0,-2-1 6 15,4 1-9-15,3 0 2 0,2-5-1 16,3 7 2-16,6-5-4 0,6 1 0 0,-5 4-24 0,5-3-37 16,0 2-47-16,3-2-43 0,2 3-181 0,1-4-363 15,0 2 160-15</inkml:trace>
  <inkml:trace contextRef="#ctx0" brushRef="#br0" timeOffset="143839.65">14157 7574 98 0,'0'0'195'0,"0"0"-6"0,0 0-2 15,0 0-19-15,0 0-18 0,0 0-16 0,0 0-12 0,11-17-11 16,6 8-17-16,7-4-1 0,2-2-8 0,2 0-11 16,3-2-1-16,1-1-11 0,-3 2 0 15,6-3-5-15,-10-1-4 0,1 2-6 0,-6 1 13 0,-7 4 7 16,2-4-5-16,-5 2-2 0,-1-1-8 0,-1 0 1 16,-4 6 0-16,0-1 2 0,-2 3-5 0,-4 1-6 15,2 7-5-15,-7-13-6 0,4 10-4 0,3 3-6 16,-21 0-3-16,6 5-2 0,-11 10 2 0,2 3-7 15,-3 8 0-15,-9 8-2 0,6 2-3 0,12-7-2 16,0-1-1-16,2 0 0 0,3-1 2 0,4 0-1 16,7-1 1-16,-1-6-2 0,1 0 3 0,11 4-1 15,-1-6 0-15,2-1 2 0,3-2-2 0,10 2 1 16,2-6 2-16,6 0-19 0,1-7-22 0,1 1-26 16,1-1-35-16,2-4-30 0,-1-1-24 0,1-2-27 15,1-3-27-15,-5 1-151 0,-7-4-380 0,-6 0 168 16</inkml:trace>
  <inkml:trace contextRef="#ctx0" brushRef="#br0" timeOffset="144019.63">14822 7274 159 0,'2'-24'204'0,"-2"3"-3"0,3 6-2 0,-2 4-4 16,1 0-16-16,-2 2-21 0,0 4-21 0,0 5-16 16,4-5-11-16,-4 5-13 0,0 0-6 0,0 22-8 15,0-3-4-15,0 10-9 0,-2 1-5 0,0 3 2 16,-1 3-14-16,0-2-4 0,3 13-4 0,-2-13-3 15,2-1-19-15,0-1-23 0,0 3-31 0,0-2-37 16,2-3-42-16,2-1-42 0,-2-4-48 0,-2-6-111 16,2-6-338-16,-2-1 150 0</inkml:trace>
  <inkml:trace contextRef="#ctx0" brushRef="#br0" timeOffset="144266.87">14968 7636 90 0,'17'-20'202'0,"-3"0"-15"0,0 0-7 0,2-3 3 15,3 1-12-15,-4 0-7 0,-2 4-7 0,-3 1-9 16,-2 0-12-16,1 2-8 0,0-2-4 0,-6 2-9 16,1 5-2-16,-2-1-7 0,-2 0-4 0,0 4-14 15,0 7-10-15,-3-11-8 0,-2 6-10 0,5 5-5 16,-15 2-8-16,3 2-4 0,-7 5-7 0,-3 4-1 16,6 0-7-16,-7 5-2 0,6 0-3 0,4-4 1 15,3 0-7-15,6 2-1 0,0-2 3 0,3 2-8 16,3-3-7-16,5 1-12 0,1-3-21 0,4 2-16 15,4-5-21-15,8 3-29 0,4-4-27 0,1-3-19 16,6-1-25-16,0-3-17 0,-2 0-9 0,0-3-132 16,-3-3-350-16,0-2 156 0</inkml:trace>
  <inkml:trace contextRef="#ctx0" brushRef="#br0" timeOffset="144455.24">15453 7409 27 0,'-4'-12'148'15,"-1"4"15"-15,2-1 10 0,-2 0-14 0,-1 1-4 16,-1 5-13-16,0 0-6 0,7 3-6 0,-18 3-5 15,8 2-3-15,0 3 2 0,-3 4 0 0,2 3-3 16,0 2 0-16,1 1-5 0,-2 4-8 0,5-5-11 16,3 4-9-16,2-2-8 0,2-2-6 0,3 0-8 15,0 0-4-15,4 1-8 0,2-2-21 0,2-1-26 16,3-4-26-16,3-1-28 0,4-3-37 0,4 1-24 16,1-3-42-16,3-4-31 0,-7 0-24 0,6-4-123 15,-10-4-353-15,1 2 157 0</inkml:trace>
  <inkml:trace contextRef="#ctx0" brushRef="#br0" timeOffset="144653.57">15724 7261 180 0,'0'-16'250'0,"-4"3"1"0,4 3-7 0,0 2-18 16,-1 0-22-16,1 8-25 0,0 0-21 0,0-7-15 16,0 7-10-16,0 0-1 0,0 0-8 0,-3 36-6 0,2-17-3 15,-2 7-7-15,3 2-9 0,-1 0-4 0,-2-1-10 16,3 1-11-16,-2-4-5 0,1 3-3 15,1-1-9-15,-2 1-11 0,2-2-26 0,-1 0-29 16,1 0-23-16,0-5-29 0,0-3-51 0,0 0-44 16,0-3-46-16,-1 2-32 0,-1-3-161 0,1-3-429 15,0-4 190-15</inkml:trace>
  <inkml:trace contextRef="#ctx0" brushRef="#br0" timeOffset="145557.01">15687 7468 7 0,'0'0'235'0,"-1"-11"-23"16,1 11-24-16,0 0-19 0,6-3-13 16,-6 3-11-16,0 0-8 0,19 11-7 0,-5 0-1 15,-1 2-1-15,0 2-13 0,-1 0-12 0,-1 1-11 16,0 0-8-16,-2 1-7 0,-1-2-6 0,-2 2-8 0,2-1-7 16,-4-3-5-16,-1-2-2 0,-3 2-8 0,2-6-1 15,-2 1 1-15,0-8-3 0,-2 10-2 0,2-10-2 16,-3 5-2-16,3-5 6 0,0 0-2 15,0 0-3-15,0 0-3 0,-12-15-3 0,11 3-6 16,1 0 6-16,-1-3-7 0,3-2-4 0,2-2-4 0,2 2-6 16,2-2-1-16,2-3-1 0,-2 5 0 0,3 3-1 15,-3-1-2-15,-1 4 4 0,4 0-5 16,-3 1 2-16,-2 5-5 0,-1-1-1 0,0 2-1 16,-5 4-1-16,10-3-1 0,-10 3 2 0,0 0 1 15,11 9 0-15,-7 0-2 0,-2 1 3 0,-1 1 0 0,1 1 1 16,-1 4 3-16,-2-4 0 0,2 5 1 0,-2-7-1 15,2 4 2-15,-1-3-2 0,1 1 1 0,2-3 3 16,-1 1-1-16,2 0 2 0,0-3 4 16,1 0-4-16,2 0 0 0,1-3 8 0,4 0-8 0,0-2 1 15,0 1 0-15,0-3 1 0,7 0 0 0,-9-3 3 16,0 1-5-16,2-3-4 0,-3 1-5 0,-3-5-4 16,-1 1-4-16,0-1-6 0,-2-1-4 0,-2 0 0 15,-2-2-2-15,-5 0 1 0,2 1 3 0,-1-1 1 16,0 2 0-16,-3-4 5 0,3 4-3 0,-3-1 7 15,3 3 0-15,1 1 4 0,2 1-1 0,2 6 3 16,-7-11-3-16,7 11 2 0,0 0 0 0,8-9-4 16,0 7 8-16,4 0 3 0,2 3-2 0,4 2 10 15,1 0-4-15,3 3 2 0,5 0-1 0,-3 5-5 16,-6-2 2-16,0-1-2 0,-3 3 0 0,1 1 4 16,-7-3-4-16,3 2 4 0,-4-1-4 0,-2-1 0 15,0-1-3-15,-1 1 2 0,0 0-2 0,-4-2 1 16,2-2 5-16,-3-5 5 0,1 11-3 0,-1-11 9 15,0 0 6-15,-3 8 6 0,3-8 0 0,0 0 1 16,-7 2-3-16,7-2-4 0,0 0 2 0,0 0-3 16,0 0-2-16,-8-17 2 0,7 9-7 0,1 8 5 15,2-18-7-15,1 2 7 0,3 0-9 0,3-1-3 16,0 0-1-16,1 0 1 0,3 1-3 0,0 3 0 16,2 0 1-16,-2 3-6 0,-3 1-2 0,3 4 4 15,-3 1-4-15,3 3-1 0,-1 2-3 0,-3 1 1 16,3 1 2-16,0 4 0 0,1 3-2 0,-5-3 2 15,4 5 1-15,-3-3-2 0,2 4 2 0,-2-5 1 16,-1 1 1-16,2 1 3 0,-2-2-3 0,0-1 1 16,4-1 2-16,-3-2 5 0,3-1 0 0,-1 1-1 15,1-4 2-15,1 0-2 0,1-1 1 0,-1-1 1 16,-1-1 0-16,0-2 3 0,-1 1-2 0,1-3 0 16,-3-3 0-16,-2 3-2 0,5-7 0 0,-7 3 2 15,0 0-4-15,2-2-2 0,-5 1 3 0,-1 3-1 16,2-2-6-16,-3 3 6 0,0 8-6 0,0-12 3 15,2 5-3-15,-2 7-2 0,0 0 0 0,0 0-3 16,0 0 3-16,0 0-1 0,0 0-2 0,-12 25-1 16,8-13 3-16,-4 3 1 0,2 1-9 0,-2 2-26 15,2 0-28-15,1-1-34 0,-1 0-42 0,5-1-53 16,0 0-53-16,-4 0-179 0,2-6-460 0,2-1 205 16</inkml:trace>
  <inkml:trace contextRef="#ctx0" brushRef="#br0" timeOffset="145719">16649 7308 1986 0,'-9'-28'29'0,"4"8"65"0,1 3-47 16,-1 6-18-16,2-2-17 0,0 4-26 0,1 2-38 16,2 7-7-16,0 0-7 0,0 0-9 0,0 0-20 15,0 0-17-15,11 21-21 0,-2-4-133 0,-2-1-287 16,5 3 128-16</inkml:trace>
  <inkml:trace contextRef="#ctx0" brushRef="#br0" timeOffset="145935.87">16998 7393 154 0,'0'0'201'0,"1"-6"7"16,-1 6-2-16,0 0-7 0,0 0-10 0,0 0-20 15,0 0-17-15,0 0-9 0,0 0-5 0,0 0 14 16,0 0 3-16,-25 16-4 0,14-4-8 0,-1 4-9 15,1 0-5-15,-5 4-13 0,4-4-6 0,2 1-13 16,2-1-7-16,2-1-9 0,1 2-10 0,4-4-10 16,3-1-2-16,5 5-3 0,3-4-5 0,4-1-26 15,11-2-22-15,9 0-35 0,2-5-36 0,15-1-46 0,2-6-58 16,1-4-67-16,-13 3-231 0,-3-1-509 16,14-7 225-16</inkml:trace>
  <inkml:trace contextRef="#ctx0" brushRef="#br0" timeOffset="146323.51">17757 7264 113 0,'3'-7'225'0,"-2"2"-14"0,-1 5-18 0,1-9-21 15,-1 9-14-15,0 0-10 0,0 0-6 0,0 0 0 16,-27 9-4-16,15 3-4 0,-1 2-10 0,-1 1-6 15,-4 7-5-15,5 1-6 0,2 0-3 0,3-4-8 16,3-2-7-16,0 3-9 0,2-2-8 0,3 1-4 16,3-3-5-16,2 2-7 0,0-1-6 0,4-2-2 15,1 3-3-15,3-6-10 0,1-1-22 0,5 0-24 16,4 0-31-16,3 3-44 0,2-4-45 0,-3-5-56 16,2-1-35-16,-6 0-175 0,-2-4-429 0,-1-2 190 15</inkml:trace>
  <inkml:trace contextRef="#ctx0" brushRef="#br0" timeOffset="146615.44">18115 7319 53 0,'0'0'191'0,"1"-11"1"16,-1 3 6-16,0 8-5 0,-1-11 3 0,1 11 3 0,-3-12-9 15,3 12-8-15,-1-10-8 0,1 10 0 16,-1-11 0-16,1 11-1 0,0-9-4 0,0 9-8 15,0 0-9-15,-3-8-18 0,3 8-12 0,0 0-15 16,0 0-23-16,0 0-6 0,0 0-11 0,0 0-8 16,0 0-3-16,-5 25-6 0,4-13 3 0,-2 5-12 15,1 0 6-15,-6 2-1 0,2 6-9 0,3-8-1 16,-1 1 2-16,2-1-4 0,-1 1 0 0,2 0-6 16,0-3-7-16,1 2 6 0,1-2-7 0,-1 1-1 15,1-3-23-15,2-3-31 0,-2 1-34 0,2 0-37 0,-2-1-39 16,-1-3-44-16,2 3-48 0,1-4-48 0,-3-6-206 15,0 0-529-15,0 0 234 0</inkml:trace>
  <inkml:trace contextRef="#ctx0" brushRef="#br0" timeOffset="146805.37">17936 7047 2429 0,'-13'-23'10'15,"5"5"38"-15,1 4-14 0,2 5-16 0,0 0-7 0,1-1 0 16,1 6-11-16,3 4-2 0,-4-10 1 0,4 10-1 16,0 0-6-16,0 0-9 0,0 0-13 15,0 0-18-15,18 22-27 0,-2-9-45 0,9 1-35 16,6 3-44-16,-2 4-119 0,3-4-344 0,-1-2 153 0</inkml:trace>
  <inkml:trace contextRef="#ctx0" brushRef="#br0" timeOffset="146962.73">18404 7010 171 0,'1'-13'188'16,"0"2"-8"-16,0 0-4 0,-1 6-2 0,0 5-10 15,2-14-14-15,-2 14-18 0,-2-9-20 0,2 9-15 16,-1-6-29-16,1 6-18 0,0 0-17 16,0 0-25-16,0 0-24 0,-9 20-36 0,8-8-37 15,1 0-31-15,-1 5-118 0,2-1-257 0,3 1 113 0</inkml:trace>
  <inkml:trace contextRef="#ctx0" brushRef="#br0" timeOffset="147609.84">18399 7267 222 0,'-3'-6'265'0,"3"6"-11"0,-5-6-14 15,5 6-15-15,-4-8-12 0,4 8-16 16,-4-4-20-16,4 4-22 0,0 0-16 0,0 0-16 15,0 0-15-15,0 0-9 0,0 0-11 0,-14 15-13 0,12-5-6 16,-3 2-6-16,1 4-6 0,0-2-5 0,0 3-5 16,0-1-1-16,0-1-3 0,1-3-9 15,3 0-4-15,0-1-2 0,-2-2-1 0,2 0-4 0,0 0-3 16,0-9-2-16,2 12-6 0,-2-5-16 0,0-7-5 16,3 8-5-16,0-5-5 0,-3-3-1 0,4 7 2 15,-4-7 5-15,0 0 4 0,5 4-2 0,-5-4 1 16,0 0 3-16,6 2 0 0,-6-2 3 0,0 0 0 15,0 0-1-15,0 0 4 0,0 0 1 16,8-9 1-16,-8 9-2 0,0 0 0 0,0 0 2 0,5-6 3 16,-5 6-6-16,0 0 1 0,0 0 4 0,0 0-2 15,0 0-1-15,0 0-1 0,0-7 1 0,0 7 1 16,0 0-4-16,0 0-9 0,0 0-7 0,0 0-12 16,0 0-15-16,0 0-12 0,0 0-12 0,0 0-11 15,0 0-19-15,0 0-19 0,0 0-2 0,-19 0-21 16,19 0-15-16,0 0-21 0,0 0-133 0,-13-4-336 15,13 4 149-15</inkml:trace>
  <inkml:trace contextRef="#ctx0" brushRef="#br0" timeOffset="147946.17">18337 7355 30 0,'0'0'134'0,"0"0"-3"0,0 0-21 0,0 0-3 16,0 0-12-16,0 0-5 0,0 0-8 0,0 0-11 15,0 0-2-15,0 0-6 0,0 0-4 0,0 0-6 16,0 0-4-16,0 0-7 0,0 0 0 0,0 0-6 16,0 0-6-16,0 0-2 0,0 0-15 0,0 0-16 15,0 0-14-15,0 0-12 0,17 6-13 0,-17-6-22 16,0 0-5-16,8-4-4 0,-8 4-14 0,6-3-5 16,-6 3-51-16,6-3-156 0,-6 3 70 0</inkml:trace>
  <inkml:trace contextRef="#ctx0" brushRef="#br0" timeOffset="148471.26">18304 7560 216 0,'0'0'237'0,"0"0"-9"16,3-32-7-16,-2 22-15 0,1 2-16 0,-2-3-10 15,3 1-11-15,-2-3-15 0,2-2-18 0,-1-1-12 16,0-1-5-16,2 0-5 0,-3-1-12 0,0-1-10 16,0-1-7-16,-1 3-7 0,2-1-7 0,-1-2-6 15,-2 2-9-15,1 1 1 0,-2 4 0 0,1 0 5 16,0 3-2-16,0 1-6 0,-2-1-3 0,2 4-7 15,1 6-7-15,-4-10-8 0,4 10 0 0,-4-7-5 16,4 7-5-16,0 0-1 0,-11 1-2 0,11-1-7 16,-11 12 1-16,5-5-3 0,2 1-2 0,-2 3 1 15,3-1 1-15,2-2-3 0,2 3 2 0,0-4-5 16,3 6 6-16,5-6-1 0,1 3-1 0,4-2-1 16,3-1 0-16,1-2 6 0,4-1-7 0,-3 1 2 15,1-4-1-15,0 1 4 0,0-2-5 0,-6 0 4 16,4 0-3-16,-5-1 2 0,-1 0-3 0,0 0 1 15,-3 0-1-15,-2 0-3 0,-7 1 0 0,12 0 2 16,-12 0-3-16,9 1-3 0,-1 0-1 0,-2 1-5 16,0 3 6-16,-2 1-3 0,3 3 3 0,0 0 2 15,0 1 1-15,-2 2-4 0,1 2 1 0,-2 2 0 16,0 1 5-16,2-2 0 0,-5-3-3 0,1 2 4 16,2 3-25-16,-3-5-19 0,3 1-29 0,-2-1-44 15,2-2-40-15,-1 0-52 0,1-1-46 0,-4 0-185 16,0-9-475-16,6 8 210 0</inkml:trace>
  <inkml:trace contextRef="#ctx0" brushRef="#br0" timeOffset="149233.31">18846 7308 166 0,'-5'-11'252'0,"1"0"-12"15,-4 3-9-15,5-2-11 0,-4 3-21 0,2 3-18 16,-1 1-23-16,-5 3-13 0,11 0-17 0,-25 11-6 0,8 0-8 15,-1 0-9-15,-2 8-13 0,1-2-2 16,6 1-12-16,3-2-8 0,2 0-9 0,0 0-1 16,4 0-10-16,3 1-4 0,0-6-14 0,3 1-16 15,4-2-21-15,1 0-11 0,6 2-21 0,-1-1-18 16,3-4-21-16,4-1-4 0,0-2-43 0,1 0-5 16,1-3-12-16,1-1 8 0,-2-1 14 0,-1-2 5 15,2 0 17-15,-4-4 1 0,-1 1 18 0,0-2 13 16,-5 0 30-16,-1 1 19 0,-1-3 14 0,-2-1 15 15,3-2 16-15,-6 2 11 0,3-5 19 0,-4 3 12 16,1 2 8-16,-2-1 18 0,2 2-1 0,-3 0 7 16,1 3 1-16,-2 0 1 0,0 7-11 0,2-9-11 15,-2 9-13-15,0-8-3 0,0 8-14 0,0 0-1 16,0 0 1-16,0 0 4 0,-9 26-1 0,4-11 5 0,1-1 0 16,-1 3-4-16,1-1-2 0,2-3-1 15,-1-1-9-15,2 3-5 0,0 1-3 0,2-5 1 16,1 3-9-16,4-3 2 0,3-1-2 0,-2 0-3 0,5-2 2 15,3 0-3-15,4-2 1 0,-1-5-4 16,0 2 3-16,0-3-10 0,-1-3 1 0,0 2-3 0,0-2 3 16,-4-2 0-16,2-3-4 0,-2 1-2 0,-3-1 0 15,0-1-3-15,-1-1 0 0,2-3-2 16,-2-1-1-16,-1-1 3 0,0 1-5 0,0 1 1 16,-3 1-3-16,-2 2 11 0,0 2 0 0,1 2 1 0,-1 1 2 15,-3 5-9-15,5-8-2 0,-5 8-4 0,4-3-4 16,-4 3 1-16,0 0-1 0,0 0 5 0,0 0-2 15,2 20-4-15,-2-10 4 0,-1-3 1 0,1 5-2 16,1-4 8-16,0 3-7 0,2-3-1 16,-2 0 7-16,2 1 1 0,1-2 0 0,1-1 1 0,1 0 4 15,3 0 2-15,-2-4 11 0,4 3-16 0,1-5 7 16,-1 1-3-16,7-2-5 0,-9-1 6 0,4-1-2 16,-6 0 0-16,2-2 4 0,3 0-1 15,-3-2-3-15,-2-2 0 0,2 2-2 0,-2-3-1 0,-1-1-4 16,2-3 1-16,-4 1 6 0,-2 2-7 0,2 1-3 15,-3-1-2-15,3 2 5 0,-1 2 10 0,-3 7-11 16,1-10-4-16,-1 10-2 0,0 0 0 16,0 0 1-16,0 0 0 0,0 0-5 0,0 0 2 0,0 0 1 15,-14 28-3-15,13-19 4 0,-1 1-2 0,1 1 2 16,1 0-2-16,1-1 2 0,2 1-6 0,2-3-15 16,0 0-11-16,1-1-23 0,3-1-21 0,0 0-33 15,4-1-30-15,-1-1-28 0,0-1-32 0,1-2-20 16,1 1-1-16,-1-2-16 0,1-2-171 0,0-1-444 15,-4-2 196-15</inkml:trace>
  <inkml:trace contextRef="#ctx0" brushRef="#br0" timeOffset="149352.94">19490 7225 22 0,'-9'-1'87'0,"0"1"-16"15,9 0-19-15,-11 1-20 0,11-1-26 0,-4 7-19 16,4-7-31-16,0 0-45 0,0 0 20 0</inkml:trace>
  <inkml:trace contextRef="#ctx0" brushRef="#br0" timeOffset="149568.06">19853 7149 145 0,'6'-9'244'0,"-2"0"-3"0,0 3-6 0,0 0-8 16,-4 6-5-16,4-8-21 0,-2 5-19 0,-2 3-22 15,0 0-21-15,7-6-16 0,-7 6-9 0,0 0 3 16,0 25 8-16,-3-7 7 0,-1 7-3 0,-1 5-3 15,-1 2-4-15,-3 1-9 0,4 1-6 0,-4-2-10 16,2-2-12-16,0 1-5 0,3-3-10 0,-1-3-5 16,0 0-2-16,3 2-18 0,2-8-30 0,0 0-34 15,2-3-34-15,0 0-26 0,1 0-38 0,-1 1-37 16,1-5-37-16,-1-2-38 0,1-3-30 0,-2-1-179 16,-1-6-473-16,0 0 209 0</inkml:trace>
  <inkml:trace contextRef="#ctx0" brushRef="#br0" timeOffset="149914.87">19919 7596 158 0,'8'3'190'0,"-8"-3"13"15,0 0 6-15,12-3-2 0,-12 3-12 0,12-4-10 16,-1 2-9-16,1-3-16 0,4-3 2 0,3-2-15 16,-4 2-7-16,2-2-9 0,0 0-7 0,-1-2-5 15,0 0-2-15,5-4-6 0,-4 2-8 0,2-4-5 16,-6 3-5-16,-2 0-1 0,5-5-19 0,-6 3-3 15,-3 2 2-15,2 0-11 0,-2 5 3 0,-3-1 4 16,-2 1-7-16,1 0 0 0,-1 6-9 0,-2 4-15 16,2-8 2-16,-2 8-11 0,0 0 0 0,0 0-10 15,-23 14-1-15,10-3 2 0,1 2-8 0,1 3 3 16,-1 0-8-16,1-1 0 0,3 0-3 0,0 1 3 16,3-1 0-16,-1 1-3 0,3-4 5 0,0 0-6 15,0 1 3-15,2 0-5 0,-1-2 0 0,2 0 2 16,-1 0 8-16,2-1-12 0,-1 0 9 0,0 1 5 15,2-2-24-15,-4 0-8 0,2-9-11 0,-1 15-10 16,4-8-7-16,-3 0-15 0,0-7-19 0,-5 10-22 16,1-7-33-16,4-3-20 0,0 0-57 0,-15 7-43 15,9-7-214-15,6 0-509 0,-21-5 226 0</inkml:trace>
  <inkml:trace contextRef="#ctx0" brushRef="#br0" timeOffset="150065.2">19710 7367 59 0,'-5'-6'215'0,"5"6"-24"0,0 0-17 0,-2-7-14 15,2 7-21-15,0 0-13 0,27-3-15 0,-7 3-27 16,10-1-45-16,3 0-51 0,8 0-55 0,-4 0-137 16,18-7-220-16,-16 5 98 0</inkml:trace>
  <inkml:trace contextRef="#ctx0" brushRef="#br0" timeOffset="150211.84">20427 7323 246 0,'0'0'241'0,"0"0"-25"0,0 0-21 0,0 0-19 16,0 0-18-16,0 0-17 0,0 0-35 16,0 0-53-16,0 0-62 0,0 0-63 0,0 0-73 15,0 0-73-15,0 0-236 0,0 0 104 0</inkml:trace>
  <inkml:trace contextRef="#ctx0" brushRef="#br0" timeOffset="151330.97">20920 7427 44 0,'0'11'194'0,"0"-4"-11"0,0 2-8 0,2 1-19 15,-4 0-12-15,2 1-16 0,-1-1-7 0,0 0-14 16,1 1-7-16,-3-2-11 0,3-3-9 0,0-6-2 15,0 13 1-15,0-13 14 0,-1 7 12 0,1-7 14 0,0 0 12 16,0 0 12-16,-2 8 4 0,2-8-7 0,0 0-13 16,0 0-14-16,0 0-12 0,0 0-11 15,-2-32-11-15,2 15-6 0,-1-2 3 0,2 2-15 16,0-2-9-16,2-5-7 0,-2 4-5 0,4-5-1 0,3 0-8 16,-2 0-4-16,2 7-4 0,2 3 0 0,3 1-9 15,-2 2 0-15,6 2-6 0,-6 4-5 16,9 5 0-16,-2 2-5 0,1 5 1 0,0 3-2 15,4 4 0-15,-7 1 1 0,4 6-1 0,-1 2-2 16,-5 0 2-16,1 1 1 0,-3 0 6 0,-3-4-12 0,-6-2 2 16,3 1-2-16,-3 0 5 0,1-7-3 0,-2 0 4 15,2 0-2-15,-3-4-1 0,0-1 5 16,-1-6 4-16,-1 10 2 0,1-10 2 0,0 0-3 16,0 0 2-16,0 0 2 0,0 0-6 0,0 0 4 0,0 0 0 15,0 0-1-15,-11-27-1 0,13 13-8 0,2-1 6 16,1-3-2-16,4 1-4 0,2-6-3 0,7 3 1 15,-8 6-4-15,3 2-1 0,1 1 26 0,0 2-5 16,-2 2-9-16,-2 5-3 0,0 2-2 0,0 2 1 16,1 2 2-16,-2 3-3 0,1-1 4 0,-4 4-8 15,-1 2-15-15,3 1-5 0,-3 3-19 0,0-1-21 16,-2-3-23-16,-1 4-23 0,1-5-25 0,-1 2-5 16,0-2-24-16,1-1-15 0,3 0-12 0,0-2-1 15,3-1 2-15,0-1 12 0,2-3 17 0,3-2 23 16,1-1 18-16,2-1 30 0,0-4 13 0,0 1 18 15,-6 0 32-15,2-5 11 0,-3 1 36 0,-1-2 22 16,0 1 15-16,-1 0 13 0,-3-1 29 0,0 1 7 16,-2 3 6-16,-1-1 0 0,-2 7-11 0,4-8-5 15,-4 8-14-15,0 0-9 0,0 0 2 0,0 0 2 16,0 0-1-16,-21 11-2 0,15-3-6 0,-2-1-7 16,5 3-6-16,-1-2-1 0,1-2-8 0,3-6 0 15,-1 14-5-15,3-8-2 0,-2-6-2 0,7 11-1 16,0-7-3-16,0 0 0 0,0-4-2 0,6 0-3 15,1-2 1-15,3-2 5 0,-3-1 6 0,1-1 2 16,-2 1 4-16,-3-3 8 0,-1 0-1 0,1 0-8 16,-3-3-3-16,-1 1-6 0,-3-4-6 0,-1 1-9 15,-3-3-18-15,-3 0-5 0,0 0-23 0,-1 6-6 16,-1 1-19-16,-2 2-27 0,1 1-32 0,-2 2-34 16,-4 4-15-16,3 4-27 0,-6 3-26 0,-3 3-173 15,-4 5-419-15,1 1 185 0</inkml:trace>
  <inkml:trace contextRef="#ctx0" brushRef="#br0" timeOffset="151797.14">21784 7574 171 0,'17'-7'223'0,"-2"-3"-6"0,2 2-15 0,-4-2-11 16,0 2-11-16,-4-3-10 0,0 1-12 0,3-1-15 15,-4 0-11-15,-1-4-6 0,-4 3-15 0,1 0-11 16,-2 0-6-16,-2-1-5 0,-2 2 0 0,0-2-5 15,-1 2-7-15,-3-1-5 0,1 2-1 0,1 0 2 16,-1 1-3-16,3 3-4 0,-2 0-2 0,4 6-11 16,-4-9-5-16,4 9-6 0,-1-8-5 0,1 8-9 15,0 0 0-15,12-10-1 0,-1 7-8 0,7 0 0 16,0 2-2-16,8 1 0 0,3 1-6 0,-9 4-5 16,-1 1 0-16,0 2 1 0,2 1-3 0,-7 1 1 15,-3 1-2-15,-2 0-2 0,0 2 3 0,-2 3-1 0,-5-4 0 16,0 1 0-16,-4-1 2 0,2 1 3 15,-1-1 1-15,1-2 0 0,0-1 0 0,0 1-1 16,0 0-2-16,0-3 3 0,0-7-1 0,3 13-1 16,-1-8 3-16,8-1 1 0,-2 1 1 0,4-3 4 15,5 2-2-15,6-4-4 0,-2-2 3 0,7-2-2 16,3-1-5-16,-2-2 6 0,-4-3-5 0,2 0 2 16,-1 0-1-16,-8-2-2 0,-2 2 2 0,-1-4 1 15,-2 2-1-15,-1-3-2 0,-3 0-1 0,-3 0 7 16,-3 4-8-16,-2 0 2 0,-1 2-3 0,0 9 1 0,-5-14-6 15,-1 9-3-15,-1 1-1 0,7 4 0 16,-18 0 2-16,2 5-4 0,-3 4 3 0,1 0 10 16,-7 6-16-16,3 2-17 0,2 3-28 0,5-6-30 15,3 1-44-15,1 0-48 0,5 0-58 0,2 1-247 16,2-4-523-16,6-2 231 0</inkml:trace>
  <inkml:trace contextRef="#ctx0" brushRef="#br0" timeOffset="152047.47">23100 7167 237 0,'3'-16'293'0,"0"6"-17"0,-1 0-28 16,-1 4-27-16,1 0-29 0,-2 6-24 0,0 0-11 0,0 0-11 15,0 0-5-15,-3 34-4 0,-1-7 24 0,-1 3-12 16,1 5-9-16,-2-2-13 0,2-1-16 0,-1 3-8 15,4-6-8-15,-2 3-10 0,1-1-7 0,-1-1-15 16,3-4-26-16,0 0-34 0,1 0-24 16,-1-7-21-16,2 7-26 0,-1-7-34 0,-1-4-38 0,1-4-41 15,1-4-37-15,-1-2-27 0,-1-5-148 0,0 0-424 16,0 0 189-16</inkml:trace>
  <inkml:trace contextRef="#ctx0" brushRef="#br0" timeOffset="152677.31">23046 7400 141 0,'1'-18'203'0,"1"6"-10"0,5 2-18 16,-2-2-20-16,2-3-10 0,4 3-14 0,1-1-5 16,3-2-8-16,1 2-13 0,1 3-7 0,1-2-2 15,3-3-4-15,-4 4-4 0,2 1 0 0,-3-2-6 16,1 4-3-16,-1-1-5 0,-4-1-5 0,-4 1-4 16,1 2-1-16,0 0-2 0,-4 1-2 0,-1 3-4 15,2-1-10-15,-6 4 1 0,6-7-13 0,-6 7-9 16,6-2 0-16,-6 2-5 0,5 12-4 0,-5-1 2 15,1 9-4-15,-1 4 2 0,-1 3-4 0,-2 1 5 16,1-1-5-16,-1 0-1 0,2-8 1 0,0 0-2 16,0 0 2-16,1 0-4 0,-2-3-2 0,0 0 0 15,2-5 2-15,0-2 2 0,0-2-1 0,0-7-1 16,0 14 4-16,0-14-4 0,1 9 2 0,-1-9-3 16,4 6 4-16,-4-6-5 0,10 3 4 0,-10-3-2 15,18-5-1-15,-8-1-1 0,2 1 1 0,-1 0 0 16,6-5-2-16,-3 2-3 0,1 1 2 0,-3 1-4 15,-1 2 2-15,-1 1-4 0,-1 1 2 0,-1 1-2 16,2 1 0-16,-1 3-2 0,1-1 1 0,-1 3 0 16,2 1 4-16,-2 0 0 0,2-1-2 0,-1 3 3 15,1-2 1-15,4 1-1 0,0-1 6 0,6 0-4 16,0 1-1-16,7-4 8 0,-7-1-4 0,10 0-5 16,-3-4 2-16,-2 0 1 0,3-1-1 0,-9-1 4 15,-1 0 3-15,-1-2 7 0,-2 1 5 0,0-2 0 16,-4 1-1-16,3-4-4 0,-6 3 1 0,-1-3-4 15,0 2 0-15,-3-2 0 0,1 1 0 0,-4 0-5 16,1-2 5-16,-4 4-4 0,1 7-1 0,-6-12-3 16,0 6 0-16,-4 2 2 0,-2 2-4 0,-6 1-5 15,-1 1 9-15,-4 1-8 0,3 1-3 0,-1 1 2 16,3-2-2-16,7 4 2 0,2-4-2 0,0 3 1 16,3-1 3-16,0 0-7 0,0 0 0 0,6-3 5 15,-7 6 0-15,7-6-3 0,0 0 7 0,0 0-2 0,0 0 2 16,13 13-1-16,-4-9-2 0,1-1 2 15,2-1-3-15,-2 0-3 0,1 1 6 0,0 3-5 16,-2-2-2-16,0 3-1 0,0 1 2 0,-3 1-3 16,-1-2-5-16,1 2-13 0,-4 1-9 0,2 1-20 15,-4 1-34-15,1-1-51 0,2 1-45 0,-1-3-40 16,0 4-216-16,-2-13-475 0,3 13 209 0</inkml:trace>
  <inkml:trace contextRef="#ctx0" brushRef="#br0" timeOffset="152885.04">24133 7460 242 0,'9'-14'258'0,"0"1"-1"15,4-1-10-15,-3 1-13 0,2 0-13 0,-2 3-11 16,1-2-14-16,-2 6-17 0,3-1-22 0,-3 3-19 16,-2 1-11-16,5 3-17 0,-2 3-13 0,-1 0-7 0,1 3-13 15,-1 2-5-15,-3 2-5 0,2 1-8 16,-4 0-9-16,2 3-2 0,-4-2-14 0,-2 4-31 15,3 0-33-15,-5-5-49 0,1 0-51 0,-1 1-41 16,1-1-65-16,0 1-186 0,1-12-456 0,0 13 202 16</inkml:trace>
  <inkml:trace contextRef="#ctx0" brushRef="#br0" timeOffset="153235.64">25012 7164 298 0,'0'0'282'0,"0"-10"-15"0,0 10-14 15,0 0-15-15,0-11-19 0,0 11-24 0,0 0-19 16,4-7-17-16,4 5-19 0,3-1-10 0,0 3-15 0,9-2-8 16,3 2-13-16,-4-2-12 0,3 0-9 0,-2 2-4 15,-5 0-9-15,-4 0-4 0,3 0-9 16,-1 0-2-16,-4 0-10 0,-2 0 1 0,1 0-5 15,-8 0-9-15,13 3-4 0,-13-3 1 0,6 3-5 0,-2 0-4 16,1 3 2-16,-1 4-2 0,-4 3 8 0,1 5 4 16,1 6 18-16,-4-4-9 0,1 7 9 15,-3-1 1-15,-1 2 11 0,1-5 4 0,0-3-8 16,-6 5-6-16,5-7-5 0,1 1 2 0,0 1-7 16,0-3 3-16,1 2-9 0,0-1-18 0,-1-7-27 0,4 2-26 15,0 0-27-15,0 0-35 0,0-4-41 0,0-9-53 16,0 16-48-16,2-11-52 0,-2-5-156 0,0 0-493 15,0 0 218-15</inkml:trace>
  <inkml:trace contextRef="#ctx0" brushRef="#br0" timeOffset="153639.6">25142 7438 98 0,'-4'-9'239'0,"4"9"-18"0,0-7-14 0,0 7-20 15,2-9-17-15,3 3-20 0,6 1-10 16,0-1-18-16,8 2-12 0,2-2-14 0,9-2-7 0,-2 4-17 15,2-2-11-15,-1-1-17 0,5 0-15 0,-3 0-15 16,0-2-5-16,-1 0-6 0,-3 1 0 0,-2-3 4 16,-7 0-5-16,-2 3 4 0,2-4 1 0,-5 0 4 15,-4-1 17-15,0 4 9 0,-4-1 12 0,-1 0 9 16,1 2 4-16,-2 0-5 0,-2 2 1 0,-1 6-7 16,4-10-2-16,-4 10-7 0,0-7-6 0,0 7-3 15,0 0-7-15,0 0-4 0,0 0 2 0,0 0-6 16,0 0-2-16,0 0 5 0,-15 22-10 0,12-12 2 15,0-1-3-15,2 3 0 0,-1-1-1 0,5 0 0 16,1 1-5-16,2-2 5 0,1 4-3 0,2-3 1 16,2 2-3-16,-2-1 3 0,5 2-4 0,-3-3 2 15,3 1-2-15,-3 1 1 0,-3-1-1 0,-1-2-2 16,2 0 2-16,-4-1-3 0,-1-1-2 0,-3 1 4 16,1-3 0-16,0 2-3 0,-2-8 3 0,-2 13 7 15,-1-7-7-15,-1 1 1 0,0-1-2 0,-6-2 4 16,-1 1-7-16,0-1-14 0,-2 0-15 0,1-2-21 15,-2-1-16-15,1-1-31 0,-5-1-22 0,3-1-35 16,4-2-21-16,-7-1-32 0,1-3-125 0,2-1-360 16,2-1 160-16</inkml:trace>
  <inkml:trace contextRef="#ctx0" brushRef="#br0" timeOffset="153773.4">25544 7215 8 0,'17'-9'140'0,"1"3"-5"0,1-1-15 0,9 0-9 15,0 2-12-15,4 1-12 0,-3 0 3 0,5 1-19 16,-1 2-16-16,-1-1-31 0,1 0-30 0,-1 1-42 16,-3 1-100-16,1-3-160 0,-10 1 71 0</inkml:trace>
  <inkml:trace contextRef="#ctx0" brushRef="#br0" timeOffset="154003.46">26226 7145 81 0,'4'-4'233'0,"-4"4"-3"0,0 0-3 0,0 0-19 16,0 0-17-16,0 0-21 0,0 0-23 0,0 0-13 15,0 0-14-15,0 0-2 0,0 19 4 0,-4-8-4 16,-2 5-1-16,-2 2-2 0,-3 4-10 0,-1 2-3 16,3-7-7-16,-2 6-6 0,2-5-9 0,0 5-5 15,0-5-13-15,0-1-3 0,0 1-5 0,2-3-4 16,1-2-19-16,1-1-29 0,1 1-37 0,-3-2-33 15,4 1-49-15,-1-5-60 0,0 2-62 0,-1-3-178 16,5-6-451-16,-6 7 199 0</inkml:trace>
  <inkml:trace contextRef="#ctx0" brushRef="#br0" timeOffset="154169.2">25981 7247 2131 0,'-10'-10'158'0,"6"-2"-74"0,-3 5-28 15,1-2-40-15,1 3-6 0,0 2 2 0,1-2-10 16,4 6-5-16,-5-4 0 0,5 4 0 0,0 0 2 16,0 0-20-16,0 0-35 0,0 20-51 0,9-7-44 15,5-1-59-15,1-1-109 0,8 1-347 0,4 2 154 16</inkml:trace>
  <inkml:trace contextRef="#ctx0" brushRef="#br0" timeOffset="154317.29">26335 7450 230 0,'2'4'282'0,"3"-1"-19"0,-5-3-9 16,0 0 3-16,7 4 4 0,-7-4-2 0,5 3-13 16,-5-3-16-16,0 0-20 0,0 0-34 0,8 3-20 15,-8-3-39-15,0 0-46 0,0 0-37 0,0 0-46 16,0 0-57-16,0 0-57 0,0 0-71 0,0 0-244 16,0 0-477-16,0 0 211 0</inkml:trace>
  <inkml:trace contextRef="#ctx0" brushRef="#br0" timeOffset="158949.2">26638 7506 106 0,'0'0'125'0,"0"0"-7"0,0 0-17 0,0 0 13 16,0 0-11-16,0 0-11 0,0 0-4 0,-12 25-12 15,6-14-5-15,0 1-2 0,-1 2-5 0,1 3-12 16,-1-1-12-16,0-4-35 0,2 4-24 0,1-3-42 16,4-1-25-16,-4-1-91 0,4 1-191 0,-3-3 85 15</inkml:trace>
  <inkml:trace contextRef="#ctx0" brushRef="#br0" timeOffset="159197.65">27085 7174 176 0,'3'-10'235'15,"2"0"-19"-15,-5 3-23 0,2 1-25 0,-2 6-16 16,2-7-20-16,-2 7-7 0,0 0 1 0,0 0-9 15,-4 25-4-15,1-6-8 0,-6 5-8 0,2 1-13 16,1 0-10-16,1 3-5 0,3 0-4 0,-5 0-9 16,2-3-2-16,3 3-4 0,-2-2-9 0,4-6-3 15,0-1-2-15,-2 0-14 0,4 1-22 0,-2-3-28 16,0 0-25-16,4-2-22 0,0-2-31 0,-1-4-33 16,4-3-28-16,-2 3-163 0,-3-5-357 0,-2-4 158 15</inkml:trace>
  <inkml:trace contextRef="#ctx0" brushRef="#br0" timeOffset="160093.41">27156 7313 11 0,'2'-11'199'0,"-2"4"-12"0,2-1-21 0,0 1-9 0,0 1-22 16,3-1-8-16,1-3-8 0,2 0-10 0,0 2-10 16,1 1-10-16,3-6-6 0,-2 4-10 0,4 1-5 15,0-1-11-15,3 0-2 0,-7 4-2 16,5-4-4-16,-3 0-2 0,-2 2 2 0,-1 0 4 0,0 0-1 15,-1-1 3-15,-2 3-1 0,0-1-2 0,-1 0-4 16,-1 2 11-16,-4 4-7 0,8-6-5 0,-4 3-8 16,-4 3-7-16,0 0 1 0,0 0-8 0,0 0-5 15,7 19 0-15,-7-2-4 0,-2 9-1 0,-1 2-1 16,-3 3 0-16,-2 0-2 0,2-2-1 0,-1 2 1 16,1-3 0-16,1 0-3 0,-2-3 1 0,2-6 0 15,1-1-3-15,0-6 3 0,4-1-2 0,-2 1-2 16,2-6 0-16,0 2 2 0,0-8 1 15,0 9-2-15,0-9-3 0,4 5 3 0,-4-5 0 0,0 0-1 16,19-7-1-16,-11 0-2 0,5-6 1 0,3 2 1 16,2-1-2-16,5-4-1 0,1 2-2 0,-1-1-1 15,-3 6 4-15,0 0-1 0,-1 1-5 0,-2 4 0 16,2 1 0-16,-5 3 1 0,1-2-2 0,2 0-2 16,-1 4 3-16,-3 0 1 0,-1-2 1 0,3 3-1 15,2-2 2-15,2 2 0 0,-1-1 3 0,-2 2 0 16,2-3-1-16,0-2 3 0,-2-1 2 0,-2 1 2 15,-2-2 4-15,0 0 0 0,2 0 4 0,-1 0 1 16,-3-2 5-16,-2-1-2 0,0-1 0 0,-3 2-4 16,1-4 0-16,0-1-1 0,-2 1 2 0,0-1-4 15,-3-1-3-15,3-1 3 0,-4 1 0 0,0-2-2 16,-2 3-1-16,0 0 0 0,2 10 2 0,-1-14-3 16,-1 8-2-16,2 6-5 0,-4-7-1 0,4 7 3 15,0 0-4-15,-11 2-1 0,3 5-1 0,0 2 1 16,-3 4 1-16,2 0-1 0,2-2 1 0,0 2-1 15,0-2 0-15,3 0 0 0,1 2 2 0,1-3-1 0,3 3-1 16,-1-4-1-16,3-3 2 0,0 4 1 16,5-1 1-16,0-5 2 0,-2 3-3 0,3-2 1 15,1 0 0-15,3-3 3 0,-1-2 0 0,1 0-1 16,0 0 1-16,-1 0-2 0,1-2 3 0,-1 0-1 16,-1-2 0-16,-5-1-3 0,6 1-1 0,-2-2 4 0,-1 3-3 15,-2-4 0-15,1-2-1 0,0 3 1 16,-1-3 0-16,0 2-3 0,2 0 0 0,-2 0-9 15,-3 3-5-15,0 1-3 0,-4 3-2 0,9-6 5 16,-9 6-3-16,12 0 0 0,-12 0 2 0,11 4-1 0,-7 0 2 16,5 4 0-16,-6-4 3 0,4 3 2 15,-1 1 2-15,2 1-1 0,0-3 3 0,-1 0 2 16,2 1 1-16,1-1 3 0,2 0 4 0,-2-1 0 16,3 0 3-16,6-3 1 0,0 0-1 0,-2-3 0 0,5 1-3 15,-3-3 3-15,-1-2-2 0,-4 1 1 0,3-1 1 16,0-1-2-16,-5 0-1 0,0-1 1 0,-4 1-1 15,1-3 2-15,-2-2 1 0,0 2 0 0,-3-2-1 16,-1-1 0-16,-3 2-4 0,0-2 3 0,0 2 0 16,-3 1 1-16,-1 1 0 0,2 2-4 0,-5 1 2 15,7 5-3-15,-15-4 1 0,1 7-3 0,-1 4 4 16,-4 1-4-16,3 2 0 0,-8 4-1 0,7-2-3 16,-4 5-13-16,7-2-18 0,3-1-24 15,2 1-41-15,2-1-62 0,4-2-50 0,2-2-225 0,1-10-472 16,9 20 209-16</inkml:trace>
  <inkml:trace contextRef="#ctx0" brushRef="#br0" timeOffset="160929.56">29084 7174 243 0,'-9'-4'239'0,"-2"1"-3"16,-1 0-14-16,-1 2-16 0,-1 2-5 0,-4 4-6 15,-1 0-12-15,3 7-17 0,-1 1-12 0,1-4-19 16,1 4-12-16,2 1-11 0,2 1-13 0,6-4-9 16,-1 1-9-16,4-2-4 0,1 6-10 0,2-4-5 15,1-1-3-15,4 0-5 0,1-1-15 0,2-2-5 16,0-1-5-16,1-2-2 0,4 0-7 0,-1-3 2 16,1-2-7-16,0 0-1 0,-1-2-1 0,0 1-2 15,-2-5 4-15,0-1-6 0,-4 1-1 0,2-4 2 16,0-1-5-16,0-2-1 0,-4 1 2 0,2-3-2 15,-1 2-1-15,-1 0-1 0,-2 3 2 0,0-3 4 16,0 4 6-16,0 3-1 0,-1 0-2 0,-2 6-3 16,3-9-4-16,-3 9-4 0,0 0-1 0,0 0-1 15,0 0 1-15,0 0 2 0,0 0-1 0,1 24-1 16,-1-14 1-16,0 0-2 0,1-1 2 0,1 3 3 16,0-4-1-16,2 4 3 0,0-2 2 0,3-2-1 15,0 1 0-15,2 0 3 0,1-1-1 0,0-2 5 16,3-1 1-16,1-1 1 0,4-1-2 0,0-1 2 15,2-2-2-15,-2 0-1 0,0-2 2 0,-1 1 3 16,-3-4-6-16,0-2 1 0,-1 1-1 0,-3-2 1 16,-2 0 2-16,2-2-4 0,-5-1-7 0,0-5 2 15,-4 6-1-15,2-8-4 0,-6 2 2 0,-1 1 1 16,-2 0-3-16,-2 1 3 0,1 5 0 0,-1 0-2 16,0-1-1-16,-1 2 2 0,2 0 3 0,-1 2-7 15,2 1-2-15,-1 1-1 0,7 4 0 0,-6-5 4 16,6 5-7-16,-5-6 0 0,5 6-1 0,0 0 4 15,0 0-1-15,0 0 2 0,0 0 5 0,24-6-8 16,-6 6 3-16,1-1-2 0,3 0 2 0,1 2-1 16,-3-1 1-16,2 3-4 0,-4 1 4 0,1-1-3 15,-6 0 1-15,-2 4 1 0,0 1-1 0,3 3-3 16,-7-1 2-16,2 4 3 0,-5-2 8 0,2 4 10 16,-3 0-4-16,0 1-1 0,0-5 2 0,-1 1-1 15,2 1-5-15,-2-2 1 0,3-1-1 0,0 0 2 16,2-3 4-16,-1 1 0 0,3-2-4 0,0 1-1 15,1-3 3-15,2 0 0 0,2-2-3 0,1-2 3 16,4-1 1-16,-2-1-1 0,5-2 3 0,-6 0-8 16,2-4 6-16,1-2-5 0,-3-1 3 0,0 1-4 15,-2-4 1-15,2 0-2 0,-6-3-2 0,0-1-5 16,-1-1-2-16,-4 1 2 0,2 1 1 0,-5 3 4 0,1 3-4 16,-2-2-5-16,-2 2 3 0,-1 0 0 0,2 10-4 15,-7-11 3-15,-1 9-2 0,-3-1 1 16,-1 6-1-16,-4 3 5 0,-1 4 6 0,-2 0-3 15,-4 4 2-15,6-2-3 0,2 3 1 0,3-1-3 16,2 0 2-16,2 2 5 0,5-1-7 0,3 1-13 0,2-3-18 16,11 4-27-16,2-3-38 0,8 1-32 0,5-2-29 15,5 2-35-15,20-3-37 0,3-1-36 0,-2-1-137 16,1 0-439-16,1-8 194 0</inkml:trace>
  <inkml:trace contextRef="#ctx0" brushRef="#br0" timeOffset="161297.31">30493 7059 292 0,'2'-13'279'0,"-1"2"-15"0,4 1-24 0,-4-2-15 0,3 0-18 16,1 2-22-16,4 1-16 0,3-3-17 0,3 1-22 16,3 1-8-16,10-1-14 0,-4-2-12 0,6 8-8 15,-2 1-13-15,0 0-21 0,-6-1-23 16,-2 4-24-16,1-3-24 0,-11 2-28 0,3 1-35 15,-4-1-35-15,-3 1-22 0,-6 1-16 0,0 0-10 0,0 0 5 16,0 0-1-16,0 0 6 0,-35 13 11 0,9-8 10 16,-2-1 19-16,-1 0 13 0,0 1 19 0,10 0 24 15,-2-2 23-15,5 0 30 0,2-3 26 16,2 1 12-16,2 1 2 0,10-2 2 0,-14 2-8 16,14-2 11-16,-12 6 9 0,7-1 21 0,-1 4 11 0,1 6 8 15,1 2 7-15,1 1 8 0,-1 7 1 0,1 1 1 16,0-1-4-16,-2 1-3 0,1 1-5 0,3 2-3 15,-4-1 0-15,2-3-10 0,2 2-5 16,-3-8-9-16,2 7-4 0,-1-7-7 0,0 2-3 0,0-3-19 16,4-1-30-16,-1 2-38 0,0-3-38 0,0-3-45 15,5-3-39-15,-4 0-38 0,-1-1-165 0,0-9-387 16,2 12 170-16</inkml:trace>
  <inkml:trace contextRef="#ctx0" brushRef="#br0" timeOffset="161437.16">30523 7250 102 0,'11'-4'154'0,"3"0"-15"0,5-1-11 15,2 0-12-15,7 2-12 0,4 2-14 0,0-2-36 16,3 1-55-16,4 0-47 0,1-1-92 0,-3 2-152 16,0-2 68-16</inkml:trace>
  <inkml:trace contextRef="#ctx0" brushRef="#br0" timeOffset="161784.63">31186 7060 14 0,'-8'-3'197'15,"-1"1"-8"-15,9 2-3 0,-20-1 2 0,7 3-16 16,-1 1-15-16,0 2-6 0,0 4-10 0,-3 0-13 16,6-3-10-16,1 3-16 0,3 0-11 0,0-1-5 15,3 3-10-15,2-1-6 0,4 1 2 0,3 0-8 16,0-1-7-16,9 1-3 0,1-3-22 0,2 2-1 15,2-3-8-15,-1-4-5 0,-2 4-3 0,-5-5 0 16,-2 2-2-16,-3-2 1 0,1-1-1 0,-7-1 0 16,0 0-4-16,10 0-1 0,-10 0-3 0,0 0-2 15,0 0 11-15,0 0 0 0,0 0 3 0,0 0 6 16,-33-3 7-16,19 6-6 0,-1 0 4 0,-2 1 2 16,-1 3 6-16,-3 0 3 0,1 4 2 0,4-4-2 15,-1 2-4-15,1 0-1 0,2 1 3 0,4-2-13 16,0 1-2-16,4-2 1 0,2 1-3 0,0 0 2 15,4 0-1-15,0-8-2 0,15 13 0 0,-1-5-6 16,12 1-21-16,6-5-28 0,2 1-26 0,2-3-36 16,5 1-39-16,9 1-32 0,2-7-43 0,2 1-193 15,-19-2-438-15,1-1 193 0</inkml:trace>
  <inkml:trace contextRef="#ctx0" brushRef="#br0" timeOffset="162133.41">31591 7088 2081 0,'-5'-24'95'0,"-2"9"-25"0,3-2-19 0,-2 6-9 16,3 2 15-16,1-1 9 0,0 4 5 0,-1 0 3 16,3 6-7-16,-2-12-4 0,2 12-4 0,0-8-8 15,0 8-8-15,11-10-3 0,2 6-1 0,9 1-8 16,5-4-13-16,1 4-16 0,2-2-25 0,-2 5-21 0,0-4-17 16,-9 1-21-16,1 3-17 0,-7-2-27 15,-2 0-18-15,-1 0-5 0,-3 1-8 0,-7 1 8 16,7-2 15-16,-7 2 13 0,0 0 9 0,0 0 16 15,0 0 25-15,0 0 18 0,0 0 25 0,-30-4 7 16,22 4 14-16,8 0 46 0,-10 0 12 0,10 0 19 0,0 0 6 16,-10-2 2-16,10 2-4 0,0 0-4 15,0 0-7-15,-10-1-11 0,10 1-3 0,0 0 1 16,-7 10 4-16,4 2 10 0,0-2 7 0,-1 10 3 16,-1-2-2-16,-4 7 5 0,1 0-3 0,3-1-8 15,0 3 8-15,1-4-18 0,-2 2-6 0,2 1-2 16,0-2-7-16,1 1-3 0,0-7-21 0,1 2-13 15,2-2-37-15,2-1-31 0,-4 0-40 0,4-2-48 16,-1-4-57-16,-1 0-181 0,0-5-421 0,2 0 188 0</inkml:trace>
  <inkml:trace contextRef="#ctx0" brushRef="#br0" timeOffset="162753.79">31968 7355 238 0,'0'0'228'0,"0"0"-3"0,17-19-10 0,-11 14-15 0,3-3-20 16,4-2-15-16,-2 1-17 0,5-2-17 0,8-5-12 16,-7 3-8-16,4-4-16 0,2-2-5 15,-2 0-8-15,-3-1-3 0,1 1-6 0,0-4-8 0,-6 7-6 16,-4-1 0-16,3 2-6 0,-2 0 8 0,-1 1 0 16,-3 4-4-16,-1 1 4 0,-4 3-13 0,2-1-6 15,-2 1-4-15,-1 6-7 0,1-8-3 0,-1 8-8 16,0 0-4-16,0 0 0 0,0 0-5 0,-24 7 2 15,15 0-6-15,3 0-3 0,-3 4-3 16,4 0-7-16,0 0 1 0,2-1 1 0,2 4-6 0,2-2 2 16,0 5 0-16,2-2 0 0,6 0-2 0,1 3 2 15,2-4-1-15,-2-1 0 0,4 4 2 0,-1-2 0 16,-1 1 5-16,-4-5-2 0,-2-2-3 0,1 3 1 16,-3-1 0-16,-3-2-2 0,3 2 2 0,-3-5-3 15,-4 3 0-15,1-2-4 0,2-7 0 0,-8 11 0 16,2-6-5-16,-1 1-13 0,-4 1-22 0,2-5-30 15,-3 2-19-15,1-4-46 0,1 0-41 0,-1 0-197 16,11 0-417-16,-21-6 185 0</inkml:trace>
  <inkml:trace contextRef="#ctx0" brushRef="#br0" timeOffset="162940.57">32115 6925 2447 0,'-1'-5'71'0,"1"-5"-41"0,0 10-2 16,-3-11-19-16,3 11-3 0,-1-10-2 0,1 10-6 15,-3-4-11-15,3 4-19 0,0 0-22 0,0 0-22 16,0 0-28-16,0 0-42 0,0 0-57 0,0 0-125 16,0 0-355-16,0 0 157 0</inkml:trace>
  <inkml:trace contextRef="#ctx0" brushRef="#br0" timeOffset="170601.37">32643 7341 180 0,'0'0'191'0,"0"0"12"0,0 0 3 16,0 0-15-16,0 0-10 0,0 0-12 0,0 0-16 0,0 0-3 15,0 0-17-15,0 0-5 0,0 0-17 0,0 0-10 16,0 0-12-16,0 0-6 0,0 0-7 0,0 0-10 16,0 0-12-16,0 0-24 0,0 0-22 15,0 0-30-15,0 0-44 0,0 0-43 0,0 0-55 16,0 26-193-16,0-26-387 0,8 7 171 0</inkml:trace>
  <inkml:trace contextRef="#ctx0" brushRef="#br0" timeOffset="202938.44">8048 8771 74 0,'0'0'159'0,"0"0"2"0,0 0-14 0,0 0-1 16,0 0-5-16,0 0-15 0,0 0-5 0,0 0-10 16,0 0-15-16,0 0-7 0,0 0-11 0,-15 5-4 15,15-5-7-15,0 0-7 0,0 0-7 0,0 0 1 16,0 0 5-16,0 0 5 0,0 0 3 0,10 6 4 15,-2-6 2-15,6 2 4 0,0-4-6 0,6-2-4 16,10 0-6-16,-1-2-5 0,2-1-6 0,2 0-4 16,0-1-3-16,-2 0-2 0,1 1-7 0,-1-2-11 15,-4 3-17-15,-7-1-26 0,-2 4-22 0,-4 0-31 16,-1-1-37-16,-3 0-39 0,0 4-46 0,-3-2-152 16,-7 2-375-16,7-3 167 0</inkml:trace>
  <inkml:trace contextRef="#ctx0" brushRef="#br0" timeOffset="203213.13">8166 8738 66 0,'-10'0'200'0,"10"0"-16"0,0 0-12 0,0 0-9 16,0 0-16-16,0 0-4 0,-8 4 1 0,8-4-6 15,-4 15 0-15,3-4-3 0,0 5-6 0,-1 3-4 0,2 7 1 16,-3 0-2-16,0 4-4 0,-1 0-10 15,2-3-7-15,-1 2 12 0,0-3-28 0,1 3 5 16,-1-3-18-16,0-1-6 0,1-1-1 0,0 1 4 16,-1-6-18-16,2-1-1 0,-2 0-8 0,1-2-5 0,0 0-2 15,1-4-3-15,0 0-1 0,1 0-8 16,-1-3-16-16,1 1-23 0,-3 0-19 0,3-3-27 16,-4-2-27-16,2 2-37 0,-3-1-35 0,5-6-45 0,-8 8-19 15,3-4-188-15,5-4-444 0,-11 0 196 16</inkml:trace>
  <inkml:trace contextRef="#ctx0" brushRef="#br0" timeOffset="203373.94">7966 9151 152 0,'0'0'174'0,"12"-1"-2"16,-5-1-3-16,4 0-11 0,0-1-3 0,2 2-15 15,5 0-13-15,1-1-9 0,3 0-11 0,6-2-12 16,0 0-15-16,2 1-38 0,0-3-45 15,1 0-60-15,4-1-70 0,-5-1-116 0,5 0-269 0,3 0 119 16</inkml:trace>
  <inkml:trace contextRef="#ctx0" brushRef="#br0" timeOffset="203790.43">8933 8819 140 0,'-8'-1'242'15,"-2"0"-6"-15,0 1-7 0,-5 0-11 16,-5 3-13-16,0 5-10 0,-8 3-10 0,1 5-14 0,1-2-17 16,2 3-14-16,2 1-13 0,8-3-1 0,0-1-22 15,4 0-11-15,3 0-11 0,2 2-3 0,3-5-7 16,2 0-7-16,5 1-8 0,0 0-1 0,3-3-7 16,4 2-2-16,1 0-8 0,1-1-8 0,4-5-3 15,0 0-4-15,-3-3-4 0,1 1-3 0,-5 0-8 16,1-1 3-16,-1-3 2 0,-1 0-2 0,1 0-3 15,-4-1 1-15,-7 2-5 0,9-1 6 0,-9 1-5 16,0 0-3-16,0 0 0 0,0 0-1 0,0 0-4 16,0 0 4-16,-24-7-4 0,11 7 6 0,-5 1-7 15,2 1 1-15,-2 1 2 0,-1 2 2 0,-1 0 3 16,1 1 1-16,1 0 4 0,-1 2 4 0,3 0 0 16,-1 1 2-16,1 0 3 0,3 3-3 0,-1-2-4 15,6-1-1-15,0-1 2 0,4 4 0 0,-1-3-3 16,4 1 0-16,0-2-3 0,2 3 2 0,3-4 10 15,2 3-10-15,2-4-2 0,1 1 6 0,7 1-5 16,4-4-3-16,0 0-21 0,2-4-17 0,8 1-23 16,1-2-24-16,2 0-36 0,-4-3-41 0,1-1-55 0,1-2-58 15,-12 1-169-15,2 0-475 0,-1-1 209 16</inkml:trace>
  <inkml:trace contextRef="#ctx0" brushRef="#br0" timeOffset="204051.13">9330 8850 223 0,'-9'-3'224'16,"-2"1"-4"-16,4-1-4 0,7 3-9 0,-10-5-19 15,6 3-19-15,4 2-18 0,0 0-10 0,0 0-16 16,0 0-7-16,0 0-11 0,0 0-9 0,30-11-8 0,-11 7-8 15,13-1-9-15,0 2-6 0,1-3-7 0,3 3-5 16,-3-3-6-16,1 4-7 0,0-2-15 0,-4 3-15 16,0-2-20-16,-8 2-21 0,-1 1-28 15,-2 0-31-15,-2 0-25 0,-3-4-44 0,-2 4-30 0,-5 0-165 16,-7 0-379-16,13 0 168 0</inkml:trace>
  <inkml:trace contextRef="#ctx0" brushRef="#br0" timeOffset="204273.17">9665 8774 5 0,'-8'0'201'0,"8"0"-4"16,0 0-5-16,-12 0-5 0,12 0-9 0,-8 3-11 15,8-3-5-15,-8 7-7 0,2 2-9 0,2 3 1 16,-1 3-1-16,0 4-1 0,1 5-3 0,-1 0-4 16,0 3-2-16,-2-2-13 0,4-1 1 0,0-5-19 15,-2 5-10-15,4-4-7 0,1 5-7 0,0-8-5 16,0-2-12-16,2 2-7 0,-1-2-2 15,1 2 5-15,-2-4-35 0,1 3-29 0,0-3-22 16,2-1-35-16,-2 1-31 0,-1-4-48 0,3 2-54 0,-3-4-41 16,1 3-207-16,-1-10-477 0,1 11 212 0</inkml:trace>
  <inkml:trace contextRef="#ctx0" brushRef="#br0" timeOffset="207823.11">12012 6356 84 0,'-12'-1'124'16,"12"1"-4"-16,-14 0-4 0,14 0-3 0,-12 1-3 16,6 0-11-16,-4 3-4 0,0 1-8 0,2 1-4 15,-1 1-7-15,0 3 2 0,-4 3-1 0,-1 1 5 16,-1 7-3-16,1-1 0 0,1 4-5 0,-1 1-3 15,1 0-3-15,0 1-4 0,3 0 0 0,-3-1-1 16,7-1-5-16,0-4 2 0,4-2-7 0,0 1-5 16,4 0-2-16,3 1-5 0,2-3-1 0,0 2-6 15,6 3-3-15,1-1 0 0,-5-5 0 0,8-1-19 16,3 3-21-16,1-4-34 0,-2-3-42 0,8-1-49 16,-4 1-50-16,-3-3-139 0,1-4-350 0,-1-4 156 15</inkml:trace>
  <inkml:trace contextRef="#ctx0" brushRef="#br0" timeOffset="208053.17">12493 6429 2132 0,'0'-10'-9'15,"0"3"4"-15,0 7 1 0,-2-16-2 0,0 11 13 16,2 5 8-16,-3-11 8 0,3 11 5 0,-3-8-1 15,3 8 5-15,0 0-6 0,1-11-4 0,-1 11-4 16,14-8-1-16,-1 2-2 0,5 0-1 0,9 0-4 16,2-4-4-16,5 5-13 0,-1-1-17 0,3 2-22 15,-4-1-26-15,-1 2-35 0,1 1-25 0,-10 1-27 16,-4-1-145-16,-2 2-329 0,-5 0 146 0</inkml:trace>
  <inkml:trace contextRef="#ctx0" brushRef="#br0" timeOffset="208449.34">12722 6296 157 0,'0'0'148'15,"-9"1"-13"-15,9-1-6 0,-4 5 5 0,4-5 2 16,-2 13 2-16,0-3 3 0,0 3-6 0,1 4-3 0,1 1-14 16,0 1-10-16,1 1-5 0,-1-1-1 15,-2 6-3-15,3-5-5 0,-4-1-8 0,6 0-9 16,-4-1-7-16,2 2-6 0,-1-2-4 0,-3-1-8 15,3 2-1-15,-2-3-8 0,0-1-2 0,2-2-4 0,0 0 4 16,0-2-10-16,0 0-5 0,-2-3-1 0,0 1-1 16,0-1-2-16,1 0-2 0,1-8-1 0,-2 10-4 15,0-5 3-15,2-5-3 0,-4 6-1 16,4-6-2-16,-10 5-3 0,10-5-1 0,-13 1 2 0,4-2-3 16,-3-1-3-16,12 2 2 0,-15-5-1 0,3 3-3 15,2-1 3-15,5 2-4 0,5 1 6 0,-14-3-8 16,14 3 5-16,-11-3-3 0,11 3 1 15,-8-3-2-15,8 3 0 0,0 0 0 0,-9-2-3 16,9 2 0-16,0 0 1 0,0 0-3 0,0 0 1 0,-8-1 3 16,8 1 4-16,0 0-3 0,0 0 1 0,0 0-1 15,23 8-4-15,-12-7-11 0,8-1-15 16,3 0-18-16,7 0-20 0,1-3-26 0,3 0-40 16,1 0-28-16,-1 0-38 0,1 0-163 0,-5-2-392 0,0-1 174 15</inkml:trace>
  <inkml:trace contextRef="#ctx0" brushRef="#br0" timeOffset="208707.17">13230 6370 154 0,'0'0'219'0,"-12"-4"-7"15,2 1-7-15,-2 3-9 0,-1 1-7 16,2 3-8-16,-10 3-15 0,1 3 0 0,2 1-16 15,-4 6-14-15,1 1-7 0,1 0-7 0,2 1-5 0,3 1-15 16,5-3-7-16,1-1-2 0,1 1-11 0,3-5-8 16,3 3-6-16,-1 2-5 0,6-4-4 0,1-2-6 15,3 6-7-15,2-6 2 0,5 1-9 16,1-1-8-16,3 1-25 0,9-2-32 0,-1 0-30 16,2 0-32-16,5-7-43 0,-2 3-38 0,2-3-45 0,0-3-206 15,-6 0-454-15,4-3 200 0</inkml:trace>
  <inkml:trace contextRef="#ctx0" brushRef="#br0" timeOffset="208919.43">13618 6335 55 0,'0'-10'277'0,"0"10"-24"0,0-11-25 16,2 7-19-16,-2 4-21 0,0 0-22 0,3-9-17 15,-3 9-2-15,0 0 3 0,11 13-12 0,-6-2-10 16,6 11-7-16,-5-2-16 0,2 9-4 0,-4 0-12 15,-2 5-3-15,-4-1-10 0,-2 2-9 0,-4-1-1 16,-1 0-9-16,-1 0-10 0,-7 9-29 0,2-13-31 16,1 1-31-16,-3-3-37 0,-2-2-47 0,4-2-51 15,-3 0-57-15,-5-2-138 0,5-6-404 16,0-2 179-16</inkml:trace>
  <inkml:trace contextRef="#ctx0" brushRef="#br0" timeOffset="-139929.62">4651 8799 9 0,'-11'0'138'0,"-8"4"3"15,0-1 1-15,-1 1-9 0,-1 0-7 16,-6 6-2-16,0-2-9 0,3 1-4 0,-2 1-10 15,4-1-2-15,-2 2-2 0,1 3 5 0,0-2-5 16,4 0 2-16,-3 4 2 0,2 1-12 0,-1 2-4 0,6-5-4 16,-4 4-5-16,7-1 0 0,1-1-6 0,1 0-3 15,1 7 1-15,2-5 3 0,4 2-2 0,-1 5-7 16,1-6-1-16,2 5-2 0,1-6-12 16,1-1-1-16,0 3-4 0,3-2-3 0,1-2-4 15,3 1-2-15,-2-2-4 0,3-1-8 0,2-1-20 0,0-1-9 16,3-2-12-16,1 0-27 0,1-2-16 15,0-2-19-15,2-2-8 0,3-2-34 0,-1-2-20 16,2-3 0-16,6-2-13 0,-1-4-3 0,2 1 3 0,-2-2-6 16,-1-3 8-16,-1 0 12 0,-3-3 17 15,-4 4 16-15,3-5 20 0,-4-1 16 0,-3 3 22 0,-2 0 24 16,-5-1 30-16,4 1 7 0,-5 1 16 0,-3 2 7 16,0 0 26-16,-1 1 5 0,0 0 13 0,0 3 8 15,-2 0 9-15,0 8 0 0,-2-9-3 0,2 9-14 16,-1-8-3-16,1 8-6 0,-5-6-9 15,5 6-6-15,0 0-2 0,0 0 0 0,-21 14 5 0,14-5 1 16,-4 7 2-16,0 1-11 0,-3 5-2 0,6-5-5 16,-2 2-4-16,2-1-4 0,2-1-1 0,1-2-4 15,2 1-1-15,2-5-1 0,0 5 1 0,2-5-7 16,0-1-1-16,6-1-2 0,-3 2 3 0,2-5 0 16,2 2-6-16,2-3 0 0,-1-1 1 0,2-2 1 15,3-2 0-15,3-1-3 0,2-1-2 0,0-1-3 16,-1-4-1-16,0-1 1 0,0-2-6 0,5-5-6 15,-7 4 4-15,0-2-4 0,-5 1 4 0,0-5-3 16,-2 0 3-16,-3 2-1 0,2-3 1 0,-5 3 2 16,0-2-1-16,-6 1 3 0,0 1 1 0,0-1 8 15,-4 4 2-15,1 2 6 0,1 1 11 0,-1-1-2 16,1 2-3-16,-4 1-2 0,5 2-4 0,-2-3-3 16,-1 2-2-16,3 3-3 0,4 3 0 0,-9-8-4 15,9 8-1-15,-3-4-2 0,3 4-2 0,0 0 4 16,0 0-6-16,0 0 2 0,0 0 0 0,21-6-1 15,-10 5 1-15,4 1 0 0,2 0-2 0,3 1 1 16,-1 2-4-16,0-2 4 0,2 2 0 0,-5 3-4 16,2-1 0-16,0 2-1 0,-3 3 3 0,3 0-1 15,-4-1-1-15,-5 1 0 0,3 0 0 0,-2 2 0 16,-2-3 4-16,-1 1-2 0,0 0-3 0,-3 0 3 16,-1-4 1-16,0-1-1 0,-3-5 2 0,4 9 4 15,-2-6 8-15,-2-3 19 0,0 0 16 0,4 8 12 16,-4-8 7-16,0 0 3 0,0 0 2 0,0 0-11 15,0 0 3-15,0 0-9 0,0 0 0 0,0 0-11 16,0 0 1-16,-9-29-12 0,11 20-11 16,-1-4-5-16,1 1-11 0,5-3-8 0,-1-2-4 0,3 2-7 15,1 1-2-15,3 0-3 0,0 0-2 0,1 3 3 16,-1 0 1-16,-3 6-2 0,3-1-9 0,-3 4 1 16,3 1 1-16,-2 2 6 0,1 1-2 0,0 2 1 15,0 1 6-15,3 3 0 0,-4 1-4 0,-2-2 6 16,-2 3 0-16,2-2 0 0,-3 2 3 0,0-1-1 15,-1 0 3-15,-1-2 1 0,1 3-1 0,-4-4 2 16,0-2 0-16,-1-4 4 0,1 7 2 0,-1-7 0 16,0 0 4-16,0 9 3 0,0-9-2 0,0 0-2 15,0 0 0-15,0 0 3 0,0 0-1 0,0 0 1 16,0 0-2-16,-10-22 1 0,12 12-6 0,1 0-2 0,1-6-1 16,3 2-4-16,-1-2-1 0,3 1 2 15,4-2-7-15,-3 2 2 0,4 2-1 0,0 1 2 16,-4 4-2-16,0 2-3 0,1 0-1 0,-1 2-1 15,1 3-9-15,0 1 7 0,-1 5-1 0,1 0-1 0,-2 2 4 16,3 5 1-16,-3-3 4 0,0 5 2 16,-3-4-2-16,1 5 5 0,-1 2-2 0,0-1 3 15,-2 1-17-15,-1-4-24 0,-1 2-24 0,0-2-22 16,0 4-26-16,-1-4-36 0,2 0-28 0,-3-1-51 16,-1-1-124-16,-1-2-385 0,4 0 172 0</inkml:trace>
  <inkml:trace contextRef="#ctx0" brushRef="#br0" timeOffset="-139699.33">5665 8882 230 0,'1'-10'231'16,"-1"1"-10"-16,1 1-21 0,-1 8-19 0,-1-9-26 16,1 9-19-16,0 0-15 0,0 0-11 0,0 0-4 15,0 0 2-15,7 46-9 0,-5-16-2 16,-4-1-13-16,2 3-6 0,-2 2-6 0,1 0-7 15,0-2-7-15,1 0 3 0,-3-1-12 0,4-2-4 16,1 0-1-16,-4-2-6 0,2-2-7 0,-1-6-2 16,2 0-29-16,-1 1-22 0,-1-2-23 0,1 1-23 15,0-2-36-15,3-6-40 0,-5 1-43 0,1-2-160 16,-1-2-375-16,2-8 166 0</inkml:trace>
  <inkml:trace contextRef="#ctx0" brushRef="#br0" timeOffset="-139487.9">5726 9032 52 0,'11'-14'169'16,"-1"6"-10"-16,-1 1-14 0,0 0-14 0,-3 1-11 15,2 4-14-15,-1 2-5 0,-7 0-12 0,13 2-4 16,-3 4-11-16,-2-1-2 0,-2 4-10 0,1 0-1 16,-3 1-9-16,1 0 1 0,-4 2-9 15,-1 0 0-15,0-1-5 0,-1-1-3 0,-4 2-4 0,2-1-1 16,-2-1-4-16,-3-1-12 0,4-2-20 0,-1 2-17 15,5-9-24-15,-9 12-19 0,9-12-34 0,-7 7-24 16,5-4-118-16,2-3-259 0,0 0 115 16</inkml:trace>
  <inkml:trace contextRef="#ctx0" brushRef="#br0" timeOffset="-138726.02">6107 8920 140 0,'0'0'210'0,"3"-6"-3"0,-3 6-12 0,0 0-10 15,0 0-13-15,0 0-18 0,-27 8-5 0,13 1-10 16,0 2-12-16,0 2-14 0,-1 0-4 0,3 1-10 16,0 1-9-16,2 2-11 0,0-3-6 15,2 1-9-15,4-3-6 0,0 1-6 0,2-3-2 16,-1 5-8-16,2-3-3 0,1 0-3 0,4-1-3 0,-3-2-3 16,4 2-1-16,3-4 2 0,-2 1-8 0,5-3-9 15,-5-2-6-15,4-2-5 0,2-1-1 0,-1-3-1 16,1 1 2-16,0-2-1 0,-1-4 2 0,0 2 0 15,-2-4-2-15,-1 2 5 0,-3 0 4 0,0-3 7 16,-1 0 7-16,0 0-5 0,-3-1 0 0,0 1-2 16,-1-1 9-16,0 2 6 0,0 0 0 0,-1 1-1 15,1 9-1-15,0-10-1 0,0 10-4 0,0-9-5 16,0 9-4-16,0 0 2 0,0 0-10 0,0 0-1 16,0 0 6-16,0 0-10 0,0 0 0 0,0 0-2 15,0 0 0-15,8 26-2 0,-6-19 2 0,1 4 1 16,1-2-1-16,-3 2-1 0,4-1 3 0,-1-1-3 15,2-2 3-15,1 1-2 0,-2 1 3 0,1-3-4 16,1 3 4-16,0-5-2 0,2 2 2 0,-2-4 1 16,4 2-3-16,-3-3 4 0,2 1 0 0,1-3-1 15,0 1-1-15,-2-2-2 0,-2 0 5 0,2-4-2 16,-2 2 0-16,-2 0 3 0,0-5-6 0,0 1 1 16,1-1 3-16,-2-1-5 0,1-1-1 0,-1 0-4 15,3-6-1-15,-1 1 3 0,1 2-6 0,3 0-1 16,-4 0 3-16,0 4-3 0,1-1 3 0,0 4-2 15,-2 0-1-15,3 2 1 0,0 1-1 0,-3 2 2 16,-5 2-2-16,13-1-1 0,-6 2 3 0,2 3 0 16,0 2 0-16,0 1-1 0,-1 0 1 0,-1 2 1 15,0 1 2-15,-1 0-3 0,1-3 2 0,0 2 2 16,1 0-1-16,0-1 3 0,1 2 0 0,1-4-2 16,-1 0 2-16,1-1-1 0,3-1 5 0,4 0 4 15,-4-1 1-15,8-3-2 0,1 0 0 0,-2-2-1 16,8-2-1-16,-9-1-2 0,2 0 5 0,-2-3-2 15,-1 0 0-15,0 1-2 0,-3-4 9 0,0 2-8 16,-2-2 3-16,-1-3-1 0,-6 4 0 0,-1-1 1 16,0-4-3-16,-3 2 8 0,-4 0-2 0,-1-2 14 15,-1 5 1-15,-4-7-1 0,2 8 9 0,-1 1 7 16,2 0-1-16,-1 2-5 0,1 2-2 0,5 4-5 16,-16-1 0-16,7 6-8 0,0 3-4 0,1 1 2 15,-4 3-4-15,3 1 0 0,1 1 0 0,-2 0-7 16,6-2 5-16,3 1 0 0,1-2-1 0,3 6-3 15,-1-5-21-15,6-1-21 0,4 2-22 0,1-4-34 16,4 1-43-16,1-3-53 0,9 3-39 0,5-6-19 16,0 5-223-16,0-7-507 0,1 1 225 0</inkml:trace>
  <inkml:trace contextRef="#ctx0" brushRef="#br0" timeOffset="-137520.81">10367 8971 144 0,'0'0'232'0,"-7"-10"2"16,7 10-13-16,-2-6-11 0,2 6-14 0,-3-6-14 15,3 6-22-15,0 0-16 0,-4-7-19 0,4 7-12 16,0 0-15-16,0 0-8 0,0 0-12 0,0 0-8 15,0 0-9-15,14 16-5 0,-9-3-4 0,3-1-7 16,-1 4-3-16,-2 1-4 0,4-1-2 0,-3 3-2 16,0 1-5-16,1-3 1 0,-1 1-4 0,0 0 2 15,1-3-6-15,-1 1-1 0,-2 0-3 0,3-2 2 16,-2-3-4-16,1 3-2 0,-2-2 1 0,0-5 2 16,1 3-6-16,-1-3 0 0,1-1-3 0,-1 0 1 15,-2-3 2-15,2 3 1 0,-4-6 2 0,6 6 10 16,-6-6 20-16,0 0 9 0,6 2-3 0,-6-2-7 15,0 0-2-15,11-17-1 0,-5 1-9 0,2-1 0 16,1-5-4-16,4-4-6 0,-2-1-1 0,2-1 7 16,1-1-8-16,0 0-7 0,0 1 0 0,-2 2-2 15,0 3-1-15,-1 0 12 0,-3 9-12 0,-3 3-4 16,1 1 0-16,-2 3-7 0,-3 0-36 0,2 2-27 16,-3 5-23-16,0 0-2 0,0 0-16 0,0 0-20 15,0 0-34-15,-4 34-18 0,-3-10-28 0,0 1-19 16,0 4-153-16,-3 0-408 0,5 1 180 0</inkml:trace>
  <inkml:trace contextRef="#ctx0" brushRef="#br0" timeOffset="-137175.86">10685 9349 82 0,'10'-9'189'0,"-1"4"1"0,-3-4-2 0,6-3 0 15,-2 1-9-15,2-4-9 0,1 0-9 0,0 0-8 16,0-1-14-16,8-7-5 0,-7 0-11 0,10-2-9 0,-6 2-10 15,-1-2-8-15,-2 1-7 0,0 3 3 16,-3 6-15-16,-3 2-1 0,-3 3 1 0,-1 2-6 16,-1 2-1-16,0 1-4 0,0 0-14 0,-4 5 2 15,3-9-10-15,-3 9-7 0,0 0-3 0,0 0-3 16,0 0-5-16,0 0 1 0,0 0-8 0,-17 14 1 0,10-7-12 16,2 3-6-16,0-1-5 0,-1-1-2 0,3 2-2 15,3-1 2-15,0 0 7 0,0 1-10 16,1-3-1-16,3 3 1 0,1-2 0 0,0 2-3 15,1-1 2-15,1 1-2 0,1-2-1 0,-1 1-2 0,-1-4 5 16,0 5 2-16,0-2-2 0,0 1-2 0,-1 1-3 16,-3-1-6-16,-1 1-4 0,-1 0-3 15,-1-1-7-15,1 1-8 0,-4 0-14 0,-3 0-14 16,0-1-16-16,2 0-24 0,-1-2-27 0,-4 0-19 16,2-2-28-16,-1 1-163 0,0-4-375 0,9-2 166 0</inkml:trace>
  <inkml:trace contextRef="#ctx0" brushRef="#br0" timeOffset="-137006.58">11112 9167 2289 0,'9'-6'146'15,"1"0"-75"-15,-4 2-26 0,1 2-22 0,-2-1-2 16,-5 3 4-16,9-7 7 0,-5 5 7 16,-4 2-2-16,0 0-4 0,7-4-9 0,-7 4 2 0,0 0-8 15,0 0-13-15,7-4-17 0,-7 4-18 0,0 0-24 16,0 0-35-16,0 0-46 0,5 19-43 0,-4-13-212 15,-1-6-422-15,0 13 187 0</inkml:trace>
  <inkml:trace contextRef="#ctx0" brushRef="#br0" timeOffset="-136739.83">11673 8949 234 0,'1'-10'254'0,"0"-3"-9"15,-1 3-7-15,0 0 1 0,-1 1 5 0,1 9-8 16,0-12-11-16,0 12-14 0,0-8-17 0,0 8-23 16,0 0-19-16,-1-10-21 0,1 10-10 0,0 0-21 15,0 0-4-15,0 0-18 0,0 0-4 0,2 39-9 16,-3-19 8-16,0 9-2 0,-3-2-24 0,-1 2-4 16,2-1-3-16,0 2-2 0,-1-2-6 0,0-1-4 15,0-1-6-15,-1-1-25 0,4-7-25 0,2 2-17 16,-4-2-25-16,2 0-19 0,0-6-28 0,1 0-31 15,-1-2-23-15,-1 0-29 0,2-4-19 0,0-6-15 16,-2 12-163-16,2-12-429 0,0 0 190 0</inkml:trace>
  <inkml:trace contextRef="#ctx0" brushRef="#br0" timeOffset="-136366.93">11673 9022 31 0,'6'-18'210'0,"1"2"-9"0,-1-1-2 0,0 4-9 16,1-4-14-16,-3 7-7 0,3 1-10 0,0 1-13 0,-4 0-12 15,1 5-12-15,2-1-15 0,-6 4-9 16,16-3-12-16,-11 3-8 0,5 3-10 0,-1 1-6 16,1 2-5-16,-2 1-5 0,1 2-6 0,-4 1 0 15,4 0-7-15,-5 3-2 0,1 2-5 0,-1 0 0 16,-3 1-5-16,-2-3 1 0,1-1-5 0,-4 4 4 16,2-4-10-16,-5-1-11 0,3 0-14 0,-2 0 0 0,4-2-4 15,0-3-10-15,-2-1-6 0,4-5-4 16,-4 10-3-16,4-10-1 0,-1 9 4 0,1-9-1 15,7 8 3-15,-7-8-2 0,9 6 8 0,-2-2-10 0,0-2 13 16,0 3 5-16,1-1-7 0,-1 1 5 16,3-1 3-16,-2 2-1 0,-4-1 2 0,6 1 5 0,-6-1 7 15,1-2 4-15,-1 2 6 0,0 2 16 16,-2 2 2-16,-1-2 9 0,-1 1 10 0,-3 3-2 0,-1-3 5 16,-2 0 5-16,-9 2-6 0,4-2-2 0,-4 0-6 15,2-2 0-15,-5 1-5 0,2 0 0 0,-2-1-6 16,4-3-12-16,1 2-20 0,-1-3-18 0,4 0-27 15,-2 1-29-15,3-3-43 0,9 0-51 0,-11 0-216 16,11 0-420-16,-7-9 186 0</inkml:trace>
  <inkml:trace contextRef="#ctx0" brushRef="#br0" timeOffset="-136140.86">12286 8909 2477 0,'9'-6'24'0,"1"-4"33"0,-4 2-20 0,-3 4-14 16,1-2 7-16,-4 6 5 0,7-7 5 0,-7 7 2 16,6-5 5-16,-6 5-9 0,5-5-5 0,-5 5-2 15,5-5-4-15,-5 5-4 0,9-3 0 0,3 2-6 16,0 0 0-16,6-1-1 0,2-1-8 0,9 1-13 16,-10 0-20-16,3 2-20 0,-2-2-20 0,3 1-25 15,-6 0-26-15,2-1-28 0,-6 1-23 0,-1 0-21 16,-4 1-8-16,1 0-138 0,3-2-363 0,-12 2 161 15</inkml:trace>
  <inkml:trace contextRef="#ctx0" brushRef="#br0" timeOffset="-135879.68">12556 8800 2 0,'-12'-3'164'0,"12"3"-1"0,-9-4-7 16,9 4-4-16,0 0-10 0,0 0-11 0,-10 0-15 16,10 0-9-16,0 0 1 0,-5 10-6 0,0 0 10 0,3 2 4 15,-2 8 5-15,-1 7-1 0,1-2-7 16,-3 4-13-16,3-1-5 0,1-2-11 0,1 0 0 15,2 1-2-15,0-2-4 0,2-1-9 0,1-6-5 0,-3 0-6 16,2 0-4-16,-4 0-6 0,4-5-2 0,-4 4 2 16,2-4-12-16,-5 3-2 0,3-4 0 0,-1-1-8 15,-3 0 1-15,1 0-4 0,-3-1 0 16,-2-1-2-16,-1-3 0 0,-5 1-7 0,1 0 12 0,-1-3-14 16,0 0-5-16,-2-3-7 0,0-1-3 0,0 0-19 15,-2-2-9-15,4-3-21 0,2 0-25 16,4-2-14-16,3 0-38 0,0 0-32 0,5-2-44 15,2 0-190-15,1-1-428 0,7-4 190 0</inkml:trace>
  <inkml:trace contextRef="#ctx0" brushRef="#br0" timeOffset="-135569.93">13044 8892 55 0,'-10'-5'221'0,"10"5"0"0,-7-3-10 0,7 3-9 15,-2-5-12-15,2 5-20 0,0 0-13 0,0 0-19 16,0 0-13-16,0 0-12 0,0 0-10 0,0 0-10 15,13-8-9-15,6 5-8 0,1 0-5 0,10-2-9 0,3 0-4 16,3 1-7-16,-4 1-17 0,1-2-14 16,-2 1-20-16,-1 0-18 0,-1-2-20 0,-8 5-31 15,-2-3-34-15,-1 0-14 0,-2 2-17 0,-4-2-26 16,-2 3-143-16,-3-2-328 0,-7 3 145 0</inkml:trace>
  <inkml:trace contextRef="#ctx0" brushRef="#br0" timeOffset="-135307.46">13304 8822 185 0,'0'0'190'0,"0"0"-6"0,-7-2-2 15,7 2-9-15,0 0-18 0,0 0-15 0,0 0-12 16,-9 5-7-16,9-5-3 0,-3 10 2 0,1 0-10 0,0 0-4 16,0 3 0-16,2 5 4 0,-4 0 3 0,2 1-1 15,-1 7-7-15,-1-1-1 0,2 0-3 16,0 2-8-16,-1-10-7 0,3 3-7 0,-3-2-5 0,1 0 5 15,2-7-17-15,0 8-5 0,0-3-1 0,0 2-7 16,2-7-5-16,-2 2-2 0,3-1-6 0,-3-5-8 16,3 4 3-16,-1-2-20 0,-2-3-30 0,2 1-25 15,-2-7-28-15,4 11-23 0,-4-7-33 0,0-4-37 16,5 6-35-16,-5-6-50 0,0 0-170 0,11-2-454 16,-11 2 200-16</inkml:trace>
  <inkml:trace contextRef="#ctx0" brushRef="#br0" timeOffset="-135125.98">13369 8810 5 0,'0'0'247'0,"0"0"-29"0,0-7-16 0,0 7-16 16,0 0-12-16,6-6-6 0,-6 6-13 0,17-2-11 15,2 0-18-15,10 0-11 0,1 1-11 0,3-2-20 16,2 2-30-16,-1-3-41 0,-8 4-46 0,0 0-51 15,-7-3-47-15,2 3-161 0,-9-1-315 16,2 1 140-16</inkml:trace>
  <inkml:trace contextRef="#ctx0" brushRef="#br0" timeOffset="-133722.68">3684 9794 47 0,'-22'0'135'15,"4"-3"-7"-15,6 3-3 0,0-1-9 0,-1 1 22 16,3-1 0-16,2-1 0 0,8 2-5 16,-12-2-5-16,12 2-3 0,-7-1-13 0,7 1-13 15,0 0-6-15,0 0-6 0,0 0-3 0,0 0-9 16,0 0-3-16,0 0-10 0,31 2-7 0,-14-3-2 0,3 1 5 16,7 2-15-16,2-2 1 0,3 0-4 0,0 2-1 15,3-4-2-15,3 2-2 0,13 0-2 0,1 2 1 16,0-2-3-16,5 0-2 0,-1 2-2 15,1-2 3-15,3 0-7 0,2 1-3 0,1-1 1 16,29 0-3-16,-31 2 1 0,2-2-6 0,3 0-2 0,0 3 2 16,-3 1-2-16,31 1-2 0,-33-3 2 0,7 0-1 15,20 1-3-15,-22 2 2 0,26 0-1 0,-28-2-2 16,32 2 4-16,-5-1-4 0,0-2-2 0,-25-2 1 16,33 0 4-16,0 0 1 0,5 0 0 0,-3 0-2 15,6-1 2-15,-5 1 0 0,2-1 2 0,2 1 1 16,0-2-2-16,0 1 1 0,4 4-1 0,5 4 3 15,1-7-6-15,2 0 2 0,-1 0-3 0,4-2 1 16,0 2 6-16,2-1-7 0,-2 4 4 0,6-5-2 16,-1 4-3-16,2-2 1 0,2-2-1 0,2 1-1 15,3-2 4-15,0 2-5 0,4-3 0 0,4 1-1 16,-5 2 3-16,6-3 0 0,3-2 2 0,7 7 1 16,-1-4 2-16,2 1-3 0,-7-3 9 0,4 5-3 15,0-2 1-15,-2-1-2 0,-3 3 4 0,-4-2-3 16,-4 1 0-16,5-3 1 0,1 2-2 0,6 2 0 15,-9-5 0-15,4 2-2 0,-5 1 2 0,5 3 8 16,-1-2 1-16,-4 1-3 0,-4 1 2 0,0 1 0 16,-8-3 2-16,-3 5-3 0,-4-2 3 0,-6 2-3 15,-3-3-2-15,-6-1-2 0,-7 0-2 16,-1 0 0-16,-9-1-3 0,-27 4-4 0,-1-1 6 0,3-3-1 16,0 2 0-16,-6-3-4 0,-3 0-1 0,-18 2 4 15,-2-1-5-15,-3 1 0 0,-3-2-2 0,-7 5 2 16,-6-3-1-16,1 0-1 0,-7 0-4 0,-1-1-18 15,-10 1-9-15,13-2-18 0,-13 2-25 0,0 0-28 16,0 0-38-16,0 0-44 0,0 0-37 0,0 0-64 16,-45 3-158-16,9 0-473 0,-18-2 210 0</inkml:trace>
  <inkml:trace contextRef="#ctx0" brushRef="#br0" timeOffset="-132969.15">4025 10641 22 0,'0'0'223'0,"-2"-8"-4"0,2 8-5 0,0 0-9 15,-3-7-17-15,3 7-18 0,0 0-14 0,0 0-20 16,-2-8-17-16,2 8-12 0,0 0-12 0,0 0-12 16,0 0-10-16,0 0 2 0,0 0-12 0,0 0-2 15,-2 31-5-15,2-15-1 0,-2 1-1 0,1 1-2 16,1 5-1-16,0-4-6 0,-3-2-1 0,2 2 0 16,1-1-7-16,-3-1-4 0,3 0 12 0,0 2-3 15,1-3-2-15,1 2-4 0,-1-2-4 0,0 0 1 16,1 1-6-16,-2-4 0 0,3 0-6 0,1-2 1 15,-1 2-10-15,-1-5-22 0,1 3-18 0,-2-3-30 16,2 0-38-16,-2-3-40 0,-1-5-33 0,2 10-20 16,-2-10-34-16,0 0-129 0,0 0-380 0,0 0 168 15</inkml:trace>
  <inkml:trace contextRef="#ctx0" brushRef="#br0" timeOffset="-132800.12">3952 10571 2317 0,'-2'-11'-27'0,"1"3"29"0,-1 1 4 0,2 7-2 16,-2-12 3-16,2 12-5 0,-2-9-5 0,2 9 1 15,0 0 3-15,0-10-4 0,0 10-2 0,0 0-31 16,0 0-27-16,-2-7-31 0,2 7-29 0,0 0-42 16,0 0-138-16,0 0-329 0,20 4 145 0</inkml:trace>
  <inkml:trace contextRef="#ctx0" brushRef="#br0" timeOffset="-132566.25">4197 10569 1882 0,'15'-1'2'0,"-4"1"6"0,2 1-22 0,-1 1 13 16,-2-2-14-16,4 3 16 0,-4 1 18 16,2 3 13-16,0-1 9 0,-3 3 4 0,4 4 9 15,-3 3 5-15,2 11 7 0,-1 2 0 0,-3 0-6 16,-2-1 0-16,-2 3 0 0,-2-4 0 0,-4 3 3 15,1-2-7-15,-3-1-3 0,0-2-7 0,-1 1-1 16,-1-2-6-16,-6 1-2 0,3-7-1 0,0 0-4 16,-2 0-5-16,1-4-7 0,-1 1-15 0,-3-2-23 15,1 0-29-15,-2 0-20 0,1-3-58 0,2-3-45 16,-4 1-52-16,2-5-161 0,-3 1-414 0,5-6 183 0</inkml:trace>
  <inkml:trace contextRef="#ctx0" brushRef="#br0" timeOffset="-132333.39">3832 10727 1371 0,'-16'-2'18'0,"-2"-1"8"16,5 4-28-16,-1 1 2 0,-1 5 14 16,-2 0 0-16,3 4 20 0,1 2 7 0,-2 1 8 15,3 3 5-15,-3 3-1 0,1 2 3 0,4-4 6 16,2 6-5-16,4-7-4 0,-1 7 7 0,4-7-16 15,3 2-1-15,1-1-8 0,1 0-1 0,2 1-2 16,4-3-4-16,2-2 0 0,2 1-2 0,2-3-26 16,4-1-35-16,3 1-38 0,-3-5-59 0,0-1-58 15,-1-2-110-15,0-1-325 0,0 0 143 0</inkml:trace>
  <inkml:trace contextRef="#ctx0" brushRef="#br0" timeOffset="-132142.68">3954 10517 245 0,'0'0'294'0,"-3"-10"-34"0,3 10-23 0,-1-7-28 16,1 7-21-16,0 0-43 0,0 0-43 0,0-9-34 0,0 9-32 15,0 0-38-15,0 0-38 0,0 0-46 0,19 6-47 16,-19-6-122-16,14 10-274 0,-8-7 121 15</inkml:trace>
  <inkml:trace contextRef="#ctx0" brushRef="#br0" timeOffset="-123485.79">6250 10691 72 0,'0'0'76'0,"0"0"-12"0,0 0 2 15,0 0-3-15,0 0-7 0,0 0-1 0,0 0-1 16,0 0-14-16,0 0 15 0,0 0-4 0,0 0 0 16,0 0 0-16,0 0-11 0,0 0 1 0,0 0-4 15,0 0-8-15,0 0-4 0,0 0 4 0,0 0-2 16,0 0-1-16,0 0 0 0,0 0 2 0,0 0 5 15,0 0 3-15,0 0-4 0,0 0-7 0,0 0 5 16,0 0-1-16,0 0-1 0,-6-22 0 0,6 22 6 0,0 0-8 16,0 0-7-16,0 0 2 0,0 0-1 15,0 0 10-15,0 0-11 0,0 0-5 0,0 0 0 16,0 0 1-16,0 0-3 0,0 0-5 0,0 0 7 16,0 0-11-16,0 0 8 0,0 0-5 0,0 0 11 0,0 0-16 15,0 0 9-15,0 0-7 0,0 0-4 0,0 0 5 16,0 0-2-16,0 0-2 0,0 0 6 15,0 0-1-15,0 0 4 0,0 0-3 0,0 0 4 16,0 0-3-16,0 0 3 0,0 0-6 0,0 0 2 0,0 0 2 16,0 0-5-16,0 0 8 0,0 0-7 0,0 0-4 15,0 0-1-15,0 0 6 0,0 0 2 0,0 0-8 16,0 0 6-16,0 0-2 0,0 0-1 0,0 0-1 16,0 0 2-16,0 0-4 0,0 0 3 0,0 0 6 15,0 0-3-15,0 0 0 0,0 0 24 0,0 0-8 16,0 0-2-16,0 0 11 0,0 0 2 0,0 0 4 15,0 0 9-15,0 0 1 0,0 0-8 0,0 0 1 16,0 0-5-16,0 0-5 0,0-10 4 0,0 10-4 16,0 0-1-16,-3-9 1 0,3 9-7 0,0 0 1 15,-2-8 1-15,2 8 2 0,-4-6-1 0,4 6 4 16,0 0 4-16,0 0-3 0,-1-9 4 0,1 9-5 16,0 0-2-16,0 0-2 0,0 0-9 0,0 0-1 15,0 0-3-15,0 0-3 0,0 0-2 0,0 0 0 16,0 0-4-16,0 0-2 0,0 0 4 0,6 26-4 15,-5-10-2-15,2 2 4 0,-1 2 0 0,1 3 0 16,-1 3 2-16,0-1-3 0,-2 1-2 0,-2-1 16 16,4-6 2-16,-2 1-6 0,1-1 0 0,0-1 5 15,-2-2 0-15,2 3-7 0,1-2 1 0,-4-4-2 16,2 0-2-16,2 0-1 0,-2 2-1 0,0-3 4 16,1-1-5-16,0-1 3 0,-1 1-3 0,0-2 2 15,3 1 0-15,-3-5-1 0,0-5-2 0,-1 13-1 16,1-13-8-16,1 12-10 0,-1-12-18 0,-1 9-20 15,1-9-28-15,-2 7-22 0,2-7-22 0,0 0-32 16,2 7-27-16,-2-7-164 0,0 0-378 0,0 0 168 16</inkml:trace>
  <inkml:trace contextRef="#ctx0" brushRef="#br0" timeOffset="-123059.14">6176 10678 109 0,'12'-16'150'0,"2"3"-1"16,9-3 8-16,1 3-2 0,5 1-10 0,-1 5-11 16,2 1-13-16,-2 5-4 0,0 2-17 0,-9 1-11 15,3 4-7-15,-4 1-7 0,0 0-11 0,-2 5-6 16,-3 0-3-16,0 1-3 0,-4 2-7 0,-4 5-1 16,0-2-3-16,-4 1-7 0,-2 8 0 0,-3-8-3 15,-1-1-3-15,-1-1-6 0,-2 0 2 0,0-4 0 16,2-1-5-16,0-2 0 0,-1 0 6 0,2-2-11 15,1-3 3-15,2 0-4 0,2-5 2 0,-5 7-1 16,5-7-4-16,-3 5-2 0,3-5-1 0,0 0 0 16,0 0 0-16,0 0-3 0,12 8-1 0,-6-8 2 15,5 1 1-15,-2 3-6 0,2-2 3 0,0 1-4 16,1-2 3-16,0 3-4 0,-1 0 1 0,2 1 2 16,-1 1-1-16,-4 2 2 0,1-3-4 0,1 4-3 15,-2-1 4-15,-2 0 3 0,-1 1-4 0,-3-2 0 16,-1 1 4-16,-5 2 2 0,-1 0 6 0,-3-1 6 15,-1 2 3-15,-5 0 5 0,0 0 11 0,-3-3 0 0,-2 1-3 16,1-1-4-16,-1-2 0 0,-7-1-1 16,6 1-1-16,0-4-5 0,1 0-3 0,2-2 0 15,3 2-4-15,2-2-17 0,0-2-25 0,2-2-37 16,1 1-44-16,3-2-68 0,0-3-207 0,2 2-415 16,4 6 183-16</inkml:trace>
  <inkml:trace contextRef="#ctx0" brushRef="#br0" timeOffset="-122594.68">6874 10629 180 0,'0'0'197'0,"14"-3"-17"15,-5 1-12-15,2-2-13 0,7 2-17 0,0 1-13 16,9-4-10-16,0 0-10 0,2 3-10 0,1-2-11 15,-9 2-10-15,1 0-7 0,-4 0-18 0,-3 2-22 16,-3-1-23-16,1 1-22 0,-3 0-10 0,-1 0-23 16,-9 0-17-16,13-1-8 0,-13 1 10 0,10-2 4 15,-10 2 2-15,0 0 7 0,0 0 8 0,0 0 10 0,0 0 5 16,0 0 6-16,0 0 8 0,0 0 5 0,-32-1 14 16,25-1 20-16,7 2 12 0,-12-1 14 15,12 1 12-15,-11-1 2 0,11 1 0 0,0 0-5 16,-11-1-1-16,11 1-5 0,0 0-4 0,0 0-8 0,0 0-6 15,-9 3-1-15,9-3 10 0,1 9 2 0,-1-9 6 16,4 17 2-16,1 0 1 0,2 0 16 16,-4 2-1-16,4 4 6 0,-2 2 1 0,-2 0 2 15,-1-6 5-15,-1 8 0 0,-1-8-7 0,-1 6-2 16,0-5-1-16,-2-1 0 0,2 0-7 0,-4 0-2 0,1-4-5 16,0 2 1-16,-2-2-4 0,-2 0 2 0,-1 0-5 15,-2-2-3-15,1-3 0 0,-2 1-8 16,2-4-1-16,-6 3-8 0,1-3-2 0,1-3 0 0,1 0-5 15,-5-1-22-15,4-2-15 0,2-1-22 0,-1-3-24 16,0-1-25-16,1 0-57 0,2-3-57 0,4-2-39 16,-1 0-230-16,2-4-503 0,3 2 223 0</inkml:trace>
  <inkml:trace contextRef="#ctx0" brushRef="#br0" timeOffset="-122371.39">7493 10654 174 0,'5'-5'224'0,"-5"5"-9"0,0 0-17 0,7-3-16 16,-7 3-20-16,8-1-16 0,-8 1-12 0,11-4-13 16,-2 2-13-16,2-1-5 0,1 3-16 0,4-1-7 15,0-2-13-15,2 3-24 0,0 0-22 0,-5 0-23 16,1 1-26-16,-1-1-34 0,-3-1-28 0,3 2-27 15,-6-1-22-15,0 2-22 0,-1 0-84 0,-6-2-264 16,0 0 117-16</inkml:trace>
  <inkml:trace contextRef="#ctx0" brushRef="#br0" timeOffset="-122190.33">7680 10608 13 0,'0'0'162'0,"-6"-3"10"0,6 3-12 0,0 0-10 15,0 0-14-15,-6-4-14 0,6 4-13 0,0 0 4 16,0 0 17-16,-3 19 5 0,0-8-9 0,2 4 1 15,0 4 3-15,-2 1 2 0,1-1-3 0,-3 6-9 16,2 1-9-16,-1-6-6 0,2 5-10 0,-1 1-9 16,1-1-6-16,0-5-9 0,0 4-10 0,0-6-28 15,1 1-27-15,0 0-39 0,1-1-59 0,-1-1-56 16,3 0-62-16,-2-1-179 0,1-5-421 0,1 2 187 16</inkml:trace>
  <inkml:trace contextRef="#ctx0" brushRef="#br0" timeOffset="-121695.39">8133 10953 33 0,'15'-12'248'0,"0"0"-9"0,3 0-5 16,-4 0-6-16,2-2-15 0,-1 1-20 0,-1-1-12 0,3-8-7 15,-6 8-4-15,3-1-19 0,-2-1-7 16,0-1-7-16,0-5-9 0,-3 6-3 0,1 1-3 15,-6 5 0-15,1-3-7 0,-1 5-9 0,0-2-15 16,-2 5 1-16,0-1-7 0,-2 6-13 0,5-10-7 16,-5 10-11-16,0 0-6 0,0 0-10 0,0 0-5 15,0 0 1-15,0 0-8 0,0 0-5 0,-16 31 5 16,10-16 1-16,2 0-4 0,-3 1 2 0,3-3-4 16,3-1 0-16,-1-1 2 0,4 1 1 0,0-2-9 0,1 0 0 15,3-2 4-15,-2-2-7 0,2 2 9 0,3-3-9 16,0-1 4-16,1 0 2 0,1-2 1 0,2 0-10 15,0-4 5-15,4 0-3 0,-4-1-2 16,-2 0-1-16,3-3-1 0,-2 1-1 0,-1-2 12 16,0 0-11-16,-2-2-2 0,-4 0-2 0,3-1-3 0,-2 2 2 15,-3-5 1-15,-1 1-3 0,2 1-4 16,-3 1 2-16,0 3 0 0,0 1 5 0,-1 6-4 0,2-12-1 16,-2 12-5-16,0-6 4 0,0 6-10 15,0 0 1-15,0 0-3 0,0 0 8 0,-3 24 3 0,-1-9 7 16,2 3 1-16,-1-1 1 0,1 2-1 0,-2 0 5 15,1-2-4-15,1 2 3 0,-1-1-2 0,-1-2 5 16,3 2-3-16,0-2-1 0,0-1 7 0,1-2-26 16,0-2-27-16,0-2-28 0,-2 3-35 0,0-3-39 15,0 1-42-15,0-1-62 0,-1-4-47 0,1 2-225 16,2-7-558-16,-12 6 247 0</inkml:trace>
  <inkml:trace contextRef="#ctx0" brushRef="#br0" timeOffset="-121519.92">8239 10574 2914 0,'0'-16'8'0,"0"5"5"0,0 1-11 0,-3 3-8 0,3 7-13 16,3-11-7-16,-3 11 1 0,0 0 9 0,0 0-7 16,0 0-21-16,0 0-30 0,0 0-46 0,14 16-46 15,-4-2-70-15,0-1-128 0,6 0-394 0,-6 2 175 16</inkml:trace>
  <inkml:trace contextRef="#ctx0" brushRef="#br0" timeOffset="-120985.66">9830 10603 12 0,'-22'-7'208'0,"-3"4"-6"16,2 3-5-16,-6 1-8 0,0 0-15 0,1 7-4 0,0 1-4 16,2-1-9-16,2 8-17 0,1-1-4 15,0 6-13-15,3-3-8 0,3 5-14 0,2 1-5 16,3 0-10-16,4-5-10 0,5 0-6 0,0-1-6 16,6 0-8-16,2 0-6 0,4-2-3 0,1 1-8 0,7-6 2 15,7 4-3-15,-5-7-7 0,7-1 3 0,2-2-5 16,-2-5 0-16,3-1-5 0,-3-3-2 15,-5-1-1-15,6-5 0 0,-4-1 4 0,-4 0-5 16,-5-1-3-16,0-1 3 0,-4 0 11 0,1-2 6 0,-3 1 3 16,-3-4-4-16,-1 1 0 0,0 1-5 0,-4-1 0 15,0 1 0-15,0 3 10 0,0 2-1 0,-2 1-1 16,2 10 2-16,-2-11-6 0,2 11-10 0,2-8-4 16,-2 8-4-16,0 0-5 0,0 0-1 0,0 0 0 15,0 0 3-15,-6 27-3 0,4-11 0 0,2 2 0 16,-1 2 1-16,2 4-3 0,0-1-1 0,2-4-16 15,3 7-22-15,-1-8-41 0,2 8-47 0,0-3-58 16,1 1-63-16,-4-5-269 0,4-1-550 0,-1-2 244 16</inkml:trace>
  <inkml:trace contextRef="#ctx0" brushRef="#br0" timeOffset="-120057.79">10712 10759 40 0,'0'0'228'16,"-3"-6"-19"-16,3 6-26 0,0 0-18 0,0 0-16 15,0 0-17-15,0 0-16 0,0 0-8 0,0 0-6 16,3 25-6-16,-2-9 0 0,2 4-1 0,-1-1-9 15,-1 0-6-15,-1 0-10 0,0-3-3 0,0 1-2 16,-1-2-4-16,2-3 0 0,1 0 2 0,-4-5 4 16,1-1 9-16,1-6 15 0,0 9 28 0,0-9-2 15,0 0-5-15,-2 7-10 0,2-7-7 0,0 0-17 16,0 0 1-16,0 0-15 0,-9-26 1 0,7 13-10 16,0-2-7-16,2 0-5 0,0-6-4 0,2 3-2 15,1-7-4-15,-1 5-10 0,5-5 2 0,-1-4-2 16,3 3-5-16,4 2-2 0,0 1-5 0,-1 8 0 15,1 3-11-15,3 2 9 0,-2 3-3 0,3 4-6 16,0 1-1-16,-3 5 2 0,6 5-2 0,-3 0 0 0,5 8 3 16,-3 5-3-16,-2 1 2 0,-3 1-2 15,0-2 1-15,-1 4-1 0,-3-2-1 0,-1-6 2 16,-3-1-1-16,-1 0 0 0,-1-3 12 0,-2-2-13 16,2-2 3-16,-3 1 3 0,0-5-2 0,-1-5 4 0,0 12 15 15,0-12 6-15,0 0 7 0,-2 7-4 16,2-7 1-16,0 0 0 0,0 0-6 0,0 0 2 15,0 0 3-15,-11-19-9 0,12 10-5 0,1-4-7 16,0-4 8-16,2 0-27 0,4-1 2 0,2-5-11 0,0 1 2 16,3-2 0-16,1 3-11 0,1 1 1 0,-4 5 0 15,0 3 7-15,-1 3-3 0,-3 1 2 0,0 1-2 16,1 3-8-16,0 1 3 0,-2 2 3 0,-6 1-1 16,14 5 2-16,-7 5 3 0,-1-2 4 0,0 6-1 15,-1 3 5-15,-1-1 2 0,0 0-6 0,0-1 6 16,1 0 3-16,-1-2 0 0,4 0 1 0,-3-1 0 15,0-3 1-15,3 0 4 0,-1-2 2 0,1 1 0 16,1-3-3-16,2 0 2 0,-2-1 3 0,3-1-2 16,2-3 3-16,-1-2 0 0,0 0 0 0,3-5 1 15,0 0-1-15,-3 0-2 0,-4 0 3 0,1-2-2 16,-1 0-2-16,3-5 3 0,-6 4-1 0,2-5 4 16,-4-2-3-16,-3 6-3 0,2-4 3 0,-3 3-2 15,0 2 1-15,-3 0-1 0,3 10 4 0,-1-13-3 16,1 13 1-16,-1-8-3 0,1 8 3 0,0 0-6 15,0 0 5-15,0 0-2 0,-11 18-2 0,9-7 12 16,-2 0-14-16,0 2 3 0,2 2-1 0,-1 0 3 16,3 2-2-16,-1 0 1 0,2-6-3 0,2 7-18 15,-1-8-21-15,2 2-30 0,1-1-31 0,0 0-42 16,-1-1-51-16,2-2-42 0,-1-2-226 0,-2-1-503 16,5-2 222-16</inkml:trace>
  <inkml:trace contextRef="#ctx0" brushRef="#br0" timeOffset="-119899.52">11369 10521 1858 0,'-2'-24'-9'0,"0"7"26"0,1 5 0 0,1 0-10 16,-2 5-14-16,2 7-27 0,0-10 9 16,0 10 1-16,0 0 2 0,0 0-17 0,0 0-25 15,26 17-19-15,-15-5-25 0,3 5-22 0,0 5-96 16,3 1-244-16,3 2 107 0</inkml:trace>
  <inkml:trace contextRef="#ctx0" brushRef="#br0" timeOffset="-119647.48">11658 10896 7 0,'0'0'204'0,"-9"7"8"0,9-7 6 0,-8 1 2 16,8-1-6-16,-10 0-5 0,10 0-5 15,-10-5-8-15,10 5-8 0,-7-8-19 0,3 3-10 16,2-5-14-16,2-1-5 0,2-1-12 0,1-4-12 15,5-2-11-15,2 2-7 0,3 0-16 0,1 1-6 16,-1 1-7-16,2 3-11 0,0 1-4 0,0 1-6 16,-2 4-8-16,0 3-5 0,2 2-2 0,-3 5-1 15,4 2-10-15,-2 2-1 0,0 2-2 0,-5 1 0 16,0 3-3-16,1-1 4 0,-3 2-21 0,0-2-24 0,-4 2-25 16,0-4-21-16,0 1-18 0,-3-2-25 0,0 1-29 15,0-1-35-15,2-2-27 0,-2 1-28 0,0-2-179 16,0-8-445-16,2 7 197 0</inkml:trace>
  <inkml:trace contextRef="#ctx0" brushRef="#br0" timeOffset="-119349.58">12012 10759 47 0,'1'-5'206'0,"-1"5"-15"16,0-10-11-16,0 10-11 0,0 0-2 0,0 0 13 15,0 0-11-15,-13 19-6 0,7-7-15 0,1 4-6 16,-1 0-10-16,1 1-14 0,3 1-12 0,0-2-9 15,2 0-7-15,2-4-9 0,0-2-6 0,3 1-8 16,-2 0-5-16,5-2-5 0,2-1-4 16,0 0-6-16,1-5 0 0,6 2-6 0,1-3 0 0,-1-1-1 15,0-4-3-15,-4 0-6 0,5-2 3 0,-1-3-1 16,-5 2 2-16,1-5-2 0,-6 3-1 0,3-3 1 16,-4-1-2-16,-2-4-7 0,-1 2 2 0,-3-4-6 15,0 0-2-15,-3 1-1 0,-3-2-4 0,-1-5 0 16,0 8-3-16,0 6-2 0,1-2-1 0,-1 3-7 15,-1 2-9-15,2 0-20 0,-2 4-21 0,1 2-19 16,-5 6-20-16,-1 1-42 0,-1 4-43 0,3 1-59 16,-4 1-199-16,3 2-467 0,1-1 208 0</inkml:trace>
  <inkml:trace contextRef="#ctx0" brushRef="#br0" timeOffset="-118863.63">12190 10768 2832 0,'0'0'54'16,"0"-14"6"-16,2 4-30 0,0 3-14 0,-2 7-5 0,5-10-9 15,1 6 10-15,1 3 6 0,3-1 2 16,1 4 5-16,3 2 4 0,2 2 2 0,3 2 3 16,-2 2-5-16,0 3 3 0,-2-1-1 0,3 3 1 15,1 2 2-15,-2 2 0 0,-5-4-7 0,-1-2 1 16,-1 2 0-16,0-2-3 0,-3-2-2 0,-1 0-3 0,-4-2 8 15,1 1-11-15,-3-1 0 0,0-2-2 16,-4 0 1-16,1 0 1 0,-3-2-1 0,1 1 9 16,-2-5-12-16,0 3-1 0,7-4-8 0,-13 0 8 0,4 0-1 15,9 0 0-15,-11-5-3 0,4 0 3 0,3-1-7 16,1-4 0-16,0 0-6 0,6 0-7 16,0-3 1-16,1-3-4 0,2 0-3 0,3 0 1 0,-1-1-2 15,5 2 3-15,5-5-4 0,-3-3 1 0,6 4 0 16,-2 0-3-16,-2 5 2 0,-2 2 1 0,3 0 4 15,-4 0 3-15,4-1-3 0,-5 5 2 0,-1 2 3 16,-3-2 3-16,-1 0-1 0,0 2 2 0,-2 2-5 16,-2 0 5-16,1 1-1 0,-5 3-3 0,8-4 0 15,-8 4-4-15,0 0 11 0,8-6-9 0,-8 6-1 16,0 0-3-16,0 0 5 0,7 10 1 16,-3-3-3-16,-4 3 8 0,2 2 6 0,1 4-4 0,-3 0 4 15,4 1 5-15,-2 1-5 0,-2 0 2 0,2-3 2 16,0 2-4-16,-2 1-14 0,0-4-19 0,0 2-31 15,3-3-38-15,-3 3-57 0,2-6-50 0,-2 1-60 16,0-1-173-16,-2-4-474 0,2-6 210 0</inkml:trace>
  <inkml:trace contextRef="#ctx0" brushRef="#br0" timeOffset="-118708.45">12556 10562 2238 0,'-12'-15'8'0,"8"4"4"0,2 1-18 16,-2 1-25-16,1 5-18 0,3 4-3 0,-4-6-5 16,4 6-10-16,0 0-12 0,0 0-35 0,0 0-52 0,0 0-108 15,11 19-295-15,-5-16 131 0</inkml:trace>
  <inkml:trace contextRef="#ctx0" brushRef="#br0" timeOffset="-118473.61">12902 10440 241 0,'2'-5'266'0,"-2"5"-6"16,2-12-8-16,-2 12-13 0,0-8-19 0,0 8-20 15,0 0-26-15,0 0-14 0,0 0-7 0,0 0 4 0,0 0 0 16,9 35-11-16,-9-8-9 0,2-1-9 16,-2 1-13-16,-2 2-9 0,2 2-5 0,-4-4-12 0,2 2-6 15,1 2-15-15,-1-4 0 0,0-1-3 16,0 0-7-16,0-1-9 0,0-6-15 0,2-1-27 0,-2-1-28 15,2-1-24-15,-1-3-27 0,-1-1-37 0,0 0-39 16,-3-3-48-16,3-2-17 0,1-3-33 16,1-4-202-16,-8 7-484 0,8-7 214 0</inkml:trace>
  <inkml:trace contextRef="#ctx0" brushRef="#br0" timeOffset="-117904.65">12828 10746 101 0,'2'-7'183'16,"0"0"-15"-16,3 0 0 0,1 0-2 0,1 0-6 15,3 3-6-15,0 0-10 0,-1 1-9 0,3-3-10 16,-1 3-5-16,2 1-5 0,3 0-8 0,-3 2-12 16,1-1-5-16,4 2-6 0,-4-1-5 0,-1 3-7 15,5-1-4-15,-1 0-6 0,-5 3-6 0,1-3-4 16,-4 2-9-16,5 0 0 0,-3 0-6 0,-1-2-5 16,0 2 4-16,-1-1-9 0,-4-2 3 0,4 2-3 15,-4-1-5-15,-5-2-3 0,13 4 7 0,-7-3 2 16,-6-1 10-16,10 2 0 0,-10-2 17 0,8 0-4 15,-8 0 2-15,0 0 5 0,0 0 9 0,9-7-12 16,-9 7 0-16,4-8-7 0,-3 2-2 0,-1 6 1 16,0-13-5-16,0 6 0 0,0 7 6 0,0 0-4 15,0-12 0-15,0 12 4 0,0 0 0 0,0-10-6 16,0 10-4-16,0 0-12 0,0 0 0 0,0 0 7 16,0 0-15-16,0 0 1 0,0 0-6 0,5 25 0 15,-5-8 1-15,0 1 7 0,0 8 0 0,-5 1 7 16,5 1 0-16,-5-1 8 0,3 4-6 0,0 1 3 0,-2-2 12 15,3 2 2-15,-3-1-3 0,2 1-9 16,0 1 4-16,0 0 3 0,-1-1-6 0,1 1 7 16,-3 1-2-16,3-4-4 0,0 0 2 0,-1-1 4 15,3 2-10-15,-2-1 1 0,-2-4-3 0,4 0-4 0,-4-5-8 16,-1 4 8-16,1-8-5 0,-2 0 4 0,2-4-3 16,-2-1 1-16,-1-2-7 0,1-3 8 15,-4-1-10-15,3-3-2 0,-3-3-1 0,-2-3-6 16,1-3-1-16,2-3-8 0,-5-3-15 0,-1-3-8 0,-1-8-9 15,3-2-2-15,1 1-12 0,1-4 11 0,5 1-13 16,3-4 1-16,5 2 10 0,5-3-2 0,2 0 5 16,5 0 4-16,5 1-6 0,-1 0 5 0,5 4-4 15,-1-1 2-15,5 2-5 0,-2 0-5 0,4 4-6 16,-2 0-2-16,0 4-16 0,0 1-10 0,5 2-13 16,-1 4-22-16,-4-1-24 0,1 4-36 0,-2-1-35 15,10 1-37-15,-10 2-50 0,-3 3-181 0,6 1-518 16,-2-2 230-16</inkml:trace>
  <inkml:trace contextRef="#ctx0" brushRef="#br0" timeOffset="-114439.33">14422 10599 101 0,'0'0'161'0,"0"0"3"0,-4-12-22 15,4 12-5-15,-9-6-7 0,2 3-6 0,7 3-6 16,-14-1-4-16,6 0-7 0,8 1-11 0,-21 3-1 16,11 1-2-16,-4 3-4 0,0 2 1 0,-4 0-5 15,5 5-9-15,-3 0 1 0,0 8-5 0,6-5-4 16,-2-2-6-16,1 2-6 0,2 5-5 0,2-6-6 15,4 1-5-15,-1-2-1 0,4 2-5 0,0-1-2 16,2-4-4-16,2 3 1 0,2-3-4 0,5-1-12 16,0 1-24-16,1-5-23 0,3 1-22 0,8-4-27 15,6 1-25-15,0-5-20 0,4 0-20 0,-3-5-8 16,4 4-19-16,-5-6-108 0,2 1-306 0,-2-2 136 16</inkml:trace>
  <inkml:trace contextRef="#ctx0" brushRef="#br0" timeOffset="-113315.63">14746 10626 155 0,'-4'-4'153'0,"-4"-1"-1"0,-2 3 1 0,0 1-6 15,-3 2 0-15,-3 3-2 0,-2 3-15 0,-1-1 6 0,0 7-11 16,-3 4-11-16,2-1-8 0,1 2-7 0,4 3-11 16,1-6-8-16,6 2-7 0,-1-1-6 15,1 1-8-15,2-2-6 0,4-2-5 0,-1-1-2 16,3-1-5-16,3 1 3 0,1-2-12 0,3 0-1 0,2-1-3 15,2-4 1-15,-1 1-7 0,3-3-2 0,2-1-3 16,-1-4-5-16,3 0-5 0,0-2-1 0,-4-1-4 16,1-1 4-16,-4-3-3 0,3 1-3 0,-3-1 1 15,-1-6-2-15,-1 1 1 0,-3 2 3 0,2 2-5 16,-4-6 2-16,-1 3 1 0,-2 3 2 0,2-1 5 16,-4-1 7-16,2 3 5 0,0 3-3 0,0 6 2 15,0-13 2-15,0 13-5 0,0 0-3 16,-2-10-5-16,2 10 1 0,0 0-4 0,0 0-5 0,0 0 3 15,0 0 0-15,0 0 4 0,-12 28 0 0,9-11 0 16,1-2 4-16,-2 0-4 0,4 3-1 0,0 0-2 16,0-1 2-16,4-2 0 0,-2-1-1 0,1-3 2 15,4 1 4-15,0-3-4 0,0 1-1 0,3-2 2 16,7 1 1-16,1-2-3 0,-1-4 2 0,3 1-1 16,1-4 6-16,-1-2-7 0,3-2 1 0,-6-2-2 15,10-1 0-15,-7-2 0 0,-4 3 0 0,0-6 1 16,-3 1 0-16,1-5-3 0,-5 0-2 0,0-1-6 15,-2-1-5-15,-3 0 4 0,1-6 0 0,-6 6 1 16,-2 0-1-16,-2-1-3 0,-2 2 7 0,-2 3-6 16,0 0 4-16,-3 1 1 0,1 4 4 0,-3-1 1 15,1 6 1-15,1-3 2 0,-2 4-1 0,2-1-2 16,0 1-2-16,1 1 0 0,3 2-1 0,8 0-3 16,-15 1 8-16,15-1-4 0,-7 4 3 0,7-4-5 15,-3 6 2-15,3-6 3 0,0 0-1 0,20 12 0 16,-10-9-1-16,8 0 2 0,1 1-1 0,9-3 0 15,-8 1 3-15,2-2-2 0,-2 0 0 0,-1 0-1 16,-2 3-1-16,-5-2-4 0,0 2 2 0,0-3-2 16,-4 5 0-16,0-2-4 0,-3 1 4 0,4 3 1 15,-4-3 4-15,0 4-3 0,-2-1-4 0,0 1 8 0,-1 4 7 16,0 1 8-16,-2-1-7 0,2 1 2 0,-1-1-4 16,-1 1-2-16,-1-2 4 0,1 2-1 15,0-1-2-15,1-1 1 0,0 1 1 0,5-2-1 16,-4 0-1-16,0-1-2 0,2 0 2 0,4-2-1 0,1-1 1 15,1-1-2-15,-1-2 1 0,1-1 3 0,3 1 1 16,-3-3-6-16,2-2 5 0,-1 2-5 0,2-3 4 16,1-4-2-16,-3 3 0 0,0-3-4 0,-2-2 3 15,0 2-9-15,-3-4-3 0,-1 0 1 0,-1-4-2 16,1-2 3-16,-4 1-5 0,-1 0 3 0,-2 1 1 16,-2 2-3-16,0 2 4 0,0 0-1 0,0-1 2 15,-1 1 1-15,1 1 2 0,1 1-4 16,1 3-1-16,0 1 2 0,2 5-2 0,-6-9-3 0,6 9 4 15,-2-7-4-15,2 7 5 0,0 0-3 0,0 0 0 16,12-5 0-16,-12 5 0 0,16 4 0 0,-8-1 2 16,3 2-2-16,5 2 2 0,-1 1-2 0,-2 3 1 15,-2-4 4-15,1 6-6 0,-1-1 1 0,-2 3 2 16,0-1 0-16,-3-3-1 0,0 0 2 0,-1 2 1 16,0-2-2-16,-1 0 6 0,0 1-3 0,-3-3 0 15,5-1-1-15,-3-1 6 0,0 0-2 0,2-1 1 16,1-1-1-16,0-2 1 0,-1 0 0 0,6 0-1 15,0-1 2-15,-2-4-1 0,4 1 1 0,-1-3 5 16,5-2-6-16,-3 0 1 0,-2 0-2 0,3-1 3 16,-1-4-4-16,0-1 1 0,-2 2 4 0,-2-4-5 15,-1 4 1-15,-1-4 2 0,-3 1-2 0,1 3 3 16,-1 0 4-16,-2 2 2 0,-1-2 3 0,0 3-1 16,-2 7 2-16,1-10 2 0,-1 10-6 0,0-9-2 15,0 9-6-15,0 0 4 0,0 0-3 0,0 0 0 16,0 0-2-16,0 0-2 0,-9 19 2 0,7-7-2 0,-1-3 1 15,2 1 1-15,-3 2 1 0,4 0 2 16,-2-1-2-16,2 0 8 0,0 2-11 0,0-1 3 16,2 1-7-16,2-3-17 0,-3 0-24 0,2 1-22 15,-1 0-40-15,2-1-32 0,-4-2-27 0,4-2-34 0,-3 0-22 16,-1-6-144-16,4 8-397 0,-4-8 175 0</inkml:trace>
  <inkml:trace contextRef="#ctx0" brushRef="#br0" timeOffset="-113165.89">15613 10488 98 0,'0'0'92'0,"0"0"-18"0,0 0-14 0,0 0-27 16,0 0-32-16,15 25-36 0,-9-10-20 0,3 2-57 15,3 5 26-15</inkml:trace>
  <inkml:trace contextRef="#ctx0" brushRef="#br0" timeOffset="-112671.88">15903 10797 76 0,'0'0'181'16,"7"-5"-5"-16,-7 5 3 0,5-6 0 0,-5 6-12 0,7-8-17 16,-2 3-11-16,0-4-15 0,3 3-7 0,-3-2-6 15,1 0-1-15,1-1-9 0,-3-2-5 0,3 3-4 16,-1-2-10-16,1 0-6 0,-1 0-8 0,0-2-4 15,-4 4-5-15,2-2-8 0,-3 1-3 0,0 1-7 16,-1 8-2-16,-1-11-8 0,1 11-3 0,-4-9-2 16,1 4-5-16,3 5-1 0,-8-5-3 0,8 5-6 15,0 0-2-15,-17 7-2 0,8-2 0 0,0 2-1 16,2 3 2-16,-1 2-3 0,0-4-2 0,-1 7 2 16,3 0-1-16,1 0 1 0,0 1 3 0,2-6-2 15,3 2 0-15,2-1 3 0,-2 0-1 0,2 0-2 16,3-1 0-16,0-1-1 0,0 0 4 0,2 0 0 15,0-4-2-15,5 2-1 0,-3-2 1 0,2-3-1 16,5 2 1-16,-3-4-2 0,2 1 2 0,3-1-1 16,0-1 0-16,-6-2 1 0,4 0-1 0,-5-2-1 15,3-2 0-15,-4 0-2 0,1 0 0 0,-1-2 2 16,-2-4 0-16,1-1 0 0,-3 0-3 0,3-1 1 0,-4 3 0 16,0-3-1-16,0 4 1 0,-1 1 0 0,1 2-4 15,-1 1-1-15,0 0 2 0,-2 2-2 16,2 0-1-16,-4 5-1 0,9-6 2 0,-4 3-3 15,-5 3-1-15,12 0 0 0,-12 0 0 0,13 10-1 0,-6-2 3 16,1 1-3-16,-3-1 8 0,0 2-3 0,2 0-3 16,-4 2 3-16,1 0 3 0,0 0-4 0,-2 1-1 15,1-1 5-15,2 3 0 0,-4-2-6 16,1-2-22-16,0-1-26 0,0 1-40 0,0 0-51 0,2-1-32 16,0 0-57-16,-2-3-122 0,3 0-386 0,6-3 171 15</inkml:trace>
  <inkml:trace contextRef="#ctx0" brushRef="#br0" timeOffset="-112040.02">16787 10662 68 0,'0'0'235'0,"-8"-11"-9"16,3 8-5-16,-2 1-9 0,7 2-12 0,-14-3-5 15,3 3-10-15,-1 3-7 0,0 2-14 0,-1 2-11 16,-3 4-8-16,2 1-4 0,1 1-12 0,0 0-11 15,2 1-13-15,4 0-10 0,1-3-10 0,2 1-7 16,1 1-9-16,2-2-5 0,2 1-5 0,2-3-10 16,-1 2 1-16,2-3-8 0,3-1 0 0,0 0-5 15,5-1-2-15,-2-1-3 0,3-1-1 0,1-3-1 16,4 0-5-16,-2-3-6 0,2-2-3 0,-1 2-1 16,-6-3 1-16,1-2-2 0,-3 0 1 0,1-2 0 15,-1-4-2-15,-3 3-7 0,0-9 0 0,0 2 3 16,-1-2-2-16,-2-1 1 0,-2 1-4 0,0-8-2 15,0 2 2-15,-2 0-4 0,2 6 0 0,-3-7 3 16,2 8 2-16,-1 3 2 0,1 0 10 0,-3 3-11 16,3 1 11-16,0 1-7 0,-1 4 7 0,1 6 0 15,-3-13-4-15,3 13-4 0,0 0-5 0,-1-10-4 16,1 10 0-16,0 0-1 0,0 0 2 0,0 0 2 16,1 39-5-16,2-20 1 0,-6 6 14 0,3 0-14 15,-1 2 1-15,1-1-7 0,0 1 8 0,0-6-1 16,5 3 0-16,-4-4-3 0,1-1 4 0,3-1-3 15,1-1 5-15,1-4-2 0,3 2-4 0,-4-5 9 16,6 0 0-16,0-3-1 0,4 2 1 0,-5-5 0 0,8 2-3 16,3-4-7-16,-1 0-1 0,0-2-1 0,1-1 0 15,0-4 1-15,-2-2-5 0,1 0 0 16,4-3-5-16,-7 1 2 0,0-2-1 0,-3-2-1 16,-1 0-1-16,-1-5 2 0,-1 5-3 0,-5-1 1 0,-2-1 4 15,-2 3 0-15,-2 1-2 0,-1 2 5 0,-2-1 1 16,-2 3 2-16,-1 1-2 0,-3-1 0 0,-1 6-1 15,0-2 0-15,-4 3 2 0,-1 4 4 16,2 0 1-16,-5 1 5 0,3 3 0 0,-1 2-2 0,2 0-4 16,4-1 11-16,0 5-3 0,3-3 11 0,2 0-8 15,1-1-5-15,3 6 1 0,1-4-3 0,6-1-24 16,1 0-27-16,7-1-32 0,2-1-41 0,2 1-35 16,2-4-47-16,-1-2-40 0,6 2-13 0,4 1-153 15,2-6-443-15,-3 0 196 0</inkml:trace>
  <inkml:trace contextRef="#ctx0" brushRef="#br0" timeOffset="-111622.05">17386 10662 101 0,'-2'-9'262'0,"2"9"-6"16,-3-10-8-16,3 10-21 0,-1-8-20 0,1 8-16 16,0 0-26-16,0 0-19 0,0 0-11 0,0 0-11 15,0 0-4-15,0 0-8 0,11 23-8 0,-7-12-1 16,-1 2 0-16,1-3-6 0,1 6-3 0,0-2-4 15,0 3-5-15,-1-6-7 0,1 4-3 0,-1-2-5 16,-2-3-11-16,2 2-9 0,0-2 0 0,-1-3-4 16,-1 2-4-16,2-3-2 0,-1-2-9 0,-3-4 5 15,2 10 1-15,-2-10-9 0,4 6 3 0,-4-6 4 16,4 3 0-16,-4-3 4 0,0 0-6 0,0 0-6 16,20-9-4-16,-12 3 0 0,4-5-4 0,0 4 0 0,1-8-11 15,2 0 8-15,2-4 9 0,-3 4-20 16,0-1-5-16,4-3 0 0,-5 5-5 0,1-1 2 15,-4 2 3-15,3 0-3 0,0 1 4 0,-7 4-3 16,0-1 5-16,2 1-5 0,-4 3 13 0,1 1 2 16,0 0-7-16,-5 4-2 0,5-8 1 0,-5 8-2 0,5-3-5 15,-5 3 2-15,0 0-1 0,0 0 1 16,8 13 1-16,-5-7 4 0,0 3-8 0,-1 2 10 0,-1-1 3 16,0 2 1-16,-1 2 3 0,3-2-5 0,-3 4 1 15,0 0 0-15,0-3 0 0,-2 3-9 0,2-2-22 16,0-2-15-16,2 1-32 0,-2 0-36 15,0-2-44-15,-2 0-58 0,2 0-57 0,-2-1-274 16,-1-2-580-16,2-1 256 0</inkml:trace>
  <inkml:trace contextRef="#ctx0" brushRef="#br0" timeOffset="-111433.58">17682 10509 114 0,'-2'-6'212'0,"2"6"-37"0,-1-9-24 0,1 9-33 16,0 0-15-16,0 0-35 0,0 0-29 0,0 0-23 15,0 0-34-15,0 0-29 0,0 0-38 0,24 16-56 16,-13-8-153-16,5 0 67 0</inkml:trace>
  <inkml:trace contextRef="#ctx0" brushRef="#br0" timeOffset="-111033.77">18033 10571 135 0,'6'-4'195'0,"-6"4"0"0,6-5 2 0,-6 5-7 16,0 0-10-16,0 0-8 0,0 0-14 0,0 0-8 15,0 0-10-15,0 0-2 0,0 0-9 0,0 0 0 16,-22 13-1-16,13-3 1 0,-5 2-13 0,1 1-9 16,3 3-9-16,-3-1-7 0,3 2 1 0,1-2-2 15,-1 3-8-15,2-4-15 0,2 3 1 0,3-4-9 16,0-2-2-16,2 5-8 0,2-3-1 0,2-3-4 15,2 1-5-15,2 0 0 0,0-4-11 0,9 1 6 16,-2-2-4-16,4-1-3 0,2-3 0 0,-3-1-7 0,6-1 2 16,-2-1-10-16,-1-2 1 0,1-3-1 15,1-1 1-15,-4-1-1 0,1 1 0 0,-2-6-4 16,-1 3-2-16,-2 0 2 0,-1-3-5 0,-3 0 11 16,-1-3-17-16,-1 4 2 0,-3-4 1 0,-2 0-1 0,-1 6 0 15,-1-3 4-15,-1 2 0 0,0 5-1 0,0 6 4 16,-2-14 5-16,2 14-6 0,-1-9 0 0,1 9-4 15,0 0 15-15,-9-2 1 0,9 2 10 16,-10 11 1-16,2-1 2 0,-1 3 1 0,0 2-1 0,1 0-6 16,3 1 2-16,0-2-8 0,1 4 1 0,3-1 3 15,1-1-7-15,2 0 4 0,2-3-19 0,1-2-23 16,4 1-22-16,5 1-23 0,1-1-30 0,1-3-33 16,1-1-37-16,3 1-42 0,-1-5-41 0,1 2-41 15,-1 1-188-15,0-4-520 0,-6-1 230 0</inkml:trace>
  <inkml:trace contextRef="#ctx0" brushRef="#br0" timeOffset="-110893.92">18585 10809 204 0,'0'0'254'15,"0"0"-12"-15,5-9-7 0,-5 9-3 0,0 0-10 16,5-4-20-16,-5 4-23 0,0 0-20 0,0 0-19 16,0 0-17-16,0 0-18 0,0 0-27 0,0 0-35 15,0 0-44-15,0 0-46 0,0 0-58 0,0 0-68 16,0 0-176-16,2 17-378 0,-2-17 168 0</inkml:trace>
  <inkml:trace contextRef="#ctx0" brushRef="#br0" timeOffset="-66504.11">19132 10335 132 0,'-2'-8'154'16,"2"8"0"-16,-2-9-9 0,2 9-8 0,-3-8-5 15,3 8-2-15,0-7 5 0,0 7-8 0,-4-7-12 16,4 7-2-16,0 0-11 0,0 0-12 0,0 0-13 16,0 0-9-16,0 0-7 0,0 0-5 0,0 0-8 15,0 0-4-15,-5 18-6 0,3-3 1 0,0 10 1 0,-1 4 5 16,-1 3-5-16,-1 3 4 0,0 9 3 0,-3 4 1 15,-2 0-3-15,0-2 1 0,5-10-7 16,-5 12 3-16,0-4-5 0,1 1 0 0,-1 0-7 16,3-11 8-16,-1 0-5 0,2 0 7 0,-1 1-11 0,0-1-3 15,-1-1-7-15,2-3 2 0,-1 1-1 0,2-1-3 16,-2-3 1-16,-1 0 0 0,4-10-2 0,-1 8 0 16,2-8-3-16,1 0 0 0,-1-2-3 0,1-2 1 15,0-1-13-15,-1-1-19 0,0 2-20 16,-1-2-15-16,2-2-31 0,-2 0-29 0,0-3-39 0,0-1-42 15,4-5-190-15,-9 9-419 0,4-7 185 0</inkml:trace>
  <inkml:trace contextRef="#ctx0" brushRef="#br0" timeOffset="-66206.02">19775 10530 14 0,'0'0'194'0,"0"-11"-11"16,0 11-6-16,0 0-11 0,0 0-14 0,0-9-16 15,0 9-10-15,7-6-14 0,0 3-7 0,6 1-5 16,6-1-9-16,7-3-2 0,4 1-6 0,5-2-9 15,-1 1-13-15,-1-1-1 0,1 1-8 0,0 1-6 16,-1-3-9-16,-2 2-18 0,-3-2-18 0,0 1-18 16,-8 2-38-16,-3 0-17 0,-5 0-29 0,-1 2-26 0,-2 0-26 15,-2 3-107-15,-7 0-279 0,0 0 123 16</inkml:trace>
  <inkml:trace contextRef="#ctx0" brushRef="#br0" timeOffset="-65976.21">19908 10478 163 0,'0'0'152'0,"0"0"-13"0,-4 7 13 0,4-7 3 15,0 9-7-15,1 1-7 0,1 3-2 0,-2 3-1 0,1 4-7 16,-1 5-1-16,-3 4-4 0,1-1-10 16,-3 2-11-16,2-1-11 0,-1-1-7 0,0-1-4 15,1 1-10-15,-4-2-6 0,4-7-8 0,0-1-1 0,-1 7-8 16,2-5-7-16,-2-2-3 0,1-2-3 0,2 1-3 15,-2-2-20-15,-3-1-30 0,2-2-35 0,3-2-39 16,-2-1-26-16,2-2-50 0,1-7-36 0,-3 12-138 16,1-8-366-16,2-4 162 0</inkml:trace>
  <inkml:trace contextRef="#ctx0" brushRef="#br0" timeOffset="-65816.06">19859 10810 211 0,'0'0'193'0,"2"-5"-18"0,-2 5-18 0,0 0-4 0,4-5-9 16,-4 5-5-16,10-3-8 0,1 2-10 0,1-1-17 16,6 2-4-16,3 0-11 0,6-2-27 0,-5 2-34 15,7 0-36-15,1-1-40 0,3-3-31 0,0 2-49 16,0-2-130-16,-3 0-279 0,2-1 124 0</inkml:trace>
  <inkml:trace contextRef="#ctx0" brushRef="#br0" timeOffset="-65422.37">20625 10535 36 0,'-8'-11'192'16,"1"5"-17"-16,-4 2-10 0,1 3-8 0,-5-2-5 15,-1 6-2-15,-4 1-10 0,1 2-5 0,0 3-8 16,-6 4-10-16,1 1-8 0,1 3-3 0,3-2-13 16,2 4-3-16,6-3-15 0,2-1-5 0,4-3-8 15,-1 2-4-15,5 1-4 0,2-3-7 0,1-1-4 16,4 2-1-16,2-4-8 0,1-1 0 0,3-1-3 15,-1 0 0-15,4-5-5 0,1 2-5 0,-1-1 8 16,-1-3-9-16,-1 1-2 0,0-2 0 0,-1 1-3 16,-4 0 1-16,-7 0-1 0,14-4 2 0,-9 3-1 15,-5 1 0-15,7-9 0 0,-7 9 3 0,4-5-4 16,-4 5-1-16,0 0-1 0,0 0-6 0,-9-12 3 16,9 12-1-16,-13-4-3 0,13 4 5 0,-18 2-2 0,9 0-2 15,-4 0 6-15,-3 6 2 0,3-3 5 16,-4 3 11-16,6 0-3 0,-3 2 0 0,3-3 0 15,0 1-3-15,1 5-1 0,3-4 6 0,-4 0-6 16,5 0 0-16,2 1-2 0,1-1-3 0,1 1 2 0,2 0-3 16,0-10 0-16,5 15 6 0,1-6-7 0,4-2-2 15,1-3-1-15,6 2-2 0,0-2-21 16,5-1-14-16,6 1-34 0,-1-1-39 0,0-3-41 16,2 0-60-16,0-2-32 0,3 4-206 0,-1-5-472 0,2-1 209 15</inkml:trace>
  <inkml:trace contextRef="#ctx0" brushRef="#br0" timeOffset="-65195.43">20970 10564 117 0,'-5'-4'246'0,"0"-1"-15"15,5 5-23-15,-10-5-17 0,10 5-19 0,0 0-16 16,0 0-10-16,17-14-14 0,1 11-13 0,1-2-13 15,10 1-9-15,3 2-11 0,1-3-10 0,-1 2-11 16,0 2-24-16,-4-2-26 0,-7 2-20 0,-4-1-21 16,1 2-29-16,-6 0-29 0,-2-2-13 0,-3 2-19 15,-7 0-16-15,13-1-7 0,-13 1-8 0,7 1-88 16,-7-1-252-16,0 0 112 0</inkml:trace>
  <inkml:trace contextRef="#ctx0" brushRef="#br0" timeOffset="-65022.01">21295 10505 427 0,'0'0'0'0,"-27"0"23"15,27 0 19-15,0 0 8 0,-13-4 23 0,13 4 14 16,-5-2 11-16,5 2 12 0,0 0 13 0,-10-2 6 15,10 2 1-15,0 0-3 0,-8-3-3 0,8 3-4 16,0 0-11-16,0 0-10 0,0 0-10 0,0 0-8 16,-5 7 8-16,5-7 2 0,-1 17-1 0,-1-2 1 15,1 4 1-15,-3 8-6 0,3-6 1 0,-4 5-16 16,2-1-2-16,-2 2-12 0,1 0 1 0,1-2-9 16,-1 0-4-16,2-5-11 0,2-1-30 0,-1-3-26 15,-3 2-29-15,3 0-42 0,0 0-52 0,2-6-43 16,0 3-239-16,1-2-460 0,-2-3 204 0</inkml:trace>
  <inkml:trace contextRef="#ctx0" brushRef="#br0" timeOffset="-64497.73">21631 10794 156 0,'15'-13'242'0,"-1"0"-9"15,3 1-11-15,2-5-7 0,-4 4-17 0,2-2-10 0,-4 3-14 16,-1-1-11-16,4 0-14 0,-6 2-7 16,3-1-13-16,-4 3-3 0,-2 0-2 0,0 1-4 15,-1 1-6-15,-1 0-3 0,-1 4-9 0,-4 3-9 0,6-8-3 16,-3 4-5-16,-3 4-9 0,3-5-12 16,-3 5-5-16,0 0-7 0,0 0-11 0,0 0-5 15,0 0-3-15,0 0 3 0,0 0-5 0,0 0-8 16,-9 20 2-16,5-11-4 0,1 1 2 0,2-2-4 0,0 0-2 15,-2-2-5-15,3 5-3 0,0-11 1 0,1 13 2 16,1-5 0-16,0-1 4 0,3-3-4 16,2 3 3-16,-1-3-5 0,4 0 1 0,1 0 3 15,1-4-11-15,8-2 9 0,-3 1-3 0,-1-4-1 0,2 1 4 16,-3-1-8-16,2-1 2 0,-6 1-3 0,2-5 5 16,1 0-1-16,-5 0-8 0,1-3 4 0,0 0-2 15,-6 3-1-15,3-1 1 0,-2 2 1 0,1 0-3 16,-3 2 1-16,-1 1-2 0,-2 6 14 0,5-9-20 15,-5 9 0-15,2-6 1 0,-2 6-1 0,0 0 1 16,0 0 1-16,0 0-1 0,0 0 0 0,-13 23 2 16,8-15 6-16,1 4-2 0,-1 3 6 0,0 0-4 15,-1-4 6-15,1 5-3 0,0-1 15 0,3-5-16 16,-3 6 1-16,1-5 0 0,3 1 3 0,-1-1 3 16,0 1-10-16,-1-3 3 0,2 0 2 0,-2 1 14 15,3-4-28-15,0 3-8 0,-1-2-28 0,1-7-24 16,-1 11-21-16,1-11-31 0,-5 9-29 0,5-9-43 15,-5 7-48-15,5-7-56 0,-8 4-161 0,8-4-497 16,-10 2 220-16</inkml:trace>
  <inkml:trace contextRef="#ctx0" brushRef="#br0" timeOffset="-64322.41">21882 10384 98 0,'-6'-6'273'0,"0"1"-31"0,1 1-22 16,5 4-23-16,-7-8-23 0,7 8-20 0,-5-5-13 16,5 5-16-16,0 0-26 0,0 0-30 0,0 0-43 0,0 0-45 15,0 0-63-15,8 21-85 0,-4-15-92 0,-1 0-280 16,5-1 125-16</inkml:trace>
  <inkml:trace contextRef="#ctx0" brushRef="#br0" timeOffset="-62673.86">22676 10467 33 0,'3'-15'166'0,"-2"7"3"0,-1 1 1 15,1-1-2-15,-1 8-1 0,3-11-7 0,-2 3-11 0,-1 8-8 16,0-11-9-16,0 11-9 0,1-10-9 0,-1 10-11 15,0 0-12-15,0-10-14 0,0 10-8 0,0 0-9 16,0 0-5-16,0 0-5 0,0 0-3 0,0 0-8 16,9 25-2-16,-7-8-3 0,-2 1-3 0,0 1-1 15,0 1-3-15,0 6-2 0,-2-2-2 0,2 0-2 16,-1-5 2-16,1 0-9 0,0 1 5 0,0-3-2 16,0 1-5-16,0-3 2 0,0-3-1 0,1 0-3 15,-1-2 2-15,0 0-1 0,2-1-4 0,-2-9 2 16,0 12-1-16,0-12 3 0,0 8 6 0,0-8 9 15,0 0 7-15,0 9 9 0,0-9 4 0,0 0 2 16,0 0-1-16,0 0-7 0,0 0-6 0,0 0-6 16,0 0-3-16,0 0-1 0,1-37 1 0,1 26-7 15,2 0-9-15,4-4-6 0,3 2 1 0,2-1-1 16,4 2-2-16,-2 1-3 0,11 0 7 0,-1 1-7 16,3 6 1-16,-6 2-6 0,-1 2 4 0,7 4-1 15,-11 0-1-15,0 4 1 0,1 0 1 0,-5 4-2 16,-3 3 0-16,-4 2-1 0,-2 2 3 0,-2-3 6 15,-4 3-6-15,-2-2 2 0,-6 3 2 0,-1 2-3 16,-1-7 1-16,-4 5 1 0,-2-1 1 0,0-6-6 16,-5 0 1-16,5-3-2 0,-8 0 1 0,6-4-9 15,1 1-5-15,-2-4-8 0,1-1-9 0,3-1-15 16,3-2-19-16,3 1-29 0,2-5-31 0,1-1-46 16,7 1-24-16,1 5-180 0,2-17-411 0,10 1 183 15</inkml:trace>
  <inkml:trace contextRef="#ctx0" brushRef="#br0" timeOffset="-62081.23">23315 10558 35 0,'-1'-7'172'0,"1"7"-4"16,0 0-4-16,-17-6-2 0,8 4-3 0,-2 4-8 0,-2-1-10 16,-2 3-1-16,-2 1-4 0,-1 2-10 0,2 5-2 15,0-1-13-15,1 1-9 0,1 1-13 16,2 3-6-16,3-3-8 0,0 1-6 0,3 1-8 15,1 0-4-15,4-4-9 0,2 0-3 0,1 3 0 16,3-6-5-16,-1 1-5 0,4-3 0 0,1 1-2 16,1-3-3-16,7-2-7 0,1-1-5 0,1-2-1 0,0-4 1 15,7-6-3-15,-2 0-2 0,-7 1 2 0,-1 0 3 16,0-1-8-16,-3 0-3 0,-1-2 6 0,-3-1-5 16,-1 0-1-16,-5 1 1 0,0 0 1 0,-2 1 1 15,1 1 5-15,-2 2 6 0,0 9 2 0,0-12-5 16,0 12-1-16,-2-11-1 0,2 11-5 15,0 0-4-15,-5-5-1 0,5 5 0 0,0 0-1 0,-12 12-1 16,6-2-3-16,1 0 4 0,3 0 1 0,-1 2-2 16,2 1 1-16,-1 2 0 0,4-3 1 15,-1 3-2-15,3-5 0 0,0 2 2 0,2-3-3 0,1-4 3 16,3 2 3-16,0-1-3 0,3-4-1 0,0 0 3 16,6-2-5-16,-1-2 3 0,2-3-1 0,-3-4 5 15,1 1-3-15,-3-3 2 0,0 0-3 0,-2-4 1 16,1 1-2-16,-2-3-2 0,-1 1 0 0,-3 0 1 15,-3 0-2-15,0 2-1 0,-4 0-1 0,2 4 2 16,-3 0-3-16,1 3 4 0,-1 0-2 0,0 7-2 16,1-10-3-16,-1 10 6 0,0 0-9 0,0 0 0 15,0 0 2-15,0 0-1 0,0 0 0 0,-11 21 1 16,8-9 2-16,2 0 3 0,-2 5-3 0,2-1-4 16,1 2 5-16,1 1-2 0,1-1 3 0,-1 2 0 15,2-3-3-15,-1 1 3 0,-1-1 1 0,2 1 2 16,-2-1-2-16,1-2 0 0,-4 1 1 0,0-2 2 15,0-1-5-15,0-3 1 0,-1 1-7 0,-1 1-6 16,2-5-18-16,-1 1-15 0,2-1-24 0,-3-1-20 16,4-6-23-16,-5 8-25 0,5-8-48 0,0 0-36 15,-6 1-139-15,6-1-390 0,0 0 173 0</inkml:trace>
  <inkml:trace contextRef="#ctx0" brushRef="#br0" timeOffset="-61906">23784 10594 219 0,'5'-9'223'16,"2"-1"-13"-16,-4 2-8 0,0 0-8 0,0 2-16 16,-3 6-19-16,5-8-16 0,-1 5-19 0,-4 3-9 0,0 0-14 15,0 0-10-15,0 0-11 0,11 18-6 16,-10-7-5-16,1 5-7 0,-4 1-15 0,-3 1-24 16,4 1-24-16,0-1-29 0,-2 0-37 0,2-1-49 15,1 0-28-15,-3-2-50 0,2-2-100 0,1-5-318 0,0-8 141 16</inkml:trace>
  <inkml:trace contextRef="#ctx0" brushRef="#br0" timeOffset="-61731.49">23801 10414 1859 0,'-7'-24'-4'0,"1"6"40"0,1 4-7 0,2 2-15 16,-1 5-40-16,1 1-12 0,-1 2 1 0,4 4 3 0,0 0-11 15,0 0-9-15,0 0-14 0,9 24-23 0,-1-10-17 16,3 3-22-16,7 4-88 0,1-1-235 0,4-1 105 16</inkml:trace>
  <inkml:trace contextRef="#ctx0" brushRef="#br0" timeOffset="-61521.72">24220 10522 25 0,'0'0'203'0,"-4"-13"-6"0,-1 8-3 0,1 0-10 0,-1 0-5 15,-1 2-6-15,-3 0-13 0,9 3-8 0,-13-2-12 16,4 2-13-16,-4 2-3 0,3 4-17 0,-4 4 1 16,-1 0-7-16,-6 9-4 0,3-1-15 0,2 2 1 15,3-4-13-15,-1 5-6 0,6-5-10 0,2 2-4 16,-1-1-2-16,5-1-3 0,3 0-22 0,3 0-20 16,1-2-27-16,5 0-25 0,3-5-25 0,4 1-33 15,3-3-35-15,2-4-14 0,6 0-21 0,3-2-11 16,2-1-125-16,-4-5-339 0,2-3 150 0</inkml:trace>
  <inkml:trace contextRef="#ctx0" brushRef="#br0" timeOffset="-60241.9">24462 10594 98 0,'0'-12'160'15,"-3"2"-11"-15,0 0 8 0,-4 2-1 0,-2 1-8 16,-3 2 6-16,-1 3 0 0,0-1-8 0,-4 6 0 16,-2 0-7-16,1 3-8 0,0 0-8 0,1 4-8 15,3 1-10-15,4-2-4 0,-3 2-8 0,6 0-9 16,0-1-9-16,2 0-6 0,4 2-8 0,-1 0-5 15,4-1-3-15,1-2 2 0,4-1-12 0,1-3-1 16,3 2-7-16,2-2-2 0,2-2-4 0,4-2 7 16,2-1-9-16,-3-3-2 0,1 0-1 0,-4-4 0 15,2 1-6-15,-2-3 3 0,-2-1-4 0,-3 2-2 0,0 0-1 16,-5-3-3-16,0 0 0 0,1-3-2 16,-4 3-1-16,1 2 5 0,-3 2 0 0,0 0 1 0,0 7 0 15,0-11 0-15,0 11-1 0,0 0-4 16,-7-10 0-16,7 10-8 0,0 0 1 0,0 0 1 0,-15 7-1 15,10 0-1-15,0 0-2 0,1 4 3 0,0-2-1 16,0 3-1-16,2-2 0 0,2 1 3 0,0 1-1 16,2-2 2-16,0 1-3 0,2 0 5 0,3-3-2 15,0 0 3-15,3-1 2 0,1-2 0 0,3-5 5 16,2 6 0-16,-2-5-4 0,6-2 6 0,-2-2-2 16,1 0 2-16,0-4 0 0,-1 2 3 0,0-2-1 15,0-2 4-15,-5 0-1 0,-1-6-4 16,-1 1 3-16,-3-1-9 0,-1-2 0 0,1-9 1 0,-2 2 4 15,-4-1-7-15,0 0 2 0,-6-1-2 0,2-4-2 16,-3 1 8-16,-2 0-2 0,1 0-3 0,-1 0-2 16,-3 5 19-16,3 7-8 0,0 1 0 0,-2 1 1 15,5 6 3-15,1-1-1 0,0 2-3 0,-2 2-9 16,5 6-2-16,-3-8-6 0,3 8 1 0,0 0-1 16,0 0-1-16,0 0 3 0,5 37-4 0,1-10 1 15,-3 1-3-15,3 1 4 0,0 1-1 0,-1 0-3 16,0 0 6-16,0 4-3 0,0-3-2 0,0-1 4 15,-2-1-4-15,2-1 7 0,0-2-4 0,-1-6 4 16,0-1-2-16,0-1-2 0,1-1-1 0,-1-2 6 16,3-3-2-16,0-2 2 0,0-1-1 0,3 0-1 0,-2-3-2 15,5-1-4-15,0 1 9 0,1-5 2 16,4-4-4-16,1-1 2 0,-1-1 12 0,2-4-15 16,-1-3 3-16,2-4-1 0,1-2-7 0,-2-2 3 15,-4-1-1-15,-1-2 1 0,-2-1 0 0,-3 1-3 0,-3-3-2 16,-3-2 0-16,1 0-3 0,-3 2 7 15,-1 0-4-15,-1 6 0 0,0 1 2 0,-1 1 0 0,1 6 1 16,-2 3-2-16,1-1 0 0,1 2 2 16,0 8-1-16,0-10-3 0,0 10-7 0,-2-7 4 0,2 7-1 15,0 0 2-15,0 0 7 0,0 0-12 0,0 0 1 16,-7 32 1-16,7-15 0 0,0-1-1 16,-1 3 5-16,3-3 4 0,-2 2-2 0,4 0-5 15,0-1 7-15,0-2 2 0,3 2 0 0,0 1 3 16,1-4-1-16,0-3-4 0,2 1 0 0,1-2 5 0,1 2-2 15,-1-4 0-15,2 0 0 0,-1-2 0 0,2-2-1 16,2-1 3-16,-3 0-1 0,0-3 3 0,1-1 0 16,-2-2 1-16,-1-1-5 0,1-1 5 15,0 0 1-15,0-3-8 0,-1 1-5 0,-5-2 4 0,3-1-4 16,1 1 0-16,-6 0-1 0,1 5 5 0,-1-2-5 16,0 2 0-16,-4 4-6 0,5-7 0 0,-5 7 3 15,0 0-6-15,9 0 2 0,-9 0 0 0,0 0 3 16,9 9-1-16,-7-4 5 0,-2-5 2 0,7 9 0 15,0-4 0-15,-3 0 1 0,3 1 2 0,1-1-1 16,3 1 5-16,6-1-6 0,1-2 3 0,2 1 5 16,1-3-5-16,-1-1 4 0,-1 0-4 0,0-2 2 15,-1 0 12-15,-5 1-14 0,0-4 6 0,-3-1-6 16,1 1 9-16,-3-1-9 0,-1-3 3 0,0 1 3 16,-2-1 2-16,-1 0-9 0,-1-1 6 0,-2 1-1 15,-1 2 2-15,0 7-1 0,0-13 3 0,0 6 6 16,0 7-5-16,0 0-4 0,-1-12-3 0,1 12-6 15,0 0 5-15,0 0-8 0,-16 16 9 0,8 0-2 16,0 0-3-16,-1 12 11 0,-1 6 1 0,-2 12-3 16,3 4 3-16,-1 1 3 0,1 0 2 0,5 1 16 0,0 0-16 15,2 0 4-15,2 3 1 0,2-3-11 16,0-1 4-16,-4-1 1 0,4-3-2 0,0 2-9 16,-2-15 9-16,2 2-2 0,-2 0 3 0,0-3 9 15,-2-1-9-15,0-1-4 0,-2-5-4 0,-1-1 4 16,-2-8 4-16,2-1-4 0,1-4 0 0,-5-2-7 0,0-3 3 15,-2-3-4-15,-2-1-1 0,-1-3 0 16,1-3 0-16,-4-3-4 0,-2-4-11 0,0-9 2 16,-1-1-7-16,-1-4-4 0,2-2 0 0,-4-14-5 0,8 9-3 15,-3-12 1-15,7-3-11 0,2 2 2 0,7 10 15 16,6-14-10-16,5 3 3 0,7 0 4 0,1 14-7 16,15-9 15-16,3 3-8 0,7 3 1 0,2 5 10 15,1 6-8-15,0 1-4 0,5 0-8 0,-3 5-13 16,3 1-7-16,0 0-14 0,-11 8-24 0,0 0-23 15,-2 3-40-15,-1-1-52 0,-2 2-46 0,-3 4-193 16,-4-1-487-16,-8 3 216 0</inkml:trace>
  <inkml:trace contextRef="#ctx0" brushRef="#br0" timeOffset="-59597.84">26252 10375 100 0,'-2'-11'252'0,"2"-2"-3"15,2 4-5-15,-2 2-17 0,0 7-21 16,0-12-21-16,0 12-24 0,0-8-18 0,0 8-17 16,0 0-6-16,0 0-20 0,5 30-9 0,-5-11-7 0,0 8-7 15,0 0-10-15,-5 4 2 0,1 0-10 16,3-1-4-16,-1 1-7 0,-2-1-3 0,2 2-2 0,0-3-7 15,-1 1-5-15,-1-3-19 0,4 1-24 0,0-3-31 16,-2-6-36-16,0-2-50 0,2 1-51 16,0-7-51-16,-5 0-129 0,4 0-389 0,-1-7 172 0</inkml:trace>
  <inkml:trace contextRef="#ctx0" brushRef="#br0" timeOffset="-59237.51">26252 10411 235 0,'0'-8'244'0,"2"-1"-24"16,-2 9-24-16,-2-11-21 0,2 11-19 0,0-8-17 16,0 8-15-16,0 0-12 0,0 0 0 0,0 0-9 15,0 0-8-15,23 16-8 0,-17-7-6 0,4-1-6 16,3 3-10-16,1 0-1 0,1 1-5 0,1-4-4 16,-1 1-3-16,6-1-3 0,-3-3-1 0,4-2-4 15,7 0-2-15,-8-3-2 0,-2-1 3 0,4-1 0 16,-6-4-4-16,4 0-3 0,-5-2 1 0,0-5-3 15,-2 3 0-15,-3-3-1 0,3-3-11 0,-4 2 3 16,-1-3 5-16,0 3 2 0,-2-3-4 0,-2 2 2 16,1 4-4-16,-2 3 2 0,-1 1 1 0,-1 0 0 15,-2 7-8-15,4-8-5 0,-4 8-1 0,0 0-3 16,0 0-4-16,0 0 1 0,10 19-1 0,-10-8-1 16,2 7 0-16,-4 2-4 0,2 5 2 0,-2 1 1 0,0 0-2 15,1 0 3-15,1 1-1 0,0 1 0 16,1-2-1-16,-1 1-11 0,2-1-24 0,-4-2-24 15,4 1-34-15,-2-5-47 0,0-2-32 0,2-1-53 0,2-1-39 16,-4 0-147-16,5-3-441 0,1-5 195 0</inkml:trace>
  <inkml:trace contextRef="#ctx0" brushRef="#br0" timeOffset="-58866.65">27011 10537 114 0,'-8'-15'222'0,"3"4"-5"0,-4 1-5 15,-2 1-12-15,-2 2-8 0,-1 3-11 16,-4 3-12-16,0 3-14 0,0 3-6 0,-2 4-8 0,2 0-16 16,0 0-9-16,4 3-14 0,3-2-7 15,-1 1-14-15,4 4-3 0,3-3-9 0,3-3-5 0,2 2-7 16,0 0-6-16,5-2-2 0,1 1-6 0,4-3-3 16,1 1-6-16,1-5-3 0,5 1-6 0,6-2-5 15,-4-4 0-15,10-2-3 0,-8-1-1 0,-4-3-4 16,2 1 2-16,-4-5-4 0,-1 1 0 0,-1-2-1 15,-1-2-1-15,-4-2 0 0,-1 2 7 0,-1 4 5 16,0-1 7-16,-4 0 7 0,0 2 0 0,1 1 3 16,-2 2-5-16,2 2-1 0,-3 5-8 0,0 0-3 15,0-9-6-15,0 9 6 0,0 0-4 0,0 0 6 16,-9 21 0-16,5-10 0 0,-1 3 0 16,0 4-1-16,-2 7-5 0,1-7 2 0,2 1 2 0,2 1-5 15,-2-1-3-15,4 10-1 0,-2-4-19 0,4 1-21 16,-2-8-22-16,0-1-27 0,4 1-37 0,-2-2-55 15,4 0-28-15,-4-3-34 0,1-1-38 0,-1-5-152 16,2 2-457-16,-4-9 203 0</inkml:trace>
  <inkml:trace contextRef="#ctx0" brushRef="#br0" timeOffset="-58570.32">27155 10669 180 0,'3'-15'206'0,"3"0"-17"0,-1-1-3 16,1 0-11-16,1 2 3 0,0-2-3 15,1 1-14-15,3-1-12 0,-1 0-7 0,-1 2-12 16,5-1-4-16,-3 2-4 0,0 3-9 0,0-3-1 16,-4 4-4-16,0-1-1 0,1 3-4 0,-3 3-11 0,0-2-3 15,-5 6-9-15,9-8-9 0,-7 6-13 16,-2 2-8-16,0 0-5 0,0 0-3 0,0 0-8 16,15 14 0-16,-12-5 1 0,-3 7 5 0,2 4-5 15,-1 3-3-15,-4 4 0 0,0-2 5 0,1 3 0 16,2-2-4-16,-2 0-6 0,1 3 1 0,-2 1-2 15,2-1 1-15,-3 1-7 0,2-3 2 0,-1 2-7 16,-1-4 4-16,2 0 12 0,0-6-20 0,-3 1-10 16,0-1-29-16,1-1-21 0,-1 2-24 0,1-4-30 15,0-3-16-15,-1 2-38 0,0-3-44 0,3-4-50 0,0-2-213 16,0-1-503-16,2-5 222 0</inkml:trace>
  <inkml:trace contextRef="#ctx0" brushRef="#br0" timeOffset="-58400.49">27112 10278 82 0,'-13'-17'238'16,"4"3"-16"-16,0 3-30 0,4 3-15 0,-1-1-27 16,-1 4-32-16,5 0-50 0,2 5-37 0,0 0-27 15,0 0-41-15,0 0-52 0,34 4-104 0,-7 5-209 16,2 0 93-16</inkml:trace>
  <inkml:trace contextRef="#ctx0" brushRef="#br0" timeOffset="-58084.62">27526 10394 203 0,'-12'2'216'0,"12"-2"-11"0,-11 3-7 0,11-3-5 15,-8 6-12-15,3 0-11 0,0 1-10 0,1 1-12 16,-1 3-12-16,1-1-11 0,2 6-11 0,2 2-9 0,-2-3-11 15,4 2-7-15,2-2-11 0,2 0-4 16,2 1-8-16,3-3-3 0,0 1-4 0,5-1-3 16,2-2-10-16,2-2 0 0,7 1-5 0,0-3-1 15,-5-6-4-15,-1-1 0 0,-3-1-5 0,1-2-2 0,-5-1-1 16,-3-1 0-16,1-1 0 0,-3-2-2 16,2-6 1-16,-7 0-4 0,2-3-1 0,-4-2 5 15,-2-5-4-15,-6-1-3 0,2 3-1 0,-2-3 1 16,-2 7-4-16,-3 3 4 0,2 1-5 0,-2 0 2 15,2 6-2-15,-3-1-2 0,0 2-3 0,0 3 0 16,-3-1-7-16,1 7-17 0,0-2-28 0,-4 7-16 16,3 3-29-16,-1 0-45 0,3 2-40 0,4 2-50 15,1 1-216-15,4-2-476 0,2-2 211 0</inkml:trace>
  <inkml:trace contextRef="#ctx0" brushRef="#br0" timeOffset="-57645.66">27696 10394 51 0,'5'-10'222'0,"0"1"-14"16,-1 3-14-16,3-1-15 0,-1 1-11 15,6 3-16-15,-1 0 0 0,2 3-10 0,7 5-8 16,-3 2-11-16,2 3-1 0,4 4-18 0,-7-1-8 0,6 3-10 16,0 2-6-16,-1 1-10 0,-4 0-3 0,2 0-10 15,-6-4-1-15,-4 1-8 0,4-4-1 0,-6 5-7 16,0-7-2-16,-3 2-5 0,2-3 0 15,-4 0-4-15,0-3-6 0,0 1 3 0,-2-7 3 16,0 10 7-16,0-10 7 0,-2 7 1 0,2-7-3 0,-10 3-3 16,10-3-4-16,0 0 1 0,-17-6 2 0,12 2-5 15,-4-2 0-15,5 0-1 0,-1-2-5 0,3-2-2 16,-1 1-5-16,2-3-1 0,1 1-1 0,2-1-3 16,2-3-2-16,5 0-4 0,1 0-2 0,3 1-1 15,1 1 3-15,5-5-9 0,3 2 3 0,-8 5-2 16,6 0 3-16,-2 3-3 0,-2-1 2 0,3 1-2 15,-6 4 2-15,-1-1-1 0,-4-1-2 0,2 3 0 16,-4 0-2-16,1 0 0 0,-1 1 0 0,-6 2-1 16,9-2-3-16,-9 2-1 0,0 0 3 0,0 0 2 15,14 6-1-15,-11-1-1 0,0 1 3 0,-1 4-1 16,1-1 1-16,-3 2-2 0,2 2 3 0,-2-2 1 16,0 6-3-16,2 0-17 0,-4-2-18 0,0 1-27 15,2 1-31-15,-2-2-56 0,1-2-45 0,1 0-72 16,-1-3-145-16,0 2-447 0,-3-4 198 0</inkml:trace>
  <inkml:trace contextRef="#ctx0" brushRef="#br0" timeOffset="-57477.79">28075 10222 20 0,'-12'-15'235'0,"4"5"-28"0,0 0-19 0,3 3-18 15,-1 2-21-15,1-1-31 0,5 6-44 0,-3-5-27 16,3 5-45-16,0 0-30 0,0 0-39 0,30 7-120 16,-14 0-200-16,4-2 89 0</inkml:trace>
  <inkml:trace contextRef="#ctx0" brushRef="#br0" timeOffset="-57260.75">28498 10177 162 0,'2'-6'233'0,"0"0"-4"15,-2 6-5-15,3-7-13 0,-3 7-17 0,0 0-20 16,2-7-15-16,-2 7-16 0,0 0-10 0,7 18-2 16,-5-2 4-16,0 3-8 0,0 10-12 0,1 2-8 0,2 0-12 15,-4 0-10-15,0 1-8 0,-1 0-7 16,0-4-5-16,-1 1-3 0,0 1-6 0,0-3-5 0,-3-2-7 16,1-1 2-16,1-6-15 0,-1-1-20 0,-2 2-19 15,2-4-28-15,1 2-28 0,-1-6-40 0,3 1-39 16,-2-3-47-16,2-2-34 0,0-7-177 15,0 0-433-15,-2 9 192 0</inkml:trace>
  <inkml:trace contextRef="#ctx0" brushRef="#br0" timeOffset="-56778.03">28530 10481 30 0,'0'-12'230'0,"2"2"-14"0,-2 3-12 16,0 7-22-16,0-12-14 0,0 12-16 0,0-7-16 15,0 7-16-15,0 0-10 0,1-7-14 0,-1 7-9 16,0 0-8-16,0 0-2 0,0 0-10 0,24 14-8 15,-15-8-6-15,2-1 0 0,5 2-7 16,2-2 3-16,0-1-5 0,2 0-2 0,-2-3 3 0,1 2-3 16,-1-3 0-16,-5-2 6 0,1 1 0 0,0-2 1 15,-2 1 1-15,-1-2 6 0,-1-1 0 0,-1 1-3 16,0-3 2-16,-1 2-1 0,1 0-2 0,-3 1 4 16,-1 0-2-16,-5 4 2 0,9-7-5 0,-9 7-7 15,5-4-9-15,-5 4-6 0,0 0-4 0,0 0-1 16,0 0-7-16,13 18 3 0,-12-3 0 0,-1 6-1 15,2 6 0-15,-5 3 0 0,-1 1-5 0,-3 0 10 16,-2 15-4-16,0 0-1 0,4-10 5 0,-2-4-4 16,4 0 2-16,-3 2-2 0,4 0 2 0,-1 1-2 15,3-2 5-15,-2 1-2 0,0-2 2 0,2 0-3 16,-1-2 2-16,1 0-3 0,-1-3 11 0,1 1-12 16,-2-3-5-16,1-1-2 0,-2-8 0 0,0 0-2 15,0-3 0-15,1-3 1 0,-1 0 1 0,-2-2 11 16,-4 0-10-16,4-6-2 0,-6-1 0 0,0-2 1 15,-2-3-8-15,-2-5-1 0,-3-2 4 0,-1-6 0 16,1-6-5-16,2-2-1 0,-2-4-5 0,7-3 0 16,4-2-9-16,0-1-2 0,5 0 1 0,7 0 4 15,4-13-9-15,4 16 0 0,3-1-8 0,2 1-1 0,4 1-6 16,1 4 8-16,0 1-10 0,5 7-5 0,0 0-22 16,2 1-23-16,2 5-24 0,-2 1-33 0,1 3-39 15,1 1-50-15,1 2-30 0,-2 3-187 16,4 0-483-16,0 0 214 0</inkml:trace>
  <inkml:trace contextRef="#ctx0" brushRef="#br0" timeOffset="-55347.8">29678 10305 104 0,'5'-10'240'0,"-4"5"-3"0,1-2-7 0,-2 7-18 15,-4-15-18-15,-1 9-17 0,-4 2-17 0,-1 0-17 16,-1 5-15-16,-3 4-10 0,-1 6-9 0,-8 6-7 15,-1 2-8-15,1 3-11 0,0 3-7 0,1 2-8 16,3-3-1-16,5 1-14 0,3 0-2 0,3-2-3 16,4 2-3-16,2-6-7 0,4 0-3 0,3-2-9 15,2-3-10-15,4 2-20 0,2-1-17 0,2-6-21 16,3 2-19-16,2-3-26 0,7 0-16 0,0-4-19 16,2-5-6-16,2 0-10 0,-2-3 0 0,-1-2 3 15,-1-2 17-15,-1-3 3 0,-1-2 18 0,0-1 6 16,-4-3 11-16,-1-4 15 0,-4 0 13 0,-7 5 20 15,3-8 22-15,-4 6 21 0,-1 1 16 0,-3-1 15 16,0 3 20-16,-3 0 5 0,-1 2 2 0,-1 2 6 16,-2 0 4-16,-3 1 2 0,0 5-1 0,1 1-2 15,-6 1-4-15,11 3 4 0,-27 7 1 0,10 0 0 16,-6 6-4-16,1 3-12 0,1 3-2 0,-3-1-9 0,5 0-4 16,6-4-4-16,5 3-2 0,-3-4-8 15,4 3 3-15,3-2-7 0,2-2-4 0,0 0-1 16,2-1 0-16,3 0-2 0,1-3 0 0,4-1-2 15,-2 1-1-15,4-5-8 0,0 2-2 0,3-3-4 0,0-2-2 16,0-1-1-16,1-2 3 0,0-3-3 0,-3 0 2 16,2-4-3-16,-2 1 3 0,1-4-2 0,-3-1 0 15,0-2 1-15,0 4 3 0,-5 1-6 16,0-2 8-16,0 3 2 0,-2 0 1 0,-1 3 24 0,2 2-10 16,-3 5 0-16,4-9-10 0,-4 9-3 0,0 0-3 15,0 0 1-15,0 0 4 0,0 0-3 0,0 0 3 16,-12 25-4-16,8-14-1 0,1 1 2 0,-3-1-2 15,3 2 0-15,-1 2 2 0,1-2-2 0,2-1-2 16,4 1 4-16,0-2 0 0,2 1-1 0,3-2 9 16,0-3-1-16,3 0 7 0,6-1-4 0,1 1 0 15,0-3 1-15,1-2-5 0,0 0-1 0,3-2 2 16,-2-4-2-16,0 0-3 0,1-1 4 16,-2-4-5-16,-2 1 2 0,-1-4 0 0,0 0-6 0,-3-2 1 15,-3-2 5-15,-1-2-6 0,-2 1-2 0,-3-2 0 16,-2 0 0-16,-5-1 6 0,0 1-11 0,-4 1 0 15,-2 1-2-15,-1 2 1 0,-3 1-2 0,1 1 0 16,1 2-1-16,-1 5 0 0,2 0 0 0,1 2-1 16,-1-2-2-16,4 6 2 0,-3-3 0 0,0 1 1 15,9 2 1-15,-11 0-3 0,11 0 2 0,0 0 2 16,-5 5-3-16,5-5 10 0,0 0-5 0,15 10-3 16,-4-6 1-16,6 2 4 0,3-2-4 0,2 1 0 15,6-1 0-15,-9 1 2 0,1-1-2 0,-3-2 1 16,4 0-3-16,-11 2 3 0,2-2-3 0,-1 1-1 15,-4 0-3-15,1 1-2 0,-3 1 2 0,2 2 3 16,-2 1 3-16,-1 2-3 0,-3 2-2 0,1 0 2 16,0 2 0-16,0 4 1 0,-2-5 1 0,-2 2 11 15,-1 2 4-15,2 0 2 0,0-1-5 0,-2-3 3 16,2 0-2-16,1-3 0 0,0 3-5 0,0-3 2 16,1 0 1-16,2 1 3 0,0-1-5 0,1-2 2 15,0 1-2-15,0-6 2 0,2 4-1 0,1 0-1 0,-2-3 0 16,2-2 0-16,0-1 1 0,2-1-1 15,-9 0-5-15,19-5-2 0,-9-1-4 0,-1 0-3 16,2-1-7-16,-4-1 3 0,2-5-8 0,0-1-4 0,-2-1-2 16,-1-2 4-16,-3-2 2 0,1 0 2 0,-1 1-1 15,1 0 6-15,-3 0-3 0,-1 1 3 16,1 6-1-16,-2-1 3 0,1 1 3 0,-1 1 1 16,1 10 2-16,0-14 1 0,0 14 2 0,-1-9 6 15,1 9-11-15,1-8 2 0,-1 8-3 0,0 0 0 0,5-6 5 16,-5 6-3-16,10 2 0 0,-10-2 3 15,22 4-6-15,-9 2 6 0,-2-2-5 0,6 3 3 16,-6 0 0-16,3-2-4 0,-5 4 2 0,0-2 1 16,1 1-3-16,-2 3 1 0,-3-1 3 0,2 1-2 0,-4 0 0 15,2 1 1-15,-1-2 1 0,-3 1 0 0,2 0 4 16,1 0-4-16,-4-2 2 0,4 1 1 16,-2-1 2-16,1-3-4 0,1 1 6 0,-2-2-2 0,3 0 1 15,-5-5 3-15,8 7-1 0,-3-4 1 0,-5-3-3 16,12 1 2-16,-3 1 1 0,-9-2 3 0,12-4-6 15,-5 0 5-15,0 0-4 0,-2-2 0 0,2-1 0 16,-1-4-1-16,1 3 1 0,0-3-2 16,-3 0 2-16,3-4-1 0,-1 0 0 0,-2 3 1 0,-3 1-2 15,3 0-3-15,1-2 1 0,-1 5 12 0,-2-2 2 16,-2 3 5-16,3 1-4 0,-3 6-2 0,1-8-5 16,-1 8-6-16,0 0 1 0,0 0-3 0,0 0 1 15,0 0-1-15,5 28 1 0,-6-13-1 0,-3 2 0 16,2 2 2-16,-1-1-2 0,-2 6 0 0,1-7 2 15,3 0 2-15,-1 2-17 0,0-1-22 0,2-3-35 16,0 2-30-16,2-1-48 0,0-6-63 0,2 0-43 16,-2 0-210-16,0-4-503 0,-2-6 222 0</inkml:trace>
  <inkml:trace contextRef="#ctx0" brushRef="#br0" timeOffset="-55202.65">30776 10310 99 0,'-5'-3'151'0,"5"3"-29"0,0 0-36 0,0 0-29 15,0 0-57-15,-13 15-87 0,14-6-92 0,0 2 41 16</inkml:trace>
  <inkml:trace contextRef="#ctx0" brushRef="#br0" timeOffset="-54731.67">31029 10590 198 0,'11'-5'236'0,"-4"1"-6"15,1-2-6-15,-2 2-15 0,0-3-17 0,1 0-18 16,0 1-10-16,1-2-17 0,0 0-10 0,-3-1-16 16,0 1-8-16,-3 0-14 0,4-2-6 0,-5 2-11 15,-1 1-11-15,0 7-8 0,-5-16-5 16,0 9-6-16,-3 1-7 0,-2 0-8 0,-3 2-3 0,-1 3-4 15,-4 1-4-15,5 2-2 0,-5 3-9 0,0 2 2 16,2 5-3-16,1-2 5 0,3 5-4 0,-1-2-4 16,3 0 2-16,2 1-3 0,3 2 1 0,5 0 1 15,0-1-1-15,3-3-2 0,2 6 4 0,3-2-1 16,5-3 0-16,3 0-2 0,2-1 1 0,-2-4-2 16,9 2 2-16,-6-3-5 0,1 0 2 0,8-5 1 15,-8 0-3-15,0-4 3 0,1-3-4 0,-1 1 5 16,-1-1-3-16,-4-1 1 0,3-3 1 0,-5-1-4 15,2-2 2-15,-4 1 0 0,-1-4 1 0,3-2 1 16,-4 0-5-16,-2-1 0 0,3 1 3 0,-5 2 3 16,1-1 1-16,-1 6 6 0,-1-1 12 0,1 2-7 15,0 0 0-15,-4 2-2 0,0 1-3 0,-1 6-5 16,4-8 2-16,-4 8-9 0,0 0 0 0,0 0-4 16,0 0 4-16,9 14-1 0,-5-5-2 0,-4 1 2 15,3 2-1-15,-2 0-2 0,-1 0 0 0,1 1 2 16,1 3 0-16,-8 1-2 0,6 0 2 0,2-5-10 15,-2-1-26-15,0 1-30 0,-2 3-32 0,1-5-53 16,5 3-69-16,-3-5-53 0,-1-8-164 0,5 14-471 16,7-9 209-16</inkml:trace>
  <inkml:trace contextRef="#ctx0" brushRef="#br0" timeOffset="-54096.71">31839 10614 2131 0,'9'-9'48'0,"-1"-5"-37"0,-2 5 15 0,-2-1 19 15,0 2 9-15,-3 1 24 0,0 0 2 0,-1-2 0 16,0 9-9-16,-2-13 1 0,2 13-2 0,-8-11-4 16,2 8-2-16,6 3-5 0,-18-1-7 0,4 2-6 15,1 3 1-15,-5 4-5 0,3-1-4 0,-2 2-2 16,3 1 5-16,0 0-7 0,4-1-5 0,0 2-4 16,2 0 2-16,3-1-7 0,0-1 1 0,2 2-1 15,3-2 1-15,1 2-2 0,5-1 0 0,-1-1 0 16,6-4 0-16,5 3 0 0,3 0-5 0,-3-4-2 15,3 0 0-15,1-4-3 0,-2 0-1 0,-1-2 3 16,0-3-4-16,0 0 2 0,-2-3-4 0,-2 1-2 16,2-4-8-16,-2-3 4 0,-3-2-4 0,0 0-2 15,4-10 4-15,-7 2-3 0,1-4 6 0,-1-1-5 16,-1-2 2-16,0-2 0 0,-4 0-4 0,2-2 3 0,-1 4 1 16,-2-3 6-16,3 6 9 0,-1 7 7 0,0 2 0 15,-2 2 7-15,-1 4-3 0,0 2 9 0,2 2-6 16,-2 2 0-16,0 7-10 0,0-11-3 0,0 11-7 15,0 0 4-15,0 0-4 0,0 0-3 0,-17 33 1 16,9-7 1-16,1 1 2 0,-2 1-5 0,2 1 3 16,3 0-3-16,1 1 1 0,3 0 1 0,0-2-6 15,0 0 4-15,3-3-1 0,5 0 5 0,0-6 1 16,1 4-2-16,0-6-2 0,5 0 0 0,-1-3 0 16,3-1 2-16,-2-2 2 0,3-1 2 0,-1-2-8 15,2-2 1-15,0-3 10 0,1 1-8 0,2-4-4 16,-3-1 0-16,1-2 3 0,-1-2-4 0,-3-5-1 15,2-1-6-15,2 1-3 0,-5-5-4 0,-1-1 3 16,0-6 2-16,-3 8-7 0,-1-3 8 0,-2 1 1 16,-3 0-3-16,-1 4-2 0,-2 2 3 0,-1-1 0 15,0 1 1-15,0 10 0 0,-4-14-1 0,0 9-4 16,-1 1 12-16,-4 4-11 0,9 0-1 0,-24 8 8 16,6 1 3-16,4 1 1 0,-2 0 4 0,1 3-1 15,1 1-1-15,2 1 2 0,1 1 10 0,3 1-12 16,2 0 7-16,4-2-1 0,0 3-5 0,6-3 1 15,2 2-16-15,4-3-22 0,0 1-24 0,6-1-37 16,-1-1-36-16,6 3-36 0,-1-9-45 0,1 1-26 16,7 0-24-16,-9-4-156 0,-6-2-454 0,5 0 200 15</inkml:trace>
  <inkml:trace contextRef="#ctx0" brushRef="#br0" timeOffset="-53693.52">32510 10507 168 0,'1'-6'220'0,"3"1"-2"15,-4 5-9-15,3-9-14 0,-3 9-20 16,2-5-17-16,-2 5-19 0,0 0-8 0,0 0-7 16,0 0-9-16,0 0-10 0,4 23-11 0,-4-14-2 15,1 1 0-15,2 3 5 0,1 0-11 0,-2-1-7 16,2 3-5-16,0-4-7 0,-2 1-8 0,2 0-5 16,0-2-1-16,0 3-7 0,0-5-3 0,1 0-7 15,0 1-3-15,-2-2 2 0,0-1-3 0,-3-6 0 0,6 8 1 16,-3-5 1-16,-3-3-1 0,8 0 0 15,-8 0-3-15,0 0-5 0,14-9 0 0,-10 5-4 16,2-5 3-16,2 0-6 0,0-2 0 0,-1 0-4 16,2-3 0-16,0 0-1 0,-9 14 34 0,21-32-10 15,-21 32-1-15,23-30-8 0,-23 30 2 0,18-19 4 0,-18 19 7 16,0 0-11-16,20-23 3 0,-20 23-5 16,0 0-3-16,0 0-3 0,0 0-5 0,17-18-9 0,-17 18-3 15,0 0 2-15,0 0 0 0,0 0 0 16,0 0-2-16,0 0 1 0,0 0 2 0,0 0 0 15,0 0-6-15,6 77 12 0,-6-77-23 0,0 0 14 0,-6 47 5 16,6-47-3-16,0 0-4 0,-9 38-4 16,9-38 5-16,0 0-33 0,-7 35-27 0,7-35-31 0,0 0-35 15,-5 27-43-15,5-27-72 0,0 0-53 16,0 0-196-16,0 0-526 0,0 0 233 0</inkml:trace>
  <inkml:trace contextRef="#ctx0" brushRef="#br0" timeOffset="-53528.65">32776 10355 214 0,'0'0'238'0,"-18"-35"-24"0,18 35-16 0,0 0-21 16,0 0-17-16,-15-25-19 0,15 25-25 16,0 0-23-16,0 0-35 0,0 0-38 0,0 0-50 15,0 0-53-15,0 0-60 0,0 0-87 0,0 0-247 16,33 86 110-16</inkml:trace>
  <inkml:trace contextRef="#ctx0" brushRef="#br0" timeOffset="-53143.98">33046 10483 66 0,'0'0'210'0,"0"0"-6"0,0 0-12 0,0 0-12 0,0 0-12 16,0 0-12-16,0 0-5 0,0 0-4 0,0 0-10 15,0 0-11-15,0 0-6 0,0 0-5 0,0 0-2 16,0 0-4-16,-98 14-3 0,98-14-7 0,-21 21-3 15,21-21-11-15,-13 23-1 0,13-23-10 0,0 0 0 16,-10 33-13-16,10-33 8 0,0 0-7 16,0 0-3-16,0 0 11 0,24 53-4 0,-24-53-9 0,35 19 1 15,-14-10-5-15,-21-9-7 0,54 14-2 0,-26-8-4 16,-28-6-4-16,54 2-5 0,-54-2 2 0,50-2-8 16,-50 2 2-16,38-10-8 0,-38 10 0 0,33-17-1 15,-33 17-4-15,31-22 0 0,-31 22-5 16,23-29 5-16,-23 29-11 0,15-30-1 0,-15 30 0 0,6-32-5 15,-6 32 2-15,0 0 0 0,0-32 2 0,0 32 14 16,0 0-11-16,0 0 2 0,0 0 1 0,0 0 12 16,0 0 12-16,-39-17 13 0,39 17 2 0,0 0 4 15,0 0-11-15,-60 40 4 0,60-40-14 16,-25 25 3-16,25-25 2 0,-11 26-8 0,11-26-1 0,-2 33-10 16,2-33-24-16,0 0-31 0,19 52-33 0,-19-52-49 15,30 32-49-15,-13-18-58 0,6-3-57 16,-23-11-41-16,46 20-168 0,-19-13-535 0,0 0 236 0</inkml:trace>
  <inkml:trace contextRef="#ctx0" brushRef="#br0" timeOffset="-53009.96">33591 10701 264 0,'0'0'275'0,"0"0"-16"0,0 0-7 0,0 0-11 16,28-32 1-16,-28 32-20 0,0 0-26 0,0 0-13 16,0 0-19-16,0 0-18 0,0 0-20 15,0 0-33-15,0 0-40 0,0 0-43 0,0 0-56 16,0 0-86-16,0 0-102 0,0 0-152 0,0 0-418 15,0 0 185-15</inkml:trace>
  <inkml:trace contextRef="#ctx0" brushRef="#br0" timeOffset="-51875.52">3621 12066 148 0,'0'0'258'0,"2"-7"-17"16,-2 7-10-16,0 0-14 0,2-5-37 0,-2 5-17 15,0 0-13-15,0 0-21 0,0 0-11 0,4-5-16 16,-4 5-7-16,0 0-14 0,0 0-7 0,0 0 0 16,3 17-4-16,-2-6-4 0,0 0 2 0,0 6-4 15,2 0-3-15,0-2-2 0,-2 3-4 0,0-2-5 16,0 0-3-16,1 2-5 0,0-1 1 0,1 1-8 16,0-1-5-16,0-1 0 0,0 0 1 0,-2-5 0 15,2 2-9-15,-1-3-22 0,1 0-15 0,-1 0-25 16,1 0-28-16,1-1-28 0,-1-2-34 0,-1-1-47 15,-2-6-35-15,3 10-177 0,-3-10-419 0,0 0 186 16</inkml:trace>
  <inkml:trace contextRef="#ctx0" brushRef="#br0" timeOffset="-51655.82">3784 12105 84 0,'0'0'163'0,"2"-4"-5"0,-2 4 16 15,0 0 1-15,0 0 0 0,0 0-11 0,0 0-13 16,9 21-8-16,-7-12-6 0,0 3-6 0,1 4-11 16,-1 2-5-16,1-1-9 0,-2 0-11 0,0 0-6 15,-1 0-8-15,1 1-8 0,1-3-10 0,-1 1 2 16,-1 1-3-16,1 0-15 0,-1-6-14 0,2 2-27 16,-2-3-34-16,-2-3-49 0,4 5-46 0,-1-6-44 15,1 0-54-15,-2-6-112 0,0 0-360 0,2 8 160 16</inkml:trace>
  <inkml:trace contextRef="#ctx0" brushRef="#br0" timeOffset="-51438.1">3956 12101 125 0,'10'-1'183'0,"-10"1"-12"15,11 5 0-15,-4-2-4 0,2 6-9 0,0 0-10 16,3 2-10-16,-2 5-6 0,-1-1-6 0,1 3-12 15,-1-1-6-15,1 6-7 0,-3-5-9 0,-2 1-12 16,-3-1-4-16,0-1-5 0,-4 1-8 0,-1-1-5 16,-3 3-6-16,1-2-24 0,-2-2-15 0,-4 0-16 15,-1 5-23-15,-2-9-31 0,-1 2-39 0,3-2-32 16,-4-2-34-16,2-3-156 0,-4 1-343 0,6-3 152 16</inkml:trace>
  <inkml:trace contextRef="#ctx0" brushRef="#br0" timeOffset="-51196.47">3302 12230 76 0,'-5'13'174'0,"1"5"-1"0,0 6-5 0,4 2-4 0,-1-1-13 16,-2 5-4-16,6-1-7 0,1-2-13 0,1-1-7 15,1-2-11-15,3 2-8 0,-1-9-14 0,1 1-9 16,0-1-7-16,3-2-4 0,-1-1-7 0,4-1-4 16,0-4-6-16,3 1-7 0,3-5-19 0,2-2-34 15,-3 0-44-15,7-4-53 0,1-3-72 0,-11-2-127 16,2-1-332-16,-1-2 147 0</inkml:trace>
  <inkml:trace contextRef="#ctx0" brushRef="#br0" timeOffset="-51010.26">3717 11901 3122 0,'-1'-10'2'0,"1"-2"-57"0,-1 2 52 16,-1 3 4-16,2 7-5 0,-1-9-5 0,1 9 2 16,-2-8-8-16,2 8-8 0,0 0-3 0,0 0-4 15,0 0-12-15,2-10-23 0,-2 10-16 0,0 0-44 16,0 0-56-16,13 14-53 0,-11-8-138 0,1 1-401 15,-3-7 179-15</inkml:trace>
  <inkml:trace contextRef="#ctx0" brushRef="#br0" timeOffset="-44895.78">6250 11950 30 0,'0'0'172'0,"0"0"4"0,0-10-2 0,0 10-6 16,0 0-9-16,0 0-12 0,0-10-7 0,0 10-7 0,0 0-9 15,0 0-9-15,0 0-15 0,0 0-7 0,0 0-14 16,0 0-11-16,0 0-8 0,0 0-8 0,0 0-2 16,0 0-7-16,0 0-5 0,0 0-2 0,9 20-3 15,-6-9-4-15,1 3-2 0,-1-4 1 16,0 3-5-16,1 3-5 0,0 0 1 0,-1 1-4 0,0 1 9 15,0 2 3-15,-1-2 1 0,-1-3-5 0,2 0 1 16,1-2-3-16,-3 0-1 0,-1 0 1 0,1 1-6 16,-1 0 1-16,0-3 0 0,0 1-2 0,2 0 0 15,-2-1-4-15,-2 0 1 0,2 1 0 16,0-3-2-16,-1 2-7 0,0-1-23 0,1-10-3 0,-3 12-35 16,2-5-15-16,1-7-24 0,-1 12-15 0,1-12-9 15,0 10-22-15,0-10-5 0,0 0-5 16,-3 6-130-16,3-6-305 0,0 0 135 0</inkml:trace>
  <inkml:trace contextRef="#ctx0" brushRef="#br0" timeOffset="-44441.86">6234 12026 125 0,'0'-10'172'0,"0"-1"-14"15,1 1-5-15,3 1-13 0,1-2-13 0,4-2-6 16,6 0-8-16,2 0-1 0,7-2 7 0,3 1-20 15,1 1-5-15,3 5-6 0,-2 3-5 0,0 1-10 16,0 4-6-16,-1 2-6 0,-7 1-7 0,1 2-6 16,-3 4-4-16,-1 0-6 0,-5 1-1 0,2 0-6 15,-4 4 2-15,0-2-7 0,-5 2 0 0,1 3-2 16,-3-1-1-16,-6 0 8 0,1-3-6 0,-3 1 2 16,0-3-5-16,-6 2 2 0,5-2-1 0,0-1-6 15,-3-1 0-15,2-1-1 0,-2-3 4 0,2 0-1 16,1-1 0-16,5-4-3 0,-8 5-2 15,4-3 2-15,4-2-5 0,-7 6-2 0,7-6-1 0,0 0-1 16,0 0-1-16,0 0-2 0,0 0 2 16,8 10-4-16,-8-10-1 0,15 3 1 0,-4 0-1 0,-1 1 2 15,6 4-4-15,-4-4 2 0,3 2 0 0,0 4-2 16,-4-3 1-16,-2-1-1 0,3 3-1 0,-3-2-1 16,0 1 1-16,-2 2 1 0,-2 1-2 0,1-2 0 15,-3 1 4-15,-1 1-1 0,-2 1 2 0,-2 0 3 16,-1-3 0-16,-3 3 1 0,0-5 3 0,-5 5 1 15,-2-1 3-15,0-3-7 0,1-2 2 16,-4 1 4-16,3-3 0 0,0-1-3 0,-5 1-1 16,6-1 2-16,-4-1-3 0,1-1-17 0,0 1-18 0,0-4-16 15,2 0-22-15,0 1-39 0,0-2-37 0,3-1-41 16,1 0-182-16,-3-3-394 0,6-1 175 0</inkml:trace>
  <inkml:trace contextRef="#ctx0" brushRef="#br0" timeOffset="-43961.97">6999 11951 123 0,'0'0'186'0,"9"-6"-17"15,-9 6 4-15,6-5-34 0,0 4-9 0,4-3-18 16,1 1-10-16,2-2-12 0,4 0-4 0,2 2-14 15,3-1-4-15,6-2-9 0,-2 1-6 0,-5 2-22 16,1 0-19-16,-3 2-26 0,-1-2-16 0,-4 3-27 16,-1-2-14-16,-3 0-16 0,0 2-10 0,-2-1-6 15,-8 1-1-15,11 0 9 0,-11 0 9 0,0 0 13 16,7-3 3-16,-7 3 10 0,0 0 12 0,0 0 9 16,0 0 11-16,0 0 22 0,0 0 4 15,-23-9 9-15,16 7 14 0,7 2 17 0,-11 0 11 0,11 0 19 16,-10-3 10-16,10 3 2 0,0 0-7 0,-10-1-4 15,10 1-12-15,0 0-10 0,0 0-1 0,0 0-1 16,-7 6 10-16,7-6 2 0,6 14 11 0,-2-2 1 16,-1 0 4-16,2 3-7 0,0 1-8 0,-2 2 5 15,0 1 4-15,4 5 1 0,-5-5-2 0,-1 7 10 16,1-7-3-16,-2-1-3 0,-2 0-7 0,1 1-5 16,0-2-3-16,-4-2-3 0,1 0 2 0,-1 1 2 15,0-1-3-15,-2-2-1 0,1-3-4 0,-3 0-2 16,0-2-5-16,-4 4-4 0,2-5-1 0,1 1-6 15,-2-2-1-15,-1-1-4 0,2 1 0 0,-2-1-5 16,0-2-12-16,2-1-24 0,-2 0-27 0,1-2-40 16,12 0-47-16,-23-3-48 0,17 0-61 0,-5-2-135 15,4 0-405-15,7 5 180 0</inkml:trace>
  <inkml:trace contextRef="#ctx0" brushRef="#br0" timeOffset="-43743.9">7598 11923 137 0,'13'-1'133'0,"1"1"-10"0,-1-1-12 16,1 0-10-16,4-1-14 0,2 2-1 0,0-1-8 15,-1-1-8-15,1 1-12 0,-2 0-6 0,1-1-18 16,-6 4-23-16,0-4-16 0,-3 2-20 0,-1 0-19 15,0-2-12-15,-9 2-6 0,10-1-4 0,-10 1-72 16,0 0-148-16,0 0 65 0</inkml:trace>
  <inkml:trace contextRef="#ctx0" brushRef="#br0" timeOffset="-43564.02">7850 11908 416 0,'-15'-14'-25'0,"15"14"11"0,-12-5 14 15,7 2 13-15,5 3 18 0,-14-4 9 0,14 4 14 16,-10-4 11-16,6 1 7 0,4 3 5 0,-9 0-4 16,9 0 2-16,0 0-17 0,0 0 6 0,0 0 9 15,-11 4 6-15,11-4 11 0,-3 15 9 0,2-1 8 16,1 0-4-16,-1 4 7 0,1 1 8 0,0 7-2 15,-2-7-8-15,1-1 1 0,0 1-9 0,1 6-5 16,-1-5-16-16,-2-2-3 0,0 1-8 0,1-1-5 16,-3 3-8-16,1-5-2 0,3 1-9 0,-2-1-24 15,2 1-25-15,0 0-35 0,-1-6-43 0,2 1-60 16,2-2-57-16,-1 2-183 0,3-4-414 0,1-1 184 16</inkml:trace>
  <inkml:trace contextRef="#ctx0" brushRef="#br0" timeOffset="-43024.16">8243 12204 176 0,'9'-6'234'16,"0"-1"-11"-16,2-2-6 0,1 4-18 15,3-7-15-15,1 3-14 0,2-1-11 0,-2 0-18 16,1-2-5-16,-1 0-7 0,2 0-14 0,-4 0-7 15,9-5-7-15,-10 4-3 0,1 0-8 0,-4-2-3 16,-1 6-4-16,0-1-3 0,-3 0-4 0,-1 3 0 16,1 0-2-16,-4 1-4 0,3 3-3 0,-5 3-3 15,5-7-4-15,-5 7-8 0,3-6-7 0,-3 6-7 16,0 0-8-16,0 0-2 0,0 0-4 0,0 0-1 16,0 0 3-16,-12 30 4 0,9-18 1 0,-1 0 0 0,1 1-4 15,-1-2-1-15,3 0-1 0,0 1-4 16,-1-2-1-16,4 2-1 0,-1-2 0 0,0 0-6 15,4 0 5-15,1-2-3 0,-1-2 2 0,1 1 3 16,2-5-6-16,1 1 0 0,1-1 2 0,0 0-7 0,2-4 8 16,1 0-7-16,0-1 3 0,1-1-8 0,2-2 5 15,-5 1 1-15,5-4-6 0,-7 2 6 16,2-3-9-16,-3 3-1 0,-2-4-4 0,2 0 0 16,-1 0-10-16,-3 1 1 0,1 0 5 0,-2 0 4 15,1 2-6-15,-2 2-2 0,1 1 1 0,-3 5 3 0,4-8-5 16,-4 8-3-16,0 0 1 0,2-6 0 0,-2 6 2 15,0 0 13-15,0 0-8 0,0 0 7 16,-2 29 0-16,-1-19 7 0,1 4-1 0,-4 0-1 16,3 4 6-16,-1-2 2 0,0 1 0 0,-1-1-1 0,1 3-1 15,0-4 3-15,2 4-3 0,-1-2 10 0,-1 0 1 16,3-2-12-16,0-3-7 0,-3 0-17 0,2-1-15 16,1-1-21-16,0 2-22 0,-4-4-22 0,1 2-33 15,0-2-41-15,0-2-40 0,-1 0-52 16,0-1-231-16,-5 1-529 0,2-4 234 0</inkml:trace>
  <inkml:trace contextRef="#ctx0" brushRef="#br0" timeOffset="-42846.52">8464 11830 2654 0,'-3'-15'-14'0,"2"10"11"0,1 5-19 0,0 0-38 15,-1-10-6-15,1 10 12 0,0 0 4 0,0 0 0 16,0 0-8-16,0 0-29 0,12 24-22 0,-5-15-38 16,3 4-176-16,2 1-349 0,2-5 154 0</inkml:trace>
  <inkml:trace contextRef="#ctx0" brushRef="#br0" timeOffset="-42188.36">9884 11946 3 0,'-17'-6'184'16,"4"3"-8"-16,-5-1-14 0,2 3-13 0,-3 2-1 0,-1 5-10 16,1 0-17-16,-6 6-6 0,3 6-5 15,1 1-9-15,1 1-9 0,5 5-8 0,-1 0-4 0,5-1-8 16,1 1 0-16,3 1-11 0,2-3-8 15,4-3-2-15,2-2-7 0,3-1 1 0,2-1-9 16,2-2-1-16,1 0 1 0,0-4-3 0,2-3-4 16,1 0-4-16,-1-5 3 0,9 1-3 0,-4-3-2 0,3-5-4 15,0-2 2-15,1-2 1 0,-4 1-4 16,-2-3 0-16,2-2-1 0,-5 1 9 0,1-2-1 0,-3-2 9 16,-4 2-6-16,1-2 1 0,-1 0 1 0,-5 4 5 15,4 2 1-15,-4 0 1 0,0 0-1 16,0 3 5-16,0 7-1 0,0-11-6 0,0 11-3 0,0-7-5 15,0 7-8-15,0 0-2 0,0 0-2 0,0 0 1 16,0 0-5-16,0 0 4 0,-2 40-6 0,4-25 2 16,1 3-3-16,0 8 0 0,4-3 1 15,-1 3-2-15,2-2-24 0,-1-5-36 0,6 6-39 0,1-1-55 16,2-3-56-16,4 1-221 0,-1-5-461 0,7-5 203 16</inkml:trace>
  <inkml:trace contextRef="#ctx0" brushRef="#br0" timeOffset="-41657.92">11117 11821 180 0,'-1'-13'211'0,"-1"2"-11"0,0 2-4 15,0 3-13-15,2 6-18 0,-1-11-25 16,1 11-12-16,0 0-16 0,0 0-7 0,0 0-11 16,5 32-6-16,-1-8-5 0,-3 7-6 0,3 0-7 15,-2 0-7-15,0 0-2 0,1 3-5 0,-3-5-4 0,0 0-4 16,2-1-1-16,-3-4-7 0,1-6 0 0,0 0-4 15,0-3-4-15,0 1 0 0,-1-6-1 16,-1 0-3-16,2-5 4 0,-1 3 2 0,1-8 14 16,0 9 2-16,0-9 13 0,-2 7 4 0,2-7 3 0,0 0-7 15,0 0-8-15,0 0-7 0,0 0-6 0,0 0 2 16,0 0-7-16,0 0-8 0,7-29-12 16,3 15-4-16,2 1-6 0,7-3-2 0,-5 3-2 15,3 1 2-15,6-1-2 0,-5 7-3 0,1 1-2 0,-1 1-2 16,0 3 2-16,-2 2-2 0,-2 1-1 0,-2 3-1 15,2 2 9-15,-5 0-10 0,0 3 3 0,-4 0-1 16,2 2 2-16,-4-2-1 0,-2 6 3 0,-1 0 0 16,-1-3 3-16,-2-3-1 0,-4 3 0 0,0 0 0 15,-3 0 3-15,-1-1-1 0,-4-3-1 0,0 2 1 16,-4-5 0-16,1 0-9 0,3 1-14 0,-5-2-24 16,0-3-21-16,4 1-33 0,2 0-33 15,1-3-53-15,1 0-45 0,0 0-194 0,5-3-456 0,2-2 202 16</inkml:trace>
  <inkml:trace contextRef="#ctx0" brushRef="#br0" timeOffset="-41459.99">11551 12062 12 0,'5'-2'228'0,"-5"2"-2"0,7-5-6 15,-7 5-17-15,7-3-17 0,-7 3-20 0,0 0-17 16,0 0-12-16,0 0-5 0,0 0-9 0,6 13-13 15,-6-13-11-15,-6 14-6 0,4-3-10 0,-1 2-9 16,-2-2 0-16,1 4-28 0,-1-1-28 0,0 1-38 16,0 2-42-16,0-3-43 0,0 1-32 0,0-4-40 15,1 1-136-15,0-3-340 0,2-1 151 0</inkml:trace>
  <inkml:trace contextRef="#ctx0" brushRef="#br0" timeOffset="-41301.66">11494 11754 42 0,'-3'-4'140'16,"3"4"-24"-16,-9-3-41 0,9 3-43 0,0 0-32 16,-11 12-68-16,8-6-73 0,2 1 33 0</inkml:trace>
  <inkml:trace contextRef="#ctx0" brushRef="#br0" timeOffset="-41039.96">11803 11724 19 0,'0'0'225'0,"0"-8"0"0,0 8-17 16,0 0-10-16,3-7-22 0,-3 7-22 0,0 0-16 15,0 0-10-15,0 0-1 0,7 18 0 0,-5-2-8 0,1 12 2 16,-3 1-8-16,3 2-6 0,0 3-9 0,-3 12-5 15,0-12-6-15,0 2-7 0,-2-3 0 16,1 3-6-16,2-4-5 0,-2 1-2 0,0 1-11 16,-1-1-2-16,2-2-4 0,-1-1-3 0,-3-2-5 0,1 0-7 15,1 0 0-15,1-5-3 0,0 3-14 0,-2-9-16 16,1 1-26-16,2-2-25 0,-2 3-31 16,-2-3-40-16,2-5-30 0,-1-2-43 0,3 1-37 0,-4-2-163 15,1-4-426-15,3-4 188 0</inkml:trace>
  <inkml:trace contextRef="#ctx0" brushRef="#br0" timeOffset="-40794.49">11770 12150 1379 0,'6'-19'9'16,"-1"1"27"-16,4 1-28 0,-2 2 10 0,2 2 4 16,-2 4 12-16,2-1 10 0,2 1-1 0,0 2 8 15,4 1 5-15,2 0 8 0,-2 2 1 0,4 1-6 16,2 3-5-16,-2 2-6 0,-1 3-1 15,0 0-8-15,1 2-2 0,-3 1-3 0,0 1-4 0,-7-1-3 16,-1 0 1-16,-2 2-5 0,-4 1-1 0,1 0-2 16,-4 2-2-16,-3 2 4 0,-6-1-3 0,1 0-2 15,-3-1-6-15,-4-1-8 0,2-2-13 0,-2-1-22 16,1 2-24-16,-2-1-15 0,3-2-36 0,2-2-25 16,1-2-17-16,2-1-27 0,-1 0-100 0,10-3-299 15,-10 0 132-15</inkml:trace>
  <inkml:trace contextRef="#ctx0" brushRef="#br0" timeOffset="-40517.79">12075 12126 23 0,'0'0'147'0,"0"0"8"16,0 0 0-16,14 5 6 0,-11 0-1 0,-3-5-5 16,6 10-7-16,-2-5-12 0,1 4-13 0,3-2-11 15,2-1-7-15,-3 2-3 0,3-2-5 0,2-1-6 16,4 1-5-16,2-3-7 0,1 0-7 0,-1-4-6 15,3-1-9-15,-1 2 5 0,0-5-8 0,-1-1-2 16,-2 0-4-16,1 0-1 0,-4-3 8 0,2 2-2 16,-8-1-1-16,-1-2-4 0,-2 2-4 0,-1-2-6 15,-1 1-5-15,-3-1-3 0,-3-1-2 0,-1 1-8 16,-1 0 0-16,-3 0-11 0,-1 3-7 0,-1 0-8 16,-3 1-5-16,-1 3-15 0,-4 3-14 0,0 0-7 15,-1 3-19-15,0 1-34 0,-3 3-27 0,6-2-34 16,0 2-33-16,7 0-165 0,-1-1-386 0,2-2 170 15</inkml:trace>
  <inkml:trace contextRef="#ctx0" brushRef="#br0" timeOffset="-40285.03">12511 11936 1417 0,'9'-17'117'0,"-6"2"-2"15,-1 3-11-15,2 2-2 0,-1 0 0 0,-3 0-9 0,1 4-3 16,-1 6-3-16,0-10-12 0,0 10 1 15,0 0-15-15,0-10-6 0,0 10-7 0,0 0 2 16,0 0 5-16,0 0 6 0,7 35 10 0,-5-17 7 16,-2 8-9-16,0 0-9 0,0 2-3 0,-2 0 0 0,0-1-7 15,-1-1-5-15,1 1-7 0,2 0 2 0,-4-1-7 16,0-1-17-16,0 2-24 0,3-8-32 0,1-1-30 16,0 0-37-16,-3 2-48 0,6-5-45 15,-3-4-50-15,0 0-166 0,1-2-449 0,3-1 198 0</inkml:trace>
  <inkml:trace contextRef="#ctx0" brushRef="#br0" timeOffset="-39599.03">12828 12030 28 0,'-5'-8'239'0,"0"3"-17"0,5 5-10 0,-6-6-15 15,6 6-6-15,-13 0-13 0,13 0-12 0,-18 10-8 16,5 2-10-16,-2 0-10 0,3 2-11 0,-2 0-12 15,3 2-10-15,0 0-10 0,3-3-6 0,1 2-9 16,3-2-9-16,0 3-6 0,2-6-6 0,2 2-6 16,2 0-3-16,2-4-5 0,1 1-4 0,3-1-1 15,0-2-4-15,-1-3-4 0,5-3-3 0,0 0-4 16,1-3-2-16,0-1-3 0,-1 0 2 0,-1-1-7 16,7-4-2-16,-9 4 0 0,0-3 1 0,1 0-4 15,-2-3-1-15,-1 1-4 0,-1-2 5 0,2 0-5 16,-4-1 1-16,-2 1-3 0,0 2 1 0,1-1-1 15,-3 3 4-15,2 0 1 0,-2 8 4 0,2-11-1 16,-2 11 9-16,2-9-14 0,-2 9-2 0,0-7-5 16,0 7 3-16,0 0 7 0,0 0-10 0,0 0-2 15,0 0 7-15,-2 27-6 0,0-17-1 0,2 1 5 16,0-2 5-16,0 3-1 0,0 0 3 0,0-2-5 16,4 0 1-16,-2-1-2 0,0-2 2 0,3-1-1 15,2 2 7-15,-2-3 3 0,5 0-6 0,2 0 2 16,-1-1 4-16,0-1 3 0,7 1-5 0,-4-4 0 15,4 0 1-15,2-3-4 0,-4 0 0 0,4 0 1 16,-5-1-1-16,-2 0-1 0,4-4 0 0,-3 1 1 16,-1-3 6-16,-2 4-8 0,1-4-3 0,-6 0 4 15,3 0-3-15,-2-5-5 0,0-1-2 0,-3 1-2 16,0 0-1-16,-4-3 3 0,-4 5-1 0,4 2 2 0,-4-1-1 16,-1 1-2-16,-4-4-2 0,0 7 1 0,0-1 2 15,-2 2 0-15,2 0-1 0,4 4 0 16,-1-1 14-16,0-1-13 0,6 5-1 0,-10-4 0 0,10 4-1 15,-5-5-3-15,5 5 3 0,0 0 2 0,0 0 21 16,0 0-3-16,0 0 4 0,0 0-6 0,0 0 1 16,28 9 4-16,-8-9-5 0,0 1 1 15,5-1-3-15,-3 0 1 0,-4 1-5 0,2 1 4 16,-2-1-8-16,-7 2-5 0,0-1 4 0,-1 1 2 16,1 4-2-16,0 1 1 0,-4 1 6 0,0 3 10 0,-3-1 6 15,-2 3 9-15,3 3 3 0,-3-3-10 0,-2 5 6 16,0-3 3-16,0 2-2 0,0-2 1 15,-2 2-8-15,0-1-2 0,2 0-11 0,2 3-24 16,0-2-25-16,2 0-44 0,-2-1-40 0,2 0-65 0,2-3-75 16,-2-2-294-16,1-1-599 0,3-2 266 0</inkml:trace>
  <inkml:trace contextRef="#ctx0" brushRef="#br0" timeOffset="-35548.82">14211 12107 19 0,'0'0'217'0,"0"-9"-11"15,0 9-1-15,-4-12-17 0,-1 7-20 0,5 5-3 16,-8-10-13-16,1 7-8 0,-3-3-16 0,0 3-2 16,1 2-13-16,-3 0-2 0,-1 2-14 0,-1 1-5 15,1 2-9-15,-4 4 0 0,2 1-8 0,-1 1-9 16,3 2-4-16,2 2-2 0,-1 0-5 0,-1 3-6 16,5 0-2-16,0-1-4 0,1 1-4 0,1 0-1 15,4-2-9-15,2-4-2 0,0 1-3 0,2 0-1 0,0-1 3 16,4 0-5-16,-1-1-3 0,3-3 1 15,0 0 1-15,3-4-4 0,1 0-2 0,-1-2 3 16,2 0-5-16,5-3 3 0,1-1-5 0,-2-2 1 16,2-4-2-16,-2 0 0 0,1-4-2 0,5-4-1 15,-8 3 3-15,1 0-2 0,2-6 0 0,-6 3 1 16,-2 0 1-16,4-4-1 0,-3-4-3 0,0 2 3 16,-2-1-4-16,-4-2-4 0,4-1 3 0,-7 1-1 15,1-3-2-15,-2-2 2 0,2 5-2 0,-3-1-1 0,-3-2 4 16,2 5 1-16,0 5-1 0,-3 2 6 15,2 5 11-15,0-2 3 0,2 4 0 0,0 3 1 0,0 7-7 16,-2-12-4-16,2 12 0 0,-3-9-5 16,3 9-2-16,0 0 0 0,0 0-5 0,0 0 7 0,5 38 0 15,-3-10-6-15,4 0-1 0,-4 2 0 0,-1-1 1 16,1 0 0-16,0 3 1 0,2-2-5 0,-1-2 1 16,0 0 4-16,1-1-1 0,-4-8-1 0,4 5 0 15,0-5 3-15,1-3 6 0,-1 0-6 0,1-3-3 16,2 2 4-16,0-4 0 0,1-1-2 0,1-3 0 15,1 1-3-15,1-2 6 0,3-1-1 0,-1-5-1 16,0 0-1-16,5-4-1 0,1-2 0 0,-2-2-10 16,3 0 3-16,3-7-3 0,-3-2 1 0,-4 3 2 15,6-5-4-15,-2 0 3 0,0-1 8 0,-8 4-9 16,-3 0-1-16,0 0 1 0,-4 2 1 0,-2 2-4 16,-2 1 2-16,-1 0 2 0,-1 1 3 0,1 10-3 15,-6-11-2-15,4 6 1 0,-3 0 2 0,5 5-5 16,-13 0 4-16,13 0 6 0,-18 7-8 0,4 0 0 15,1 2 2-15,2 2 0 0,-1 3 8 0,4 1-7 16,0 0-1-16,4-4 4 0,4 6-4 0,0-2 4 16,4 1 3-16,2-4-3 0,2 2 2 0,3 1-6 15,3-2-18-15,8 2-26 0,3 0-35 0,0-3-32 16,2-3-54-16,2-3-38 0,-2-2-31 0,-5 0-161 16,-1-4-434-16,6-1 192 0</inkml:trace>
  <inkml:trace contextRef="#ctx0" brushRef="#br0" timeOffset="-34887.32">14997 11994 232 0,'0'0'232'16,"1"-9"-12"-16,-1 9-23 0,1-7-20 0,-1 7-16 0,0 0-15 16,0 0 1-16,0 0-6 0,17 12-4 15,-13-4-6-15,1 5-14 0,-1 3-4 0,5 0-12 16,-2 0-3-16,-1 1-10 0,1 0-1 15,-1 1-5-15,-1-2-6 0,2 0-3 0,-2-1-11 0,4 0-5 16,-1 1-4-16,-3-5-6 0,2-2-1 0,0 0-7 16,-3 0 1-16,1-1-9 0,-1-3 5 0,-2 0-9 15,4 0-2-15,-2 1-4 0,-4-6 0 0,4 7 0 16,-4-7 1-16,0 0-1 0,5 5 1 0,-5-5 1 0,0 0-6 16,0 0-1-16,10-11 0 0,-10 11 0 15,8-14-6-15,-4 4 3 0,1-1-3 0,3-4-6 16,1-2 0-16,2 0-8 0,-2 0-1 0,8-4-2 15,-1 0 0-15,1 0-3 0,-4 4 9 0,5-6-3 16,-6 9 1-16,0-2 0 0,-1 1-4 0,-1 1 4 0,2-2 0 16,-6 2 0-16,1 4 3 0,-1-1-7 0,0 0 7 15,-3 1-1-15,2 2 2 0,-2-2 5 16,-2 3-4-16,-1 7-8 0,1-12 7 0,-1 12-6 16,0-10 0-16,0 10 1 0,0 0-2 0,-3-10 3 0,3 10-3 15,-7-3 0-15,7 3-1 0,0 0-1 0,0 0 10 16,-18 7-8-16,10 1 2 0,1-3-4 0,0 4 4 15,-1-2 0-15,1 2-1 0,2-1 0 16,0 2-2-16,3 0 2 0,2-2 3 0,0-1-1 0,0-7 1 16,2 15-2-16,1-7 9 0,2-3-9 0,1 3 2 15,4-3-6-15,3-1 3 0,4 1-6 0,2 0-4 16,0-3-5-16,3-1-2 0,-2-1 0 0,0-1 0 16,1-3 0-16,1 0 1 0,-4 0 1 0,1 0 4 15,-2-2-2-15,-1-1 4 0,-4 2 1 0,-1 0 3 16,-1-1-3-16,-1 1 3 0,0 2 2 0,-4-2 0 15,1 2 4-15,-6 3-3 0,7-6 5 0,-7 6 4 16,4-3-4-16,-4 3 1 0,0 0-4 0,8-2-1 16,-8 2 4-16,0 0-5 0,0 0 6 0,2 11 3 15,-2-2 0-15,-1 1 8 0,0 3 2 0,-1 0 2 16,1 0 1-16,-1 2 2 0,-1 2-3 0,2-3-1 16,-2 2-3-16,2 3 4 0,0-8-5 0,1 1-15 15,-2 4-25-15,4-5-23 0,-2 2-23 0,0-1-54 16,0-3-55-16,1 1-48 0,-1-3-164 0,0-7-430 15,-1 12 190-15</inkml:trace>
  <inkml:trace contextRef="#ctx0" brushRef="#br0" timeOffset="-34719.28">15523 11769 63 0,'0'0'159'16,"0"0"-22"-16,0 0-25 0,0 0-28 0,0 0-44 16,10 32-50-16,0-18-88 0,1 1-106 0,2 1 47 15</inkml:trace>
  <inkml:trace contextRef="#ctx0" brushRef="#br0" timeOffset="-34320.27">16054 11921 216 0,'0'0'216'0,"0"0"-1"16,0 0-3-16,-21 11-7 0,12-3-6 15,0 5-8-15,-1 2-13 0,-1 2-11 0,0 5-16 16,3-3-11-16,-2 4-16 0,4-4-13 0,1 4-7 0,2-4-12 16,2-3-8-16,2 1-8 0,1 0-7 0,1 0-7 15,4 0-1-15,4-2-9 0,2-1 0 16,4-2-4-16,-1-3-7 0,6-2-4 0,0-2 1 15,7 0-5-15,-1-5-3 0,0-2-2 0,2-1-5 0,-1-3-4 16,-1-3 1-16,2-2-2 0,-5 0-5 16,-1 0 1-16,1-3 5 0,-10 2-6 0,3-1 1 0,-5-1-1 15,-2-1-4-15,1-2-4 0,-2 1 1 16,-4-2 0-16,-2 0-3 0,0 0 2 0,-3 1-6 0,-1 0 5 16,-1 6-4-16,0 0 3 0,-6 1-2 0,4 3-2 15,-3 2-3-15,-3 1-4 0,-1 2 9 0,-1 5 1 16,-1 1 4-16,0 2-4 0,0 6 4 0,-2 1 3 15,1-1-2-15,3 4 0 0,0-1 8 0,2 4-8 16,4-1 2-16,0 0-1 0,3 0-6 0,2-1-5 16,3 1-18-16,1-3-29 0,4-1-23 0,3 0-41 15,-1 0-46-15,6-2-61 0,1-2-58 0,1-2-152 16,9 2-468-16,3-2 208 0</inkml:trace>
  <inkml:trace contextRef="#ctx0" brushRef="#br0" timeOffset="-33123.61">17119 11743 85 0,'0'0'168'16,"0"-11"1"-16,0 11-4 0,0-11-6 0,2 4-10 16,-2 7-8-16,0-9-4 0,0 9-8 0,0-10-7 15,0 10 1-15,0-8-10 0,0 8-2 0,0 0-10 16,0-9-8-16,0 9-11 0,0 0-13 0,0 0-4 15,0 0-8-15,0-7-9 0,0 7-2 0,0 0-6 16,0 0 1-16,0 0-7 0,0 0-1 0,0 0 5 16,0 0-3-16,0 0 0 0,-7 28 1 0,5-18-2 15,-3 0-2-15,3 4 1 0,0 2 0 0,-2 3-1 16,0 4 9-16,-1 5 4 0,0 2 1 0,-2 0 4 16,2 2-3-16,0 3 7 0,-4 14 3 0,3 2 6 15,-4-2 1-15,1 6 23 0,-5 25 4 0,2-24 1 16,1 1 0-16,-6 23-1 0,4-21 2 0,-5 18-6 15,6-23 3-15,-4-1 1 0,5 0-4 0,-3-1-4 16,0-5-3-16,2 3-7 0,1-4-12 0,0 2-6 16,4-3-2-16,0-12-6 0,-1-1-3 0,4-1 4 0,-3-4 0 15,3 0-5-15,2-9-4 0,-1-1-7 16,-2-1 1-16,3-6-4 0,0-4-3 0,1 3-1 16,-1-1-2-16,2-8 0 0,-2 9-4 0,2-9 1 15,0 10-14-15,0-10-13 0,0 0-14 0,0 0-31 0,0 0-63 16,0 0-24-16,0 0-37 0,13-27-41 0,-7 11-65 15,-1-3-67-15,1-8-269 0,0 0-670 16,4-4 296-16</inkml:trace>
  <inkml:trace contextRef="#ctx0" brushRef="#br0" timeOffset="-10080.57">17675 12159 11 0,'0'-13'155'0,"3"2"0"15,-3-2-3-15,1 2 8 0,0-2-10 0,-1 3-3 16,0 0-12-16,-1 1-2 0,1-1-1 0,0 10-9 16,0-13-7-16,0 13-13 0,0-13-1 15,0 13-12-15,0-6-9 0,0 6-9 0,0 0-11 0,0 0-7 16,0-10-4-16,0 10-8 0,0 0-4 0,0 0-5 16,0 0-4-16,0 0 0 0,0 0-6 0,0 0-3 15,0 0-1-15,-9 24-2 0,9-15-1 0,-1 3-6 16,-2-1 4-16,2 5 0 0,-3 2-3 0,0-1-3 15,1 7 5-15,0 0-1 0,-2 2 9 0,-2 2-1 16,2 0 1-16,0-2-5 0,-1 1 5 0,2-8-4 16,-1 5-1-16,0 1-4 0,1-7 3 0,-2 1-1 15,2-1-5-15,1 0 23 0,1-1-9 0,0 0-4 16,1-1-2-16,1-3 9 0,1-3-7 0,2 1-8 16,0 1 1-16,2-2-1 0,-2-3 3 0,4 0-1 15,-1 0-3-15,2-2-1 0,3 1 2 0,1-2-3 16,-1-2 2-16,9-2-3 0,-8-1 3 0,9-3-3 15,-3-1 0-15,0 2 1 0,2-4-4 0,4-6 5 16,-6 4 0-16,1-2-3 0,-2-2 0 0,6-2-3 16,-4-4 3-16,-6 4 4 0,-2-2-7 0,-2 0-1 15,3-5 1-15,-6-1 1 0,2-4 0 0,-6 2-3 16,0-4 4-16,-1 2-5 0,-2 0 2 0,-3 1-1 16,3 2 0-16,-2 5-1 0,2-2 2 0,-4 3 0 15,2 0 3-15,2 3 2 0,0 4 1 0,-1 1-6 16,1 3-1-16,1 7-1 0,0-12 0 0,0 12-2 15,-1-10 0-15,1 10-9 0,0 0-4 0,0 0-4 16,0 0-13-16,0 0-9 0,0 0-33 0,20 22-22 16,-12-6-36-16,0 1-30 0,3 9-41 0,-1 3-27 15,-2 0-118-15,-2-3-376 0,1 2 167 0</inkml:trace>
  <inkml:trace contextRef="#ctx0" brushRef="#br0" timeOffset="-9536.58">18137 12498 108 0,'0'0'177'0,"0"0"2"0,0 0-2 15,0 0-3-15,0 0-12 0,0 0-11 0,0 0-16 0,0 0-12 16,0 0-11-16,9 0-6 0,-9 0-10 16,0 0-4-16,0 0-9 0,0 0-3 0,0 0 1 15,0 0 3-15,0 0 3 0,0 0-2 0,0 0 5 16,0 0-7-16,0 0-7 0,1-8-10 0,-1 8-7 15,0 0-3-15,0 0-7 0,-7-21-5 0,7 12-6 16,2 0-5-16,-1-2 0 0,2-2-2 0,3-1-7 16,2-3-2-16,1 2-3 0,1 0 0 0,0 1-5 15,2-1-2-15,2 5-1 0,0-1-4 0,0 3-5 16,-3 1 5-16,-1 1-7 0,2 5-1 0,-1-1 0 16,1 0-3-16,-1 2 3 0,-2 2-2 0,2 3 1 0,-4-1-1 15,2 3 0-15,-2-1 0 0,-2-1 1 16,-1 3 1-16,0-2-3 0,2 4 0 0,-1-3 4 15,-1 0-2-15,0-2-1 0,-1 1 5 0,0-2-7 16,1 1 7-16,0 0-2 0,-4-5 1 0,7 6 4 16,0-3-1-16,0-1-1 0,1-2 0 0,3 0-3 0,-11 0 1 15,27-6-1-15,-10 0 8 0,0-4-6 16,-2 3 1-16,3-3-2 0,2-5 1 0,-4 3 2 16,-4-1 1-16,2-2-3 0,-2 1-2 0,-3 1 7 15,1-3-7-15,-6 5 1 0,-1-1 1 0,-2 1 4 16,1 0 1-16,1 3-1 0,-3 8 1 0,0-16 3 15,0 16-4-15,1-9-1 0,-1 9-2 0,0 0-1 0,0 0 0 16,0 0-2-16,0 0 0 0,0 0 1 16,0 0 2-16,-19 23-5 0,11-5 0 0,3-7 1 15,1 8 1-15,2-4 0 0,-2 3 1 0,1 0-4 16,3 0 1-16,-1 0-17 0,2-1-16 0,6-1-26 0,1 0-45 16,2-1-55-16,1-2-44 0,1-2-49 0,-1-4-132 15,5 1-417-15,3-3 185 0</inkml:trace>
  <inkml:trace contextRef="#ctx0" brushRef="#br0" timeOffset="-9376.8">18578 11994 66 0,'0'0'133'16,"-9"0"-31"-16,9 0-45 0,0 0-34 0,0 0-50 15,0 0-32-15,0 0-65 0,15 22 29 16</inkml:trace>
  <inkml:trace contextRef="#ctx0" brushRef="#br0" timeOffset="-9124.15">18942 11958 209 0,'0'0'215'0,"0"-9"-3"0,0 9-10 15,0-9-21-15,0 9-18 0,0 0-9 0,0 0-28 16,0 0-10-16,0 0-11 0,0 0-2 0,6 36-1 16,-4-11-8-16,-1 7-1 0,-1 3-7 15,-3 11-3-15,-1 5-8 0,-2-5-6 0,-1 0-5 16,0-11-6-16,1 1-5 0,-2 9-4 0,1-10-6 0,0 11-5 16,-1-13-3-16,3-1 1 0,0 0-8 0,-2-2-1 15,2 0-4-15,-1-5-6 0,2-1-19 0,2-5-17 16,-1 0-31-16,2-4-36 0,-2-3-36 15,2 0-46-15,-2-3-44 0,2-1-155 0,1-8-397 16,-5 8 175-16</inkml:trace>
  <inkml:trace contextRef="#ctx0" brushRef="#br0" timeOffset="-8890.35">18965 12243 64 0,'18'-6'168'0,"-2"4"-2"0,-2 0-10 0,0-1-7 16,1 6-13-16,-3 0-10 0,0 1-13 0,-3 2-14 16,1-1-6-16,-2 5-9 0,-3 0-5 0,-1 0-8 15,-3 1-5-15,-2 1-7 0,-2 0-2 0,-3-1-8 16,-3 3-4-16,-3-2-3 0,1-1-7 0,-1 1 0 16,-3-1-3-16,3-4-16 0,1 0-18 0,-1 0-13 15,3-2-24-15,-1 1-26 0,4-2-12 0,1-1-34 16,5-3-25-16,-8 4-114 0,8-4-269 0,0 0 119 15</inkml:trace>
  <inkml:trace contextRef="#ctx0" brushRef="#br0" timeOffset="-8631.94">19147 12378 99 0,'7'5'160'0,"-7"-5"-12"0,6 7-4 0,-3-3 2 15,1 0-14-15,2 1 1 0,-1-1-6 16,3 1-6-16,1-2-8 0,2 1-7 0,2 0-7 0,0-4-8 15,9 0-7-15,-1-2-4 0,7-4-11 0,-8 2-6 16,-1-2-4-16,1-3-6 0,-3 2-2 0,-1-4-4 16,-5 4-4-16,-1-2-3 0,-2-1-2 0,-5-2-1 15,-3 0-6-15,-1-3-3 0,-4 3-1 0,-5-4-3 16,0 2-1-16,-3 0-7 0,-3 3-2 0,1 2 0 16,-4 2-3-16,0 2-9 0,1 1-3 0,-3 2-13 15,1 3-13-15,1 5-19 0,2-4-14 0,3 2-31 16,1 1-24-16,4 1-37 0,0-2-30 0,2 5-116 15,1-2-323-15,6-7 144 0</inkml:trace>
  <inkml:trace contextRef="#ctx0" brushRef="#br0" timeOffset="-8406.65">19596 12043 81 0,'-1'-10'238'0,"1"4"-3"0,0 6-2 0,1-13-15 15,-1 13-19-15,-1-9-19 0,1 9-24 0,0 0-14 16,0 0-14-16,0 0-11 0,0 0-3 0,6 22-4 16,-6-4-9-16,0 1-8 0,0 8-8 0,3 3-7 15,-6-1-7-15,3 3-4 0,-1-3-11 0,-4-3 2 16,2 3-10-16,-2-1-22 0,0-1-22 0,2-2-25 16,0 0-29-16,-2-6-37 0,2-1-39 0,2 0-44 15,0-1-53-15,1-6-138 0,1-2-389 16,0 3 172-16</inkml:trace>
  <inkml:trace contextRef="#ctx0" brushRef="#br0" timeOffset="-7648.01">19954 12175 146 0,'-1'-8'234'0,"-1"-1"-7"15,-2 2-15-15,4 7-12 0,-8-10-17 0,1 8-15 16,7 2-11-16,-16 2-10 0,3 3-6 0,-3 4-10 15,-1 1-9-15,-5 9-10 0,3 0-6 0,-4 3-10 16,2-3-8-16,6 1-9 0,2 2-7 0,0-5-7 16,7-1-9-16,1 1-2 0,1 0-7 0,0-1-5 15,4-4-3-15,4 0-5 0,0-1-3 0,1-1 1 16,3-2-5-16,1 0-3 0,3-2-2 0,0-1 1 16,3-3-1-16,2-1 1 0,1-1-4 0,0-1-3 15,-2-3-2-15,0-2-3 0,1-1-1 0,0-1-2 16,-3 0 5-16,-4-1-6 0,2-4 4 0,-6 2-2 15,3-2-3-15,-2-2 1 0,-1 2-5 0,-4 3 3 16,0-3-1-16,0 3-3 0,1-2 0 0,-2 3 3 16,0 0-4-16,-1 1 1 0,0 8 1 0,0-9-3 15,0 9 0-15,0 0-7 0,-1-10 2 0,1 10-2 16,0 0 0-16,0 0 6 0,0 0-1 0,-6 29 0 16,3-14 1-16,2-2-1 0,0 2 0 0,-1-3 1 15,1 4 2-15,1-3 3 0,0 3-3 0,1-5-1 16,2 1 4-16,1 1-2 0,0-3 0 0,1-1 4 15,1 1-1-15,3-4 0 0,0 2 2 0,0-2 3 16,1-1-2-16,3-2-1 0,-1 1 2 0,1-3-1 16,6 1-1-16,-2-5 1 0,-4 0 1 0,1 1-4 15,-2-3 1-15,3-3 2 0,0 0-2 0,3-3 0 16,-5 0-2-16,0-2-3 0,-2-2-2 0,-2 2 6 16,-1-2-8-16,-1-3 2 0,-1 0-6 0,-4-1 5 15,0-7-2-15,-4 1 1 0,-2 7 1 0,0 1-2 16,-3-1 2-16,3 1 1 0,-2 6-2 0,1-1-1 15,-1 3 3-15,1 2 0 0,0 0-1 0,-1 2-1 16,6 5-1-16,-9-5 2 0,9 5-3 0,-12 1 6 16,12-1-3-16,-12 7-1 0,8-3-2 0,0 2 2 15,1 0 0-15,1-1 3 0,2-5-1 0,2 13 1 16,1-6 0-16,0-1 4 0,7-1 1 0,1 0-2 0,1-1-2 16,6-1 2-16,10-3 2 0,-9 1 0 0,4-1-1 15,-1-1 4-15,-1-2-7 0,0-1 6 16,-2 3-4-16,-2-1-1 0,-3 2 1 0,-2-2 1 15,1 1-6-15,-4 0 0 0,0 1-1 0,0 0-1 16,-9 0 0-16,14 4 2 0,-9 1 2 0,2 3 6 0,-1 2 4 16,-1 2 7-16,-2 1 1 0,-1 4 1 0,-2 0 1 15,0-2 2-15,1 3-1 0,-2-1 3 16,0 3-5-16,0-2-1 0,1-7-1 0,0 5-2 16,0-3-2-16,0-2-19 0,1 2-24 0,-1-2-29 0,1 1-34 15,0-2-42-15,3 2-64 0,1-4-58 0,-1 2-199 16,1-4-493-16,3 0 218 0</inkml:trace>
  <inkml:trace contextRef="#ctx0" brushRef="#br0" timeOffset="-6769.3">21506 12218 181 0,'-9'-10'228'0,"-3"0"-12"0,-3-1-14 0,-3 6-7 15,-3-2-14-15,2 0-11 0,0 4-15 0,-1 3-13 16,0 0-8-16,2 4-15 0,-1 4-11 0,-5 6-12 15,3 4-5-15,6-2-9 0,1 4-6 0,2-3-4 16,1 7-9-16,6-6-2 0,-3 6-12 0,7-6-1 16,1-2-3-16,5 3-6 0,0-4-4 0,4 1 3 15,4-2-7-15,-1-1-5 0,3-1 1 0,2-1-3 16,2-5-1-16,-1 1-2 0,1-3-4 0,0-2 2 16,0-2-3-16,1-4 3 0,-1-2-8 0,0-3 3 15,-3 0 0-15,1-4-6 0,4-4 8 0,-4-3-5 16,-3-2-3-16,-1-4 1 0,-3-1-3 0,-1-1 4 15,-4-1-5-15,0-2 4 0,-2-1-6 0,-2-1 2 16,1-1 1-16,-4 1-5 0,1 1 4 0,1-1-2 16,-3 3-1-16,0-1 1 0,1 5-1 0,1 6 5 15,-2 3 2-15,3 5 13 0,-1-1 6 0,-1 4-9 16,2 3-4-16,0 6-4 0,-2-11-6 0,2 11 4 16,0 0-6-16,0 0 2 0,0 0-4 0,-5 39-1 15,4-14 3-15,-3 2 0 0,4 2-1 0,0 1 3 16,0 2-4-16,3-3 8 0,2 2-8 0,-3-5 4 15,5 3-5-15,0-2 1 0,2 1 11 0,4-5-9 16,-3-1 2-16,1-5-2 0,0-2-2 0,3-1 1 0,-1-3-1 16,-2 0 3-16,5 1-2 0,-5-7 3 15,5 2-3-15,0-2-2 0,3-5 1 0,-2 0-3 16,2-3-3-16,-1-3-5 0,1-1-6 0,0-3 0 16,-2 1 1-16,0-4 1 0,-2 0-2 0,1-8-6 15,-4 5 2-15,-3 1 2 0,0-4 2 0,-4 3-3 0,-1 2 9 16,-3-2 0-16,0 5 1 0,-2 0 3 0,-1 2 1 15,-2 0 5-15,-1 5-6 0,5 4 4 16,-13-7 0-16,7 7-5 0,6 0 6 0,-20 7-4 16,6 1 0-16,4-1 2 0,-4 5 1 0,2 0-1 0,1 3 2 15,6 0 1-15,-1 2 3 0,3-3 2 0,3 3-5 16,4-1 0-16,2-3 1 0,6 0-10 0,-2 1-19 16,5-3-25-16,6-2-30 0,7 1-25 0,0-3-28 15,-8-3-24-15,10 0-18 0,-10-3-12 0,2-1-12 16,0 0-132-16,-4-5-362 0,-1 1 161 0</inkml:trace>
  <inkml:trace contextRef="#ctx0" brushRef="#br0" timeOffset="-6381.54">22193 12179 34 0,'1'-11'145'0,"2"2"2"0,-3-2 14 0,1 6 6 16,-1 5-9-16,1-12-11 0,-1 12-18 0,2-7-13 16,-2 7-4-16,0 0 5 0,0 0 1 0,0 0-8 15,0 0-6-15,20 19 4 0,-14-8-2 0,-2 0-10 16,4 6-5-16,-1 1-6 0,-1 0-4 0,0 1-5 15,2-1-2-15,-3-1-5 0,0 0-2 0,3-1-8 16,-3 0-4-16,0-5-6 0,-1 0-5 0,1-2-4 16,0 1-2-16,-2-4-7 0,-2-2 0 0,-1-4-3 15,5 9 3-15,-3-5-2 0,-2-4 6 0,0 0-1 16,7 2-6-16,-7-2-1 0,0 0-2 0,12-11-3 16,-6 3 1-16,0-3-6 0,4-3-2 0,1-2-1 15,4-6-1-15,2 0-3 0,2 1-1 0,0 0 6 16,-2 1-8-16,2 2-7 0,-6 5 6 0,0 1-7 15,0-1 6-15,-5 6-2 0,2-1-2 0,-3 2 2 16,-2 2-4-16,-1 0-3 0,0 0 1 0,-4 4 3 16,8-3-6-16,-8 3-1 0,0 0 4 0,0 0-3 15,12 7 9-15,-10-2-7 0,2 3-1 0,-1 1 0 0,-2-2 3 16,2 3-3-16,-3 2 3 0,1-1 2 0,-2 2 1 16,1 3 0-16,1 0-2 0,-2-3-2 15,2-1 2-15,-2 0-27 0,1 0-22 0,0 0-30 16,-2-2-31-16,1 3-31 0,0-4-41 0,1-2-45 0,-3 3-188 15,2-4-448-15,1-6 198 0</inkml:trace>
  <inkml:trace contextRef="#ctx0" brushRef="#br0" timeOffset="-6216.03">22518 11995 153 0,'0'0'165'0,"-11"3"-25"0,11-3-18 16,-11 10-30-16,7-4-44 0,4 4-28 0,3 2-29 16,3 1-35-16,3 0-71 0,1-2-124 0,7 2 55 15</inkml:trace>
  <inkml:trace contextRef="#ctx0" brushRef="#br0" timeOffset="-5848.99">22930 12126 137 0,'0'0'192'0,"0"0"-12"0,-15-9 3 0,15 9-13 16,-13 4-7-16,4 1-2 0,-2-1-5 0,2 3-11 16,-1 2-1-16,-2 4-10 0,2-1-10 0,0 3-2 15,1 2-11-15,4 0-6 0,-2-1-12 0,3 2-6 16,1-3-10-16,1 2-2 0,5 0-9 0,-1-6-3 16,2 2-11-16,1-3 0 0,6 3-5 0,5-1-3 15,0-5 5-15,1 1-13 0,4-2-4 0,6-2-6 16,1-1 3-16,0-3-2 0,1 0-4 0,3-3 3 15,-2-2-8-15,-1-4-1 0,-3 0-3 0,-1-1 4 16,-2-1-2-16,-5 1-4 0,-1-2 0 0,-1-9-1 16,1 1-1-16,-4-2 2 0,-5 7-6 0,-1-3 2 15,-2 0-2-15,-2 1 1 0,-3 4 5 0,0 1 0 16,-2 2-1-16,-1 1-2 0,-4 2-1 0,2 1-3 0,-4 3 1 16,-1 2-3-16,-4 3 0 0,-3 6-1 15,-2-1 5-15,-1 5-2 0,-1 2-1 0,2 4 7 16,2 3-7-16,6-5-1 0,3 1-1 0,3 0-3 15,3 0-15-15,2-1-18 0,2 1-31 0,5-1-31 16,2-3-42-16,3 2-39 0,8 2-29 0,4 1-38 0,-1-4-161 16,4-3-439-16,2 0 194 0</inkml:trace>
  <inkml:trace contextRef="#ctx0" brushRef="#br0" timeOffset="-4176.24">23739 12195 76 0,'0'0'159'16,"-12"3"-3"-16,4-1 2 0,0-1-2 0,2 1-3 15,6-2-1-15,-15 0-5 0,15 0-8 0,-11 0-5 16,11 0-16-16,-9 1-11 0,9-1-8 0,-8 1-10 16,8-1-12-16,0 0-3 0,0 0-2 0,0 0 5 15,0 0 4-15,0 0-3 0,0 0-3 0,20 8-1 16,-10-8-5-16,4 0-5 0,-1-2-4 0,5 2-1 15,0 0 2-15,0 0-10 0,-5 0-3 0,-1 0-3 16,1 0 7-16,0 0-18 0,-6 0-2 0,-7 0-1 16,13 0-5-16,-13 0-1 0,10 0-5 0,-10 0-5 0,8-3-12 15,-8 3-24-15,0 0-21 0,0 0-30 16,9 3-17-16,-9-3-28 0,0 0-33 0,0 0-43 16,0 8-36-16,0-8-144 0,0 0-402 0,0 0 178 15</inkml:trace>
  <inkml:trace contextRef="#ctx0" brushRef="#br0" timeOffset="-3316.32">24187 12050 45 0,'-4'-7'208'0,"-1"-1"-13"16,2 1-1-16,-1 2-3 0,1-1-8 0,-1 0-7 15,4 6-12-15,-7-10-12 0,7 10-15 0,-1-7-13 0,1 7-13 16,6-9-10-16,1 5-13 0,2-1-8 15,5 2-8-15,4-1-3 0,2 0-12 0,8 2-4 0,-1-2-4 16,0 2-6-16,-5 1-13 0,-1 1-16 0,1-1-23 16,-3 1-26-16,0 1-26 0,-6-1-39 0,0 1-24 15,-1 0-23-15,-5 0-7 0,-1 2-5 0,-6-3-15 16,6 3-89-16,-6-3-284 0,0 0 126 0</inkml:trace>
  <inkml:trace contextRef="#ctx0" brushRef="#br0" timeOffset="-3122.38">24309 11981 9 0,'0'0'140'0,"-7"1"-7"16,7-1-12-16,0 0-9 0,-11 1-16 0,11-1 19 16,-5 5 9-16,4 1 14 0,-5 4-11 0,3 2 3 15,-1 4 0-15,1 2-5 0,0 1-5 0,-2 6-8 16,0-1-4-16,3 4-7 0,-4-1-4 0,2 1-9 16,-1-1-7-16,1-1-11 0,-1-2-1 0,1-5-10 15,-1 0-4-15,3 5-7 0,-1-5-4 0,1-1-17 16,-1-1-27-16,0-3-32 0,2 0-38 0,-1-3-39 15,2-1-41-15,-2-4-53 0,2-6-134 0,-2 11-363 16,2-11 161-16</inkml:trace>
  <inkml:trace contextRef="#ctx0" brushRef="#br0" timeOffset="-2965.96">24162 12261 83 0,'0'0'167'0,"2"-8"-8"15,-2 8-10-15,9-4-13 0,1 2-13 0,8 1-14 16,0 1-14-16,5 1-17 0,9 1-43 0,2 0-26 16,4 1-42-16,12-3-36 0,-13 0-105 0,3-1-188 15,10-5 84-15</inkml:trace>
  <inkml:trace contextRef="#ctx0" brushRef="#br0" timeOffset="-2597.61">24872 12068 50 0,'-13'-6'170'0,"0"2"7"0,-1 1-8 0,-3 3-9 16,0 3-6-16,1 1-10 0,-1 3-3 16,2 5-5-16,-3-2-13 0,4 4-10 0,2 0-11 15,1 0-11-15,1 1-11 0,4-1-4 0,3 2-6 16,1-3-5-16,4-1-8 0,1 2-6 0,1-1-3 0,3-2-4 16,1 1-7-16,0-4 2 0,6 3-4 0,-4-5-3 15,0 1-6-15,2-3 1 0,-1-1-6 16,-3-1 4-16,2-1-6 0,-1-1 2 0,-9 0-6 15,9-1 3-15,-9 1-3 0,5-4-1 0,-5 4-6 0,0 0 3 16,0-10-3-16,0 10-2 0,0 0 0 0,-12-12 0 16,1 8 4-16,1 1 1 0,0-1 8 15,-1 3-2-15,-3 0 1 0,1 3 5 0,1-1 9 16,-1 3-3-16,-5 2 3 0,7-1-1 0,0 2 1 16,-1 0 1-16,3 0-5 0,2 3 3 0,-2-1-4 0,4 1 1 15,1-1-4-15,0 2 1 0,2-2-2 0,6 1 2 16,0-1-8-16,3 1 9 0,1-2-9 0,6 1-1 15,5 1-6-15,-1-3-15 0,9 1-28 16,-5-4-26-16,7 1-41 0,-6-2-51 0,5-2-38 0,-2-2-50 16,-6-1-164-16,0-1-438 0,2-1 194 0</inkml:trace>
  <inkml:trace contextRef="#ctx0" brushRef="#br0" timeOffset="-2213.5">25043 12153 2014 0,'0'-12'12'0,"0"1"9"0,0 4-23 0,0 7 10 16,1-12-11-16,3 8 5 0,4-2 2 0,1 1 3 16,6 0 8-16,5 2 2 0,0 0 0 0,5 1-1 15,6-3-3-15,-4 2-2 0,2 1 2 0,-1-2-5 16,-6 4-11-16,7-3-8 0,-11 2-17 0,0 0-2 16,-5-1-7-16,1 0 0 0,-5 1-9 15,-3 0-10-15,2-2 3 0,-8 3-2 0,2-5 10 0,-2 5 0 16,0 0 5-16,0 0 7 0,-12-15 9 0,5 10 7 15,1 2 17-15,1-1 9 0,5 4 4 0,-13-5 14 16,13 5 4-16,-7-4 4 0,7 4 5 16,-7-3-3-16,7 3-4 0,0 0-4 0,0 0 7 0,0 0 12 15,-10 7 8-15,10-7 0 0,-4 15 6 0,3-3-2 16,-2 3 18-16,-1 3-4 0,4-1-1 0,-4 1-3 16,6 0 3-16,-4 2-6 0,1-2-5 0,0 2 0 15,0 0-2-15,1-1-3 0,0 0-4 0,-2 0-4 16,5-2 6-16,-6 1-16 0,3-1-4 0,0-2-3 15,0-1 1-15,-2 1-5 0,2-2-2 0,-2-3-11 16,2 0-16-16,-2 0-23 0,4-4-27 0,-2 1-26 16,0-7-42-16,0 12-42 0,0-12-42 0,2 7-229 0,-2-7-468 15,0 0 207-15</inkml:trace>
  <inkml:trace contextRef="#ctx0" brushRef="#br0" timeOffset="-2043.09">25377 12068 34 0,'5'-6'190'0,"7"2"-6"15,1-1-10-15,9-1-15 0,-1 2-11 0,6-3-12 0,0 4-15 16,-4 0-15-16,8 1-38 0,-6-2-35 0,-3 3-52 16,-1 0-47-16,-1-2-146 0,-2 2-228 0,-4-1 101 15</inkml:trace>
  <inkml:trace contextRef="#ctx0" brushRef="#br0" timeOffset="4813.92">17642 12795 16 0,'0'0'96'0,"0"0"-3"0,-1-9-2 0,1 9-16 15,0 0-4-15,0 0-12 0,0 0-8 0,0 0 0 16,0 0-4-16,0 0-16 0,0 0 3 0,0 0 10 16,0 0-17-16,0 0 1 0,0 0-4 0,0 0-9 15,0 0 2-15,0 0 8 0,0 0 1 0,-5-5 10 16,5 5-5-16,0 0-3 0,0 0 11 0,0 0 4 15,0 0 0-15,0 0-3 0,0 0 7 0,0 0-3 16,0 0-9-16,0 0 10 0,0 0-1 0,0 0 1 16,0 0-4-16,0 0-4 0,0 0-3 0,0 0 1 15,0 0-3-15,0 0-5 0,0 0-1 0,0 0-2 16,0 0-10-16,0 0 7 0,0 0-4 0,0 0 3 16,0 0-7-16,0 0-4 0,0 0 2 0,0 0-2 15,0 0 2-15,0 0-2 0,0 0-5 0,0 0-1 16,0 0 1-16,0 0-6 0,0 0 7 0,0 0 2 15,11 20-1-15,-10-10 1 0,-2 0 3 0,0 6 4 16,0 3-1-16,-3 0 8 0,0 0-2 0,0 10-1 16,-2-2-2-16,2 2 2 0,3-3 2 0,-6 2-3 15,5 1 1-15,-2-1-7 0,0 2 4 0,1-3-1 16,1 2 11-16,4 0 0 0,-5-1-2 0,1 1 1 16,0-2-2-16,1-1 3 0,-2 2-1 0,3-4-1 15,-3-5-3-15,5 0 0 0,-2-1-2 0,0-1-2 16,0 0 3-16,0-1-5 0,-2-4-2 0,2 0 2 15,0-1-3-15,0-1 0 0,-1 0 0 0,0-3-2 16,0 2 7-16,-1-3-7 0,2-6-2 0,2 12 0 16,-2-12-1-16,-2 10 0 0,2-10 1 0,-1 9-6 0,1-9 2 15,-1 7 0-15,1-7 2 0,0 0 3 0,0 0-6 16,1 10 0-16,-1-10 2 0,1 7 1 16,-1-7-1-16,5 6-1 0,-5-6 2 0,9 4-2 15,0-1 0-15,0 0 3 0,-1-2-4 0,5 0 3 16,3 1-3-16,3-1 4 0,9-1-1 0,2 3-2 0,1-2-3 15,-1-1 6-15,7-1-4 0,2 1 1 0,12 0-1 16,-12 1 0-16,16-4 6 0,-2 5-4 16,-14-2-3-16,1 0-1 0,11 1 0 0,-15-1 1 15,-2 2-2-15,1 0 1 0,-4-2-2 0,-3 0 1 16,-7 0 4-16,-3 0 0 0,0 0-4 0,0 0 2 0,-5 0 2 16,-3 0 1-16,0 0 3 0,-2-2 9 0,-8 2 4 15,9 0 8-15,-9 0 4 0,9 0 2 16,-9 0 6-16,0 0-3 0,10 0-1 0,-10 0-5 15,0 0-2-15,5-3-4 0,-5 3-2 0,0 0-1 16,0 0-5-16,0 0-4 0,0 0-2 0,0 0 2 0,0 0-1 16,0 0-9-16,0 0-16 0,0 0-16 0,0 0-25 15,0 0-20-15,0 0-39 0,0 0-44 16,0 0-35-16,0 0-51 0,0 0-125 0,0 0-398 16,0 0 176-16</inkml:trace>
  <inkml:trace contextRef="#ctx0" brushRef="#br0" timeOffset="5504.24">18681 13701 98 0,'-14'-3'102'0,"6"3"-8"0,-2-1 5 16,-1-1-9-16,0 1-8 0,11 1-14 16,-19 0 13-16,10 1-11 0,0 2-1 0,0 0 5 15,0 1-1-15,-1 2-3 0,-1 0 0 0,3 0-3 16,-1 3-5-16,-5 0-5 0,5 1-5 0,0 2-3 0,-1 2-4 16,1-4-3-16,0 0-5 0,-4 4-5 0,2-2 13 15,2-1-7-15,-1 2-1 0,2-3-4 16,0 1-10-16,0-2-20 0,-2 0-14 0,5 3-27 15,-1-2-38-15,1 0-28 0,0-2-28 0,-4 2-102 16,2-2-253-16,1 1 113 0</inkml:trace>
  <inkml:trace contextRef="#ctx0" brushRef="#br0" timeOffset="5713.89">18575 13562 84 0,'-4'-12'146'0,"-2"2"-5"16,-1 0-1-16,-3-1-10 0,0 0-4 0,2 1-9 15,-2 1-4-15,1 0-13 0,1 1-13 0,1 0-10 16,0 3-12-16,2 1-29 0,5 4-31 0,-6-5-35 0,6 5-11 16,0 0-22-16,0 0-16 0,0 0-21 0,0 0-76 15,0 0-191-15,23 19 85 0</inkml:trace>
  <inkml:trace contextRef="#ctx0" brushRef="#br0" timeOffset="6243.26">19039 13671 11 0,'0'0'201'0,"0"0"-1"0,5-8-7 15,-5 8-4-15,5-12-13 0,-2 5-12 0,2-1-10 16,0-2-14-16,3-1-10 0,6-3-16 0,-4-1-7 0,4 0-8 15,0-2-8-15,3-2-8 0,-3 3-3 0,0 1-6 16,-2 1-1-16,0-1-8 0,-2 2-8 16,-2 2-6-16,-2 1 6 0,-1 2-4 0,-1 3 1 15,-1-1-9-15,-3 6-3 0,4-8-6 0,-4 8 4 16,0 0-15-16,0 0 0 0,-14-1-5 0,14 1-5 0,-29 12-1 16,7 0 0-16,-4 4-4 0,2 0-1 15,-2 4-1-15,2-1 7 0,0-1-10 0,5 3-2 16,6-8 0-16,1 2 0 0,4-1-4 0,0 2 2 15,5-3 0-15,2-1-1 0,2 4 1 0,3-5 5 16,7 1-9-16,-1 1 8 0,6-3 0 0,2-1 0 16,1 1-6-16,9-6-15 0,-4 1-5 0,6 0-5 15,-2-3-12-15,-8-1-4 0,7-2 0 0,-4 0-4 16,-4-5 0-16,3 1 2 0,-2 1 2 0,0-6 1 16,3-2 5-16,-6 2 4 0,-3-1 4 0,-1-3 5 15,-1 3 2-15,-3-5 8 0,-3 0 4 0,-1 0 5 16,-1-2 6-16,-1 1 1 0,-6 1 5 0,2-1 2 0,-2 1 9 15,3 4 8-15,-2-1 4 0,-1 3 8 16,2 0 1-16,0 5 6 0,1 5-7 0,-3-12-3 16,3 12-10-16,-1-8-1 0,1 8-6 0,0 0-1 15,0 0-2-15,0 0 1 0,0 0-6 0,0 0-2 16,-2 35 2-16,2-19 0 0,0 3-1 0,0 0 1 0,2 0-4 16,-1 0 2-16,-1 1-2 0,3 4-6 0,-3-5-24 15,0 0-10-15,0-1-24 0,2-2-32 16,-1 1-30-16,-1 0-34 0,2-1-29 0,-2-3-28 15,0 2-131-15,-3-5-367 0,2-1 163 0</inkml:trace>
  <inkml:trace contextRef="#ctx0" brushRef="#br0" timeOffset="6401.23">19366 13326 25 0,'-3'-8'108'0,"3"8"-21"0,0 0-23 16,0 0-29-16,0 0-31 0,0 0-36 16,0 0-17-16,0 0-53 0,21 28 25 0</inkml:trace>
  <inkml:trace contextRef="#ctx0" brushRef="#br0" timeOffset="6608.17">19687 13339 98 0,'5'-8'167'0,"-5"8"-4"0,6-4-14 0,-6 4-20 16,0 0 0-16,0 0 1 0,0 0 4 0,8 16 11 16,-5-4-10-16,-3 4-10 0,0 2-6 0,1 7-12 15,-1 0-4-15,0 2-3 0,0-1-14 0,0 1-11 16,0 1-11-16,-1-3-3 0,1 1-5 0,-2-7-3 16,1 7-11-16,-2-6-7 0,3-1-17 0,-1 2-27 15,1-3-27-15,0-2-39 0,0-6-46 0,0 1-34 16,0-1-28-16,0-3-125 0,0-7-332 0,0 0 147 15</inkml:trace>
  <inkml:trace contextRef="#ctx0" brushRef="#br0" timeOffset="7372.27">19730 13531 101 0,'5'-9'104'0,"3"1"-4"15,1 1-4-15,4-7-5 0,0 3 3 0,2 0-3 0,-2-2 0 16,1 2 6-16,-5 1-14 0,1-2 5 0,3 0-5 15,-6 2 5-15,1 1-3 0,-1-3-4 16,3 3-7-16,-5 1 1 0,0 2-3 0,-3 1-8 16,-2 5-8-16,7-7-6 0,-7 7-6 0,0 0-1 15,0 0 3-15,10 13 0 0,-9-1-2 0,-1 5 0 16,-2 3 0-16,-3 4 0 0,1 1-2 0,1 0-4 16,1 1-6-16,-1-2-1 0,-1 1-5 0,2-6 0 15,0 2-1-15,1-4-3 0,2 2-1 0,-1-4-2 16,3-2-2-16,-2-3-2 0,2 0-2 0,-2-2 1 15,2-1 0-15,-3-7 1 0,4 7-1 0,-4-7-6 16,11 0 4-16,-11 0-4 0,17-9 3 0,-7 3-2 16,7-6-1-16,-3 0-2 0,2-3-3 0,5-1 2 15,-1 1 0-15,-1 4-2 0,-5 1 0 0,2 2-4 16,-5 4-1-16,2 0 0 0,-3 1 2 0,2 3 0 16,-1 2-2-16,-3-1 1 0,1 3 1 0,1 0 6 0,0 1-1 15,-1 1 3-15,3 0-5 0,-1 0 6 16,1 0 3-16,2 0-1 0,-3-2-2 0,2-1 12 15,4 1 0-15,-2-3 3 0,2-2 0 0,3-1 7 16,-2-1-4-16,1-2-2 0,-1-2 1 0,-1 0 0 16,-1 0 0-16,-2-3 3 0,0 1-4 0,-5 0-4 15,3-2-1-15,-5 0-1 0,-2 3 6 0,-1-4-11 16,-1 1 0-16,0-2-2 0,-3 1-1 0,-3 2 4 0,2-3-5 16,-2 3-4-16,-1 0 2 0,-2 1-5 15,0 2 1-15,-2 1-2 0,0 4-2 0,-3 0 1 16,-1 2-5-16,-1 3 2 0,-3 4 0 0,-1 3 0 15,1 2 0-15,-5 6-3 0,7-4 3 0,-2 6 6 16,5-4-8-16,3 1 1 0,0-4-1 0,3 4 1 16,1-3 3-16,2 2 7 0,4-5-12 0,0-2 5 15,7 7 0-15,-1-8 1 0,1 3 0 0,-1-5 0 16,9 2 3-16,-1-4-1 0,-4 0-1 0,3-2 5 16,1-1-4-16,-3-1 3 0,7-2-2 0,1-3 1 0,-6 1-1 15,3-3 0-15,-1 0 0 0,-1-2 2 0,-2-1-4 16,0-3 3-16,-1 1-4 0,-1-1 3 15,0-1-6-15,-1 0 3 0,0 3 0 0,-3-1 2 16,-1 5-4-16,1-3 0 0,-3 3 1 0,2 0 0 16,-5 1-6-16,2 3 12 0,-4 3-12 0,6-6 0 0,-6 6 1 15,9 1 0-15,-9-1-3 0,9 5 4 0,-5 0 2 16,0 2 1-16,-1 0 0 0,2 1 0 16,-1 1-2-16,-2 3 5 0,1-3-3 0,2 2 0 15,-3-2 1-15,-1 0 5 0,1 2-3 0,-1 0-12 16,-1 1-23-16,1-2-24 0,-2 4-39 0,1-4-54 0,0 1-70 15,0-3-209-15,0-8-463 0,1 14 205 0</inkml:trace>
  <inkml:trace contextRef="#ctx0" brushRef="#br0" timeOffset="7765.86">21284 13725 118 0,'9'-8'202'0,"7"-5"-19"0,0 1-5 0,6-3 11 0,1 0-19 16,-1 0-9-16,1 2-12 0,-8 1-10 0,0-1-10 16,2 2-8-16,-3-1-3 0,0-1-7 0,-2 2-8 15,0-1-9-15,-1 1 5 0,-5 0-4 0,-2 0-13 16,0 3-1-16,-3-2-5 0,-2 3-8 0,1 7-9 15,-4-12-5-15,-1 5-4 0,-3 2-5 0,-5 1-6 16,1 3-4-16,-8 2 1 0,0 3-5 16,-6 3 0-16,1 5 0 0,-1 0-2 0,1 3 6 0,2 1-3 15,3 1-1-15,1 2 3 0,7-4 5 0,0 0 5 16,1 2-4-16,5 0-4 0,1 0 0 0,3-1-1 16,2 1 2-16,5 0-3 0,3-1 0 0,4-2-6 15,1 2 6-15,9 0-8 0,6 0 1 0,1-4-3 16,6-1 2-16,-2-1-12 0,2-5-24 0,-1 0-27 15,-1 2-31-15,-2-2-33 0,-8-2-42 0,-1 0-58 16,-4-3-49-16,-3 0-241 0,-5 0-531 0,0-2 235 16</inkml:trace>
  <inkml:trace contextRef="#ctx0" brushRef="#br0" timeOffset="7954.17">21587 13371 216 0,'0'-9'257'0,"0"-3"-21"0,2 3-11 0,0 0-12 16,-1 2-12-16,5-1-19 0,1-1-20 0,1 2-15 15,2 1-15-15,3 1-12 0,3-2-15 0,4 3-24 16,-2 2-27-16,2 1-38 0,0 1-53 0,0 1-59 16,0 1-62-16,-5 1-185 0,-1 2-371 15,-3-1 163-15</inkml:trace>
  <inkml:trace contextRef="#ctx0" brushRef="#br0" timeOffset="8339.75">21817 13714 5 0,'0'0'258'0,"0"0"-15"0,16-3-15 0,-16 3-14 0,19-10-17 16,-3 1-12-16,2-3-15 0,-1 0-13 0,8-5-11 15,0-2-14-15,0 0-5 0,-3 0-9 16,2-2-8-16,-3 1-9 0,-5 0-6 0,1-1-11 0,-5 7-8 16,-2-1 1-16,-3 1 0 0,-1 3-4 0,-4 0-1 15,1 3-15-15,-3 1-6 0,0 7-7 0,-3-11-6 16,-1 7-3-16,4 4-4 0,0 0-7 16,-16 1-3-16,16-1 1 0,-17 12-6 0,8-5-1 15,-6 5-3-15,4 1-7 0,6-2 2 0,-2 3-3 0,2 0 0 16,3 3-2-16,2-5-2 0,4 5 2 0,0-1 1 15,4 0 1-15,2 0-4 0,0 0 1 0,3-2 0 16,-2 0 2-16,0-2-3 0,0 2-2 0,-3-4-1 16,1 0 3-16,-2 0 0 0,0-1-3 0,-1 2-3 15,-1-3-2-15,-1 1 0 0,-1 0-4 0,-2 0 1 16,0-2-8-16,-1-7-16 0,-5 16-15 0,-1-7-27 16,-1 0-27-16,0-1-31 0,-5 1-34 0,2-3-38 15,0 1-210-15,-3-3-451 0,5-2 200 0</inkml:trace>
  <inkml:trace contextRef="#ctx0" brushRef="#br0" timeOffset="8675.84">22656 13559 164 0,'0'0'231'0,"0"0"3"0,0 0 1 0,2 13-13 15,-2-13-16-15,-10 14-17 0,5-4-15 0,0 2-13 16,0 1-11-16,1-4-17 0,0 4-12 0,1-3-9 16,1 0-9-16,2 2-10 0,4-3-9 0,-3 1-7 15,4-1-7-15,0-1-8 0,3-1-3 0,3 0-5 16,2-4-7-16,5 0-2 0,-4 0-4 0,5-5 0 16,2 1-5-16,-3-4-4 0,1 0-1 0,-1-2-2 15,-3-3-2-15,0 1-4 0,2-4 5 0,-6 0 5 16,1-2-10-16,-3 1-1 0,-3-3 0 15,-2-1-4-15,-4 1 1 0,0 0-5 0,-4 1-5 0,-2 2-8 16,-3 4-14-16,-4 1-17 0,-1-1-16 0,-2 6-26 16,-4 1-22-16,1 3-24 0,-9 4-34 0,6 3-23 15,-2 3-30-15,0 4-29 0,-4 3-156 0,3-2-422 16,4 2 187-16</inkml:trace>
  <inkml:trace contextRef="#ctx0" brushRef="#br0" timeOffset="9042.7">22838 13794 164 0,'16'-7'216'0,"3"-3"-5"0,-2-1-14 15,3 2-5-15,3-7-14 0,-2 1-12 0,-6 3-11 16,0-1-7-16,0-1-12 0,3-5-7 0,-4 2-10 16,1-3-12-16,-2-2-6 0,-4 7-4 0,-1-2-11 15,-4 0-1-15,-3 4-8 0,-2-1-5 0,-1-2-5 16,-4 4-11-16,-4-1-6 0,-3 1-2 0,-1 3-7 15,1 0-6-15,-2 1-3 0,4 1-3 0,-3 4-5 16,2-1-4-16,4 3-3 0,1-1 1 0,7 2-3 16,-12-3-3-16,12 3 1 0,0 0-1 0,0 0-1 15,0 0-2-15,0 0 0 0,0 0-1 16,24 9 0-16,-6-7 1 0,4 0 0 0,-3 1-4 0,11 1 0 16,-1-1-3-16,-10 2 4 0,-1-1-7 0,-5 1 3 15,1-1-6-15,-3-2 1 0,0 6 1 0,-1-1 3 16,-2 0 9-16,-2 2 2 0,0-1 0 0,-2 0 0 15,4 3 9-15,-6-1-4 0,0-1-1 0,-2 3-3 16,1-2-1-16,-1 0-2 0,1 2-14 0,-1 4-18 16,0-4-20-16,0 1-29 0,0-1-59 0,2-3-80 15,-2 3-267-15,0-12-515 0,0 23 229 0</inkml:trace>
  <inkml:trace contextRef="#ctx0" brushRef="#br0" timeOffset="9625.29">23751 13376 62 0,'5'-10'241'0,"0"1"-18"0,-1 0-6 0,-2 4-9 15,0-4-17-15,-2 9-20 0,1-7-23 0,-1 7-16 16,0 0-14-16,0 0-8 0,0 0-7 0,9 24 16 15,-10-6-6-15,2 8-6 0,0 2-9 16,-2 2-9-16,-2-1-3 0,2 0-11 0,-3 0-5 0,3-3 0 16,0-1-7-16,-2 1-5 0,1 0-2 0,0-9-6 15,-3 2-6-15,5-4-4 0,0-5-2 0,-1 3-5 16,1-5-1-16,0 1-2 0,0-9 2 0,-2 13 9 16,2-13 10-16,-2 7 14 0,2-7 9 0,0 0 0 15,0 0-3-15,0 0-8 0,0 0-4 0,0 0 7 16,0 0-21-16,0 0-3 0,17-26-14 0,-7 15 6 15,-1-3-7-15,5 1 2 0,-2 0-1 0,3 1-9 16,0-2 0-16,3 3-7 0,-1-2 0 0,1 5 1 16,-3 0-4-16,2 1-1 0,-6 1-5 0,4 6 6 15,-3-2-2-15,1 2-11 0,-3 2 6 0,0 2-3 16,0 2 0-16,-1 1 3 0,-1 2-1 0,0-1 3 16,-2 3-2-16,-1-3-1 0,-1 10 0 0,-3-5-2 15,3 3-3-15,-3-1-32 0,2-3-29 0,-3 0-27 16,1 1-39-16,-1-1-25 0,2-1-64 0,-2-2-50 15,0 1-39-15,-2-1-168 0,2-9-516 0,0 0 229 16</inkml:trace>
  <inkml:trace contextRef="#ctx0" brushRef="#br0" timeOffset="9903.79">24128 13682 20 0,'-4'-5'193'0,"4"5"-3"0,0 0-2 16,0 0 6-16,0 0-6 0,0 0-13 0,0 0-9 15,-11 13-12-15,11-13-15 0,0 0-9 0,6 15-7 16,-2-9-3-16,1 0-3 0,4-3-2 0,2 0-1 16,3 1-10-16,0-1-12 0,8-3-3 0,-1-4-10 15,-1 3-4-15,0-4-4 0,0 2-1 0,0-3-3 16,-2-2-3-16,-3 0 1 0,1-1-3 0,-6 2 0 16,0-6-8-16,2 0-6 0,-9 3-4 0,2-2-4 15,-3 2-9-15,-3 0-2 0,0 0-2 0,-4 2-1 16,0 1-6-16,-3 3-4 0,-3 1-4 0,-2 3-6 15,-6-2-17-15,-2 4-12 0,1 2-18 0,-1 1-23 16,-6 5-31-16,8-3-29 0,1 3-29 0,4 0-52 16,5-1-39-16,0 0-193 0,2-3-473 0,4 0 210 15</inkml:trace>
  <inkml:trace contextRef="#ctx0" brushRef="#br0" timeOffset="10132.11">24483 13396 148 0,'3'-19'237'0,"3"2"2"0,-3 1-2 16,-2 4-2-16,0 3-19 0,2 3-24 0,-3 6-21 15,2-6-18-15,-2 6 9 0,0 0 9 0,9 18-1 16,-5-1 0-16,0 0-7 0,0 10-11 0,0 0-6 16,-2 0-12-16,1 1-13 0,-3-2-9 0,0-1-9 15,0 2-18-15,0-8-29 0,0 7-28 0,-4-2-34 16,1-3-37-16,2-2-32 0,0 1-39 0,-2-2-43 15,1 0-42-15,0-1-42 0,2 0-33 0,-2-2-142 16,1-4-449-16,2-1 198 0</inkml:trace>
  <inkml:trace contextRef="#ctx0" brushRef="#br0" timeOffset="10622.92">24610 13794 129 0,'9'-5'164'0,"0"-3"3"0,1 0-2 0,4-4-12 15,1 1-2-15,3 0 1 0,-1-2-7 0,8-2-4 16,-4 1-7-16,1-4-8 0,0 1-10 0,1-1-10 15,-2 1-4-15,2 2-7 0,0-2-8 0,-9 4-3 16,-1-1-4-16,0 0-3 0,-6 0-7 0,2 1 3 16,-5 3-2-16,-1 4-5 0,-1-1-4 0,-2 1-5 15,0 6-9-15,0 0-5 0,-11-8-7 0,11 8-4 16,-26 8-4-16,7-1-1 0,-4 6-4 0,1 2 4 16,6-1-2-16,1-2 0 0,1 1 0 0,3 0-8 15,2 0-2-15,5-2 1 0,-2 1 0 0,6-2 1 16,0 2-2-16,2-4 5 0,5 1-5 0,3-1-2 15,3 1 2-15,3-2-2 0,2-4-1 0,3 2 1 16,1-3 2-16,0-2-8 0,0-2 1 0,5 1 6 16,-4-3-3-16,-3-1-6 0,1 0 3 0,-1-3-1 15,-4 1 1-15,2-4 1 0,-2 1-1 0,-1-5-4 16,-2 2 1-16,-1-2 4 0,-1 0-4 0,2-2 2 16,-5 1-5-16,0 0 1 0,-1 0-3 0,-3 0 1 15,1 6 0-15,-1-1 4 0,-2 2-4 0,1 1 1 16,-1 2-4-16,0 1-3 0,-2 5-3 0,0 0 3 15,0 0-3-15,0 0 5 0,0 0-5 0,0 0 8 16,0 0-3-16,-12 23 0 0,6-8 1 0,1-4-1 16,1 5 2-16,-2 1 4 0,-1 0 3 0,1 0 3 15,0 2 9-15,0-2-2 0,1 1-2 0,1-1 4 16,-2 0 5-16,2-1-3 0,0-4-2 0,1 1-2 16,-1-3 2-16,2 2 1 0,-2-1-14 0,-1-1-13 15,1 0-14-15,0 1-11 0,-2-1-31 0,3-5-24 16,-2 4-30-16,-1-2-48 0,3-2-46 0,-3-1-48 15,0 2-180-15,6-6-476 0,-13 5 211 0</inkml:trace>
  <inkml:trace contextRef="#ctx0" brushRef="#br0" timeOffset="10795.17">25199 13676 133 0,'0'0'221'0,"0"0"-16"16,0 0-16-16,6-3-18 0,-6 3-21 0,0 0-28 16,0 0-35-16,0 0-43 0,0 0-38 0,7-5-48 0,-7 5-45 15,0 0-114-15,0 0-216 0,0 0 97 16</inkml:trace>
  <inkml:trace contextRef="#ctx0" brushRef="#br0" timeOffset="15166.13">25699 13541 16 0,'0'0'146'0,"0"-8"8"0,0 8-4 0,0 0-7 16,0-11-9-16,0 11-5 0,0-10-4 0,0 10-3 16,3-7 0-16,-3 7-6 0,0 0-4 0,-3-10-7 15,3 10-2-15,0 0-14 0,0 0-5 0,3-8-8 16,-3 8-7-16,0 0-7 0,0 0-11 0,0 0-6 16,0 0-5-16,0 0-5 0,0 0-3 0,0 0-2 15,0 0-3-15,0 0-4 0,0 0-3 0,0 0-1 16,7 25-5-16,-5-18 5 0,-2 4-2 0,2-1-5 15,0-1-1-15,-2 1 1 0,-2 0-4 0,2 0 4 16,0 0-2-16,-2-1-4 0,2 1-2 0,0-1 12 16,0-1-11-16,0-8 3 0,-2 14-4 0,0-9 6 15,2-5-6-15,0 9-2 0,0-9 1 0,-1 7 4 16,1-7 3-16,0 0 10 0,0 0 8 0,-1 8 4 16,1-8 6-16,0 0-2 0,0 0-7 0,0 0-2 0,0 0 1 15,0 0-9-15,0 0 6 0,-1-25-6 16,1 25-2-16,1-17-1 0,1 6-4 0,-2 0 8 15,4-5-10-15,0 1 4 0,1 0-6 0,3 1 0 16,2 0 0-16,-3 0-2 0,3 0 0 0,3 3-1 16,-3 1-1-16,-1-2-1 0,3 4-1 0,-1 2-1 0,0 0-1 15,2 2 0-15,-1 0 4 0,-1 0-7 16,2 4 2-16,-2-1-1 0,1 2 1 0,-3 2 2 16,2 1-3-16,1 2 0 0,-2 1 1 0,-3-1 0 15,1 3-4-15,0 0 4 0,-3 1-1 0,1-1 0 16,-2 2 0-16,-2 0 2 0,4-2-1 0,-4 3-1 15,0-1-1-15,0 1 4 0,0-2 3 0,-2 0-3 16,3 2-29-16,-3-1-17 0,0-1-24 0,-2 1-39 16,2-11-26-16,-1 17-25 0,-1-11-31 0,2 0-27 15,0-6-124-15,-6 10-370 0,6-10 165 0</inkml:trace>
  <inkml:trace contextRef="#ctx0" brushRef="#br0" timeOffset="15457.97">26075 13521 107 0,'0'0'138'0,"0"0"-4"0,0 0-8 15,0 0-7-15,0 0-2 0,9 13 1 0,-9-13-9 16,4 7-13-16,-2-1-4 0,3-3-4 16,-1 1-8-16,2 0-8 0,2-3-2 0,3 0-2 15,-1 2 1-15,1-3-3 0,9-1-4 0,-5-3-4 16,-1 1 1-16,-1 0-8 0,3-2 3 0,-4 1-5 0,-2 0 4 15,2-1 1-15,-7-1-4 0,-1 0-2 0,0 1-6 16,-2-1-5-16,-2 6-3 0,-2-13-6 16,2 13-4-16,-6-17 0 0,-1 12-8 0,2 1-4 15,-4-2-10-15,0 3-15 0,-4-1-4 0,4 3-12 16,-2 0-13-16,-1 2-19 0,3 0-7 0,0 2-17 0,3 1-34 16,-2-1-24-16,2 1-23 0,2 0-115 0,-3 1-304 15,7-5 135-15</inkml:trace>
  <inkml:trace contextRef="#ctx0" brushRef="#br0" timeOffset="15672.41">26459 13273 91 0,'0'-7'187'16,"4"1"-4"-16,-4 6-13 0,2-8-19 0,-2 8-16 15,0 0-2-15,0 0 4 0,0 0 8 0,0 0-5 16,-2 29-6-16,2-12-9 0,-4 9-12 0,1 0-10 0,-1 0-8 15,0-1-10-15,0 1-8 0,1 0-6 16,-2-6-7-16,3 4-5 0,0-7-11 0,0 3-20 16,2-4-22-16,-3 2-20 0,6-3-37 0,-4-3-44 15,1 0-43-15,0-1-47 0,0-2-149 0,0-9-360 16,-6 16 160-16</inkml:trace>
  <inkml:trace contextRef="#ctx0" brushRef="#br0" timeOffset="15822.17">26417 13466 92 0,'12'-4'105'0,"7"-2"-13"0,-2 1-27 0,4-1-28 16,6-2-20-16,0 3-22 0,0 0-26 16,-7 3-31-16,0-1-68 0,1-2 31 0</inkml:trace>
  <inkml:trace contextRef="#ctx0" brushRef="#br0" timeOffset="16175.8">26791 13252 100 0,'3'-5'146'15,"-3"5"-12"-15,0 0-8 0,0 0 14 0,0 0 9 16,0 0-4-16,6 22 2 0,-4-4 4 0,0 7-10 0,-4-1-3 16,2 2-11-16,-2 1-9 0,0-3-10 0,0-4-12 15,2 0-6-15,0-1-5 0,-2-2-10 0,2-2-3 16,-3 0-7-16,1-4-7 0,0 0-7 15,2-2-6-15,0-2-2 0,0-7-5 0,-2 11 4 16,0-7-8-16,2-4-2 0,0 0-1 0,0 10-2 0,0-10-4 16,0 0-2-16,0 0-2 0,0 0-14 15,0 0-3-15,21-16-5 0,-11 9-7 0,1-2-3 16,2 0-4-16,3 1 1 0,3-1 0 0,-4 2 1 16,3 1 3-16,-1 2-1 0,-5 1 0 0,-1 1 3 15,0 1-3-15,-1 1 2 0,-2 1 3 0,-8-1-3 0,9 6 5 16,-5-3 6-16,-4-3 1 0,3 11 5 0,-5-3 1 15,2-8 2-15,-9 17-3 0,0-10-2 0,-1 5 2 16,-2 1 1-16,1-6-9 0,1 1-17 0,1-1-22 16,0-1-21-16,-2 0-27 0,2-1-24 15,5-1-32-15,4-4-28 0,-9 3-21 0,9-3-130 0,-8 1-347 16,8-1 154-16</inkml:trace>
  <inkml:trace contextRef="#ctx0" brushRef="#br0" timeOffset="16401.08">27043 13511 67 0,'0'0'158'0,"8"-2"-9"0,-8 2-8 0,0 0 7 0,10-1 5 16,-10 1-8-16,0 0-14 0,11 1-11 0,-11-1-6 15,9 2-13-15,-2-1-6 0,-7-1-8 0,13 0-3 16,-2 0-1-16,-3 2 1 0,3-5 1 0,-11 3-1 16,13-3 4-16,-6 2-3 0,-2-4-5 0,1 2-10 15,-6 3-4-15,4-10-6 0,-4 10-7 0,-2-10-6 16,2 10-3-16,-8-13-4 0,3 9-8 0,-2-1-3 15,-2-1-14-15,2 5-22 0,1-2-18 0,-6 3-26 16,12 0-35-16,0 0-31 0,-22 3-35 16,15 0-36-16,2-1-164 0,-3 1-382 0,8-3 169 0</inkml:trace>
  <inkml:trace contextRef="#ctx0" brushRef="#br0" timeOffset="16625.76">27321 13272 1 0,'4'-10'234'0,"-1"3"-6"0,-1 2-13 0,-2 5-17 0,7-9-19 16,-7 9-23-16,2-4 5 0,-2 4 4 0,0 0-5 15,0 0-4-15,3 25-8 0,-3-12-5 16,-2 3-8-16,1 4-11 0,0-2-13 0,0 2-12 0,-4-1-9 16,3 7-6-16,0-2-11 0,-3-1-6 15,1-7-5-15,4 0-14 0,0 0-24 0,0-5-15 0,0 1-24 16,0 0-31-16,-2-2-49 0,0-1-50 0,2-2-48 15,0-7-36-15,-1 9-163 0,1-9-424 16,0 0 188-16</inkml:trace>
  <inkml:trace contextRef="#ctx0" brushRef="#br0" timeOffset="17016.09">27355 13371 44 0,'10'-9'158'0,"-2"-2"9"16,7 0-1-16,1 0 0 0,0-1-4 15,0 2-8-15,1-1-4 0,0 1-1 0,-2-1-4 0,-1 0-12 16,1 0 4-16,1 1-16 0,-7 2-4 0,3-4-6 16,-3 3-6-16,-1 2-4 0,-1-2-8 15,0 5-3-15,-2-1-14 0,-1 1-12 0,-4 4-8 16,9-6-10-16,-9 6-1 0,0 0-6 0,0 0 0 16,9 15-4-16,-9-6-2 0,0 4-2 0,0 2-5 0,-3 1 0 15,1 1-4-15,0 0 0 0,0-3-3 0,-2 3-1 16,1-2-1-16,1-2-2 0,-2-4 1 0,3 1-4 15,0-3-17-15,-2 0-2 0,3-7 5 16,0 9 1-16,0-9 2 0,0 0-1 0,0 9 2 16,0-9-1-16,0 0 2 0,11-1 5 0,-11 1-7 0,13-8-1 15,-3 2 4-15,0-2-6 0,1 2 4 0,2-1-2 16,-5 0-1-16,3 3 0 0,-1 1-2 0,2-1-1 16,-5 3 2-16,1 1-5 0,3 0 0 15,-11 0 2-15,13 5 1 0,-6-2-1 0,-1 2 1 16,2 1 2-16,-4 1 0 0,0 0-5 0,2 3-19 0,-5 0-15 15,-1-1-19-15,-1 1-30 0,1 0-40 0,-4 0-43 16,2 1-38-16,-1 0-180 0,2-2-425 0,-2 1 188 16</inkml:trace>
  <inkml:trace contextRef="#ctx0" brushRef="#br0" timeOffset="17606.07">28341 13305 158 0,'0'-12'228'16,"0"12"-18"-16,0-8-22 0,0 8-21 0,0 0-14 16,0 0-11-16,0 0-5 0,0 0-6 0,0 0-15 15,0 0-8-15,-6 26-10 0,3-14-6 0,1 4-9 16,2-1-8-16,-2 0-9 0,1 2-3 0,0 0-8 16,2 0-5-16,0-1-8 0,1 1-21 0,-2-2-22 15,2 0-42-15,-2-1-39 0,0-2-40 0,2 0-40 16,-2 0-28-16,-2 0-108 0,0-2-321 0,-1 1 142 0</inkml:trace>
  <inkml:trace contextRef="#ctx0" brushRef="#br0" timeOffset="17776.84">28281 13211 1608 0,'2'-30'-7'0,"1"5"-1"16,0 6 37-16,-2 2-20 0,-1 8-11 0,0 9-27 0,2-13-6 15,-2 13-8-15,0 0 1 0,0 0-11 16,0 0-14-16,17 15-10 0,-12-5-14 0,4 6-10 16,0 2-82-16,2 6-196 0,1 2 87 0</inkml:trace>
  <inkml:trace contextRef="#ctx0" brushRef="#br0" timeOffset="17989.84">28599 13516 115 0,'0'0'162'0,"0"0"-8"0,3-18-2 0,-3 18 2 16,0-18-16-16,2 6-1 0,5-2-11 0,-3-4-6 16,2 0-3-16,4 1-7 0,-1-2-8 0,0 3-7 15,3-1-4-15,1 4-9 0,-1 0-7 0,-2 4-9 16,1 2-5-16,-1 3-10 0,-2 1-3 0,4 4-4 16,-4 1-8-16,2 2-1 0,-3 4-5 0,-2 2-3 15,1 5-19-15,-2 2-19 0,-4 2-22 0,0 0-38 16,-1 0-31-16,2 7-29 0,-2-7-27 0,0 1-147 15,-2-1-331-15,1-3 146 0</inkml:trace>
  <inkml:trace contextRef="#ctx0" brushRef="#br0" timeOffset="18341.74">29157 13443 117 0,'16'-23'174'15,"1"-3"-6"-15,-2 0-5 0,3 1 2 0,-6 1-1 16,2 1-12-16,-5 6-11 0,-2-2-14 0,3 4-5 16,-3 0-6-16,-3 4-6 0,1 3-1 0,-1-2-6 15,-2 4-5-15,1 1-13 0,-3 5-6 0,2-10-14 16,-2 10-6-16,0 0-6 0,0 0-5 0,0 0-6 16,0 0-7-16,-32 14-4 0,18-5-9 0,-2 2-3 15,2 1-18-15,1 1-4 0,0-2-4 0,4 5 1 16,3-5-8-16,-1 3-4 0,6 0-7 0,0-2 5 15,1 3-3-15,2-3 2 0,3 1-5 0,0 1 7 16,6-1-5-16,-2 2 0 0,3-3 6 0,-1 2-1 16,-2-5 4-16,1 0 3 0,-4 1-3 0,1-4-3 15,-3 1 4-15,-1 0 6 0,1-1-3 0,0 1 6 0,-3 0 3 16,-1-7-9-16,-1 12-8 0,1-12-19 16,-9 12-20-16,1-6-18 0,1 1-38 0,-2-2-24 15,-1-1-31-15,-2 0-94 0,2 0-286 0,0-2 127 16</inkml:trace>
  <inkml:trace contextRef="#ctx0" brushRef="#br0" timeOffset="18686.03">29502 13279 115 0,'-3'-10'202'0,"3"10"-14"0,0 0 0 16,0 0-3-16,-20 10-13 0,9-2-6 0,-1 3-13 15,-1 3-12-15,1 1-13 0,0 1-8 0,3-2-12 16,0-2-2-16,0 3-16 0,5-3-13 0,-1-1-9 16,1-1-3-16,3 0-9 0,-1-3 0 0,2-7-9 15,3 13-2-15,2-7-1 0,-1-3-4 0,2 2-4 16,2-4-1-16,-8-1-2 0,14-3 8 0,-4 0-11 16,2 0 0-16,-2-5-3 0,1 0-2 0,-2 1 0 15,4-5-5-15,0 1 0 0,-2-2 4 0,-1 0-4 16,-2 4-3-16,-1-1-3 0,-1 3-2 0,-2 1 0 15,1 1-3-15,-2 2-5 0,-3 3 1 0,7-2 0 16,-7 2-1-16,0 0 5 0,0 0-1 0,7 18-5 16,-9-8 1-16,0 2-20 0,-1 0-27 0,1 0-29 15,-6 3-26-15,2 3-40 0,1-3-20 0,-1-3-30 16,0 1-17-16,0 0-148 0,-2 0-381 0,4-1 168 16</inkml:trace>
  <inkml:trace contextRef="#ctx0" brushRef="#br0" timeOffset="19216.92">29563 13443 79 0,'6'-18'169'0,"3"-6"2"0,-2 5-4 15,-1 0-1-15,4 3-9 0,-2-1 3 0,0 2-8 16,1 3-9-16,-3 2-7 0,-1 2-12 0,3-1-16 16,-2 4-8-16,3 3-14 0,-1 2-5 0,3 0-8 15,0 3-6-15,-2 4-10 0,1 1-3 0,-1 0-4 16,-3 2-6-16,1 0 1 0,-4 2-5 0,2 1 2 15,-2-2-2-15,1 1-5 0,0 0-2 0,-3-3-8 16,0 2 2-16,0-5-3 0,1 2-3 0,-1-2 0 16,-1-6-2-16,0 11-1 0,0-11 0 0,1 7 1 15,-1-7 1-15,0 0-1 0,0 0-3 0,0 0-4 16,0 0-4-16,0 0 1 0,0 0-1 0,18-15-5 16,-11 6 5-16,-1-1-5 0,4-3-3 0,-1 4-4 15,1-3 2-15,2 4-3 0,-1 0 2 0,1 2-3 0,1 2 0 16,-3-2-2-16,0 5 3 0,1 0-1 15,0 1 2-15,-2 1-1 0,0 0 0 0,-3 3-3 16,0-1 3-16,1 1 4 0,0 0-2 0,1 3-2 16,-1-3 9-16,2 2 0 0,-1 0-1 0,1 0 6 15,2-4 1-15,0 1 0 0,2-1 1 0,0-2-3 16,2 1 5-16,-1-2-6 0,3-2 4 0,-1-2-2 16,-3-2 0-16,3 1 3 0,-5 0-3 0,-2-3 1 15,-1 0-3-15,0-1 4 0,-1 0 0 0,-2-1-2 16,0-1 0-16,0 2-1 0,-2-1 0 0,-2 0 1 15,-2 0-3-15,1 3-4 0,0 8 1 0,-3-14-1 16,-1 11-4-16,4 3 1 0,-12-2 0 0,12 2-2 16,-22 5 2-16,8 4-1 0,-3 1 1 0,3 2-3 15,1-1 1-15,0 4-3 0,1 1 2 0,4-3-17 16,2 3-19-16,3-3-14 0,2-1-24 0,2 3-21 16,4-1-22-16,6 0-30 0,2-2-22 0,4-3-22 0,9 1-9 15,-6-3-106-15,8 1-335 0,2-2 149 16</inkml:trace>
  <inkml:trace contextRef="#ctx0" brushRef="#br0" timeOffset="19817.84">30576 13323 166 0,'4'-11'209'0,"-2"2"-4"0,-1 0-7 0,-1 2-4 16,0 7-7-16,-3-10-18 0,-3 5-5 16,6 5-7-16,-14-3-11 0,6 3-1 0,-3 2-8 15,-1 2-5-15,1 0-10 0,-6 4-4 0,7 0 0 16,1 1-15-16,-4 1-8 0,4 1-11 0,5-2-6 15,-2 4-10-15,2-2-5 0,-1-1-9 0,4 1-3 0,0-1-8 16,2 2 0-16,4-2-4 0,0-1 0 16,3-1-10-16,-1-2-3 0,6-1 1 0,-1-1-1 15,2 0 0-15,1-4-4 0,4-2-3 0,-6 2-4 16,6-5-2-16,-2-1 2 0,-2-2-4 0,-1 0 9 16,0-5-9-16,-1-1-3 0,-3 0-3 0,2-4-2 0,-2-5-1 15,-4-1-3-15,3-1 3 0,-5-2-7 0,0-2 7 16,-3 1-9-16,-2-2 0 0,-1 2 2 15,0 0-4-15,1 3 6 0,-4 0 1 0,2 11 2 16,1 1 11-16,0 2 0 0,1 4 13 0,0-2-16 16,1 9-4-16,-3-9-1 0,3 9-2 0,0 0-2 15,0 0-1-15,0 0 5 0,-4 23-1 0,3-6-2 16,0 2-2-16,-2 0 1 0,1 0 4 0,0 7 7 16,1-2 0-16,0-3-10 0,1-2 10 0,2 1-8 15,1-1-2-15,1-4-2 0,1 3 0 0,3-2 3 16,-5-5 0-16,7 3 5 0,3-3-1 0,3-1-3 0,2-2 3 15,1-1-5-15,2-3 4 0,8-2 0 16,0-1 0-16,0-4 0 0,0 0-3 0,-1-4-3 16,-2-1-1-16,-6 0 0 0,3-5-7 0,-7 2-2 15,-2-4 0-15,0 2 4 0,-1-1-1 0,0-8-2 16,-5 4 3-16,-3 3 0 0,-4-1 1 0,-1 4-4 0,0-4 3 16,-3 4 2-16,2 3-1 0,-3 0 0 15,-1 1 0-15,5 8-3 0,-12-2-1 0,4 2 7 0,8 0 6 16,-26 10 7-16,11-1 1 0,1 3 2 15,1 0 4-15,3 1-2 0,1-1-1 0,1 1-3 16,3 2 2-16,-1-1-5 0,3 2 5 0,4-5 1 16,2 2-5-16,3-1-13 0,3 1-19 0,5-1-20 15,-1-1-35-15,4-3-25 0,-2-2-28 0,2 0-25 16,-6 0-32-16,2-4-37 0,2 0-15 0,-4-3-171 0,3 1-447 16,-5-4 198-16</inkml:trace>
  <inkml:trace contextRef="#ctx0" brushRef="#br0" timeOffset="20172.41">31236 13192 122 0,'4'-3'190'0,"-4"3"-15"16,6-9-12-16,-6 9-11 0,6-4 3 0,-6 4-9 15,0 0 5-15,0 0-6 0,7 14-2 0,-3-6-8 16,-4 2-10-16,1-1-11 0,0 1-9 0,1 0-9 16,-1 2-5-16,2-3-10 0,-1 2-2 0,3 1-8 0,-1-2-8 15,0 2-5-15,0-3-5 0,1-2-2 0,1 0-7 16,2 1-2-16,-3-3 0 0,1-1-7 15,3-1-2-15,0-1-4 0,-9-2 0 0,13-2-5 16,-4-1-1-16,1-3-1 0,-4-1-4 0,1 0 1 16,-1-4 1-16,6-1-5 0,-5-2-1 0,1-1-4 0,1 2 2 15,0-2-5-15,1 2 6 0,-5 1-1 0,3 2 6 16,0 0-4-16,-3 2 8 0,0 1 6 16,-1 3-5-16,0 0-5 0,-1 0-2 0,-3 4-5 15,7-5-1-15,-7 5-4 0,0 0 3 0,0 0 12 0,5 17 1 16,-6-8 4-16,-2 2 4 0,0 0 0 15,0 2-2-15,-1 1-2 0,-1 3-2 0,-2-3-1 16,5 2-4-16,-2-4 3 0,3 3-20 0,-6 0-30 16,4-2-11-16,-1-2-26 0,0 0-22 0,1-1-37 0,1 0-44 15,0-3-61-15,0 2-244 0,-2-3-512 0,4-6 227 16</inkml:trace>
  <inkml:trace contextRef="#ctx0" brushRef="#br0" timeOffset="20317.46">31455 13036 23 0,'0'0'103'0,"-8"-3"-35"16,8 3-43-16,0 0-62 0,0 0-40 0,0 0 19 16</inkml:trace>
  <inkml:trace contextRef="#ctx0" brushRef="#br0" timeOffset="20686.32">31718 13127 150 0,'2'6'199'0,"-2"-6"-4"0,0 0 2 16,-11 18-5-16,2-10-7 0,-4 5-10 0,-1 0-11 16,1 0-3-16,2 1-14 0,-1 2-3 0,2-1-20 0,0-3-8 15,2-1-8-15,3 5-12 0,1-4-9 16,2-1-5-16,2 1-8 0,1 0-6 0,1 0-4 15,5-3-6-15,2 1-3 0,0-3-5 0,4-1-7 16,2 2 0-16,3-4 32 0,0 0-8 0,3-3-3 16,-3-2-8-16,5-3-7 0,-1 1-7 0,-3-2 4 15,3 0-22-15,-3-4 10 0,-2 0-1 0,0-2-5 16,3-7-4-16,-6 5-1 0,1-8-4 0,0-1-5 16,0 0 5-16,-4 5-3 0,-2 1-3 0,-3 0 10 15,1 5-1-15,-1 0 7 0,-2 3-5 0,-2 1-6 16,2 3 6-16,-4 4-9 0,0 0 15 0,0 0 14 15,0 0 2-15,0 0 6 0,-29 15 2 0,15-4 4 16,-1 3-9-16,2 0-11 0,0-1 3 0,3 2 3 16,-3-4-5-16,7 5-30 0,0-5-38 0,6 1-30 15,2-3-39-15,2 2-38 0,6-1-43 0,5 0-61 16,11-2-71-16,0-1-228 0,9-1-583 0,1-5 258 16</inkml:trace>
  <inkml:trace contextRef="#ctx0" brushRef="#br0" timeOffset="20825.55">32455 13287 101 0,'4'-2'277'0,"-4"2"-14"0,5-6-8 0,-5 6-5 16,1-8-14-16,-1 8-19 0,0 0-24 0,0 0-17 15,0 0-19-15,0 0-19 0,0 0-31 0,-2-12-32 16,2 12-37-16,0 0-46 0,0 0-79 0,0 0-80 16,0 0-204-16,0 0-401 0,0 0 178 0</inkml:trace>
  <inkml:trace contextRef="#ctx0" brushRef="#br0" timeOffset="22737.79">10524 12613 110 0,'0'0'111'0,"0"0"-10"16,0 0-9-16,0 0-2 0,0 0-6 0,0 0-8 0,0 0-1 15,0 0-6-15,0 0-10 0,0 0 3 16,0 0-5-16,0 0 1 0,29 5-4 0,-16-2 0 16,1-2-9-16,4 1 5 0,4 1-15 0,10-2-1 15,2 1-2-15,3 1-4 0,2-3-2 0,16 2 3 16,-2 0-5-16,2 0 2 0,3-1-7 0,-1 0 6 0,7-1-8 16,2 2 2-16,30-5-1 0,-5 3-4 0,-2-1-3 15,2-1-1-15,-24 1-5 0,32 0 3 16,-3-1-2-16,2-1 2 0,2 0 1 0,3-2 7 15,-2 1-11-15,-2 3 3 0,3-5-7 0,3 2 4 0,1 1 7 16,-1-1-4-16,2-2 5 0,6 3 4 0,-3 1 0 16,-3 2 4-16,4-2-7 0,-4-2 6 0,2 1-1 15,0 2-2-15,4 1-1 0,-1-3 0 16,-5 5-2-16,2-2-1 0,1 0-5 0,0 0 5 16,-5 0-4-16,1 1 0 0,3-5 0 0,-3 4-3 0,-3 0 6 15,-2-3-4-15,-2 4 1 0,-4-5 2 0,-30 4-5 16,32-3 4-16,-5 0 1 0,-2-1 4 15,-25 2 6-15,25 0 2 0,-29 1 6 0,0-2 4 16,-1-1-4-16,-4 2 2 0,-2-4 1 0,2 6-2 0,-16-2 1 16,12 1 0-16,-13 1 0 0,0-1-1 0,-2-1-3 15,-2 1 0-15,-2-1-4 0,-2 0-2 0,-3 1 0 16,-7 1 0-16,-4-1-3 0,-2 0-1 0,-3 1-5 16,-4-2 0-16,-1 2-2 0,-7 0 2 0,12-1-15 15,-12 1-17-15,0 0-23 0,0 0-39 0,0 0-42 16,0 0-38-16,0 0-52 0,-45 0-113 0,12 3-355 15,-3-1 157-15</inkml:trace>
  <inkml:trace contextRef="#ctx0" brushRef="#br0" timeOffset="23690.25">7527 12682 58 0,'-15'-3'99'0,"-4"0"0"0,2-2-18 16,0 3 2-16,-1-1-9 0,4 2-5 0,-2 0-1 15,-2-1 1-15,0 0-3 0,1 2 3 0,6 0-2 16,-3-1-4-16,2 2 4 0,3-2-1 0,9 1-6 16,-11-1-2-16,11 1-2 0,-11 1-14 0,11-1-2 15,0 0-4-15,0 0 17 0,0 0-3 0,0 0-2 16,40 10-5-16,-12-7 1 0,7 4-6 0,17-3 6 15,6 1-4-15,3 0-4 0,31-2-1 0,1 2 0 16,4-1-5-16,2-2-2 0,-1-1-2 0,6-1-2 16,4 3-1-16,6-5 1 0,5 4-5 0,0-4-2 15,2 4-1-15,-1-4-2 0,6 2-2 0,-2 2 5 16,5-4-1-16,0 0 2 0,2-1 1 0,1-1 1 16,-2 0-3-16,2 1-2 0,-2-3 8 0,2-2 2 15,2 1 0-15,-6-1 0 0,2-3 2 0,-4 3-4 16,-6-4 2-16,-7-2-2 0,-6 3-3 0,-5 1-1 15,-11-1 3-15,-27 0-1 0,-1 3 2 0,-8 2-4 16,3-1 0-16,-8-3-2 0,-15 6-2 0,-5 0 3 0,-7 4-5 16,-5-4-2-16,-4 1-3 0,-4 3-13 15,-3 0-11-15,-7 0-11 0,8 0-24 0,-8 0-36 16,0 0-42-16,0 0-46 0,-25 10-182 0,4-7-387 16,-12 0 171-16</inkml:trace>
  <inkml:trace contextRef="#ctx0" brushRef="#br0" timeOffset="24382">6691 13009 77 0,'0'-5'167'0,"0"5"-17"16,0-10-14-16,0 10-19 0,0 0 2 0,0 0-8 15,0 0-6-15,18 27-5 0,-14-8 4 0,2 6-5 16,1 6-11-16,-2 3 7 0,-3 2-6 0,2 10-9 16,-1-9-2-16,1-3 0 0,-3 0-9 0,0-2 2 15,2-2-1-15,-2 0-5 0,0-2 1 0,-1-7-11 16,3-3-6-16,-2-1-6 0,-1-5-3 0,0-3-2 16,0 1-3-16,-1-4 2 0,1-6 9 0,1 11 9 15,-1-11 8-15,1 9 8 0,-1-9-4 0,0 0 4 16,0 0-18-16,0 0 0 0,0 0-9 0,0 0-3 15,0 0-2-15,-9-22-4 0,9 11-6 0,3-1-3 16,2-4-2-16,6-7-3 0,1 0-3 0,-4 5-5 16,10-3-1-16,1-1-18 0,-3 3-2 0,5 3 2 15,-4 3-4-15,2 4 1 0,0 1 3 0,-3 2 0 16,3 2-4-16,-6 2 0 0,5 4 8 0,-5 0-5 16,4 4-1-16,-6 1 0 0,3 3 6 0,-1 1-1 15,-1 1 4-15,-1 1-4 0,-2 1-2 0,-1 2-7 16,-2-3-33-16,0 2-22 0,-1 0-18 0,-1 1-27 15,-1-4-28-15,-1 0-24 0,0-1-40 0,-1-1-176 16,0 0-411-16,1-3 183 0</inkml:trace>
  <inkml:trace contextRef="#ctx0" brushRef="#br0" timeOffset="24675.94">7288 13376 78 0,'0'0'166'0,"0"0"1"0,0 0 4 0,0 0-12 16,0 0-19-16,2 27-12 0,-2-17-11 0,2-2-9 16,0-1-8-16,2 2-7 0,-1-2-10 0,3 0-8 15,-2-1-5-15,4 0-2 0,-2-1 0 0,0-2 2 16,5-2-4-16,1-1 5 0,-3-1 0 0,2-2-2 16,1-1 0-16,-1-1-1 0,-2-1-4 0,1 0 2 15,-4-4-4-15,-1 0-4 0,0 0-5 0,-2-2 1 16,-2 1-6-16,2-1-7 0,-7-5 6 0,-5 3-16 15,0 0-1-15,-2 6-6 0,-2-2-5 0,-3 3-2 16,0 2-9-16,-2 2-14 0,1 3-8 0,3 1-25 16,0 2-29-16,-1 6-22 0,3-3-25 0,-1 3-26 15,5 0-25-15,1 0-25 0,2 1-154 0,0-1-373 16,5-1 165-16</inkml:trace>
  <inkml:trace contextRef="#ctx0" brushRef="#br0" timeOffset="24881.81">7632 13127 26 0,'1'-16'207'16,"-1"3"-4"-16,0 1-2 0,1 5-4 0,-1 7-12 15,-2-12-21-15,2 12-18 0,0 0-14 16,0 0-10-16,0 0-2 0,0 0-9 0,0 0-1 0,4 40-9 16,-3-13-8-16,0 5-7 0,0 1-10 0,-2 13-5 15,1-12-8-15,-1 0 0 0,1 0-11 0,0 0-21 16,1-4-24-16,-1 0-29 0,-1-2-30 0,3 0-37 15,-3-8-35-15,5-1-25 0,-3-2-30 16,2-1-147-16,-2-6-352 0,2 0 156 0</inkml:trace>
  <inkml:trace contextRef="#ctx0" brushRef="#br0" timeOffset="25319.68">7744 13581 34 0,'5'-4'137'0,"0"-2"-21"0,1 1 2 16,0-2-7-16,2 0 6 0,0 2 4 0,0-3-8 15,1 0 8-15,0 0-5 0,-1-1 1 16,1 2-10-16,5-5-4 0,-1 2-3 0,2-3-1 0,0 2-1 15,-1-1-5-15,0 0-1 0,-1-2-6 0,0 2-4 16,-3-3-2-16,-1 1-1 0,-1 5-7 0,-3-2-7 16,-1-1-3-16,-3 2-4 0,2 0-7 0,-5 3-3 15,2 7-3-15,-1-15-6 0,1 15-5 16,-4-7-7-16,4 7-3 0,-11-1-5 0,11 1-2 0,-17 9-2 16,2 3-2-16,3 1 4 0,-1 3-3 0,1 1-1 15,1-2 0-15,4 1-1 0,0 0-1 0,4 0 7 16,0 1-7-16,4-6 1 0,2 0-4 0,2 0 1 15,2-1 0-15,3-2 1 0,2-2-1 0,6-1 4 16,4-3-6-16,6-2 3 0,3-4-3 0,-1-4 0 16,2 0-3-16,-2-2 1 0,-5-3-5 0,2-1 1 15,-3-3-1-15,-7 5 3 0,-3-2 0 0,0 1 2 16,-1 0-1-16,-3-1-2 0,2 0-2 0,-6-2-1 16,-1 4 2-16,2 1-1 0,-4 0-2 0,1 2 4 15,0 0-3-15,-3 3 2 0,-1 6-6 0,4-10-4 16,-4 10-2-16,4-4 4 0,-4 4 5 0,0 0 10 15,0 0 6-15,0 0-1 0,3 27 5 0,-3-14 6 16,-2 4 6-16,2 1-3 0,0 0 1 0,0 1-5 16,0-1-2-16,0 1 7 0,-1 0-9 15,4 0-10-15,-3 1-26 0,0-2-11 0,1 0-29 0,0 1-41 16,-2-1-43-16,3-3-65 0,-2 0-54 0,-1-1-155 16,1 1-449-16,-1-1 199 0</inkml:trace>
  <inkml:trace contextRef="#ctx0" brushRef="#br0" timeOffset="25765.97">9156 13329 167 0,'2'-12'251'0,"-4"0"-22"0,-1-4-18 0,-3 4-16 16,3-1-8-16,-8 1-14 0,0 3-15 0,-2 1-16 16,-5 3-12-16,-1 3-13 0,-1 2-8 0,-9 5-6 15,3 5-12-15,0 2-4 0,3 5-5 0,0 0-3 16,3 1-6-16,7-2-23 0,0 1-6 0,5-2-4 16,2-1-8-16,2 1 4 0,3-1-4 0,2-1-5 15,3-3-3-15,1 1 1 0,3-3-1 0,3 1 0 16,0-4-2-16,6-1 0 0,-1 0-6 0,3-5 2 15,-1-2-1-15,4 0-1 0,3-3-4 0,-8-2-2 16,1-1 3-16,-4-2-1 0,1-1-1 0,-2-1-3 16,-1 1-2-16,-3-4 2 0,-1 3-2 0,-4 2 2 15,1-1-5-15,-1 3 3 0,0-1-3 0,-3 4 0 16,0 0-3-16,-1 6 0 0,4-8-2 0,-4 8 0 16,0 0 0-16,0 0-1 0,0 0 2 0,7 15 5 15,-6-2-1-15,-2 2-4 0,3 3-2 0,1 0 4 16,-1 0-4-16,1 3-12 0,1-2-28 0,6 4-18 15,-6-4-40-15,1-4-29 0,1-1-44 0,2 1-31 16,-3-4-31-16,-1-1-129 0,0 0-396 0,-4-10 176 16</inkml:trace>
  <inkml:trace contextRef="#ctx0" brushRef="#br0" timeOffset="26093.12">9297 13414 74 0,'0'0'192'0,"0"0"-4"0,10 18-3 16,-7-11-10-16,-1 1-8 0,3 1-10 0,-1 1-12 16,-1-1-8-16,1-1-13 0,-2 2-14 0,1-3-10 15,-1 0-7-15,0-2-9 0,-2-5-5 0,4 9 2 16,-4-9 12-16,1 6 9 0,-1-6 0 0,0 0-4 16,0 0-9-16,0 0-13 0,0 0-5 0,0 0-6 15,10-19-10-15,-6 6-5 0,1-2-10 0,1-1 1 16,2-1-6-16,1-8-5 0,5 1-6 0,0 2-6 15,3-3-1-15,3 5-3 0,-2 1 0 0,-3 5-6 16,-2 4 2-16,4 3-5 0,-6 1-1 0,2 2 0 16,-3 4-1-16,1 2 0 0,1 2-2 0,-2 2-2 15,1 2 2-15,0 6 6 0,-3 3-9 0,-2 1 4 16,1 5-3-16,-1 3 1 0,-4-6-1 0,1 5-25 16,-3-1-29-16,1-5-40 0,-1 8-42 0,2-9-47 15,0-1-50-15,-1-2-173 0,1-1-440 0,2-5 195 16</inkml:trace>
  <inkml:trace contextRef="#ctx0" brushRef="#br0" timeOffset="26504.37">9945 13343 140 0,'-4'-4'223'0,"-4"-1"-8"0,8 5-7 15,-16-1-12-15,5 4-4 0,-2 2-12 0,-2 3-3 16,0 5-11-16,1-2-6 0,-1 2-10 0,3 2-13 15,2 1 3-15,-1 0-20 0,3 0-14 0,0 1-6 16,4-6-11-16,-2 5-10 0,6-2-13 0,-1-3-1 16,2-1-9-16,4 1-1 0,0-1-6 0,2-4-4 15,2-1-2-15,2-1-4 0,1-4-6 0,0 0 1 16,6-2-7-16,0-6-5 0,-1 1-4 0,-1-3-3 16,-2-1-1-16,2-4-6 0,-5 1 2 0,0-4 0 15,0-5-4-15,-2-3-1 0,-5 0-3 0,-3-1 2 16,0-2-7-16,1 2-2 0,-4-4 1 15,-2 1 6-15,3 0-4 0,-1 3-7 0,2-1 2 0,-6 2 3 16,4 7-1-16,2 2 16 0,-1 5 7 0,1 2 7 16,0 10-6-16,-3-16-10 0,3 16 0 0,3-8-1 15,-3 8 8-15,0 0 8 0,0 0 17 0,11 28 0 16,-7-9 8-16,1 7 3 0,0 2-6 0,-1 1-3 16,0 1-7-16,-4 0 2 0,0 0 0 0,1 1-6 15,2-2-2-15,-2 1-9 0,-1 0 2 0,-1-1-14 16,-1-3-30-16,1 2-35 0,-1-4-38 0,-1 2-56 15,-1-2-69-15,0-7-73 0,-3 0-238 0,2 0-572 16,1 2 254-16</inkml:trace>
  <inkml:trace contextRef="#ctx0" brushRef="#br0" timeOffset="26962.26">11082 13576 35 0,'-9'-7'157'0,"3"4"-1"15,1-3-10-15,1 0-13 0,2-3-10 0,3-1-10 16,1 1-1-16,4-3-6 0,5-1-3 15,-3-2-11-15,6 1-7 0,0-1-6 0,-1-1-2 16,4-3-4-16,-4 6-5 0,2-1-4 0,-2 0-4 0,-2 0 7 16,-1 1-4-16,-4 2-5 0,-1 0-3 15,-1 0-7-15,-4-1-6 0,-2 1 0 0,-1 0-6 16,-3 3-1-16,-2-2-2 0,-2 4-2 0,-1-2 0 0,-2 0-1 16,-3 4 2-16,-2 0 0 0,0 0 2 0,-2 5-2 15,2-1 3-15,-5 4-5 0,-4 5 6 0,-2 2-1 16,1 5 2-16,2 2 4 0,3 3 4 0,0 4 5 15,4 1 2-15,5-1-2 0,1 2 1 16,5-2-3-16,3 1 0 0,5-6-1 0,4-1-2 16,4 4-2-16,2-5-1 0,7 2-3 0,6-3-2 0,3-1 0 15,7-4-1-15,3-3-6 0,14-1-1 0,-11-5-12 16,12-3-23-16,1 0-30 0,1-2-23 0,-15-3-31 16,-1 1-48-16,0-4-42 0,-1-2-52 0,-3 3-219 15,-6-5-488-15,0 1 217 0</inkml:trace>
  <inkml:trace contextRef="#ctx0" brushRef="#br0" timeOffset="27153.1">11446 13029 2042 0,'-11'-16'22'16,"2"1"22"-16,3 5 29 0,-1 1-20 0,2 1-12 0,1 3-3 15,2-1 5-15,2 6-2 0,-3-8 0 0,3 8-4 16,0 0-5-16,-4-7 0 0,4 7-5 15,0 0-2-15,0 0-1 0,31 1-2 0,-14 3-23 16,2-2-27-16,10 1-35 0,-1 5-49 0,2-2-46 16,-1 4-54-16,1 1-133 0,-2 3-372 0,-2 0 166 0</inkml:trace>
  <inkml:trace contextRef="#ctx0" brushRef="#br0" timeOffset="27499.9">11698 13489 93 0,'0'0'261'0,"0"0"-6"0,0 0-11 0,21-14-19 16,-12 5-13-16,2-3-13 0,3-3-11 0,3-4-13 15,3-3-17-15,-4 3-14 0,2-5-7 16,-1 0-13-16,-2-2-13 0,-1 2-8 0,-2-3-10 16,-3 3-8-16,-3 5-7 0,-1 0-8 0,-2 2-11 0,-3 1-2 15,0 4-5-15,0 2-8 0,-6 3-4 16,2 0-8-16,-5 2-5 0,9 5-1 0,-18 2-7 0,5 6-2 15,-3 1-3-15,-1 3 0 0,2 2-9 16,2-1-10-16,3 2-12 0,0 1 1 0,1 0-3 16,7 0 0-16,4-1 0 0,2 0-1 0,3 2 0 0,2-2 6 15,3-1 0-15,1 2 0 0,7 1-1 0,-5-3 2 16,1 0 1-16,-2-1 5 0,0-1-3 16,-1 1-1-16,-3-2 3 0,-2-3 1 0,-2 2-5 0,-1 0 1 15,-1-1-10-15,-2 0-3 0,-2 1-3 0,-2 0-11 16,-2 0-21-16,-2 0-23 0,-3 1-33 0,-2 0-48 15,-5 3-46-15,-7 1-181 0,7-5-423 0,-1-1 187 16</inkml:trace>
  <inkml:trace contextRef="#ctx0" brushRef="#br0" timeOffset="28247.62">12689 13039 133 0,'0'-12'190'0,"0"2"0"0,0-2-2 16,0 5-11-16,1-3-8 0,-1 10-10 0,1-11-6 15,-1 11-18-15,-1-9-23 0,1 9-7 0,0 0-14 16,0 0 2-16,0 0-7 0,9 23-2 0,-5 3-7 15,-4 3-3-15,0 4-4 0,0 1-8 0,-1 0-6 16,-2 2 17-16,3-1-11 0,-4-3-6 0,2 0-5 16,2-5-4-16,-2-2-6 0,0-6-1 0,1-4-5 15,-1-2 5-15,2-7-4 0,0 5 4 16,-2-6 2-16,2-5 11 0,2 10 6 0,-2-10 1 0,-4 7-1 16,4-7-5-16,0 0-6 0,0 0-6 0,0 0-3 15,0 0-4-15,0 0-6 0,7-24 1 0,-1 15-8 16,-2-2-4-16,8-3-11 0,-1 0 0 0,5-2-8 15,1-2 0-15,0 7-2 0,0-2 0 0,2 4-1 16,3 3 1-16,-6 0-6 0,2 3 3 0,-5 3-2 16,3 2 2-16,-3 2 1 0,-4 3 1 0,1 0-1 15,0 2-1-15,-1 4 1 0,-5 0 2 0,0-2 2 16,0 1 7-16,-8 4-10 0,0 0 2 0,-2-2 5 16,-1 0-2-16,-3 0 1 0,-6 1-1 0,2-1-1 15,-2-4 0-15,3 1-18 0,-5-3-17 0,2 1-24 16,2-2-27-16,1-1-37 0,0-3-42 0,2 0-40 15,4-2-44-15,-3 2-172 0,10-3-456 0,-13-4 203 16</inkml:trace>
  <inkml:trace contextRef="#ctx0" brushRef="#br0" timeOffset="28498.18">12978 13363 70 0,'7'2'186'0,"0"-1"-6"16,-1 1-2-16,3-1-3 0,-1 1-7 0,-8-2-8 15,19 1-9-15,-7-1-9 0,-1 1-12 0,0-3-4 16,3 0-10-16,3-1-6 0,1-1-8 0,-2-1-9 16,-4-1-1-16,-2-1-2 0,2 3-4 0,-3-4 1 15,-2 0-7-15,1 1-4 0,-4-2-2 0,-3-1-10 16,-1 0-4-16,-3 1-1 0,-3-1-14 0,-3 4-3 16,-2 0-6-16,-3 1-4 0,-3 0-2 0,-4 5-3 15,-1 2-11-15,-6 1-17 0,9 2-19 0,-8 2-21 16,8 1-29-16,2 2-29 0,1 2-39 0,5-1-37 15,1-2-35-15,6 2-179 0,-3-2-420 0,7-2 186 16</inkml:trace>
  <inkml:trace contextRef="#ctx0" brushRef="#br0" timeOffset="28743.52">13252 13077 134 0,'0'-11'267'15,"2"0"-7"-15,0 0-12 0,-2 4-11 0,0 7-25 16,5-11-19-16,-5 11-22 0,0 0-13 0,0 0 11 16,0 0 11-16,0 0-13 0,11 31-2 0,-11-12 8 15,0 6-11-15,0 2-3 0,-2 2-29 0,2 0-8 16,-4 1-13-16,0 1-12 0,-2-1-7 0,4 1-6 16,0-2-7-16,0-1-39 0,-1-1-26 0,1-2-27 15,0-5-26-15,0-2-22 0,2-4-27 0,-4-1-39 16,4-2-34-16,-3-2-36 0,3 0-32 0,0-9-14 15,-2 8-195-15,2-8-477 0,0 0 212 0</inkml:trace>
  <inkml:trace contextRef="#ctx0" brushRef="#br0" timeOffset="29147.9">13285 13268 42 0,'3'-11'141'0,"6"1"-5"0,-4-1-2 15,3 1-2-15,-3-2-3 0,7 5-16 0,-2-6-5 16,-1 2-2-16,3 0-5 0,-3 3-10 0,4-6 0 15,-1 7 0-15,1-4-5 0,3-1 1 0,-10 3-6 16,5-1-7-16,-1-2-1 0,-1 4-2 0,-1-1-6 16,-1 0-10-16,-2 1-1 0,4 2-6 0,-9 6-3 15,6-6-10-15,-6 6-5 0,7-6-2 0,-7 6-4 16,0 0 5-16,12 11 2 0,-8-1 3 0,-2 5-2 16,1 3 2-16,-1 2-3 0,-2 5-2 0,-2 1-3 15,-1-1 0-15,5 0-4 0,-4-7-3 0,2 2-1 0,0-1 0 16,0-2 4-16,0-5-4 0,0-1-6 15,0 1 2-15,0-6-3 0,0 1 0 0,0-7 1 16,0 13-4-16,0-13 2 0,2 8 1 0,-2-8-1 16,0 0 1-16,0 0-4 0,0 0 2 0,0 0-3 15,0 0 0-15,0 0 1 0,21-12-3 0,-19 8-1 16,5-2 0-16,-7 6-3 0,4-6-1 0,-4 6-5 0,7-3 7 16,-7 3-4-16,0 0 3 0,0 0-3 15,0 0 4-15,14 10 4 0,-12-4-2 0,4 0 6 16,-4 3-3-16,1-1-1 0,3 1-1 0,2 0 0 15,-2-1-8-15,3 1-20 0,0 0-33 0,0-3-34 16,4 1-47-16,-2-4-40 0,5 1-50 0,-3-1-126 16,1-3-383-16,4 0 170 0</inkml:trace>
  <inkml:trace contextRef="#ctx0" brushRef="#br0" timeOffset="29270.6">13976 13321 188 0,'0'0'194'0,"0"0"-17"0,0 0-19 15,0 0-12-15,0 0-17 0,0 0-14 0,0 0-15 16,-14 16-38-16,14-16-45 0,0 9-65 0,0-9-159 16,0 0-224-16,0 9 101 0</inkml:trace>
  <inkml:trace contextRef="#ctx0" brushRef="#br0" timeOffset="41474.11">6398 12995 28 0,'-40'42'85'16,"-18"19"-4"-16,21-14 4 0,1 2-5 0,-11 20-1 15,17-21-8-15,2-1-8 0,4 2-9 0,6-2-5 16,7 1-5-16,9-11-8 0,9 10 0 0,12-6-5 16,6 1-7-16,11-3-1 0,9-2-23 0,30 11-13 15,-16-18-13-15,32 7-20 0,4-6-12 0,6-4-63 0,5-5-132 16,1-3 59-16</inkml:trace>
  <inkml:trace contextRef="#ctx0" brushRef="#br0" timeOffset="42218.8">14000 12957 61 0,'0'0'114'0,"0"0"-16"0,-5-5-8 16,5 5-16-16,0 0 1 0,0 0-13 0,0 0 10 16,0 0-4-16,0 0 8 0,14 17 2 0,-5-1-6 15,5 6-3-15,1 5-1 0,-1 5 0 0,4 13-5 16,-4 8-10-16,-4 2 1 0,-3 26-3 0,-11-21-10 16,-9 25-4-16,-15 0-23 0,-13 2-36 0,-9 0-35 15,-11 4-63-15,-18 5-91 0,-7-2-226 0,-6-4 100 16</inkml:trace>
  <inkml:trace contextRef="#ctx0" brushRef="#br0" timeOffset="50216.32">3648 14428 14 0,'0'0'101'0,"-1"-9"-8"16,1 9 0-16,-3-6 5 0,3 6-2 0,-1-9 3 15,1 9 1-15,0 0-1 0,-1-11-12 16,1 11 5-16,-1-8-8 0,1 8-2 0,-3-6-1 15,3 6-8-15,0 0-5 0,0-10-4 0,0 10-5 0,-3-10-5 16,3 10 7-16,-2-6-6 0,2 6 2 0,0 0-1 16,-1-9-4-16,1 9 6 0,0 0-11 0,0 0-6 15,-3-7-1-15,3 7-5 0,0 0-5 16,0 0-4-16,0 0-1 0,0 0-4 0,0 0-6 16,0 0 0-16,0 0-3 0,0 0-2 0,0 0 0 15,0 0-2-15,0 0 1 0,4 24-4 0,-3-15 0 0,0 3 0 16,1-1 2-16,-1 0-5 0,0 2 4 0,1 0 1 15,-1 2-4-15,-1-3-3 0,2 0 3 16,-2 0-5-16,2 1 3 0,-2-2-1 0,0 1 3 16,0 1 0-16,0-2 1 0,1 1-4 0,0 0-1 15,2-2 3-15,-3 0 0 0,1-2-2 0,0 1 2 16,-1 0-2-16,1-2 1 0,-1-7-18 0,2 16-20 0,-2-10-28 16,0-6-12-16,1 13-31 0,-1-7-19 0,0-6-33 15,1 10-122-15,-1-10-304 0,0 8 134 16</inkml:trace>
  <inkml:trace contextRef="#ctx0" brushRef="#br0" timeOffset="50494">3813 14413 95 0,'0'0'108'0,"0"0"-9"16,0 0-5-16,0 0-15 0,0 0 0 0,0 0-6 16,0 0-2-16,0 0 8 0,-6 26-7 0,6-18-12 15,-2 2 2-15,1 0-6 0,1 0-8 0,-2 2 0 16,2-1-6-16,0 6-4 0,0-4-3 0,0 2-5 16,0 2 0-16,2 0-2 0,-4-6-6 0,2 1 9 15,-2 4-11-15,2-4-10 0,0-1-22 0,0 2-12 16,-1-1-27-16,1-2-10 0,0 0-25 0,0-1-23 15,0-9-69-15,-1 10-192 0,1-10 84 0</inkml:trace>
  <inkml:trace contextRef="#ctx0" brushRef="#br0" timeOffset="50745.04">3947 14443 118 0,'0'0'122'0,"0"0"-7"16,0 0-3-16,0 0 2 0,0 0 3 0,5 22-16 15,-5-14-8-15,0-8 2 0,-1 22-15 0,1-9-8 16,-1-2-4-16,0 2-9 0,1-1-3 0,0 4-6 16,1-3 0-16,-1-1-4 0,1 3-7 15,-1-2-5-15,0 1-10 0,0-2-21 0,1 1-17 0,-2-3-26 16,4 0-21-16,-3-10-18 0,1 18-23 15,0-12-7-15,2 0-86 0,-3-6-209 0,0 0 93 0</inkml:trace>
  <inkml:trace contextRef="#ctx0" brushRef="#br0" timeOffset="50976.35">4167 14477 11 0,'4'9'122'0,"-3"0"-5"0,3 3-17 15,-2-1-11-15,1 5-4 0,-3 0 2 0,1 0-11 16,-2 0-5-16,0 2-14 0,-1-3-2 0,1 1-18 16,-4 0 10-16,3-5-6 0,-2 1-19 0,-3 4-30 15,1 0-14-15,0-6-24 0,-7 3-21 0,0-1-79 16,-1-1-158-16,-3-4 70 0</inkml:trace>
  <inkml:trace contextRef="#ctx0" brushRef="#br0" timeOffset="51297.86">3292 14534 67 0,'-3'25'117'0,"-1"-8"-11"0,2 9 3 0,0-7-10 0,4 7-5 16,-1-1-2-16,0-8-12 0,4 3-5 0,-1-1-13 15,1 0-3-15,2-2-9 0,0 2-4 0,0-4 0 16,2 1-8-16,1-3-4 0,1 1-7 0,2-1-13 16,1-1-12-16,0-2-29 0,3-1-26 0,0-4-18 15,0 0-30-15,-1 1-61 0,-2-5-174 16,0-1 78-16</inkml:trace>
  <inkml:trace contextRef="#ctx0" brushRef="#br0" timeOffset="51523.67">3781 14015 154 0,'3'-6'153'15,"1"1"-24"-15,-4 5-27 0,10-5-33 0,-1 5-29 16,0-1-29-16,1 4-33 0,1 1-35 0,-3 2-40 16,1 3-105-16,-3-2 48 0</inkml:trace>
  <inkml:trace contextRef="#ctx0" brushRef="#br0" timeOffset="73414.09">8456 14604 54 0,'0'0'81'0,"0"0"-3"16,0 0-4-16,0 0-5 0,0 0-7 0,0 0 9 15,-28 1-7-15,18-1 3 0,-2 2-12 0,-1-1-1 16,-2 0-5-16,-3-2-6 0,0 4 0 0,-1-1-2 15,2 0-11-15,-3-2 5 0,0 2 9 0,2-2-11 16,-3 1-10-16,0-1 12 0,1 0-7 0,-1 4 1 16,0-3 2-16,1 2 1 0,-1-3 0 0,1 2 6 15,1 1-1-15,-2-1-4 0,2-1-10 0,5 1 7 16,1-1 2-16,1 1 4 0,1-1-8 0,5 0 3 16,-2 2-9-16,8-3 2 0,-9 1-3 0,9-1 3 15,0 0-9-15,0 0 0 0,0 0 9 0,39 7 0 16,-9-9-1-16,10-1-1 0,16 3-4 0,8-4-4 15,27-5 2-15,1 3 4 0,0-1-4 0,-3-1 5 16,3 4-5-16,4-3 1 0,-8 1 6 0,-20-3-6 16,25 3 3-16,1-7 2 0,1 2-6 0,-3 6-6 15,4-6 9-15,1 6-9 0,2-5 8 0,-2-1-1 16,-4 4-7-16,1-4 0 0,-4 2 0 0,0 2 0 16,-28 3 4-16,4-4-5 0,1 2-1 0,0 2-4 15,-3-1 6-15,-3 1 1 0,-5 1-9 16,-5-1 7-16,-11 0-2 0,-3-1 2 0,-2 5-5 0,-4-4-4 15,-2 2 9-15,-13 1-11 0,-2 0 2 0,-3 1-5 16,-4 0-17-16,1 1-11 0,-8-1-3 0,0 0-20 16,0 0-39-16,0 0-26 0,0 0-29 0,-35 16-132 15,2-9-304-15,-5 0 136 0</inkml:trace>
  <inkml:trace contextRef="#ctx0" brushRef="#br0" timeOffset="73916.92">7820 14777 39 0,'-2'-8'78'0,"2"8"-7"16,0 0-3-16,0 0-8 0,0 0 5 0,0 0-8 15,0 0 0-15,0 0 0 0,0 0 1 0,0 0-7 16,0 0-6-16,-1-10-5 0,1 10-4 0,0 0-2 15,0 0-16-15,0 0 12 0,0 0-10 16,0 0 2-16,0 0-7 0,0 0-19 0,0 0-3 0,0 0-11 16,0 0-16-16,0 0-18 0,0 0-7 0,0 0-66 15,0 0-135-15,0 0 60 0</inkml:trace>
  <inkml:trace contextRef="#ctx0" brushRef="#br0" timeOffset="74170.1">7946 14759 17 0,'0'0'96'0,"0"0"-10"0,0 0 2 16,0 0-12-16,0 0-3 0,0 0-17 15,0 0 6-15,0 0-15 0,0 0-16 0,1-9-23 0,-1 9-7 16,0 0-14-16,0 0 3 0,0 0-8 0,0 0-2 15,0 0-11-15,0 0-1 0,0 0 0 16,0 0 6-16,0 0-5 0,0 0-6 0,0 0-1 16,0 0 3-16,0 0 4 0,0 0 3 0,6 18-16 15,-6-18-47-15,0 0 22 0</inkml:trace>
  <inkml:trace contextRef="#ctx0" brushRef="#br0" timeOffset="74952.2">8088 14721 70 0,'0'0'79'0,"0"0"-11"16,0 0 1-16,0 0-1 0,0 0-11 0,0 0-3 16,0 0-4-16,0 0-8 0,0 0 9 0,0 0-18 0,-23-3-5 15,15 3 4-15,8 0 10 0,-18 0-2 16,8 3-5-16,-1-3 8 0,0 0-4 0,0 2-7 16,-3 0 0-16,2-1-8 0,-2 1-3 0,2 1 4 15,-1 0-4-15,-1 0 2 0,2 0-7 0,-3 0 1 16,3-1-1-16,1 3 1 0,-1-2 2 0,1 1-4 15,-1-3-4-15,3 3 2 0,0-2 3 0,-1 1-4 0,1-1 3 16,2 1 8-16,0-2-5 0,7-1 2 16,-14 4-2-16,7-2 0 0,1 2 2 0,6-4-14 15,-12 7 12-15,7-5-5 0,-1 1-2 0,6-3-2 16,-9 9 0-16,4-6 0 0,0 2 4 0,5-5-4 16,-6 12-3-16,5-5 0 0,-3 2 4 0,1 0-3 15,1 1 2-15,-1 1 5 0,-1 5-8 0,3-1 10 16,-2 2 10-16,1 1 5 0,1 1 1 0,-2-1 4 15,2 2-6-15,0 0 1 0,-1 4-12 0,1 2 7 16,0-3-1-16,2-1 4 0,0-3-2 0,-1 6 0 16,2 2 7-16,-2-3-9 0,2 0 0 0,1 1-4 15,2-1 3-15,-3 0 6 0,-1-3-5 0,3 6 1 16,-1-7-2-16,-3-1-2 0,4 6-3 0,-3 0 0 16,0 0-2-16,-1-7 30 0,0 0-11 0,2 8 2 15,-4-6-3-15,2 0 2 0,-4 5 1 0,3-5-3 16,-3 5 2-16,2-6-9 0,-2 0-2 0,-1-2-3 15,2 2 0-15,0-2 5 0,0-2-1 0,0-3-2 16,0-1-2-16,1 1-1 0,1-3-3 0,0 1-2 16,-2-2-1-16,3-1-3 0,0-7 1 0,0 13-1 15,0-13-2-15,1 10-1 0,-1-4 0 0,3 0-1 16,-3-6 1-16,4 12-3 0,0-7-1 0,1 1 0 16,0-1 1-16,4 0-2 0,1 2 2 0,0-2-5 15,3 1 2-15,4-1 1 0,4 1 1 0,6 1-1 16,3-2-2-16,3-1-1 0,1 2 1 0,5-5 1 15,-1 4-1-15,13-2 0 0,3 1 0 0,-1 2-1 16,0-5-2-16,4 2 0 0,2 0 3 0,1-3-2 16,3 3 0-16,1-2 5 0,25 2-4 0,-26-3-2 15,1-2 1-15,25 0 1 0,-26 2 0 0,28-6-1 16,-33 5 0-16,33-5-1 0,-26 2 3 0,27 1-3 16,-25 0 1-16,24-4 0 0,-26 5-1 0,28-2 1 15,-29-2 0-15,0 2 3 0,0-2-4 0,2 0 1 16,-5 3 1-16,2-2 2 0,-2-2 1 0,-4 2 1 15,0 2-3-15,-2-1 4 0,-2-1-3 0,-14 3 2 16,-2-1-1-16,1 1-1 0,-2-2 1 0,-1 2-1 16,-3-1-1-16,-2 2 3 0,-1-1-3 0,-9 1-8 15,-2-1-21-15,1 1-20 0,-9 1-25 0,3 0-27 16,-13 0-27-16,17-3-26 0,-12 3-37 0,0-3-32 16,-5 3-132-16,0 0-379 0,8-12 168 15</inkml:trace>
  <inkml:trace contextRef="#ctx0" brushRef="#br0" timeOffset="75883.5">10560 14530 44 0,'0'0'77'15,"0"0"-1"-15,-6 4-12 0,6-4-6 0,0 0 4 16,0 0 1-16,0 0-3 0,36 7-1 0,-19-9 11 15,2 3 0-15,3-2-3 0,7-2-1 0,-1 1-4 16,-1-1 0-16,3 2-6 0,-2-2 2 0,1 2-9 16,2-2-9-16,-3 1 0 0,3-1-2 0,-3 0-3 15,-8 3-1-15,-1-2-4 0,0 0-10 0,1 0 8 16,-4 1-8-16,-2 1 0 0,-2 0-1 0,-2 0 0 16,1-1-5-16,-2 2 3 0,-9-1 2 0,13 0-1 15,-5 0-3-15,-8 0 1 0,9 0-2 0,-9 0 6 16,10 3-4-16,-10-3 5 0,5 2 1 0,-5-2-2 15,0 0-3-15,6 4 7 0,-6-4 5 16,3 7 8-16,-3-7-8 0,-3 10 1 0,3-10-1 0,-1 13-3 16,0-4-12-16,-3 1 6 0,3 1 0 0,0 3 1 15,1 2-2-15,-2 1-2 0,1 0 6 0,1 1-6 16,0 6 2-16,0 4 3 0,-2-4 0 0,0 4-3 16,2 0 7-16,0-1-4 0,0 0 1 0,2 3-4 15,0-2 2-15,-2 0-4 0,1 2 3 0,-1-2 1 16,2 1 8-16,0 0-8 0,1 1 1 15,-2 1-1-15,0-1 0 0,-1 2 0 0,-1-2-1 0,2 3 1 16,0-3-2-16,-2 3-1 0,0 0 4 0,0-1-3 16,1 0-1-16,-3-3 1 0,2 1-4 0,1 1 0 15,-1-2-1-15,-1-1 1 0,1-2 1 0,1 0-2 16,0 0 1-16,0-7-2 0,-2 0-2 0,0-2 0 16,1 3 4-16,0-5-2 0,-1 4 0 0,1-3 0 15,0-3-4-15,2-3 1 0,-3 1 1 16,0-2-3-16,0-2 1 0,-1 0 4 0,1 0 5 0,-2-1 2 15,-1 2 2-15,-3-2 0 0,2-2 1 0,-2-1-3 16,-5 3-3-16,-4-1-2 0,0 1 0 0,-4-3-1 16,-6 1-4-16,-2-1 2 0,-4-1-3 0,-7 1 2 15,3 1-4-15,-20 1 3 0,-3-1-5 16,-3 0-1-16,-28 4 2 0,29-2-2 0,-27 3-4 16,26-2 2-16,-28 0 1 0,26-1-3 0,-26 2 2 15,27 1-1-15,-25 4-2 0,30-4-7 0,-1-2-17 0,1 1-10 16,-1 2-13-16,2-7-24 0,17-1-13 15,7 1-28-15,1-2-38 0,5 2-30 0,11-3-44 16,2 0-138-16,4-4-392 0,4 1 174 0</inkml:trace>
  <inkml:trace contextRef="#ctx0" brushRef="#br0" timeOffset="76883.42">9187 14692 84 0,'0'-10'107'0,"0"10"-5"0,1-10-13 15,-1 10-3-15,0 0 3 0,0-15-7 0,0 15 4 0,0 0-2 16,0-16 6-16,2 12-1 0,-2 4 1 0,0 0 0 16,-3-11-5-16,3 11-2 0,0 0-12 15,1-8-1-15,-1 8-5 0,0 0-9 0,0 0-2 0,0 0-3 16,2-7-8-16,-2 7-4 0,0 0-6 15,0 0-2-15,0 0-2 0,0 0-7 0,0 0-1 0,0 0-2 16,0-9-2-16,0 9 2 0,5-6-2 0,-5 6-2 16,0 0-3-16,6-3 0 0,-2-3 0 0,-4 6-3 15,8-2-3-15,-8 2 0 0,6-5-2 0,-6 5 4 16,9-4 1-16,-9 4-3 0,5-4 0 16,-5 4-4-16,5-5 3 0,-5 5 0 0,0 0 1 15,4-5 0-15,-4 5 1 0,0 0 1 0,0 0 3 0,0 0 2 16,0 0 6-16,0 0 0 0,0 0 0 0,7-3-4 15,-7 3 3-15,0 0-2 0,0 0-3 0,0 0-1 16,0 0 2-16,0 0-7 0,0 0 0 16,0 0-4-16,0 0 3 0,0 0-4 0,0 0 1 15,2 17 2-15,-1-8 10 0,-1 8 6 0,2-1 8 16,-2 10-3-16,-4 0 2 0,1 3 5 0,2 2 4 0,-2 2-4 16,2-1 2-16,-2 2 4 0,1 1-6 0,-1 0-4 15,1 11 5-15,4-11-1 0,0 1-2 0,3 14 0 16,-3-3-5-16,1 1 6 0,2 2-5 15,0-3 1-15,-1 3 0 0,1 0-3 0,-2 1-2 16,-1 2 3-16,1-2 6 0,2 0-5 0,-3-2-2 16,2 4 10-16,1-2 2 0,2-2 3 0,-7-15-3 0,4 0 0 15,-3 3-1-15,1-3 8 0,-3 1-3 0,1-5-1 16,-1 0 0-16,1 1-3 0,1 0-2 16,-1-3-1-16,-1-3-7 0,1-5 1 0,-1-2-5 15,-1-5 0-15,1 4-3 0,0-6-19 0,-2-2-14 16,3 0-18-16,-3-3-11 0,3-6-18 0,-2 9-18 15,2-9-41-15,0 0-60 0,-8 2-52 0,8-2-57 0,0 0-163 16,-10-26-486-16,6 2 215 0</inkml:trace>
  <inkml:trace contextRef="#ctx0" brushRef="#br0" timeOffset="77487.95">8259 15134 45 0,'0'0'187'0,"0"-13"-12"0,0 7-5 15,0 6-10-15,0-11-4 0,0 11-7 0,0 0-10 16,2-11-14-16,-2 11-10 0,0 0-11 0,0 0-15 16,-2-8-9-16,2 8-11 0,0 0-6 0,0 0-5 15,0 0 1-15,0 0-6 0,8 28 3 0,-4-11 1 16,-2 3 2-16,2 5-5 0,-5 2-1 0,2 1-3 15,-1 3 0-15,-1-1 3 0,-1 4-1 0,0-3-1 16,-3 2-5-16,2-1-3 0,1-4 5 0,-1 4-7 16,2-4-2-16,0 0-4 0,-3-2-2 0,0 1 0 15,0-8-2-15,3-1-6 0,-2-1 0 0,1 0-4 16,2-2-2-16,0-3-1 0,-3 1-2 0,2-3 2 16,1-3-20-16,0-7-19 0,-1 13-19 0,1-7-18 15,0-6-17-15,-2 8-13 0,2-8-19 0,0 0-49 16,-3 6-43-16,3-6-22 0,0 0-122 0,0 0-371 15,-8-22 164-15</inkml:trace>
  <inkml:trace contextRef="#ctx0" brushRef="#br0" timeOffset="77740.11">8223 15318 47 0,'3'-16'146'0,"2"9"1"0,0-2-2 16,7 0-4-16,-2 3-4 0,6-3-5 0,0 3 3 15,2 4-8-15,1 0-15 0,1 2-8 16,-2 1-12-16,-2 3-7 0,-2 1-11 0,-3 3-4 16,-2-1-8-16,0 5 1 0,-4 3-5 0,0 1-1 15,-7-1-8-15,-1 0-3 0,-4 3-2 0,-1 1-5 0,-10 1-3 16,5-5 0-16,-7 3-4 0,2-5-2 0,5 0-4 16,-9 2-4-16,2-6-1 0,2-1-1 15,0-1-17-15,0-1-12 0,2-1-15 0,4-3-23 16,1 0-24-16,-1 0-24 0,7-2-65 0,5 0-162 0,-13-4-350 15,13 4 155-15</inkml:trace>
  <inkml:trace contextRef="#ctx0" brushRef="#br0" timeOffset="78565.3">8980 14612 112 0,'0'0'120'0,"-4"-8"-1"0,4 8 8 15,0 0-6-15,0 0 0 0,0 0-2 16,0 0-4-16,0 0-11 0,0 0-5 0,0 0-7 16,0 0-10-16,0 0-7 0,0 0-12 0,0 0 2 15,0 0-11-15,0 0-1 0,0 0 0 0,0 0 2 16,-4 23-1-16,3-7-2 0,0 2 4 0,-2 7 4 16,3 1-7-16,-2 3-5 0,-2 3-3 0,3 3 8 15,2 0-5-15,-2 1 5 0,-2 0-6 0,3 9-4 16,-1-11-3-16,2 12 0 0,-1-11-2 0,3-1 0 15,2 14-6-15,0-3 4 0,1 3 4 0,2-3 1 16,-2-11 2-16,-3 13-2 0,1-12-3 0,0 1 3 16,-1 8-7-16,2-9 4 0,-3-1-4 0,1 2 3 15,0-1 3-15,0 0 1 0,-1-6-5 0,1 4-2 16,-1-4-4-16,1 0-5 0,0-4-2 0,0 0 0 16,2-1-1-16,-1-7 3 0,-3 2-2 0,1 0 2 15,0 0-1-15,-2-4 2 0,0-3-1 0,0-2-1 16,0 4 4-16,0-5-1 0,-1 0 1 0,1-3-4 15,0 3-4-15,0-9 2 0,0 12-5 0,0-12-1 16,-1 10 4-16,1-10-6 0,0 0 2 0,-2 8 3 16,2-8-2-16,0 0-9 0,0 0-30 0,0 0-25 15,0 0-29-15,0 0-20 0,0 0-26 0,0 0-30 16,-13-18-37-16,11 10-42 0,-2-2-230 0,-1 1-497 16,1-8 221-16</inkml:trace>
  <inkml:trace contextRef="#ctx0" brushRef="#br0" timeOffset="78967.67">9271 14562 126 0,'0'0'171'0,"0"0"4"0,-15 17-9 15,8-9-11-15,-1 9-16 0,-1-3-10 0,-8 8-6 16,7 3-10-16,-4-3-25 0,4 2-4 0,-3-1-4 16,0 1-5-16,0 1-7 0,1-3-4 0,-1 2-7 15,1 0-3-15,-2-1-6 0,3-1-8 0,-3 0-4 16,5-6 2-16,0 2-5 0,-3-2-13 0,3 0-23 16,-1-1-28-16,0 0-27 0,4-4-35 0,0-2-30 15,0 2-25-15,1-4-123 0,1-1-295 0,0 0 131 16</inkml:trace>
  <inkml:trace contextRef="#ctx0" brushRef="#br0" timeOffset="79164.28">9245 14918 126 0,'0'0'155'0,"0"0"-3"0,0 0-5 15,0 0-8-15,0 0-11 0,-16 36-13 0,1-17-8 16,-1 7-10-16,-4-2-7 0,-2 0-5 0,2 2-19 15,3 0-2-15,-2 0-7 0,3-3-8 0,-1-1-3 16,4 1-3-16,3-7-14 0,-3 6-22 0,3-9-38 16,3 1-44-16,-1 4-25 0,1-8-34 15,1 2-93-15,-2-2-247 0,3-2 110 0</inkml:trace>
  <inkml:trace contextRef="#ctx0" brushRef="#br0" timeOffset="79353.67">9190 15183 106 0,'0'0'156'16,"0"0"-2"-16,10 12-10 0,-13-3-2 0,-2 4-9 0,0 4-10 15,-3 3-12-15,-2 2-11 0,-3 6-13 16,2-2-1-16,-1 1-12 0,1-1-14 0,2-1-21 16,-1 0-31-16,2-6-19 0,0-1-18 0,3-2-14 15,1 0-21-15,1-3-14 0,1-4-21 0,1 0-8 16,1-2-75-16,0-7-198 0,4 7 88 0</inkml:trace>
  <inkml:trace contextRef="#ctx0" brushRef="#br0" timeOffset="79513.82">9298 15404 122 0,'0'0'160'0,"0"0"-11"16,0 0-11-16,-4 18-9 0,-2-6-13 0,-5 1-14 15,0 3-8-15,-3-2-21 0,-2 5 9 0,2-3-11 16,1-2-7-16,0 1-4 0,0 1-21 0,2-1-20 15,-3-2-11-15,2 1-29 0,-1 0-28 0,5-6-29 16,0 2-24-16,0-2-94 0,2 0-213 0,-3-1 94 16</inkml:trace>
  <inkml:trace contextRef="#ctx0" brushRef="#br0" timeOffset="79679.48">9183 15708 8 0,'-6'8'146'0,"-2"2"-14"0,-2-1-17 0,0 4-3 16,-2 0-13-16,2 2-3 0,-2-3-13 0,2 3-7 16,0-2-13-16,2-3-16 0,1 0-25 0,2-1-26 15,1 0-28-15,-1-2-28 0,2 1-29 0,1-4-47 16,2-4-147-16,-3 10 65 0</inkml:trace>
  <inkml:trace contextRef="#ctx0" brushRef="#br0" timeOffset="79814.95">9252 15818 14 0,'0'0'95'0,"-11"18"-4"15,7-13-16-15,-1-1-20 0,-4 3-28 0,3 0-27 16,0-1-25-16,1 1-31 0,-4-2-59 16,3-1 26-16</inkml:trace>
  <inkml:trace contextRef="#ctx0" brushRef="#br0" timeOffset="81246.5">9033 14332 25 0,'0'0'33'0,"0"0"-7"16,-10 15-5-16,8-5-11 0,1 2-6 15,-3 4-13-15,2 1-10 0,1 0-20 0,1 1 10 16</inkml:trace>
  <inkml:trace contextRef="#ctx0" brushRef="#br0" timeOffset="82264.77">9722 15009 48 0,'0'0'182'0,"0"0"-9"0,2-8-11 0,-2 8-22 0,0 0-15 15,0 0-14-15,0 0-5 0,0 0-8 16,0 0 0-16,7 33-1 0,-5-17-7 0,0 1-6 0,0 7-6 16,0 2-9-16,1-9-1 0,-1 8-7 15,2-7-6-15,-3-1 1 0,1-4-10 0,1 2 0 16,-4-3-2-16,2-3-1 0,2 1-1 0,-3-6 9 0,0-4 6 15,0 12 13-15,0-12 8 0,0 0-1 16,0 0-4-16,0 0-6 0,0 0-9 0,0 0-8 0,0 0-3 16,0 0-8-16,0 0-1 0,5-43-6 15,2 25 0-15,4-6-6 0,2-1-5 0,5-2-2 16,0 3 4-16,3 2-14 0,-1 0 2 0,-1 3-5 16,0 1 0-16,-4 7-1 0,0 2-4 0,-2 5 0 15,-2 3-2-15,6 4 1 0,0 4-2 0,-3 2 3 0,-1 4-1 16,-3 6 1-16,4 5-3 0,-1 3 9 15,-5 0-23-15,-2 2-39 0,-2 5-34 0,-2-6-52 16,1 3-68-16,-3 0-211 0,-1-6-453 0,-3 0 202 16</inkml:trace>
  <inkml:trace contextRef="#ctx0" brushRef="#br0" timeOffset="116407.53">12641 14759 96 0,'0'0'137'16,"0"0"-7"-16,0 0-4 0,7-5-3 0,-7 5 3 15,0 0-9-15,0 0-14 0,0 0-12 0,0 0-6 16,0 0-12-16,0 0-4 0,-16-7 0 0,16 7-8 16,-11 0-5-16,11 0-2 0,-14-2-5 0,6 1-7 15,8 1-2-15,-21 1-3 0,14-1-7 0,-4 2-2 16,0-2-2-16,2 1-5 0,9-1 1 0,-13 0 0 16,13 0-3-16,-12 0-8 0,12 0 3 0,-4 2-1 15,4-2-10-15,0 0 7 0,0 0-3 0,0 0 6 16,0 0 4-16,24 2-9 0,-3-2 6 0,7-2-1 15,7 0-4-15,3 1-4 0,-4-1 1 0,6 1-11 16,-3 1-14-16,0-1-23 0,-5 1-18 0,4 0-29 0,-9 1-11 16,-5 0-40-16,-2 3-117 0,-6-3-279 15,-3 2 124-15</inkml:trace>
  <inkml:trace contextRef="#ctx0" brushRef="#br0" timeOffset="117131.98">12805 14717 111 0,'-11'9'133'0,"11"-9"-3"0,-2 11-2 16,1 1-25-16,-3 0 7 0,4 4-12 0,-4 3 1 16,2 7-2-16,2-5-7 0,-3 3-8 0,3 3 2 15,0 0-3-15,-2 0-6 0,2-2-5 0,-2 1-2 16,2 0-6-16,0-6-5 0,0-1-5 0,-2 1 0 15,4-1-10-15,-2-3-2 0,0 2-13 0,0-1 2 16,0-1 0-16,2-3-6 0,-4-2 1 0,2 0-3 16,0 1 0-16,2-4-7 0,-4 0-1 0,2-8 0 15,2 11-5-15,-2-11-4 0,0 9-2 0,0-9 0 16,-2 6-7-16,2-6-15 0,0 0 6 0,-14 0-1 16,14 0-1-16,-11-1-2 0,11 1-2 0,-22-4 3 15,13 0 3-15,-2 1 4 0,-1 0-1 0,1 0 3 16,-1-1 3-16,2 1 2 0,5 0 1 0,5 3 6 15,-13-3 6-15,13 3 2 0,-10-2 5 0,10 2-7 16,-6-4 4-16,6 4-4 0,0 0-6 0,0 0 5 16,0 0-4-16,0 0 1 0,0 0 1 0,0 0 3 15,29-7-8-15,-11 4 1 0,2 0 2 0,3 2-2 16,8-3-4-16,-6 4-29 0,2-4-9 0,2 1-13 16,-3-3-34-16,-7 1-19 0,3 3-5 0,-2-2-1 15,1 0 5-15,-3-2 2 0,-3-2 9 0,2 3 6 16,-2-2 14-16,-3 0 10 0,-2 1 12 0,-1 1 8 15,1-1 12-15,-4-1 18 0,1 3 10 0,-5 0 22 16,4 1 1-16,-6 3 5 0,7-6-3 0,-7 6-7 16,5-4-1-16,-5 4 16 0,0 0 18 0,0 0 6 15,5 14 12-15,-3-7-8 0,-4 3 7 0,2-1-3 16,-2 3-6-16,2 0 2 0,0 5 3 0,0-7-6 16,0 3-10-16,0-4 2 0,2 1 2 0,-2-1-3 15,0-2-3-15,0-7-2 0,0 10-3 0,0-10 14 16,2 10 17-16,-2-10 9 0,0 0-3 0,0 0-7 15,0 0-11-15,0 0 2 0,0 0-9 0,7-20 2 16,-3 10-8-16,0-2-4 0,2-4-2 0,2-2-7 16,1-5-2-16,-1 5-2 0,4-5-8 0,-1 5 0 15,0 2-3-15,7-4-3 0,-4 5 1 0,4 3-5 16,-4 2 2-16,3 1-2 0,0 5-1 0,0 3-2 16,-3 1 0-16,3 1 2 0,-5 3-3 0,1 4-5 15,4 1 3-15,-4 4-1 0,-1-2 4 0,-2 4-5 16,1-2-8-16,-6 3-8 0,1-5-22 15,-1 6-32-15,-2 0-27 0,1-2-50 0,-4-2-45 0,0-2-157 16,-4 1-380-16,4-12 169 0</inkml:trace>
  <inkml:trace contextRef="#ctx0" brushRef="#br0" timeOffset="117572.51">14061 14984 117 0,'0'-5'205'0,"0"5"-5"16,0-13-14-16,0 13-13 0,-9-6-15 0,2 4-12 15,-4 1-14-15,-1 3-7 0,-7 2-5 0,-8 6-2 0,0 3-14 16,0 3-1-16,0-1 0 0,1 3-7 0,3 0-9 15,0 1-5-15,4-2-9 0,6-1-6 0,2-3-6 16,6 1-6-16,-1-1-9 0,4-2-1 16,2-2-7-16,2 1 1 0,2-3-4 0,2 1-2 15,4-1-7-15,-3-2 0 0,6-3-3 0,-1-2-3 16,11-1 1-16,-4-2 3 0,1-2-8 0,6-5-1 0,-7 2-1 16,0-2 1-16,-2 0 2 0,5-6-8 0,-3-2 0 15,-6 4-5-15,-4-1 5 0,0 1 0 16,0 0-4-16,-4 4 4 0,-1 1-3 0,-2 2 11 15,-2 1-3-15,0 6-1 0,5-11-7 0,-5 11-1 16,3-5-4-16,-3 5 3 0,0 0 1 0,0 0 1 0,-10 25-1 16,6-10-2-16,-3 0 1 0,5 3-3 0,-3 0 3 15,5 1-15-15,0 0-24 0,5-1-24 16,-3 0-46-16,2 1-46 0,3-4-57 0,3-1-45 0,-4-4-129 16,7 3-413-16,3-2 182 0</inkml:trace>
  <inkml:trace contextRef="#ctx0" brushRef="#br0" timeOffset="117837.86">14717 14802 25 0,'-4'-16'239'0,"4"6"-11"0,-1 3-16 16,1 0-19-16,0 7-23 0,-4-9-15 0,4 9-18 15,0 0-13-15,0 0-3 0,0 0-6 0,0 0-2 16,-5 40-6-16,5-12-12 0,-3-1-4 0,3 4-3 16,-2-2-12-16,0 0-9 0,0 0-6 0,2-3-5 15,0 4-4-15,0-4-4 0,0 1-7 0,0-1-1 16,0-9-11-16,2 3-18 0,0-2-14 0,-1-1-24 16,1 0-33-16,0-5-39 0,0-1-47 0,-2 0-46 15,3-1-170-15,-3-10-391 0,0 0 174 0</inkml:trace>
  <inkml:trace contextRef="#ctx0" brushRef="#br0" timeOffset="118225.81">14742 14821 170 0,'10'-5'170'0,"2"1"-5"15,1 0 2-15,3 0-24 0,0 4-6 0,-1 1-8 16,-1 5-8-16,2-1-9 0,0 3-11 0,-2 1-6 15,0 1-10-15,-1 1-8 0,-4-1-7 0,-3 1-5 16,-2 0-9-16,-1 1-4 0,1 1-1 0,-4 2-8 16,-2-3-5-16,-2-1-2 0,-1 0-11 0,-2-1 4 15,0 0-2-15,1-1-1 0,-1-3-3 0,2 3-13 16,-2-4-10-16,3 1-10 0,1-2-4 0,3-4-4 16,-4 8 5-16,4-8 0 0,0 0 0 0,8 9 2 15,-3-4-1-15,5-1 4 0,-1 1 0 0,3 1 6 16,1-2-6-16,0 2 2 0,2 3-1 0,-1 0-1 15,1-2-1-15,-5 3 0 0,1-3 5 0,-1 2 3 16,-2 1 1-16,-1-3 3 0,-1 0 13 0,0 2 17 16,-6 1 7-16,0-1 4 0,0-9 3 0,-9 15 4 15,-1-8-3-15,4 1 3 0,-6-3-6 0,0 3 2 16,-3-3-7-16,-3 0-1 0,1 0-7 0,-1 1-11 16,-1-4-13-16,3 3-15 0,2-4-25 0,1-1-29 15,-1 0-35-15,5 0-54 0,1-1-57 0,-2-2-137 16,10 3-372-16,-9-13 165 0</inkml:trace>
  <inkml:trace contextRef="#ctx0" brushRef="#br0" timeOffset="118669.53">15273 14830 162 0,'0'0'188'0,"0"0"-18"0,1-7-15 15,-1 7-15-15,8-3-13 0,3 0-7 0,2 2-16 16,6-1-5-16,0-1-10 0,3 0-5 0,5-1-16 16,0 2-3-16,-8 1-15 0,-3-2-13 15,0 3-37-15,-2 1-13 0,-4-1-34 0,-2-1-16 0,-8 1-11 16,12-2-3-16,-12 2-11 0,8-2 7 0,-8 2 1 16,0 0 12-16,0 0 3 0,0 0 14 15,0 0 14-15,0 0 5 0,0 0 7 0,0 0 9 0,0 0 9 16,0 0 0-16,-29-3 10 0,29 3 8 15,0 0 7-15,-13 2 11 0,13-2-8 0,-8 2 4 0,8-2 17 16,0 0 12-16,-7 4 16 0,7-4 4 0,-3 6 1 16,3-6 6-16,0 11 8 0,0-2 0 0,1 3-4 15,2 0 6-15,0 5 1 0,0 0-4 0,2-1-10 16,-1 3 0-16,-1-1-3 0,1 0-4 0,-2 0-1 16,1 1 2-16,-2-2-1 0,-1 0-3 15,-1-2 5-15,-1-1-14 0,1-1-2 0,-1-1-2 0,-2-1-1 16,-1 1-2-16,-2 2-2 0,0-3 0 0,-2-1-5 15,-4-2-4-15,4-1-6 0,-4-1-4 0,0-2-11 16,2 3-12-16,-1-4-14 0,1 1-23 16,1-1-20-16,-2-2-31 0,2-1-38 0,10 0-62 15,-15-4-41-15,7 0-178 0,4-1-433 0,0-3 191 16</inkml:trace>
  <inkml:trace contextRef="#ctx0" brushRef="#br0" timeOffset="118880.51">15878 14733 84 0,'13'-2'179'0,"-2"2"-15"16,0 0-12-16,3-1-7 0,5 2-14 0,-1-2-15 15,2 2-11-15,2 1-9 0,-3-1-14 0,1 0-6 16,-8 1-10-16,4-2-31 0,-7 0-20 0,-2 2-35 15,2-2-38-15,-9 0-23 0,13 2-24 0,-10 1-92 16,-3-3-214-16,0 0 94 0</inkml:trace>
  <inkml:trace contextRef="#ctx0" brushRef="#br0" timeOffset="119092">16019 14734 156 0,'-3'-7'200'0,"3"7"-2"0,0 0-10 16,0 0-15-16,0 0-12 0,0 0-21 0,0 0-16 0,0 0 9 15,-6 13 4-15,6-3 3 0,1 2-1 16,-1 3-7-16,-1 4-8 0,2 0-5 0,1 7-2 16,-4-1-12-16,2 0-3 0,0 1-4 0,-1-6-8 15,2 1-6-15,-1-2-11 0,0 1-7 0,-1-2-6 16,0 1-2-16,1 0-14 0,0-5-27 0,0 3-31 0,0-2-25 16,-3-3-31-16,3-1-43 0,-2-1-44 15,0-1-61-15,2-9-211 0,-5 11-463 0,4-7 206 16</inkml:trace>
  <inkml:trace contextRef="#ctx0" brushRef="#br0" timeOffset="119317.26">15770 14779 107 0,'-9'-3'174'15,"0"2"-18"-15,9 1-13 0,-10 0-8 0,10 0-8 16,0 0 3-16,0 0-11 0,0 0-8 0,28 1-10 16,0-2-12-16,4-1-7 0,4-2-6 0,20-3-13 15,-3-2-22-15,4 3-26 0,-2-2-31 0,-4-1-34 16,-13 4-35-16,-1-5-55 0,-5 6-90 0,1-3-249 16,-7 1 110-16</inkml:trace>
  <inkml:trace contextRef="#ctx0" brushRef="#br0" timeOffset="119677.52">16494 15224 189 0,'0'0'196'0,"2"9"-18"0,-7 2-16 0,-2-1-17 15,-3 13-30-15,-5 2-68 0,-2 0-75 0,-2-2-140 16,-2 3-181-16,0-4 80 0</inkml:trace>
  <inkml:trace contextRef="#ctx0" brushRef="#br0" timeOffset="126106.82">17218 14807 118 0,'0'0'147'0,"5"-6"2"0,-5 6-14 0,4-7-17 16,-4 7-12-16,0 0-4 0,0 0 0 0,0 0-9 15,0 0 2-15,6 21 4 0,-7-5-8 0,-3 2-8 16,2 0-5-16,-2 8-5 0,2-7-9 0,0 1-6 16,2 5-7-16,0-7-2 0,1 1-5 0,2 0-7 15,1-1-1-15,-1-2-2 0,5-1-2 0,0-1-6 16,-3-4-2-16,4-1 1 0,1 0-2 0,-1-4 0 16,1 1 9-16,1-4 1 0,0-1 2 0,-1 0-3 15,3-3-4-15,-2-2 2 0,3-1-5 0,0-4-3 16,2-1 5-16,-3 0-4 0,-3-3 4 0,1 1-5 15,-3-2 1-15,2 0-6 0,-2 0 0 0,-3 3-2 16,0-1 1-16,0 2-6 0,0 0 1 0,-3 2 7 16,0 2-10-16,-2 6-4 0,4-8 1 0,-4 8-4 15,0 0 1-15,0 0-2 0,0 0 2 0,0 0-3 16,0 0 2-16,4 22 0 0,-4-11-1 0,0 0-1 16,2 1 2-16,1-2-1 0,-1 2-2 0,0-2 0 15,2 0 2-15,-1 1 1 0,3-3 2 0,2 1 3 16,-1-3-4-16,2-1 2 0,0-3-2 0,2 1 4 15,-1-2-1-15,6-2 0 0,-6-2 2 0,2 1-2 16,4-7 7-16,0 0-5 0,-1 0 3 0,0-1 2 16,0-3 3-16,-6-3 0 0,5 2-1 0,-3-4-3 15,-1-4 0-15,-2 5-4 0,-1-3 3 0,-2 4-3 16,0-2 2-16,1 5-5 0,-5 2-11 0,2 3-19 16,-1-2-6-16,-2 10-27 0,1-10-34 0,-1 10-39 15,0 0-13-15,0 0-1 0,0 0-11 0,0 0-13 16,0 0-12-16,0 0-91 0,-6 31-296 0,3-20 131 15</inkml:trace>
  <inkml:trace contextRef="#ctx0" brushRef="#br0" timeOffset="126363.74">18006 14944 51 0,'12'-13'125'0,"-1"-1"-3"0,1 2 2 0,-2-3-5 16,-5 4-16-16,3 0 7 0,-4 1 3 0,-2-1 1 15,-2 1-14-15,0 3 0 0,0 7-7 0,-2-12 1 16,-2 6-10-16,-2 1-1 0,-2 3-8 0,8 2-2 16,-16 0-5-16,5 6-4 0,-1-2-7 0,-2 6-5 15,0 4-5-15,-4 5-2 0,7-4-5 16,2 3-6-16,-2 0-2 0,3 0-6 0,4 0 2 0,1 1-6 16,3-1 0-16,0-2-9 0,4 1-15 0,4-1-8 15,1 0-26-15,2-4-29 0,2 1-33 0,5-3-27 16,2-3-20-16,1-1-25 0,6 0-94 0,-6-4-286 15,10-1 127-15</inkml:trace>
  <inkml:trace contextRef="#ctx0" brushRef="#br0" timeOffset="126583.87">18603 14766 193 0,'0'-16'195'0,"1"3"0"15,1 4-8-15,-2 9-12 0,0-10-11 0,0 10-17 16,1-11-17-16,-1 11-13 0,0 0 1 0,0 0 6 15,0 0 2-15,-9 32-5 0,5-13 4 16,-1 8-18-16,0 2-8 0,0 1-8 0,2-1-9 0,-1 0-9 16,3-1-7-16,-1-1-7 0,2-1-7 0,-2 0-4 15,5-6-9-15,-3-2-26 0,2 1-23 0,-2-1-19 16,6 0-37-16,-5-3-25 0,0 0-39 0,2-4-30 16,-2-2-30-16,3-2-24 0,-4-7-112 15,0 0-354-15,4 8 157 0</inkml:trace>
  <inkml:trace contextRef="#ctx0" brushRef="#br0" timeOffset="127231.98">18475 14944 62 0,'0'0'134'0,"0"-12"-12"0,0 12-14 0,0 0-5 16,26-7-3-16,-9 5-4 0,0-3-12 0,4 3-3 15,-1-1 3-15,10 1-8 0,-2-1-7 0,0 0-6 16,-6 0 2-16,-2 0-10 0,2 2 1 0,-3 1-4 15,-6-2-4-15,1 2-3 0,-7-1-8 0,-7 1-1 16,15 0-4-16,-15 0 2 0,7 3 5 0,-7-3 14 16,3 7 4-16,-3-7 0 0,-10 13 4 0,2-2-2 15,0-2 2-15,-6 3-5 0,3 0 7 0,2-2-8 16,-1 0-12-16,3-2-9 0,2 1 3 0,1 1-4 0,0-2-3 16,2 1 1-16,0-3-8 0,2-6 2 15,0 12-4-15,3-8-1 0,-3-4-1 0,10 8 4 16,-1-5-7-16,1-2-2 0,1-1-1 0,0-1 3 15,2 1-4-15,4-5-1 0,-1-1-2 0,-2-2-1 16,-4 2-3-16,3-6 4 0,0 1-1 0,0-2-2 16,-7 3 0-16,1-1-5 0,-2 0 3 0,2 2-1 15,-4-1 4-15,-2 3-6 0,0 2-3 0,-1 5 0 16,3-9-5-16,-3 9 4 0,0 0-1 0,0 0-1 16,0 0 3-16,0 0 3 0,0 0 4 0,-10 22 0 15,6-12-2-15,1-2 0 0,2 5 0 0,1-7 1 16,3 3 0-16,-2 0 0 0,5 0 2 0,-3-4-2 15,5 4-2-15,-1-3 2 0,5-3-2 0,-1 2 3 16,1-2-1-16,8-3 3 0,-2-2 5 0,1 1-6 16,2-5 0-16,-1 1 3 0,-3-5-7 0,1 2 7 15,-6-4-3-15,1-1 7 0,-3 0 2 0,-3-1-1 16,-1-2 5-16,-1-1 1 0,-5-2 2 0,2 0-5 16,-5-2 3-16,-2-3 3 0,-1 1-3 15,-1-2 8-15,1 9-2 0,-1-1 2 0,4 0 0 0,-3 6 5 16,4 3 1-16,-1 2-6 0,1 0 5 0,-1 0-16 15,3 6-1-15,0 0-2 0,-5-6-4 0,5 6-3 16,0 0 1-16,0 21 1 0,-1-4-2 0,1 2 1 16,1 8 5-16,0-1-3 0,1 1-1 0,0 0-1 15,-1-3 0-15,2 2 0 0,-2-7-1 0,2 0 2 16,-1 0-2-16,5 0 1 0,-3 0-4 0,2-3-15 16,-2 1-18-16,2-1-22 0,-2 0-29 0,1 1-28 15,-1-7-41-15,2-1-47 0,-3-3-46 0,1 1-179 16,-4-7-456-16,6 6 202 0</inkml:trace>
  <inkml:trace contextRef="#ctx0" brushRef="#br0" timeOffset="127425.82">19375 14821 91 0,'0'0'213'0,"0"-13"-12"0,0 13-16 0,0 0-19 15,1-10-5-15,-1 10 4 0,0 0 1 0,0 0 0 16,0 0-1-16,-6 35-17 0,3-20-15 0,-1 4-10 15,1 0-11-15,0 0-9 0,-3 5-9 16,3-6-11-16,-1 1-10 0,1-1-3 0,3 1-10 0,-3-3-25 16,2 1-30-16,-2 0-32 0,2-6-36 0,-1 0-45 15,2-11-61-15,2 16-53 0,-2-16-134 0,-3 12-383 16,3-12 169-16</inkml:trace>
  <inkml:trace contextRef="#ctx0" brushRef="#br0" timeOffset="127669.7">19563 14821 6 0,'4'-6'157'0,"-4"6"6"16,0 0 1-16,0 0-1 0,0 0-8 0,-20 14-11 15,8-3-15-15,-1 0-12 0,-6 6-11 0,3-5-13 16,0 2-4-16,-1-1-7 0,3-2-6 16,4-2-13-16,-5 1-8 0,6-3-4 0,1 0-3 15,3-1-9-15,1-2-1 0,-2-2-2 0,6-2-5 0,-7 6 2 16,7-6-13-16,0 0 6 0,0 0 0 0,0 0 1 15,0 0-1-15,23 1-6 0,-18 2-5 0,6-3 2 16,1 4-2-16,0 1-1 0,1 1 5 16,2-2-5-16,2 2-28 0,1 0-28 0,2 2-58 15,9-2-59-15,-2 3-168 0,4-2-355 0,6-1 157 16</inkml:trace>
  <inkml:trace contextRef="#ctx0" brushRef="#br0" timeOffset="128275.9">20208 14805 179 0,'-15'-3'190'0,"-3"2"-2"0,-2 1-8 0,0 3-8 15,0 4-10-15,-5-1-17 0,0 6-14 0,1 2-8 16,5-3-13-16,-2 7-12 0,3 0-9 0,4-3-4 16,4 0-7-16,2 1-12 0,3-1-3 15,3 0-8-15,0-2-4 0,4-3-6 0,0 0-6 0,5 0-2 16,2-2-4-16,2-2-3 0,2-2 0 0,6 0-4 15,-1-1-1-15,4-3-3 0,-2-2 0 0,1-1-5 16,-1-4 0-16,6-3-2 0,-7 1-1 0,-3-2 2 16,9-2-2-16,-11 0-2 0,-4 1 1 0,1-1 7 15,-4 2 0-15,-1 1 0 0,-3 1 3 0,1-1 4 16,-3 3-6-16,1 1 0 0,-2 6-5 0,2-9-3 16,-2 9-2-16,0 0 0 0,0 0-2 0,0 0 0 15,0 0 0-15,0 0-2 0,-12 22 3 0,8-12-6 16,2 0 2-16,2 3-1 0,0-2 2 0,2 3-1 15,4 0 4-15,-3 2-8 0,5-6-26 0,1 4-27 16,1-2-25-16,3-2-45 0,4-1-49 0,-1-3-42 16,1-2-160-16,2-1-401 0,0-3 179 0</inkml:trace>
  <inkml:trace contextRef="#ctx0" brushRef="#br0" timeOffset="128638.01">20584 14770 148 0,'0'0'194'0,"0"0"0"0,0 0-1 16,0 0-9-16,0 38-2 0,-4-19-4 0,2 7-13 15,0-7-12-15,1 7-11 0,0-1-17 0,0-5-8 16,-2-2-11-16,3 1-8 0,-1 0-10 0,1-1-10 16,-2-4-8-16,1-4-5 0,2 2-4 0,-1-3-11 15,-1-4 0-15,1-5-5 0,-1 10 0 16,1-10-3-16,0 0 0 0,0 9-8 0,0-9 1 0,0 0-6 15,0 0-4-15,0 0-6 0,15-19-7 16,-6 10-10-16,1-1 9 0,5-1-11 0,0 1-4 16,0-1-4-16,4 3 2 0,-1 1-4 0,-1 1 0 0,-3 3-3 15,2 2 4-15,-4 1-2 0,-1 3 2 16,0 0-2-16,-4 3 4 0,0 0-3 0,-5-2-1 16,1 4 4-16,-2 1 4 0,-2-1 4 0,-3 1-7 0,-1 2 6 15,-3-3-2-15,2 2 1 0,-3-1-2 0,-1 4 4 16,-1-4 1-16,1-1-1 0,-2-1-13 0,0-1-22 15,2 0-32-15,-2-2-44 0,3-1-50 16,0-3-62-16,0 0-152 0,9 0-405 0,0 0 179 0</inkml:trace>
  <inkml:trace contextRef="#ctx0" brushRef="#br0" timeOffset="128871.33">20855 15067 67 0,'5'5'173'0,"1"-2"5"16,-6-3-13-16,11 8-2 0,-6-6-12 0,1 1-4 16,6-2 0-16,-2 1 1 0,8-2-2 0,-5-1-1 0,4-3-9 15,0 2-13-15,0-3-1 0,-2-1-3 16,-5 0-5-16,0 1-7 0,-1-3-10 0,-2 1-6 16,-2-2-11-16,0 1-9 0,-4 0-5 0,-1-1-14 15,0 9-9-15,-6-14-20 0,2 8-32 0,-5-1-21 16,0 4-26-16,-3 0-37 0,-1 3-40 0,1 0-35 15,-2 0-32-15,2 3-165 0,0-1-394 0,2 2 175 0</inkml:trace>
  <inkml:trace contextRef="#ctx0" brushRef="#br0" timeOffset="129401.43">21114 14969 146 0,'0'0'182'16,"3"-5"-15"-16,-3 5-6 0,0 0 0 0,0 0 15 15,0 0-1-15,0 0-10 0,-8 26-15 0,7-19-17 0,-3 3-12 16,2-2-9-16,-1 4-14 0,1-3-7 16,2 3-7-16,1-2-10 0,1-1-7 0,1-1-5 15,-2 0-3-15,4-5-9 0,-1 4-2 0,2-3 1 16,1 0-9-16,3-2-1 0,2-3-5 0,0 1-3 16,2-4-4-16,-1 0-1 0,-1 0-2 0,3-3-2 15,-3 1 1-15,0-1-4 0,-3-1 3 0,-1 0-1 16,-3-2 6-16,1 0-12 0,-2 1 1 0,-1 0-3 15,-1 4-3-15,-2 5-2 0,3-10 0 0,-2 4-5 16,-1 6-6-16,0 0 4 0,0 0-4 0,0 0 0 16,0 0 2-16,0 0 10 0,0 0 2 0,0 0 0 15,2 24 1-15,-2-16-2 0,0-8 1 0,1 14 0 16,-1-7-1-16,1-1 2 0,-1-6-4 0,4 12 3 16,-1-5-3-16,2-5 4 0,3 2-1 0,3-1 0 15,0-5-5-15,2 1 5 0,4-2-2 0,-3-1-2 16,4-5 1-16,-2 0-1 0,1 0 0 0,-2-2 1 15,-1-4-4-15,0 1 0 0,-5-1 2 0,4-9 0 16,-4 2-5-16,-4 3 2 0,0-1-2 0,-1-6 2 16,-1 8-1-16,0-8 8 0,-3 9 0 0,-1 1 6 15,1 4 11-15,-2 1 10 0,2 4-14 0,0 7-7 16,-2-11-6-16,2 11 0 0,0 0-6 0,0 0 17 16,0 0 6-16,-9 25 3 0,6-7 9 0,-1 0-3 15,-3 5 8-15,1 4-4 0,-3-3-2 0,4 1 0 16,0-6-4-16,0 7 4 0,1-7-14 0,-1 7-2 15,2-7-19-15,2-2-31 0,1 2-23 0,-1-2-33 16,-1-1-40-16,1-4-37 0,0 0-62 0,-1-4-52 16,2 2-201-16,0-10-514 0,-6 9 227 0</inkml:trace>
  <inkml:trace contextRef="#ctx0" brushRef="#br0" timeOffset="129550.8">21328 14986 27 0,'0'0'136'0,"15"0"-32"0,-15 0-28 15,27 0-43-15,-14 0-61 0,2 0-30 0,4-1-64 16,11 2 29-16</inkml:trace>
  <inkml:trace contextRef="#ctx0" brushRef="#br0" timeOffset="130266.01">22127 14786 108 0,'-3'-7'234'0,"3"7"-23"0,17-6-21 0,2 3-18 0,1 0-24 16,12-1-21-16,2 0-25 0,-1-1-26 0,-1 4-16 15,-2-2-37-15,-2 2-12 0,-7 0-27 0,-2 0 0 16,-5-1-8-16,-2 0-2 0,0-1-3 0,-3 2 1 16,-2-1 5-16,0-2 6 0,-7 4 10 15,7-6 7-15,-7 6 4 0,0 0 3 0,-2-9 8 16,2 9 8-16,0 0 3 0,-12-7-1 0,12 7-2 0,-9 0 8 16,9 0 1-16,-12 0 3 0,12 0 5 0,-14 4-1 15,8 1 2-15,-1 1 1 0,0 3 6 0,-5 5 7 16,6 1-6-16,-2 2 15 0,-1 7-5 0,2 0 7 15,-1 0-2-15,3-7 0 0,0 9-5 0,-2-1 1 16,4-6-7-16,0 1-2 0,0-1-5 0,1 0-5 16,0-1-3-16,4 0-5 0,-2-2 0 0,0 0-5 15,0-5 0-15,1 0-6 0,-2 2 1 0,2-6-2 16,-1 1-5-16,0-1 4 0,0-7-8 0,0 8-7 16,0-8-1-16,0 0-5 0,-3 10-9 0,3-10-9 15,-7 2 1-15,7-2 3 0,0 0 0 16,-17-6 4-16,12 1 0 0,0 1 1 0,-1-1 2 0,6 5 2 15,-11-10 1-15,8 6 4 0,-1 0-3 0,4 4 7 16,-7-4-6-16,7 4 0 0,-5-6-1 0,5 6 0 16,0 0 2-16,0 0 0 0,0 0 1 15,0 0 3-15,0 0-10 0,0 0 8 0,35 7-3 16,-20-2 6-16,5-3-3 0,9 4-3 0,0-4-10 0,3 2-22 16,0-3-28-16,-1 0-35 0,-1-1-32 0,2-1-24 15,-4 1-12-15,0-1 1 0,-5-2 7 0,-2 1 12 16,1-2 15-16,-2 1 20 0,-1-1 19 0,0 1 20 15,-2-4 18-15,-4 2 20 0,-2 1 20 0,1 0 14 16,-3-2 33-16,-4 3-1 0,0-3 10 0,-2 2 14 16,-3 4 20-16,6-6 2 0,-6 6-1 0,0-7 0 15,0 7 1-15,0 0 5 0,-12-7 5 0,12 7 0 16,-12 1 0-16,12-1 4 0,-22 6-3 16,10 1 7-16,-3 2 1 0,0 1 3 0,-1 0-8 15,5 5-2-15,-1-4-6 0,3 4-9 0,2-1-7 0,2-2-5 16,1 0 0-16,0 4-14 0,3 0-1 0,2-4-9 15,4 1-29-15,3 2-34 0,-1-2-50 0,1-4-60 16,7 1-66-16,1-3-225 0,2-4-459 0,3 1 204 16</inkml:trace>
  <inkml:trace contextRef="#ctx0" brushRef="#br0" timeOffset="130445.69">23058 15195 133 0,'0'0'230'0,"0"0"-5"0,0 0-2 16,-14 20-7-16,9-16-5 0,-1 4-26 0,0 2-14 16,-2 0-18-16,0-1-11 0,-1 0-16 0,0 5-10 15,-4-2-23-15,6-1-36 0,-2-4-35 16,0 4-34-16,2-3-64 0,0-1-60 0,3 1-70 0,-3-3-107 16,7-5-337-16,0 0 149 0</inkml:trace>
  <inkml:trace contextRef="#ctx0" brushRef="#br0" timeOffset="131319.81">23653 14905 2950 0,'10'-14'0'0,"4"2"-3"0,-5 2 0 0,2 4-1 16,5-3 2-16,1 4-22 0,10 1 1 0,0-1 2 15,3 1 4-15,-2 2-6 0,1-2-1 0,0 1-8 16,-8 1-7-16,-3 1-5 0,-3 1-21 16,-5-1 0-16,1 0-11 0,-3 0-4 0,0 0-8 15,-8 1-2-15,8-5-11 0,-8 5 12 0,1-7-3 0,-1 7 4 16,0 0 13-16,0 0 13 0,-17-12 0 0,7 9 20 16,0 1 10-16,-2 1 5 0,0-3 4 0,2 4 14 15,-3-3 0-15,3 3 13 0,10 0-2 0,-17 0 7 16,9 2 0-16,2-1 1 0,-4 5 22 15,2 0 5-15,-1 3 16 0,1 6 4 0,-1 2 1 0,-2 7 5 16,2 2-2-16,3 0 2 0,0-1 0 0,0 1-4 16,0 0 1-16,-1 0-3 0,2 0-6 0,4-3 0 15,0-2-7-15,-1-2-1 0,2 0-4 0,-1-2-3 16,0 2-4-16,-1-1-4 0,1-7-2 16,1 0-4-16,0 0 0 0,-1-5-2 0,1-6-2 0,0 12-2 15,0-12 3-15,0 10 1 0,0-10-2 0,0 0-4 16,0 0-7-16,-10-1-10 0,10 1 1 0,0 0-1 15,0 0 6-15,-8-21-1 0,6 15 4 0,-1 0-4 16,3 6 1-16,-1-14-2 0,1 14 6 16,0-11-3-16,0 11-7 0,2-10 0 0,-2 10 0 0,5-5-2 15,-5 5-2-15,11-1 5 0,-11 1 0 0,12 1-1 16,-12-1 3-16,16 9-4 0,-6-5 4 0,3 0-2 16,6 3 5-16,8 1-7 0,2-3-22 0,3 2-21 15,0-3-21-15,1 0-21 0,-1-1-29 0,1-1-7 16,-1-1-3-16,-1-1-5 0,0-1 11 0,-3-1 13 15,0-1 12-15,-1-1 12 0,-7-2 5 0,7-1 16 16,-9 2 2-16,0-3 5 0,0 1 5 0,-2-2 20 16,-4 2 8-16,-2 0 13 0,-3 0 21 0,-2 2 9 15,0-2 1-15,-2 4 11 0,-3 3 11 16,-1-10 11-16,1 10 10 0,-8-8 1 0,1 6 5 0,7 2-1 16,-21 1 1-16,7 2 5 0,0 1-2 0,0-1 4 15,-1 3-5-15,-2 1 2 0,3 4-9 0,-1-2-2 16,3-1-5-16,2 2-4 0,4-1-9 0,-1-2-3 15,4 2-2-15,0 0-2 0,3-3-1 16,1 3-4-16,2-3-2 0,1 3-5 0,5-2-1 0,1-3 0 16,3-1-4-16,3-1 3 0,-2 2 3 0,-1-4-6 15,0 2 1-15,-2 0 2 0,-2-2 3 0,-2 2 5 16,-7-2 10-16,13 1-2 0,-13-1-1 0,10 0-7 16,-10 0-4-16,0 0-5 0,0 0-4 0,0 0-3 15,0 0 1-15,0 0-2 0,-39 5 6 16,24-1 0-16,1 2 5 0,0 0 5 0,-3 2 10 0,5-2 3 15,1 2 0-15,-1-3-2 0,3 4-4 0,1-1-1 16,-1 2-2-16,3-3-4 0,3 0-1 0,0 1-6 16,3-2-3-16,0-6 0 0,6 13-8 0,1-7-28 15,5 0-31-15,3 1-42 0,4-1-36 16,0 1-27-16,2-5-57 0,7 0-24 0,0 2-27 0,-8-2-150 16,-1-5-445-16,1 2 197 0</inkml:trace>
  <inkml:trace contextRef="#ctx0" brushRef="#br0" timeOffset="131485.78">24654 15350 93 0,'0'0'207'0,"0"0"-3"0,0 0 4 0,0 0 4 0,0 0 1 15,0 0 5-15,-17 22-10 0,8-15-9 0,-3 3-13 16,1 2-15-16,1-1-10 0,-2 1-17 0,4-1-15 16,-5 1-8-16,5 2-22 0,-3-5-28 0,4 2-25 15,-1-3-35-15,0 1-45 0,3-2-55 16,-1 1-63-16,3-3-59 0,2-1-192 0,1-4-436 0,0 0 193 15</inkml:trace>
  <inkml:trace contextRef="#ctx0" brushRef="#br0" timeOffset="132205.96">25320 15094 2517 0,'-2'-11'-19'0,"0"-6"15"0,2 8 1 0,-2-1 9 0,3 0-7 16,0 4-4-16,-1 6-2 0,12-13 0 0,1 8-1 15,6-1-1-15,0-2 4 0,8 1-12 0,0 1-3 16,-8 0-8-16,4 1-4 0,-4 0-4 0,-2 1-6 16,-3 0 4-16,-3 1 9 0,1 1-2 0,-2 0 3 15,-5 0 2-15,-5 2 3 0,10-3 4 0,-10 3 6 16,8-1 0-16,-8 1 1 0,0 0 2 0,0 0 1 15,0 0 5-15,0 0-11 0,0 0-2 0,0 0 13 16,0 0 1-16,-25-2 3 0,25 2 11 0,-12 6-5 16,4-1 3-16,1 0 2 0,0 1 7 15,-2 4 10-15,2 1-2 0,-2 2 5 0,1 3 5 16,-1 1 2-16,0 1 3 0,2 5-4 0,3-5 2 0,0 2 3 16,0-1-3-16,2-1 0 0,0 1 1 0,2 0-13 15,0 6 2-15,0-9-5 0,0 0-2 0,4 2 2 16,-1-7-6-16,-1 0-1 0,-2 0 0 0,0-1-3 15,0-3 0-15,0-7-1 0,1 11-3 0,-1-6-3 16,0-5-2-16,0 0-4 0,-2 12-9 0,2-12-7 16,0 0 0-16,0 0 1 0,-14-4 0 0,14 4 5 15,0 0-4-15,-11-13 2 0,8 8 1 0,-1-1-2 16,4 6 4-16,-5-11 2 0,5 11 1 0,-5-8-1 16,5 8 0-16,0 0 0 0,0-7-2 0,0 7 3 15,0 0-1-15,10-5 0 0,-10 5 0 0,15 0 1 16,-4 1 3-16,1-2 0 0,6 2-2 15,2-2-5-15,2 3-2 0,5-2-10 0,5 1-9 0,-1-2-8 16,-1 1-5-16,1 0-10 0,0 0 1 0,-6-1-9 16,-1 0 0-16,-3-3 9 0,-1 0 3 0,0 0 4 15,-4-3 8-15,-3 1-5 0,-1-1 12 0,-1-4 16 16,-2 3 6-16,-1-3 13 0,0 2 7 0,-4-2 5 16,3 2 12-16,-5-1 8 0,2 4 8 0,-2-4 4 15,-1 4 5-15,0-1 7 0,-1 7-2 0,3-9-5 16,-3 9-6-16,3-5-7 0,-3 5-4 0,0 0 3 15,0 0 15-15,0 0 6 0,-10 21-5 0,6-10 2 16,-2 2-4-16,-1 4 3 0,-3 2 0 0,4-3-7 16,-3 3-8-16,3 0-1 0,1-1-9 0,-2-2 4 15,2 3-8-15,3 0-1 0,-2-4-16 0,0 2-26 16,3-5-26-16,-1-1-22 0,-2 2-39 0,4-6-43 16,0 1-33-16,0-8-48 0,-2 14-165 0,2-14-423 15,0 0 186-15</inkml:trace>
  <inkml:trace contextRef="#ctx0" brushRef="#br0" timeOffset="132563.77">25931 15150 24 0,'4'-7'195'16,"-1"1"-14"-16,3 3-10 0,4-3-9 0,-2 4-19 15,-1 2-9-15,-7 0-1 0,18 2-15 0,-7 0-7 16,-4 5-6-16,3-3-8 0,0 3-10 0,-3 1-3 15,1-1-9-15,-2 3-1 0,1-1-14 0,-1-1-5 16,-6 0-2-16,4-2-9 0,-4 5-2 0,0-5-1 16,0-6-6-16,-6 16-2 0,1-10-4 0,1 1 2 15,-4-3-8-15,0 5-10 0,-1-2-6 0,3 0-8 16,-1 0-9-16,-1 0-3 0,4-3-3 0,2 1 5 16,0 2-2-16,2-7 5 0,-2 11 1 0,2-11-3 15,4 11 1-15,2-3-3 0,2 2 5 0,-4-1 3 16,5 1-3-16,-2-3 7 0,-1 3-5 0,4-1 1 15,-3 0-6-15,-3-3 5 0,2 2 1 0,-4-2 1 16,1-2 1-16,-3-4 7 0,3 14 10 0,-3-14 1 16,-8 10 1-16,0-5-7 0,1 0 3 0,-5 0-3 15,1-1-8-15,0 1-28 0,-9-2-45 16,7-2-47-16,-1 2-57 0,-4 0-142 0,4-3-342 16,1 0 152-16</inkml:trace>
  <inkml:trace contextRef="#ctx0" brushRef="#br0" timeOffset="132712.97">26243 15383 2332 0,'14'-3'68'0,"-3"-1"-21"0,-4 1-26 0,-7 3-8 15,16-3-8-15,-8 1-2 0,-8 2-1 0,0 0 1 16,13-3-1-16,-13 3 2 0,0 0-2 0,0 0 1 0,0 0-26 16,0 0-35-16,0 0-48 0,0 0-58 0,-29 21-195 15,18-18-390-15,0 1 173 0</inkml:trace>
  <inkml:trace contextRef="#ctx0" brushRef="#br0" timeOffset="143557.78">22135 15775 61 0,'0'0'101'0,"8"6"1"0,-4-4-10 16,3 1-1-16,3 0-2 0,-3 1-12 0,1-2 4 16,5 2-2-16,-2-3 0 0,2 1-5 0,1 0 2 15,4 1 1-15,2-2-6 0,10 0-7 0,2 2 3 16,0 1-4-16,0-3-8 0,1-2-1 0,5 2 2 16,2 0-6-16,15-1 2 0,-5 3-6 0,6-3 3 15,3 1-1-15,-2 1 2 0,7-2-4 0,28 1 4 16,0-2 0-16,0 2 21 0,4 1-1 0,-1-4 1 0,0 6-15 15,9-4 1-15,-3 2-1 0,8 1-3 16,-2-3-9-16,4 2 0 0,3 0-9 0,-3-2 3 16,-7 3-5-16,5-1-3 0,-3 2 5 0,7-1-1 15,-10-5-8-15,0 4 6 0,-5-1-4 0,-8 0 1 16,-23-2-6-16,24-2-1 0,-31 3-2 0,2-4-2 16,1 1 7-16,0 0 3 0,-2-1-2 0,-1 0-3 15,3 0 3-15,-3 2 4 0,1-1 8 0,-3 3-5 16,-2-3-1-16,-2 3-3 0,1-2-4 0,-1 1 3 15,-14-1-2-15,-5-2 1 0,3 3-6 0,3 0 1 16,-4-2-1-16,2 1-3 0,-1 2 0 0,-2-4 11 16,3 3-14-16,-3-3-1 0,2 1-3 0,-4 2 1 15,-1 0 2-15,-4-1-3 0,3 2 0 0,-10 0 0 16,-1 0 2-16,-4 0-3 0,-3 0 5 0,-3-2 9 16,0 2 5-16,-3-1 4 0,-8 1 6 0,13-2 1 15,-13 2 8-15,9 0 2 0,-9 0-1 0,7-2 7 16,-7 2 5-16,0 0-5 0,6-4-2 0,-6 4-13 15,0 0 9-15,7-4-12 0,-7 4-1 0,0 0-11 16,0 0 1-16,0 0 1 0,0-8-1 0,0 8-7 16,0 0-23-16,0 0 12 0,0 0-41 0,-13-6-29 15,13 6-41-15,-18-1-57 0,5 2-67 0,-6 1-80 16,-17 0-276-16,-2 1-630 0,-16-6 279 0</inkml:trace>
  <inkml:trace contextRef="#ctx0" brushRef="#br0" timeOffset="147584.59">12385 15935 84 0,'0'0'158'0,"0"0"0"0,0 0-15 0,0 0-8 0,0-9-14 16,0 9-6-16,0 0-13 0,0 0-9 0,0 0 5 15,0 0-24-15,0 0-7 0,0 0-2 0,0 0-4 16,0 0-7-16,4-5-5 0,-4 5 3 0,0 0-6 16,0 0-1-16,0 0 0 0,0 0 0 0,0 0-3 15,0 0 4-15,0 0 4 0,0 0-6 0,0 0-1 16,0 0 2-16,0 0 1 0,0 0 0 0,0 0-2 16,0 0-5-16,0 0-1 0,0 0-3 0,0 0-4 15,0 0-6-15,-6-9 1 0,6 9-4 0,0 0-2 16,0 0 0-16,-5-9-2 0,5 9-2 15,0 0-3-15,0 0 2 0,-4-7 2 0,4 7 3 16,0 0-1-16,0 0 2 0,0 0-2 0,0 0-3 0,-6-2 0 16,6 2-1-16,0 0-3 0,0 0 1 0,0 0-4 15,0 0 0-15,0 0-4 0,0 0 6 0,0 0-7 16,0 0 2-16,0 0-2 0,0 0 2 0,0 0-3 16,0 0-5-16,0 0 3 0,0 0-3 15,0 0 1-15,0 0-2 0,0 0-1 0,0 0-8 16,0 0-4-16,0 0 7 0,0 0-2 0,0 0 2 0,0 0-3 15,0 0 0-15,0 0 2 0,0 0-2 16,0 0 4-16,0 0-2 0,0 0 1 0,-5 15 6 16,5-15-5-16,0 0 3 0,0 0-1 0,-3 9 0 15,3-9-2-15,-2 4-1 0,2-4 14 0,0 0-18 16,-7 9-4-16,7-9-2 0,0 0 1 0,-2 4 2 16,2-4 4-16,0 0-5 0,0 0 6 0,-6 5 0 15,6-5 0-15,0 0 2 0,0 0 0 0,0 0 6 16,0 0-4-16,0 0 1 0,0 0 7 0,0 0-6 15,-4 5 3-15,4-5 0 0,0 0-7 0,0 0 4 0,0 0 2 16,0 0-1-16,0 0 1 0,0 0 2 16,0 0 0-16,0 0 2 0,0 0-1 0,0 0 0 15,0 0-1-15,0 0-2 0,0 0 6 0,0 0-3 16,0 0 3-16,0 0-1 0,0 0 2 0,0 0 5 16,0 0-2-16,0 0 2 0,0 0-1 0,0 0 0 15,0 0-1-15,6-21 2 0,-6 21 0 0,0 0-1 16,0 0-1-16,0 0 1 0,0 0 1 0,-2-12-5 15,2 12 3-15,0 0-6 0,-3-7 9 0,3 7-7 16,0 0-3-16,-7-3 1 0,7 3-1 0,-9-2 2 16,9 2-3-16,-13 3 2 0,13-3-4 0,-20 5 2 15,9-1-2-15,-3 0 0 0,-3 4 2 0,0-3 6 16,0 6-2-16,-3-1-3 0,-1 3 3 0,3-1-4 16,-5 3 5-16,1 1 1 0,2 0 2 0,0 3-2 15,4-4 1-15,-1 4 1 0,2 0-1 0,4-4-1 16,1 1 1-16,2-1 2 0,1 3-3 0,3-3 2 15,2 1 2-15,2-3-4 0,2 3 1 0,1 0-3 16,2-1-23-16,5-1 6 0,2-2 0 0,4 0 3 16,1-2 1-16,12 1-1 0,2-3 0 0,1-1-16 15,1-2-9-15,1-4-19 0,0 0-13 0,-1-1-13 16,4-1-10-16,-6-2-4 0,1-1-2 0,-3 0 3 16,-1-3-11-16,-7 1-2 0,-1-1 4 0,-1-1 9 15,-2-2 7-15,2 0 14 0,0-6 1 0,-2 5 12 16,-5-2 13-16,0-2 20 0,-1 2 21 0,-2 0-5 15,-1-3 0-15,0 2 13 0,-1-2 6 0,-3-1 8 16,-2 6 11-16,0-2 24 0,-2 13 8 16,2-18 11-16,-2 18-2 0,3-12-3 0,-3 12 1 15,3-9-10-15,-3 9-4 0,0 0-4 0,0 0-6 16,0 0-1-16,0 0 5 0,0 0 12 0,0 0 2 16,0 0-11-16,-8 33-3 0,8-14-4 0,-2-1-3 0,2 0-1 15,-2 2-5-15,2-1 0 0,2-2-4 16,2 1 2-16,2 0-9 0,-2-3-4 0,0-3 2 15,3 3-2-15,0-2-1 0,3-3 0 0,0-2 0 16,-1-3-3-16,3 0 1 0,-1-2-4 0,2-3-3 16,1-1-1-16,1-2 0 0,3-2-3 0,-2-6-3 15,2 3 1-15,-2-6 4 0,-1 2-7 0,-2-4 4 16,-1 4-3-16,-1-4 2 0,1-10-3 0,-3 11 4 16,1-6-4-16,-5 3 0 0,0 0 1 0,0 6 2 15,-3-2 7-15,0 5 7 0,0-3 8 0,-2 12-2 16,2-11-4-16,-2 11-2 0,2-9-5 0,-2 9-4 15,0 0-3-15,0 0-1 0,0 0 2 0,0 0 0 16,0 0 2-16,0 0 0 0,-6 42-3 0,4-26 1 16,2-2 4-16,-2 5-6 0,4-6 1 15,-2-3-2-15,4 7 4 0,0-2-1 0,1-3 3 0,-1-2-2 16,4-1-3-16,-2-1 4 0,5-3 3 0,0 1-4 16,-1-1-4-16,1-2 9 0,5 0-7 0,-3-3 1 15,7-3-2-15,-4 0 4 0,4-1-1 0,-5-3-2 16,1-1 1-16,-5 1-3 0,6-3 3 0,-7 1 0 15,-1 2 1-15,1-7-1 0,-2-1 0 0,-3 4-4 16,-3-2 1-16,0-4 1 0,-2-2 0 0,-4 1-4 16,-3 0 1-16,-1 3 2 0,-2 1-2 0,-1 3 1 15,-2-2 0-15,3 5 5 0,-1 1 0 0,-3 0 0 16,2 3-2-16,3-1 1 0,-1 2 0 0,10 3-7 16,-13-3 1-16,13 3 1 0,-11-1-4 15,11 1 2-15,0 0 2 0,0 0 2 0,-12 6-7 16,12-6 7-16,0 0-2 0,0 0 3 0,21 15-1 0,-10-11-3 15,7 0 3-15,-1-3-4 0,2 3 4 16,1-2 1-16,-2 1-3 0,0-2 0 0,-5 3 0 0,-1-3-1 16,-1 2-4-16,-2 2 6 0,0-1-5 15,-2-1 1-15,-1 4 1 0,1-1-1 0,-5 5 0 16,5-2 4-16,-6 2-2 0,1-1 1 0,-2 1 0 16,2-1-2-16,0 0 3 0,-2-10 1 0,2 19 2 15,-2-9-3-15,2-3 1 0,1 2 0 0,-3-9 5 16,6 14-5-16,-4-8 6 0,-2-6-4 0,8 10-1 15,-8-10 3-15,9 5-1 0,-3-2 3 0,-6-3-4 16,13 0 0-16,-13 0-1 0,0 0 3 0,23-7 1 16,-17 5-3-16,-6 2 1 0,17-10-2 0,-11 1 3 15,1 3-4-15,0-6 0 0,-2 4 0 0,1-7 6 16,-2 4-8-16,-1 0 4 0,-1-1-4 0,0-1-3 16,2 2-2-16,-1 3 4 0,0-1-4 0,-1-1-1 15,-2 10 2-15,6-10-6 0,-6 10 6 0,9-7-6 16,-9 7 7-16,10-3 0 0,-10 3-6 0,0 0-2 15,0 0 3-15,21 10 0 0,-21-10 2 16,12 10-1-16,-5 0 4 0,-1 1 0 0,-1 0 0 0,3 2-1 16,-2-4-2-16,2 2 3 0,-5-1 1 0,1 0 2 15,2-2-3-15,0 1 3 0,0-3-1 0,1-1 5 16,-7-5-1-16,13 8-7 0,-3-4 11 0,0-3-5 16,-10-1 0-16,21-1 1 0,-10 0 2 0,0-2-4 15,1-1 2-15,-2-3-1 0,1 1 1 0,1-1-1 16,-3-1 0-16,2 1-1 0,-4-3 0 15,2-2 3-15,-5 1 3 0,-2-2-6 0,-2 0 1 16,2 3-1-16,-2 10 2 0,-4-19 3 0,0 14-1 16,4 5 0-16,-5-12-1 0,5 12-2 0,-10-9 0 0,10 9-1 15,0 0 0-15,-16 4 0 0,16-4 0 0,-19 21 0 16,13-6-16-16,-1 0-27 0,1 2-37 16,1 1-38-16,0-2-56 0,3-4-57 0,1 4-134 15,1-16-393-15,6 18 173 0</inkml:trace>
  <inkml:trace contextRef="#ctx0" brushRef="#br0" timeOffset="147797.18">13857 16098 148 0,'2'-10'206'0,"0"1"8"0,0-1-2 16,-2 10-5-16,6-16-10 0,-6 16-13 0,3-12-7 15,-3 12-19-15,5-10-18 0,-5 10-13 0,6-4-17 16,-6 4-7-16,0 0-14 0,16 2-9 0,-16-2-5 15,18 10-10-15,-9-5-4 0,0 4-9 0,2 4-3 16,-4 1-5-16,2 0-11 0,-2 1-30 0,-2-2-22 16,-1 1-20-16,0 0-36 0,-2-3-46 0,2 0-58 15,-1 0-37-15,1-1-132 0,1-4-376 0,-5-6 166 16</inkml:trace>
  <inkml:trace contextRef="#ctx0" brushRef="#br0" timeOffset="148001.53">14246 15945 5 0,'2'-11'224'0,"-2"11"0"0,1-14-15 15,-1 14-17-15,0-9-22 0,0 9-13 0,0 0 6 16,0 0 0-16,0 0-5 0,0 0-7 0,0 0-13 16,-9 46-11-16,9-27-14 0,-4 8-10 0,4 1-4 15,-2-3-13-15,-3 2-11 0,5-8-24 0,0 5-29 16,0-5-13-16,0-2-34 0,-4 0-33 0,4 1-46 15,0-4-52-15,-2-3-43 0,-2 1-151 0,1-2-379 16,3-10 168-16</inkml:trace>
  <inkml:trace contextRef="#ctx0" brushRef="#br0" timeOffset="148162.37">14146 16154 1499 0,'-2'-16'154'15,"2"16"-62"-15,0 0-53 0,-1-17-19 0,1 17-3 16,-1-8-3-16,1 8 4 0,0 0 11 0,0 0-1 15,0 0 4-15,6-11 1 0,-6 11 1 0,18-4 0 16,0-1-8-16,0 1-29 0,14-1-22 16,1-4-50-16,17-4-34 0,-1-1-39 0,7 3-138 15,4-4-308-15,4-2 137 0</inkml:trace>
  <inkml:trace contextRef="#ctx0" brushRef="#br0" timeOffset="149250.41">22008 14545 82 0,'-49'18'162'0,"-2"3"-1"0,1 6-12 15,-3 2 2-15,0 8-8 0,-16 19-24 0,28-14-5 16,-1 5-6-16,-7 20-9 0,21-19-12 0,5 0-12 16,8 5-8-16,9-3-6 0,6 3-8 0,10-4 1 15,10 4-1-15,11 0-8 0,24 16-4 0,8-10-17 16,-15-20-14-16,33 10-31 0,2-3-31 0,7-11-48 15,1 2-31-15,0-6-128 0,-6-4-282 0,5-7 125 16</inkml:trace>
  <inkml:trace contextRef="#ctx0" brushRef="#br0" timeOffset="149765.62">25962 14544 79 0,'2'-8'162'0,"-2"8"-11"0,19-6-5 0,1 3-8 15,9 0-5-15,2 5-3 0,3 2-5 0,-1 0-12 16,6 9-7-16,-5 0-13 0,-2 7-6 0,10 7-8 16,-11 7-11-16,-2 4 2 0,-10 5-28 15,-4 3-3-15,-9 3-6 0,-6 4 1 0,-6 3-6 0,-5 0-2 16,-7-1 0-16,-12 21-6 0,-7-1-6 0,10-23-13 15,-3-2-15-15,-18 19-25 0,12-23-33 0,-3-3-36 16,-2 0-31-16,-3 0-124 0,-4-7-282 0,-25 10 124 16</inkml:trace>
  <inkml:trace contextRef="#ctx0" brushRef="#br0" timeOffset="152499.64">15021 16202 2 0,'0'0'98'16,"0"0"4"-16,0 0 5 0,0 0-2 0,0 10 4 0,0-10 1 16,0 0-5-16,0 0-4 0,4 9-4 15,-4-9-4-15,1 5-7 0,-1-5-3 0,0 0-7 16,3 8-4-16,-3-8-3 0,0 0 0 0,0 0 5 16,2 5 8-16,-2-5 0 0,0 0 9 0,0 0 1 15,0 0 1-15,0 0-2 0,0 0-12 0,0 0-12 16,10-14-3-16,-3 5-1 0,-1 1-4 0,3-6-7 15,0 1 0-15,2 1-5 0,0-2-4 0,0-1-3 16,-2 6 0-16,0-3-1 0,-1 4 0 0,4-5 0 16,-2 3-6-16,-4 1 2 0,0-3-6 0,2-1-1 15,0 3-7-15,-3 0 5 0,1-2-6 0,2-2-3 16,-3 1 0-16,-3 2-2 0,1-5-1 0,0 1 2 16,-3 2-3-16,0 1-3 0,2-4-2 0,-2 3 1 15,0 2 1-15,-2-1-7 0,2 1 2 0,-3 0-3 16,-2 0 2-16,2 2 0 0,-2 1 3 0,3 3-6 15,2 5 4-15,-3-12-4 0,3 12-3 0,-4-7-1 16,4 7-3-16,0 0 4 0,0 0-6 0,0 0 3 16,0 0 4-16,0 0-4 0,-9 24 0 0,11-12-1 15,-4 2 4-15,4 1 1 0,-1-3-1 0,-1 5-1 16,1-2 0-16,-1 1 0 0,0-6 2 0,-1 1-2 16,0-2 0-16,1 1 2 0,0-1 0 0,-2-1-1 15,2-8 2-15,3 11-3 0,-2-4 3 0,-1-7-2 16,1 9 0-16,-1-9 1 0,0 0-2 0,2 10 7 15,-2-10-1-15,0 0-6 0,0 0 8 0,0 7-2 16,0-7 1-16,0 0 2 0,4 5-3 0,-4-5 3 16,0 0-2-16,0 0 4 0,0 0-4 0,0 0 5 15,0 0 0-15,0 0 2 0,0 0 2 0,0 0 2 16,0 0 2-16,0 0-2 0,0 0 4 16,0 0 3-16,0 0-5 0,0 0-3 0,0 0 4 0,0 0-5 15,0 0-1-15,0 0 0 0,0 0-3 0,0 0 0 16,0 0 2-16,0 0-3 0,0 0 4 0,0 0-3 15,0 0-7-15,0 0 10 0,0 0-9 0,0 0 2 16,0 0 2-16,0 0 0 0,-18-11-6 0,18 11 2 16,0 0 2-16,0 0 0 0,0 0-2 15,0 0-2-15,0 0-7 0,0 0 6 0,0 0 4 16,0 0 0-16,0 0-1 0,0 0-5 0,0 0 1 0,0 0 0 16,0 0 0-16,0 0-2 0,0 0 2 0,0 0 1 15,0 0 0-15,0 0 0 0,0 0-4 16,0 0 1-16,0 0 3 0,0 0-6 0,0 0 5 15,0 0 1-15,0 0-1 0,0 0-1 0,0 0 2 16,0 0-3-16,0 0 4 0,0 0-2 0,0 0 1 16,0 0-1-16,0 0-2 0,0 0 5 0,0 0-2 15,0 0 2-15,0 0 1 0,0 0-1 0,0 0-9 16,0 0 10-16,0 0-1 0,0 0-2 0,0 0 1 16,0 0-2-16,0 0 2 0,0 0 1 0,0 0-1 15,0 0 1-15,0 0-3 0,0 0-5 0,0 0 9 16,0 0-1-16,0 0-1 0,0 0-3 0,0 0 4 15,0 0 0-15,0 0-1 0,0 0-1 0,0 0-2 16,0 0 5-16,0 0-1 0,0 0-7 0,0 0 6 16,0 0 4-16,0 0-8 0,0 0 11 0,0 0-8 15,0 0 2-15,0 0-6 0,0 0 8 0,0 0-6 16,0 0 4-16,0 0 1 0,0 0-2 0,0 0-4 16,0 0 3-16,0 0-1 0,0 0-9 0,0 0-16 15,0 0-9-15,0 0-13 0,0 0-15 0,0 0-19 16,0 0-19-16,0 0-28 0,0 0-42 0,0 0-27 15,0 0-44-15,0 0-151 0,0 0-425 0,0 0 188 16</inkml:trace>
  <inkml:trace contextRef="#ctx0" brushRef="#br0" timeOffset="153169.75">15307 15770 36 0,'0'0'161'0,"-4"-10"-12"0,2 6-4 16,-1-2-9-16,3 6-2 0,-10-9-7 0,5 5-3 16,0-1-6-16,5 5-3 0,-9-5-3 0,9 5-9 15,-10-4-7-15,10 4-13 0,-8-1-6 0,8 1-8 16,0 0 1-16,-13 5-3 0,8-1-4 15,-4 3-4-15,3 3-1 0,-2 0-5 0,-2 3 6 0,1 2-7 16,0 2-3-16,0-1-3 0,1 8 0 0,2-7-5 16,0 9 0-16,-2-3 1 0,4 3-4 0,-1 0 0 15,-1 0 6-15,2 5 0 0,-1-4 5 0,2 5-9 16,-2 0 0-16,2-2 0 0,1-2-2 0,2 2 6 16,0-2 0-16,0-2 1 0,0 0 0 15,0 1-3-15,-4-2-3 0,8-6-3 0,-7 0-35 16,3 0 1-16,0-2-1 0,0 2 2 0,0-3-3 15,0 0 6-15,0-4-4 0,0 1-6 0,-1-2-17 0,1-3-13 16,-1-1-17-16,1-7-13 0,-2 13-20 16,2-13-18-16,-2 7-30 0,2-7-37 0,-7 2-38 15,7-2-25-15,0 0-120 0,-11-9-382 0,7 3 169 16</inkml:trace>
  <inkml:trace contextRef="#ctx0" brushRef="#br0" timeOffset="153319.69">15101 16208 82 0,'18'-6'131'0,"-3"0"-9"0,5 0-14 15,-1 2-11-15,8-3-13 0,-5 4-8 0,-1-1-33 16,6-1-35-16,0 0-40 0,0-2-33 0,-8 3-44 16,0-2-119-16,3 0 53 0</inkml:trace>
  <inkml:trace contextRef="#ctx0" brushRef="#br0" timeOffset="153518.03">15500 15905 12 0,'0'0'168'0,"-6"-8"3"0,6 8-24 16,0 0-13-16,-3-6-10 0,3 6-2 0,0 0 9 0,0 0 11 16,-6 24-1-16,3-5-6 0,-1 5-12 0,-1 3-13 15,3-3-8-15,-1 6-12 0,2 0-5 16,1-1-11-16,-1-1-6 0,1 0-8 0,1-5-23 15,2 2-24-15,-3-6-32 0,1-1-33 0,1-1-31 16,2 0-48-16,-1-1-42 0,-2-6-116 0,-1 0-313 16,0-10 140-16</inkml:trace>
  <inkml:trace contextRef="#ctx0" brushRef="#br0" timeOffset="153743.87">15600 16186 70 0,'0'0'127'0,"0"0"3"0,6-7 4 0,-6 7 0 16,0 0-3-16,0 0-5 0,14 0-7 0,-14 0-8 16,0 0 0-16,18 0-6 0,-18 0-3 0,16-2 1 15,-16 2 0-15,13-1-1 0,-13 1 4 0,11-1-3 16,-11 1-2-16,10-4-8 0,-10 4-13 0,4-8-9 16,-4 8-10-16,0 0-13 0,0 0-18 0,0 0-16 15,-14-18-26-15,14 18-18 0,-14-5-37 16,14 5-23-16,-19-2-24 0,11 0-35 0,8 2-22 0,-18 2-126 15,18-2-322-15,0 0 142 0</inkml:trace>
  <inkml:trace contextRef="#ctx0" brushRef="#br0" timeOffset="154129.37">15769 16069 85 0,'12'7'168'0,"-12"-7"0"0,7 10-8 16,-5 0-1-16,-2 1-2 0,0 1-14 0,0-1-10 15,0-11-14-15,0 23-6 0,0-14-14 0,0 4-9 16,0-2-8-16,0-1-10 0,1-3-7 0,1 2-9 16,-2-2-2-16,4-1-4 0,-4-6-5 0,5 9-3 15,-5-9-7-15,9 9 0 0,-9-9-2 0,12 0-4 16,-12 0-8-16,15-2 2 0,-15 2 0 0,17-7-10 16,-8 2-4-16,-1-2-3 0,2 0-6 0,-2-1 1 15,-3-1-9-15,2 1 1 0,-1-1 4 0,0 1-1 16,-6 8 1-16,8-11-9 0,-8 11 5 0,8-5 1 15,-8 5-3-15,0 0 7 0,10-2-5 0,-10 2 7 16,0 0 12-16,9 12-1 0,-9-12 3 0,5 13-2 16,0-3 2-16,-4-1-3 0,3 1 1 0,4 0-3 15,-8-10 1-15,7 15 1 0,2-10-5 0,-2-1 13 16,4 0 5-16,-1-3 6 0,-10-1 1 0,26-4-1 16,-9 0 0-16,-1-2 0 0,0-2 0 0,-4 2-8 15,0 1 3-15,2-5-10 0,-4 3-20 16,0-1-22-16,0 1-30 0,-3-1-36 0,-7 8-34 0,14-15-29 15,-14 15-28-15,8-5-8 0,-8 5-107 0,0 0-321 16,0 0 142-16</inkml:trace>
  <inkml:trace contextRef="#ctx0" brushRef="#br0" timeOffset="154420.77">16254 16283 67 0,'12'-12'174'0,"-3"4"-5"0,3-4-14 0,1-1-7 15,0-3-6-15,1 2-10 0,-4-4-4 0,3 3-7 16,0-8-6-16,-2-2-8 0,-3 7-6 0,0 2-7 16,3-8 1-16,-5 9-1 0,-2 5-5 0,0 0 1 15,0 4-5-15,-4 6-9 0,4-10-6 0,-4 10-8 16,4-9-15-16,-4 9-4 0,0 0-3 0,0 0-1 16,0 0-10-16,0 0 1 0,0 0-6 0,0 0 0 15,0 42-4-15,0-30-1 0,1 0-4 0,-1 6 1 16,4-3-1-16,0 2-1 0,-1-1 0 0,0 2-3 15,2-1-1-15,-1-4-2 0,0 3 3 0,1-5 2 16,1 4-2-16,-5-2-1 0,2-3-13 0,-3 4-9 16,0-3-21-16,-1 0-28 0,-2 1-35 0,1-3-42 15,-3 2-38-15,0-3-201 0,-2 2-407 0,1-3 180 16</inkml:trace>
  <inkml:trace contextRef="#ctx0" brushRef="#br0" timeOffset="154746.34">17039 15870 2 0,'4'-16'236'0,"1"5"-21"0,1 0-10 16,-1 3-13-16,0 2-20 0,-2 1-20 15,2 3-11-15,-5 2-3 0,0 0-9 0,14 14 0 16,-11 2-9-16,1 8-7 0,-6 1-13 0,5 5-8 16,-4 1-8-16,-2 4-6 0,-2 13-8 0,1-15-6 15,-2 0-24-15,3 0-18 0,2-5-22 0,1 0-28 0,1-5-34 16,2-1-44-16,2-5-44 0,-2-4-41 15,3-1-136-15,-2-2-353 0,2-2 157 0</inkml:trace>
  <inkml:trace contextRef="#ctx0" brushRef="#br0" timeOffset="155351.87">17478 15997 83 0,'-20'-5'191'0,"-2"3"-3"0,-6 5-3 0,0 2-5 15,0 2-4-15,1 3-10 0,1 3-14 0,2 3-4 16,1 6-19-16,4-2-13 0,2 1-10 0,7-4-9 16,1 0-14-16,6-4-6 0,0 0 0 0,3-1-14 15,1-1-6-15,3 1-6 0,4-2-3 16,1-3-3-16,1-1-1 0,3-1-8 0,2-1 1 0,4-3-7 16,-2-4-4-16,3 0-2 0,-1-2-1 0,2-3-2 15,2-6 0-15,-5 2-2 0,-4 2-2 0,-1-4-2 16,1-1 1-16,-1-1-3 0,-6-1 0 15,1 1-2-15,-2 0 1 0,-1 0 7 0,-1 4 1 0,0 2 1 16,-2 3 3-16,1 1-1 0,-3 6-4 0,4-13 2 16,-3 11-11-16,-1 2-6 0,0 0 1 0,0 0 5 15,0 0 8-15,0 0 6 0,0 0-2 16,0 24-4-16,-3-12-1 0,2-2 0 0,2 1 1 16,-1 1-4-16,4 2 1 0,-1-1-5 0,1-3 1 15,1 2 1-15,0-3-2 0,4 1 1 0,-1-4-2 16,1 2 3-16,1-3-4 0,0-2 1 0,2-1 5 15,-1-2-5-15,1 0-1 0,-1-4-1 0,2 0-2 16,-2 1 4-16,2-4-8 0,-4 1 0 0,0-1-2 0,-1-2-2 16,1 2 3-16,-3-5 3 0,-1-5-6 15,-4 2 2-15,1 5-5 0,-5-3 2 0,-1 2 0 16,-1-1 2-16,0 2-3 0,-5 0 0 0,3 4 0 16,-2-3 2-16,-1 5 1 0,1-1 2 0,4 2-5 15,-1-1-1-15,6 4-2 0,-10-6-3 0,10 6-4 16,-5-3-4-16,5 3-2 0,0 0 3 0,0 0 3 15,0 0 2-15,0 0 0 0,0 0 3 0,0 0-1 16,29 9 1-16,-16-4-2 0,-3 0 3 0,1 1 1 16,2 0-2-16,-1 1 2 0,0 5 1 0,-1-1-2 15,-5 0 5-15,3 4 4 0,-3-3 0 0,-2-1-2 16,-1 4 2-16,1 1 2 0,-6-3 0 0,5-3 0 16,-2 3-26-16,0-1-16 0,2-2-30 0,-3 3-35 15,0-13-38-15,3 16-33 0,-1-8-34 0,0-3-163 16,1-1-403-16,-3-4 179 0</inkml:trace>
  <inkml:trace contextRef="#ctx0" brushRef="#br0" timeOffset="155950.27">18054 16009 82 0,'0'0'166'0,"-7"-7"0"0,7 7-12 0,-16-2 6 0,4 5 1 15,0 0-6-15,-4 4-2 0,1 2-10 0,-3 0-11 16,4 5-12-16,0 2-10 0,1-1-14 15,3-2-5-15,1 1-7 0,4 1-10 16,1-4-7-16,1-2-3 0,1 1-10 0,3 0 1 0,-1-10-8 16,5 11-2-16,-1-9-8 0,1 2-1 0,4-2 2 0,0-2-14 15,1-1 4-15,-10 1-6 0,20-4 4 0,-11-2-6 16,-1 1 2-16,2-1 8 0,-3 2-1 16,-2-2 2-16,1 1 9 0,-2 3-9 0,-4 2-6 15,10-5 0-15,-10 5-11 0,7-6 4 0,-7 6-8 16,0 0 1-16,9 11 1 0,-5-2 2 0,-1 6 3 15,2 2 3-15,0 9 2 0,1 1 2 0,-3-1 1 16,0 3 7-16,0-1-7 0,-5 2 1 0,1 0 5 16,-3-2-5-16,2-1-3 0,-2 0-1 0,-1-4-6 15,0-4 4-15,1 0-5 0,-4-3-1 0,0 1 0 16,-3-3-1-16,1-3-5 0,1-2-6 0,0-1-5 16,-1-2 0-16,1-2-9 0,-2-1-3 0,1-3-3 15,0 0-4-15,10 0-4 0,-15-7 0 0,10 1-10 16,2-3-4-16,3-2 1 0,3-4 5 0,5 0-4 15,1-3 7-15,8-6-1 0,5-1 5 0,3 0 0 16,10-9 2-16,1 1 5 0,1 0 2 0,-8 10 1 16,9-11 3-16,-8 10 2 0,0 2-2 0,-3-4 3 15,-2 1 4-15,-4 3-4 0,2-2 4 0,-7-1 0 16,1 1 4-16,-5 8 3 0,2-6 8 0,-8 5 5 16,1 1-1-16,-5 0 1 0,0 1 2 0,-4 4 0 15,0-1 5-15,-2 3 2 0,-1-1-2 0,5 10 6 16,-13-7-7-16,2 4 0 0,11 3-3 0,-23 5-1 15,10 0 6-15,-4 5 3 0,2 2-1 16,0 1-5-16,3 3 4 0,3 1-6 0,-1 7-1 16,5-7-4-16,1 2 1 0,4-3 2 0,2 4-4 15,4-8 0-15,0 4-20 0,3-6-24 0,5 1-27 16,1-3-39-16,2 1-32 0,2-4-31 0,0-2-38 16,2-1-40-16,-1 1-128 0,-7-5-398 0,7 1 176 0</inkml:trace>
  <inkml:trace contextRef="#ctx0" brushRef="#br0" timeOffset="156156.01">18580 15929 17 0,'0'0'247'0,"0"-16"-5"0,0 16-19 16,-2-13-22-16,2 13-17 0,0 0-20 0,0 0 11 16,0 0 6-16,0 0 15 0,0 0-12 0,-6 50-11 15,5-30-15-15,-1 4-12 0,-1 4-19 0,0 4-9 16,3-3-5-16,-1-1-17 0,4-1-10 0,-5 0-27 15,2-9-38-15,6 8-38 0,-6-9-31 16,0-2-33-16,2-2-31 0,1-3-41 0,1 1-33 0,1-2-23 16,1-3-18-16,0-1-120 0,-6-5-375 0,17 4 166 15</inkml:trace>
  <inkml:trace contextRef="#ctx0" brushRef="#br0" timeOffset="156601.67">18696 16273 633 0,'14'-10'-35'0,"-1"-2"23"0,1-5 12 16,-1 2 33-16,-4-1 6 0,0 1 3 15,0-2 22-15,-3 1 14 0,-1 4 16 0,-1 3 12 0,0 2 12 16,-4 7-7-16,4-9-8 0,-4 9-5 15,0 0 2-15,0 0 5 0,0 0-9 0,0 0-3 16,0 0-5-16,0 0-11 0,0 0-5 0,11 20-8 16,-11-20 1-16,9 9-11 0,-3-4 1 0,4 1-1 15,-1-3 0-15,2-1 0 0,2-2-1 0,5 2 3 16,0-6-2-16,-3 1 0 0,3 2 3 0,-1-3-3 0,-5 2 6 16,0-4-3-16,1 0 2 0,-3 3-4 15,0-2-2-15,-2 1-1 0,-8 4-1 0,11-5 0 16,-11 5-10-16,8-3-6 0,-8 3-10 0,0 0 3 15,0 0-3-15,11 10-4 0,-11-10 4 0,-3 23 3 16,-2 1 0-16,-3-1 2 0,-3 5 5 0,0 2 11 16,-4 2 5-16,0 14 6 0,2-1-7 0,-1 4-2 15,5-5 0-15,1 2 4 0,1-14-6 0,5 2-2 16,-4 0-8-16,3 1 0 0,-1-3-4 0,-1-1-4 16,3 0-1-16,-1-2-2 0,2-1 3 0,-3-11 5 15,0 1-13-15,0-4 1 0,-1-6-9 0,0-2-1 16,-3-1-10-16,8-5-14 0,-11 6-3 0,11-6-6 15,0 0-12-15,-25-13 1 0,18 3-6 0,-1-6-5 16,1 1-7-16,0-11-3 0,1 0-4 0,1 0 3 16,3-2 5-16,1-1 3 0,2 0 0 0,6-1 4 15,-1 1 6-15,4 0 1 0,4-1-7 0,2 2-7 16,3 1-3-16,0 2 8 0,4 2-15 0,1 2-3 16,4 1-13-16,1 1-18 0,0 3-18 0,2-1-19 15,-1 5-36-15,1 0-38 0,5 0-46 0,-3 3-135 16,5-3-418-16,15-2 185 0</inkml:trace>
  <inkml:trace contextRef="#ctx0" brushRef="#br0" timeOffset="157540.37">19937 16080 194 0,'-14'-11'206'16,"-2"3"-4"-16,-1 0-2 0,-2 0-14 0,1 4-19 16,-5 3-12-16,1 0-16 0,-4 3-12 0,5 1-14 15,1 4-9-15,0-1-14 0,2 3-5 0,1 4-9 16,-3 2-12-16,5-4-2 0,5 2-5 0,1-2-4 16,4-1-5-16,0 6-4 0,5-6-9 0,0 1 2 15,0-11-6-15,7 17 0 0,1-9-5 0,1-2-2 16,4-1-1-16,5-2-1 0,1-3-2 0,8 0-4 15,-6 0 1-15,1-6-1 0,0 2-1 0,2-5-6 16,2-1 6-16,-7 1-4 0,-4-3 0 0,2-2 3 16,2-11 0-16,-1 2-2 0,-5 0 0 0,-1-4 1 15,-3 1 1-15,-3-4-4 0,-3 1 2 0,-1 0 0 16,0 1 1-16,-4-2 4 0,-1 1-2 0,-1-1 1 16,0 5 0-16,1-1 23 0,0 8 19 0,0 2-2 15,1 6 1-15,-1-1 8 0,2 1-10 16,1 10-9-16,-3-11-5 0,3 11-11 0,0 0-5 0,0 0-1 15,0 0-3-15,0 0-1 0,0 42-2 0,0-13 1 16,-2 5-1-16,1 13-1 0,-2-1 0 0,3-1-6 16,0-11 1-16,1 14 8 0,1-16 0 0,-1-1-7 15,5-1-3-15,-2-3-3 0,1-2 1 0,3-1 1 16,-2-6 2-16,3-3-7 0,0 0 2 16,0-1-5-16,1-6 8 0,1 1 0 0,0-4 2 15,1 2-2-15,2-4-3 0,-2-2 1 0,0-2 4 16,0-3-3-16,1-2 0 0,-2 1 1 0,4-4-5 15,-2-1 3-15,0-2 4 0,-1 0-6 0,0-2-3 0,-1-2-4 16,-3 0 4-16,0-1-10 0,1-6 2 16,-3 8-2-16,0 3 2 0,-3 0 9 0,1 4-9 15,-4 8-7-15,0 0-2 0,5-13 4 0,-5 13 2 16,0 0 1-16,0 0-1 0,0 0-5 0,0 0 6 16,0 0 2-16,3 39 1 0,-2-27 0 0,-2-1 1 15,-1 2-1-15,4-2 0 0,0 1 2 0,2-1-2 16,-2-2 3-16,-2-9 0 0,5 14 3 0,-5-14 0 15,7 10-1-15,-3-6-3 0,4 1 6 0,-8-5-1 16,13 4 2-16,-2-6 1 0,-11 2-6 0,20-5 7 16,-10 3-4-16,-1-3 3 0,2-3-2 0,-4 3 0 15,1-4-3-15,0 1-3 0,0-2-1 0,-1 2-1 16,1-1 3-16,-3-1 1 0,-5 10-7 0,11-13 0 16,-11 13-4-16,9-5-1 0,-9 5 4 0,10 1-3 15,-10-1 4-15,0 0-5 0,16 11 8 0,-7-6-2 16,-3 2 2-16,2 0-1 0,-1 3 1 0,1-3 4 15,2 3-3-15,2-5 3 0,-2 2 0 0,5 0-4 16,1-1 6-16,3-5 0 0,-2 0-1 0,3-2 3 16,-1-2 3-16,0-1-6 0,2 3 11 0,-3-5-10 15,-1-1 3-15,-1-1 0 0,-5 4-2 0,-2-5 3 16,0 1-1-16,-1-2-1 0,-3-2-3 16,-2-4 3-16,-3 4 0 0,-2 0-5 0,2 12 4 0,-5-21-3 15,0 12-3-15,-3 2 2 0,8 7 0 16,-16-7-4-16,4 5 0 0,-1 3 4 0,1 3-4 0,-5 1 4 15,3 7-1-15,0-1-6 0,1 2 6 16,3 1-3-16,4 1-22 0,0 1-32 0,5-5-33 16,2 5-36-16,1-5-40 0,3 1-40 0,6 1-51 0,2-3-171 15,5-1-464-15,8 0 205 0</inkml:trace>
  <inkml:trace contextRef="#ctx0" brushRef="#br0" timeOffset="157781.96">21210 15931 239 0,'3'-16'248'0,"-3"6"-3"0,0 1-18 16,0 9-21-16,0 0-24 0,-2-16-24 0,2 16-13 16,0 0-6-16,0 0-8 0,0 0-12 0,9 44-2 15,-7-14-7-15,-2 0-8 0,-2 4-8 0,2 0-5 16,0 0-10-16,-2-3-10 0,-2 0 4 0,1-2-16 15,2 1-14-15,-3-3-25 0,-1-4-26 0,7-4-29 16,-5-2-32-16,-1-2-37 0,4-3-39 0,0-1-34 16,0-1-33-16,0-10-144 0,-1 10-386 15,1-10 172-15</inkml:trace>
  <inkml:trace contextRef="#ctx0" brushRef="#br0" timeOffset="158065.62">21223 16162 132 0,'4'-8'165'0,"-4"8"10"0,10 0-6 0,-10 0-3 16,0 0-9-16,19 6-11 0,-7-3-3 0,1 3-14 15,-2 0-3-15,4 2-8 0,1-2-8 0,2 3-9 16,-2-2-13-16,1 0-6 0,-6-1-5 0,3-2-10 16,-2 0-5-16,2 0-5 0,-4-2-4 0,0 0-4 15,1-1 7-15,-4-1-3 0,-7 0 10 0,0 0-3 16,21-1 3-16,-21 1-1 0,6-8-9 0,-6 8-3 15,3-11-4-15,-3 11-6 0,-3-14-5 0,3 14-4 16,-11-15-3-16,3 9-3 0,0-1-1 0,-2 1-10 16,-3 4 2-16,0-2-9 0,0 4-10 0,-4 0-16 15,4 1-12-15,-1 2-27 0,1 2-26 0,3 0-41 16,10-5-52-16,-14 11-53 0,6-4-166 0,8-7-428 16,-7 9 190-16</inkml:trace>
  <inkml:trace contextRef="#ctx0" brushRef="#br0" timeOffset="158695.62">21764 16190 211 0,'2'-11'225'0,"-2"11"-9"16,-2-12-11-16,2 12 2 0,0 0-19 0,-11-14-10 15,6 11-10-15,5 3-19 0,-15-7-10 16,2 4-12-16,-2 2-13 0,-4 5-12 0,2 1-8 15,-2 4-9-15,1-1-4 0,1 3-11 0,1 2-3 16,3 1-7-16,3 3-7 0,1-2-8 0,4 1-1 16,1 1-6-16,4-5 0 0,1 0-6 0,4 4-1 15,0-5-3-15,5-2 1 0,3 3-9 0,3-4-1 16,0-2 3-16,5-1-2 0,-1-3-5 0,8 0 3 16,-7-6-5-16,0-1 2 0,6-2-4 0,-9-2 2 15,3 0 0-15,-6-1-3 0,3-3-5 0,-4 0 8 16,0-3-5-16,-5 1-1 0,4-10 3 0,-4 0-5 15,-4-1 2-15,-1-5 0 0,1 2 7 0,-3-3-10 16,0 1 2-16,-2 1-3 0,-2 2-1 0,2 2 4 16,-2 0 0-16,-1 7 6 0,2 3 11 0,-3 0 3 15,2 5 8-15,0 0 12 0,2 11 0 0,-1-13-5 16,1 13-8-16,-1-9-9 0,1 9-4 0,0 0-1 16,0 0-1-16,0 0-5 0,0 0-1 0,7 44-4 15,-5-18-1-15,0 3 5 0,0 3-2 0,-4 1 1 16,2 2-1-16,-1 0 0 0,1-3 3 0,1-1-7 15,1-3 7-15,0 0-4 0,1-5 3 0,2-4-7 16,0-2 6-16,1-3-6 0,2 0 4 0,1-4 0 16,-3-2 1-16,4-2-4 0,2 0 3 0,-1-3 4 15,4 0-7-15,-3-3 7 0,2-4-7 0,3-1-1 16,0-2 2-16,2-2 4 0,-4-3-7 0,0 0 2 16,-2 0-1-16,0-3 2 0,-4-3 0 0,0 0-4 15,-3 1 1-15,1 1-4 0,-4-1 4 0,0 5-3 16,-3 0 1-16,0 12-1 0,1-15-4 0,-1 15-1 15,0 0-4-15,0 0 2 0,0 0 1 16,0 0-5-16,0 0 7 0,0 0 0 0,-20 34-1 16,15-18 7-16,0 0-6 0,2 1 2 0,2 1-4 15,-1-1-3-15,4 2-21 0,-1-3-24 0,4 0-38 16,-2-3-40-16,2-2-51 0,4-2-54 0,-2 0-67 0,1-2-179 16,0-1-521-16,3-1 230 0</inkml:trace>
  <inkml:trace contextRef="#ctx0" brushRef="#br0" timeOffset="158840.2">22032 15971 163 0,'0'0'144'16,"-11"-4"-31"-16,11 4-45 0,0 0-44 0,0 0-45 15,0 0-62-15,0 0-87 0,0 0 38 0</inkml:trace>
  <inkml:trace contextRef="#ctx0" brushRef="#br0" timeOffset="159111.63">22603 15934 138 0,'-10'-8'236'0,"-3"0"-5"15,0-2-9-15,3 4-9 0,1 0-12 0,-1 3-18 16,10 3-17-16,-14-4-21 0,14 4-3 15,-18 9-14-15,10 1-2 0,-7 10-9 0,2 6-3 16,1 0-9-16,1 6 3 0,-1 17-14 0,4-15-8 16,3 0-8-16,-3 12-1 0,3-14-7 0,2 1 2 0,-2-2-12 15,3 1-9-15,1-2-2 0,1-1-9 0,-2-2-1 16,1 0-2-16,0-8-7 0,2 0-1 16,-1-3-7-16,0-5-17 0,-1-1-23 0,2 2-24 0,-2-3-21 15,2-3-36-15,-1-6-16 0,0 11-23 16,0-11-47-16,0 0-55 0,0 0-179 0,0 0-455 15,0 0 202-15</inkml:trace>
  <inkml:trace contextRef="#ctx0" brushRef="#br0" timeOffset="159440.57">22348 16261 11 0,'12'-8'141'0,"1"6"-11"15,8-4-16-15,7 1-4 0,1-1-20 0,3 2-6 16,0-2-13-16,0-3-3 0,-1 2-3 0,2-2-7 15,0 3-3-15,-2-6-12 0,1 3 5 0,-4-4 1 16,-4-2 4-16,0 0 7 0,-8 3-1 0,0-3 9 16,2-4 3-16,-5 3 5 0,-4-1-4 0,5-6 0 15,-9 5-1-15,-1 2 14 0,0 0-5 0,-2 7 1 16,0-3-7-16,0 3 0 0,-2 9-3 0,0-12-9 16,0 12-4-16,0 0-10 0,0 0 5 0,0 0 8 15,0 0 5-15,-20 23 19 0,4 3 7 0,4 3 5 16,-9 14 4-16,6-10-7 0,-2 9-1 0,3-10-3 15,3 3-7-15,0-2-6 0,0 0-5 0,5 2-9 16,-1-5-9-16,3-1-9 0,2-1 8 16,-1-3-12-16,1 0-7 0,0-6-13 0,0-2-39 15,1 0-29-15,2-3-29 0,-1-2-30 0,0-2-30 16,0-10-46-16,2 13-29 0,-2-13-40 0,3 10-203 16,-3-10-491-16,0 0 218 0</inkml:trace>
  <inkml:trace contextRef="#ctx0" brushRef="#br0" timeOffset="160151.62">22707 16337 162 0,'4'-11'169'0,"-4"11"-20"0,10-14-7 0,-1 7-11 16,2 0-6-16,7 1-9 0,1-1-1 0,12-3-5 16,0-1-9-16,-1 3-7 0,5 1-6 0,-2-3-5 15,0 2-6-15,-1-1 4 0,-1 3 3 0,-4 1 1 16,-9-1 1-16,-4 3 3 0,-3 0 1 0,2 1-1 15,-7 0-4-15,-6 2-6 0,13-5-3 0,-13 5-15 16,0 0-2-16,14 5 6 0,-14-5 11 0,1 10 0 16,-1-10-1-16,-5 21-1 0,0-10 0 0,2 1 0 15,-1 2-5-15,-1-2-5 0,1 0-1 0,0 0-6 16,1-2-12-16,2 3 6 0,0-1-9 0,1-1 1 16,0-11-7-16,3 19 2 0,0-10-10 0,1-2 1 15,1 1-4-15,3-2-4 0,3-1 6 0,1-2-3 16,2 0-6-16,2-3-2 0,2 0-3 0,-1-3-2 15,2 1 3-15,-2-5-8 0,-1 0-4 0,-2 0-5 16,0-3 1-16,-1-2-4 0,-1 0 0 0,-1-2-2 16,-3 1-12-16,0-3 1 0,-1 0-1 0,0 0 3 15,-4 0 3-15,0 6 0 0,1 0 4 16,-1 1-1-16,-2-1 4 0,-1 10-1 0,1-12-5 0,-1 12 1 16,0 0-1-16,0 0 2 0,0 0 2 15,0 0 2-15,0 0 0 0,0 0 10 0,1 38-2 16,-2-25 4-16,0 3 4 0,1 0 2 0,0-1-3 0,1-3-2 15,0 0 1-15,3 0 1 0,0-1 0 16,1-2-1-16,-1-3 5 0,1 0 2 0,3-2 0 16,3-1 5-16,1-2 2 0,2 1 4 0,2-6-5 15,3 2 6-15,-2-6-4 0,2 2-2 0,-3 0-1 16,-1-4-3-16,-1 0-1 0,1-3 2 0,-2-1 4 16,-3-2-6-16,1 2-11 0,-4-3 7 0,-2-1-1 15,3 3-2-15,-3 1-1 0,0 4 4 0,-1 2-8 16,-4 8 1-16,4-13-3 0,-4 13 2 0,0 0-14 15,6-10 6-15,-6 10 2 0,0 0 2 0,0 0-1 16,0 0-3-16,0 0 4 0,-32 27-4 0,25-17 5 16,-1 4-4-16,0 1 2 0,2 1-2 0,1 1 0 15,0-3-2-15,1-3 0 0,1 2 0 0,-1 2 1 16,3-3 2-16,1 0-2 0,1-1 2 0,3 1 1 16,-1-2 0-16,-2 2-2 0,3-1 4 0,0-1-3 15,-2 1-3-15,1-1 3 0,2-1-1 0,-5-9-2 16,4 14-15-16,-2-9-6 0,1 3-4 0,-2-4-22 15,-1-4-7-15,3 10-12 0,-3-10-16 0,0 0-13 16,-4 11-30-16,4-11-35 0,0 0-36 0,-13 3-52 16,13-3-207-16,0 0-497 0,-19-5 221 0</inkml:trace>
  <inkml:trace contextRef="#ctx0" brushRef="#br0" timeOffset="160369.54">23788 16195 170 0,'11'-7'199'0,"-11"7"-14"0,0 0 1 16,0 0 6-16,11 11-6 0,-9-2-1 0,1 1 0 15,-3 2-10-15,-1 3-7 0,-2 2 0 0,2 0-10 0,-3 1-5 16,0 0-11-16,0 0-16 0,0-3-13 0,-1 3-14 16,3-1-3-16,-1-5-14 0,2 1-8 15,0-2-36-15,-1 0-29 0,0 0-28 0,0-3-35 16,2-8-41-16,-2 14-45 0,2-14-57 0,-3 11-54 15,3-11-139-15,0 0-421 0,0 0 188 0</inkml:trace>
  <inkml:trace contextRef="#ctx0" brushRef="#br0" timeOffset="160528.31">23775 16155 1847 0,'-6'-19'-4'0,"-4"-4"33"0,2 6 19 16,2 4-32-16,2 3-9 0,-2 3 4 0,6 7-14 15,-8-12-17-15,8 12-6 0,0 0-2 0,0 0-16 16,0 0-22-16,0 0-14 0,0 0-42 0,0 0-21 16,21 32-94-16,-8-18-257 0,1 1 113 0</inkml:trace>
  <inkml:trace contextRef="#ctx0" brushRef="#br0" timeOffset="161059.44">24088 16231 63 0,'0'0'189'16,"14"-5"-16"-16,-14 5-11 0,0 0 2 0,0 0-17 0,0 0-6 15,5-7-13-15,-5 7-13 0,0 0-4 0,0 0 5 16,0 0-1-16,-21 18-8 0,12-10-4 0,-1 1-5 16,-1 1 3-16,4-1-12 0,-4 7-7 15,5-4-5-15,0-2-3 0,-1 6-2 0,3-4-11 16,2-1-4-16,1 2-7 0,1-3-2 0,1 3-8 16,3-2 0-16,0-3-4 0,3 2-2 0,1-3-4 15,2 0-3-15,0-3-2 0,1-2 2 0,0-1-7 16,2-2 2-16,-13 1-3 0,25-4-1 0,-16-1-6 15,4 1 3-15,-3-5-2 0,-1 1-1 0,2-5-2 16,-6 1-1-16,3-2-3 0,-3-4-1 0,1 1-5 16,-4 2-3-16,0-2-5 0,-1 2 4 0,-1-3-5 15,2 0 5-15,-3 2-2 0,2 4 1 0,-1 12 1 16,4-23 8-16,-4 23-5 0,3-9 6 0,-3 9-1 16,9-2 8-16,-9 2-3 0,0 0 1 0,24 16-1 15,-14-3 1-15,0 3-1 0,2 0 3 16,-3 1-1-16,0-1-2 0,-3-1 1 0,1 2 10 0,-2 0 3 15,-1-2 8-15,-2-2 0 0,3-1 2 16,-3-2-4-16,-1-3 7 0,-1-7 4 0,2 13 11 16,-2-13 4-16,0 0-4 0,0 0-2 0,0 0-6 0,-11 6 0 15,11-6-3-15,0 0-4 0,0 0-4 0,0 0-8 16,-14-25-4-16,14 15-7 0,1-3-9 0,2-3 7 16,2 0-10-16,6-8-6 0,0 0 1 0,-2 8-5 15,3-1 2-15,2 3-2 0,0 2 5 0,2 5-3 16,-6 1 4-16,4 0 6 0,-14 6 2 0,24 0 6 15,-11 6-11-15,1 0 4 0,-2 3-5 16,2 5 6-16,-3-3-2 0,-1 5-2 0,-1 0 8 16,0 1-7-16,0 0-2 0,-6 2-10 0,-2-2-22 15,0 1-28-15,-1 0-26 0,3-3-36 0,-7 0-59 16,4-15-85-16,-2 23-249 0,0-12-557 0,2-11 246 0</inkml:trace>
  <inkml:trace contextRef="#ctx0" brushRef="#br0" timeOffset="161200.75">24658 16417 2273 0,'0'0'9'16,"0"-12"-8"-16,0 12 0 0,0 0-7 0,-6-13 14 15,6 13 10-15,-4-8-7 0,4 8-1 0,0 0-1 16,0 0-21-16,-13-7-26 0,13 7-35 0,0 0-62 16,0 0-211-16,0 0-376 0,-34 7 167 0</inkml:trace>
  <inkml:trace contextRef="#ctx0" brushRef="#br0" timeOffset="164591.79">8790 17012 92 0,'0'0'225'0,"-9"-5"-10"16,6 3-4-16,3 2-10 0,-6-5-14 0,6 5-13 16,0 0-16-16,-5-5-19 0,5 5-15 0,0 0-15 15,0 0-7-15,0 0-10 0,0 0-2 0,0 0 3 16,0 0-2-16,3 21 1 0,1-12-6 15,0 2-7-15,0 1-4 0,5 2-5 0,1 0 2 16,-2 0-8-16,-4-2-5 0,7 2-7 0,-5-3 0 16,1 3-7-16,-1-3 0 0,1 2-11 0,2-3 2 15,-4 2-4-15,1-4-2 0,1 3-5 0,-2-4-1 16,3 3-15-16,-2-2-27 0,-1-2-27 0,3-1-28 16,-3 0-32-16,1 0-28 0,-6-5-37 0,6 7-20 15,-2-5-29-15,-4-2-170 0,0 0-421 0,0 0 187 16</inkml:trace>
  <inkml:trace contextRef="#ctx0" brushRef="#br0" timeOffset="164770.94">9014 16999 53 0,'0'0'192'0,"0"0"-13"0,3-12-17 0,-3 12-16 16,0 0-4-16,0 0-7 0,0 0-4 0,0 0-7 15,0 0-6-15,-29 32-13 0,17-16-10 0,-3 7-7 16,0-2-13-16,2 2-4 0,-3 0-6 15,2 1-9-15,4-8-20 0,-1 0-17 0,2 0-32 16,1-1-29-16,2-4-35 0,-1 0-50 0,3-1-163 16,-3-2-312-16,3-2 139 0</inkml:trace>
  <inkml:trace contextRef="#ctx0" brushRef="#br0" timeOffset="164928.13">8765 17197 32 0,'13'-4'113'0,"7"3"-28"15,1-1-45-15,8-1-53 0,0 0-31 16,-1 2-45-16,1-2 20 0</inkml:trace>
  <inkml:trace contextRef="#ctx0" brushRef="#br0" timeOffset="165070.29">9312 17108 81 0,'0'0'167'0,"0"0"-9"0,0 0-31 15,0 0-3-15,0 0-11 0,0 0-16 0,0 0-42 16,0 0-40-16,0 0-51 0,19 11-52 16,-19-11-48-16,0 0-147 0,4 11 65 0</inkml:trace>
  <inkml:trace contextRef="#ctx0" brushRef="#br0" timeOffset="165461.57">10353 16705 195 0,'-2'-10'224'0,"1"4"0"0,1-3-12 0,0 9-8 15,0-10-18-15,0 10-24 0,0 0-12 0,-1-11-18 16,1 11-14-16,0 0-14 0,0 0-5 0,0 0-6 15,0 0-6-15,8 27-8 0,-7-10-3 0,1 2-9 16,0 0-7-16,-2 1-2 0,0 7-11 0,0 0 0 16,-2-1-4-16,0 3-9 0,-1-10 2 15,3 7-3-15,-4-2-10 0,0-5 2 0,1-1-9 16,3 3-20-16,-2-5-24 0,0 1-27 0,0-4-28 0,2 1-25 16,2-4-23-16,-1 0-54 0,0 1-39 0,-1-2-112 15,0-9-364-15,2 11 161 0</inkml:trace>
  <inkml:trace contextRef="#ctx0" brushRef="#br0" timeOffset="165747.31">10233 16758 146 0,'1'-14'176'0,"4"6"-4"15,5 2-3-15,6-2-6 0,3 1-8 0,7 0-12 16,6 4-10-16,3 1-6 0,1 4-4 0,0 4-5 15,2 2-9-15,-3 6-10 0,-1-2-7 0,-5 6-10 16,-2 3-7-16,-5 0-10 0,-2 1-2 0,-6 0-7 16,-2 2 0-16,-3 1-6 0,-5-1-4 0,-6 1-6 15,0-5-1-15,-1 1 2 0,-3-4-7 0,-4 5 2 16,2-4-2-16,-6-2-2 0,0-1 1 0,-5 2-11 16,-2-2 7-16,1-5-4 0,-5 2-4 0,-2-1 2 15,6-4-9-15,-6-1-17 0,5 0-24 0,2-3-18 16,-7 0-33-16,8-3-35 0,2 0-43 15,3 0-59-15,3-3-153 0,11 3-397 0,-17-6 175 16</inkml:trace>
  <inkml:trace contextRef="#ctx0" brushRef="#br0" timeOffset="165939.57">10837 16904 64 0,'12'-7'208'0,"-12"7"-5"15,0 0-14-15,10-5-11 0,-10 5 4 0,0 0-8 16,0 0-15-16,2 23-9 0,-3-11-13 0,-2 2-11 16,-4 4-19-16,4 0-4 0,-1-1-12 0,3 4-17 15,-4-5-30-15,2 2-27 0,1-1-36 0,-1 0-37 16,2-5-47-16,1 0-50 0,-1 1-160 0,1-13-339 16,1 21 151-16</inkml:trace>
  <inkml:trace contextRef="#ctx0" brushRef="#br0" timeOffset="166096.84">10735 16769 28 0,'0'0'150'15,"0"0"-55"-15,0 0-74 0,0 0-70 0,0 0-54 16,0 0 24-16</inkml:trace>
  <inkml:trace contextRef="#ctx0" brushRef="#br0" timeOffset="166351.87">11093 16745 128 0,'0'0'198'0,"0"0"-8"0,0 0-8 15,0 0-8-15,0 0-12 0,-9-11-3 0,9 11-6 16,0 0 0-16,0 0-5 0,-18 29-12 0,11-11-1 15,0 8-9-15,-1 2-11 0,-3 5-2 0,3 0-18 16,-1-1 8-16,4 4-6 0,-5-2-4 0,2 2 1 16,4-2-5-16,-1 0-6 0,-1-3-9 0,2-1-5 15,3-3-7-15,-2 3-6 0,2-6-9 0,1 2 1 16,1-8-10-16,-1 1 0 0,-1-2-3 0,2 1-24 16,1-7-18-16,-1 3-21 0,0-5-35 15,0 3-32-15,0-3-42 0,-1-9-35 0,5 11-42 0,-3-8-234 16,-2-3-486-16,0 0 215 0</inkml:trace>
  <inkml:trace contextRef="#ctx0" brushRef="#br0" timeOffset="166699.59">10983 17108 92 0,'15'-10'133'0,"9"0"-11"0,0-6-24 0,3 5-2 16,-1 1-13-16,2-2-7 0,-4 2-13 0,1-2-10 15,1 1-8-15,-1-1-7 0,-1 2-3 0,-6-1 0 16,-3 2-11-16,1-6-5 0,-5 5 12 0,-1-3-7 16,-2-2 6-16,-1-1 1 0,-5 0 9 0,1-2 0 15,-3 2-4-15,0 0 6 0,-2-1 12 0,1 3 11 16,-1 2 8-16,2 12 8 0,-2-14-1 0,2 14-5 16,-2-11-6-16,2 11-14 0,0 0-7 0,0 0-3 15,0 0 14-15,0 0 7 0,0 0 10 0,-6 30 8 16,6-6-2-16,-1 6-3 0,1 2 7 0,-2 2-6 15,0 0-2-15,-4 13 0 0,2-14-4 0,2 0-4 16,-2-1-6-16,1-2-7 0,2 1-1 16,-4-2-10-16,2 0 3 0,3-3-8 0,-1-2-5 0,1-4-6 15,-1-4-23-15,1 2-24 0,-2 0-26 0,2-6-28 16,0-2-49-16,0-10-38 0,2 16-75 0,-2-16-199 16,0 8-467-16,0-8 208 0</inkml:trace>
  <inkml:trace contextRef="#ctx0" brushRef="#br0" timeOffset="167391.34">11160 17126 1336 0,'-2'-17'42'16,"2"17"-39"-16,2-15-9 0,-2 15 7 0,16-13 2 16,-5 9 5-16,8-2 9 0,2-3 1 0,10 1 3 15,-3-2-3-15,1 4 2 0,0-1-4 0,1 1-1 16,-3 2 5-16,1-1-7 0,-9 0 10 0,1 0-8 15,1 1 4-15,-2-1 0 0,-6 2 15 0,-2-1 2 16,2 2 10-16,-13 2 10 0,13-4 4 0,-13 4 1 16,0 0 1-16,16-4-3 0,-16 4-2 0,0 0-5 15,0 0-9-15,13-1 0 0,-13 1-7 0,0 0-3 16,0 0 8-16,5 14 4 0,-5-14 6 0,-2 23-1 16,-1-8-1-16,-1 2-3 0,2 1 2 0,0 0-1 15,2-1 0-15,0 1-9 0,2-2-6 0,0 0-3 16,2 0 1-16,-1-4-2 0,1-1-5 15,3 0 4-15,0-3-6 0,2-1 0 0,3-2-2 16,-1-1-4-16,1-2 0 0,2-2-1 0,-14 0 9 16,26-7-12-16,-9-1 2 0,-7 2-5 0,3-5-1 0,-2 1 1 15,0-4-8-15,0 1 0 0,-2-2-8 0,-2-1-5 16,0 0 0-16,-1-1-6 0,-1-1 1 0,1 0-1 16,-3 1-1-16,4 1 2 0,-5 4 0 15,-1 1 1-15,-1 11 4 0,3-18-1 0,-3 18 1 16,0 0 0-16,1-15-6 0,-1 15 4 0,0 0 3 15,0 0-3-15,0 0 10 0,0 0 6 0,0 0-4 16,0 0 4-16,-1 50 2 0,0-38-2 0,2 0 5 16,0 0 1-16,3 0 3 0,0-2-4 0,-3 2 5 15,4-4-4-15,-2 2 3 0,6-2-3 16,1-3 3-16,-2-1 0 0,4-3-2 0,1 0 1 0,3-5-2 16,3 0 4-16,6-5-7 0,0-3 0 0,0 2 0 15,-7 0 1-15,0-1 2 0,-4-2-1 0,3-1-1 16,-4 0 0-16,-1-2 2 0,-3 1-5 0,0 0 1 15,-4 0-2-15,0 0 6 0,-1 5-3 0,-4 10-1 16,4-16 0-16,-4 16-3 0,1-12-7 0,-1 12 3 16,0 0-4-16,0 0 10 0,0 0-7 0,0 0 4 15,0 0-4-15,-24 30 6 0,16-13-10 16,2-2 3-16,0 2 1 0,2 0-1 0,0 1 2 0,3-2-1 16,-1 3 3-16,2-2 5 0,0 1-1 15,0-6 8-15,0 0-4 0,-2 3 2 0,4-2-1 16,-2-2-2-16,0 1 3 0,0-1 1 0,0-11-14 0,-2 20-18 15,2-12-24-15,0-8-35 0,-5 14-39 16,5-14-47-16,0 0-37 0,-2 14-188 0,2-14-426 16,0 0 188-16</inkml:trace>
  <inkml:trace contextRef="#ctx0" brushRef="#br0" timeOffset="167588.9">12205 16980 70 0,'0'0'225'0,"0"0"0"0,14 13-10 16,-11-4-10-16,3 0-11 0,-4 4-12 0,1 4-13 15,-1-1-17-15,2 1-16 0,-4 0-9 16,0 1-14-16,0 2-12 0,0-1-33 0,0-2-21 0,-4-1-35 16,4 1-34-16,-1-6-43 0,-1 1-42 0,0-3-55 15,2-9-153-15,-5 18-340 0,4-12 151 0</inkml:trace>
  <inkml:trace contextRef="#ctx0" brushRef="#br0" timeOffset="168267.03">12506 16999 76 0,'-8'17'207'0,"1"-3"-11"0,-2-1-8 16,0 4-14-16,-2 0-10 0,-1 0-12 0,3-2-14 16,0 0-17-16,0 2-5 0,3-4-15 0,3 0-8 15,3-4-6-15,0 2-8 0,0-11-9 0,1 15-5 16,-1-15-3-16,8 7-6 0,-2-3-5 0,6-1-9 16,-12-3 1-16,19 0-7 0,-9-4 0 0,4-2-6 15,4-1 0-15,-5-2-8 0,4-1 1 0,-7 1-3 16,2-2-4-16,-5-2 0 0,-1 3 1 0,1-7-9 15,-1 3-4-15,4-1 0 0,-6-3-2 0,-1 3-3 16,1 2 0-16,0-1 3 0,-2 2-4 0,-2 12-1 16,10-13 0-16,-8 4 0 0,-2 9 0 0,0 0 7 15,0 0-1-15,11-5 2 0,-11 5 7 16,0 0-2-16,19 19 4 0,-11-9-3 0,-3 0-2 0,1 4-1 16,1 2 0-16,0-5-2 0,-3 5 3 15,-2-6-1-15,1 1 1 0,1-1-1 0,-4 0 2 16,0-10-2-16,4 14 10 0,-4-14 19 0,3 6 21 15,-3-6 22-15,0 0 16 0,5 7-12 0,-5-7-11 16,0 0 1-16,0 0-11 0,0 0-8 0,15-26 1 16,-10 15-5-16,6-2-6 0,0-3-1 0,0-1-8 15,3 2-1-15,-1 1-5 0,1-3-2 0,-1 9-2 16,1-5 2-16,-1 7-6 0,-6 0-1 0,4 1-1 16,-11 5 0-16,22 0 8 0,-22 0-9 0,21 8-7 15,-13 0-2-15,2 2-1 0,-1 4 0 0,-5 5 4 16,1-1-7-16,-1 3 0 0,-4 5-12 0,0 2-29 15,0-2-42-15,2 0-45 0,0 0-49 0,6-8-66 16,3 4-81-16,0 2-169 0,9-8-527 16,5 0 233-16</inkml:trace>
  <inkml:trace contextRef="#ctx0" brushRef="#br0" timeOffset="168789.42">13544 17252 282 0,'-16'-10'280'16,"5"3"-17"-16,3 1-19 0,2-2-16 0,6 8-19 15,-8-19-23-15,8 7-22 0,0 12-8 0,13-25-22 16,-4 9-14-16,4-1-3 0,6 0-17 0,-1-4-13 16,-1 1-5-16,0-1-8 0,2 1-10 0,-2-4-3 15,0 3 0-15,-3-3-7 0,-1 1-4 0,-1 1-4 16,-3 4-5-16,-1 3 3 0,-3 4-6 15,-3 2 9-15,-2 9-13 0,7-12-7 0,-7 12-2 16,0 0-8-16,0 0-1 0,0 0-3 0,0 0 1 16,0 0-1-16,0 0 0 0,-18 55 3 0,9-30-1 0,-1-1 5 15,2-5-7-15,4 1-2 0,-1-2 3 16,1-3-5-16,4 3 4 0,2-3-3 0,2-1 1 0,-1-1-3 16,3-4 4-16,3 1-6 0,-2-4 0 15,4-1 3-15,0-1 4 0,-1-3-7 0,3-2 2 16,-13 1-2-16,29-9 3 0,-15 5-1 0,-1-2 0 15,0-4 3-15,1-1-3 0,-1 0-3 0,-5 1 3 16,0 0-3-16,-1-2 2 0,-1-2-6 0,-1-1 5 16,0 3-4-16,-1 1 0 0,-4 11 0 0,5-19-1 15,-5 19 5-15,0-12-7 0,0 12 2 0,0 0-7 16,4-13 7-16,-4 13-9 0,0 0 2 0,0 0-1 16,0 0 0-16,0 0 5 0,-13 30-2 0,7-15 1 15,0 2 3-15,0 0 2 0,1 2 10 0,-1 0-5 16,-4 5-1-16,6-4 2 0,-3-2-1 0,3 1 1 15,2-1 0-15,-3 0-5 0,3-2 3 0,-1 1-20 16,-1-1-21-16,4-4-23 0,-1-1-28 0,-3 1-32 16,4-1-39-16,0-11-59 0,-2 13-46 0,2-13-201 15,-2 13-503-15,2-13 223 0</inkml:trace>
  <inkml:trace contextRef="#ctx0" brushRef="#br0" timeOffset="168956.17">13572 16753 118 0,'0'0'131'0,"0"0"-40"16,0 0-57-16,0 0-59 0,37 20-34 0,-21-7-63 15,13 2 29-15</inkml:trace>
  <inkml:trace contextRef="#ctx0" brushRef="#br0" timeOffset="169369.33">14708 16899 109 0,'-7'-9'228'0,"0"3"-11"0,0-2-21 0,-3 5-16 15,-3 1-12-15,-5 2-13 0,-1 6-15 0,-8 6-7 16,2 1-9-16,-2 4-10 0,3 3-11 16,-3 3-7-16,6-1-5 0,0 0-11 0,2 3-7 15,5-3-10-15,7-5-2 0,1 0-6 0,2-2-10 16,4 1-1-16,4-4-4 0,0-3-5 0,1 1-2 16,5-1-3-16,3-4-2 0,2 2 0 0,3-7-5 15,5 1-1-15,-1-2-4 0,7-3-1 0,2-4-1 16,-3 1 1-16,-4-3-6 0,-4 1-2 0,-4-3 1 15,0 0-4-15,-3 0 9 0,-1-1-10 0,-3 0 3 16,1-3-4-16,-5 1 0 0,0 5-1 0,-1 0 0 16,-1-1 0-16,-3 11 0 0,6-13 1 0,-5 6-5 15,-1 7 3-15,0 0-5 0,4-8-4 0,-4 8 10 16,0 0 1-16,0 0 7 0,0 0 0 0,-6 31-6 16,1-13 1-16,2 1 3 0,-1 0-2 0,1 8 2 15,1-2-4-15,2 3-22 0,2-9-38 0,5 5-27 16,-2-5-47-16,8 3-47 0,3-1-48 0,4 0-151 15,1-4-406-15,8-2 180 0</inkml:trace>
  <inkml:trace contextRef="#ctx0" brushRef="#br0" timeOffset="169749.76">15390 17413 101 0,'8'-7'219'0,"3"-4"-8"0,2-3-10 0,0 0-7 15,1 1-9-15,-1-3-13 0,3-5-8 0,1-1-10 16,-2 0-10-16,1-3-9 0,0 2-2 0,-3-3-9 16,-3 0-2-16,2 1-16 0,-3-2-5 0,1 1-12 15,-4 7-3-15,-1 0-6 0,-1 0-4 0,-2 3-3 16,3 5-4-16,-4-1-6 0,-1 12-10 0,-1-16-3 16,1 16-14-16,-5-13 0 0,5 13-7 0,0 0-1 15,-17-4-3-15,17 4-6 0,-17 14-1 0,8-6-6 16,-3 4-10-16,1 1-4 0,0 0-5 0,6 2-7 15,0 2-2-15,2-6-1 0,3 0 1 0,0 2 0 16,7 1 3-16,-1 0-2 0,4-3 2 0,2 4 4 16,-1-4 1-16,-1 2 0 0,2 0 3 0,1-2-5 15,-4 0 4-15,2 0 0 0,-1-2-4 0,-2 0 4 16,-2 1 3-16,-2 1-5 0,0-3 3 0,-1 3 3 16,-3-11 0-16,-3 19-3 0,2-10 3 0,-4 1-1 15,-2-1-6-15,1 2-21 0,-3-5-25 0,0 3-30 16,0-2-21-16,-1-1-36 0,1-1-39 15,2 0-28-15,7-5-169 0,-11 6-409 0,11-6 181 16</inkml:trace>
  <inkml:trace contextRef="#ctx0" brushRef="#br0" timeOffset="169953.37">15817 16941 94 0,'0'0'222'0,"5"-10"-21"15,-5 10-13-15,0 0 17 0,0 0 5 0,0 0-10 16,0 0 0-16,22 31-6 0,-18-13-14 0,-2 2-14 16,-1 6-3-16,-1 3-32 0,2-1-6 0,0 2-11 15,0-2-14-15,-5-2-35 0,2 1-22 0,2-8-29 16,0 2-29-16,-1-1-46 0,3-1-43 0,-1-3-60 16,0-2-55-16,-1-1-157 0,-1-13-406 0,-3 15 179 15</inkml:trace>
  <inkml:trace contextRef="#ctx0" brushRef="#br0" timeOffset="170185.64">15921 17247 19 0,'0'0'200'0,"0"0"-3"0,0 0-11 0,0 0-11 0,0 0-4 16,0 0-6-16,26 12-3 0,-14-10-16 15,1-1-1-15,1-2-14 0,4-1-4 0,1-3-8 16,-1 0-1-16,-2 1-10 0,-2-1 6 0,-3 0-2 15,-2-1-1-15,2 0-10 0,-6-4-9 0,0 0-10 16,-1 0-6-16,-3 0-8 0,1-2-9 0,-2 12-8 16,-5-20-9-16,-1 10-20 0,6 10-19 0,-14-19-24 15,2 15-23-15,1 1-38 0,11 3-41 0,-21-2-40 16,21 2-47-16,-22 5-201 0,8 1-443 0,4-1 196 16</inkml:trace>
  <inkml:trace contextRef="#ctx0" brushRef="#br0" timeOffset="170649.83">16235 17055 143 0,'0'0'228'0,"0"0"-2"0,16 15-10 16,-14-8-18-16,0 4-13 0,0 4-12 15,-1-2-14-15,0 3-12 0,1 0-16 0,0 1-12 16,1-6-7-16,1 3-9 0,-2-1-12 0,4-3-11 15,-2 0-5-15,1-2-10 0,2 1-3 0,1-4-3 16,-1-2-5-16,-7-3-6 0,14 6-5 0,-6-6-2 16,-8 0-3-16,15-2-5 0,-5-3 2 0,-1 0-10 15,-9 5 1-15,14-12-5 0,-7 4-5 0,-1-2 3 16,-1 0-3-16,2-2 2 0,-2 3-8 0,-1-2 4 16,2 3-2-16,-3 0-3 0,-3 8-3 0,3-11-2 15,-3 11-4-15,4-9 0 0,-4 9-4 0,0 0 0 16,0 0 5-16,0 0-2 0,0 0 0 0,0 0 1 15,0 0 1-15,-5 37-1 0,5-27 0 0,0-10-1 16,1 22 2-16,2-13 1 0,1-2-1 0,-4-7 4 16,11 12 1-16,-2-6 5 0,5-3 9 0,3-3-1 15,3 0 4-15,2-6 2 0,-4 2 8 16,2-3 2-16,5-4 4 0,-7 3 4 0,-1-6 1 16,-1 3 3-16,-2-2 2 0,-3-2-3 0,0-2-7 0,-3 1-7 15,-2 1 3-15,-2-2-6 0,-1 0-2 0,-4-1-10 16,0 2-22-16,1 16-16 0,-8-24-20 0,4 15-24 15,4 9-27-15,-11-13-30 0,11 13-25 0,-12-1-21 16,12 1-36-16,0 0-22 0,-24 18-20 16,14-3-145-16,1 2-423 0,1-1 188 0</inkml:trace>
  <inkml:trace contextRef="#ctx0" brushRef="#br0" timeOffset="171085.55">16756 17241 148 0,'18'-8'187'0,"-4"-2"-5"15,2 0-10-15,-2 0-5 0,2-1-6 0,-4-2-10 16,-1 0-14-16,-1-2-12 0,3-1-4 0,-5 3 4 16,2 0-4-16,-5 2-8 0,-1 1 0 0,-4 10-6 15,4-16-2-15,-4 16-14 0,1-14-6 0,-1 14-11 16,0 0-8-16,-9-11-6 0,9 11-2 0,0 0-11 16,-26 5 4-16,9 1 10 0,3 6-7 0,-3 1-7 15,-1 5 0-15,-2 1-1 0,4 2 1 0,4-5-8 16,3 0-2-16,2 1-1 0,4 1-2 0,-1-3-5 15,4 2 2-15,0-3-7 0,4-4-1 0,2 1-1 16,-1 0-1-16,7 0-1 0,0-5-2 0,6 0 0 16,-5-2-1-16,15 2-1 0,-11-4-3 15,5-2-2-15,-2 0 0 0,-2-4 1 0,0 0-1 16,-5-1-2-16,-1 0 0 0,2-3-1 0,0-3-7 0,-1 1-4 16,-2-3-8-16,0-3 0 0,-1 2-7 0,-1-2 0 15,0-2 6-15,-3 1-5 0,1 2 2 0,1-2 4 16,-3 6-3-16,-4 0 4 0,3 1 9 15,-2 1-1-15,-2 9 11 0,5-11-10 0,-5 11-4 16,6-8-2-16,-6 8 5 0,0 0-2 0,0 0 4 16,0 0 2-16,0 0-1 0,6 21 4 0,-5-10 2 15,-1 0-1-15,2 2 1 0,-2-3-5 0,1 3 4 16,1-1-3-16,2-1-12 0,-3 1-36 0,1 1-30 16,-2-3-43-16,0-10-49 0,1 19-60 0,-1-11-237 15,0-8-503-15,0 0 222 0</inkml:trace>
  <inkml:trace contextRef="#ctx0" brushRef="#br0" timeOffset="171401.77">17563 16981 2009 0,'-5'-27'16'0,"-2"1"29"15,6-1 17-15,2 7-12 0,-1 5 3 16,2 0 1-16,-2-2-4 0,0 4-1 0,0 1 1 16,0 12 12-16,1-14 5 0,-1 14-7 0,1-11 0 15,-1 11-16-15,0 0-4 0,0 0 1 0,0 0-1 16,0 0 3-16,0 0 9 0,7 50 4 0,-7-19 4 16,-2-1 7-16,-2 4 4 0,2 1-2 0,-5 10-5 15,1-9-5-15,-3 9-3 0,5-10-7 0,0-2-5 16,1 1 0-16,-1 0-7 0,2-4-3 0,0 0-6 15,-1-3-19-15,3 1-38 0,-3-9-44 0,3 0-28 16,-2-1-41-16,1 0-29 0,2-7-33 0,1 1-48 16,-2-12-202-16,-2 14-491 0,2-14 216 0</inkml:trace>
  <inkml:trace contextRef="#ctx0" brushRef="#br0" timeOffset="171625.45">17532 17045 81 0,'9'-9'200'0,"1"3"-6"16,2 2-11-16,2 0-16 0,-14 4-4 0,34 7-11 0,-18-1-11 15,3 2-12-15,-6 4-14 0,-2 2-6 0,-2 0-9 16,0 0-16-16,-5 4 1 0,-2-1-12 16,-2 0-3-16,-5 1-8 0,-2-1-8 0,-5 5 2 15,-2-8-11-15,-8 3-2 0,1 0-7 0,-2-5-25 16,-4 1-22-16,8-6-30 0,-2-1-36 0,1-3-41 15,3 0-52-15,-1-1-153 0,0-2-350 0,18 0 156 16</inkml:trace>
  <inkml:trace contextRef="#ctx0" brushRef="#br0" timeOffset="172105.31">17747 17077 8 0,'14'3'222'15,"4"4"-2"-15,-4-3-9 0,0 4-14 0,2 1-10 16,-7 1-14-16,4 1-9 0,0 1-18 0,-4-2-14 16,-1 4-7-16,2 1-12 0,-5-3-12 0,-1 0-8 15,0-1-8-15,-3-1-8 0,0 0-4 16,-1-10-6-16,0 13 7 0,0-13-8 0,-1 14-3 16,1-14-3-16,-4 9-1 0,4-9-5 0,-4 8 6 15,4-8-4-15,0 0-4 0,-6 5-3 0,6-5-6 16,0 0-2-16,0 0-14 0,0 0-4 0,0 0-11 15,0 0-7-15,8-39-8 0,-1 25-3 0,5-2 1 16,-3 0-5-16,0 0 3 0,3 0-2 0,1 1 3 16,0 1-2-16,0 2 4 0,-4 4-2 0,-2 1-3 15,3 3 1-15,-3 0-2 0,-7 4 4 0,17 0-1 16,-17 0-4-16,12 9 6 0,-8-3-3 0,1 3 1 16,-2 3 3-16,0 0 3 0,-1-1 1 0,2 0 3 15,-2 3-1-15,0-2 2 0,1-2 2 0,1 2-1 16,0-3-2-16,3 0 2 0,-1-3 3 0,4 0 4 15,-5-1-8-15,-5-5 5 0,19 5-1 0,-8-5 2 16,-1 0-4-16,-10 0 4 0,22-7 5 0,-13 4-2 16,-2-4-3-16,2-2 0 0,-2 0-1 0,-7 9 0 15,10-22 0-15,-6 5-5 0,-3 5 5 0,-1-3-5 16,0 15 2-16,-6-28 2 0,-1 14-8 0,3 2-5 16,-1 1-10-16,-1 2-8 0,6 9-25 0,-16-14-18 15,16 14-26-15,-16-5-34 0,3 5-43 0,13 0-50 16,-20 9-187-16,20-9-441 0,-16 8 195 0</inkml:trace>
  <inkml:trace contextRef="#ctx0" brushRef="#br0" timeOffset="172983.17">18492 17044 214 0,'-13'0'213'0,"13"0"-9"0,0 0-15 16,-29 17-10-16,16-4-16 0,0 3-2 0,-2 3-10 16,0 6-9-16,3-2-14 0,3 0-11 0,0 1-13 15,4-7-11-15,4 0 0 0,-1 1-14 0,4-7-7 16,2 5-5-16,0-5-7 0,2 0-5 0,0 0-7 16,3-3-2-16,3-1-5 0,0 0-2 0,6-4-4 15,4 0-3-15,0-4-1 0,-2-1-3 0,3-1-4 16,4-4-5-16,-9 1 2 0,6-3-3 0,-6-1-1 15,0 1 2-15,-4-2-4 0,0-2-1 16,-1-2 0-16,-4-1-7 0,0 1 2 0,-3 0 0 16,-2 1-6-16,-1-3 3 0,-1 2-2 0,-2 3-2 15,0 12-2-15,-5-22 2 0,5 22-3 0,-9-14-4 16,0 9 3-16,9 5-1 0,-13-4-3 0,13 4 1 16,0 0 3-16,-37 12 3 0,21-1 5 0,0 2-5 15,2 2 6-15,3-2-1 0,-1 1-3 0,5 1 3 16,0 0 1-16,5 1 1 0,0-4-6 0,2-12 12 15,5 22-11-15,2-6 7 0,2-7-4 0,1-2 0 16,5 1 2-16,5-2-2 0,1-2-1 0,6 0 1 16,0-4-3-16,0-2 3 0,1-2-4 0,-1-3 0 15,-7 2 5-15,-3 0-7 0,1-3 6 0,-4 1-4 16,1-5 1-16,-3 0 3 0,0 0-9 0,-3-2 1 16,-1-2 0-16,-3 1-8 0,3-2 4 0,-3 2-5 15,0-1 0-15,-4 0 5 0,2 7-1 0,-3 9 0 16,2-16 2-16,-2 16 4 0,0 0-7 0,3-15 2 15,-3 15 1-15,0 0 1 0,0 0 2 0,0 0 10 16,5 33 1-16,-6-16 2 0,0 2-1 16,-3 4 2-16,1 2 0 0,1-6 2 0,0 5 6 15,0-5-6-15,-2 6 0 0,3-10 0 0,-1-3 3 16,0 4-6-16,-1-4 1 0,2-3-1 0,1-9-1 16,-1 11 0-16,1-11 8 0,0 0-5 0,0 14 1 15,0-14 2-15,0 0 0 0,16-1-2 0,-16 1-7 16,21-9 8-16,-10 4-3 0,0-4 0 0,8-1-2 15,-5-4-2-15,6-4 1 0,2-1-5 0,-3 0-4 16,0-3-2-16,3 2-1 0,-4-3-2 0,0 2 3 16,-3 0-1-16,-5 6 2 0,0 1 21 0,-3 4-5 15,-3-1 1-15,1 2 6 0,-5 9-6 0,4-13-7 16,-4 13 2-16,5-10-2 0,-5 10-5 0,0 0-1 16,0 0 1-16,0 0 1 0,0 0-4 0,-41 26 2 15,29-15-3-15,1 2 4 0,1 2-3 0,2-5-2 16,2 6 1-16,3-3-2 0,3-3 2 0,-1 3 0 15,2-1-4-15,0-2 2 0,4 1 1 0,1 0 2 16,1 3 0-16,1-4-2 0,-2 0 3 16,2-1-3-16,1 1 2 0,0-2-4 0,-3 0 2 0,2 1 3 15,-2-2-7-15,2 0 5 0,-3-1 0 0,-5-6-4 16,8 10 2-16,-8-10-2 0,2 10 3 0,-2-10-1 16,0 0-4-16,-10 14-9 0,2-8-24 0,-2-1-20 15,0 0-29-15,-4 0-41 0,2-2-51 16,1-2-74-16,11-1-200 0,-27 3-491 0,13-6 216 15</inkml:trace>
  <inkml:trace contextRef="#ctx0" brushRef="#br0" timeOffset="173129.15">19341 17307 2466 0,'11'0'147'16,"-11"0"-88"-16,22-4-39 0,-22 4-7 0,16-1-13 15,-16 1 11-15,0 0-2 0,14 0 0 0,-14 0 1 16,0 0 0-16,0 0 3 0,9 6-24 0,-9-6-37 15,0 0-56-15,0 0-79 0,0 0-221 0,0 0-437 16,-34 18 194-16</inkml:trace>
  <inkml:trace contextRef="#ctx0" brushRef="#br0" timeOffset="-103275.4">24887 7973 51 0,'-29'-2'53'15,"2"2"-12"-15,-1-1 1 0,7 1-4 0,-7 0-4 16,8 1-3-16,-1 2-4 0,-7 1-3 0,1 2 1 16,6-3 3-16,1 1-6 0,1 0-2 0,1 1 4 15,5-2 2-15,2-2 10 0,1 1-1 0,3-2-5 16,2 3-4-16,5-3 9 0,-10 2-10 0,10-2-6 15,0 0-1-15,-9 3 4 0,9-3-8 0,0 0-2 16,0 0 1-16,0 0-2 0,0 0 0 0,0 0-4 16,0 0 11-16,0 0 0 0,0 0-5 0,36 0 2 15,-17 0-7-15,2 0 3 0,5-1 3 0,3 1 1 16,1-4-1-16,7 1-2 0,0 1-2 0,14-3 3 16,-1-1 4-16,4-1 4 0,1-2-4 0,4-1 8 15,-1 0-9-15,0 1 9 0,3-3-8 0,3 3 5 0,25-9 0 16,-30 8 0-16,4 1-4 0,25-7 1 0,-24 9-4 15,26-6 4-15,-25 5 7 0,23-5-6 16,-27 5-2-16,29-1 3 0,-30-2-5 0,5 6 7 0,32-5-4 16,-7-1 1-16,0 6 2 0,-23 1 1 15,25 2-10-15,0-5 4 0,-31 4-4 0,31 2 6 16,-29 0-10-16,31-4 2 0,0 0 3 0,-31 3 8 0,29-2-14 16,-2-1 0-16,-25 1-7 0,27-5 8 0,-27 5 5 15,27-2 11-15,-27 0-12 0,25-10-1 0,0 12-7 16,0-8 8-16,0 2 3 0,-25 3 0 0,27-3-4 15,-24 5-2-15,25-6 5 0,-27 4-4 0,-1-1-4 16,29-3-1-16,-31 3 2 0,30-2 2 0,-1 1 4 16,-3-6-4-16,-23 6 1 0,29-1 0 0,-30 1-7 15,30-2 2-15,-31 5 2 0,1-2-6 0,1 2 1 16,24-7-1-16,-1 4 1 0,-29 1-3 0,2 1 4 16,3 0 0-16,0 1 0 0,3-2 2 0,-4 3-4 15,-2-1 6-15,-3 0-8 0,-3 2-4 0,-1 2 4 16,2-2-3-16,-20 2 3 0,15 2-2 0,-16 0-3 15,1-2 10-15,-4 2-1 0,-2 0-4 0,-2 0-3 16,2 0 15-16,-3 4 0 0,-9-3-1 0,-2 1-2 16,3-2 0-16,-6 0 0 0,0 1 2 0,-2-1 6 15,-1 1-9-15,-1-1 1 0,-2 0-2 0,0 1 5 16,-8-1 2-16,11 0 4 0,-11 0 10 0,0 0 1 16,9 2-1-16,-9-2 8 0,0 0-4 0,8 0-4 0,-8 0 3 15,0 0-2-15,0 0 0 0,0 0 0 16,0 0-3-16,0 0-1 0,0 0 3 0,0 0-2 15,0 0 0-15,0 0-1 0,0 0-7 0,0 0 2 16,0 0-4-16,0 0 0 0,0 0-2 0,0 0-2 16,0 0-1-16,0 0-3 0,0 0-1 0,0 0 1 15,0 0-1-15,0 0 0 0,0 0-4 0,0 0-8 16,0 0-5-16,0 0-20 0,0 0-11 0,0 0-15 16,0 0-19-16,0 0-22 0,0 0-25 0,0 0-26 15,0 0-26-15,-13 15-140 0,13-15-338 0,-6 10 150 0</inkml:trace>
  <inkml:trace contextRef="#ctx0" brushRef="#br0" timeOffset="-102608.24">31058 7706 29 0,'22'0'74'0,"9"-1"-3"16,5-3-1-16,3 3-7 0,1-2-4 0,12-2-4 15,2 3-11-15,-13 0 0 0,9-2-10 16,-15 3 8-16,1-4-8 0,0 5-9 0,0-1-2 0,-4-2 1 16,0 2 5-16,-1-2 3 0,-2 1-3 0,1 1 14 15,-3-2-2-15,2-2 1 0,-9 3 3 0,-1-1 3 16,-6-1 2-16,-1 4 2 0,0-3-11 0,-6 3 7 16,2-2 13-16,-8 2 4 0,11-1-5 0,-11 1-1 15,7-2-4-15,-7 2-3 0,0 0-10 0,0 0-5 16,9-4-5-16,-9 4-9 0,0 0-28 0,0 0-32 15,0 0-31-15,0 0-21 0,-27 12-17 0,9-5-123 16,-7 3-248-16,-4 0 110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2T07:15:32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32721 7389 17 0,'0'0'138'0,"0"0"-3"0,0 0-15 0,0 0-2 16,0 0-10-16,0 0-20 0,0 0 12 0,0 0-12 15,0 0-1-15,0 0-5 0,0 0-5 16,0 0-4-16,0 0-3 0,0 0-9 0,0 0 4 16,0 0-6-16,0 0 0 0,0 0-11 0,0 0 2 15,0 0 3-15,0 0-4 0,0 0-1 0,0 0-5 0,0 0 1 16,0 0-2-16,0 0 12 0,0 0-2 0,0 0 1 15,0 0 1-15,0 0-2 0,0 0-3 0,0 0-3 16,54-24-6-16,-54 24-3 0,0 0-5 16,0 0-3-16,0 0-3 0,0 0-2 0,0 0-3 15,0 0-3-15,28-14-3 0,-28 14 1 0,0 0-5 16,0 0 2-16,28-13 10 0,-28 13-3 0,0 0-2 0,0 0-3 16,0 0 3-16,0 0-2 0,0 0 0 0,27-11-2 15,-27 11 3-15,0 0 1 0,0 0-4 16,0 0 3-16,0 0-4 0,0 0 0 0,0 0-3 15,0 0 2-15,0 0-2 0,0 0 3 0,0 0-7 16,0 0-1-16,0 0 0 0,0 0-3 0,37-8-6 16,-37 8-13-16,36-4-14 0,-36 4-20 0,58-11-34 15,-28 6-23-15,3-5-38 0,-2 4-40 0,1-1-24 0,-32 7-128 16,60-20-364-16,-32 7 162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8T10:03:55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2200 1553 110 0,'0'0'164'0,"0"0"-12"0,0 0-11 0,0 0-7 0,0-4-13 15,0 4-11-15,0 0-12 0,0 0-5 0,0 0-16 16,0 0-5-16,0 0 1 0,0 0-7 16,0 0-4-16,0 0-10 0,0 0 6 0,0 0-4 15,0 0-1-15,0 0-5 0,0 0-1 0,0 0-8 16,0 0-2-16,0 0 3 0,0 0-9 0,0 0-4 16,0 0-1-16,0 0-4 0,0 0 3 0,0 0-7 15,-19 11 7-15,19-11-2 0,-15 1-5 0,15-1 4 16,-12 2-1-16,4-2 5 0,8 0-2 0,-11 5-2 15,11-5-1-15,-9 0-4 0,9 0 6 0,-7 2-3 16,7-2-4-16,0 0 4 0,0 0-4 0,0 0-3 16,0 0 6-16,0 0-8 0,38-5 0 0,-11 2-1 15,7-4 2-15,3-2-6 0,16-1 3 0,0 4-1 16,-14-1-6-16,10-6-9 0,-13 5-6 0,0 2-24 16,-3 1-17-16,-3 2-25 0,-2 0-37 0,-8 1-29 15,1 2-56-15,-7 0-102 0,-14 0-327 0,18 0 146 16</inkml:trace>
  <inkml:trace contextRef="#ctx0" brushRef="#br0" timeOffset="706.02">2490 1489 67 0,'0'0'150'0,"0"0"-12"16,0 0 1-16,0 0 8 0,-7 14 1 0,9-4-5 15,-2 3-12-15,3 10-2 0,-2 3-7 0,0 0 0 16,1 2-7-16,-4 2-8 0,4 2-8 0,-1-2-7 16,-2 2-10-16,1-4-5 0,2 1-5 0,-1-2-11 15,2-2-1-15,0-4-9 0,-1-1-4 0,2 5-2 16,0-6-7-16,-3-1-4 0,0-2 1 0,2 1-7 16,-2-5-3-16,-1-2 3 0,1 1-4 0,-1 0-7 15,3-2 0-15,-3-9-1 0,3 13-12 0,-3-13-7 16,1 8-3-16,-1-8-6 0,0 0-12 0,-8 11-9 15,8-11-8-15,-13 1-4 0,2 3 0 0,-1-4 0 16,12 0 6-16,-27 0 5 0,12-3 4 16,2 1 1-16,2 0 5 0,-1 0 2 0,2-2 6 0,10 4 7 15,-18-3 6-15,18 3 1 0,-11-2-1 16,11 2 3-16,0 0-4 0,0 0 1 0,-13-3-3 16,13 3 7-16,0 0-6 0,0 0 5 0,0 0-3 15,0 0 11-15,0 0-8 0,40 7 1 0,-28-6-1 16,8-3 2-16,-2 2-8 0,3 0-3 0,0-2-9 15,-1 0-25-15,8-5-1 0,-7 5-5 0,-2-3-17 16,1-1 9-16,1 3-8 0,-3-2-3 0,1-1 7 16,0-1 1-16,-2 0 6 0,2-1 14 0,-4 1-1 15,2-1 13-15,-3-2 3 0,-3 3 11 0,-1 4 16 16,0-2 1-16,-3 1 3 0,-7 4 8 0,12-4-3 16,-12 4 9-16,12 0 3 0,-12 0 8 0,11 9-1 15,-5-4 10-15,-1 1-3 0,-5-6 7 0,7 17 4 16,-4-9-1-16,1 1-7 0,-1 1 6 0,-3-10-3 15,2 14-4-15,-1-6 0 0,-1-8-5 0,0 0 2 16,2 15 23-16,-2-15 13 0,0 0 11 16,0 0-9-16,0 0-4 0,0 0-5 0,0 0-10 15,0 0-1-15,0 0-7 0,0 0-1 0,0 0-6 16,-15-35-1-16,15 21-10 0,5 0 3 0,0-4-6 16,1 1 0-16,4 0-4 0,6-7-7 0,-1 2-2 15,4 4 2-15,0 0-6 0,-1 7-2 0,1 2-2 16,-2-1-1-16,0 5-1 0,-1 1 2 0,2 4-2 15,-5 0 0-15,5 6 0 0,-7-1-3 0,5 3 4 16,-6-1 0-16,5 3-2 0,-3 3 2 0,-1 0-1 16,1 0-9-16,-2 2-17 0,-1-1-30 0,-5-2-28 15,3 4-39-15,-2 0-78 0,-3-1-216 0,-1-3-448 16,-1-12 199-16</inkml:trace>
  <inkml:trace contextRef="#ctx0" brushRef="#br0" timeOffset="995.62">3791 1610 82 0,'-2'-6'217'0,"2"6"-21"0,0 0-21 16,1-12-19-16,4 7-16 0,4 1-9 0,1-4-16 15,4-1-16-15,4 3-3 0,0-2-11 0,1 2-6 16,7-6-12-16,-4 7-2 0,-4 1-6 0,2-1-36 16,-6 2-15-16,0 2-39 0,-2-2-44 0,-1 1-51 15,-11 2-135-15,12 4-281 0,-12-4 124 0</inkml:trace>
  <inkml:trace contextRef="#ctx0" brushRef="#br0" timeOffset="1209.76">3789 1623 148 0,'-1'16'166'0,"-2"9"7"0,0 0-7 0,3 5 8 15,-1 0-9-15,0 0-10 0,2-2-4 0,-1 1-6 16,-1-2-17-16,1 2 4 0,2-4-17 0,-2 1-2 0,0-7-15 15,0-2-7-15,2 2-4 0,-2-1-15 16,1-3 1-16,-1-1-10 0,1-4-14 0,1 2-22 16,-1-1-24-16,-1-11-26 0,0 16-16 0,0-16-51 15,0 0-29-15,0 16-39 0,0-16-46 0,0 0-107 16,0 0-336-16,0 0 149 0</inkml:trace>
  <inkml:trace contextRef="#ctx0" brushRef="#br0" timeOffset="1342.84">3765 1930 73 0,'6'-7'140'0,"-6"7"2"0,18-6-19 16,-3 4-12-16,3 0-13 0,2-2-6 15,1 1-10-15,6-4-34 0,4 4-24 0,2-4-53 16,4 2-39-16,-3-4-72 0,-2 0-150 0,4-2 66 16</inkml:trace>
  <inkml:trace contextRef="#ctx0" brushRef="#br0" timeOffset="1707.04">4554 1543 134 0,'0'0'168'0,"0"0"-14"0,0 0-10 15,0 0-10-15,-33 16 8 0,14 2 4 0,2-1-5 16,-1 8-9-16,4-5-10 0,-2 2-7 0,4-5-9 16,3-2-4-16,2-1-12 0,0 2-3 0,5-4-9 15,0 0-10-15,2-1-6 0,2 5-4 0,2-6-5 16,1 0-6-16,2-2 1 0,3 0-6 0,1-3-2 15,3-3-6-15,-1 2 2 0,1-2-11 0,4-4-3 16,-6 2 0-16,0-4-3 0,-2 3 4 0,-2 0-3 16,-1-1-6-16,-7 2 0 0,8-3-5 0,-8 3-3 15,0 0 0-15,0 0-5 0,0 0 2 16,0 0-1-16,0 0-1 0,-29 11 1 0,12-3-2 16,0 1 7-16,0-1 5 0,5-1 5 0,-3 6 4 0,-1-4 0 15,2 1 9-15,2 4 5 0,0 0 3 0,1-1 6 16,0 1-1-16,4 1-10 0,0-4 6 0,3 1-4 15,3-1-4-15,0-2 0 0,1-9-2 16,5 21-3-16,4-12 3 0,0 0-3 0,2-3-5 16,10 2-17-16,6-3-33 0,1-1-34 0,2-2-37 15,0-2-55-15,0-2-64 0,1-1-228 0,-4-2-484 16,1-4 216-16</inkml:trace>
  <inkml:trace contextRef="#ctx0" brushRef="#br0" timeOffset="1892.42">4954 1556 211 0,'0'0'214'0,"16"-5"-17"16,-4 0-23-16,0 2-14 0,8 1-17 0,8-3-17 16,-1-1-8-16,4 0-12 0,2-2-10 0,-3 2-11 15,1 1-9-15,-1 1-31 0,-4 1-34 0,-5 3-34 16,-2 0-44-16,-3-4-51 0,-2 6-141 0,-4-2-282 15,-10 0 125-15</inkml:trace>
  <inkml:trace contextRef="#ctx0" brushRef="#br0" timeOffset="2079.21">5228 1494 25 0,'0'0'198'0,"0"0"-11"0,0 0-16 16,0 0-10-16,-14 0-14 0,14 0-23 0,0 0-15 15,0 0-5-15,-4 14 12 0,3-1 14 0,1 3-2 16,-2 3-7-16,0 6-9 0,-1 5 0 15,3-1-8-15,-1-1-8 0,1 1-3 0,-1 0-9 0,-1 0-8 16,1-1-16-16,2-1 8 0,-1-3-11 16,0 2-14-16,2-8-37 0,-2 1-24 0,1 0-43 15,-1-1-39-15,1-1-67 0,1 0-214 0,-1-7-413 16,-1-10 182-16</inkml:trace>
  <inkml:trace contextRef="#ctx0" brushRef="#br0" timeOffset="2250.23">5560 1981 2300 0,'13'0'119'0,"-2"0"-86"0,1 0-29 0,-12 0 3 15,14 6-3-15,-9-2 4 0,3 3 8 0,-5 2 6 16,1 1-5-16,-1 0 6 0,-3 1-2 0,0 0 0 16,-1 6-1-16,1-17-24 0,-6 22-37 0,4-12-35 15,2-10-73-15,-9 21-243 0,4-13-422 0,-3-1 186 16</inkml:trace>
  <inkml:trace contextRef="#ctx0" brushRef="#br0" timeOffset="6860.24">6627 1462 1741 0,'5'-25'-35'0,"-3"-3"48"16,-1 3-6-16,-2 7 20 0,2 8 19 0,0-1-10 15,2 1-2-15,-2 4-14 0,-1 6-3 0,1-8-8 16,-1 8 5-16,0 0 27 0,0 0 22 0,8 32 10 15,-3-4 3-15,-6 8-6 0,-3 12 2 0,1 0 3 16,-1 0-13-16,-3 0-3 0,3-2-9 16,-1-13-4-16,5-1-1 0,-4 0-7 0,2-3 2 15,2 0-6-15,-4 0 0 0,4-3-14 0,1-7-21 16,-1-2-26-16,1-2-30 0,1-1-30 0,-1-4-33 16,1-1-37-16,-2-9-48 0,3 15-158 0,-3-15-392 0,0 0 174 15</inkml:trace>
  <inkml:trace contextRef="#ctx0" brushRef="#br0" timeOffset="7424.22">6614 1642 1481 0,'9'-13'2'16,"-1"-1"-5"-16,2 1-9 0,2-1 16 0,-2 6-15 16,5-4 8-16,1 0-3 0,2 2-7 0,1-3 18 15,1-1 8-15,-2 5 12 0,-1-4-1 0,2 3 7 16,-4-3-4-16,1 3 7 0,-4-2 3 0,0 3 3 15,-3 1 1-15,-1-1 5 0,0 2 39 0,-1 0-1 16,-2-2-5-16,-1 0-9 0,0 0 0 16,-3 2-9-16,0 2-1 0,-1 5-5 0,3-14-2 0,-3 14-5 15,1-8-9-15,-1 8-5 0,0 0-9 0,0 0 1 16,0 0-5-16,0 0-3 0,0 0 7 0,8 41-4 16,-8-13 3-16,-2 4 3 0,1 1 2 0,-4-1-9 15,5 0 4-15,-1 0-3 0,-1-6-7 16,2 1 3-16,0-8-5 0,-1-1 1 0,1-1-1 15,0 0 2-15,0-5-5 0,0-1-4 0,1-2-6 16,-1-3-6-16,0 2 2 0,0-8 1 0,0 9-1 16,0-9 2-16,0 0 3 0,3 9-3 0,-3-9-8 15,0 0-1-15,0 0-1 0,0 0-1 0,0 0 5 16,0 0-5-16,13-22 2 0,-8 18 1 0,0 0-6 16,-5 4 4-16,16-3 1 0,-5 5 5 0,-1-1-7 15,3 2 4-15,-2 2 2 0,7-1-3 0,-2 3 6 16,1-1-5-16,1 0 11 0,1-1-1 0,1-1 2 15,-1-2-2-15,3-2 2 0,-5 0-1 0,4-2-1 16,7-2 4-16,-8-2-2 0,6-5 6 0,-2-1-2 16,-5 2 8-16,3-6-1 0,-6 6 9 0,-6 1-1 15,-1-1-11-15,-2 0 9 0,2-5-1 0,-1 0-5 16,-3 3 3-16,-6 1-2 0,2 0-4 0,0-1 2 16,-1 12 0-16,-2-16 0 0,2 16-5 0,-2-10-2 15,2 10-1-15,0 0-1 0,0 0-1 0,-21 6-1 16,12 6 2-16,-4 4 0 0,-2 6 1 15,-2 4-20-15,7-3-25 0,2-5-21 0,4 1-43 16,6 1-45-16,0-2-77 0,2 0-159 0,4-4-416 16,6-3 185-16</inkml:trace>
  <inkml:trace contextRef="#ctx0" brushRef="#br0" timeOffset="7792.65">8092 1525 217 0,'0'0'255'0,"0"0"-26"16,0 0-19-16,0 0-13 0,0 0-20 0,-9 36-14 16,4-20-18-16,1 1-7 0,3-1-18 0,-1 0-9 15,5 0-12-15,0-5-9 0,-1 1-7 16,6 1-6-16,1-4-12 0,0-1-1 0,3-1-7 15,4 1-6-15,2-5 1 0,0-3-9 0,1 1-2 16,1-4-4-16,-1 1-3 0,0-7-1 0,1 1-3 16,-2-3 4-16,-3 0 2 0,-2 0 9 0,-2-6-5 15,1 1 2-15,-5 1 0 0,-4-4 0 0,-3 0-3 0,-3-2-1 16,-3-2-9-16,-5 0 6 0,0 6-10 0,-4-3 1 16,1 6-4-16,0-2-4 0,0 7-7 15,0 2-2-15,1 1-1 0,1 5-5 0,-3 1-18 16,-2 0-18-16,1 7-12 0,-1 0-30 0,3 6-22 15,0-1-38-15,1 2-31 0,7-5-43 0,3 4-39 16,1 4-143-16,0-5-421 0,8-3 187 0</inkml:trace>
  <inkml:trace contextRef="#ctx0" brushRef="#br0" timeOffset="8021.92">8464 1395 1993 0,'13'-22'39'0,"-2"-2"9"0,-7 5-3 0,1 4 23 16,-2 3 11-16,-3 1 4 0,1 2-1 0,-1 9-7 15,1-14-8-15,-1 14-5 0,0-9-12 0,0 9-5 16,0 0-7-16,0 0-8 0,0 0 8 0,0 0 17 16,7 49 3-16,-5-18 0 0,-1 5 2 0,3 12-5 15,0 3-2-15,-3-1-2 0,0 0-5 0,1-4-2 16,-4-1-2-16,2-9-6 0,0-3 0 16,-1-1-5-16,1 2-3 0,1-2-18 0,-3-4-25 15,3 2-32-15,-1-2-5 0,0-4-25 0,-1-3-39 16,0-4-48-16,-1 0-59 0,-3-2-52 0,2-4-148 15,0 0-458-15,3-11 203 0</inkml:trace>
  <inkml:trace contextRef="#ctx0" brushRef="#br0" timeOffset="8610.4">8562 1541 187 0,'12'-11'184'0,"0"6"-14"0,0 1-10 0,-12 4-6 15,24 5-10-15,-12-1-4 0,-1 5-15 16,1 3-17-16,-3 3-2 0,-1 0-8 0,-2 0-15 16,-2 2 3-16,-3-1-14 0,-4 2-9 0,1 0-9 0,-6-2-14 15,0-2-7-15,-2 0-16 0,2-6-6 16,0 1 0-16,-1-1-1 0,1-4 0 0,0-1-4 0,8-3 6 16,-14 2-4-16,14-2 0 0,0 0 2 15,0 0-2-15,-14-5-6 0,14 5 1 0,0 0-3 16,0 0-4-16,0 0 7 0,0 0 2 0,0 0-9 15,37-10 8-15,-19 10-5 0,-1-2 5 0,4 0-3 16,7 1 3-16,1-5-1 0,0 1 2 0,-1 2 2 16,2-4-3-16,-1 2 0 0,0-4 6 0,1 2 0 15,-3-4-1-15,-3 0 5 0,-6 1 0 0,-3 0 6 16,2-3 1-16,-5 4 2 0,0-4 2 0,-1 0 8 16,-4 3 0-16,-2-5-2 0,-2 2 0 0,-3-4-4 15,-3 6 2-15,-1-1-3 0,2 2 8 0,-2 1 3 16,-4 2-4-16,2-1-6 0,6 8-3 15,-13-7-4-15,13 7-6 0,-19 2 2 0,6 8-1 16,-1 6-1-16,0 7 0 0,-1 0-1 0,-1-1 1 0,7-5-5 16,5 2-2-16,-2 0 2 0,4 0-3 0,2-2 1 15,2-1 2-15,2-2 4 0,2-2-5 0,-1-1 1 16,7 1-1-16,-2-3 1 0,2-5-2 16,-1 2 1-16,3-1-1 0,4-4-4 0,0-1-4 15,-4-1 2-15,3-5-4 0,-1-1-2 0,2 1-1 16,-4-4-5-16,0 0 5 0,-3 1 6 0,1-4-4 15,0 0-3-15,-1 0 2 0,1-1 1 0,-2 0-1 16,-2 4-4-16,0 3 7 0,-8 7-7 0,10-10-1 16,-10 10-2-16,0 0 0 0,0 0 4 0,15 1-3 15,-15-1 5-15,11 14 4 0,-6-5-3 0,-1 3 2 16,-1-1-17-16,2 4-24 0,3 1-31 0,-5-3-47 16,5 2-60-16,0 1-205 0,1-2-419 0,1-1 185 15</inkml:trace>
  <inkml:trace contextRef="#ctx0" brushRef="#br0" timeOffset="8971.34">9761 1498 261 0,'-5'-9'286'0,"5"9"-23"0,-13-11-21 15,5 7-22-15,8 4-10 0,0 0-18 0,-30 22-5 16,14-8-13-16,-2 6-18 0,3 6-11 0,-2-5-16 15,5 1-16-15,0 2-6 0,3-8-14 0,4 2-5 16,5 0-11-16,-1-5-8 0,2-1-15 0,0 0-9 16,3-1-22-16,3-4-10 0,-2 1-25 0,5-3 4 15,-2-1-8-15,2-2-4 0,0 1-4 0,-10-3-2 16,23-7-2-16,-11-1 2 0,-1 1 1 0,-1-2-1 16,-1 0 3-16,1-5 3 0,-3 5-5 0,-1-2 8 15,-1 1 4-15,-1 1 1 0,-1-1 9 0,-3 10 12 16,5-14 2-16,-5 14 2 0,4-12-6 15,-4 12-3-15,0 0 2 0,0 0 3 0,0 0-1 16,0 0 7-16,0 0-3 0,0 0 2 0,6 34 0 16,-6-22 0-16,1 0-7 0,1 1 4 0,3-1-1 15,-3 1-7-15,3 3-23 0,3 0-30 0,0-2-41 0,2-1-40 16,-1 0-55-16,0-4-233 0,-1-7-454 0,-8-2 202 16</inkml:trace>
  <inkml:trace contextRef="#ctx0" brushRef="#br0" timeOffset="9202.21">10078 1381 193 0,'2'-10'298'0,"0"1"-13"16,-2 9-21-16,0-13-21 0,0 13-29 0,0 0-21 16,0 0 0-16,0 0-3 0,0 0 0 0,0 0-4 15,2 52-3-15,-4-27-14 0,0 4-14 0,-1 1-9 16,0-2-27-16,0 2 2 0,1 0-9 15,-1-2-9-15,3 0-8 0,-1-1-13 0,1 1-9 16,3-2-16-16,-6-6-28 0,2-1-36 0,1 1-37 16,0-2-37-16,0-3-32 0,0-4-44 0,0-11-48 15,-2 17-71-15,2-17-226 0,0 0-543 0,-5 11 239 16</inkml:trace>
  <inkml:trace contextRef="#ctx0" brushRef="#br0" timeOffset="9464.21">9906 1585 179 0,'17'-8'202'0,"-3"2"-19"0,3 4-13 15,10-6-22-15,3 3-4 0,4-2-18 0,0 4-7 16,1-4-11-16,2 2-8 0,-4 1-8 0,1 1-7 0,0-1-11 16,-6 2-7-16,-5 4-7 0,-5-2-6 0,1 1-3 15,-6 1-8-15,1 1-5 0,-3-2 11 0,-2 6 4 16,1-2 2-16,-3 1 8 0,-1 4-2 15,-3-2 8-15,1 3 4 0,-1 6 5 0,-3-7-11 16,0 6-1-16,0 1-6 0,-1-5-7 0,1 0-5 16,-2 5-6-16,0-2-9 0,1-3-22 0,0 0-20 15,2 0-39-15,-1-12-50 0,4 20-66 0,0-10-96 16,-4-10-132-16,6 8-422 0,-6-8 186 0</inkml:trace>
  <inkml:trace contextRef="#ctx0" brushRef="#br0" timeOffset="9615.15">10451 1347 2355 0,'-8'-7'-19'16,"1"0"26"-16,0 0-94 0,7 7-32 0,-15 0-11 16,15 0-31-16,0 0-37 0,-13 9-77 0,13-9-298 15,-5 14 133-15</inkml:trace>
  <inkml:trace contextRef="#ctx0" brushRef="#br0" timeOffset="10129.94">10675 1503 7 0,'0'0'229'0,"0"0"-12"0,-10 21-9 15,6-9-2-15,-2 0-12 0,3 3-14 0,-3 2-16 16,1-3-15-16,3 3-14 0,-1-2-10 0,3-2-8 15,0 0-13-15,5 1-10 0,-1-2-16 0,1-1 1 16,3-2-9-16,4 5-2 0,-1-6-9 0,1-2-6 16,0 1-4-16,-1-5-10 0,0 0-8 0,2-2-4 15,-13 0-7-15,22-4 0 0,-12-1-6 0,-1-2-2 16,0 0-2-16,-2-2-6 0,1-2 2 0,-3 1-1 16,-2-1-2-16,1-5-4 0,-3-2 2 0,-1 0 0 15,1 1-6-15,3 0 9 0,-4-1-5 16,1 1 0-16,4 8 14 0,-4-1 2 0,2 2 0 0,-3 8-5 15,7-12-2-15,-2 9-3 0,-5 3 4 16,0 0-7-16,21 9 4 0,-5-1 0 0,-4 3 0 16,-1 2-4-16,-2 2-5 0,0 0 5 0,-3 2 3 15,0-2 0-15,-2-5 2 0,-4 0 0 0,4 2 2 16,-1-2-4-16,-3-10 4 0,5 11 1 0,-5-11 2 0,2 8 12 16,-2-8 4-16,0 0-11 0,0 0 11 15,0 0-7-15,0 0 1 0,0 0-3 0,0 0 4 16,0 0-10-16,0 0 1 0,0-36-4 0,4 24 5 15,4-3-1-15,3 1-3 0,5 0-3 0,-1 0 7 16,7 0-3-16,-1-4 5 0,-3 10-4 0,1 3 7 16,1-3 1-16,0 7 2 0,-3 1-14 0,-1 5 22 15,3 0 0-15,-4 2-2 0,-3 0-4 0,1 3-5 16,-1 4 4-16,-5-6-14 0,6 6 13 0,-3 0-5 16,-2 0-1-16,-3 1-36 0,0 2-42 0,0 0-45 15,-1-1-74-15,0 1-102 0,-3-1-204 0,-1-4-527 16,0-12 233-16</inkml:trace>
  <inkml:trace contextRef="#ctx0" brushRef="#br0" timeOffset="10920.14">12154 1604 1844 0,'11'-19'106'0,"-5"3"-49"0,-1-2 11 0,0 3 19 16,-5-1-17-16,0 6-10 0,-5-2 41 0,3 2-4 15,-5 0-13-15,-3 3-6 0,-1 1-5 0,-1 1 2 16,-1 3-20-16,-6 3 9 0,-2 4 1 0,-6 5-11 16,4 5-1-16,-2 3-3 0,4 2-6 0,0 2-3 15,2 4-4-15,5-3-1 0,4 2-6 0,1-6-3 16,5-2-2-16,3 2-3 0,1-8-1 0,3 7-2 15,3-6-8-15,4 0 1 0,3-1-18 0,4-4 10 16,0-1-6-16,0-6-6 0,5 0-14 16,6-6 12-16,-2-4-3 0,1 0 4 0,-5-5-1 0,1-1 2 15,-3-4-13-15,-2-2 19 0,-2-2-1 0,-1-5 0 16,-5 1 4-16,-1-1-2 0,0-6-2 0,0 5 6 16,-6-3 5-16,-2 2 8 0,-1-1-1 0,-2 0 0 15,-3 2-6-15,0 3 22 0,2 8 9 16,0 1 7-16,1 4 0 0,-1 3-5 0,0 3-13 0,3 8-9 15,-3-13 2-15,3 13-8 0,0 0-3 16,0 0-11-16,0 0 9 0,-12 50 3 0,4-19 0 16,3 1-3-16,1 15 0 0,-1-1-1 0,4 4 0 15,1-17-8-15,-1-1 11 0,4 1-2 0,1-3-4 16,3-1 2-16,3 1 5 0,0-5-9 0,1-1 0 16,-3-8 2-16,6-1 2 0,-2 0 1 0,3-7-4 15,1-1-7-15,0-1 3 0,2-6-2 0,2 0-2 16,1-2-1-16,3-6-6 0,2-3 3 0,2-2 1 15,-8-4-4-15,3 1-7 0,-5-2 6 0,0-4 2 16,-3-1 5-16,-1-2-2 0,-1-4 0 0,-2 2-1 16,-3 2 5-16,-4 5-4 0,-4 4 3 0,0 4-2 15,0 12-3-15,0-22 4 0,0 22-2 0,-6-11-6 16,6 11 1-16,0 0 2 0,-19 0-4 0,19 0 6 16,-23 19-1-16,10 4 3 0,-5 1 3 0,9 1-2 15,1-6 5-15,3 4-2 0,0-5-1 0,4 2 1 16,7-3-3-16,3 2-21 0,-1-5-14 0,3 2-20 15,14 1-42-15,0-9-31 0,2 3-44 16,7-8-70-16,0-1-224 0,1-6-510 0,1 1 226 16</inkml:trace>
  <inkml:trace contextRef="#ctx0" brushRef="#br0" timeOffset="11126.07">12958 1323 110 0,'0'0'267'15,"-2"-13"-23"-15,2 13-27 0,-4-8-19 0,4 8-8 16,0 0 2-16,0 0 4 0,0 0-4 0,-4 43-12 16,2-17-13-16,4 5-30 0,-2 2 8 0,-2 1-10 15,0 0-12-15,2 0-18 0,0 2-7 0,0-2-7 16,0-2-7-16,0-1-9 0,2 0-14 0,0-2-33 16,2 0-30-16,0 0-36 0,-2-11-51 0,2 6-55 15,1-8-70-15,-3 0-244 0,-2-4-497 16,2-2 220-16</inkml:trace>
  <inkml:trace contextRef="#ctx0" brushRef="#br0" timeOffset="11545.94">12906 1601 2185 0,'19'-31'18'0,"-2"7"6"0,6 3-10 0,-12 6-26 15,7-1 18-15,-3 9 9 0,3-2 15 0,-1 8 3 16,-4-1-5-16,2 5 4 0,-3 2 14 0,-1 1 1 15,5 2-2-15,-5 2-5 0,-2 2 1 0,2 1-4 16,-6 3-6-16,-1-1 2 0,-6 2-9 0,0-3 0 16,-5 1-6-16,3-3-4 0,-6 0-6 15,-1 1 1-15,-1-6-6 0,4 2-1 0,1-2-5 0,1-3 4 16,-4 1 4-16,10-5-2 0,-11 6-3 0,11-6 4 16,-8 4-7-16,8-4-7 0,0 0-5 0,0 0-7 15,-5 5 5-15,5-5 1 0,0 0 2 0,0 0 1 16,27 4 7-16,-14-7-7 0,8 1 1 15,-4-1 6-15,6-3-7 0,4-1 3 0,-7 1 3 16,9-2 0-16,-11 1 1 0,1-1-2 0,-2 1-1 16,1-3 9-16,-5 1 0 0,1 1 3 0,-7-1 11 15,2-6 0-15,-3 6 11 0,0-1 5 0,-4-1 0 16,-4-6 1-16,2 17 19 0,2-21-6 0,-2 21 14 16,-2-14 7-16,2 14-12 0,-6-10-10 0,6 10-3 15,0 0-4-15,0 0-3 0,0 0-2 0,-36 29-4 16,28-18-4-16,1 5-2 0,0 2-10 0,2 0-34 15,1 2-26-15,4-3-41 0,2 0-52 0,2 2-60 16,-1-6-61-16,6 1-156 0,4-3-453 0,1-1 201 16</inkml:trace>
  <inkml:trace contextRef="#ctx0" brushRef="#br0" timeOffset="11727.03">13582 1610 180 0,'9'-14'233'0,"-2"-3"8"0,2 0-3 15,0 1 4-15,-2 7-15 0,0 1-26 0,-7 8-13 16,11-14-24-16,0 9-20 0,-11 5-10 0,0 0-15 16,27 9-10-16,-18-2-10 0,4 8-11 0,-8-5-15 15,4 5-31-15,0 3-30 0,-6 1-35 0,-1-1-53 16,0 1-61-16,0 0-81 0,-2-3-162 0,0-6-412 16,0-10 182-16</inkml:trace>
  <inkml:trace contextRef="#ctx0" brushRef="#br0" timeOffset="12331.39">14022 1562 1889 0,'5'-20'53'0,"-5"2"33"0,0 1-7 0,0 1 4 16,-2 6 20-16,1 0 0 0,1 10-9 0,-4-15-11 16,4 15-18-16,-9-4-2 0,9 4 1 0,0 0-1 15,-27 15 6-15,14 1-2 0,-7 3-10 0,4 4 10 0,2-2-5 16,1 2-8-16,-3 0-5 0,7-5 1 0,-2 6-10 15,6-7 0-15,1 1-7 0,0-3-2 16,4 2-1-16,0-5-9 0,0-1-2 0,4 0-7 16,0-4-9-16,-4-7-2 0,8 11-4 0,-2-8-11 15,-6-3-5-15,16 0 2 0,-16 0-19 0,22-8 17 16,-13 1 2-16,5-5-7 0,-5 0 15 0,2-4 1 16,0-1-1-16,-2-6 0 0,-2-4-1 0,-1-1 6 15,2-3 0-15,-4 0-5 0,-2-2 1 0,0 3 2 16,-2-2 0-16,0 0 0 0,2 3 4 0,-4 3 16 15,2 2 4-15,2 7 12 0,-4 5-4 0,2 1 11 16,0 11 4-16,2-14-5 0,-2 14-10 16,0 0-6-16,0-11-6 0,0 11-2 0,0 0-5 15,0 0 8-15,-10 47-1 0,5-22 5 0,-2 4-1 16,-2 4 1-16,3-1-1 0,1 1 4 0,3-3-7 0,-3-2 3 16,5 4 2-16,0-7-5 0,7-1-4 0,-2 0 5 15,1-6 4-15,5-1-6 0,1-3 0 0,1-4 2 16,1 1-2-16,5-5 2 0,-2-4-1 15,4-1-10-15,0-2-5 0,-2-2-10 0,-2-2 5 16,4-2-14-16,-3-3 1 0,-3 0-3 0,3-2 2 16,-4-2-11-16,-4-3-10 0,4-5 6 0,-7 5-5 15,0-2 5-15,2-7 7 0,-7 11 0 0,2 0 2 16,-3 2 3-16,-1 13 6 0,4-16-2 0,-4 16-2 16,0 0-5-16,0-11 3 0,0 11 0 0,0 0 8 15,0 0 5-15,0 0 6 0,-11 35 6 0,9-21 0 16,-4 4 2-16,2 0 3 0,0 0 12 0,2 1-5 15,-1-1 2-15,-1 3 2 0,2-4 0 0,0 0 1 16,1 0-2-16,-2-1-6 0,-1-1 6 16,2-3-3-16,-2-1-5 0,3 0-27 0,-2-2-33 15,3-9-41-15,-3 16-69 0,3-16-68 0,0 11-280 0,0-11-550 16,0 0 244-16</inkml:trace>
  <inkml:trace contextRef="#ctx0" brushRef="#br0" timeOffset="12900">14819 1530 2322 0,'11'-10'49'15,"-8"5"25"-15,-3 5-11 0,0 0-19 0,1-12-8 16,-1 12 11-16,0 0 7 0,0 0 3 0,0 0 4 16,0 0 1-16,0 0 11 0,-28 23-1 0,22-12-8 15,-3 4-3-15,4-2-9 0,1 3 6 0,3 2-10 16,1-2-8-16,-2 1 1 0,5-2-1 0,1 0-9 15,2-4-1-15,2-1 1 0,-1 1 0 0,1-2-5 16,1-1-1-16,5 0-3 0,-1-1-2 0,-1-4-16 16,1-1 2-16,-13-2-4 0,22 4-3 15,-13-5 1-15,-9 1-5 0,19-8-9 0,-12 3-1 16,-1-3-6-16,1-2-5 0,-3 2-5 0,2-3 0 16,-3-5 3-16,-1 0 1 0,-1-2 1 0,-1 7 2 15,-1-15 1-15,2 7 4 0,-2 1 3 0,-1 0-3 16,1 1 1-16,0 3 7 0,1 3 7 0,0 11-3 15,2-19 7-15,0 12-3 0,-2 7 2 0,0 0 1 16,15-5 3-16,-15 5-2 0,0 0-1 0,35 22 3 16,-21-6 0-16,-1 1-2 0,0-4-1 0,2 8 5 15,-3-5 2-15,0-2 5 0,-3 3 1 0,0-2 5 16,-4-7-3-16,1 3 1 0,-2-1 4 0,-4-10-6 16,8 12 8-16,-8-12 10 0,3 8 9 0,-3-8 0 15,0 0 3-15,0 0-6 0,0 0-8 0,0 0 2 16,0 0-20-16,0 0 8 0,0 0-6 0,-13-35-8 15,13 35-5-15,5-29-4 0,-1 11-6 16,7-4 1-16,3-4-11 0,4 3 6 0,0 1-1 16,2 5 0-16,2 2 6 0,-4 5 5 0,1 0 5 15,-1 5 5-15,1 2-10 0,0 3 16 0,-5 1 4 16,0 1 6-16,-2 3-3 0,1 6-5 0,3-2 3 16,-5 3 5-16,-4-2-5 0,0 6 6 0,0-3-5 15,-1 3-3-15,-3-1-1 0,1 2 0 0,-3-5-8 16,1 3-31-16,-1 2-51 0,-1-5-67 0,0-12-80 15,0 23-351-15,0-14-620 0,0-9 274 0</inkml:trace>
  <inkml:trace contextRef="#ctx0" brushRef="#br0" timeOffset="14127.98">16525 1414 25 0,'-15'-14'239'0,"1"2"-19"0,-11-2-5 16,5 7-3-16,1 0-14 0,-8 3-17 16,-1 4-11-16,0 3-11 0,-2 4-15 0,3 7-5 15,-2 1-13-15,2 4-5 0,2 6-6 0,-7 15-11 16,16-11-6-16,-1 2-8 0,2-3-12 0,3 3-4 16,4-3-8-16,8-3-4 0,-3-5-10 0,7 0 1 15,3-1-4-15,2-3-7 0,1-1 0 0,4-1-2 16,4-3-20-16,2-3 13 0,7-1 0 0,0-4-10 15,0-2-2-15,1-5-10 0,0-3-1 0,-8-1 0 16,-3-2-4-16,2 1 3 0,-1-10-5 0,0-2 0 16,-8 5 0-16,0-10-1 0,-1 1 0 0,-3-2-5 15,-1-5 8-15,0-1-3 0,-2-2-4 0,0 3 4 16,-2-2-4-16,-2 1 2 0,0-1 0 0,1 1 3 16,-2 1 10-16,2 2 8 0,0 5 5 0,-1 6 2 15,1-1 6-15,0 9 8 0,0-2-17 0,0 13 6 16,1-16-5-16,-1 16 0 0,0-11-14 0,0 11-1 15,0 0-6-15,0 0 2 0,0 0 1 0,0 0 1 16,4 44-1-16,-2-17 0 0,-2 1-1 16,0 4-2-16,-2-4 2 0,2 5 0 0,-1 3-5 0,2 0 9 15,2-1-4-15,-2-4 3 0,3-1-5 16,-3-2-3-16,3-1 4 0,0 1-3 0,2-9 4 16,-1 0-19-16,1-2 20 0,-3-4-2 0,3 0 4 15,-1-2-4-15,1-2 2 0,2 0 0 0,-1-3 1 16,-7-6 1-16,22 7-3 0,-10-5-4 0,2 1-8 15,-14-3-1-15,32-5 3 0,-17-1 0 0,5-1-4 16,-4-2-3-16,0-2-11 0,-1-1-3 0,1-1-5 16,2-8-14-16,-7 6 12 0,0-1 1 0,1-7 3 15,-4 5 2-15,-1-7 2 0,-4 7 0 0,-1-7 0 16,-4 8 2-16,0 1 2 0,-3-2 3 0,1 7 4 16,-1-2 2-16,-4 2 1 0,4 1 7 0,-3 3 1 15,0 0 3-15,-2 2-4 0,2 1 1 0,8 4-4 16,-12-4-3-16,12 4 1 0,0 0 1 0,-16 3 1 15,16-3 1-15,0 0 2 0,-5 10-3 16,5-10 6-16,0 0 0 0,0 0-1 0,27 17 2 16,-12-11-9-16,-1-3 9 0,1-1 8 0,6-2-4 15,1 1 3-15,0-1-8 0,-1-1 1 0,-4 1 7 16,-17 0-6-16,24-1 7 0,-12 1-2 0,-12 0-8 16,17 1-2-16,-17-1 1 0,13 7 0 0,-6-2 3 15,-7-5-4-15,11 15 10 0,-7 0 9 0,-1-1 0 16,1 2-2-16,-3-4 3 0,1 3-2 0,-2-1-1 15,3-2-4-15,-3-12-1 0,5 27 3 0,-1-15-4 16,-1-1 3-16,0-1-4 0,4-1 1 0,-7-9 4 16,13 16 0-16,-6-10-6 0,2 0 1 0,1-1 0 15,1-2-1-15,-11-3-2 0,21 3 3 0,-21-3 1 16,23-3-3-16,-10 0 1 0,-1-3 0 0,-2-1-1 16,-1 0-3-16,1-6-6 0,-1 4-3 0,-4-7 4 15,4 0 1-15,-5-1-5 0,-2-1-8 0,1 2 15 16,-1-2 2-16,-2 2 1 0,0 16 4 0,0-22 0 15,0 22 8-15,0-12 3 0,0 12 0 0,0 0-8 16,0-14 0-16,0 14-6 0,0 0-5 0,0 0 4 16,0 0-2-16,0 0 2 0,0 0-5 0,0 0 11 15,-7 51-7-15,7-36 1 0,-3 3 4 16,2-2-6-16,0 2 3 0,-1 0-8 0,2-2-10 16,3 1-17-16,-2-3-45 0,2 0-35 0,-1-2-52 15,5-1-70-15,-4-3-101 0,-3-8-168 0,13 12-541 16,-13-12 240-16</inkml:trace>
  <inkml:trace contextRef="#ctx0" brushRef="#br0" timeOffset="14283.54">17232 1245 104 0,'0'0'186'0,"0"0"-26"0,0 0-39 0,-8 17-56 15,8-17-65-15,14 17-106 0,-4-9-116 0,8-1 52 16</inkml:trace>
  <inkml:trace contextRef="#ctx0" brushRef="#br0" timeOffset="14523.92">17691 1249 217 0,'0'0'225'0,"0"0"-7"0,-20 14-1 16,14-3-13-16,-2 4-18 0,2 5-11 0,-3 8-7 16,1-1-2-16,-2 3-4 0,1 15-11 0,3-12-10 15,2 2-18-15,-2-3 10 0,2-1-16 0,-1 2-3 16,2-4-19-16,1 1 1 0,-1-4-14 0,0-1-9 16,7 0-7-16,-6-1 0 0,-1-7-6 0,3 0-10 15,0-2-30-15,-1-1-32 0,1-1-27 0,-1-2-35 16,1-11-44-16,0 18-52 0,0-18-58 0,-4 12-220 15,4-12-484-15,-13 6 214 0</inkml:trace>
  <inkml:trace contextRef="#ctx0" brushRef="#br0" timeOffset="14681.74">17509 1632 190 0,'15'-6'182'0,"6"3"-17"0,-1-3-13 15,12-2-24-15,-1 4-8 0,1 1-12 0,-1-3-30 16,1-1-36-16,-4-2-27 0,4 3-47 0,-3 1-58 16,-3-2-87-16,-7 0-191 0,-3-2 85 0</inkml:trace>
  <inkml:trace contextRef="#ctx0" brushRef="#br0" timeOffset="14860.11">17991 1332 42 0,'4'-16'224'0,"-3"6"2"0,0 3-4 16,-2 0-13-16,1 7-11 0,1-9-22 0,-1 9-25 15,0 0-14-15,0 0-2 0,0 0 10 16,0 0-8-16,-9 34 3 0,6-9-6 0,-4-1-5 16,2 7-12-16,-3-2-18 0,3 5 5 0,1 0-8 15,-1-2-8-15,-1-2-10 0,5-1-10 0,-3 1-11 16,0-3-30-16,0-7-39 0,2-3-39 0,0 2-43 16,1-3-61-16,1-4-85 0,-3 0-192 0,2-4-467 0,1-8 208 15</inkml:trace>
  <inkml:trace contextRef="#ctx0" brushRef="#br0" timeOffset="15009.08">17885 1533 169 0,'0'0'206'0,"0"0"-17"0,10 0-29 0,-10 0-31 15,0 0-58-15,31 3-66 0,-13-5-87 0,-18 2-60 16,30 0-152-16,-13-1 67 0</inkml:trace>
  <inkml:trace contextRef="#ctx0" brushRef="#br0" timeOffset="36172.25">18533 1498 127 0,'0'0'162'0,"-7"-10"-7"16,4 5-5-16,3 5-12 0,-7-6-15 0,7 6-7 15,-4-5-15-15,4 5-17 0,0 0-5 0,0 0-10 16,-19 15 9-16,8 5 6 0,-3 3-5 0,0 5-9 16,-2 1-2-16,2 4 26 0,4-2-13 15,-2-1-6-15,5-1-10 0,4-1 0 0,-1-2-8 16,4-1-4-16,3-8-7 0,2 0 1 0,-1-3-9 15,5-2-2-15,0-1 3 0,1-4-6 0,3-1-2 16,4 0 0-16,0-2-3 0,1-4 2 0,9-5-5 16,-9 0-1-16,4-2-1 0,-4-3-3 0,-1 0 0 15,-1-4-6-15,-1-1 2 0,-2 0-3 0,-2-2-5 16,-2-1 4-16,-2-1-2 0,-5-1-5 0,1 2 2 16,-2-3-2-16,-5-6-7 0,0 8 1 0,-2-9 0 15,-2 1-1-15,-3 10 1 0,5-2-4 0,-6 5 0 16,3 3 2-16,4 1-5 0,-4 3 1 0,4 2 0 15,-7 1-2-15,12 4 1 0,-9-7 1 0,9 7-4 16,0 0 5-16,-15 2-1 0,15-2-2 0,0 0 8 16,-7 9-5-16,7-9 0 0,0 0 2 0,0 0 1 15,20 16 0-15,-5-12 3 0,6 1 3 0,2-5-5 16,6 0 3-16,3-5 0 0,0-4-3 0,-4 3 1 16,1-4-1-16,-9 1 0 0,-2-1 1 0,-3 3 1 15,-1 2 3-15,-1-8-3 0,-1 2 4 0,-5 1-3 16,1-5-1-16,-3 5 1 0,1-5-2 0,-3 3 2 15,-2 0 0-15,-1 1-1 0,0 0 9 0,-1 0-1 16,-2 5-1-16,3 6-2 0,-1-12-4 0,1 12-5 16,-3-7 2-16,3 7-4 0,0 0 5 15,0 0-4-15,-11 34 1 0,4-7 3 0,2 6 4 16,-5 15-1-16,1-1-3 0,4 0 10 0,1 0-4 16,1-13 2-16,0 12 1 0,1-13-2 0,4 0-2 15,-2 2 1-15,1-5 0 0,-1 2 7 0,4-4-6 16,-2 1 3-16,1-2-5 0,-3-8-8 0,4 1-21 15,-2-3-13-15,2 2-26 0,-2-6-23 0,1-1-59 16,1-1-47-16,-3-2-166 0,-1-9-388 0,2 10 172 16</inkml:trace>
  <inkml:trace contextRef="#ctx0" brushRef="#br0" timeOffset="36310.28">18772 1772 61 0,'0'0'133'0,"9"-8"-10"0,1 4-9 16,7 0-27-16,1 3-30 0,12-5-42 16,5 3-46-16,2-1-63 0,1 0-100 0,12-1 44 15</inkml:trace>
  <inkml:trace contextRef="#ctx0" brushRef="#br0" timeOffset="36543.71">19744 1491 75 0,'0'0'220'0,"-9"-8"-7"16,2 4-8-16,7 4-10 0,-23 2-11 0,5 1-12 15,-8 7-2-15,3 9-11 0,-2 4-11 0,2 1-9 16,1-1-15-16,1-1-10 0,4 3-7 0,3-2-16 16,1 0-9-16,10-4-4 0,1-2-10 0,0 4-2 15,6-3-13-15,4 0-15 0,2 0-13 0,3-4-26 16,7 2-10-16,-2-6-28 0,3-1-18 0,11-2-30 15,2-4-24-15,0-3-32 0,-3 0-26 0,0-4-14 16,0-4-139-16,-4 1-347 0,-2-7 154 16</inkml:trace>
  <inkml:trace contextRef="#ctx0" brushRef="#br0" timeOffset="36873.78">19927 1698 525 0,'10'-23'-30'0,"2"-7"22"16,-6 0 19-16,-1-4 23 0,-1-1 29 0,1 2 13 16,0 1 9-16,-5 6 17 0,2-3 16 0,-2 13 4 15,-2 3 6-15,1 1 6 0,1 3-4 0,0 3-9 16,0 6-19-16,-2-13-19 0,2 13-9 0,0 0 0 15,0 0-14-15,0 0 2 0,0 0-4 0,-9 53 1 16,5-18 5-16,1 1-5 0,1-2-6 0,-4 12 1 16,5-13-7-16,1 1-1 0,-1-3-9 0,2-2-7 15,0 0 8-15,2-1-5 0,-2-9-2 0,2 1 1 16,0-4-8-16,-1 1-10 0,-1-5 8 0,-1-5-1 16,2 0 4-16,-2-7-1 0,2 9 2 0,-2-9 2 15,0 0-9-15,0 0-1 0,0 0 0 0,0 0-5 16,0 0-7-16,5-28 3 0,-1 9-10 0,0-1-8 15,2 1 8-15,2-8-5 0,1 2-1 0,1 8 2 16,-2 1-1-16,0 1 0 0,-2 8-2 16,3-1 0-16,-1 2-3 0,-2 3-1 0,-6 3 5 15,18 0-5-15,-18 0 6 0,18 10 0 0,-8 0 3 16,0 2-2-16,2 2 1 0,-2 0 1 0,0 1-21 16,-1 1-15-16,2-2-19 0,-1 1-43 0,1-3-49 15,3 2-62-15,-1-2-166 0,3-4-409 0,1-3 181 16</inkml:trace>
  <inkml:trace contextRef="#ctx0" brushRef="#br0" timeOffset="37466.98">20451 1555 14 0,'-13'0'216'0,"13"0"-11"0,-29 7-9 15,12 1-2-15,1 2-11 0,-1 1-9 0,3 3-11 16,1 2-14-16,2 0-6 0,2 2-20 15,-1-4-8-15,4 1-11 0,4 1-3 0,1-4-13 0,2-1-7 16,0 0-7-16,4 0-7 0,-1-1-7 16,5-3-10-16,1 1 3 0,-3-4-10 0,2-1-5 15,3 1-1-15,0-4-17 0,2 0 9 0,-3-2-4 16,0 0-3-16,-1-4-2 0,0 0-1 0,-2-1-3 16,-2-4 1-16,1 2-3 0,-4-1-4 0,1-4-1 15,0 3 0-15,-3 0 3 0,2 0 8 0,-3 11 3 16,3-13-3-16,-3 13-2 0,2-11-5 0,-2 11-3 15,0 0-3-15,0 0-1 0,0 0-1 0,0 0-2 16,0 0 1-16,0 0 1 0,0 0-3 0,6 28-1 16,-4-18 2-16,0 0-3 0,2-1 4 0,-1-3 0 15,3 4-10-15,-1-3 12 0,2 1 1 0,3-1 1 16,0-1-2-16,0-2-8 0,4-1 12 0,-1 1 1 16,1-3-6-16,-1-2 5 0,1 1-2 0,-1-2 1 15,-2-1 1-15,1-1 3 0,-2-3-7 0,-1 0 3 16,-2-2-1-16,-1 1 1 0,-4-4-3 0,0 0 4 15,-4 0-6-15,0-5 0 0,-2-2-2 0,-6 4 2 16,1-1 2-16,1 3-6 0,-2-1 3 16,1 6 2-16,1-2 0 0,2 2 1 0,1 2 0 15,5 6 0-15,-9-9 2 0,9 9-3 0,-7-9-4 16,7 9-14-16,-3-7 9 0,3 7 2 0,0 0-7 16,0 0 8-16,21-5-2 0,-4 4-2 0,3 2 1 15,1 1 0-15,6 1-2 0,-7 1 2 0,0-2-1 16,-2 3-1-16,-1 3 1 0,-5-2 1 0,3 4 1 15,-6-2 3-15,1 1 5 0,-1 1-1 0,-1 2 0 16,-3-2 2-16,0 2 2 0,-1-1-3 0,-2 1-1 16,3 0 3-16,-2-2-17 0,-2 0-13 0,2 0-22 15,1 0-31-15,-1-2-35 0,1 2-23 0,1 0-46 16,2-5-48-16,3 0-174 0,0-1-434 0,3-4 192 16</inkml:trace>
  <inkml:trace contextRef="#ctx0" brushRef="#br0" timeOffset="38289.75">21097 1556 47 0,'-12'-4'195'0,"-1"3"-14"15,13 1-6-15,-25 8-5 0,11-6-12 0,2 4-9 16,-1 0-11-16,2 1-15 0,1 1-7 0,2 0-13 16,3 1-8-16,0 1-8 0,2 1-10 0,2-2-2 15,1-9-10-15,2 20-7 0,2-13-4 0,1-1-3 16,2 1-6-16,-7-7 0 0,15 8-5 0,-5-7-2 15,-10-1-6-15,18 1 1 0,-18-1-4 0,16-4-5 16,-16 4 0-16,16-6-2 0,-8 0-1 0,0-1 1 16,-2 1-2-16,-1-1 11 0,-5 7 4 0,8-11 3 15,-8 11 0-15,5-8-4 0,-5 8-11 0,5-6-3 16,-5 6-6-16,0 0-2 0,0 0 1 0,9 18 1 16,-8-3-6-16,-2 4 3 0,3 11 6 0,-3 5 5 15,2 1 10-15,-1 11 2 0,0 2 0 0,-2-13 6 16,-1-2-4-16,1 1-2 0,1 11 0 0,-1-14-1 15,0 1 1-15,-3-2-5 0,-2 0 3 0,-1-1-3 16,0-2-3-16,-1 0-1 0,-3-6 0 0,1-6-5 16,2-2 0-16,0-5-1 0,-3 0-5 15,2-4 3-15,10-5-8 0,-20 4 2 0,20-4-10 16,-19-11-13-16,9-2 11 0,4-6-7 0,2 1-6 0,4-10 0 16,3-1 1-16,6-3 0 0,5 2-6 0,1-3 1 15,7 2 5-15,7-7-4 0,2-1 3 16,-6 14 3-16,-2-3-5 0,3 2 8 0,11-10-2 15,-13 12 3-15,3 2-4 0,3-1 1 0,-4 1 4 16,0 2-2-16,-3 2 2 0,0 2 3 0,-1-3-1 16,-7 6 3-16,-2-1-3 0,1 1 4 0,-5-2 1 15,-2 3 5-15,-1 2 1 0,-1-1 0 0,-3-1 2 16,1 0 1-16,-3 2-11 0,-3-4 13 0,3 14 3 0,-4-18-6 16,-1 11 1-16,1-2-3 0,4 9 0 0,-12-7-3 15,12 7-3-15,-18 3-1 0,18-3-2 16,-26 13 6-16,11-1-7 0,1 1 7 0,2 3-3 15,-2 1-2-15,4-4 3 0,2 6 0 0,4-3-2 16,2-1 3-16,3-3-3 0,3 1 6 0,0-1-2 16,5 1 0-16,6-3-1 0,2-3 3 0,3-1-2 15,8 0 3-15,4-6-1 0,0 1 0 0,0-4-5 16,1-2 2-16,-2-2-2 0,-1 0-1 0,-4-3 0 16,-8 3 5-16,1-4-6 0,1 0 2 0,-6-1-7 15,1-1 2-15,-3-1 3 0,-2 0-1 0,1 0 1 16,-4-1 1-16,-1 1-3 0,-2-1 1 0,-2 6 0 15,1 0-1-15,-3 9-4 0,4-10 2 0,-4 10-7 16,0 0 5-16,0 0 0 0,0 0-3 16,0 0 3-16,0 0 1 0,-21 19-5 0,16-9 6 15,-1 6-4-15,0-1 5 0,-1 1-6 0,3 1 9 0,-1-2-1 16,1 2 3-16,3-1-8 0,-2-1 6 0,-2-3-1 16,2 3 3-16,0-2-6 0,2-1 7 0,1-2-3 15,1 0 0-15,-2 0 1 0,1-2 2 0,1 3-17 16,-1-11-15-16,0 12-21 0,0-12-19 0,0 12-29 15,0-12-32-15,0 0-33 0,0 12-49 0,0-12-192 16,0 0-439-16,-6 9 194 0</inkml:trace>
  <inkml:trace contextRef="#ctx0" brushRef="#br0" timeOffset="40218.24">22510 1458 241 0,'0'0'243'15,"-4"-7"-18"-15,4 7-25 0,0 0-21 0,0 0-20 16,0 0-19-16,0 0-20 0,0 0-7 0,0 0-13 0,0 0-5 16,-6 24-11-16,7-8-7 0,-1 0-6 0,1-4-4 15,0-1-12-15,5 5-2 0,-1-3-8 16,-1-2 2-16,2-1-8 0,3 1-1 0,-1-3-2 15,-1 0-4-15,2 0-1 0,4-2 0 0,-3-1 0 16,3-2-2-16,-1-2-3 0,0 3 3 0,1-5-4 16,-3 0 5-16,4-5-6 0,-2 3 0 0,-1-5-4 15,5-2 5-15,-7 3-8 0,1-6-3 0,0-1-2 16,-1 1 6-16,0-2-8 0,1-2 4 0,0 1-5 16,-4-2 4-16,-2 7 6 0,-1 0-3 0,2 0-8 15,-2 1 11-15,-1 4-4 0,1 1-7 0,-3 5 1 16,3-7-3-16,-3 7-2 0,0 0 2 0,0 0-6 15,11 20 8-15,-10-7-7 0,6 4 6 0,-4 9-1 16,0-7-3-16,4 4-8 0,-2-2 10 0,1 3 0 16,0-5-1-16,1 0-23 0,-1-2-19 0,1-1-23 15,0 0-26-15,1-2-35 0,-2 1-33 0,-1-5-35 16,1 0-37-16,-1-2-129 0,-3 0-386 0,3-2 170 16</inkml:trace>
  <inkml:trace contextRef="#ctx0" brushRef="#br0" timeOffset="40521.78">22982 1555 128 0,'0'0'198'16,"2"-9"-15"-16,-2 9-25 0,0 0-6 15,8-3 6-15,-8 3-7 0,0 0-14 0,5 16-6 16,-4-7 1-16,2 1-10 0,-2 0-14 0,2 3-5 0,-2-1-8 16,3-1-8-16,-2 0-8 0,0 0-9 0,-1-4-6 15,1 2-3-15,-2-3-6 0,0-6-2 0,5 10-3 16,-5-10 10-16,3 3 12 0,-3-3-1 15,0 0-18-15,0 0 12 0,12-11-9 0,-7 3-3 16,2-7-3-16,2 0-3 0,0-4-7 0,3-3-2 16,3 0-7-16,-2-1 2 0,2 1-8 0,-2 6 2 15,1 4-5-15,-1-1-6 0,-4 4-7 0,0 2 3 16,-3 4-9-16,4-1 5 0,-2 6-3 0,-8-2-11 16,17 9 9-16,-8 1 0 0,-1 3 3 0,-1-2 2 15,-1 7-13-15,-2-7-20 0,1 14-25 0,-1-6-32 16,0-1-28-16,-2 1-55 0,2-2-66 0,-3 0-206 15,3-2-472-15,0-3 209 0</inkml:trace>
  <inkml:trace contextRef="#ctx0" brushRef="#br0" timeOffset="41298.15">23654 1469 157 0,'-12'-7'235'0,"-4"3"-10"0,-1 2-9 0,-3 5-11 15,-2 3-10-15,3 3-20 0,-8 5 5 0,3-1-17 16,1 5-13-16,5 1-10 0,-3-2-17 0,3 2-10 16,8-4-14-16,4 1-6 0,1 2-18 0,1-7 0 15,5 4-3-15,-1-2-10 0,4-2-7 0,2 3-1 16,2-4-8-16,1-1-5 0,9-3-11 16,1-1-7-16,0-2-17 0,3-4 7 0,-2 1 1 15,-2-7-5-15,1 1-1 0,-2-5 2 0,1-3-2 16,0-5-2-16,0-1 0 0,-3-5 0 0,-5-1 0 0,1-4 0 15,-3-1-2-15,-1 2 2 0,-2-3-5 0,-4-1 4 16,2 0 2-16,-8 0-8 0,3 1 20 16,-3 1-10-16,1 5 31 0,-1 10 10 0,2-1-2 15,0 7 6-15,2 1-11 0,-2 0-10 0,3 9 2 16,-4-10-17-16,4 10 4 0,0 0 1 0,0 0-10 16,-11 20-5-16,7-1 3 0,0 9 1 0,2 1 2 15,-2 7-1-15,0-2 1 0,3 1-4 0,1 10 4 16,1-9-5-16,0-5-1 0,3 1 4 0,2-4-4 15,4-2-2-15,-2-2 0 0,4-1 0 0,-1-8-1 16,2-1 0-16,5-1-7 0,-4-1 6 0,5-2 6 16,-2-2-4-16,3-2 1 0,1-4-9 0,-3-1 0 15,3-1-2-15,0-6-24 0,-2-1 20 0,6-3-3 16,0-3-11-16,-9 3 4 0,6-7-10 0,-2-1-5 16,-8 2 17-16,-2 0-3 0,2-2 5 0,-3 1 0 15,-2-5-1-15,0 4 2 0,-2 2 2 0,-4 4-4 16,0 1 6-16,-1 1-1 0,0 10 2 0,-2-17 0 15,2 17-1-15,-2-9 3 0,2 9-5 0,0 0 4 16,0 0-3-16,0 0 5 0,-30 15-2 0,21-4 3 16,0 4 1-16,1 0-4 0,2 1 3 0,-2-2-3 15,6 1 4-15,-1-3-2 0,2 0 0 0,1 4 5 16,3-7 0-16,-1 1 1 0,3-2 0 0,-1 2-5 16,2-1 6-16,-6-9-4 0,11 7 1 0,-5-2-8 15,4-2 12-15,0 0-8 0,-10-3 9 0,21 0 0 16,-13 0 3-16,-8 0-6 0,20-6 5 15,-11 2-2-15,-3 0-16 0,3 1 13 0,-1-3-5 16,0-1 0-16,-2-4-3 0,-1 1-1 0,0 1-3 16,3-1 5-16,-3 0 2 0,0 2-4 0,2 1 0 15,-2-2 2-15,1 1-9 0,-6 8 4 0,6-7 3 0,-6 7-1 16,10-7-2-16,-10 7 0 0,0 0 3 0,0 0-2 16,21 10 0-16,-16-5 1 0,3 2 4 15,-2 2-4-15,2 1 8 0,-3 0-4 0,0-1 3 16,0 6 1-16,-1-4-9 0,0 2-17 0,2-1-29 15,-1-1-33-15,3-1-39 0,-4 0-56 0,2-3-56 16,2 1-159-16,3-4-432 0,-11-4 193 0</inkml:trace>
  <inkml:trace contextRef="#ctx0" brushRef="#br0" timeOffset="41676.08">24936 1421 147 0,'-12'-4'261'0,"1"4"-16"0,-6-1-20 0,-2 4-10 16,-1 2-13-16,-6 6-16 0,4 3-16 0,-1 6-16 15,2 0-11-15,4 2-17 0,4-6-13 0,5 3-13 16,2-3-8-16,3-4-15 0,3 5 3 16,3-5-8-16,3-2-6 0,2 3-6 0,0-2-10 15,6-2-7-15,2-2-8 0,3-1-10 0,2-3 0 16,-1-1-5-16,2-4-7 0,0 1 1 0,-3-4-2 15,1-2 1-15,0 0-2 0,-5 0 1 0,0-5-4 16,-3 0 5-16,-3-2-9 0,1 0 4 0,-6-1 2 16,-2-2 10-16,1 5 5 0,-2 2-1 0,-1-3 17 15,0 13 0-15,3-15-4 0,-3 15-3 0,0-10-13 16,0 10 0-16,0 0-4 0,0 0-3 0,0 0-2 16,0 0 2-16,0 0-12 0,-8 36 1 0,8-22 12 15,0-3-4-15,1 5 2 0,2 1-3 0,-1 0 2 16,5 0-3-16,-1-3-20 0,3-4-31 0,0 6-17 15,3-5-18-15,3 3-27 0,-2-9-23 0,5 3-28 16,-2-5-42-16,5-2-53 0,-1-2-154 0,-7-1-438 16,6-4 193-16</inkml:trace>
  <inkml:trace contextRef="#ctx0" brushRef="#br0" timeOffset="41887.93">25385 1360 46 0,'2'-26'247'0,"0"1"-6"0,-4 7-6 16,2 1 12-16,-2 5-2 0,0 1-2 0,-1 2-13 15,3 9-19-15,0 0-27 0,-1-15-27 0,1 15-12 16,0 0-11-16,0 0-4 0,0 0-1 16,-5 58-9-16,0-30-4 0,1 8-9 0,-1 12-9 15,1 1-5-15,0-1-11 0,1-12-6 0,-1 11-10 16,-2 0-5-16,1-12-7 0,0 11 0 0,2-12-6 16,1 1-18-16,2-2-22 0,-4-3-33 0,2 0-27 0,0-3-35 15,0-2-25-15,-1-7-43 0,3-3-42 16,0-1-64-16,0-14-231 0,0 0-532 0,0 19 236 15</inkml:trace>
  <inkml:trace contextRef="#ctx0" brushRef="#br0" timeOffset="42096.65">25363 1647 1809 0,'11'-31'60'0,"4"-1"44"16,-1 9-30-16,1-1-28 0,-4 8-7 0,2 1 12 15,-3 1-3-15,0 6 2 0,0-1-4 0,1 4 1 16,8 2 1-16,-10 2 5 0,-9 1 0 0,23 6-2 15,-12 1 0-15,2 2-6 0,-2 5 2 16,-5-3-9-16,4 5 1 0,-5-2-1 0,-3 3-3 0,0 0-3 16,-6-2-5-16,-1 2-3 0,-7-2-19 0,4 3-10 15,-1-3-22-15,-7-2-25 0,1 0-31 0,-2-4-50 16,0-3-63-16,1 1-215 0,-1-5-445 0,5 1 197 16</inkml:trace>
  <inkml:trace contextRef="#ctx0" brushRef="#br0" timeOffset="42327.86">25684 1400 2505 0,'8'-19'101'0,"2"2"-17"0,-1 2-16 0,-5 4 6 15,1 1-15-15,-1 2-18 0,-2 1-4 0,-2 7-19 16,0 0-14-16,0 0 23 0,0 0 26 0,0 0 12 16,0 0 19-16,12 24 1 0,-8-6 17 0,-3 2-10 15,1 3-4-15,-2 5-4 0,2 2-10 0,-4 1 7 16,0-1-13-16,-1 2 1 0,1-3-11 0,-2 0-6 15,-1 3 0-15,-2-6-15 0,1 3 6 0,1-3-15 16,-1-1-31-16,-2-1-35 0,2-8-35 0,1 4-31 16,1-5-28-16,-1 2-30 0,1-6-43 0,-1-1-48 15,-1-2-55-15,6-8-185 0,-12 12-534 0,12-12 237 16</inkml:trace>
  <inkml:trace contextRef="#ctx0" brushRef="#br0" timeOffset="42531.03">25711 1549 8 0,'18'-17'236'16,"-2"2"-6"-16,-1 1-2 0,3 5-5 0,-4-2-23 16,1 3 1-16,-2 5-18 0,0 0-14 0,-3 1-15 15,-10 2-9-15,23 7-14 0,-14-3 1 0,2 3-16 16,-2 0-4-16,-2 3-8 0,-1-1-7 0,-2 3-4 16,-3-1-3-16,1 1-11 0,-2 5-4 15,-4-5-6-15,-5 4-8 0,0-2-22 0,-3 0-21 16,-3-1-30-16,-1 0-29 0,-2-3-35 0,0 0-46 15,1-4-53-15,3-2-75 0,1-1-170 0,13-3-454 16,-19-3 200-16</inkml:trace>
  <inkml:trace contextRef="#ctx0" brushRef="#br0" timeOffset="42737.97">26034 1376 84 0,'2'-10'313'0,"-2"10"-19"16,8-9-9-16,-8 9-23 0,4-8-22 0,-4 8-23 15,0 0-23-15,4-7-21 0,-4 7-8 0,0 0 1 16,0 0-12-16,7 28-11 0,-5-11-11 0,0-2-14 16,0 6-11-16,-2 4-7 0,0 2-9 15,0-6-9-15,0 7-8 0,0-1-2 0,-2-3-9 0,2 2-17 16,-4-8-34-16,2 0-32 0,-1-2-42 0,2 1-45 16,1-6-57-16,1 1-75 0,0-4-261 0,-1-8-541 15,0 0 240-15</inkml:trace>
  <inkml:trace contextRef="#ctx0" brushRef="#br0" timeOffset="42916.16">26232 1510 104 0,'3'-10'262'16,"-3"10"-29"-16,0 0-24 0,8-8-12 0,-8 8-7 16,0 0 2-16,0 0-9 0,0 0-11 0,0 0-14 15,7 35-16-15,-7-23-14 0,0-12-8 0,2 28-11 16,-2-12-11-16,2-5-16 0,-4 2-25 0,4 1-42 15,3-2-37-15,-5-12-47 0,3 19-62 0,-3-19-78 16,2 13-161-16,-2-13-402 0,0 0 178 0</inkml:trace>
  <inkml:trace contextRef="#ctx0" brushRef="#br0" timeOffset="43065.51">26239 1345 78 0,'4'-17'139'0,"-4"17"-36"0,0 0-47 16,0 0-64-16,0 0-54 0,0 0-66 0,19 34 29 15</inkml:trace>
  <inkml:trace contextRef="#ctx0" brushRef="#br0" timeOffset="43328">26465 1578 230 0,'14'-4'243'0,"-5"-3"-8"0,9-1-6 0,-3-2-8 16,-2-1-14-16,2 0-8 0,-4-3-21 0,3 3-13 15,-4 0-11-15,2-3-16 0,-5 6-9 0,1-2-2 16,-3 2-17-16,-3 0 1 0,-2 8-16 0,4-13-5 16,-4 13-11-16,0 0-7 0,0 0-12 0,-11-14-4 15,11 14-12-15,-20 1 2 0,5 3-8 0,-4 4-13 16,0 2 5-16,-4 4-2 0,0 2-2 0,4 3 1 15,5-4-7-15,3 2-2 0,4 0 4 0,2-3-8 16,1 2-5-16,4-3-17 0,6-1-19 0,2 1-31 16,2-1-15-16,7-3-37 0,-2 0-39 0,12-1-52 15,0-4-68-15,-4-2-161 0,3-2-467 0,-5 0 207 16</inkml:trace>
  <inkml:trace contextRef="#ctx0" brushRef="#br0" timeOffset="43758.11">26942 1471 39 0,'4'-9'253'0,"-4"9"-2"16,0-15 2-16,0 15-12 0,-2-12-14 0,2 12-22 16,-7-6-13-16,7 6-20 0,0 0-3 0,0 0-9 15,-35 10-2-15,16-1-15 0,3 3-10 0,3 2-8 16,-5 0-14-16,7 0-7 0,0 1-14 0,-1 1-7 0,4 0-6 16,1-2-15-16,3-2 0 0,2 0-5 0,-2-1-5 15,4 1-6-15,0-12-6 0,8 18-1 16,-6-12-10-16,-2-6-1 0,13 9-6 0,-3-6-4 15,0 0-3-15,-10-3-7 0,21-2-4 0,-21 2 3 16,20-5-1-16,-12-4-2 0,2 0 5 0,-1 0-7 16,0-5 0-16,0-2 1 0,0-1-4 0,-3-2 3 15,1-7-2-15,2-1-1 0,-2 1 2 0,0-3 3 16,-3 1 0-16,0 0 3 0,-1 2-1 0,2 0 11 16,-3 0 21-16,-2 11 10 0,2 2 8 0,0 3-1 15,-2 10 11-15,2-14 0 0,-2 14-9 0,1-12-10 16,-1 12-8-16,0 0 4 0,0 0-11 0,0 0-1 15,0 0-13-15,0 0 11 0,0 0 5 0,-7 45-3 16,7-27-8-16,-8 0 15 0,6 0 0 0,0 2 2 16,0-1-2-16,0-2-9 0,0 1-5 0,0-1 3 15,2-1-9-15,-1 1 4 0,-1 1-2 16,2-2-5-16,0-1 2 0,0-1-1 0,2 0-12 0,-2-14-6 16,-2 20-31-16,2-20-43 0,0 12-42 0,0-12-46 15,0 13-43-15,0-13-44 0,2 10-57 0,-2-10-299 16,0 0-657-16,0 0 290 0</inkml:trace>
  <inkml:trace contextRef="#ctx0" brushRef="#br0" timeOffset="44084.02">27716 1234 2381 0,'7'-15'-10'16,"-2"-1"77"-16,-4 0-23 0,-1 3 3 0,-4-2 20 15,0 4-27-15,2 1 18 0,-1 1 15 0,3 9 6 16,-6-13 1-16,6 13-4 0,-6-11-1 0,6 11-17 16,0 0-3-16,-8-3-7 0,8 3-4 0,0 0 2 15,-18 28-7-15,7-10 8 0,0 8-3 0,2 2-3 16,-1 0 8-16,0 4-6 0,1 0-3 0,0 0 3 16,0 1-8-16,0 1-5 0,5-1 1 0,-1 3 0 15,-2-4-7-15,5 3-3 0,-3-2 4 0,5-1-3 16,-4-3-4-16,6 1 1 0,-4-2-2 0,2 0 0 15,-2-2 0-15,2-2-15 0,0-8-3 0,2 1-13 16,-2-3-29-16,0-14-31 0,-2 23-19 16,0-14-18-16,2-9-6 0,-1 13-15 0,1-13-17 15,0 0-35-15,-10 9-29 0,10-9-34 0,0 0-188 16,0 0-470-16,0 0 209 0</inkml:trace>
  <inkml:trace contextRef="#ctx0" brushRef="#br0" timeOffset="44355.93">27418 1568 66 0,'0'0'183'0,"0"0"-23"0,2-19-13 16,-2 19-18-16,10-12-8 0,0 5-6 0,1 2-8 16,8-1-4-16,1 3-9 0,11-2-7 0,1 1-5 15,0 0-7-15,1-1-7 0,1 1-1 0,-3 4-8 16,1-3-6-16,-1-1 1 0,-6 0-6 0,-4-2 3 16,-2 1 8-16,-3 2 3 0,2-2-6 0,-5 1 9 15,-1-1 9-15,-1 2 8 0,-11 3-1 0,18-13-7 16,-10 8 4-16,-8 5 9 0,9-8 5 0,-9 8 5 15,10-7-7-15,-10 7-6 0,0 0-10 0,0 0-15 16,10-7-6-16,-10 7 1 0,0 0-21 16,0 0 2-16,0 0-4 0,0 0 2 0,0 0-10 0,3 35 1 15,-3-35-3-15,0 28 1 0,2-12-21 0,-2 1-32 16,0-4-43-16,0 4-41 0,0-17-54 0,0 22-88 16,0-7-205-16,0-15-499 0,2 19 221 0</inkml:trace>
  <inkml:trace contextRef="#ctx0" brushRef="#br0" timeOffset="44513.21">27988 1263 67 0,'0'0'169'15,"0"0"-32"-15,0 0-37 0,0 0-62 0,0 0-41 16,7 42-82-16,-5-24-92 0,5 1 41 0</inkml:trace>
  <inkml:trace contextRef="#ctx0" brushRef="#br0" timeOffset="44781.59">28215 1525 135 0,'0'0'186'0,"16"-10"5"15,-7 3-1-15,-2 0-17 0,-1-2-8 16,2 1-14-16,-2-2-14 0,0 1 3 0,-1 2-10 0,-2 0-14 15,1 1-6-15,-4 6-14 0,4-17 1 16,-4 17-6-16,0-11-1 0,0 11-5 0,0 0-12 16,-5-14-4-16,5 14-14 0,-9-5-1 0,9 5-4 15,-14 0-5-15,14 0-2 0,-25 11-4 0,10-4-3 16,1 3-7-16,4-2 1 0,-3 4 0 0,2 2-6 0,-1 1 4 16,6 4-7-16,-1-5-2 0,3 2 2 15,6-4-3-15,-2 4 2 0,7 0-10 0,-1-5-23 16,6 2-29-16,3-1-36 0,1-3-38 0,4-1-57 15,7-1-55-15,-6-2-164 0,1-5-424 0,-2-1 188 16</inkml:trace>
  <inkml:trace contextRef="#ctx0" brushRef="#br0" timeOffset="44997.7">28569 1207 114 0,'2'-16'274'0,"-3"6"-4"0,0-1-16 0,1 11-21 15,0-11-32-15,0 11-19 0,0 0-21 0,0 0-12 16,0 0-8-16,0 0-9 0,-8 35 0 0,7-9-13 16,0 0-9-16,-2 3-5 0,0-1-9 0,0-1-2 15,3 2-10-15,0 0-7 0,0-1-4 0,2-2-10 16,1 1-6-16,-1-4-9 0,2-2-36 0,-2-2-46 16,5-2-41-16,-2-1-43 0,3-1-56 0,-3-4-46 15,5-1-207-15,-10-10-462 0,17 15 204 16</inkml:trace>
  <inkml:trace contextRef="#ctx0" brushRef="#br0" timeOffset="45410.14">28939 1439 160 0,'-6'-16'228'0,"6"16"-2"16,-12-16-11-16,3 10-17 0,-3 2-6 0,12 4-13 15,-23-3-4-15,6 6-11 0,0 1-9 0,0 5-9 16,-2 0-4-16,2 3-9 0,0 2-5 0,1-1-16 15,4 1-7-15,1 1-7 0,0 0-13 0,1-1-13 16,4 2-1-16,1-4-8 0,2-1-8 0,3-11 1 16,3 19-8-16,-3-19 0 0,10 17-6 0,-3-12-6 15,4 0-8-15,2-2 0 0,-13-3-12 0,30 0-5 16,-12-5-3-16,-6 2-2 0,2-4 1 0,1-3-1 16,2-3-4-16,-4-2 5 0,-1 0-4 15,-2-2-2-15,3-8 0 0,1 2 3 0,-9-3 0 16,4-2-5-16,-4 0 12 0,3-2-11 0,-4 0 4 15,2-1 7-15,1 0 5 0,-5-2 12 0,1 5 3 16,1 3 17-16,-2 9 20 0,-2-1 14 0,4 6 2 16,-4 11-3-16,2-18-13 0,-2 18-8 0,0 0-24 15,0 0-2-15,0 0-4 0,0 0-1 0,0 0 0 16,0 0-8-16,-17 62 0 0,9-32 4 0,0-2-2 16,4 1-2-16,1 1 0 0,0 2-5 0,4-3 7 15,-1 0 1-15,2 0-9 0,3 0 6 0,1-1-37 16,3-5-34-16,-1 1-51 0,-4-6-56 0,4 2-53 15,2-5-54-15,-3-1-61 0,-2 2-229 0,3-7-600 16,-8-9 266-16</inkml:trace>
  <inkml:trace contextRef="#ctx0" brushRef="#br0" timeOffset="45543.9">29178 1598 207 0,'0'0'251'0,"0"0"-23"0,8-7-20 0,-8 7-30 15,0 0-40-15,0 0-48 0,0 0-55 0,0 0-78 16,0 0-173-16,0 0-233 0,0 0 103 0</inkml:trace>
  <inkml:trace contextRef="#ctx0" brushRef="#br0" timeOffset="48138.63">4645 2672 147 0,'-9'-2'202'16,"-4"2"-16"-16,-3 3-8 0,-5 5-12 0,-3 7 2 15,-4 4 1-15,-3 4-16 0,-5 13-2 16,2 1-8-16,2 3-9 0,1 4-8 0,4 8-2 16,5-3-12-16,3 1-9 0,3-1-5 0,7-4-9 15,4-10-10-15,3 0-8 0,2-2-8 0,4-1 1 16,5 0-7-16,2-1-6 0,5-3-5 0,2-2-4 16,1-4-5-16,7 1-4 0,2-4-30 0,3-2-18 15,1-3-34-15,1-3-33 0,1 0-56 0,1-6-51 0,1-2-53 16,-2-3-138-16,-3-2-412 0,3-2 182 15</inkml:trace>
  <inkml:trace contextRef="#ctx0" brushRef="#br0" timeOffset="48383.43">5266 2775 118 0,'0'0'222'0,"4"-12"-20"0,-4 12-18 0,8-4-18 16,1-2-16-16,3 2-12 0,6-1-16 0,9-5-12 16,1 3-9-16,3-3-10 0,6 3-9 0,-1-2-8 15,-2 2-5-15,-2 0-5 0,-2 1-9 0,-4 0-13 16,-8 4-22-16,1-1-28 0,-1-1-27 0,-7 3-32 16,-11 1-15-16,16-3-28 0,-16 3-9 0,10 0-1 15,-10 0-4-15,0 0 1 0,0 0 2 0,0 0-63 16,0 0-199-16,0 0 88 0</inkml:trace>
  <inkml:trace contextRef="#ctx0" brushRef="#br0" timeOffset="48569.63">5613 2672 562 0,'-20'2'-39'0,"0"2"20"16,-2-3 27-16,3 1 17 0,0 0 23 0,-2 0 8 16,6 2 14-16,1-4 10 0,4 2-1 0,-1 2-7 15,0 2 2-15,1 0 2 0,1 2 0 0,-3 4 26 0,3 4 1 16,2 2 4-16,-5 9 3 0,3-1-3 16,2 2 0-16,1 1 0 0,0 2-9 0,1 0 1 0,5 0 4 15,-2-1-3-15,-1 1-7 0,0-3-6 16,3 1-5-16,-1-1-12 0,2-1-4 0,-1-2-6 15,0-8 3-15,0 2-13 0,2 0-4 0,-1-3-20 16,-1-1-23-16,1-1-28 0,1-5-34 0,-2-9-34 16,1 17-42-16,-1-17-35 0,2 10-38 0,-2-10-171 15,0 0-408-15,0 0 181 0</inkml:trace>
  <inkml:trace contextRef="#ctx0" brushRef="#br0" timeOffset="49073.35">5348 3005 1846 0,'0'0'51'0,"4"-10"-37"0,-4 10-16 0,5-7-1 0,-5 7 3 16,0 0 4-16,22-7-5 0,-10 3-7 0,9 1 14 16,-1 0-3-16,12-3 2 0,-1 3-4 0,6-3 0 15,-1 0-7-15,1 2-12 0,16-5-14 0,-18 5-2 16,2-5-20-16,14 1-10 0,-12-2-7 0,-4 2-8 16,2 1 3-16,-2-5 4 0,1 2 6 15,-3-3 8-15,-4 0 5 0,-1 2 35 0,-6-4-4 16,-5 4 19-16,-3 0 6 0,1-2 30 0,-7 4 23 15,0-1 23-15,-2 2 14 0,-1-1-1 0,-5 9-2 16,1-16-3-16,-1 16-2 0,0 0-5 0,-6-13-8 16,6 13-4-16,0 0 2 0,-17 3 3 0,17-3 3 15,-16 14 6-15,3-1 8 0,0 3-6 0,-5 3 0 16,3 4-12-16,5-7-10 0,2 2-4 0,3 0-7 16,1 0 0-16,0-1-8 0,3-4-4 0,1-13 1 15,11 26-6-15,-4-15-6 0,1 0 1 0,5 0-7 16,-1-5-7-16,6 1-4 0,-1-5-5 0,2 3-6 15,-3-1 1-15,-4-4-3 0,-1 0 2 0,-11 0 4 16,16-4 3-16,-16 4-1 0,10-5-4 0,-10 5-2 16,4-6 0-16,-4 6 2 0,0 0-3 0,0 0 1 15,-5-17 1-15,5 17-3 0,0 0 10 0,-18-3-2 16,18 3 3-16,-21 3 1 0,21-3 7 0,-24 9-2 16,9 0 5-16,-1 2 2 0,2 2 4 0,1-1-2 15,1 2 1-15,2 1-2 0,1 2-1 0,3-5-1 16,2 4-1-16,2-4-6 0,2 5 4 0,0-5-2 15,0-12 3-15,10 26-6 0,1-15 2 0,1-3-21 16,5 0-21-16,12-1-26 0,1-4-35 16,4 1-30-16,3-5-47 0,14-5-53 0,-14 3-41 15,16-5-174-15,-3-4-469 0,-17 1 208 0</inkml:trace>
  <inkml:trace contextRef="#ctx0" brushRef="#br0" timeOffset="49404.37">6775 2707 14 0,'-2'-11'278'16,"2"11"-27"-16,0 0-18 0,0 0-23 0,2-15-19 15,-2 15-17-15,11-7-19 0,1 4-16 0,5-2-13 16,4 3-13-16,7-3-10 0,0 1-13 0,0 2-13 16,-8 1-32-16,3 0-22 0,-1-1-27 0,-3 4-25 15,-5-1-26-15,4-1-31 0,-5 1-13 0,-4-1-23 16,-9 0-2-16,14 0 6 0,-14 0 10 0,0 0 7 15,0 0 11-15,0 0 13 0,0 0 18 0,0 0 26 16,0 0 23-16,0 0 14 0,-30 11 24 16,30-11 16-16,-10 2 3 0,10-2 1 0,-9 5-3 15,9-5 8-15,-7 10 18 0,0 0 16 0,2 5 8 0,-2 3 7 16,-1 5 11-16,0 4 3 0,1 2-5 0,0-2-7 16,2-1-8-16,0-1-6 0,4 1-10 0,-1 5-6 15,2-5-7-15,2 1-5 0,3-1-4 16,-3 1-19-16,7-1-44 0,-1-7-41 0,2 6-53 15,-1-9-76-15,0 3-228 0,0-4-436 0,0 0 192 16</inkml:trace>
  <inkml:trace contextRef="#ctx0" brushRef="#br0" timeOffset="49861.78">7673 3020 129 0,'20'-17'252'15,"-3"5"0"-15,2-6-1 0,0 0-4 0,-5 4-15 16,-1-2-6-16,1 2-16 0,1-8-19 0,2 2-18 16,-7 3-15-16,2 0-13 0,-2 3-13 0,-2 0 0 15,-3 4-10-15,1 0-7 0,-2 2-5 0,-4 8-3 16,6-11-15-16,-6 11-9 0,5-7-13 0,-5 7-5 16,0 0-18-16,0 0-1 0,0 0-8 0,0 0-2 15,-13 33 6-15,5-18 9 0,3 0-16 16,-1 1-2-16,1 1-6 0,3-1-1 0,0-1-9 15,1 1 4-15,1-3-1 0,4-2 3 0,-4-11-3 16,10 18 2-16,-3-12-8 0,4-2-3 0,-1 2-9 16,4-6-8-16,3 0-13 0,2-2-13 0,2-2 0 0,-3-2 4 15,2-1 0-15,-5 0-4 0,2-2 1 0,-7-1 8 16,2-2 0-16,-1 0 4 0,-2-2 0 16,-2 1 1-16,-1-2 4 0,-1 3-2 0,-3 0-1 15,1 1 10-15,0 1 9 0,-3 10 6 0,1-15 6 16,-1 15-4-16,2-9-6 0,-2 9 4 0,0 0 1 15,0 0 11-15,0 0 4 0,0 0 5 0,0 0 5 16,-20 42-2-16,12-25 1 0,1 1 4 0,0-1-6 16,0 2-6-16,-1 3 1 0,3-3 1 0,1 0 1 15,1-2-8-15,2 2 3 0,0-2-10 0,1-1-28 16,0 2-31-16,0-7-37 0,0 5-37 0,0-16-43 16,1 23-49-16,2-16-69 0,-3-7-252 0,0 0-578 15,0 0 255-15</inkml:trace>
  <inkml:trace contextRef="#ctx0" brushRef="#br0" timeOffset="50053.12">7817 2617 2807 0,'-5'-10'46'16,"-1"1"17"-16,3 3-34 0,-1-1-17 15,4 7-5-15,-5-9-5 0,5 9-6 0,-4-6 3 16,4 6-1-16,0 0 2 0,0 0-10 0,0 0-21 0,0 0-26 15,0 0-25-15,0 0-69 0,7 34-78 0,-5-26-172 16,7 1-432-16,-3 0 192 0</inkml:trace>
  <inkml:trace contextRef="#ctx0" brushRef="#br0" timeOffset="50823.96">9055 2639 97 0,'0'0'215'0,"-1"-10"-24"0,1 10-26 16,0 0-19-16,0 0-16 0,0 0-10 16,0 0-1-16,0 0 4 0,-1 44-5 0,-6-16-2 0,4 3-9 15,-2 3-5-15,0-2-14 0,-1 3-3 16,1 0-11-16,1-3-8 0,0-4-5 0,2-3-3 0,1-4-7 16,-3-1-2-16,3-4-7 0,-2 1-1 0,2-7-4 15,0-3 3-15,1-7 2 0,-3 16 3 0,3-16 7 16,-1 8 10-16,1-8 15 0,0 0 2 0,-4 10-2 15,4-10-2-15,0 0-7 0,0 0-7 16,0 0-8-16,0 0-4 0,10-34-7 0,-1 17-7 16,2 1-6-16,11-4-5 0,0 1-5 0,6 3-7 15,5 1-1-15,-3 5-6 0,-2 2-2 0,-6 4-2 16,0 2-2-16,-2 4 6 0,-1 0-4 0,-1 5-3 0,-3 1 1 16,-3-1 0-16,2 6-1 0,-8 2-1 15,-1 1 4-15,-1-1-1 0,-5-3 4 0,-4 7-2 16,-4 5-3-16,-8-2-1 0,3-7 2 0,-8 6 2 15,-4-6-7-15,-4 0 1 0,1-1-4 0,-1-3 3 16,3-3-19-16,0 1-10 0,7-4-22 0,1-2-26 16,6-1-29-16,0-2-41 0,13 0-52 0,-16-5-48 15,16 5-153-15,-9-9-438 0,9 9 193 0</inkml:trace>
  <inkml:trace contextRef="#ctx0" brushRef="#br0" timeOffset="51388.1">9605 2853 193 0,'0'0'188'0,"0"0"-8"16,0 0-5-16,0 0-2 0,-27-4-1 0,13 12 0 15,-4 1-5-15,0 3-10 0,-2 5-8 0,1 2 3 16,5-5-19-16,-2 0-14 0,6 0-13 0,-1-1-6 16,4 2-12-16,2-3-6 0,1 0-11 15,2 0-3-15,0 0-7 0,4-1-8 0,0-2-1 16,1 1-5-16,2-2-5 0,1-3-2 0,3 2-2 15,0-4-21-15,4-1-7 0,0-1-6 0,5-4-3 0,1 0 1 16,-3-5 0-16,0 0 0 0,-1 1-5 16,-3-5 5-16,0 3-2 0,0-4 0 0,-4 2 3 15,1-2-3-15,-6 1 4 0,0 0-2 0,1 0 7 16,-3 0 4-16,0 2 3 0,0 1 7 0,-1 3-3 16,0 6-1-16,2-11-11 0,-2 11-4 0,0 0-1 15,0 0 0-15,0 0-2 0,0 0 6 0,0 0-1 16,-12 31 3-16,11-14-4 0,-3-1 4 0,3 1-1 15,1-2-2-15,1 0 2 0,2-4 8 0,-3 2-8 16,7-3 1-16,0 0 0 0,0 0 1 0,4-3 0 16,0 0 1-16,2-4-3 0,5-1 0 0,-1-2-4 15,3-3 0-15,0-1 0 0,1-5-4 0,-2 2 4 16,4-8-5-16,-8 3 3 0,2 2-4 0,-3-4 0 16,-4-3-1-16,0-2-1 0,2-2 2 0,-6 1-3 15,2-3 1-15,-6 3 4 0,0 5-3 0,-1-2-5 16,2 4 9-16,-2 3 11 0,-1 3-4 0,0 7-5 15,0-12-4-15,0 6 0 0,0 6-3 0,0 0-2 16,0 0 3-16,0 0-4 0,0 0 3 16,0 0 3-16,-7 30 7 0,1-13 4 0,4 1 17 0,-3 1-3 15,1-1 4-15,-1 6-8 0,1 1 3 0,0-5 3 16,0 5-2-16,-1-5-4 0,1-3-5 0,2 1-15 16,0 0-26-16,1-3-19 0,-2-5-22 0,2 2-20 15,1-2-30-15,0-10-41 0,1 16-43 0,-1-16-38 16,2 9-187-16,-2-9-461 0,0 0 204 15</inkml:trace>
  <inkml:trace contextRef="#ctx0" brushRef="#br0" timeOffset="51565.97">10033 2898 78 0,'4'-6'228'0,"-4"6"-13"0,6-11-16 0,-6 11-16 0,6-7-25 15,-6 7-9-15,3-6-19 0,-3 6-15 16,0 0 6-16,0 0 3 0,12 19 6 0,-7-8-15 15,-1 5-8-15,0 0-10 0,-2 1-9 0,2 8-11 16,-3-6-28-16,3 0-30 0,-3-1-45 0,-1 1-50 16,0 0-53-16,-1 0-80 0,-5-1-115 0,3-1-351 15,2-2 155-15</inkml:trace>
  <inkml:trace contextRef="#ctx0" brushRef="#br0" timeOffset="51729.83">10036 2788 2330 0,'-7'-15'-7'0,"6"3"12"15,-4 2-14-15,4 3-41 0,1 7-20 0,0 0 7 16,0 0-18-16,0 0-23 0,0 0-34 0,20 15-165 16,-13-5-327-16,3 3 146 0</inkml:trace>
  <inkml:trace contextRef="#ctx0" brushRef="#br0" timeOffset="51957.07">10638 2806 208 0,'-20'5'220'0,"-8"5"-1"0,1 1 5 15,1 0-10-15,3 5-6 0,1-1-11 0,1 2-12 0,7-3-16 16,0 0-19-16,7 3-14 0,-2 0-11 0,1 8-7 15,4-5-14-15,3-1-9 0,4-6-9 16,2 4-18-16,3-1-27 0,4 0-31 0,0-3-27 16,4-2-35-16,3-1-27 0,7-2-47 0,1-4-28 15,0-4-30-15,2-1-12 0,0-2-133 0,-2-1-355 16,1-4 158-16</inkml:trace>
  <inkml:trace contextRef="#ctx0" brushRef="#br0" timeOffset="53175.25">10809 3030 568 0,'14'-22'-18'15,"-4"5"6"-15,2-7 37 0,-6 6 3 0,0-1 15 16,-2 1 14-16,-3 3 37 0,1-1 13 0,-2 4 8 15,-3 2-10-15,1 2-1 0,-2 3-6 0,4 5-7 16,-9-6-1-16,9 6 1 0,-17 3 3 0,6 5 3 16,-2 3 1-16,-4 2 0 0,3 0-10 0,-3 8-6 15,4-9-10-15,1 4-4 0,3-1-9 0,2-1-3 16,3 2-8-16,-1-4-1 0,5 0-7 0,0-1 0 16,2-1-4-16,2 0 1 0,0-4-6 0,4-3 4 15,2 0-2-15,1 0-6 0,1-3 2 0,2-1-3 16,-1-1-7-16,-1-4 4 0,2-4-4 15,-1 0 1-15,0-2-3 0,-1 2 0 0,-6 0 0 0,1-3-9 16,0 4 6-16,-3-4-6 0,1 4 11 0,-2-1 7 16,-2 3 3-16,1 1-1 0,0-1 2 0,-2 7-6 15,2-8-5-15,-2 8-5 0,0 0-4 0,0 0 0 16,0 0-4-16,0 0-3 0,0 0 4 0,-11 25-3 16,5-13-2-16,1 2 2 0,3-1 1 15,-2 5-2-15,3-3-1 0,-3-2 4 0,4-2-6 16,4 2 6-16,-2-1-1 0,2-4-1 0,-1 3-1 15,2-3 5-15,1 1 0 0,7-3 1 0,-2-2 5 0,7-2-8 16,-1-2 2-16,1-4-4 0,0 0 5 16,1-6 3-16,-1 0-3 0,-2-3-6 0,1 0 2 15,1-6 0-15,-2-1 0 0,-1-3-4 0,-1-2 2 16,-5 2 8-16,0-4-8 0,-3 0 0 0,-1-2 0 16,-3-3 0-16,1 2-1 0,-3-4 4 0,0 1 6 15,0-3 11-15,-4 5 15 0,-1-1-6 0,3 4 4 16,-1 9 0-16,3 4 18 0,-2 4-2 0,0 3 5 15,2 3-21-15,0 5-9 0,-2-12-5 0,2 12-6 16,0 0-5-16,0 0 2 0,-3 32 5 0,1-3 4 16,0 3-2-16,-2 0-1 0,4 4 6 0,-3 11-8 15,1-12 5-15,2 1 12 0,0-2-14 0,0 1 2 16,0-4-8-16,4-1 7 0,1 1-1 0,-1-5-4 16,1 1 4-16,0-8-6 0,3 0 0 0,0-3 2 15,2-4-1-15,-4-2-4 0,4 0 1 0,-1-4-6 16,2 0 4-16,3-4-1 0,-1-1-4 0,4-4 2 15,-4-1-11-15,5 0 0 0,-1-5-5 0,-3-3-6 16,-1-5 2-16,-1 1-1 0,1-7-7 0,0 0 3 16,-2-2 5-16,-2-1-1 0,-1-2-4 0,0 1 1 15,-3-1 1-15,-1 0 2 0,-3 0 3 0,3 2 0 16,-4 7 3-16,2 3 6 0,-2 3 6 0,0 2 4 16,0 2 4-16,0 1 0 0,0 8-3 0,0-10-8 15,0 10-1-15,0 0-5 0,0 0 1 0,0 0 7 16,0 0 5-16,-4 38 2 0,1-13 3 0,0 0 8 15,3 0-10-15,-1-4 0 0,1 3 0 0,0 0-1 16,1 0 0-16,2-7 3 0,2-2 3 0,1 2-3 16,-1-2-1-16,7 2 15 0,-2-4-18 0,0-4-2 15,7 1 0-15,-1-2 5 0,0 0-7 0,2-5-10 16,-7-1-3-16,7 0 0 0,-5-2-2 16,0-2 4-16,2 0-14 0,-5-4 4 0,5-3-10 0,-6 2-1 15,4-5 5-15,-1 0-2 0,-2 0 1 16,-2 3 6-16,-2-1-2 0,0 0 5 0,1 1 1 15,-5 3 9-15,-2 6-2 0,6-13 2 0,-6 13 0 16,3-6-2-16,-3 6-3 0,0 0 1 0,0 0 6 16,0 0 4-16,0 0 6 0,0 0 5 0,0 0-6 0,8 25 5 15,-6-16-4-15,0 1-3 0,-2-10 3 16,11 16 5-16,-4-8-2 0,0 1-2 0,2-3 0 16,5 4-2-16,3-3 6 0,-7-3 4 0,3-3-3 15,-2 0-2-15,0 1 6 0,-11-2-5 0,20-6-1 16,-12 4-3-16,2-3-1 0,-5-1 6 0,2-1-6 15,-7 7-3-15,10-12 2 0,-8 5 0 0,3-2-1 16,-5 9 0-16,5-12 0 0,-5 12-1 0,2-10-2 16,-2 10 0-16,4-7-6 0,-4 7-3 0,0 0-8 15,0 0 3-15,0 0 4 0,0 0 3 0,0 0 4 16,7 32 6-16,-9-6 6 0,0 6-9 0,1 4 12 16,-3 15 5-16,4 1-3 0,2 2 3 0,-4 2 4 15,2-1 6-15,-2 1 1 0,0-3-1 0,2-4 1 16,0-1 3-16,2-3-2 0,-2-11-7 15,2 0 2-15,-4 2 2 0,4 0-7 0,-6-5 4 0,4 0 7 16,-5-7-9-16,2-6-7 0,-1-7 4 0,4 2-7 16,0-13 11-16,-10 16 9 0,3-13-10 0,7-3-2 15,-18 0-4-15,18 0 4 0,-30-11-2 0,8-6-17 16,4-4-19-16,-1-4-15 0,3-3-5 0,3-5-12 16,3-15-12-16,5 1-13 0,5-3-5 0,8-5 7 15,7 5-7-15,7-4 5 0,9 4 6 0,0 3-11 16,5 5 0-16,3-1-15 0,1 7-15 0,0 3-13 15,2 3-25-15,-9 11-25 0,-3 1-18 0,3 1-29 16,1 3-29-16,-1 2-31 0,-6 4-163 0,1-3-476 16,-2 4 210-16</inkml:trace>
  <inkml:trace contextRef="#ctx0" brushRef="#br0" timeOffset="53955.73">1193 1827 40 0,'-13'-7'272'0,"6"2"-19"0,-1 3-21 16,8 2-26-16,-11-6-24 0,11 6-19 0,0 0-20 16,-11-2-21-16,11 2-12 0,0 0-11 0,0 0-7 15,8 27-5-15,1-11-8 0,0 6-8 16,4 2-9-16,1-1-3 0,1 2-3 0,3 1 3 15,-3-3-14-15,2 0-2 0,1-1-4 0,-3-1-2 0,-4-5-15 16,1 0-18-16,-1 0-22 0,0-4-19 16,2 1-25-16,-2-2-44 0,-3-3-35 0,-8-8-28 15,9 11-11-15,-9-11-5 0,9 6-96 0,-9-6-302 16,0 0 134-16</inkml:trace>
  <inkml:trace contextRef="#ctx0" brushRef="#br0" timeOffset="54110.84">1390 2097 198 0,'-4'-16'-4'15,"2"-3"23"-15,-2 2 26 0,0-2 17 0,-4-1 22 16,4 3 18-16,1 6 24 0,-3-2 24 0,3 3 1 15,-1 1 5-15,4 9-2 0,-9-12-20 0,9 12-10 16,-1-8-14-16,1 8-10 0,0 0-15 16,0 0 2-16,0 0 1 0,-27 19-4 0,14-5-2 0,-4 8-9 15,-1 0-8-15,3 2-9 0,-2-3-3 16,3 2-3-16,3-5-22 0,1 0-30 0,1 0-40 16,0-5-62-16,4 2-65 0,-2 3-189 0,3-9-388 15,4-9 173-15</inkml:trace>
  <inkml:trace contextRef="#ctx0" brushRef="#br0" timeOffset="54255.59">1373 2000 2657 0,'5'-5'22'0,"-3"1"-9"0,-2 4-2 16,5-10-3-16,-5 10-5 0,4-6-12 0,-4 6 7 16,2-5-2-16,-2 5-7 0,0 0-20 0,9-2-20 15,-9 2-49-15,0 0-61 0,25-3-231 0,-16 4-422 16,6-1 186-16</inkml:trace>
  <inkml:trace contextRef="#ctx0" brushRef="#br0" timeOffset="54395.04">1870 1916 103 0,'0'0'251'0,"9"-1"-22"0,-9 1-25 15,0 0-40-15,8 0-37 0,-8 0-45 0,12 2-51 16,-12-2-51-16,20 6-63 0,-7-2-99 0,0-1-196 15,-1-1 87-15</inkml:trace>
  <inkml:trace contextRef="#ctx0" brushRef="#br0" timeOffset="58026">13746 2856 12 0,'-20'-3'171'0,"-9"2"-13"16,0 5 1-16,2 0-9 0,-5 1-11 0,1 6-8 16,4 0-10-16,-2 2-7 0,6 4-13 0,-1 0-7 15,8-3-8-15,5 2-11 0,1-1-4 0,-1 4-10 16,5-4-11-16,2 0 1 0,4 1-7 0,0-4-1 15,4 0-5-15,0 0 0 0,1-1-9 0,9 1-1 16,-4-5 6-16,4-1-6 0,8-1-2 0,-1-1 1 16,-2-4-7-16,8-2 2 0,0-5-4 0,-2 0 2 15,0-3 0-15,-1-4 6 0,1-2-9 0,-4-2-1 16,-1-3 2-16,0 1 0 0,-2-3-3 0,-1-2 2 16,-2-3 5-16,-2 3-2 0,-1-6 0 0,-4 2 0 15,-1-4 2-15,-1 4 9 0,-6-2-2 0,5-2 3 16,-4 1 0-16,-3 0-1 0,-4 1 3 0,2 1 8 15,1 5 0-15,-1 5 7 0,0 5 4 0,0 4 1 16,1 0-6-16,1 2-1 0,2 9-8 16,-7-11-12-16,7 11-3 0,0-8-7 0,0 8 1 15,0 0-8-15,0 0 2 0,-1 36 0 0,2-7-4 16,-2 3 2-16,1 4-1 0,3 15-1 0,-3-15-3 16,5 9 4-16,-1-10-6 0,1 0 5 0,-1-1-1 0,3 1 0 15,-1-2 2-15,4-2-4 0,-1 0 0 0,1-3 2 16,2 0-5-16,-3-3 3 0,0-8 2 15,1 1-3-15,-2-4 2 0,1-3-2 0,3 0 3 16,1-1-2-16,-2-4-3 0,5-1-2 0,-5-3-5 16,1 1 1-16,-2-4-2 0,-10 1-6 0,23-9-7 15,-6-1 7-15,-2-2-10 0,4-6 4 0,1 0-2 16,-6-5-3-16,2-2 1 0,-3 3-1 0,-3-3 1 16,2 0-4-16,-7-2-5 0,-3 8 9 0,1-6-5 15,-2 7 3-15,-2-1 4 0,0 3 0 0,-3 4 1 16,0 1 5-16,1 2 0 0,-1 1-1 0,4 8 4 15,-8-12-3-15,8 12 0 0,-12-5-3 0,12 5 2 16,-11 0 0-16,11 0 5 0,0 0 3 0,-17 8-7 16,17-8 10-16,-10 11-1 0,10-3-1 0,0-8-2 15,0 11 8-15,0-11-7 0,11 13 5 0,1-7 0 16,1-2 6-16,5-1-2 0,11 1 5 0,1-4-9 16,0-2 6-16,-2-1-3 0,3 0 4 0,-4-1-2 15,-7-1 5-15,2 1-6 0,-6 0 3 16,0 2 2-16,-7-1-2 0,3 1 1 0,-12 2-4 0,13-2 1 15,-13 2-2-15,0 0-4 0,12 0 1 16,-12 0-3-16,0 0 7 0,6 7 7 0,-6-7 6 0,0 12 1 16,0-12 2-16,-3 19-1 0,3-19-1 0,-4 19 2 15,1-9-5-15,3-10-1 0,-2 17 1 0,2-17-4 16,0 20 6-16,2-9-5 0,-2-11 4 0,5 17-5 16,0-8-7-16,-5-9-10 0,13 17-17 0,-7-13-8 15,3 2-19-15,1-1-21 0,3 2-14 16,-1-4-28-16,3-2-30 0,-15-1-23 0,25 3-32 15,-14-3-134-15,-11 0-360 0,23-4 159 0</inkml:trace>
  <inkml:trace contextRef="#ctx0" brushRef="#br0" timeOffset="58199.3">14608 2671 130 0,'0'0'182'0,"-2"-9"-19"0,2 9-15 0,0 0-21 16,0 0-9-16,0 0-12 0,0 0-13 0,0 0-6 16,0 0-30-16,-4 33-46 0,6-18-53 0,1 4-61 15,-1-2-77-15,3 0-194 0,-3 0 85 0</inkml:trace>
  <inkml:trace contextRef="#ctx0" brushRef="#br0" timeOffset="58443.87">14713 2774 149 0,'0'0'274'16,"0"0"-8"-16,-1-11-15 0,1 11-21 0,0 0-24 16,0 0-20-16,0 0-22 0,0 0-16 0,0 0-16 15,0 0-7-15,0 0-4 0,0 0-11 0,0 0-6 16,0 39-5-16,1-22-11 0,-4-1-8 0,1 4-6 15,2-2-9-15,0 7-2 0,-3-6-11 0,1 6-18 16,2-5-31-16,2 0-29 0,1-1-27 0,-3-3-40 16,4 4-37-16,-1-5-61 0,1-2-232 0,-4-13-456 15,2 19 202-15</inkml:trace>
  <inkml:trace contextRef="#ctx0" brushRef="#br0" timeOffset="58596.08">14681 2475 48 0,'0'0'74'0,"0"0"-43"16,0 0-30-16,0 0-27 0,15 28-28 16,-6-15 12-16</inkml:trace>
  <inkml:trace contextRef="#ctx0" brushRef="#br0" timeOffset="58825.75">15092 2559 89 0,'0'0'226'0,"0"0"-9"0,0 0-17 15,0 0-12-15,0 0-14 0,0 0-8 0,0 0-11 16,0 0-2-16,-34 16-9 0,27 1-2 0,-5 8-2 16,2 3-9-16,-1 1-7 0,2 5-11 0,0 0-6 15,2-2-2-15,2 3-10 0,-2-2-5 0,2-1-5 16,-1-4-10-16,2 4-4 0,2-4-8 0,1 2-2 15,0-1-7-15,0-1-11 0,2 1 1 0,-2-5-16 16,1-1-25-16,0-3-19 0,-2-3-33 16,2 0-39-16,0 1-35 0,0-6-47 0,0-12-49 15,-1 19-34-15,1-19-142 0,-5 13-428 0,5-13 190 16</inkml:trace>
  <inkml:trace contextRef="#ctx0" brushRef="#br0" timeOffset="58968.09">14872 2984 87 0,'11'-9'153'0,"5"0"-17"0,1-2-11 16,8-1-13-16,0 3-13 0,4 0-9 0,1 1-24 15,-1 1-31-15,3 1-32 0,1-3-18 0,1 2-36 16,-3 1-22-16,-2 0-56 0,0 0-138 0,-9 0 62 16</inkml:trace>
  <inkml:trace contextRef="#ctx0" brushRef="#br0" timeOffset="59142.31">15363 2724 45 0,'-1'-19'149'15,"1"3"20"-15,-1-1 2 0,-1 7 7 0,1 0 5 16,1 10 0-16,-1-14-19 0,1 14-10 16,-2-10-24-16,2 10-13 0,0 0-20 0,0 0-1 15,0 0 5-15,0 0 4 0,-8 38-5 0,4-12-4 16,1 3-5-16,2 1-4 0,-1 0-6 0,-1 0-12 0,-1-1-3 16,2 2-9-16,2-1-3 0,-2-1-5 0,2-2-28 15,0 1-27-15,-1-2-33 0,0-7-43 16,2 0-61-16,-1-2-70 0,-5-1-176 0,5-16-420 0,-8 22 186 15</inkml:trace>
  <inkml:trace contextRef="#ctx0" brushRef="#br0" timeOffset="59300.47">15224 2912 2017 0,'0'0'-6'0,"3"-17"11"15,-3 17-8-15,3-13 6 0,-3 13-1 0,0 0-4 16,4-13-2-16,-4 13-1 0,11-7 2 0,0 4 0 15,8-3 1-15,4 4-10 0,9-2-21 0,4 2-47 16,4-3-32-16,12 4-62 0,0-1-91 0,-2-1-287 16,3 2 127-16</inkml:trace>
  <inkml:trace contextRef="#ctx0" brushRef="#br0" timeOffset="60552.1">16415 2717 113 0,'-16'-10'230'0,"16"10"-8"0,-21 1-2 0,3 4-12 16,0 3-10-16,-7 4-15 0,2 1-13 0,-4 7-13 15,4 2-6-15,4 3-11 0,-2-1-15 0,8-2-16 16,1 1-7-16,4 0-11 0,3-4-7 0,4 6-8 16,-1-5-5-16,5-1-7 0,5-2-5 0,-1-1-6 15,6 0-4-15,0-4-20 0,3-1-5 0,2-1-3 16,4-2-16-16,-2-1-3 0,7-4-5 0,-1 3-9 15,-3-6 2-15,-3-3-5 0,2-1 2 0,-3 2 3 16,-1-8-1-16,-2 1 5 0,0-1 2 0,-3-3-1 16,1-3 2-16,-3-1-1 0,-1-6 0 0,1 1 4 15,0-2-5-15,0-1 3 0,-3 1 7 0,-2-2 7 16,-4 7 5-16,3 2 20 0,-2 6 2 0,0-1 9 16,-2 3 2-16,-1 9-3 0,4-13-8 0,-4 13-9 15,2-8-8-15,-2 8-4 0,0 0-4 16,0 0 2-16,0 0 6 0,-6 36-1 0,2-19 0 15,0 2 1-15,-1 0-3 0,1-2 0 0,1 0-3 0,2 2 5 16,1-3-5-16,1 0-3 0,2 0 0 0,0-4 0 16,2-1-2-16,1-1-2 0,3 1 0 0,-1-3 2 15,2-2-2-15,0 0-2 0,-10-6-1 0,25 5-1 16,-10-5-6-16,-2 1 4 0,-13-1-7 0,27-7 1 16,-16 2 1-16,6-5-2 0,-3 1-4 15,0-1 3-15,-1-4-10 0,3 0 0 0,-6-1 5 16,1-2 1-16,-3 2 0 0,-1-2 3 0,-2 2-2 15,-1 2 0-15,-3 1 5 0,-1 12 5 0,3-15 2 16,-3 15 2-16,0-12-6 0,0 12 0 0,0 0-4 16,0 0-3-16,0 0 5 0,0 0 2 0,0 0 2 15,0 0 5-15,0 0 3 0,0 0 3 0,-9 48-6 16,6-33 10-16,2 2-6 0,0-2 2 0,1 3 0 16,0-18-5-16,3 27 4 0,0-15 0 0,2-1 4 15,-1-2-7-15,5 1 1 0,-3-1 3 0,3-2-3 16,3-1 4-16,-1 0-6 0,2-2-2 0,2 0 5 15,-2-1-4-15,-13-3 6 0,27 1-10 0,-12-3-8 16,-3-2-1-16,1-2 0 0,2 0-7 0,-3 0-6 16,0-7-17-16,-3 3-5 0,1-6 3 0,1 2 4 15,-5-1 0-15,-1-4-10 0,-2 2 1 0,-3-2 4 16,-2 0 3-16,0-1-7 0,-5 2 12 0,2 0-1 16,-2 2 8-16,2-1 1 0,-2 7 7 0,2-1 9 15,0 5 7-15,1-2-2 0,4 8 2 0,-7-9-3 16,7 9 1-16,0 0-4 0,-6-10-2 0,6 10 2 15,0 0 0-15,0 0 2 0,0 0 2 0,0 0-1 16,0 0 1-16,0 0 2 0,0 0 2 16,0 0 2-16,30 13 3 0,-20-10-6 0,3 3 0 15,-2-2 4-15,2 2-3 0,-3-2-6 0,1 3 6 16,0 0-2-16,-3-2 0 0,2 4 0 0,-4-1 5 16,2 1 5-16,-3 0 8 0,1 1 7 0,0 0 1 15,-3 2-2-15,5-1 5 0,-4 1 2 0,-2 0-5 16,1-1 1-16,2 5-3 0,-1-5-1 0,-1 1-1 15,-3-12-2-15,8 20-1 0,-3-10-4 0,1-1-2 16,0 0 4-16,2-2-3 0,1 0 0 0,-9-7 3 16,16 11-6-16,-8-10-3 0,-8-1-2 0,22 0 6 15,-22 0-4-15,19-3-2 0,-19 3-3 0,19-11 8 16,-10 2-14-16,-1 1-2 0,-1-3-4 0,-2 1 0 16,4-6-4-16,-4 1 1 0,-1-1-2 0,0-1 6 15,0 1-10-15,-1 0 1 0,-1 4-2 0,-1-1 2 16,2 2 0-16,1 1-1 0,-2 1 1 0,-2 9 4 15,8-15-1-15,-5 9-2 0,-3 6-1 0,10-6 3 16,-10 6 5-16,14-1-8 0,-14 1 9 0,18 8-10 16,-7-2 4-16,-2 3 2 0,3 3 1 0,-1 0 2 15,-2 4 0-15,-5-3 0 0,2 1 2 0,1 1 0 16,-5-2 4-16,2 3-2 0,0-4 2 0,-2-1 0 16,4-1-1-16,-6-10 4 0,10 15 1 0,-5-7 2 15,1 1 0-15,3-3 11 0,4 0-8 0,-1-4 2 16,0 0 1-16,6-2 3 0,1 0 3 15,-19 0 1-15,26-2-3 0,-12-2 3 0,-1 0 6 16,-1-1 0-16,0-2-1 0,-3 0-4 0,1-3 0 16,0-2 7-16,-2 2 5 0,-3-1-5 0,2-4 2 15,-5 2-7-15,-1 2 7 0,-1 11 14 0,2-21-4 0,-2 21 4 16,-3-14 0-16,3 14-6 0,-5-12-6 0,5 12-3 16,-11-4-7-16,11 4-2 0,0 0 0 15,-27 11-7-15,17-3 3 0,-3 3-22 0,0 2-27 16,5-1-26-16,1 2-31 0,-1 1-24 0,5-4-33 15,3-11-30-15,3 29-34 0,1-12-11 0,1-5 22 16,8 1 14-16,3-1-19 0,7 1-144 0,-2-4-381 16,-1-2 168-16</inkml:trace>
  <inkml:trace contextRef="#ctx0" brushRef="#br0" timeOffset="60727.85">17831 3074 819 0,'0'0'-20'0,"0"0"31"0,33-8 13 16,-24 4 43-16,0-5 14 0,-2-1 9 0,0-3 13 16,2 0 3-16,0-2 3 0,-2-2 4 0,2-2-1 15,5-2-4-15,-4-4 0 0,-2 11 15 0,2-3-5 16,-1 6 6-16,-3-1 8 0,-1 5 0 0,2-1-13 15,-7 8-9-15,7-10-15 0,-7 10-10 0,8-3-9 16,-8 3-11-16,0 0-2 0,17 4-8 0,-7 3-6 16,-4 0-6-16,1 2-4 0,-1 1-1 0,3 0-4 15,-3 3-14-15,1 0-38 0,-1 1-31 0,3 0-35 16,-5 0-28-16,0-5-49 0,1 1-57 0,1 0-234 16,-6-10-489-16,9 13 217 0</inkml:trace>
  <inkml:trace contextRef="#ctx0" brushRef="#br0" timeOffset="60949.82">18308 2636 21 0,'2'-9'318'0,"-2"9"-16"0,2-13-24 16,-2 13-32-16,0 0-24 0,0 0-10 0,0 0 7 15,0 0 12-15,0 0-3 0,-10 43-24 0,3-19-15 16,-1 3-16-16,2-1-15 0,-2 1-12 0,2-3-21 15,1 2-13-15,0 1-11 0,2-3-5 0,2 1-11 16,1-6-15-16,0 0-39 0,1-1-47 0,2 3-44 16,-2-10-53-16,2 6-53 0,-3-17-51 15,3 22-58-15,-1-12-212 0,-2-10-527 0,0 0 232 0</inkml:trace>
  <inkml:trace contextRef="#ctx0" brushRef="#br0" timeOffset="61092.06">18150 2819 41 0,'0'0'195'0,"6"-10"-18"0,-6 10-22 0,18-10-13 0,0 7-16 15,10-2-26-15,2-1-39 0,2 3-56 16,3-1-67-16,-2 0-95 0,2-1-170 0,-1 5 76 16</inkml:trace>
  <inkml:trace contextRef="#ctx0" brushRef="#br0" timeOffset="61809.56">19333 2859 132 0,'0'-7'288'0,"1"0"-5"0,-1 7-16 0,-1-12-18 0,-3 6-13 16,4 6-21-16,-11-7-15 0,3 4-22 0,-4 3-16 15,-6 3-8-15,-1 4-24 0,1 1-11 0,-5 6 5 16,0 1-18-16,7-4-2 0,-5 7-8 0,8-5-7 16,0 2-10-16,1-2-8 0,4 1-8 0,1-3-2 15,3 1-7-15,0 5-4 0,4-4-8 0,3-4-1 16,-1 2-5-16,6-2 2 0,-1-1-9 0,4-3 1 15,3-1-9-15,1 0 5 0,4-4-10 0,-2-2 2 16,2-1-5-16,-2-2 4 0,1-6-18 0,-2-2 12 16,-1 2 2-16,-2-4-3 0,-1-2 0 0,3-4 4 15,-2-1-4-15,-2-3-1 0,-3 0-3 0,0-4 8 16,-3 1 3-16,-3 0 0 0,1-3 11 16,-2-1-6-16,-2-1 1 0,-2 6-6 0,2 0 5 15,0 0-5-15,-2 3 12 0,-1 8 7 0,1 5-2 0,1 2 8 16,2-1-8-16,0 10-3 0,-1-11-19 0,1 11-2 15,0 0 7-15,0 0-10 0,-5 24 3 0,1 2-4 16,2 3 0-16,-5 6 6 0,2-2-5 0,-4-1 2 16,7 0-5-16,-5 1 3 0,5-1-4 15,-1-3 6-15,3-2-10 0,1 1 5 0,1-9 4 16,0-2 0-16,3 1 9 0,3 1-14 0,5 2 8 16,-3-6 8-16,4-2-4 0,1-5-7 0,3 1-6 0,0-3 1 15,3-2 1-15,0-4-6 0,-1-1-2 16,0-2-3-16,2-3 8 0,-3-4-6 0,-1 0-12 0,-3 0 5 15,7-6-14-15,-7 2 2 0,-2-1-8 16,1-6-7-16,-4 4 2 0,-2-2-2 0,-2 2 6 16,-1-1 13-16,-3 1-8 0,0 2-30 0,-1 5 4 15,-1-1 2-15,-3 1 14 0,-1 2 6 0,4 8-4 16,-7-8 7-16,2 5 10 0,5 3-9 0,-13 3 2 16,2 3 6-16,-2 4 9 0,-1 3 3 0,3-1 5 0,0-1 0 15,1 5 3-15,1-1 0 0,4-4 0 16,4 2-1-16,-1-2 2 0,5 0 3 0,1 0-5 15,5 3-7-15,5-2-18 0,0-2-27 0,12 1-38 16,0-2-41-16,2-5-48 0,1 1-33 0,1-3-45 16,-2-2-213-16,-1-3-509 0,-8-1 225 0</inkml:trace>
  <inkml:trace contextRef="#ctx0" brushRef="#br0" timeOffset="62171.18">19904 2868 1 0,'1'-11'215'0,"1"1"2"0,-2 3 3 0,0 7 5 16,0-13-10-16,0 13 1 0,1-8-15 0,-1 8-15 15,0-9-10-15,0 9-23 0,0 0-18 0,0 0-8 16,0 0-5-16,0 0-6 0,0 0-6 0,10 23-2 16,-7-13-8-16,1 3-4 0,-3-3-14 0,1 2 4 15,2-1-9-15,-2 1 0 0,0 1-16 0,2-3-2 16,1 0-8-16,-1-1-3 0,-2 1-6 0,2-1-3 16,0-2-5-16,-4-7 2 0,4 9-1 0,-4-9 0 15,5 11-3-15,-5-11-1 0,8 2-4 0,-8-2 0 16,0 0-1-16,0 0-4 0,20-8-8 0,-11 0 3 15,0 0-16-15,0-2-8 0,5-1-2 0,-1-4-7 16,0 1-9-16,7-3 6 0,-1-1 0 16,-5 5 4-16,2 1-3 0,-2 0 1 0,-2 1 6 15,-3 4-4-15,-1 1 4 0,0 1 2 0,-8 5-4 16,11-6 4-16,-11 6 2 0,9 0 4 0,-9 0-4 16,0 0 10-16,9 11 0 0,-6-4 5 0,-3-7 0 15,5 19-1-15,-4-7 3 0,-2-1-6 0,1 1 2 0,-4 1 2 16,3-1-2-16,1 4 4 0,-2-3-13 15,1-2-35-15,4 4-41 0,-2-2-58 0,-1-13-48 16,5 21-59-16,-2-11-266 0,-3-10-551 0,6 11 244 16</inkml:trace>
  <inkml:trace contextRef="#ctx0" brushRef="#br0" timeOffset="62325.64">20222 2666 78 0,'0'0'154'16,"0"0"-48"-16,-1-14-36 0,1 14-42 0,0 0-55 15,0 0-42-15,0 0-73 0,24 19 32 0</inkml:trace>
  <inkml:trace contextRef="#ctx0" brushRef="#br0" timeOffset="62688.25">20584 2763 5 0,'0'0'226'16,"0"0"0"-16,-34 7-4 0,23 2-3 0,-3 3-8 15,1 2-5-15,2 0-8 0,0 4-15 0,-1-3-12 0,4 3-13 16,1-1-7-16,0 2-17 0,3-2-12 0,2-1-13 16,2 2-9-16,1-2-10 0,2 0-7 15,2-4-7-15,2-3-5 0,5 6-6 0,1-3-3 16,5-5-5-16,1-2-9 0,1-1-5 0,8-1 1 15,-6 0-16-15,1-6-5 0,-2 0-2 0,0-1-3 16,0-2-1-16,-3-1-2 0,-2-2-1 0,0-3-6 16,-1 0 2-16,-5 0 2 0,2-4-7 0,-5 1 1 15,0 0 8-15,-2-2-10 0,0 0 0 0,-2 1-3 16,-2 3-1-16,-2 1 2 0,1 1 5 0,0 4 5 16,0 7 6-16,-2-11 3 0,2 11 2 0,-1-7-8 15,1 7 1-15,0 0-6 0,-13 3 4 0,13-3 8 16,-18 12-5-16,9-2 1 0,-1 4-1 0,0-2-1 15,1 1-4-15,4 0 2 0,2 4 3 0,3-4-16 16,1-2-28-16,6 4-24 0,4 0-54 0,5-5-56 16,10 3-73-16,1-3-295 0,-1-2-574 0,3-4 254 15</inkml:trace>
  <inkml:trace contextRef="#ctx0" brushRef="#br0" timeOffset="62905.45">21169 2669 151 0,'2'-7'283'0,"-2"7"-28"0,5-5-30 0,-5 5-4 15,0 0-3-15,9 17-9 0,-4 1 4 16,-1 1-13-16,0 9-10 0,1-1-16 0,0 3-18 16,0-2-15-16,1 1-15 0,-2 3-9 0,0 0-4 15,-5-1-21-15,3 2-9 0,-2-6-20 0,-1 4-36 0,-3-5-36 16,-2-2-41-16,-3 1-49 0,1-9-62 15,0 1-88-15,-6-5-200 0,3-5-485 0,-5 1 215 16</inkml:trace>
  <inkml:trace contextRef="#ctx0" brushRef="#br0" timeOffset="63047.31">21226 3025 100 0,'0'0'253'0,"0"0"-25"0,0 0-23 15,0 0-23-15,5-6-46 0,-5 6-60 0,0 0-88 16,0 0-95-16,0 0-71 0,0 0-191 0,-40-2 85 16</inkml:trace>
  <inkml:trace contextRef="#ctx0" brushRef="#br0" timeOffset="64164.2">1317 4709 22 0,'-5'-9'217'16,"5"9"-21"-16,0 0-19 0,-4-8-23 0,4 8-14 16,0 0-18-16,0 0-6 0,0 0-6 0,0 0 7 15,0 0 0-15,16 14-12 0,-10-6-6 0,0 2-10 16,6 3-6-16,-3 1-2 0,0 0-8 0,1 0-5 16,3 0-6-16,-4 1-6 0,0-2-2 15,1 0-6-15,-1 0-3 0,2 3-6 0,-5-1-4 0,1-5-8 16,1 1-21-16,-2-4-26 0,0 3-24 0,1-3-35 15,-3 0-35-15,-4-7-43 0,7 8-38 0,-7-8-114 16,3 7-333-16,-3-7 147 0</inkml:trace>
  <inkml:trace contextRef="#ctx0" brushRef="#br0" timeOffset="120103.21">3665 2304 7 0,'-8'-4'46'0,"8"4"-3"15,-6-3 5-15,6 3-7 0,-10-3-4 0,10 3 1 16,-12-2-14-16,12 2-2 0,-15 0 3 0,7 0-8 15,8 0 6-15,0 0-3 0,-22 0 7 16,22 0-2-16,-14 0 8 0,14 0-8 0,-14 0-7 16,14 0 0-16,-14 0-3 0,14 0 17 0,-11 1 3 0,11-1 2 15,0 0 8-15,-16 1-18 0,16-1-1 0,0 0 5 16,0 0-8-16,0 0 1 0,-13-2-2 0,13 2 4 16,0 0-12-16,0 0-4 0,0 0-4 15,0 0 13-15,0 0-22 0,0 0 9 0,0 0 0 16,0 0-11-16,0 0 9 0,0 0 2 0,0 0-1 15,27 18 9-15,-7-12-4 0,9-3 6 0,6 2-4 16,4-2 11-16,15-6-9 0,3 2 12 0,6-3 5 16,29 2-1-16,-28-1-4 0,27-2 2 0,-25 1 1 15,31-1 1-15,-5-3-8 0,-4-1 5 0,-21 9 1 16,26-5-8-16,-29 3 5 0,1-1-3 0,2-1-7 16,-4 0 2-16,1 1-6 0,-2 3 3 0,-4-3 0 15,-3 0-14-15,-2 2 17 0,-15-1-8 0,-1 1 5 16,-2 1-6-16,1-1 1 0,-4 3-6 0,-3-4-3 15,-7 3 5-15,-3-1-1 0,-1 0-2 0,-4 0 1 16,-3-1-1-16,-11 1-2 0,14-2 9 0,-14 2 1 16,13 0 2-16,-13 0 0 0,6-2-3 0,-6 2-1 15,0 0 2-15,0 0-1 0,0 0-4 0,0 0-10 16,-31-7-1-16,13 5-5 0,-4 2 1 0,-9-3-5 16,-3 5 1-16,-3 0-8 0,-2 1 2 0,1 0-7 15,-2 1-3-15,-13-2 14 0,2 6-10 0,12-7-1 16,1 3 9-16,0-2 0 0,2 2 1 0,1-3 7 15,3 4-4-15,6 0 0 0,9-2 5 0,3-3-8 16,4 3 28-16,10-3-25 0,-12 0 7 0,12 0-9 16,0 0 3-16,0 0 3 0,0 0 1 0,0 0 7 15,47 5-6-15,-9-4 1 0,13 0 1 0,2 0-16 16,5 2-19-16,-1-3-17 0,1 0-38 0,-1 6-66 16,-3-3-175-16,-2 4 78 0</inkml:trace>
  <inkml:trace contextRef="#ctx0" brushRef="#br0" timeOffset="170667.55">26902 5835 76 0,'-10'-2'81'0,"1"2"-5"0,-1-1-3 0,10 1 12 15,-17-4-8-15,11 3 1 0,-3-1 3 0,9 2-1 16,-14-2-1-16,7 0 1 0,7 2-6 0,-16-2-1 15,16 2-3-15,-13-1-8 0,9 1-6 0,4 0 2 16,-12-2 1-16,12 2 2 0,-7-2-2 0,7 2-7 16,0 0-4-16,0 0-4 0,-10-1-5 0,10 1-5 15,0 0-3-15,0 0 0 0,0 0-5 0,0 0 2 16,0 0 1-16,44 2-2 0,-12-2 2 0,22-1-3 16,11 0-2-16,35-4 1 0,3-2-1 0,8 1-2 15,8-2 2-15,5 1-21 0,3 1 2 0,7 2 0 16,-2-3 0-16,8 4 1 0,1 0 1 0,-2-1-4 15,-2 2 2-15,-7 2 0 0,-1 0-2 0,1 0 6 16,-5 0-8-16,-8 2 1 0,0 2 0 0,-7 0 2 16,-12 1-4-16,2-1 3 0,-7-2 6 0,-3 0-4 15,-25 2-7-15,28 0 6 0,-32 3-3 0,3-1-1 16,-1-4 1-16,-6 2-3 0,-2 1 7 0,-18-3-7 16,0 1 4-16,-5 0-4 0,-4-1 0 0,-7 1 2 15,-1 1-2-15,-4-2 1 0,-4 1-3 0,-1-2-10 16,-4 1-11-16,1 1-9 0,-2 0-12 0,-6-3 8 15,7 3-12-15,-7-3-20 0,0 0-26 0,0 0-28 16,-30 14-140-16,4-9-286 0,-9 0 127 0</inkml:trace>
  <inkml:trace contextRef="#ctx0" brushRef="#br0" timeOffset="171427.47">26978 5860 74 0,'0'0'105'0,"-7"-4"5"15,7 4-3-15,-6-5-2 0,6 5 2 0,-6-5-9 16,6 5 4-16,0 0-13 0,-6-5 0 0,6 5-15 16,0 0 4-16,0 0-23 0,0 0-6 0,-7-3-8 15,7 3-1-15,0 0-8 0,-8 11 10 0,3-1-11 0,0 4-4 16,-4 2 4-16,0 9 0 0,-4 1-5 16,2 1 5-16,-6 6 2 0,4 1-4 0,-5 11 0 15,0-1 3-15,-2 2-1 0,5 0 4 0,-2 2 3 16,4 0 7-16,-1 0-5 0,2-1-2 0,5 1 0 15,3-2 1-15,0 0-5 0,2-11 3 0,5 12-1 0,0-11-2 16,1-1 3-16,2 14-1 0,-1-4 1 16,1-7 0-16,-1 5 1 0,0-7-8 0,-1-2 0 15,3 12-2-15,-3-14-5 0,3 0-1 0,-1 0 0 16,4-1-2-16,-1 1 5 0,1-2 1 0,0-1 3 16,1-1-5-16,7-4 0 0,-2-1 6 0,2 0-1 15,5-2 4-15,1 0 3 0,5-6-4 0,5 0 0 16,15 4-1-16,6-3 1 0,5-6 2 0,28 2-5 15,-21-6 4-15,32-1-6 0,1-5-3 0,-1-1 0 16,5-2-2-16,-5 0-3 0,8 1 1 0,5 0-1 16,6-2-5-16,-1 0 5 0,-1 1-8 0,5 2 4 0,0 0-1 15,3-4-2-15,-1 7-3 0,2-6-1 16,-1 4-1-16,4 0 0 0,-16 0-4 0,-1 0-1 16,-4 0 1-16,-2 0 0 0,2-1-5 0,-11-4-3 15,-1 1-6-15,-1 2-8 0,-29 1-6 0,1-1-3 0,24-5-14 16,-26 4-6-16,-2-4-13 0,1 1-10 0,-3-1-17 15,-8-2-19-15,-1 2-23 0,-15 0-21 16,-1-3-14-16,-2 0-23 0,-5-2-23 0,-9 3-108 16,-3-6-345-16,-5 0 153 0</inkml:trace>
  <inkml:trace contextRef="#ctx0" brushRef="#br0" timeOffset="172116.75">30055 5902 54 0,'23'-2'83'0,"11"-2"-20"0,5 3-9 15,16-2 6-15,4 0-11 0,2 3 2 0,1 2-1 16,1-4-7-16,-2 2 4 0,3 0-14 0,-5 2 0 15,0-2 4-15,-5 0-2 0,-2 0-8 0,0-2 2 16,-13 2 6-16,-3-1 7 0,2 0-6 0,-1-1 1 16,-4-2 2-16,-5 0-1 0,2 3 0 0,-10 0 0 15,-1 0 3-15,-6 0 4 0,0 1-3 0,-4-3-2 16,2 2-1-16,-3 0 5 0,-8 1-5 0,12 0-11 16,-12 0 8-16,7 0-4 0,-7 0-4 0,0 0 5 15,10 0-10-15,-10 0-7 0,0 0 1 0,0 0-10 16,0 0 7-16,8 2-9 0,-8-2 7 0,0 0 6 15,3 8 3-15,-3-8-3 0,2 11 2 0,0-1 0 16,-4 1-4-16,4 7 4 0,-4 5-5 0,1 4-5 16,1 3 9-16,-1 3-3 0,2 0-2 0,-5 12 0 15,3 3 2-15,2-1-3 0,-1 2 5 0,0-6-9 16,3 6 0-16,4 2 2 0,-5-3-2 0,0 0 2 16,3 2-3-16,-1-3 1 0,0-1-1 0,-4-11-6 15,-3 13 10-15,2-13-4 0,-4 13 7 0,1-12-4 16,-1 0 4-16,-5 8-4 0,0-10 2 0,-2 0-3 15,-1-2 0-15,-3-2 0 0,-2 2 4 0,-3-2-4 16,-3-2 4-16,-12 5 3 0,-1-3 0 0,5-8 1 16,-14 2-6-16,-2-3 2 0,-3-5-2 0,-3 1 0 15,4-5-2-15,-6-2-1 0,0-1 5 0,-3-2-6 16,-5-1-9-16,-1-6-17 0,-26 0-22 0,27 0-25 16,-1 0-20-16,-26-3-35 0,26-2-26 0,-27-3-148 15,-8-3-317-15,5-2 142 0</inkml:trace>
  <inkml:trace contextRef="#ctx0" brushRef="#br0" timeOffset="172588.51">29214 5893 44 0,'0'0'123'0,"0"0"5"0,0 0-16 16,0 0-2-16,0 0-4 0,-6 21 11 0,8-4-5 15,-2 2-7-15,3 13-2 0,-2 3 8 0,-1 15-4 16,0 2 2-16,-4 3-10 0,2 5-9 0,-5 21-2 0,6 4-1 16,-3-28-4-16,-6 26-3 0,2-26 5 0,-1 25-2 15,2-26-6-15,-4 26 0 0,3-22-5 0,0 0-3 16,-6 19-7-16,4-22-4 0,-1-3-3 15,1-4-10-15,0-5-1 0,5-12-5 0,-3 1-2 0,5-2-6 16,0-2-3-16,0 0 0 0,-1-2-3 16,2 0-1-16,-3-2-15 0,-2 0-23 0,1 0-26 15,1-8-37-15,-2-2-36 0,4-1-46 0,-3-2-40 0,1-2-178 16,-2-2-409-16,-3-1 182 0</inkml:trace>
  <inkml:trace contextRef="#ctx0" brushRef="#br0" timeOffset="173125.34">28937 6067 2 0,'0'0'172'0,"0"-7"-6"0,0 7-11 0,0 0-11 15,0 0-4-15,0 0-9 0,0-10-15 0,0 10-10 16,0 0-8-16,0 0-14 0,0 0-17 16,0 0-6-16,0 0-1 0,0 0-3 0,-9 30 3 15,8-5 7-15,-6 8 2 0,-2 12 1 0,3 6 0 0,-6 4 6 16,1 1-5-16,-1 1-2 0,0 2-5 0,-5-1 0 15,2 22-8-15,2-25 0 0,-1 0 6 0,1 0 1 16,0 4-3-16,2 0-5 0,0 0-5 16,-4-5 0-16,5 4-6 0,-2-3-2 0,2-4-4 0,0-1-5 15,2-4-1-15,2-10-4 0,0 0 1 0,-1-2-5 16,3-2-1-16,-3 2-17 0,0 0-17 0,2-4-20 16,1-3-31-16,-2 0-29 0,1-2-28 0,-2-7-46 15,2-3-32-15,-1 0-189 0,-1-4-418 0,2-4 185 16</inkml:trace>
  <inkml:trace contextRef="#ctx0" brushRef="#br0" timeOffset="174051.78">28096 6286 145 0,'-3'-8'188'16,"1"2"2"-16,2 6 0 0,-3-11-5 0,0 7-16 0,3 4-12 15,-2-10-7-15,2 10-12 0,0 0-15 0,-2-9-14 16,2 9-18-16,0 0-5 0,0 0-14 16,0 0-8-16,0 0-6 0,-3 32-3 0,4-6-4 15,-5 2-2-15,-2 7-1 0,-3 11-5 0,1-11 0 0,-1 11-3 16,1 0 2-16,-3-13-3 0,5-2-4 0,-4 0-2 16,2-1-2-16,-1-1-6 0,3-1 0 0,-6 2 3 15,3 0-7-15,0 0 3 0,-1-3-4 16,2 3-1-16,-1-2-11 0,2-2-21 0,-6 0-12 15,4-4-25-15,2-3-21 0,0-4-23 0,2 1-19 0,-1-5-32 16,3-3-25-16,0-2-13 0,-2 1-139 0,5-7-348 16,-4 2 153-16</inkml:trace>
  <inkml:trace contextRef="#ctx0" brushRef="#br0" timeOffset="174277.26">27999 6493 123 0,'19'-19'127'0,"0"2"-9"0,-1 5 1 0,-4 2-11 16,5 3-11-16,-1 2-8 0,-6 3-3 0,0 2 0 16,1 2-5-16,-1 2-12 0,-6 4-4 0,3 2-4 0,-1 2 2 15,-5 6 2-15,-3 6 2 0,-2 1-3 0,-8 2-7 16,-6-4 1-16,-2 3-9 0,-3-1-1 0,-4-3 4 16,-1 0-14-16,-1-4 2 0,-1 1-6 15,-3-3-3-15,5 1-1 0,-3-4-8 0,-1-2-17 16,1 2-20-16,4-4-21 0,4-3-31 0,4-2-31 0,-1-3-48 15,7 2-119-15,-1-5-288 0,12 2 128 0</inkml:trace>
  <inkml:trace contextRef="#ctx0" brushRef="#br0" timeOffset="174674.44">29578 6449 11 0,'5'-3'257'15,"-5"3"-27"-15,7-5-26 0,-7 5-22 0,5-3-20 16,-5 3-18-16,0 0-14 0,0 0-12 0,0 0-8 16,0 0-7-16,6 16-6 0,-6-10-2 0,2 3-10 15,-1 3-4-15,-1-1-3 0,1-1-1 0,-2 2-13 16,0-2-4-16,1 0-8 0,-3-2-1 0,2-2-1 15,1-6 1-15,-1 12 1 0,1-12 2 0,-2 9 6 16,2-9 11-16,0 0 6 0,-1 7 4 0,1-7 11 16,0 0-3-16,0 0-3 0,0 0-14 0,0 0-3 15,0 0-11-15,18-25-9 0,-8 10-5 0,4-8-6 16,4 3-5-16,1 3-3 0,-3 5-7 0,6-2-1 16,-5 2-6-16,1 6-3 0,0 1 1 0,-5 2-9 15,-2 4-1-15,3 3-3 0,-2 4-1 0,-1 4 1 16,1 3 1-16,-2 0 1 0,-2 8-16 0,-3 6-18 15,-3-1-23-15,0-3-25 0,-5 4-31 0,-2 3-50 16,1-3-56-16,-1-1-63 0,-1 3-173 0,-3-5-489 16,0 0 217-16</inkml:trace>
  <inkml:trace contextRef="#ctx0" brushRef="#br0" timeOffset="-100275.75">13373 3366 3 0,'0'0'16'0,"0"0"-4"15,0 0 4-15,-8 0 3 0,8 0 2 0,0 0-1 16,0 0 0-16,0 0-1 0,0 0-2 0,0 0-9 15,0 0 5-15,0 0 5 0,0 0-1 0,0 0-3 16,0 0-3-16,0 0 1 0,0 0-4 0,0 0 3 16,0 0-6-16,0 0-1 0,0 0 2 0,0 0-3 15,0 0 3-15,0 0-3 0,0 0 2 0,0 0 1 16,0 0-4-16,0 0 1 0,0 0-4 0,0 0 2 16,0 0-1-16,0 0 4 0,0 0-1 0,0 0-2 15,0 0-3-15,0 0 4 0,0 0 7 0,0 0-8 16,0 0 5-16,0 0 9 0,33-5-6 0,-33 5-7 15,13-1 5-15,-13 1-3 0,14 0-1 0,-14 0 14 16,15-3-15-16,-3 2-2 0,-12 1 4 0,15-1-4 16,-15 1 3-16,17-2 0 0,-17 2 0 0,15 2 0 15,-3-2-2-15,-12 0-3 0,19 0 3 16,-9 1 2-16,1-1 2 0,0 1-6 0,1-1 8 16,1-1 6-16,5 0-4 0,-1 1-2 0,-5-2-3 15,4 1 7-15,4 0-2 0,-2-1 3 0,0-1 1 16,2 1-2-16,0 0 4 0,1-2 0 0,1 2-3 0,8-2 1 15,-9 0 0-15,6 1-2 0,-4 1 1 0,6-2-4 16,-2 0 4-16,-7 2-7 0,7-1 6 0,-6 1-5 16,3 1-4-16,-4-1 0 0,3-1 2 15,-1 3 2-15,5-1 2 0,1 2-5 0,-7-2-2 16,2 1-2-16,-3 0-3 0,0 0 10 0,8 1-4 16,-8 0 1-16,3-1 2 0,-4 0-1 0,2 0 0 15,1-1-2-15,7 0 1 0,-11 1-2 0,9-1 4 16,2-1 1-16,-1 2-6 0,1 0 10 0,2-3-8 15,-2 2-2-15,1-2 1 0,-1 3 2 0,3-4-2 16,1 1 4-16,-2 2-8 0,1 0 12 0,-1-2 0 16,1 1-10-16,1 0 1 0,-3 0 7 0,3 1-2 15,-2-2 1-15,1 1 10 0,0 4-7 0,3-2-2 16,-5-2-13-16,1 1 5 0,4 1-3 0,-2 1 13 16,2-1 1-16,3 0-6 0,-1 3-7 0,15-3 5 15,-1-1-1-15,2-1-4 0,-1 1 8 0,0 0-4 16,1 1 1-16,-1 0 5 0,-1-1 0 0,-11-1-7 15,12 0 15-15,1 1-9 0,-15 1-6 0,15-2 12 16,-14 1-8-16,14 0 10 0,1-1-12 16,1 1 1-16,-5-2 1 0,4 3 2 0,1 0 2 15,0-2-4-15,-3 2-3 0,3-2 2 0,0-1 0 0,-1-1 5 16,2 0-1-16,-5 1 8 0,4 2-7 16,0-1 1-16,-1-2-2 0,-3 3-7 0,0-2 8 15,3 2-3-15,-4-1 5 0,-11 2-3 0,12 0-3 0,-10 0 13 16,-3 0-19-16,2 0 6 0,-1 0-4 0,0 0 3 15,-5 0 6-15,2 0-1 0,-2-2-6 16,-5 2-5-16,-1-1 9 0,-6 1-9 0,-3 0 6 16,0 0-2-16,-5 0 6 0,4-2-4 0,-4 2 0 15,0 0-2-15,-1-1 2 0,-13 1 8 0,22 0 9 16,-16 1 4-16,-6-1-4 0,19-2 10 0,-19 2-3 16,14 0 5-16,-14 0-5 0,13-1 4 0,-13 1 6 15,0 0-4-15,12 1 4 0,-12-1 1 0,0 0-3 16,0 0-4-16,0 0 1 0,0 0 1 0,0 0-4 15,13 0 3-15,-13 0-8 0,0 0-2 0,0 0 3 16,0 0-12-16,0 0 4 0,0 0-2 0,0 0 2 16,0 0-8-16,0 0 2 0,0 0-9 0,0 0-2 15,0 0-12-15,0 0-6 0,0 0-24 0,0 0-28 16,0 0-33-16,0 0-33 0,0 0-98 0,0 0-253 16,0 0 112-16</inkml:trace>
  <inkml:trace contextRef="#ctx0" brushRef="#br0" timeOffset="-186.56">1265 5547 135 0,'0'0'159'0,"0"0"-11"0,0 0-15 16,0-9-13-16,0 9-10 0,0 0-2 15,0 0 4-15,0 0 2 0,0 0-9 0,2 30-4 16,-2-15-8-16,-2 4-26 0,4-2-10 0,-4 1-3 16,0 8-6-16,0-8-2 0,2 1-3 0,0 0-6 15,-3-1-1-15,2-2-1 0,1 3-7 0,-1-2 1 0,-1-1-6 16,0 0 0-16,2 1 2 0,0-1-4 15,0-3-6-15,0-3-22 0,0 2-23 0,0-2-15 16,-2 1-26-16,2-11-21 0,0 18-6 0,0-18-13 16,0 10-29-16,-2-5-99 0,2-5-258 0,0 0 114 15</inkml:trace>
  <inkml:trace contextRef="#ctx0" brushRef="#br0" timeOffset="1.75">1231 5384 74 0,'0'0'123'0,"-1"-10"-16"0,1 10-14 0,0 0-20 16,0 0-3-16,0 0-15 0,0 0-25 0,0 0-15 16,0 0-25-16,0 0 2 0,3 34-23 0,-2-25-16 15,3-2-44-15,0 1-98 0,-2-1 43 0</inkml:trace>
  <inkml:trace contextRef="#ctx0" brushRef="#br0" timeOffset="390.32">1441 5587 45 0,'6'19'125'0,"1"0"7"15,1-1-19-15,-1-1-3 0,0 1-3 16,-2-3-10-16,-1-2-10 0,1-2-11 0,2-1 6 15,-3-1-6-15,3-1-9 0,-5 1-5 0,3-2-7 16,-5-7-4-16,5 10-6 0,-5-10-3 0,8 5 1 16,-8-5-11-16,5 5-7 0,-5-5 0 0,0 0-13 15,0 0-12-15,13-1-17 0,-13 1-16 0,14-11 0 16,-6 2-3-16,3-5-6 0,1 0-1 0,3-7 2 16,-1 0-11-16,0-1 2 0,-6-3 3 0,7 2 4 15,-3 2 11-15,2-1 8 0,-2 0 2 0,-2 8 11 16,2-2 9-16,-4 6 4 0,-1 1 8 0,0-1 8 15,-2 0-5-15,3 5 1 0,-8 5 1 0,10-7 0 16,-4 4 15-16,-6 3 11 0,0 0-3 16,19 8 8-16,-11 0 9 0,1 2 11 0,-1 4-4 0,-2 3 4 15,1-1 3-15,-2 2-5 0,1 8-3 16,-4-7-7-16,6 6-6 0,-5-6 0 0,-2 4-9 0,-1 3-1 16,-1-7-4-16,-1-1-3 0,0 1-7 0,-2 0-20 15,-1 8-35-15,-5-5-21 0,0-4-42 0,-6 2-46 16,0 1-139-16,-6-6-301 0,-1 1 134 0</inkml:trace>
  <inkml:trace contextRef="#ctx0" brushRef="#br0" timeOffset="619.79">1104 5698 181 0,'-3'8'176'0,"-1"4"1"0,-2 4-5 0,0 3-6 16,-1 6-19-16,5-6-15 0,-2 7-11 0,2-6-15 15,4 6-9-15,-2-7-7 0,6 7-9 0,3-3-6 16,5 0-10-16,-2-6-24 0,5 2-32 0,3-1-25 16,1-4-28-16,4-1-57 0,2-8-44 0,0 2-110 15,2-6-277-15,3-4 122 0</inkml:trace>
  <inkml:trace contextRef="#ctx0" brushRef="#br0" timeOffset="811.06">1510 5108 226 0,'-2'-6'220'0,"0"0"-22"16,2 6-20-16,-7-7-20 0,7 7-17 0,-4-7-13 15,4 7-29-15,-4-4-20 0,4 4-25 16,0 0-34-16,0 0-27 0,0 0-45 0,0 0-44 16,4 23-129-16,-4-23-243 0,4 20 108 0</inkml:trace>
  <inkml:trace contextRef="#ctx0" brushRef="#br0" timeOffset="8876.12">3473 5389 154 0,'0'0'163'0,"-4"-7"1"0,4 7-11 15,-6-10-2-15,6 10-10 0,-4-7 0 0,4 7-6 16,-2-6-10-16,2 6-13 0,0 0-11 0,-4-6-11 0,4 6-9 16,0 0-9-16,0 0-12 0,0 0 0 0,0 0-12 15,0 0-3-15,-4-6-6 0,4 6-5 0,0 0-1 16,0 0-6-16,0 0 1 0,13 23-7 0,-3-9-2 16,-2 1 1-16,-1 4-3 0,5 2-1 15,-1 4-3-15,1 2 1 0,0 1-2 0,-3 0-1 0,0 1 0 16,4-1-1-16,-4 2-1 0,1-3 1 0,2 0-4 15,-3-2 5-15,-4-7-4 0,3 1 2 0,-2-2-6 16,-1-1 3-16,1 2-1 0,0-3 3 16,-1-4-3-16,0 0 2 0,-2 0-5 0,3-3 4 15,-4-1-2-15,1 0 2 0,-1-2-2 0,0 1 2 16,-2-6 2-16,2 6 18 0,-2-6 10 0,0 0 1 0,0 0 0 16,0 0-1-16,0 0-8 0,13-17 2 0,-11 2-7 15,2-3 3-15,1-4-9 0,2-5 5 16,-3-2-5-16,3-3-3 0,-2-1-1 0,2 1 2 15,-2 0-4-15,3-1-1 0,-1-1 5 0,-2 2-8 16,-1 2 0-16,0-2 1 0,0 7 0 0,-1 7 0 16,-1 0 1-16,1 7-4 0,-2 1 4 0,3 0-5 0,-3 2-1 15,1 3-3-15,-2 5-14 0,3-12-16 0,-3 12-16 16,0 0 1-16,5-3-13 0,-5 3-9 0,0 0-28 16,0 0-25-16,14 23-30 0,-9-12-24 0,0 6-31 15,-2 3-115-15,1 0-347 0,0-4 153 16</inkml:trace>
  <inkml:trace contextRef="#ctx0" brushRef="#br0" timeOffset="9211.53">3945 5621 101 0,'0'0'148'0,"2"8"7"15,-2-8 6-15,2 11-11 0,-2-11-9 0,0 13-6 16,-2-5-9-16,2 1-10 0,0-9-14 0,3 16-7 15,-2-7-8-15,0-3-13 0,3 3-7 0,1-4-2 16,-1 0-4-16,1 0-6 0,3 1-5 0,-2-3 3 16,4 1-4-16,1-3 4 0,0-1-2 0,5-1-3 15,-4-1-1-15,4 0 0 0,-5-3-3 0,7-3 1 16,-4-3-4-16,1 1-1 0,0-4-8 0,-1 0 0 16,-7-3-5-16,7-4 0 0,-2-2-3 15,-6 5-2-15,-3-7-3 0,-3 8-8 0,-4-1 7 0,-1-1-5 16,-4 4-5-16,-3-2 1 0,-2 3-5 0,-1 6 1 15,0 1-2-15,-3 0-1 0,-3 5 7 0,2 3-7 16,-1 1-2-16,-6 6-2 0,8 0-13 0,0 2-5 16,-1 2-13-16,5 2-18 0,1 0-21 0,1 0-31 15,5 1-29-15,3 0-19 0,3 2-28 0,2-2-141 16,1-2-345-16,3-1 152 0</inkml:trace>
  <inkml:trace contextRef="#ctx0" brushRef="#br0" timeOffset="9435.5">4386 5312 76 0,'0'-6'228'0,"2"-1"-14"16,-2 7-18-16,3-8-14 0,-3 8-20 0,1-8-17 16,-1 8-19-16,0 0-11 0,0 0-15 0,0 0 2 15,6 19 2-15,-4-2-8 0,0 10-8 0,1 1 1 16,-3 4-18-16,-1-4-3 0,2 4-6 0,0 1-8 15,-1-1-4-15,0 0-10 0,0 0-24 0,0-3-26 16,1 0-25-16,-1-3-45 0,3-5-46 0,-2-3-51 16,2-2-149-16,-2-3-354 0,0-1 157 0</inkml:trace>
  <inkml:trace contextRef="#ctx0" brushRef="#br0" timeOffset="9661.29">4657 5338 89 0,'0'-7'231'0,"0"7"-22"0,2-10-22 16,-2 10-5-16,0 0 1 0,0 0 0 0,0 0 5 15,-8 27-11-15,5-9-21 0,-3 5-10 0,1 6-12 16,-1-1-14-16,4 1-5 0,-2 0-9 16,2 0-15-16,0-1-10 0,-1 0-7 0,1 1-8 15,2-10-5-15,-2 7-16 0,4-8-20 0,-1 0-31 0,0-2-20 16,3 0-29-16,-3-3-33 0,2-2-36 0,0-2-39 15,0 0-38-15,1-3-164 0,-4-6-394 0,0 0 174 16</inkml:trace>
  <inkml:trace contextRef="#ctx0" brushRef="#br0" timeOffset="10746.43">4552 5470 25 0,'-3'-4'181'0,"3"4"-17"0,0 0-14 16,0 0-17-16,5-9-14 0,-5 9-8 0,14-2-12 15,0 0-3-15,3 0-11 0,3 2-7 16,2-2-3-16,6 0-6 0,3 0-2 0,-2 3-1 16,2-3-16-16,0 0 5 0,-1-2-3 0,1 0-4 15,-3 1-6-15,-5-1-3 0,-1 0-5 0,-5 0-5 0,-5 4 1 16,-1-2 3-16,-4-1-1 0,-7 3 6 16,16-1 12-16,-16 1-1 0,9-3-5 0,-9 3-5 15,0 0-3-15,0 0 3 0,0 0-6 0,0 0-4 16,0 0-4-16,0 0 0 0,0 0 5 0,0 0 3 15,-35 17-4-15,23-3 1 0,-3 0-5 0,1 8 2 16,-2 2 0-16,0-2-2 0,3 4-2 0,2-4 0 0,2 2-4 16,3-7-4-16,3 0-2 0,2-1 1 15,-2-5 0-15,5 0-3 0,-2-1-2 0,3-1 3 16,2 0-1-16,-1-4-3 0,4 1 1 0,-8-6 5 16,20 4-2-16,-9-3-4 0,0-2 0 0,3-3-2 15,2-3 2-15,0-3-4 0,-2 2 7 0,0-4-7 16,0-1 1-16,-1 0 1 0,-3-1 1 0,1-1-5 0,-3 1 3 15,-3-1-2-15,1 4 1 0,-3 0-4 16,3 0 11-16,-4 1 4 0,-2 10 5 0,4-11-1 16,0 4 0-16,-3 2-7 0,-1 5-4 0,0 0 3 15,0 0-3-15,0 0-4 0,0 0-2 0,0 0 4 16,-10 23 2-16,6-8-4 0,0-2 9 16,0 3-9-16,2-2 1 0,0 0-5 0,2-4 5 0,3 2-2 15,2 0 0-15,3 1 1 0,1-2-3 0,4-1 2 16,-1-1 1-16,2-2 1 0,3-4 2 0,3 1 0 15,3-3 0-15,7-2-2 0,0-2 2 0,2 0-5 16,4-7 2-16,-3 3-4 0,-1-3 8 0,-3-2-4 16,-3 2 2-16,-1-4-1 0,-9 3 1 0,0 0 0 15,-4-3-3-15,0 1-4 0,-2-1 0 0,-2-2 2 16,0 2-1-16,-5 4 0 0,2-2 5 0,-2 1-2 16,-2 3 6-16,-1 8-2 0,-2-13 0 0,-2 9 1 15,4 4 4-15,-8-10-12 0,8 10 2 0,-15 4 0 16,5 0 0-16,-1 4-3 0,-1 2 2 0,2-1 0 15,-1 4 1-15,1 1-1 0,1-5 0 0,4 2-1 16,1 1-1-16,-1-3 5 0,4 1-6 0,2 0-12 16,0-3-1-16,3 2-5 0,-1-4-4 0,4 0-6 15,2-1 2-15,-2-1-5 0,-2 0 0 0,3-3-3 16,-8 0 3-16,17 0 0 0,-10 0 4 0,-7 0 2 16,10-3 1-16,-10 3 0 0,11-2 5 0,-11 2 0 15,9-1 3-15,-9 1-3 0,0 0-2 0,8 3 6 16,-8-3 0-16,6 10 1 0,-2-1 1 0,-1 8 1 15,4 7 6-15,-3 2 2 0,2 3 7 0,-1 5 4 16,3 11 9-16,-1 3 7 0,-1-2 1 0,-2-11-3 16,5 11 1-16,-5 0 5 0,4 0 3 0,-5-10 2 15,3 0-1-15,-3 10-3 0,0-13 3 16,-3 0-5-16,0-1 1 0,0 0-4 0,-4-4 3 0,-2 3-6 16,-2-7 4-16,-2 0-5 0,-3-7 0 0,1 0 2 15,0-5-6-15,-1 1 3 0,-1-7-1 0,-1 0-4 16,-3-3 2-16,1-1-5 0,1-4-1 0,-1-2-10 15,0-4-1-15,2-4-4 0,1-3-2 0,4-1-1 16,-1-12-4-16,6 2-7 0,5-4 4 0,5-5 0 16,2 1 0-16,7-10 1 0,5-6 0 15,-1 5 0-15,8 0 0 0,0 2-4 0,4 1-3 0,-1 4-3 16,2-3 0-16,-1 0 3 0,-2 3-1 0,4-2 1 16,-2-1 2-16,-1 2 4 0,-2-2 0 0,-5 11 1 15,0-12 3-15,-5 14 0 0,-4 1 4 0,0 3 0 16,-3-3 8-16,-5 9 8 0,1 2 17 0,-3 4 2 15,-3 2 10-15,0 1 6 0,0 9-6 0,-2-16-3 16,2 16-1-16,-13-3-5 0,13 3-2 0,-22 9 5 16,7 4 6-16,-7 8-1 0,-1 2-5 0,4 2 1 15,2 0-4-15,4 3 5 0,3-3-8 0,4-6-6 16,5 7-2-16,5-7-14 0,9 3-21 0,-3-6-40 16,5-4-32-16,9-1-63 0,9-5-73 0,2 1-215 15,16-10-479-15,-1-4 212 0</inkml:trace>
  <inkml:trace contextRef="#ctx0" brushRef="#br0" timeOffset="12132.46">6749 5350 174 0,'-7'-8'213'16,"-1"2"-9"-16,0-1-12 0,-4 1-13 0,-1 2-9 15,1 0-13-15,-1 3-10 0,-4 1-6 0,3 1-12 16,-2 5-13-16,-1 1-7 0,-5 10-3 0,-1 1-6 16,5 3-10-16,-1 2-6 0,4 1-11 0,2-2-22 15,4 2-9-15,4-6-2 0,2 0-3 0,3-2-2 16,2 2-6-16,0-2-1 0,6 0-5 0,0 0 1 16,3-4-3-16,3-1-1 0,3-2-3 0,1-4 2 15,8 0-5-15,-5-2 4 0,7-3-3 0,-9-4-2 16,2-1 0-16,-1-2 1 0,-3-3 3 15,0-2-2-15,-2-1-6 0,0-2 1 0,-2-2-2 0,-3 0 4 16,-1-2-6-16,-4 0-4 0,-1-5 1 0,-4-1-1 16,1-1 5-16,-2 8 6 0,-3 1 1 0,0 6 6 15,0-1 0-15,-2-1 7 0,2 5-3 16,2-2-3-16,-2 6-8 0,4 4-4 0,-2-9 0 0,2 9-1 16,0 0-3-16,0 0-1 0,-9 16 0 15,7-4 2-15,-1 5 1 0,3 2-3 0,2 5 1 0,0-5-2 16,3-1-3-16,-1 1 5 0,5-2-3 0,1-1 3 15,2 0-1-15,2-1 3 0,1-1-12 0,2-2-11 16,2-3-8-16,0-2-19 0,2-1-15 0,-1-1-12 16,8-4-15-16,-6-2-30 0,-3-3-9 15,3-2-23-15,-3-2-6 0,-2-3-15 0,-1-1 6 0,-3-2 6 16,-1-2 6-16,-4-2 11 0,1-6 14 0,-3 0 17 16,-3-4 13-16,0 2 26 0,-2 1 13 0,-1-4 12 15,0 2 28-15,0 1 22 0,0 7 21 16,-1 0 17-16,0 0 17 0,1 2 20 0,-2 5 19 15,2 3 7-15,0-1-6 0,0 10-12 0,-1-11-10 16,1 11-12-16,0 0-5 0,0 0-4 0,0 0 5 0,0 0 1 16,0 0 2-16,3 46 4 0,-5-27-5 15,2 8-3-15,2 4-9 0,-1 1 2 0,-2 2-8 16,1 1-2-16,1-3-4 0,3 3-3 0,-2-2-5 0,1-2-3 16,-1-1-20-16,1 0-20 0,0-3-31 15,-2 1-35-15,1-3-55 0,0-10-52 0,-1 3-191 0,-2-8-405 16,2-1 179-16</inkml:trace>
  <inkml:trace contextRef="#ctx0" brushRef="#br0" timeOffset="12297.74">7058 5408 76 0,'-1'-8'214'0,"1"8"-23"0,0 0-17 0,0 0-18 16,9-8-14-16,-9 8-14 0,17 3-23 0,-4 0-26 15,9-1-33-15,5 0-45 0,5-2-49 16,1 1-48-16,3 2-99 0,-2-1-211 0,6-4 93 16</inkml:trace>
  <inkml:trace contextRef="#ctx0" brushRef="#br0" timeOffset="12502.17">7950 5141 198 0,'0'-7'249'0,"3"0"-15"15,-3 7-14-15,2-8-26 0,-2 8-19 0,0 0-18 16,0 0 9-16,0 0-2 0,0 0 3 0,0 45-16 16,-4-17-12-16,0 3-12 0,1 2-11 0,0 0-12 0,0 3-7 15,1-2-12-15,-1 12-5 0,1-13 0 16,2-1-16-16,-4-3-14 0,4 1-26 0,0-3-29 16,0-1-32-16,0-2-37 0,0-5-33 0,-3-2-53 15,2-6-51-15,1 1-198 0,-2-1-441 0,2-11 196 16</inkml:trace>
  <inkml:trace contextRef="#ctx0" brushRef="#br0" timeOffset="13080.32">7996 5299 98 0,'11'-14'113'0,"2"-1"-2"0,1 1 3 0,-2 1-6 15,2 1 1-15,-6 2-1 0,3-5 1 0,-2 6 1 16,-1-1 0-16,-2 1-3 0,1-1-6 0,0 1-7 15,-2-4-8-15,0 4 4 0,-1-1 16 0,-1 3-7 16,1-2-3-16,-4 4-8 0,0 5-4 0,2-10-14 16,-2 10-8-16,1-7-11 0,-1 7-1 0,0 0-11 15,0 0 2-15,0 0 2 0,4 32 1 0,-5-7 1 16,-3 8-1-16,-2 2-3 0,-2 12 1 0,0-1-2 16,0 0-5-16,2-13-4 0,0 2-2 0,2-1-1 15,-2-4-3-15,-1-1-6 0,4-5 9 0,1-5-11 16,1-2 9-16,0-2-16 0,1-4 4 0,-2-2-3 15,2-3 4-15,0-6-3 0,0 12 1 0,0-12-1 16,0 0-3-16,3 4 1 0,-3-4-3 0,0 0-1 16,15-19-3-16,-8 9 2 0,3-7-6 0,5-7-3 15,1 4-2-15,1-3-5 0,3 4 5 0,-1-1-3 16,4 4 1-16,-4 8-3 0,-1 2 3 0,-3 2-1 16,3 2-2-16,0 3 1 0,-1 2 5 0,-5 3 0 15,5 0 7-15,-2 1-6 0,1 1 11 0,0 3 0 16,-2-1 2-16,3-3 1 0,-6 1 7 0,7 1-9 15,-2-4 3-15,1 0 1 0,0-5 2 0,1 3 2 16,0-4-2-16,1-3 2 0,-1 0-1 0,0-1 5 16,-2-5-3-16,0 1 1 0,-1-3 1 0,-3 2 1 15,-1-4 3-15,-2-2-2 0,-1-3-3 0,0 0-2 16,-5-1-1-16,0 1-1 0,1 2 2 0,-4 0 1 16,0 2 14-16,-2 5-8 0,2 10-5 0,-5-16 6 15,5 16-7-15,-6-8 0 0,6 8-3 0,0 0 3 16,-31 19 8-16,15 0 4 0,-4 4-7 0,3-1 3 15,3 4-3-15,1-3 0 0,1 2-5 0,6-6 3 16,2 0-7-16,3-2 4 0,5 0-9 0,2-1-18 16,8-2-25-16,0-3-31 0,13 1-43 0,1-5-50 15,9-5-81-15,3 1-271 0,13-6-553 0,1-2 244 16</inkml:trace>
  <inkml:trace contextRef="#ctx0" brushRef="#br0" timeOffset="18498.44">25489 8683 101 0,'0'0'114'0,"0"0"-11"0,0 0 1 16,0 0-6-16,0 0-9 0,0 0-1 15,0 0-8-15,0 0-2 0,0 0-5 0,0 0 3 0,0 0-13 16,0 0 8-16,0 0-7 0,0 0-9 0,0 0 3 15,0 0-11-15,0 0-4 0,0 0 1 0,0 0-8 16,0 0-4-16,0 0-8 0,0 0 2 0,0 0-1 16,0 0-17-16,0 0 14 0,0 0 0 0,0 0 0 15,0 0-8-15,0 0 1 0,0 0 0 0,0 0 0 16,0 0-2-16,0 0 4 0,0 0 0 16,0 0 6-16,0 0 3 0,0 0 2 0,0 0 3 0,0 0 1 15,-5-6-1-15,5 6 1 0,0 0 3 0,0 0 5 16,0 0-1-16,0 0 2 0,0 0 2 0,0 0-1 15,0 0-1-15,0 0-3 0,0 0-3 0,0 0 1 16,0 0-8-16,0 0 0 0,-4-6-7 0,4 6 0 16,0 0-4-16,-5-6 1 0,5 6-3 0,-9-4-6 15,9 4 3-15,-9-3-4 0,9 3 1 0,-11-2-2 16,11 2 0-16,-13-1 0 0,1 1 1 0,12 0-2 16,-18 1-2-16,9-2-1 0,2 2 3 0,-2 1-6 15,9-2 2-15,-18 0 1 0,7 2-2 0,0 1 2 16,-1-1-1-16,1 4-2 0,0-2 3 0,0 1-4 15,0 1 0-15,2 0 0 0,-5-1 3 0,4 2-1 16,1-2 0-16,-1 3 3 0,1-2-2 0,0 0-2 0,0 4 1 16,0-3 1-16,0 1-2 0,0-1 1 15,0 0-1-15,1 1 0 0,3-2 2 0,-5 2-1 16,2 1 2-16,2-2 4 0,-2 1 0 0,2 0-2 16,0 1-2-16,0-1 1 0,2-1-2 0,1-2 1 0,0-1-3 15,0 4 5-15,3-8-3 0,-6 9-1 0,4-4-3 16,2-5 4-16,-2 10-2 0,2-10 3 15,0 10-1-15,0-10-1 0,2 11-2 0,2-6 5 16,-2 0 1-16,2-1 1 0,1 1-4 0,1 0-2 0,1 2 6 16,2-2-1-16,0 1-4 0,0 0 3 0,3-1 0 15,0 1-2-15,-2-2 1 0,8 3 0 0,-5 0-1 16,-3-2-1-16,0-1 0 0,2 2-1 0,-1-1 2 16,0 3-3-16,0-4 0 0,-1 1 1 0,-1-1 0 15,1 3 2-15,0 0 1 0,-3-4-3 16,1 4 3-16,-1-2-6 0,2-1 3 0,-4 1-1 0,3 2 4 15,-3-2-3-15,-1 0-2 0,1 0-1 0,2-1 6 16,-5-1-3-16,0 5-1 0,-2-8-1 0,3 9 5 16,-2-2-3-16,-1-7-1 0,-1 14 2 0,1-14-1 15,-3 10 2-15,-1-4-1 0,1 0-1 16,-1-1 4-16,-1 2 0 0,-4 2 1 0,1-2-1 0,-1-1 6 16,-3 1-3-16,-1 2 5 0,-3-1-2 0,5-2 3 15,-3-1-1-15,1-4 5 0,-5 4 3 0,2-2 2 16,0-2-2-16,-2-1 3 0,4 1-1 0,-3-1 1 15,-1-1 3-15,1 0 1 0,2 1 0 0,-2-2-2 0,3 1 1 16,-3-2-2-16,-1 3 2 0,6 0-2 16,-6-3-3-16,5 0 0 0,-1 1-1 0,3-1-5 15,-1-1 0-15,0 2 12 0,2 0-16 0,4-1 1 16,-6 3-2-16,6-2-1 0,6 2-1 0,-12-4 1 0,12 4-4 16,-7-4-1-16,7 4 1 0,0 0 0 15,-10 0-4-15,10 0 0 0,0 0 3 0,0 0 0 16,0 0-1-16,-10-1-2 0,10 1-3 0,0 0 5 15,0 0-1-15,0 0-4 0,0 0-4 0,0 0 1 0,0 0-3 16,-5-5-4-16,5 5 0 0,0 0-2 16,0 0-1-16,0 0-1 0,0 0-3 0,0 0 2 15,0 0-11-15,0 0-3 0,0 0-9 0,0 0-8 16,0 0-12-16,0 0-12 0,0 0-21 0,0 0-24 0,0 0-22 16,0 0-21-16,0 0-32 0,15 14-31 0,-15-14-119 15,8 5-370-15,-8-5 164 0</inkml:trace>
  <inkml:trace contextRef="#ctx0" brushRef="#br0" timeOffset="21372.1">27277 8704 130 0,'-4'-5'172'16,"4"5"-3"-16,-6-9-1 0,2 5-3 0,4 4-9 15,-7-8-13-15,5 4-6 0,2 4-9 0,-9-9-10 16,5 5-11-16,4 4-9 0,-10-5-7 0,10 5-9 16,-9-2-8-16,1 2-9 0,8 0 2 0,-18 4-6 15,7-1-6-15,-6 4 0 0,5-1-7 0,-5 2-2 16,2 2-2-16,-1 2 0 0,1 1-3 0,-6 3 5 15,6 0-11-15,1-1 2 0,1-1-3 0,-2 8-1 16,1 0 1-16,-1-7-4 0,0 6-4 0,5-2 2 16,0-2 4-16,-3 5-5 0,3-3-3 0,5-2 0 15,-3 6-4-15,4-6 0 0,-1 2-3 0,1 1 0 0,-1-4 5 16,4 4-6-16,1-1-2 0,0 0-1 16,0 5 3-16,1-7-2 0,4 1-3 0,-5-3 1 15,8-1 1-15,-3 1-3 0,4-1-2 0,-3-3 5 16,4-2-4-16,3 4 2 0,-4-5 1 0,0 0-2 15,8-1-1-15,-3-4 0 0,0 3-1 0,4-3 3 0,1 0-2 16,0-3 2-16,-1 0-2 0,-2-3 2 0,4 1-3 16,-2-4-1-16,0 2 1 0,-3-1-3 0,3-1 4 15,-3-3-1-15,-2-2 0 0,0 1 4 16,-1-2-7-16,-2-4-2 0,1 1-2 0,-1 2 2 0,-3-3-1 16,-3 2 0-16,-2-1-4 0,-2 3 1 0,0 2 2 15,0-1-2-15,-4 1 1 0,-1 0-1 0,-1 1 0 16,2 2 0-16,-6-1-1 0,1 3 0 15,0-2 0-15,-5 1-1 0,3 1 2 0,-3 2-5 0,4-1 1 16,1 3 1-16,-3-1 0 0,1 2 3 0,5-2-3 16,6 2-2-16,-12-1 8 0,12 1-9 0,0 0 0 15,-11 1 4-15,11-1-3 0,0 0 3 0,0 0-2 16,0 0-1-16,0 0 9 0,0 0-5 0,23 17 1 16,-12-15 2-16,5 0-3 0,-1 0 1 0,3 0 0 15,0-2 4-15,4 1-2 0,-1-2 0 0,0 1-2 16,-2 0 0-16,1 0 1 0,0-2 0 0,-1 1 0 15,-7 1 3-15,3 0-5 0,-3-1 2 0,1 1 1 16,-1 1-4-16,-3-1 0 0,1 0 2 0,-10 0 1 16,11 0-1-16,-11 0-3 0,13 0 2 0,-5 1 0 15,-8-1 1-15,10 2-3 0,-10-2 1 0,9 2-4 16,-9-2 4-16,10 3-1 0,-4 1 3 0,-3 1-3 16,1-1 0-16,0 1 1 0,0 2 2 0,-1 2 5 15,0-1 3-15,1 2 9 0,-2 2-1 0,1 3 9 16,-3-2 1-16,1 2 5 0,0 1 3 0,-2-4-3 15,1 0 2-15,-1 1 4 0,1 2 2 0,-3 0 5 16,3-3-8-16,-2 0-5 0,2-2 5 0,-2 2-6 16,0 1-1-16,2-3-2 0,-3 1-4 0,2 0 2 15,0-1-4-15,0-1-2 0,-1-2-4 0,0 1 1 16,2 1-18-16,0-9-20 0,-4 13-25 0,4-8-26 16,0-5-28-16,-1 14-39 0,1-14-48 0,0 7-53 15,0-7-257-15,-2 7-538 0,2-7 238 0</inkml:trace>
  <inkml:trace contextRef="#ctx0" brushRef="#br0" timeOffset="22184.42">29169 8746 143 0,'0'-11'203'0,"-1"1"3"0,1 0-6 16,0-1-12-16,0 2 1 0,1-1-13 0,2 2-15 16,-2-2-2-16,3 1-5 0,-4 1-13 0,1 0-12 15,-1 8-1-15,5-10-14 0,-5 10-13 0,2-9-7 16,-2 9-15-16,1-5-9 0,-1 5-11 0,0 0-3 16,0 0-9-16,0 0-1 0,0 0-8 0,9 24 5 15,-8-8-3-15,2 3 4 0,-2 5 2 0,-1 1-3 16,0 3 28-16,0-3 4 0,-1 1 4 0,1-2-9 0,-3 2 4 15,1 0 7-15,2-6-9 0,-2-1 0 16,2 5-2-16,-1-7-2 0,0 3 2 0,-3-4-1 16,4 4-6-16,-3-1-1 0,3-1-11 0,-1-1-1 15,-3-1-5-15,3 2 2 0,1-1 2 0,-2-2-14 0,2 2 1 16,0-4-4-16,-3-1 12 0,3-1-33 0,-1 0 15 16,-1-6-1-16,2 6 0 0,0-11-2 15,0 11-2-15,0-11-7 0,2 11 0 0,-2-11-18 16,0 6-16-16,0-6-15 0,0 0-16 0,0 0-19 15,0 0-33-15,0 0-26 0,0 0-34 0,0 0-24 0,0 0-32 16,0 0-54-16,-17-23-17 0,12 11-227 0,-3-2-558 16,4-1 247-16</inkml:trace>
  <inkml:trace contextRef="#ctx0" brushRef="#br0" timeOffset="22608.48">29102 8675 43 0,'0'0'206'0,"0"0"1"0,-2-8-8 0,2 8-10 16,0 0-11-16,-1-9-14 0,1 9-5 15,0 0-11-15,0 0-10 0,-1-8-12 0,1 8-10 0,0 0-10 16,0 0-5-16,2-8-11 0,-2 8-5 0,5-7-1 15,-5 7-9-15,7-3-5 0,-7 3-3 0,6-4-3 16,2 1-5-16,-8 3-3 0,17-2 0 0,-5 1-6 16,0-1-3-16,7 1-2 0,-4 0 2 15,3 1-7-15,1 1-5 0,3 2 3 0,0-3 2 0,6 3-1 16,-8-1-5-16,1 0-2 0,7 2-6 0,-8 2 3 16,0 0-3-16,-1 0-4 0,-3 3-3 0,2 0-1 15,0 3-1-15,-3 2-4 0,3 5-1 0,-2 0 2 16,-4 3 2-16,3 2 1 0,-6 0-1 0,-2 2 3 15,-4 3 9-15,-1-3 3 0,-2 4 1 0,-2-2 0 16,-5-1 0-16,-2 0 1 0,-1 1 1 0,-5 2 6 16,-1-2-3-16,-4 2 0 0,-2-1 0 15,-12 4-7-15,6-7-1 0,-3-4-5 0,-9 5-30 0,8-7-28 16,-14 5-33-16,-2-4-37 0,3-1-65 0,-3-6-81 16,-7 1-305-16,-3-5-599 0,-6-7 265 0</inkml:trace>
  <inkml:trace contextRef="#ctx0" brushRef="#br0" timeOffset="24150.92">24012 9939 140 0,'0'0'203'0,"-17"-3"-13"0,7 3-8 15,-2 1-6-15,-2 1-9 0,-4 1-9 0,-5 9-6 16,-2 2-7-16,-3 0-9 0,0 3-9 0,-1 2-12 16,0 2-7-16,1 0-15 0,1 2-15 0,7-3-4 15,0 0-10-15,9-4-6 0,1 1-8 0,6 0-3 16,1-4-3-16,3 2-4 0,3 1-4 0,3-1-6 16,4-1-1-16,2-1 2 0,5 0-8 0,-1-2 1 15,10 1 1-15,-1 0-5 0,1-2-1 0,1-1-6 16,-7-3 1-16,4 4-1 0,-4-6-5 0,-4 3 1 15,2-2-1-15,-6-1 0 0,-2 1-4 0,-3-1 3 16,0-2-4-16,-1 0-1 0,-6-2 2 0,8 6 7 16,-8-6 12-16,5 5 7 0,-5-5 0 0,0 0 4 15,-14 11-4-15,4-5-2 0,-5-1-2 0,-3 1 0 16,-3-1-5-16,2-1 2 0,-2 1-4 0,1-3-3 16,-2 1 2-16,3 0-1 0,0-2-8 0,5-1-16 15,0 2-17-15,2-2-19 0,0 0-27 0,3 0-32 16,9 0-34-16,-17-2-45 0,11 1-36 0,6 1-193 15,-9-8-444-15,9 8 196 0</inkml:trace>
  <inkml:trace contextRef="#ctx0" brushRef="#br0" timeOffset="24440.22">24018 10271 47 0,'6'-3'181'16,"-6"3"-22"-16,9-3-15 0,-9 3-15 0,9-1-13 0,-9 1-3 15,8 4-3-15,-8-4 3 0,6 9-6 16,-3-3 8-16,2 2-11 0,0 1-10 0,1 0-2 0,1 0-7 15,2-1-5-15,1 1-3 0,2 1-5 0,-2-2-4 16,3-3-5-16,1 2-4 0,4-1 3 0,-2-2-4 16,3 0 1-16,-1-2 2 0,1-4 0 0,0-2 0 15,1 0 5-15,-1-2-6 0,-5-1 2 16,3-1 6-16,-7 0 1 0,1 1-1 0,-4-2 4 16,-1 0-12-16,-5-1-6 0,1-2-6 0,-5 0-7 0,-2-2-5 15,-3 0-5-15,-4 1-5 0,-1 3-2 0,-4 0-2 16,2 2-13-16,-3 1-10 0,-1 1-10 0,-2 2-8 15,-7 3-13-15,7 2-19 0,1 1-17 0,0 2-22 16,-2 2-30-16,4 1-33 0,-1 0-25 0,5 1-21 16,1 0-26-16,4 0-136 0,1-1-389 0,5 0 173 15</inkml:trace>
  <inkml:trace contextRef="#ctx0" brushRef="#br0" timeOffset="25148.87">24410 10167 58 0,'5'-4'217'0,"-3"0"-12"16,-2 4-16-16,6-7-8 0,-6 7-18 0,5-5-22 16,-5 5-9-16,0 0-8 0,0 0 2 0,4 14-5 15,-4-14-9-15,4 17-12 0,-3-5-4 0,3 3-6 16,-4-3-11-16,3 2-9 0,0 2-3 0,1 1-7 16,0 0-7-16,1-2-2 0,5 1-3 0,-5-5-7 15,6 2 0-15,-3-3-8 0,3-1 1 0,-3 0-4 16,3-4-2-16,1 1-3 0,-1-3 0 0,1-2-2 15,0-1 1-15,0 0-5 0,2-4 1 0,-3 0-3 16,2-2-1-16,1-5-3 0,0 0 1 0,-1-1-2 16,-1-4 1-16,-3 2 0 0,2-1-1 0,-5-2-4 0,0 0-4 15,-1 0 11-15,0 0 6 0,-3 0 4 16,0 6 1-16,-2-1-5 0,2 2 0 0,-2 0 1 16,0 10-2-16,0-12-3 0,0 12 7 0,0-9-13 15,0 9-4-15,0 0-1 0,0 0-4 0,0 0 4 0,0 0-5 16,0 0 2-16,-6 22 0 0,3-10-4 15,1-1 6-15,2 1-1 0,-3 1-2 0,6 2 0 16,-3 0 0-16,6 1 1 0,-2-4 2 0,-2 0-5 16,2-1 6-16,3 0-4 0,-1-3 5 0,2 0-6 0,-1-1 2 15,3-2 3-15,2 0 10 0,-3-1-12 16,1-1 1-16,4-3 1 0,-1-2 3 0,-1 0-2 0,0 0-1 16,-1-2 0-16,1-1 0 0,-2-2-3 15,-2-3 2-15,0 0 1 0,5-2-2 0,-6-2-5 0,-1-2 7 16,-1 0-4-16,0 1 1 0,-3-2-3 0,-2 6 2 15,0-2-2-15,-5 3 1 0,3-2-5 0,-1 2 5 16,-1-1-4-16,-2 2 3 0,-1 0 0 0,1 1-3 16,0 3 2-16,-1 0 1 0,4 1-4 0,3 4 1 15,-8-9 0-15,4 5 0 0,4 4-2 0,0 0-1 16,-5-4-5-16,5 4-1 0,0 0-2 0,0 0 0 16,0 0 3-16,0 0 1 0,0 0 0 15,23-4 1-15,-10 3 0 0,-1 0 4 0,1 1-3 0,6 0 1 16,-5 0 1-16,-1-2-1 0,0 4 0 0,-2-1 3 15,0 0-4-15,0 1 2 0,-4 0 0 0,0 1 1 16,0 1-5-16,-1 0 5 0,-2 2-1 16,2 3 6-16,0 0 7 0,-4 1 2 0,2 1 3 0,-1 1-1 15,-1 0 5-15,-2 2 1 0,0 1-4 0,0-3 5 16,0 3-7-16,0 2 4 0,0-1-4 0,0-4 4 16,0 1-5-16,0-2-11 0,0 1-19 15,0-2-21-15,0 3-24 0,0-4-17 0,0 1-31 0,-2-1-33 16,2-2-46-16,0-7-27 0,0 11-182 0,0-11-435 15,0 0 193-15</inkml:trace>
  <inkml:trace contextRef="#ctx0" brushRef="#br0" timeOffset="25534.57">25282 10104 39 0,'0'0'186'0,"0"0"-9"0,2-10-8 16,-2 10 0-16,0 0 6 0,0 0-7 0,0 0-3 15,-11 26-13-15,6-15-9 0,-1 4-10 16,-1 2-16-16,3 0-7 0,-1 0-3 0,3 0-17 16,0 0-8-16,-3-2-6 0,5-2-9 0,5-1-6 0,-1 4-6 15,1-2-4-15,1-2-6 0,1-2 0 16,3-2-6-16,2 0 2 0,4-2-6 0,2-3-1 0,4 0-4 16,1-3-6-16,6-2 2 0,-8-1-1 15,7-2-1-15,-1-1-4 0,-6 0 0 0,6-5-4 0,-5 0 0 16,1-6 2-16,-3-2 2 0,-7 7-8 15,-4-4 7-15,3 1-6 0,-6-2-3 0,-3 2-2 0,-2 2 13 16,-2 1-5-16,-1-1 5 0,-3 2-1 16,0 3 12-16,-4-3-12 0,0 6 0 0,2 0 7 0,-6 2-4 15,-5 2-2-15,0 6-1 0,1-1-3 0,-2 5-2 16,1 1-3-16,0 2 1 0,2 2 1 0,5 1-8 16,0 1 4-16,2 1-3 0,6 2 1 0,-1-1-4 15,5 0-6-15,5 5-19 0,3-7-19 0,4 0-19 16,8 4-26-16,6-4-34 0,3-3-31 0,20 2-44 15,5-5-49-15,1-2-168 0,2-6-446 0,-1-1 197 16</inkml:trace>
  <inkml:trace contextRef="#ctx0" brushRef="#br0" timeOffset="25856.23">27110 9937 119 0,'-9'-14'285'0,"3"-2"-9"0,-4 6-5 15,5 1-5-15,-1-1-11 0,4 3-4 0,0 3-16 16,2 4-21-16,-4-9-20 0,4 9-25 16,-3-8-20-16,3 8-12 0,0 0-17 0,0 0-17 15,0 0-8-15,0 0-12 0,4 37-4 0,-1-11-9 0,-3 2-4 16,4 2-9-16,-4-1 1 0,0-1-12 15,0 2-4-15,-2-2-4 0,0 0-3 16,-1-2-3-16,2 3 3 0,-4-2-10 0,1-1 3 0,0-7-2 16,3-2-8-16,0 1-7 0,-3-3-8 0,2-1-30 0,0-4-24 15,0 2-25-15,-1-2-23 0,1-1-23 16,0 1-25-16,-2-5-49 0,4-5-27 0,-6 6-51 16,6-6-172-16,0 0-484 0,0 0 215 0</inkml:trace>
  <inkml:trace contextRef="#ctx0" brushRef="#br0" timeOffset="26153.73">27002 9904 12 0,'-1'-7'199'0,"-2"2"-16"0,-2-1-10 0,5 6-14 16,0-8-13-16,0 8-7 0,-4-7-17 0,4 7-20 15,0 0-3-15,0 0-9 0,0 0-9 0,4-10-4 16,-4 10-8-16,0 0-3 0,12 0-7 0,-12 0 0 15,0 0-6-15,11 6-1 0,-11-6-6 0,8 2-8 16,-8-2 0-16,0 0-6 0,6 2-1 0,-6-2 0 16,0 0-2-16,0 0 0 0,0 0-2 0,0 0-4 15,0 0-3-15,8 3 1 0,-8-3-3 0,0 0-2 16,0 0-5-16,0 0 4 0,0 0-1 0,0 0 0 16,0 0-4-16,0 0 0 0,0 0 1 0,0 0-8 15,0 0 3-15,0 0-4 0,0 0-13 0,0 0-20 16,0 0-19-16,-4 11-36 0,4-11-40 0,-6 7-43 15,0 0-158-15,-3-1-355 0,-1 0 157 0</inkml:trace>
  <inkml:trace contextRef="#ctx0" brushRef="#br0" timeOffset="26925.74">27300 9858 9 0,'-4'-11'230'0,"4"11"-9"0,-4-8-9 0,0 4-11 16,-1-3-8-16,-1 4-21 0,6 3-3 0,-14-3-16 16,7 0-15-16,7 3-10 0,-13-2-14 0,3 2-10 15,0 1-10-15,1 6-5 0,-8 0 1 0,2 1-15 16,-3 2-5-16,3 3 5 0,-1-1-10 0,-1 10-1 15,-2 2-1-15,3 2-6 0,2-1-3 0,1 0-1 16,0 1-1-16,2-1 0 0,1-2-4 0,1 0 4 16,1 2-5-16,3-5-4 0,-2-1-1 0,5-2-2 15,-1 0-4-15,1-2-4 0,2 2-5 0,-4-1 0 16,4-1 0-16,2-3-4 0,2-1-4 0,-1-1-1 16,1 1 4-16,4-3-7 0,-2 2 6 0,0-3-2 15,3 0 0-15,3 1-4 0,-3-2 0 0,5-1-2 16,-1-2 0-16,0 0 1 0,7-1-2 0,-4-2-2 15,0 0 4-15,2-3-5 0,0 2 2 0,-2-2-2 16,-3 1-1-16,1-2 1 0,-3-2-2 0,2 0 4 16,-1 2-1-16,-1-5 2 0,5-1-8 0,-5-3 1 15,1 2 1-15,-2-4-8 0,-1 1 0 0,0 0-2 0,-2-1 1 16,-3 0-7-16,-1-2 2 0,1-1-3 0,-6 7 0 16,0-1 0-16,-1-1 1 0,1 3 2 15,-5-2 1-15,1 1 1 0,-1 3 0 0,-2-2 1 16,2 2-2-16,-2 2-1 0,3 0 1 0,-3 0 1 0,1 3 2 15,8 3-1-15,-6-7-1 0,6 7 1 0,-9-5-2 16,9 5-2-16,-6-1 2 0,6 1-2 0,0 0-1 16,0 0 4-16,0 0 2 0,0 0 2 15,0 0 2-15,-3 13 3 0,3-13 0 0,0 0 0 0,11 10 0 16,-4-8 5-16,-1 1-2 0,2 1 11 0,3-1-8 16,-1-1-3-16,2 2 4 0,-3-3 4 0,2 2-9 15,1-3 4-15,1 0-6 0,-2 2 3 0,1-1 3 16,-2-1-3-16,0 0-1 0,-1 0-2 0,-1 2 1 15,-8-2-7-15,16 0 4 0,-9 1 0 0,0 2-2 16,-1-2 4-16,-6-1-5 0,19 5 3 0,-13-3-5 16,1 2 0-16,0 0 6 0,0 0-4 0,1 4-1 15,-1 0 1-15,0-2 6 0,0 4-5 0,-2-1 1 16,-1 2 8-16,0 0 10 0,1 3-2 0,-3 2 3 16,1 1-4-16,-3 0-2 0,0 0 2 0,2-1-2 15,-4-2 4-15,2 3-2 0,0-5-4 0,-5 3-19 16,5-3-18-16,-3-1-19 0,1-2-22 0,2 2-22 15,0-3-24-15,-4 3-33 0,4-11-34 0,4 10-33 16,-4-10-36-16,6 6-205 0,-6-6-492 0,10 2 219 16</inkml:trace>
  <inkml:trace contextRef="#ctx0" brushRef="#br0" timeOffset="27350.45">27899 10163 240 0,'-7'-5'238'0,"-1"-3"-5"0,0 4-8 16,-5 2-11-16,1-2-14 0,1 6-7 0,-7 0-5 16,0 3-14-16,-2 1-9 0,5 4-17 0,-3 0-4 15,2 0-15-15,0 2-10 0,3 4-8 0,1-3-8 0,1 1-12 16,5 0-11-16,-2 1-10 0,6-3-3 0,2-2-6 16,0 2-2-16,2-1-7 0,4 1-2 15,0-3-6-15,2 1-1 0,3-4 1 0,-1 1-4 16,3-1 1-16,1-3-6 0,-1-1 1 0,-2 0-4 0,3-4-3 15,-1 1-10-15,-1-2 7 0,-1-1 4 0,-2-1-5 16,1-3-2-16,-2-1-1 0,-2-1 3 0,3-5-1 16,-1 1-1-16,-4 0-2 0,-1 2 5 15,0-1-1-15,-3 3 6 0,0-2-1 0,-1 1-4 0,1 4 3 16,0 7-5-16,-2-12 4 0,2 12 9 0,0-12-9 16,0 12 11-16,0 0-14 0,-1-6-16 0,1 6 3 15,0 0-4-15,0 0-2 0,0 0 1 0,-8 20 3 16,6-9-2-16,-2 0-2 0,2 2 4 0,0 0 0 15,0 3-9-15,2-1 3 0,0-1 4 0,0-3-5 16,2 3-3-16,2-2 6 0,1 3-2 0,-2-3 3 16,7 2-15-16,-3-7-2 0,3 1-38 0,1-1-26 15,2-1-31-15,1 1-41 0,-1-5-28 0,1 1-41 16,-3-2-36-16,2-1-47 0,1-2-215 0,-1 0-555 16,-1-3 246-16</inkml:trace>
  <inkml:trace contextRef="#ctx0" brushRef="#br0" timeOffset="27590.47">28193 9981 67 0,'0'-16'268'0,"0"5"-4"15,0 2-8-15,0 1-8 0,0 8-5 0,0-13-13 16,0 13-25-16,1-8-15 0,-1 8-26 0,0 0-15 16,0 0-3-16,0 0-7 0,4 25 7 0,-2-9-8 15,0 8-15-15,-6 2 1 0,6 0-11 0,-4 2-10 0,2 0-4 16,0-2-11-16,0-1-10 0,0 0-4 15,0 0-10-15,-1-1-6 0,1-5-2 0,-3 1-12 16,3-2-1-16,3 1 2 0,-3-5-24 0,0 2-20 16,-3-5-28-16,2 0-20 0,0 0-40 0,1-3-31 0,-1 0-34 15,1-8-33-15,0 10-46 0,0-10-25 0,-3 6-225 16,3-6-521-16,0 0 231 0</inkml:trace>
  <inkml:trace contextRef="#ctx0" brushRef="#br0" timeOffset="27768.2">28089 10122 172 0,'0'0'198'0,"-2"-12"-22"15,2 12-19-15,-2-7-18 0,2 7-11 0,0 0-12 16,9-3-11-16,-9 3-10 0,20 1-7 0,-7 1-10 16,6 1-10-16,1 1-26 0,-1 1-33 0,7 2-20 15,-3 0-34-15,2 3-23 0,-8-2-27 0,2 3-11 16,-6 0 0-16,1 1-84 0,-2 1-207 0,-3 0 92 15</inkml:trace>
  <inkml:trace contextRef="#ctx0" brushRef="#br0" timeOffset="28061.81">28355 10231 612 0,'4'9'-29'0,"-1"2"32"16,-1-1 24-16,-2 0 11 0,2-2 20 0,-1 3 9 16,-1-6 8-16,0-5 3 0,0 12 0 0,0-12-6 15,0 8 14-15,0-8-7 0,0 9 1 0,0-9 9 16,1 7-2-16,-1-7 3 0,7 5 2 0,-7-5-3 16,12 1-2-16,-4-2-2 0,-8 1-2 0,24-7-5 15,-8 2-6-15,0-2 4 0,-3-3-3 0,0 2-3 16,-3-4 1-16,5-1-12 0,-2-1-2 0,-3 1 0 15,0-1 0-15,-2 5 0 0,-4-1-7 0,1-1 3 16,-4 0-3-16,-1 5 2 0,0-3-7 0,0 9 1 16,-3-13-6-16,0 7-1 0,3 6-7 0,-10-6 1 15,3 4-5-15,7 2 6 0,-18 2-15 0,7 4 1 16,1 0 0-16,-3 3 7 0,-1 3 0 0,2 0-2 16,0 2 0-16,1 1-1 0,1-1-4 0,5-3 0 15,-1 2-4-15,3-2 2 0,1 2-4 0,2-2 1 16,1 0 1-16,3-1-3 0,2 1-2 0,0-3 0 15,3 1-19-15,2-3-21 0,0 0-28 0,1-1-19 16,-1-1-36-16,2 2-33 0,-2-4-38 0,1-1-42 16,-1 0-47-16,-2-2-144 0,3-2-448 0,-4 1 198 15</inkml:trace>
  <inkml:trace contextRef="#ctx0" brushRef="#br0" timeOffset="28230.32">28290 10055 178 0,'-10'-4'233'0,"3"2"-29"16,1-1-14-16,6 3-23 0,-5-4-14 15,5 4-12-15,0 0-18 0,0 0-14 0,21-5-18 0,-1 5-30 16,12-1-47-16,1 0-70 0,4-1-74 0,1-2-117 16,-1-2-267-16,-1 1 119 0</inkml:trace>
  <inkml:trace contextRef="#ctx0" brushRef="#br0" timeOffset="28642.12">29660 9803 249 0,'1'-7'266'0,"2"0"-10"15,-3 7-13-15,6-11-16 0,-4 6-20 0,-2 5-17 16,5-8-22-16,-5 8-20 0,0 0-16 0,0 0-4 15,0 0-16-15,0 0 10 0,-7 27 0 0,6-9-5 16,-1 8-11-16,-2 1-5 0,1 4-2 0,-2-1-11 16,1 0 0-16,0-1-8 0,-2 1 4 0,3-1-14 15,0-2-6-15,-3 0-1 0,3-1-9 0,-4-1-7 16,7-5 10-16,-2 0-15 0,-5-2-8 0,5-1-15 0,-2 0-25 16,0-2-25-16,0-2-26 0,0-4-24 15,2 1-30-15,-2-5-32 0,0 1-41 0,4-6-33 16,-6 10-43-16,2-8-190 0,4-2-486 0,0 0 216 15</inkml:trace>
  <inkml:trace contextRef="#ctx0" brushRef="#br0" timeOffset="28931.77">29535 9806 152 0,'-3'-9'212'0,"2"-1"-19"0,1 4-18 0,0 6-20 16,9-13-5-16,0 10-11 0,4-1 2 15,16 3-8-15,2 1-7 0,5 4-5 0,1 3-10 0,0 5-9 16,13 5-8-16,-6 2-9 0,-9-3-4 0,-5 5-10 16,0 1-1-16,-8 4 1 0,-2 3-9 0,-6 2-3 15,-3-4-1-15,-3 4 0 0,-9-5-5 0,-2 3 0 16,-6-2 8-16,-2 0 11 0,-2-2 1 0,-6-3-6 16,1 1-4-16,-4-1 1 0,-3-2-4 0,1-4-5 15,-3 1-4-15,5-3 1 0,-5-3-4 0,3-2-3 16,4-1-1-16,0-2-2 0,1-3-8 0,-3 2-4 15,4-2-24-15,1-2-25 0,4 0-23 0,-1-2-33 16,1 1-37-16,1-1-51 0,2-3-63 0,3 0-267 16,0 1-534-16,2-6 237 0</inkml:trace>
  <inkml:trace contextRef="#ctx0" brushRef="#br0" timeOffset="29815.28">29907 10020 1736 0,'19'-5'74'0,"-1"-1"-66"0,1 1-8 0,-2 1 6 16,2 1 2-16,0 3 6 0,-1 0 17 0,2 3 12 15,-1 2 5-15,1-1 11 0,-3 4 0 0,0 1-2 16,1 2-2-16,-3 2-5 0,1 2 5 0,-2 1-1 16,-2-1 2-16,3 6-3 0,-8-6-3 0,0 0-2 15,-2 1-8-15,-3-4-6 0,1 1 2 0,-2 3-2 16,-2-5-5-16,0 0 1 0,-2 0-4 0,-3-2-3 15,-2 0 3-15,2-2-1 0,-2 2-6 0,0-3-1 16,-3-2 0-16,4 0-1 0,1-2 2 0,-2-1-1 16,8-1 3-16,-12 2-6 0,12-2-1 0,-11-3-2 15,11 3 0-15,-5-8-3 0,5 8-2 0,3-14 0 16,1 4-1-16,2 0 0 0,3-4-5 0,2-1 1 16,5 0-3-16,0 1 0 0,7-2-2 0,0-1-2 15,0 0 1-15,2 2-2 0,-2 0-2 0,-5 4 5 16,7-1-1-16,-6 3 0 0,-3-1-3 0,1 3 11 15,-2-2-9-15,-3 3 5 0,-1 0-3 0,-2 0 8 16,-3 1 1-16,3 2 11 0,-3 0 4 0,1 0 3 16,-7 3 6-16,7-5-2 0,-7 5-1 0,7-3-2 15,-7 3-1-15,0 0-5 0,0 0 2 0,0 0-5 0,0 0-1 16,0 0-4-16,0 0-1 0,-25 13 5 0,14-4-3 16,-2 1 1-16,-1 2 2 0,1 2 0 15,2 0-1-15,-2-1 3 0,3 0-3 0,1 0 0 16,2-2-3-16,2 0-4 0,0-2 0 0,3 1 4 15,-1 0-2-15,3-3 4 0,3 1 1 0,-1 0-8 0,3-3 0 16,3 1 6-16,4-1-4 0,-1-2 2 16,3 0-1-16,-1-2-2 0,0 0 5 0,3-3-5 0,-2 0 2 15,2-2 0-15,-4 1 4 0,0-3-5 16,-2 1 1-16,0-3-1 0,-1-2 1 0,2-3-4 0,-5 4 2 16,0-5 1-16,-2 1-2 0,0 4 11 0,0-2-2 15,0 3 5-15,-3-1-3 0,0 4 8 0,-1 5-9 16,3-9 0-16,-3 9-8 0,1-9-5 15,-1 9 1-15,0 0-2 0,0 0 2 0,0 0-3 0,0 0 2 16,-10 27 1-16,6-15 4 0,0-1-3 0,3 1-5 16,0-1 0-16,-2 2 0 0,4-1 1 0,-1-1 0 15,3-1 4-15,2 2 0 0,0-2 3 0,3-2-2 16,2 0 9-16,2-1-8 0,4 0 4 0,1-2-6 16,2 0 1-16,1-5 0 0,0-3 2 15,0 2 3-15,-2-4-5 0,0 0 0 0,0-2 5 0,0 1-3 16,-6-3-2-16,2 0 3 0,-1 0 2 0,-4-2 9 15,0-3-3-15,-1-2-7 0,2 3 2 0,-4-3 5 16,-2 4-3-16,-1-1 4 0,-1 2 7 0,0 2 0 16,-1-1-7-16,-1 3 19 0,1-3 4 0,-1 10 0 15,0-12-5-15,0 12-8 0,0-7-3 0,0 7-6 16,0 0 9-16,0 0-11 0,0 0-14 0,0 0 2 16,0 0 15-16,-14 14-8 0,6-5 4 0,2 0-3 15,1 2-8-15,-2 0 5 0,2 0-4 16,0-1 2-16,2 2 1 0,1-2 2 0,1 0-14 0,1 2 9 15,1-1-26-15,2-1-30 0,-1 0-23 0,5-3-29 16,-4 0-36-16,4 1-38 0,-1-2-51 0,2-1-44 16,0-1-60-16,-3 0-204 0,-5-4-579 0,0 0 256 15</inkml:trace>
  <inkml:trace contextRef="#ctx0" brushRef="#br0" timeOffset="29961.08">30890 9875 1699 0,'0'-17'26'0,"-3"5"10"0,3 1 2 16,0 1-18-16,0 2-14 0,0 8 9 0,1-8-4 16,-1 8-10-16,0 0-10 0,0 0-11 0,0 0-39 15,0 0-21-15,26 28-43 0,-16-13-138 0,-2 1-281 16,6 10 124-16</inkml:trace>
  <inkml:trace contextRef="#ctx0" brushRef="#br0" timeOffset="30201.57">31120 10222 198 0,'0'0'266'0,"0"0"-10"0,10-15-11 16,-8 9 1-16,-2 6-2 0,3-11-1 0,-2-1-22 15,4 3-16-15,-2-2-17 0,3-1-9 0,3-5-15 16,-1-2 4-16,8-4-27 0,0 3-5 0,-3 4-4 16,2 4 6-16,0-1-34 0,3 1 3 0,0 1-14 15,-3 3-11-15,6 0-9 0,-8 6-6 0,1-1-9 16,0 6-5-16,-3 2-19 0,2 0 7 0,-1 7-3 15,0 1 3-15,-5-2-11 0,-1 6-6 0,2-1 0 16,-1 3-9-16,-5-1-18 0,-1 0-38 0,3 0-29 16,-3 0-47-16,2-2-42 0,-3 3-51 0,2-8-65 15,2 4-289-15,-1-5-610 0,1-3 271 0</inkml:trace>
  <inkml:trace contextRef="#ctx0" brushRef="#br0" timeOffset="30346.35">31637 10115 51 0,'-6'-4'169'0,"6"4"-37"0,0 0-42 0,-8-5-42 16,8 5-62-16,0 0-66 0,0 0-85 0,0 0 37 16</inkml:trace>
  <inkml:trace contextRef="#ctx0" brushRef="#br0" timeOffset="96314.3">28463 5960 48 0,'0'-10'81'0,"0"10"-13"0,-3-7-5 0,3 7-5 16,0 0-4-16,0 0-9 0,0-9-3 0,0 9-6 16,0 0-8-16,0 0-1 0,0 0 3 0,0 0-5 15,0 0-9-15,0 0 4 0,0 0-7 0,0 0 0 16,4 30-1-16,-4-13-3 0,1 3 4 0,1 10-3 16,-5 2 5-16,4 1-1 0,-1 12 1 0,0 2-4 15,0 5 0-15,0-3-1 0,2 8 8 0,0-3-7 16,0 5 0-16,1 0 5 0,1 23-10 0,-3-27 6 15,2 27-6-15,0-2 5 0,-1-20-3 0,3 22 1 16,-2-23-23-16,2 29-4 0,0-8-9 0,-4-20-13 0,0-3-11 16,1 1-74-16,-4 3-134 0,4-5 60 15</inkml:trace>
  <inkml:trace contextRef="#ctx0" brushRef="#br0" timeOffset="102688.04">28529 8064 2 0,'0'0'95'0,"0"0"-5"0,0 0-1 0,0 0-14 16,0 0 9-16,0 0 7 0,0 0 1 0,0 0-7 16,0 0 2-16,0 0-2 0,0 0 3 0,41-3-13 15,-21 2 1-15,10-2-11 0,3 0-2 0,6 0-10 16,12-1 3-16,0-1-14 0,-13 4-10 0,3-2-12 15,9 0-3-15,-14 1-18 0,-2 1-16 0,2 0-2 16,-4 1-16-16,-3-2-22 0,-8 4-4 0,7-2-8 16,-9 1-19-16,-6 0-99 0,-1 1-200 0,-1 1 89 15</inkml:trace>
  <inkml:trace contextRef="#ctx0" brushRef="#br0" timeOffset="103069.77">28712 7921 36 0,'-9'6'83'0,"-3"0"1"16,-4 4-3-16,2-1-9 0,-3 4-2 0,2-4-11 16,-3 6 1-16,-3 0-12 0,6-1-2 0,-1-3 1 15,0 2-7-15,1-1-6 0,2-3-9 0,0 2-2 16,3-3 1-16,1-3-1 0,0 3-5 0,3-4 2 16,1 0-3-16,5-4-1 0,-8 7 2 0,4-3-8 15,4-4 5-15,-4 5-5 0,4-5 2 0,0 0-4 0,0 0 3 16,22 5 0-16,-4-4-3 0,4 2 4 15,6 0-1-15,1 1-6 0,4 3-2 0,1 0 4 16,3 2-2-16,12 4-14 0,1-1-5 0,0 2-16 16,1 1-10-16,2 1-20 0,2-2-26 0,2 5-54 15,-6-3-149-15,4-3 66 0</inkml:trace>
  <inkml:trace contextRef="#ctx0" brushRef="#br0" timeOffset="104447.12">29353 8093 3 0,'-12'2'11'0,"-2"0"-14"15,-4 4-3-15,-1-4 3 0</inkml:trace>
  <inkml:trace contextRef="#ctx0" brushRef="#br0" timeOffset="105717.13">28408 8228 68 0,'0'0'73'0,"0"0"-18"0,0 0-18 0,-3 5-16 15,3-5-10-15,0 0-18 0,0 0-18 16,0 0-15-16,10 13-41 0,-10-13 19 0</inkml:trace>
  <inkml:trace contextRef="#ctx0" brushRef="#br0" timeOffset="105931.68">28642 8200 23 0,'0'0'24'0,"0"0"-14"0,0 0-8 0,0 0-13 0,0 0-9 16,0 0 4-16</inkml:trace>
  <inkml:trace contextRef="#ctx0" brushRef="#br0" timeOffset="106395.43">28537 8196 41 0,'0'0'118'0,"0"0"-13"0,-10 0-13 0,10 0-17 16,0 0-2-16,0 0-5 0,0 0-4 0,0 0-6 16,0 0-17-16,0 0-20 0,0 0-10 15,0 0-10-15,-9 1-12 0,9-1-3 0,0 0-25 0,0 0-26 16,0 0-42-16,0 0-115 0,0 0 51 0</inkml:trace>
  <inkml:trace contextRef="#ctx0" brushRef="#br0" timeOffset="106612.96">29245 8131 71 0,'0'0'97'0,"0"0"-17"0,0 0-8 16,0 0-4-16,-36 1-16 0,36-1-31 0,-13 1-21 16,3 1-36-16,0 1-36 0,-3-2-76 0,-1 1 35 15</inkml:trace>
  <inkml:trace contextRef="#ctx0" brushRef="#br0" timeOffset="107359.84">28346 8246 104 0,'0'0'121'0,"0"0"-12"0,0 0 1 0,0 0-14 16,0 0-11-16,0 0-11 0,0 0-4 0,0 0-8 16,0 0 4-16,0 0-11 0,0 0-5 0,0 0-10 15,-6 3 1-15,6-3-5 0,0 0 5 0,0 0-13 16,0 0 3-16,0 0-4 0,0 0 8 0,0 0 1 16,0 0-1-16,0 0-4 0,0 0 6 0,0 0-2 15,0 0-2-15,0 0-6 0,0 0 2 0,0 0-5 16,0 0 1-16,0 0 1 0,0 0-6 0,0 0-1 15,0 0-1-15,0 0-5 0,0 0-1 0,0 0-2 16,0 0 6-16,0 0-12 0,0 0 10 0,0 0-5 16,0 0-7-16,0 0 4 0,0 0 2 0,0 0-6 15,0 0 6-15,0 0-5 0,0 0-1 0,0 0 0 16,0 0 1-16,0 0 3 0,0 0-6 0,0 0 3 16,0 0-2-16,0 0-1 0,0 0 1 0,0 0 2 15,0 0 2-15,0 0-3 0,0 0 4 0,0 0-5 16,0 0 3-16,0 0-3 0,0 0 3 0,0 0 0 15,0 0 3-15,0 0-2 0,0 0 1 0,0 0 2 0,0 0 9 16,0 0-9-16,0 0-1 0,0 0 0 16,0 0-1-16,0 0 3 0,0 0 3 0,0 0-2 15,0 0-3-15,0 0 3 0,0 0-1 0,0 0-5 16,0 0 5-16,0 0-1 0,0 0 2 0,0 0-1 0,0 0 2 16,0 0 2-16,0 0-3 0,0 0 4 15,0 0-3-15,0 0 0 0,0 0 3 0,0 0-8 16,0 0 6-16,0 0 5 0,0 0-9 0,0 0 1 15,0 0 4-15,0 0-4 0,0 0 3 0,0 0-3 0,0 0 3 16,0 0 2-16,0 0-4 0,0 0-3 0,0 0 0 16,0 0 1-16,0 0-4 0,0 0 2 0,0 0 0 15,0 0-3-15,0 0-3 0,0 0 5 0,0 0 2 16,0 0-3-16,0 0-1 0,0 0-1 16,0 0 2-16,0 0-4 0,0 0 1 0,0 0 1 0,0 0 1 15,0 0-1-15,0 0 0 0,0 0-3 0,0 0 2 16,0 0 1-16,0 0-2 0,0 0-2 15,0 0 1-15,0 0 1 0,0 0 5 0,0 0-4 16,0 0-3-16,0 0 3 0,0 0-2 0,0 0 0 0,0 0-1 16,0 0 2-16,0 0-2 0,0 0-9 0,0 0-11 15,0 0-12-15,0 0-17 0,0 0-16 0,0 0-9 16,0 0-14-16,0 0-17 0,0 0-18 0,0 0-23 16,0 0-112-16,0 0-281 0,0 0 125 0</inkml:trace>
  <inkml:trace contextRef="#ctx0" brushRef="#br0" timeOffset="107651.84">29280 7993 42 0,'0'0'27'0,"0"0"-23"0,0 0-17 15,0 0-12-15,-20 0 5 0</inkml:trace>
  <inkml:trace contextRef="#ctx0" brushRef="#br0" timeOffset="107889.18">28561 8113 38 0,'0'0'49'0,"0"0"-19"0,0 0-16 0,0 0-16 16,0 0-20-16,0 0-24 0,0 0 12 0</inkml:trace>
  <inkml:trace contextRef="#ctx0" brushRef="#br0" timeOffset="108104.65">29102 8143 51 0,'0'0'108'0,"0"0"-8"15,0 0-10-15,0 0-21 0,0 0-27 0,0 0-18 16,0 0-15-16,0 0-20 0,0 0-29 0,0 0-34 16,-28 5-80-16,28-5 35 0</inkml:trace>
  <inkml:trace contextRef="#ctx0" brushRef="#br0" timeOffset="109892.03">28690 7887 47 0,'0'0'80'0,"0"0"-9"0,0 0-4 16,0 0-12-16,0 0-4 0,0 0-9 0,1-8-2 16,-1 8 2-16,0 0-3 0,0 0 2 0,3-5-16 15,-3 5-4-15,0 0 2 0,0 0 0 0,0 0 1 16,4-7-8-16,-4 7-2 0,2-6-1 0,-2 6 7 15,0 0 0-15,7-6 0 0,-7 6-3 0,2-4-2 16,-2 4 0-16,0 0 3 0,4-6-5 0,-4 6 2 16,0 0-4-16,0 0 3 0,1-9-3 0,-1 9 12 15,0 0 0-15,0 0-2 0,0 0-1 0,0 0 0 16,0 0-5-16,0 0 3 0,0 0 1 0,0 0-5 16,8-4-1-16,-8 4 1 0,0 0-6 0,0 0 0 15,0 0-3-15,0 0-1 0,0 0 0 0,0 0 3 16,0 0-3-16,0 0 10 0,0 0-1 0,-13 20 4 15,7-14-14-15,1 5 7 0,-7 0-5 0,2 2 1 16,1-4 2-16,0 6-1 0,-2-1 2 0,-2 1 5 16,-1-3 1-16,0 3-6 0,0-1 6 0,-1 1-3 15,1-2-7-15,1-1 6 0,-4 3-4 0,4-3 3 16,-2-2 2-16,-1 0-1 0,4 2 2 0,-2-3 4 16,3-1 0-16,-1 0 5 0,1-2-3 0,2 0-3 15,-3 2 1-15,7-3-1 0,-3-2 0 0,4 0-2 16,-1 1-6-16,-2-1 5 0,7-3-5 0,-6 6 2 15,6-6-5-15,-5 5 5 0,5-5-4 0,-5 1 3 16,5-1-5-16,0 0 1 0,0 0 1 0,-8 6 0 16,8-6 4-16,0 0 0 0,0 0 9 0,0 0 8 15,0 0 4-15,0 0 16 0,0 0-11 0,0 0 2 16,0 0-6-16,0 0-3 0,0 0-5 0,0 0-1 16,0 0-1-16,0 0-2 0,0 0-1 0,11-24-5 15,-9 19 1-15,-2 5-4 0,5-5-2 0,-5 5 5 16,4-8-6-16,-4 8-1 0,9-6-5 0,-5 3 2 15,-4 3 2-15,5-6-2 0,-5 6 1 0,8-5-1 16,-5 1-6-16,-3 4 1 0,11-6-5 0,-8 4 0 16,-3 2 0-16,11-6-1 0,-7 4-4 0,3-2 1 15,-2-1-6-15,0 0-1 0,3-1 0 0,-3 2 1 0,4-3 2 16,-3 0 0-16,3 1 4 0,-2-2-4 16,2-1 3-16,-4 3 4 0,4-3-3 0,-3 0 2 15,2 2-7-15,1 1 9 0,-1-2 0 0,-2 0-3 16,-1 2 3-16,3 1-7 0,-3 0 6 0,-2-1 1 15,3 2 0-15,-2-2-3 0,1 3 0 0,1-2 2 0,-2 1-1 16,-4 4-1-16,8-9-5 0,-5 6 11 0,-3 3-5 16,6-7 4-16,-6 7 1 0,5-6-4 0,-5 6 3 15,5-5 0-15,-5 5 2 0,5-4 1 16,-5 4-8-16,0 0 9 0,0 0 1 0,5-3-5 0,-5 3 5 16,0 0 4-16,0 0-10 0,0 0 4 0,0 0-1 15,0 0 2-15,0 0 1 0,0 0-4 0,0 0-1 16,0 0 5-16,0 0-2 0,0 0 1 0,0 0-3 15,3-7 3-15,-3 7 1 0,0 0-5 0,0 0-2 16,0 0 4-16,0 0-4 0,0 0 6 0,0 0 0 16,0 0 0-16,0 0-5 0,0 0 4 0,0 0-5 15,0 0 3-15,0 0 1 0,0 0 2 0,0 0-3 16,0 0 6-16,0 0-4 0,0 0 2 0,-13 19-2 16,8-15 0-16,5-4 0 0,-7 8 0 15,3-3 3-15,4-5-3 0,-7 8 4 0,3-3-1 0,-1 0-6 16,-4 0 2-16,5 2 0 0,-1 1 3 0,-3-1 1 15,0 0-1-15,2 3-1 0,-1-1 10 0,-1 1-3 16,1-2-4-16,-3 3 3 0,3-2-2 0,-1 0-5 16,-1-1 7-16,1 1-5 0,0 0 2 0,2-2-2 15,-2 3 5-15,2-4-4 0,1-1 0 0,-1 3-2 16,-1-1 7-16,2 1 0 0,-2-3 2 0,3 2-4 16,-1 0 1-16,-2-2-3 0,2 2 2 0,-1-3 0 15,4 2-1-15,2-6-2 0,-7 9 4 0,3-3-3 16,4-6-3-16,-5 7 2 0,5-7-1 0,-6 6 2 15,6-6 0-15,-5 7 1 0,5-7-3 0,0 0 3 16,-4 5-1-16,4-5 2 0,0 0 1 0,0 0 4 16,-5 6-1-16,5-6 0 0,0 0 2 0,0 0 0 15,0 0 11-15,0 0-4 0,0 0 2 0,0 0 2 16,0 0 0-16,0 0 2 0,0 0-3 0,0 0-1 16,0 0 0-16,0 0-1 0,0 0-2 0,0 0-3 15,0 0 0-15,0 0 9 0,0 0-8 0,0 0-2 16,0 0-2-16,0 0-1 0,0 0 3 0,0 0-2 15,0 0 9-15,0 0-13 0,0 0 0 0,0 0 2 16,0 0 2-16,0 0-4 0,0 0-2 0,0 0-2 16,0 0 1-16,0 0-1 0,0 0 1 0,0 0-2 15,0 0 0-15,0 0-3 0,0 0 2 0,9-23 1 16,-9 23 4-16,11-2-8 0,-6 0 2 0,-5 2-5 16,13 0 6-16,-13 0 3 0,19-1-5 0,-8 1 2 15,3 0 0-15,-1 1 3 0,6-2 1 0,2 2-1 16,-1-1 1-16,8 3 1 0,-6-2-3 0,0 2 4 15,-4 1 2-15,6 1-8 0,-2-2 0 0,-4 1 5 16,1 2-3-16,0 1-3 0,0 0 7 0,-1 0-6 16,0-2 3-16,1 4 0 0,-2-3-2 0,1 0 3 15,1 0-3-15,-8-1 0 0,2-1-1 0,0 3 3 16,0-4-1-16,-1 0 1 0,1 3-4 0,-3-3 2 16,1 1-2-16,0 1-19 0,-2 0-19 0,1-2-22 15,-2 0-26-15,1 0-27 0,-3 1-19 0,2-2-25 16,-3 2-18-16,-1 1-99 0,-4-5-298 0,0 0 132 15</inkml:trace>
  <inkml:trace contextRef="#ctx0" brushRef="#br0" timeOffset="110048.13">29075 8323 45 0,'0'0'46'16,"0"0"-25"-16,2-4-40 0,-2 4-20 0,0 0 8 16</inkml:trace>
  <inkml:trace contextRef="#ctx0" brushRef="#br0" timeOffset="111143.87">28737 7877 75 0,'3'-6'102'0,"-3"6"-10"0,3-10-10 15,-3 10-12-15,2-7 13 0,-2 7-3 0,0 0-4 16,5-8 1-16,-5 8-7 0,3-5 4 0,-3 5-20 16,0 0 5-16,3-6-6 0,-3 6-2 0,0 0-9 0,0 0 3 15,3-10-6-15,-3 10-2 0,0 0-12 16,0 0 4-16,0 0-5 0,0-6 0 0,0 6-8 16,0 0 1-16,0 0-3 0,0 0 1 0,0 0 0 15,0 0-3-15,0 0-1 0,0 0 1 0,0 0-6 16,0-8 4-16,0 8-6 0,0 0 3 0,0 0-1 0,0 0 3 15,0 0-6-15,0 0 2 0,0 0-2 16,0 0 3-16,0 0-4 0,0 0-1 0,0 0-5 16,0 0 8-16,0 0-4 0,0 0 0 0,0 0-2 15,0 0 4-15,0 0-1 0,0 0 2 0,0 0 9 16,0 0-10-16,0 0-2 0,0 0 1 0,0 0 0 0,0-9-2 16,0 9 8-16,0 0-11 0,0-7 5 0,0 7-4 15,0 0 0-15,7-11 0 0,-7 11 2 0,2-4 0 16,-2 4 0-16,1-7 2 0,-1 7-2 15,0 0 3-15,3-8-4 0,-3 8 3 0,0 0 1 0,0 0-3 16,0 0-2-16,0 0 1 0,0 0-1 0,0 0 1 16,0 0-2-16,0 0 0 0,0 0 0 15,0 0 2-15,0 0 0 0,0 0 4 0,-16 21-5 16,8-11 3-16,-5 0-3 0,1 5 0 0,0 0 0 16,-3 0 5-16,2 1 3 0,-3 3 0 0,2-3 3 0,1-1-3 15,0-3 3-15,-1 4-3 0,3-1 0 0,-3-4 5 16,3 4-6-16,-3-5 1 0,4 3 4 15,-1 0 2-15,1-6-5 0,-1 3 6 0,2-2-5 16,-1 1 2-16,3-4-1 0,-1 1 0 0,0 1 1 0,0-2-1 16,4-1-4-16,-3 0 4 0,7-4 2 0,-5 4 4 15,5-4 4-15,-8 5 7 0,8-5 0 0,0 0 7 16,-4 4-4-16,4-4-1 0,0 0-3 0,0 0-2 16,0 0-2-16,0 0-1 0,-11-1-3 15,11 1 0-15,0 0-2 0,0 0-2 0,0 0-2 0,0 0 13 16,0 0-18-16,-1-12-2 0,1 12 0 0,0 0-8 15,0 0-10-15,7-13-6 0,-7 13-13 0,9-7-3 16,-4 3-3-16,1-1-5 0,3-1-4 0,1 0-9 16,-3 1-7-16,5-1-8 0,6-4-10 0,-4 0 3 15,2 1-8-15,1-1-2 0,1 1 7 0,5-5 3 16,-1 1 1-16,-4 3 3 0,1-1 8 0,-4 1 4 16,3 0 6-16,-3 3 6 0,1-2 6 0,-4-1 5 15,4 3 15-15,-10 0-8 0,4 1 10 0,-2-2 6 16,-1 3 10-16,-1-1 14 0,-2-2 4 0,3 2 2 15,-7 6 13-15,12-12 6 0,-8 5 8 0,-4 7 7 16,5-10-12-16,-5 10 5 0,5-9-11 0,-5 9 11 16,2-10-6-16,-2 10 0 0,0 0 1 0,0 0-2 15,0 0-8-15,-7-14-1 0,7 14 3 0,0 0-8 16,-14 4-5-16,14-4 5 0,-20 15-3 0,5-6-1 16,-4 12-7-16,-4-1-1 0,0 6 2 0,-1-3 7 15,1 3-27-15,-3 0-13 0,1-1-17 0,0 1-21 16,3-3-18-16,2 0-70 0,-2-1-165 0,1-3 73 15</inkml:trace>
  <inkml:trace contextRef="#ctx0" brushRef="#br0" timeOffset="111646.2">28471 8131 13 0,'0'0'99'16,"0"0"-9"-16,-6-5 0 0,6 5-12 0,0 0 8 15,0 0-19-15,-7-3 7 0,7 3-3 0,0 0-5 16,0 0-1-16,0 0-3 0,0 0 6 0,0 0-8 16,0 0-3-16,0 0 0 0,-4-5 0 0,4 5-4 15,0 0 1-15,0 0-4 0,0 0-8 0,0 0 1 16,0 0-7-16,0 0-3 0,0 0-4 0,0 0-5 16,0 0-1-16,0 0-2 0,0 0-6 0,0 0-2 15,0 0 4-15,0 0 2 0,0 0-3 0,0 0 13 16,17 11 0-16,-6-5-1 0,2 0-2 0,-1 0 4 15,6 2 1-15,0 0 5 0,9 5-1 0,-3-2 1 16,4 1-1-16,3-1-4 0,2 1-2 0,2 1 1 16,-1-2-3-16,3-1-3 0,-1-1 0 0,-3 1-6 15,5 1 3-15,-2-4-3 0,1 3 1 0,-2 0-5 16,0-1-1-16,-2-2 2 0,-1 2-3 0,-2-2 0 16,1 1-6-16,-3-2-14 0,-7-1-19 0,-5 0-21 15,2 0-22-15,-6 1-7 0,-1-4-24 0,-1 2-17 16,-3 0-16-16,-3 1-17 0,-2-1-106 0,-2-4-279 15,0 0 123-15</inkml:trace>
  <inkml:trace contextRef="#ctx0" brushRef="#br0" timeOffset="112459.06">28615 8070 61 0,'-7'-3'83'15,"7"3"1"-15,-6-2-10 0,6 2-5 0,0 0-6 16,-9-2-5-16,9 2 0 0,0 0 5 0,0 0-5 15,-9-2-8-15,9 2 4 0,0 0-2 0,-10-3-8 16,10 3-1-16,0 0-1 0,-11 2-4 0,11-2-6 16,0 0 0-16,-11-3-1 0,11 3-11 0,-9 0 5 15,9 0-5-15,-11 0-3 0,11 0 0 0,-11 0-2 16,11 0 6-16,0 0 3 0,-11-1-4 0,11 1 4 16,0 0-9-16,0 0 3 0,-9-2-3 0,9 2 5 15,0 0-3-15,0 0 7 0,0 0-3 0,0 0 9 16,28 2 3-16,0-4-1 0,2 2 0 0,3-2-2 15,0 0 1-15,25-2-4 0,-1 0-6 0,1 0 2 16,-1 1-2-16,2 3-1 0,-4-7 5 0,1 3-7 16,-1 2 10-16,-3 0-11 0,-13 2 1 0,-2-1-3 15,-4 0-1-15,-1-2-2 0,0 2-4 0,-4 0 5 16,-7 2-4-16,1-1-2 0,-9 0-1 0,3 0 2 16,-5 0-3-16,-1 0 2 0,-1 1-1 0,-9-1 1 15,13 0 1-15,-13 0-1 0,9 0-2 0,-9 0 3 16,10 0-1-16,-10 0 3 0,0 0-6 0,0 0-1 15,0 0-6-15,0 0-4 0,0 0-7 0,-20-9-3 16,11 7-6-16,-5 1-11 0,-5-2-2 0,-1 3-8 16,-1 0-2-16,0 0 5 0,-8 0-6 0,-3 4 1 15,0-2 5-15,0 1-1 0,1-1-6 0,2 1 9 16,-2-2 3-16,2 6 6 0,1-5-2 0,1 1 4 0,5-2 2 16,3 0 0-16,0 2 6 0,6-2 2 15,-1 1-1-15,2-2 5 0,4 2 8 0,3 0-3 16,5-2-3-16,-11 2-1 0,11-2 3 0,-6 1 11 15,6-1-1-15,0 0 14 0,0 0-6 0,0 0 9 16,29 5-11-16,-15-5 2 0,8-1 2 0,5 0-6 0,2-2 3 16,2 3-12-16,0-1-12 0,-2-1-17 0,2 1-23 15,-3 0-23-15,-8-1-96 0,1 4-189 16,-3-4 83-16</inkml:trace>
  <inkml:trace contextRef="#ctx0" brushRef="#br0" timeOffset="112986.27">28707 7790 87 0,'0'0'90'0,"6"-13"-3"0,-6 13-1 0,4-8-1 15,-2 4-10-15,-2 4 3 0,4-6-2 16,-4 6 0-16,0 0-8 0,3-6-15 0,-3 6-8 15,0 0-4-15,0 0-5 0,0 0-7 0,0 0-1 16,0 0-4-16,0 0 1 0,-15 20 0 0,4-9 0 0,-4 5-4 16,-3 6 1-16,-2 1-9 0,0-3 5 0,1 2-3 15,-2 2-1-15,0-3-4 0,2 2-7 16,1-4-17-16,3 2-20 0,-3-1-16 0,1 2-29 16,5-8-28-16,-8 6-56 0,10-5-174 0,0-2 77 15</inkml:trace>
  <inkml:trace contextRef="#ctx0" brushRef="#br0" timeOffset="113212.15">28808 7821 73 0,'-21'11'102'0,"6"-2"-5"0,-2 2-16 0,-7 4-9 0,1 2-8 16,-1-1-13-16,2 3-22 0,-1-2-16 0,1 1-22 15,2-1-16-15,2 3-16 0,2-8-44 16,3 0-92-16,-2 0 42 0</inkml:trace>
  <inkml:trace contextRef="#ctx0" brushRef="#br0" timeOffset="113704.38">28542 8148 95 0,'13'10'104'0,"-8"-8"0"15,5 5 6-15,0-3-21 0,0 2-5 0,8 0-11 16,1 3-9-16,6 2 0 0,2 1-10 0,2 1 6 16,-1-2-23-16,0 3-16 0,4-2-19 0,-2 1-29 15,0-1-31-15,0 1-88 0,-5 3-159 0,2-2 71 16</inkml:trace>
  <inkml:trace contextRef="#ctx0" brushRef="#br0" timeOffset="113869.12">29300 8454 30 0,'0'0'59'0,"0"0"-27"0,0 0-27 0,0 0-26 0,0 0-23 15,0 0 10-15</inkml:trace>
  <inkml:trace contextRef="#ctx0" brushRef="#br0" timeOffset="196893.23">23635 8729 2 0,'-4'-7'54'16,"4"7"-5"-16,-3-8-3 0,3 8-4 0,-1-8-7 16,1 8-2-16,0 0-7 0,-5-7 7 0,5 7-10 15,0 0-3-15,-4-6-1 0,4 6-1 16,0 0 6-16,-5-6-12 0,5 6-2 0,0 0 5 0,-4-5-6 15,4 5 4-15,0 0-6 0,0 0 4 0,-5-5-6 16,5 5 1-16,0 0-3 0,0 0 9 0,0 0-5 16,0 0 1-16,0 0-7 0,-4-6 2 0,4 6-1 15,0 0 1-15,0 0 0 0,0 0-2 0,0 0-3 16,0 0 3-16,0 0-4 0,0 0 6 0,0 0-16 16,0 0 15-16,21-3-1 0,-21 3 4 0,19 1 1 15,-6-1 1-15,6 0 2 0,6-2-1 0,6 0 7 16,5-2-8-16,-1 1 8 0,15-3-3 0,5-1 2 15,-1 1-5-15,6-2 2 0,0 2 1 0,-1 0-3 16,2-2 6-16,0 0 1 0,3 0-5 0,-2-1-7 16,3 2 10-16,0-1-11 0,28-5 14 0,-31 4-10 15,29-1 5-15,-29 0-3 0,28-4 0 0,-1 2-6 16,-24 8 29-16,26-5-24 0,0-4 4 0,-2 1 0 16,1-1 0-16,2 6-5 0,0-2 1 0,1-3 4 15,-4 3-5-15,1 1 1 0,-24 2 1 0,30-3 6 0,-4 2-12 16,0-4 5-16,-4 2-3 0,1 0-12 15,1-1 18-15,2 0-8 0,0 1 5 0,-2 2-4 16,-25 0 1-16,27-3-5 0,0-1 4 0,-27 5 6 16,32-5-4-16,-6 3-6 0,-3-1 0 0,2 4 4 0,-25 0-6 15,28-5 7-15,-27 7-1 0,28-4 0 0,-27 3-4 16,27-3 4-16,-2-1-1 0,-27 5-1 16,29 0 2-16,1-4 2 0,-4 1-11 0,0 1 7 15,-26 2-1-15,32-3-8 0,-6-2-4 0,-25 4 14 0,31-1 2 16,-1 1-5-16,-5 1 3 0,-26 0-6 0,29-1-3 15,-3 2 5-15,-26 1-6 0,2-2 4 16,26 0-2-16,-29 3 5 0,26-1-8 0,-27 1 11 16,4 0-1-16,24 1-5 0,-27-2 3 0,2 1 5 0,24-2-2 15,-30 2 0-15,1 0-8 0,2 2-1 0,4-2 9 16,21 0-12-16,-27 0 12 0,-3 1-6 0,4 1 4 16,-1 1 0-16,2-2 2 0,1 3 1 0,-1 1-10 15,0-2 0-15,-4 1 2 0,2-1 3 0,-2 4 0 16,-5-1-1-16,-1-1-3 0,2 1 5 0,-4-1 4 15,2 1-6-15,-2-1 2 0,-13 0-8 0,1-1 7 16,13 3-2-16,-14 0 11 0,1-2-8 0,12 2-2 16,-16-1-4-16,4 2 5 0,-1-2-3 0,-3 1 5 15,0-2-3-15,0 2 6 0,-2 1-7 0,-1-1 1 16,1 2-1-16,-2-2 3 0,0 2-1 0,-3-1-2 16,1-2-2-16,-8 1 4 0,7 4 0 0,-3-3-5 15,-5 1 4-15,6 2 3 0,-1 0-4 0,-1-1 1 16,-1 3 1-16,2 0 2 0,0-2-7 0,-4 5 4 15,1-1-1-15,-5-4-10 0,-2 4 2 0,2-2 8 16,-3 1-1-16,2 0 4 0,2 5-5 0,-2-2 0 16,3 3 4-16,-3 1-5 0,2 2-2 0,-2 0 2 15,0 1 6-15,0-2-2 0,-1 1-2 0,-1 0 6 16,0 2 2-16,1-1-10 0,-1 0 2 0,1 2 7 16,1 0-2-16,-2 0-4 0,0 2 5 0,4-2-1 15,0 1-3-15,-4 1 4 0,3 1-4 0,-1 0-3 16,7 12 2-16,-7-10 3 0,-1 1-1 0,-1 0 1 15,-1-1-2-15,-3 1 3 0,0-1 0 0,2 1-4 16,-3 2-2-16,0-3 22 0,0 4-3 0,1-1-10 16,-5-1-6-16,-1 2 5 0,1-2-5 0,-5 2 0 15,0-2 8-15,0-33-3 0,-3 67-5 0,3-34 2 16,-3-2-5-16,1 1 9 0,-4-1-4 0,1 4 7 16,-3-1-6-16,1 2 4 0,-1-3-6 0,-1 3 9 15,-3-2-8-15,-2 10 2 0,-6 0-3 0,6-11 6 16,-8 9-3-16,-5-1 2 0,-3 0 5 0,-4-2-2 15,-1-1-7-15,-3 0 4 0,-1-3-4 0,-7-2-3 16,0 2 7-16,-4-5 5 0,0 0-3 0,-4 3-5 16,-1-6-2-16,-2 2 8 0,-22 13-6 0,25-14 14 15,-1-1-12-15,-4 0 11 0,1-4-8 0,-1 1 5 16,-25 8-3-16,25-9 0 0,-23 7 0 0,19-10 4 16,-21 7 3-16,25-8-4 0,-28 7 1 0,25-8 1 15,-28 9-7-15,3-7-2 0,0 2 3 0,22-6 7 16,-26 1-11-16,1 1 12 0,24-6-10 0,-27 5 6 15,0-3-5-15,3 1 10 0,-2-4-2 0,-1 4 5 16,-7-2-6-16,5 1 9 0,-3-4-8 0,-4 5-4 16,-3-2 6-16,2-5-1 0,-1 3 0 0,-3-1 4 0,0-2 2 15,-5 0-2-15,1-1-4 0,0 3 4 16,0-1-12-16,0-5 6 0,-4 2 1 0,-2 0-6 16,1 0 1-16,1-2-2 0,0-3 6 0,-3 1-10 15,-3 1 3-15,4-6 13 0,-6 1-13 0,1 2 2 16,-1 2 2-16,-1 0-3 0,3-4 0 0,-3-1 7 15,-1 3-2-15,-1 3 1 0,-2-1 3 0,-2 1-2 16,11-1-1-16,-5 0 5 0,1-1-3 0,6 3 1 16,5-2 1-16,-7-1-3 0,6 4-3 0,3 0 2 15,0 1-1-15,0-3-5 0,0-3 4 0,2 7-1 16,-4-6-4-16,-3-1-3 0,3 4 0 0,1-3-1 16,-7 2 1-16,1-5-2 0,2 4 1 0,-2-5 1 15,-2 6 2-15,1-3-4 0,-4-2-1 0,1 0 8 16,6-3-1-16,1 0-8 0,8 3-1 0,1-9-4 15,3 0 6-15,7-1-1 0,5-1 5 0,26 1-5 16,1-3 3-16,0-2-3 0,-22-8 5 0,31 5-2 16,0-3 0-16,1-1 1 0,2-2-3 0,3-3 1 0,4-1 6 15,4-2 5-15,3-2 5 0,1-1 0 16,4-1-5-16,3-1-2 0,7 8 3 0,0 0-4 16,-6-10-1-16,4-1 1 0,5 10-2 0,-2 2 3 15,6-3-4-15,-3 3-1 0,1-3 0 0,0 3-1 16,2 1-2-16,-2 2 0 0,2-1 1 0,0 0-3 0,2 1 5 15,0 0 2-15,2 0-7 0,0-3 3 16,3 1-6-16,2-4 0 0,2-2 1 0,1-2-2 16,1-10 0-16,3 10-1 0,3-11 1 0,5 1-1 15,1-1 0-15,0-1 4 0,3 3-3 0,2-2 3 16,-1 3 6-16,7 0-13 0,-2-1 3 0,-4 12 4 16,11-10-2-16,2 3 0 0,-8 7-1 0,10-7-3 15,-3-2 6-15,2 1-2 0,3 4 0 0,0-2-2 0,0 0 3 16,2 4-3-16,-9 8-5 0,9-11 8 0,-7 10 2 15,1 1-2-15,5-9-5 0,2 0 8 16,-8 10-1-16,-2-3-2 0,10-6 2 0,3 2-2 16,-11 6-4-16,11-5 6 0,-2 0-2 0,-8 8-1 15,0-2 2-15,2 4-2 0,0-2-1 0,11-7 0 0,0 4 0 16,3 1 0-16,-12 6 0 0,10-7 0 0,1 1 7 16,-10 8 5-16,12-4-15 0,-13 5 6 15,3 0 6-15,-3 0-10 0,2 2 7 0,-3 1-7 16,0-1 3-16,-1 4-2 0,1-5 2 0,-3 4 2 0,1 1-5 15,-1-2 6-15,4 5 0 0,2-4-7 16,0 5 0-16,3-3 6 0,0 3-2 0,16-2-3 16,2-1 4-16,1 4-2 0,0 2-2 0,3 0-1 15,-2 1 6-15,3 3-1 0,-2-1 6 0,6-1-11 16,0 3-1-16,-2 1 12 0,1 0-4 0,2 2-9 0,-2 1-2 16,-2 1 1-16,-2 0-9 0,0 0-16 15,-7 2 2-15,2 0-17 0,-16-2-23 0,-3 1-22 16,-2 0-25-16,-6 2-106 0,-7-3-244 0,0 3 108 15</inkml:trace>
  <inkml:trace contextRef="#ctx0" brushRef="#br0" timeOffset="197942.77">25065 9061 12 0,'0'0'16'0,"0"0"-21"0,0 0-6 15,0 0 4-15</inkml:trace>
  <inkml:trace contextRef="#ctx0" brushRef="#br0" timeOffset="198571.98">24346 11168 16 0,'0'0'51'0,"0"0"-4"0,0 0-5 0,0 0-2 0,0 0 0 15,0 0-5-15,9 3-1 0,-9-3-4 0,0 0-6 16,6 1-3-16,-6-1-1 0,0 0-1 0,0 0-10 15,6 3 0-15,-6-3 1 0,0 0-1 16,0 0-2-16,7 2-6 0,-7-2-9 0,0 0-3 0,0 0-1 16,0 0-10-16,0 0-9 0,0 0-33 0,6 5-68 15,-6-5 30-15</inkml:trace>
  <inkml:trace contextRef="#ctx0" brushRef="#br0" timeOffset="201168.58">23111 10051 57 0,'-31'7'54'15,"0"2"6"-15,2 1-4 0,1-1-4 0,-2 2-2 16,2 2 1-16,0-1-12 0,1 1 2 0,3-1-2 16,1 2-5-16,6 0 1 0,1-1-6 0,-3 6 1 15,1 0-1-15,2 1 1 0,1 1-10 0,3 2-6 16,0-1 5-16,0 2-1 0,3 1-1 0,0 0 0 15,2 0 1-15,2 3-1 0,-2 0 3 0,3 1-9 16,-1 1 10-16,3-1-1 0,3 6-6 0,-2-3 5 0,1 1 4 16,-1 3-9-16,1 9 5 0,-3 1 9 15,3-10-4-15,0 14-10 0,-1-1 2 0,-1-1-4 16,-2 5 7-16,1-4 0 0,-1 1-2 0,0 0-5 16,1-4-3-16,-2 1 5 0,3-2 0 0,1-8-11 0,-3 11 13 15,2-2-8-15,1-11 13 0,0 1-22 0,-2 0 10 16,3-1-3-16,-1-2 2 0,2 1-2 15,-1-1-14-15,0-4 10 0,2 1 4 0,-2-3 2 16,0-3 1-16,0-5-4 0,1-2 7 0,-1 0-24 0,0-5 20 16,-1 0-5-16,2-2-5 0,-1-3 11 0,0 0-7 15,0-7 8-15,0 9-3 0,0-9 2 16,0 9 1-16,0-9 3 0,1 6-3 0,-1-6 6 16,8 1-2-16,-8-1 0 0,18-1 3 0,-5-1-2 0,6-2-9 15,1-2 5-15,9 1 6 0,-2-1-13 0,2-2 8 16,2 4-7-16,1-2 3 0,3-1 0 15,-6 4 6-15,2-3-11 0,-2 4 4 0,-1-1-9 0,-5 2 8 16,-2 1-1-16,-2-1-5 0,-1 1-7 0,-4 0 1 16,0 2 2-16,-2 1-2 0,-1-1-1 0,-1 1 3 15,-2 0-1-15,-4 0 2 0,2 3-3 0,-3 2 4 16,-3 0-7-16,-2 2 7 0,-3 6-1 0,-1 1 6 16,-3 2-1-16,-3 7 3 0,-4-3-2 0,-3 0 2 15,5-3-6-15,-3 1 5 0,2 2-12 0,2-7 9 16,1-2-2-16,2 2-2 0,0-1-14 0,2 1-14 15,3-5-16-15,-1 3-19 0,1-3-12 0,2-1-13 16,-1-3-102-16,3-1-210 0,-1 0 93 0</inkml:trace>
  <inkml:trace contextRef="#ctx0" brushRef="#br0" timeOffset="201357.57">23129 11830 48 0,'-12'-23'198'0,"2"5"-22"15,0 1-16-15,-3 2-14 0,-1-2-6 0,1 1-15 16,-2 3-9-16,2-1-6 0,-2 5-9 0,2-1-9 16,-1 0-8-16,3 4-7 0,1 0-10 0,1 3-9 15,3-4-11-15,-1 5-30 0,7 2-37 0,-7-5-19 16,7 5-37-16,0 0-14 0,0 0-21 0,0 0-21 16,0 0-84-16,0 0-234 0,20 19 104 0</inkml:trace>
  <inkml:trace contextRef="#ctx0" brushRef="#br0" timeOffset="202644.21">24251 11794 47 0,'-8'-13'133'0,"4"8"-16"0,-2 0-3 0,-3 1 1 16,-3 1-14-16,-1 3-2 0,-5 0-6 0,-2 3 7 16,-2-1-9-16,1 5-6 0,-5 4 0 0,-1-1-15 15,5 5-4-15,0 0 3 0,0 4-10 16,3-3-2-16,3 0-12 0,5 0 1 0,1 1-8 0,3-3-4 16,2 0 4-16,3 2-7 0,2 0-3 0,3-5-7 15,1 1 2-15,6 2-2 0,-2-5-2 0,5 4 1 16,1-2-3-16,1-2-2 0,3-2-4 0,0 0-1 15,3-2 2-15,-1-3 2 0,-2 3-5 0,0-3 3 16,-7 1-6-16,2-2 2 0,-3-1 2 0,-2 0-3 16,-8 0 1-16,13-3 5 0,-13 3-4 0,9-2-4 15,-9 2 3-15,5-4 4 0,-5 4 5 0,0 0-5 16,0 0 0-16,0 0 3 0,0 0-4 0,0 0-2 16,-19-11-3-16,8 9-3 0,1 4 2 0,-3-2 4 15,1 2-1-15,-5 0 0 0,3 1 1 0,1 3 3 16,-3 4 0-16,1-2-2 0,0 3 0 0,2-1-1 15,-1 2 3-15,7-2-3 0,0 0 0 0,3 3 0 16,-1-1-1-16,2 2 1 0,3-3-1 0,2 1-4 16,3 0 2-16,4 0 0 0,3 1-6 0,0 0 6 15,4 0-19-15,0-3-16 0,1 1-16 0,8-2-11 0,-3 1-8 16,-3-5-14-16,8 3-15 0,-9-2 1 16,0-3-17-16,1-1 1 0,-5-4 3 0,0 2-1 15,3-1-5-15,-3-3 8 0,-2 0 1 0,4-6 10 16,-4 7 1-16,0-4 7 0,-3-2 15 0,2-1 8 15,-3 1 14-15,-1-2 9 0,3-1 19 0,-5 0 14 16,1 4 19-16,-3-2 5 0,2 2 19 0,-2 4 8 16,0-2 14-16,-3 6-1 0,2-9 7 0,-2 9 3 15,4-9-9-15,-4 9-10 0,4-5-6 0,-4 5 0 16,0 0-3-16,0 0 3 0,0 0 6 0,0 0-5 16,0 0-2-16,0 0-5 0,1 22 2 0,-1-22 0 15,-1 14 2-15,1-9 4 0,0-5-12 0,0 12 8 16,0-12-7-16,0 8 3 0,0-8 5 0,0 0 13 15,-2 10 7-15,2-10 6 0,0 0 11 0,-1 8 2 0,1-8-6 16,0 0-9-16,0 0-2 0,0 0-8 0,0 0-4 16,0 0-10-16,-14-24-1 0,11 15-3 0,0 1-5 15,2-4-5-15,1 0-2 0,-2 2-4 0,4-7-1 16,1 2-5-16,0-2 1 0,2 2-5 0,0 4-4 16,3-4-3-16,-2 6 4 0,2 0-6 0,-3 0 0 15,4 4-3-15,0 1-1 0,-2 3-3 16,1-1-1-16,-8 2 3 0,14 1 1 0,-3 1-4 0,-4 2 3 15,2 1 0-15,1 2 0 0,-4-2-1 0,1 2-2 16,-1 1 4-16,-1 0-2 0,2-1-1 0,-3 3 5 16,-1-5-3-16,1 0 2 0,0 1-2 0,-1 0-2 15,-3-6-3-15,6 6 0 0,-6-6-5 0,1 6 2 16,-1-6-1-16,0 0 4 0,0 0 3 0,8 3 0 16,-8-3-7-16,0 0-3 0,0 0-6 0,0 0 4 15,13-14-4-15,-8 7 3 0,1-1 2 0,2-2-1 16,0-1-2-16,1 3-1 0,3-4 0 0,-3 5 1 15,2-1 1-15,0 3 1 0,-2-1 1 0,1 2 1 16,-3 1 0-16,3 3 1 0,-1 0 2 0,-9 0 2 16,15 5-1-16,-9-3 0 0,3 5 4 0,-1-1-4 15,2 0 0-15,-5 0 2 0,3 0 1 0,0 2 3 0,0-2 1 16,-4-2 2-16,5 0-4 0,-2 2-1 16,-2-3 4-16,3-1 0 0,-8-2 0 0,11 1 4 15,-11-1-3-15,13-1 2 0,-5-1 1 0,-8 2 1 16,11-7-2-16,-8 3-2 0,2-2 8 0,0 0 0 0,-5 6 3 15,4-13-6-15,-2 2 7 0,-1 3 2 16,-1-3-1-16,0 2 4 0,0 9 1 0,-1-13-1 0,1 13-2 16,0-10 2-16,0 10-5 0,0-8-2 15,0 8-4-15,0 0 0 0,0 0-4 0,0 0 4 0,0 0-7 16,0 0 4-16,-11 19 5 0,10-9-7 16,1 2 2-16,-2 0-1 0,4-1-18 0,-1 2-15 15,4 3-25-15,0-1-23 0,0-4-29 0,2 0-23 16,-1 3-27-16,2-4-21 0,-2 0-125 0,-2-2-327 0,3 0 145 15</inkml:trace>
  <inkml:trace contextRef="#ctx0" brushRef="#br0" timeOffset="202804.91">24809 11841 90 0,'-4'-4'93'15,"4"4"-21"-15,0 0-9 0,0 0-30 0,0 0-24 16,0 0-19-16,0 0-23 0,0 0-21 0,0 0-57 16,27 9 27-16</inkml:trace>
  <inkml:trace contextRef="#ctx0" brushRef="#br0" timeOffset="202997.83">25051 11788 58 0,'0'-10'170'0,"0"10"-10"0,0 0-19 15,1-9-9-15,-1 9-16 0,0 0-14 0,0 0 3 16,0 0 10-16,-1 29 6 0,-2-9-7 0,1 8-13 16,0-1-13-16,1 4-1 0,-2 1-8 0,3-2-8 15,-1 3-8-15,1-2-7 0,1 1-6 0,2-1-2 16,0-2-6-16,1-1-6 0,-1-1-21 0,2-1-20 16,-1-8-27-16,-1 2-30 0,-1-3-50 0,1 0-29 15,-3-5-146-15,-1-1-310 0,1-5 137 0</inkml:trace>
  <inkml:trace contextRef="#ctx0" brushRef="#br0" timeOffset="203162.12">24928 11999 114 0,'17'-5'116'0,"0"-1"-16"0,4 0-17 16,-1 0-24-16,3 2-18 0,2-2-18 0,-1 4-22 15,-4-1-20-15,1 0-25 0,-2 0-35 0,-2-1-87 16,-2 2 39-16</inkml:trace>
  <inkml:trace contextRef="#ctx0" brushRef="#br0" timeOffset="203347.81">25246 11804 4 0,'-2'-7'160'0,"2"7"-18"0,-7-9-2 15,5 4-24-15,2 5 0 0,0 0-3 0,0 0-4 16,0 0-4-16,-13 20-4 0,10-9 1 0,1 6 2 15,-1 2-14-15,2 6-8 0,0 1 1 0,-2-1-11 0,4 2-5 16,-1-2-5-16,5 0-3 0,-3 2-8 16,0-4-6-16,-2 1-15 0,0-5-21 0,2-1-15 15,-1-1-26-15,-1 0-15 0,0-2-28 0,1-3-18 16,2 2-32-16,-2-5-23 0,-1 1-92 0,0-4-259 0,0-6 115 16</inkml:trace>
  <inkml:trace contextRef="#ctx0" brushRef="#br0" timeOffset="203488">25255 11943 73 0,'5'-3'73'0,"3"2"-25"16,-8 1-28-16,16-3-31 0,-9 4-24 0,-1 1-35 15,6 2 15-15</inkml:trace>
  <inkml:trace contextRef="#ctx0" brushRef="#br0" timeOffset="203985.37">25433 12135 98 0,'10'-8'122'0,"2"2"-10"0,1-5 0 15,-2 2-12-15,1-2-5 0,1-2-11 0,-6 2-3 16,5-3 4-16,0-1-10 0,-3 1 0 0,1-2-5 15,-3 1 9-15,1 1 3 0,-5 2 2 0,0 2 0 16,1-2-6-16,-4 3-1 0,-3 1-4 0,3 8 3 16,-4-14-7-16,1 9-16 0,-3 1 1 15,-1 1-4-15,7 3-6 0,-20 2-4 0,7 0 0 0,-4 4-3 16,2 3-7-16,-1 1 2 0,1 3-7 0,3-1 0 16,1 1-4-16,0 0-2 0,4 1 0 0,2-2-2 15,3 0-7-15,-3-1 4 0,4-1-4 0,2 0-2 16,2-1 1-16,1 1 2 0,3-3-3 0,1 0 1 15,2-1 0-15,1-1 1 0,3-3-1 0,-1 0 1 16,5 0-2-16,-5-4-6 0,6 2-4 0,-2-3 1 16,1 1-5-16,1-4-2 0,-6 2 1 0,-2-2-9 15,-1 0 7-15,2-1-3 0,-3-2-1 0,1 1 1 16,-3-2-3-16,-1 1 4 0,0 0 1 0,2 1 2 16,-6-3 8-16,5 2-6 0,-3 0-1 0,-2 2 1 15,1 3 0-15,1-3 1 0,-4 7-3 0,2-6 4 16,-2 6-3-16,7-5 3 0,-7 5-5 0,0 0-1 15,0 0 3-15,0 0 3 0,12 8-4 0,-8-4 5 16,-4-4 0-16,8 11-1 0,-4-5 2 0,0 4 0 16,-2-2 3-16,2 1-7 0,-1 1 1 0,-1-1 7 15,0 2-6-15,-2-1-14 0,0 0-16 0,0 0-14 16,0 0-22-16,-2 0-17 0,0-1-26 0,-1 0-25 16,2-3-16-16,-4 2-103 0,-2-3-276 0,2-1 123 15</inkml:trace>
  <inkml:trace contextRef="#ctx0" brushRef="#br0" timeOffset="204155.05">25242 11999 117 0,'0'0'116'0,"0"0"-12"0,0 0-11 0,0 0-6 16,29-5-19-16,-9 2-22 0,13-3-29 0,3-1-38 15,14 2-84-15,2-5-113 0,-14 2 50 0</inkml:trace>
  <inkml:trace contextRef="#ctx0" brushRef="#br0" timeOffset="206343.79">26996 9403 13 0,'2'-10'60'16,"-2"10"-17"-16,-2-10 8 0,2 10-10 0,0 0-7 16,-7-9-1-16,7 9-2 0,-11-3-7 0,4 3 0 15,-5 1-4-15,-1 3 1 0,0-3-3 0,-3 4-5 16,-4 1 3-16,2 1-2 0,-2-1 3 0,2 3-7 16,-7 1-6-16,5-1 2 0,5 1 6 0,-8 2-1 15,0 2-3-15,3-2-3 0,4 0 4 0,-2 0-9 16,3 1 4-16,-1 0-2 0,2 2 2 0,-2 1-3 15,-1 3 0-15,1 1 2 0,3 0 0 0,4-2-3 16,-1-1 1-16,-3 5 0 0,1 1 7 0,1 2-6 16,1-1-1-16,-2 1-1 0,3 1 8 0,3 2-8 15,1 1 5-15,-1 2-2 0,0 0 5 0,2 4-2 16,2-1-1-16,-3 1-3 0,1 10 4 0,0 3 2 16,1-12 2-16,1 9 1 0,-1 1-11 0,3-11 12 15,3 0-3-15,0 13 2 0,-1-3 1 0,2-9 0 16,0 10 5-16,5-2-5 0,-4 3-1 0,4-1-4 15,0 0 5-15,-1 0-1 0,0-1 4 0,-2 1-4 16,-1-11-3-16,1 12 4 0,3-1 0 0,1-1-4 16,-6-10 1-16,1-1-1 0,3 2 4 0,-3-1-6 0,6 11 8 15,-4-10-4-15,-1-3-4 0,-3 2 1 16,1 0-11-16,-1 1 11 0,-1 0-6 0,0-1 3 16,-2 1 0-16,0-1-1 0,0-1-8 0,-2 0 8 15,0-2 11-15,-3-2-12 0,3 1-3 0,-1-5 0 16,-1 1 1-16,0 0-1 0,-1-2 4 0,1 1-6 0,-3-2 12 15,4-3-6-15,-1-3-9 0,2 0 6 0,-2-1 3 16,3-1 0-16,-1-3-1 0,0-2-3 16,2 1-2-16,0 0 8 0,0-4 1 0,2 2-5 15,0-2 6-15,-2-1 6 0,5 0-17 0,-3-2 5 0,4 0-1 16,0 0 5-16,5-1-1 0,0-1-6 0,3-1 0 16,3-1-1-16,4-2 2 0,1 0 1 0,-4 0-8 15,11-2-5-15,0-1-3 0,-2-3 11 0,0 2 2 16,2-1-8-16,-1-2 8 0,1 1-1 0,0 1-3 15,-2-1 4-15,-1 0-7 0,1 0 14 0,0 0-10 16,0 2 1-16,-6-2-1 0,-1 5 1 0,-2-2-3 16,1 3 8-16,-6-2-1 0,0 0 1 0,-2 1-5 15,-2 0 6-15,0 0 0 0,-9 2 5 16,14-2 4-16,-10 1-3 0,-4 1-4 0,9-2-1 0,-9 2-4 16,0 0 2-16,10-2 16 0,-10 2-9 0,0 0 0 15,0 0 2-15,0 0-4 0,0 0 19 0,0 0-15 16,0 0 7-16,0 0 3 0,0 0-2 0,-13 19-4 15,7-12 0-15,0 4 4 0,-4-1-4 0,-1 1-5 16,0 3 11-16,-3 1-22 0,1-1 26 0,-1 1-10 16,-1 6-8-16,3-6-11 0,1 1-16 0,0-3-11 15,0 0-6-15,2 1-13 0,0-3-15 0,3-2-15 16,-2 1-58-16,3-1-149 0,-1-4 66 0</inkml:trace>
  <inkml:trace contextRef="#ctx0" brushRef="#br0" timeOffset="206549.52">27076 11762 67 0,'-15'-13'152'0,"-8"-1"-7"16,3 7-17-16,0-2-4 0,-3-1 0 0,3 4-7 15,0-2-6-15,0 5-15 0,2-2-7 0,7 3-11 16,-2-1-10-16,3 1 1 0,3 0-15 0,7 2-26 15,-10-2-22-15,10 2-24 0,0 0-24 0,0 0-24 16,0 0-31-16,0 0-109 0,0 0-223 0,0 0 99 16</inkml:trace>
  <inkml:trace contextRef="#ctx0" brushRef="#br0" timeOffset="207606.87">27549 11658 4 0,'0'0'135'0,"2"-9"-5"0,-2 9-10 0,2-9-10 0,-2 9-5 16,0 0-9-16,0-8-19 0,0 8-2 16,0 0-9-16,0 0-11 0,0 0 0 0,0 0-1 15,0 0-6-15,9 27 5 0,-9-14-9 0,0-2-3 16,0 6 0-16,-2 0-7 0,0 2-3 0,-1-1-2 15,1 1 7-15,-2 2-6 0,0 2-6 0,0-4 3 0,2-1-7 16,-2 0-1-16,1-1 1 0,-1-1 0 16,2 0-9-16,0 0 5 0,0 0-4 0,-1-4 0 15,0-1-16-15,3 1-15 0,-2-1-13 0,0 1-26 0,2-4-17 16,0 0-4-16,0-8-15 0,0 13-7 0,0-7-97 16,0-6-215-16,-2 8 95 0</inkml:trace>
  <inkml:trace contextRef="#ctx0" brushRef="#br0" timeOffset="208038">27573 11700 8 0,'2'-6'112'0,"5"0"-1"0,-2 0-9 0,5 2-7 15,-1 1 3-15,3-1-7 0,1 2-2 0,1 0-1 16,-3 2-8-16,5 1-8 0,-5 2-5 0,2 1-12 15,-1-1 6-15,-1 1-11 0,-2 2-5 16,-2 0-7-16,-2 3-2 0,-1 1 2 0,-2-1-1 0,-2 2 1 16,-3 1-5-16,-3 2-2 0,-2-1-2 0,-2 3-6 15,-3 0-5-15,-1-3 1 0,3 0-6 0,-1 0 5 16,4-5-4-16,-1 1-4 0,2 0 6 16,-2 0-10-16,4-2-2 0,0 2 6 0,-1 0-4 0,4-1-1 15,2-1 5-15,0-7-4 0,2 15 0 0,1-8-2 16,3 0 4-16,2 1-5 0,2-1-3 0,-1-1 1 15,2 1-2-15,5 0 3 0,1 2-1 0,-1-3-4 16,-2 1 2-16,-1 0 0 0,3-1 0 0,-6-1-2 16,0 1 5-16,-3 1 1 0,-1-2-2 0,-2 0-3 15,0 0 7-15,-1-1-8 0,-3-4 3 0,0 11-3 16,0-11 5-16,-9 13-1 0,1-6-12 0,0-2 14 16,-3 3 3-16,-5-1-1 0,-3 0-8 0,2-1 1 15,-2-1 0-15,2-2-2 0,-2 1-15 0,-1-2-6 16,7 1-17-16,0-2-14 0,-1 0-14 0,3 1-20 15,-1-1-14-15,3-2-20 0,9 1-71 0,-15-7-210 16,11 2 94-16</inkml:trace>
  <inkml:trace contextRef="#ctx0" brushRef="#br0" timeOffset="208843.3">28004 11868 20 0,'0'0'137'0,"0"0"-7"0,-9-9 2 16,9 9-14-16,-15 1 7 0,15-1-16 0,-20 5-2 16,8-1-6-16,1 2-7 0,0 3-6 0,1-2-10 15,-5 3-5-15,6 0-6 0,1 0-5 0,-3 4 0 16,5-4-6-16,0 1-7 0,2 1-10 0,-2-2-3 16,4-1-2-16,0 2-3 0,2-4-3 0,2 1-8 15,0-2 4-15,5 2 0 0,-2-3-7 0,0-2 0 16,1-1-1-16,1 1-7 0,-7-3-2 0,17 1 3 15,-7-3-11-15,1-1 3 0,-2-1 2 0,0-4-1 16,-1 1 2-16,2-2-7 0,-2-1 9 0,-3-2-3 16,0 1-2-16,4-3 1 0,-3-1-2 0,-3 4-1 15,1-2-1-15,0 2 0 0,0 1 6 0,-3 1 0 0,1 1 5 16,0 2 8-16,-2 6-4 0,3-10-2 0,-3 10-1 16,3-6-3-16,-3 6-6 0,0 0 1 15,0 0 0-15,0 0 0 0,0 0 2 0,0 0 2 0,-6 24 4 16,6-14-2-16,-2 1 1 0,2 0-6 0,0 1 5 15,2-3 0-15,1 1-2 0,1 0-1 0,-1-1 3 16,2-1-3-16,1-1-4 0,2 2 1 0,2-4 2 16,-1-1-1-16,2-1 2 0,-1 0 1 0,1-2-1 15,2-1 0-15,-2-3-1 0,0 1-2 0,1-3-2 16,-1-1-2-16,-2-1 1 0,-3 0 6 0,4-3-6 16,-6 0 2-16,1-1-7 0,-1 1 7 0,-2-2-2 15,0 0-5-15,-2 0 1 0,0 0 2 0,0 2 1 16,0 0 0-16,0 1-2 0,0 9 5 0,0-12-2 15,0 12-8-15,0-8 0 0,0 8 5 0,0 0-1 16,0 0-1-16,0 0 1 0,0 0-1 0,0 0 4 16,0 0-6-16,0 37 10 0,0-25-10 0,3 3 3 15,-2 1 1-15,0-4 0 0,0 1 0 0,-1 3 2 16,3-2 0-16,-2-3 0 0,-1 1 0 0,0 1 0 16,0-3-1-16,0-1 3 0,0 1 3 0,-1-1-2 15,1-9-1-15,-3 11-1 0,3-11-3 16,3 11 2-16,-3-11 0 0,0 7-3 0,0-7-2 0,0 0-13 15,0 0 11-15,-3 10-13 0,3-10-1 0,0 0 8 16,0 0-9-16,14-3 7 0,-14 3-4 0,14-13 1 16,-2 7-3-16,2-3 2 0,0-1 5 0,0-2-3 15,0 1 5-15,3-2 3 0,-1 0-1 0,-2-3 4 16,2 3-2-16,-6 0 5 0,2-2-9 0,-3 2 11 16,-2 3-6-16,-3-1 4 0,1 0 2 0,-2 1 6 15,-2 2 0-15,0 1 8 0,-1 7 4 0,-2-11-5 16,2 11 3-16,-8-9 10 0,0 7-8 0,8 2-3 15,-19 2 8-15,10 3-7 0,-2 1 3 0,-1 0 1 16,3 3-8-16,1-1 0 0,0 1 2 0,2 4-3 16,3-3-1-16,3 1 2 0,1 1 1 0,4 3-7 15,8-1-19-15,1-2-21 0,10 1-31 0,5-3-29 16,5-3-43-16,2-1-142 0,2-4-302 0,13-2 134 16</inkml:trace>
  <inkml:trace contextRef="#ctx0" brushRef="#br0" timeOffset="209995.17">30606 9001 67 0,'8'-5'104'0,"2"-3"-13"0,6 1 0 0,2 0-2 16,10-3-6-16,3 4-11 0,6-5 3 15,12 1-5-15,6 2-11 0,-2 1-2 0,2 3 2 0,3 1-16 16,-1 1 2-16,2 0-6 0,-1 1-2 0,2 2-7 15,-3 1-2-15,2 1 4 0,-2 1-4 0,0-1 0 16,0 1-3-16,-1 2 0 0,-1 3-2 0,-2-2-8 16,1 2-1-16,-3 1 0 0,-13-1-7 0,12 4 3 15,-3 2 2-15,-14-4-8 0,4 2 5 0,-2 4-1 16,-1-2-3-16,0 5 1 0,9 6-1 0,-12-4-5 16,-2 2 6-16,-2 1-5 0,0 1 2 0,-3 3-1 15,5 9 4-15,1 0-14 0,-15-7-1 0,9 10 4 16,-3 2 3-16,-6 1-5 0,-2 2 2 0,-3-1-3 15,-3 3 1-15,-2 0 4 0,-4 1 0 0,-3 3-4 16,-4 3 4-16,-1 28-1 0,-2-24 12 0,-7 23-6 16,1 0 5-16,0-3-1 0,-1-23-4 0,-4 25-5 15,7-24 1-15,-3-1 6 0,-6 24-3 0,9-25 4 16,-5-1 4-16,7 1 2 0,-6-3 10 0,3 2-12 16,2-7 3-16,1 1-2 0,-7-2 5 0,-2-4-4 15,7-11 2-15,0-1 4 0,0-2-5 0,-2-2 4 16,2-4 3-16,2-6-6 0,0-3-5 0,4 0 2 15,-1-4 3-15,2-4 0 0,1 1 9 0,1-2 1 16,4-4 4-16,-13 6 0 0,5-4-8 0,-1-1-1 0,-1 1 1 16,-3 0 2-16,3-3 7 0,0 1 2 15,1 0-3-15,9 0-6 0,-14-1 0 0,14 1-6 0,-12-2-6 16,12 2-27-16,-12 0-23 0,12 0-18 16,-13 2-26-16,5-1-19 0,-3 0-15 0,2 1-8 15,-5-1-105-15,2-1-252 0,1 0 112 0</inkml:trace>
  <inkml:trace contextRef="#ctx0" brushRef="#br0" timeOffset="210265.52">31881 10958 22 0,'-9'13'122'15,"3"-3"1"-15,-5 1-6 0,-4 4-3 0,-4 1-10 0,0 3-5 16,-1-3-12-16,3-1-3 0,-4 2-5 0,1 0 9 16,5-3-18-16,-2-2 0 0,4 0-10 0,1 0-5 15,4-1-3-15,3-1-9 0,0 0-5 16,1 0-2-16,0 0-2 0,5 0-3 0,3-1-3 0,4 1-2 16,2-1 2-16,7-1-11 0,9 2-11 0,6-2-35 15,5-1-23-15,2 1-21 0,11 1-18 0,-12-4-23 16,-1-1-99-16,-4-1-230 0,1-1 102 0</inkml:trace>
  <inkml:trace contextRef="#ctx0" brushRef="#br0" timeOffset="212721.33">30249 11663 19 0,'-6'-4'111'0,"-1"0"-2"0,-3 2-10 0,0-2 2 15,0-1-14-15,-3 5 3 0,0-1 0 0,-5 4 7 16,0 2-5-16,1 2-10 0,-1 3-4 0,-1 0 2 16,3 3-10-16,-4 7-3 0,1-3-8 0,7-2-14 15,2 1 0-15,0 2-2 0,3 0 1 0,3 1-9 16,2-2-9-16,2 0 8 0,2 0 4 0,4 0-13 15,0-2-1-15,5-1 3 0,1-2-9 0,2 1-2 16,1-2 4-16,3-1-7 0,1-2-9 0,0 0-10 16,1-3-8-16,0 0-1 0,-1-1-4 0,1-4 3 15,-1 0-7-15,0-1 3 0,-3-2 0 0,2-2-3 16,-1 2 12-16,-4-6-6 0,1 2 6 0,-4-1-3 16,0 0 3-16,-1-5 2 0,-1 1 1 0,-2 1-3 15,1 0 5-15,-4 1 5 0,1-1 2 0,-1 1 18 16,-2 4-4-16,-1 6 8 0,1-13-2 0,-1 13-2 15,2-7-9-15,-2 7 1 0,0 0 3 0,0 0-3 16,0 0 4-16,0 0 2 0,0 0 0 0,0 0 3 16,0 0 3-16,-3 32-2 0,4-21 0 0,-1 1 3 15,2 1-1-15,0-2 0 0,2 1 5 0,6 2-4 16,-2-1 0-16,0-1-2 0,-1-3 4 0,6 4-4 16,0-3 1-16,2 0-7 0,2-5 2 0,-4 0 1 15,5-2-2-15,-2 0-6 0,1 0 3 0,-5-3-3 16,1 0 1-16,1-3-1 0,-2 0 0 0,-2-2-4 15,0 0-12-15,-5 2-5 0,-1-8-3 0,1 3-6 16,-2-3-3-16,-2 2 6 0,-1-4-4 0,-2 0 0 0,-2-3 12 16,-1-1-6-16,-1 1-2 0,-2 1 5 15,-1 0-2-15,1 4-1 0,2 3 8 0,-6 0 0 16,3-1 2-16,1 4 0 0,-2 1-9 0,5 0 9 16,-2 3-4-16,7 1 5 0,-11-3 1 0,11 3-4 15,-9-1 3-15,9 1 2 0,0 0-1 0,0 0-1 16,0 0-2-16,-6 8 5 0,6-8 1 0,0 0 2 15,0 0 0-15,19 9-4 0,-9-9 9 0,3 0-10 16,-1-3 8-16,0 2-4 0,2-2 3 0,3-1-5 16,-3-1 0-16,-4-1 1 0,3 1-1 0,-3-4-1 15,-1 0 2-15,4-4 2 0,-7 3 1 0,1-5-3 0,-2 0 1 16,0-3 4-16,-2 4-2 0,-1-3-2 16,1 1 2-16,-1 0-2 0,-2 4 20 0,1 1 0 15,-2 3 3-15,0-2 1 0,1 1 4 0,0 9-3 16,-3-10-3-16,3 10-1 0,0-7-4 0,0 7-6 0,0 0 2 15,0 0-6-15,0 0 2 0,0 0-1 0,0 0 3 16,-8 30-4-16,2-14 1 0,4 1 0 16,-3 8 0-16,2-7 4 0,1 3-3 0,0-2 1 15,4 5-1-15,-1-6 0 0,0 0-1 0,3 0 1 16,0 0-3-16,2-1-2 0,1-2 7 0,0-5-7 0,2 4 5 16,-1-5-2-16,3-2-6 0,-2 0 6 15,3-1-2-15,-1-2 0 0,1 0 3 0,-3-2-5 16,2-2 3-16,1 0-3 0,-6-3 0 0,3-1-7 15,0-2-5-15,-1-2 2 0,0-6 1 0,0 0 0 16,-3 0 3-16,1-4-5 0,-4-1 1 0,3-6 1 0,-1 6 0 16,-1-8 0-16,0 0-4 0,-1 8 0 0,-1-7 4 15,-1 6-1-15,-1 4 3 0,1 2-1 0,1 3 1 16,-1 1-1-16,0 0-2 0,0 10 4 0,0-12-1 16,0 5-7-16,0 7 5 0,0 0-4 15,0 0 5-15,0 0-4 0,0 0 1 0,0 0 0 0,0 0 8 16,0 32-2-16,-1-14 1 0,1 1 7 0,0 1-2 15,0 4 3-15,0-6-1 0,1 1-3 16,0 5 1-16,1-7-1 0,0 2 0 0,2 0 3 16,1-4-4-16,3 0 2 0,-1-4 2 0,4 3-2 15,-2-7-1-15,2 2 2 0,-1-2-1 0,2-1-2 0,6-1 8 16,-7-1-1-16,3-3-8 0,-1 3 1 0,0-5 0 16,0 1-3-16,-3-3 3 0,1-1-3 0,1-1-5 15,-3-2 0-15,1-1-4 0,-1-1-3 16,1-4-2-16,0-1-1 0,-3-1 5 0,-2 3-1 15,0-4 0-15,-1 6 3 0,-1-1-2 0,-1 1 4 0,-1 2-3 16,2 1 3-16,-3 7 3 0,4-12 2 0,-4 12-8 16,1-7 2-16,-1 7 0 0,0 0 1 0,0 0 2 15,0 0 1-15,0 0 0 0,-24 17 1 0,16-8-2 16,-1 5 7-16,3-2-5 0,-1-1-3 16,2 0-1-16,1 0 4 0,3 0-2 0,0 0-5 0,1-1-8 15,2 2-10-15,2-5-13 0,3 2-9 0,0-2-12 16,6 0-9-16,2-1-20 0,7-1-5 0,6-3-3 15,0-2-8-15,-7-1 14 0,7-2 9 16,1-1 8-16,1-3 8 0,-5-2 1 0,1-1 9 0,-10 1-1 16,9-5 21-16,-10 1-4 0,0 2 5 0,-3-2 3 15,-5 3 17-15,1 0 13 0,-3 1 16 0,-2 0-9 16,-2 0 10-16,-1 0 6 0,0 9 17 0,-4-12-10 16,4 12 8-16,-6-10 2 0,-1 9 1 0,0-1-4 15,7 2 6-15,-18 2 8 0,6 1 4 0,1 3 2 16,-1 0-4-16,0 1-5 0,1 1-6 0,1 5-2 15,0-3-6-15,2-1 1 0,2 2-5 0,1-1-6 16,2 2 6-16,2-2-1 0,1 1-5 0,4-1-2 16,0-1-9-16,1 1-13 0,5-2-19 0,1-2-7 15,1 1-10-15,2-4-12 0,4 3-17 0,1-5 5 16,0-1-6-16,0-1 9 0,-1-1-13 0,-4-2 13 16,0 1-10-16,-2-3-1 0,0-1-2 0,3-3 0 15,-6 2 2-15,1-5 7 0,1-1 7 0,-4-2 6 16,-1 2 11-16,1-5 5 0,-2 1 8 0,-2 0 7 15,1-2 8-15,0 1 8 0,-1 0 11 0,-1 3 19 16,0 4 4-16,-2 1 9 0,1 2 8 0,-1 2 9 16,0 7 2-16,1-12-9 0,-1 12-6 0,0 0-4 15,0-8 9-15,0 8 11 0,0 0 2 0,0 0 15 16,0 0 3-16,-5 36-3 0,1-21-5 0,-1 3-6 16,1 0-11-16,0 0 2 0,1 1-6 0,-2-1-7 15,2 1-5-15,2 2 4 0,-2-4-7 0,1 2-5 16,2-1-1-16,-2-1-1 0,1-3-4 0,1-2-21 15,1 2-21-15,-1-2-7 0,0 0-17 0,-1-2-10 16,2-1-11-16,1-2-26 0,-2-7-7 0,1 10-3 16,-1-10 11-16,1 7-1 0,-1-7 1 0,0 0 0 15,0 0 4-15,0 0 8 0,0 0 7 0,12-16 6 16,-10 9 9-16,-1-2 1 0,2-1 20 0,-1 0 8 0,2 0-1 16,0-2 20-16,0 1 2 0,0-1 6 15,0 4 8-15,-2-2 6 0,5 1 11 0,-2 1-10 16,-3 4 6-16,2-1 2 0,-4 5-2 0,8-6 5 15,-8 6 5-15,6-2 4 0,-6 2-11 0,0 0 5 16,13 4 3-16,-7 0 2 0,-6-4-11 0,11 5-1 16,-5-1 3-16,-1-1-2 0,-5-3 6 0,9 9-8 15,-2-8 9-15,3 4-3 0,-3-4 5 0,1 2-3 16,0-3 15-16,-1 1 2 0,-7-1 6 0,13-1-3 0,-13 1 3 16,15-5-10-16,-9 0 1 0,0 2 4 15,0-5-7-15,-2 3 3 0,-1-4-3 0,-2-1-5 16,0 0-4-16,3 1-5 0,-8-1-3 0,3 1-1 15,-1 1-6-15,-2-4-1 0,0 7-1 0,-1-1-19 16,0 1-14-16,-1 1-8 0,6 4-1 0,-16-3-13 0,6 4-13 16,0 3 1-16,0 2-13 0,0 1-8 0,3 2-9 15,2 1-11-15,-2 1-7 0,3 2-8 16,0-2 4-16,3 1 10 0,1-1 4 0,1-1 3 16,1 1 5-16,2-1 9 0,3-1 5 0,2-3 4 15,-1 1 11-15,3-1 10 0,2-3-1 0,-1 1 17 0,0-2 7 16,4 0 5-16,-3-2 5 0,0-3 10 0,2 2 23 15,-1-2-3-15,-3 0 13 0,0-2 6 0,1 0 10 16,-2 0 5-16,-1-2 1 0,1 0 14 16,1-5-7-16,-5 2 3 0,2 1-5 0,-3-3-8 0,0 1 12 15,-1 0-1-15,0-1-2 0,-2 0 15 0,2 2 2 16,-2 4-3-16,-1-1 1 0,0 0-5 0,0 0-3 16,-1 7-6-16,4-10-10 0,-4 10 3 15,1-6-13-15,-1 6-5 0,0 0-10 0,3-8 2 16,-3 8-1-16,0 0-6 0,0 0-3 0,0 0 0 0,20 11-4 15,-11-5-1-15,-1 0-9 0,-2-1 7 0,1 2-2 16,4-2-2-16,-3 4-1 0,0-2 1 0,-2 1-2 16,3-1-4-16,-3-2 2 0,-2 2-9 15,1-2-14-15,2 2-20 0,0-2-27 0,-3-1-18 0,5 3-38 16,-1 0-44-16,2-1-164 0,-4-3-356 0,7 1 158 16</inkml:trace>
  <inkml:trace contextRef="#ctx0" brushRef="#br0" timeOffset="212883.29">32561 11775 93 0,'4'-6'131'0,"-4"6"-30"16,0 0-13-16,0 0-24 0,0 0-25 0,0 0-31 15,0 0-23-15,9-1-36 0,-9 1-26 0,0 0-82 16,0 0 36-16</inkml:trace>
  <inkml:trace contextRef="#ctx0" brushRef="#br0" timeOffset="-206553.91">23342 12129 10 0,'-4'-26'62'0,"3"0"-8"16,1-1 1-16,2 3-3 0,4-3-8 15,1 3 5-15,5-2-14 0,-1 2-1 0,2-1-7 0,4 0 1 16,2-1-3-16,-1 3 3 0,5-3 1 0,2 2-8 16,5-1-6-16,5-12 3 0,2 5-2 0,1 1 2 15,2-1-8-15,3-1 4 0,-1 0 2 16,5 3 1-16,2 0 9 0,3-1-4 0,2 4-3 0,3-1 0 15,2-1-4-15,22-6-7 0,-24 11 5 0,3-1-4 16,26-2 5-16,-26 8-7 0,4 0-3 0,25-7 7 16,-26 9-1-16,29-5-2 0,-4 1 11 0,-24 7-8 15,31-6-1-15,-3 2-6 0,-6-1 7 0,4 3-8 16,-2 3 6-16,-22 3 4 0,31-5-9 0,-3-2 2 16,3 7 0-16,-1-3-2 0,1 0 5 0,-1 6 5 15,1-2 1-15,4-4-8 0,2 3 8 0,2 1-4 16,6 0 2-16,2 1-9 0,-2-2 15 0,2 5-15 15,4-6-4-15,2 4 16 0,-5-1-5 0,3 1-4 16,2-2-4-16,1 1 2 0,3 2-8 0,-6-1 6 16,2-1-9-16,-1-1 9 0,-1 1-3 0,0 2 0 15,-2-4-2-15,-2 4 0 0,-4-2 4 0,4 2-3 16,-6 4 1-16,0 1 0 0,3 1 0 0,2-2-2 16,-2 0-2-16,2-2 0 0,-8 0-4 0,4 5 3 15,-7-2 2-15,-2 2 4 0,6 1-5 0,-3-4-6 16,3-5-2-16,-5 6 7 0,-3 1-1 0,4 0-6 15,-3 0 10-15,-6 0-11 0,1 0-2 0,-1 0 9 16,-27 1-3-16,25 3 0 0,-26-3 3 0,3 4-1 16,-6-2 1-16,2 0 7 0,-2 3-11 0,3 0 8 15,-4-2 5-15,-3 2-9 0,1 1-3 0,-2 2 8 0,0 0 4 16,1 1-7-16,0 0-1 0,-1-3 4 16,-4 2-2-16,1 1-2 0,1 1 1 0,-3 1 1 15,0-2 7-15,-1 1-5 0,-12-4-5 0,13 3 5 16,-12-1-2-16,-1 1-8 0,13 2-5 0,-14-4 11 0,-2 1 7 15,1 0-3-15,-2 1-5 0,-2 0 25 16,-1 2-31-16,-3-3 5 0,-1 3 2 0,-2 1 1 16,1 1-1-16,-6 2-1 0,-3-4 7 0,-17-12 1 15,45 32-2-15,-24-17-8 0,-4-2 3 0,3 3 6 0,2 2 3 16,-3 0-4-16,-1 2 2 0,-18-20-4 0,35 32 1 16,-17-12 2-16,-1 0-6 0,-1 1 7 15,-16-21-1-15,23 35-2 0,-10-14-4 0,-13-21 2 0,20 34 6 16,-11-10-2-16,-9-24-11 0,18 48 9 15,-13-28 1-15,4 5 2 0,-9-25-1 0,11 48 3 0,-6-24 6 16,-5-24-4-16,9 49-6 0,-6-22 4 0,-3-27-6 16,4 45 3-16,-4-15 2 0,0-30 5 0,-7 52 13 15,1-24-8-15,0-1-9 0,6-27 8 16,-17 52-1-16,7-24 2 0,-3-2-8 0,0-1 5 16,-3 1-3-16,0-4-3 0,-4 5 15 0,3-4-16 0,-3 1 5 15,-2-1 2-15,-6 1-6 0,4 1-1 0,-15 7 1 16,11-11-1-16,-11 8 6 0,-4-1 0 0,11-6-11 15,-12 1 9-15,-4 1 0 0,4 0 4 0,2 0-16 16,-7-2 15-16,2-2-2 0,-3-1-4 0,0 3 2 16,4 0 3-16,0-1-25 0,-1 0 27 0,10-7-11 15,-12 9-2-15,-2-5 20 0,-3 2-14 0,2-1-3 16,1-3 5-16,-5 0-6 0,3 1 8 0,3-2-2 16,-3-2-2-16,-4 2-2 0,1-3-3 15,-3 0 4-15,-2-3 3 0,2-1 3 0,-3 2-4 0,2-1 2 16,-3-4-3-16,0 6 3 0,1-5 0 0,-1 1-5 15,1 2 3-15,-1-4 0 0,-27 4-6 0,28-4 16 16,-3 1-4-16,-1 2-8 0,-24-3-1 0,26 1-11 16,-3 1 24-16,-23-3-19 0,27 1 2 0,-1 0 16 15,0 0-19-15,-27-4 6 0,26 2-5 0,-24-3 12 16,22 1-12-16,2-1 8 0,-29-1 2 0,27 1-9 16,-27 0 9-16,0 1-3 0,2 4-3 0,27-2-1 15,-31-1 6-15,3 0 9 0,2 0-15 0,2 0 8 16,-5 3-3-16,1-2-1 0,-3 0-12 0,3 2 4 15,-3-1 2-15,-1 1 3 0,-4 2 0 0,1-4 9 16,-3 1-26-16,-2-4 17 0,0 4-3 0,-1-1 0 16,3-2 2-16,-7 1-4 0,4-2 8 0,6 0 3 15,-2-1-8-15,1 0 6 0,3 0-5 0,-1-3 3 16,3 3 6-16,-2 1-12 0,4 3-1 0,-1-3 4 16,-1-5 0-16,4 1 9 0,-2-1-11 0,-1-3 2 15,3 2 6-15,0 1-15 0,0-6 5 0,0 1 7 16,-5 0-10-16,-1-2 5 0,-2-1-5 0,-1 1-2 15,0-2 11-15,1 1 4 0,-6 1-9 0,7-5 4 16,5 1-2-16,-7 0-2 0,6-4 11 0,5 1-6 16,1-1-2-16,-1-1-8 0,26 6 8 0,-27-9 4 15,0 0-3-15,30 8 1 0,-26-8-3 0,24 6 7 16,-22-7 0-16,27 10-5 0,1-2 9 0,-2 0-1 16,-1-3 4-16,2 2 3 0,0 0-1 0,4 2 3 15,3-2 3-15,16 3 0 0,-8-9 8 0,11 8-6 16,3 0-3-16,0-3 4 0,5 2 3 0,4-4-6 15,1-2 8-15,6 3-6 0,-1-3 0 0,3 0 3 16,5-2-11-16,2 1 4 0,7 4-2 0,1-7 0 16,3 1-1-16,4 0-5 0,3 1 10 0,1 1-9 15,4-2-3-15,2 0 3 0,4 2-5 0,3-3 0 16,11-6 5-16,1 4-7 0,3 2 3 0,3 0-2 16,0 5-5-16,3 2-5 0,3-2 5 15,1 1 2-15,1 6-4 0,2 2-1 0,4-3 3 0,2 4 3 16,3 2-4-16,25-9-6 0,-29 12 7 0,2-2-9 15,28 2-6-15,-31 7-12 0,3-4-13 0,-3 4 2 16,1 1-16-16,2 2-11 0,0-1-22 0,-5 0-17 16,0 3-23-16,1 2-69 0,1-6-212 0,0 1 94 15</inkml:trace>
  <inkml:trace contextRef="#ctx0" brushRef="#br0" timeOffset="-164290.34">9833 5063 8 0,'0'0'151'0,"-2"-13"-5"0,1 6-6 16,1 7-3-16,-1-10-2 0,1 10 2 0,-3-12-4 15,3 12-13-15,-2-7-9 0,2 7-14 0,0 0-5 16,-2-7-13-16,2 7-6 0,0 0-12 0,0 0-5 16,-10 0-9-16,10 0 1 0,-14 8-6 0,5-2-3 15,-5 6-5-15,0-2-9 0,-1 2 1 0,-2 2-3 16,-5 2-5-16,3 4 7 0,-1-2 4 0,1 0 0 15,3-4-4-15,-3 3 0 0,6-2 1 0,-2 0-1 16,1 8 4-16,-4-1 0 0,5 0-1 0,2 5 1 16,3-9 2-16,0 9-6 0,2-9 1 0,2 9 1 15,-1-7-6-15,5 5 4 0,1-5-3 0,2-1-3 16,0 2-4-16,3-2 3 0,0-1-2 0,4-1-2 16,2-2 3-16,-1 0-5 0,5-2-1 0,-1 1 0 15,1-5 0-15,3 1 1 0,1-3-4 0,0-1 1 16,6 0-1-16,-4-5 0 0,-2-1 1 0,1-1-2 15,0-2 0-15,1 0 1 0,-3-3-2 0,0-1 1 16,0 0-3-16,0-2-1 0,-4-1 3 0,-2 1 1 16,-1-3 0-16,-1-3-1 0,-5 6-2 0,2-6-2 15,-3 3-2-15,-2-3-3 0,-1-2-5 0,-5-1-2 16,1 6 3-16,-5-4-2 0,1 2-1 0,0 3 2 16,-2 0-1-16,-4 0 1 0,-2 1 0 0,2 4 1 15,-5 1 0-15,2-2 6 0,1 4-1 0,1 0-3 16,1 3-2-16,2-1 2 0,2-1-3 0,2-2 2 15,6 4 1-15,-10-2-4 0,10 2 4 0,0 0 0 16,0 0 1-16,0 0 1 0,0 0 4 0,0 0-3 16,37 4-2-16,-17-3 4 0,1-5-2 0,-1 4 2 15,8-1 1-15,-7-1-2 0,0 2 2 0,-1 0-5 16,0 2 3-16,-2 0 1 0,-4 2-3 0,-2-1 2 16,4 3-3-16,-4 0 0 0,-5-1-1 0,5 2 2 15,-5 1 1-15,2 2 1 0,-1-1-3 0,0 5 9 16,-3 1 3-16,0 1-2 0,-2 1-1 0,0-2-1 15,1 1 2-15,-1 0 0 0,-2 2 1 0,1-3-1 16,1 3-1-16,0-2-19 0,-1 0-17 0,2-2-28 16,-1 3-20-16,2-2-31 0,0-4-19 0,2-1-24 15,0 2-25-15,1-3-128 0,-1-1-331 0,5-3 146 16</inkml:trace>
  <inkml:trace contextRef="#ctx0" brushRef="#br0" timeOffset="-163895.18">10544 5324 37 0,'-14'3'165'0,"-4"1"-6"0,0 1 0 16,-1 2-7-16,3 3-13 0,-2 2-9 0,-4 5-4 16,9-6-14-16,2 4-8 0,-1 0-13 0,5 0-9 15,1-4-1-15,3 1-9 0,0-3-12 0,3 1-2 16,3 1-7-16,0-1-3 0,4-1-5 0,-1-1-3 15,6-1-3-15,-2 0 1 0,2-2-4 0,4-2 3 16,1 0-6-16,1-3 1 0,-2-2 1 0,2-2-1 16,-5 1 3-16,1-2-2 0,-4-3-4 15,2 3-3-15,-2-5-1 0,-1 1 8 0,-3-2-1 0,2 0-2 16,-2-3-4-16,-3 2-1 0,-1-5 3 0,0 5 4 16,-1 2 2-16,-1 3 12 0,0 7-15 0,1-14 0 15,-1 8-3-15,0 6-3 0,0-10-7 0,0 10-7 16,0 0-1-16,2-7-1 0,-2 7-2 0,0 0 0 15,0 0 0-15,0 0 0 0,2 25-3 16,-1-14 3-16,1 1 1 0,-1 3-1 0,3 2-3 0,0 1 1 16,-1 0-7-16,1-1-14 0,1-1-4 0,3 2-15 15,0-4-26-15,-1 2-24 0,1-3-29 0,2 2-35 16,-1-6-8-16,0-2-34 0,-1 1-145 0,2-2-363 16,-1 0 160-16</inkml:trace>
  <inkml:trace contextRef="#ctx0" brushRef="#br0" timeOffset="-163657.16">10875 5208 56 0,'0'-11'217'0,"-1"1"-7"0,0 5-9 16,1 5-15-16,-2-12-17 0,2 12-19 16,-1-7-20-16,1 7-11 0,0 0-4 0,0 0 0 0,0 0 1 15,0 0-3-15,5 30-11 0,-3-13-7 0,-1 2-12 16,2 1-7-16,-2 6-5 0,1 1-7 0,3 2-2 15,-3-1-6-15,1-1-6 0,-3-2-5 16,6 2-2-16,-1-1-3 0,-3-7-15 0,-2 0-22 16,4 0-19-16,0-2-23 0,-4 2-31 0,1-3-32 0,2-4-30 15,-2-2-21-15,0 0-28 0,2-3-15 0,-3-1-109 16,0-6-328-16,0 0 146 0</inkml:trace>
  <inkml:trace contextRef="#ctx0" brushRef="#br0" timeOffset="-163498.48">10823 5331 118 0,'0'0'169'0,"-1"-10"-17"0,1 10-15 0,-2-7-15 0,2 7-17 15,0 0 0-15,4-9-20 0,-4 9-7 0,0 0-6 16,18-3-19-16,-5 3-41 0,1 2-26 16,3 1-49-16,0 4-35 0,-1 4-75 0,-2 0-186 15,0 0 83-15</inkml:trace>
  <inkml:trace contextRef="#ctx0" brushRef="#br0" timeOffset="-163219.1">11030 5591 53 0,'0'0'180'0,"8"2"3"0,-8-2 2 0,12-4 2 16,-12 4-15-16,15-8-9 0,-7 2-4 0,3-1-11 0,-1-2-6 16,5-3-11-16,-2-1-11 0,2 0-8 0,-1 0-6 15,1-3-11-15,-4 2-4 0,1-1-7 0,0-2-8 16,-4 0-7-16,-2-1-11 0,1 3-3 15,-2 1-4-15,-1-1-4 0,-3 4-3 0,0 0-6 16,-1 0-3-16,0 11-4 0,-2-13-2 0,-1 9-5 16,3 4-3-16,-8-5-5 0,8 5 1 0,-14 2-5 0,2 5-1 15,-3 3-1-15,-1 1-1 0,2 3 0 16,0 2-3-16,1 0 2 0,3 1-4 0,1-2 9 16,0 1-10-16,4-2 2 0,2 2-4 0,2-3-7 15,2 3-10-15,0-6-16 0,5 3-9 0,-1-6-34 16,2 3-32-16,2 0-42 0,0-3-30 0,4-2-47 15,-3 4-138-15,1-5-394 0,0-1 175 0</inkml:trace>
  <inkml:trace contextRef="#ctx0" brushRef="#br0" timeOffset="-163049.13">10870 5356 162 0,'-10'-5'155'0,"10"5"-18"0,0 0-10 16,-5-6-17-16,5 6-11 0,0 0-22 0,34-11-12 16,-2 6-42-16,3-3-35 0,15-3-59 0,1 3-75 15,2-5-157-15,3 3 69 0</inkml:trace>
  <inkml:trace contextRef="#ctx0" brushRef="#br0" timeOffset="-162201.72">27606 9222 70 0,'0'0'115'0,"0"0"-26"0,0 0-16 0,0 0-23 15,0 0-12-15,-6 4-23 0,6-4-26 16,0 0-63-16,-7 5-79 0,7-5 36 0</inkml:trace>
  <inkml:trace contextRef="#ctx0" brushRef="#br0" timeOffset="-159061.98">11891 5369 67 0,'0'0'148'0,"0"0"-12"0,-5-6-17 16,5 6-15-16,0 0-8 0,0 0-20 0,0 0-1 15,0 0-14-15,0 0 5 0,0 0 6 0,0 23-4 16,1-11 4-16,3 1 2 0,0 1-10 0,0 3 0 15,2 0-5-15,-2-6-7 0,3 4-3 0,-1-4 1 16,-1 1-2-16,4-2-4 0,0-1 1 0,0 1 9 16,1-4-7-16,3 0 0 0,2-1 1 0,3-2 1 15,-5-1-18-15,6-2 2 0,-6-2 2 0,7-1 0 16,-4 0 2-16,-4-2-1 0,1 0-4 0,0-2-1 16,-2 1 0-16,-1-3-4 0,-2 3 1 0,1-2 7 15,-5 0-2-15,1 0-4 0,0-2 0 0,-2-1-3 16,-1 3 0-16,-2 1-6 0,2-1-5 0,-2-1 5 15,0 9-5-15,0-12 0 0,0 12-1 0,0-9-3 16,0 9-1-16,0 0-3 0,2-9-4 0,-2 9-3 16,0 0 2-16,0 0-5 0,0 0 4 0,0 0-3 15,0 0 2-15,0 0-2 0,0 0 3 0,0 0 1 16,0 0-4-16,0 0 2 0,17 13 2 0,-14-9 1 16,7 0-1-16,0-2 2 0,-1 3-1 0,5-1-3 15,-4 0 1-15,4-2 1 0,-2-1-2 0,8-1 6 16,-7-1-6-16,-2 0 2 0,1 0-4 0,-4 0-3 15,1-3 7-15,1 1-11 0,-4-2-4 0,-1 0-4 16,1-2-1-16,-3 0 2 0,2-3 0 0,-1 3 4 16,-4-2-2-16,0-3-1 0,1-4 0 0,-1 6 0 15,0 0 1-15,0 1 3 0,-1-1 6 0,-1 4-1 16,2 6 1-16,-2-11 4 0,2 11 6 0,-5-8-8 16,5 8 2-16,-1-6-6 0,1 6 6 0,0 0 1 15,0 0-5-15,0 0 1 0,10-9-3 0,-10 9 4 16,9-2 3-16,4 0-3 0,-1 0 3 0,3 0-3 15,1 1 5-15,1-4-5 0,2 3 1 0,-6 0 5 16,1-1-1-16,-3-1-5 0,1 1 2 0,-4 0 3 16,-1 2 2-16,2-3-2 0,0 3 1 0,-9 1-1 15,11-2 1-15,-11 2-3 0,7-4 3 0,-7 4-2 16,6-3-1-16,-6 3 2 0,0 0-4 0,0 0 1 16,8-2-2-16,-8 2-2 0,0 0 0 0,0 0-3 15,0 0 0-15,8 8 1 0,-8-8-2 0,3 10 3 16,-1 0-4-16,-2 7 9 0,2 1 4 0,0 1-1 15,-2-2-10-15,2 3-23 0,-2-4-19 0,0 3-28 16,2 0-22-16,-1-2-25 0,1 1-20 0,5-2-30 16,-7-3-101-16,5-2-297 0,-5-1 133 0</inkml:trace>
  <inkml:trace contextRef="#ctx0" brushRef="#br0" timeOffset="-158875.45">12507 5005 100 0,'0'0'83'0,"0"0"-12"0,0 0-13 16,0 0-17-16,0 0-14 0,0 0-19 16,0 0-15-16,22 10-14 0,-13-4-13 0,9 1-21 15,-3-1-59-15,2 2 27 0</inkml:trace>
  <inkml:trace contextRef="#ctx0" brushRef="#br0" timeOffset="-158677.03">12806 4989 39 0,'0'0'122'0,"2"-12"-8"0,0 6 12 16,-2 6-2-16,2-10-1 0,-2 10-8 0,2-5-17 16,-2 5-8-16,0 0-13 0,0 0-8 0,0 0-7 15,0 0 10-15,5 18 6 0,-3-3 2 0,5 5-4 16,-5 5-6-16,-1 5-10 0,0-2-2 0,-2 1-1 15,1 1-8-15,1 1 0 0,-1-3-10 0,0-3-22 16,5 4-18-16,-3-5-29 0,2-6-18 0,3 0-31 16,-1 0-28-16,2-3-40 0,-2 0-95 0,-1-3-263 15,3-3 117-15</inkml:trace>
  <inkml:trace contextRef="#ctx0" brushRef="#br0" timeOffset="-158479.39">13061 4996 122 0,'0'0'180'0,"2"-8"-20"0,-2 8-19 0,0 0-11 15,0 0 1-15,0 0-6 0,0 0 1 0,0 0-12 16,-6 30-10-16,6-17-4 0,0 2-13 0,0 0-5 16,2 5-12-16,-2-3-6 0,2 0-13 0,0 4-34 15,1-2-25-15,3 5-33 0,-1-1-43 0,-4-2-30 16,3 3-36-16,-2 4-85 0,0-10-254 0,-2 3 112 15</inkml:trace>
  <inkml:trace contextRef="#ctx0" brushRef="#br0" timeOffset="-157384.15">14216 5036 35 0,'-14'-2'148'0,"1"2"-14"16,-1 2 10-16,-3 4-9 0,-4 2-4 0,-2 6-12 15,1 1 1-15,0 5 0 0,-1 2-9 0,6 3-16 16,1-1-2-16,3-2-10 0,0 4-8 0,5 2-8 16,2-1-5-16,5-4-2 0,3-2-8 0,1-4-6 15,5 2-5-15,6 5-1 0,-3-8-9 0,2-1-16 16,10 2-30-16,0-5-16 0,4-2-25 0,0-4-12 16,2-2-13-16,-1-2-22 0,2-4-5 0,1-2-5 15,-2-2-4-15,0 0 6 0,-3-6 8 16,-1 1 5-16,-7 0 9 0,1-7 23 0,-3 2 12 15,-4 2 13-15,0-3 12 0,-2 0 26 0,-1-1-7 0,-2 3 20 16,-5-3 13-16,3 1 13 0,-1 2 19 0,-3 5 18 16,-1 2 5-16,1 2 5 0,2-1-1 15,-3 7-6-15,0-9-7 0,0 9-11 0,0 0-1 16,0 0-3-16,0 0 3 0,0 0 5 0,-18 12-14 16,11-5-3-16,3 5 0 0,-3 2-3 0,3 2 3 0,-1-4-10 15,4 0 2-15,-1 3-2 0,2-3-2 0,0 1-4 16,2-4-1-16,2 3-5 0,0-3-1 15,2 0-2-15,-3-2 2 0,1-2-5 0,5 3 1 0,0-5 2 16,-2 1-11-16,3-1-2 0,-3-3 2 16,-7 0-2-16,16-3 0 0,-9-1-5 0,-1 3 2 0,2-6-6 15,1-4-6-15,-5 2 0 0,2-1-2 0,-2 0-1 16,-3-2 7-16,4-3-4 0,-2 3 0 0,-2 1 2 16,-1-2 0-16,1 1-2 0,0-1 2 0,-2 5 3 15,1 8-6-15,2-12 1 0,-2 12-4 16,2-8 2-16,-2 8 1 0,4-4-5 0,-4 4 6 15,0 0-4-15,0 0 0 0,21 14 5 0,-14-6-3 0,-1 2 4 16,2 1 1-16,0 4 4 0,-2-3 2 16,1 2-2-16,0-2 0 0,-1-2 0 0,0 1 1 15,-2-1 3-15,0-1-1 0,-1-3-2 0,1 0 9 16,-4-6 10-16,4 5 25 0,-4-5 12 0,2 5 18 16,-2-5 0-16,0 0-8 0,0 0-6 0,0 0-8 0,0 0-5 15,2-26-6-15,0 16-7 0,-2-2-3 16,5-4-8-16,-2 1-1 0,2 3-5 0,-1 2 0 0,4 1-3 15,-3-1-7-15,4 3 6 0,-4 2-5 16,1 1-2-16,1 2-3 0,-7 2-5 0,14-1 4 16,-14 1-5-16,13 7 0 0,-1-1-1 0,-4 2 2 15,1 5 0-15,0-2-2 0,2 4-17 0,-3 0-20 0,0 2-17 16,0 1-12-16,-2 1-24 0,1-2-27 16,-1-1-36-16,-1 0-34 0,0-2-127 0,-1-2-343 0,2-3 153 15</inkml:trace>
  <inkml:trace contextRef="#ctx0" brushRef="#br0" timeOffset="-157163.26">14966 5088 24 0,'-2'-11'215'0,"1"1"-10"16,0 3-13-16,-2 0-16 0,3 7-26 0,-1-10-14 15,1 10-18-15,0 0-10 0,0 0-11 0,0 0-1 0,4 24 0 16,-2-7-5-16,0 8-11 0,3 2-6 0,-1 0-5 15,0 3-9-15,-2 0-4 0,5 1-2 16,-4 1-5-16,-1 0-8 0,0 0-5 0,2-3-33 16,-1 0-28-16,-1-3-18 0,0-7-38 0,0-3-28 15,1 1-32-15,-1-4-34 0,-2-1-101 0,-1-2-298 16,1-10 132-16</inkml:trace>
  <inkml:trace contextRef="#ctx0" brushRef="#br0" timeOffset="-156702.91">15006 5292 71 0,'0'0'134'0,"0"0"-12"0,25 4 2 0,-16 2-5 15,0 1-2-15,0 1-2 0,0 3-11 0,4 1 0 0,-3-1-1 16,-2 5-9-16,-1-1-4 0,2-1-16 0,-5-4 5 16,-1-1-12-16,-1 3 0 0,1-3-4 15,-2 0 2-15,0-1-8 0,1-2 3 0,-2-6 3 16,1 7 5-16,-1-7-5 0,0 0-8 0,0 0 0 15,0 0-7-15,0 0 1 0,0 0-6 0,0 0-5 16,0 0-8-16,-10-27-11 0,12 16 0 0,-1 1-5 0,3-6-1 16,-2 3-3-16,0 2-6 0,4-6-2 0,-2 7 4 15,0-5-6-15,1 7-1 0,-1 1-2 16,0 3-1-16,2-1 0 0,1 3-2 0,-7 2-2 16,7-1 0-16,-7 1 4 0,11 3-2 0,-11-3-1 15,7 12 3-15,1-4 1 0,-3 2-2 0,0-1 2 0,2 3-2 16,-1-3 4-16,1 3 1 0,-1-5 1 15,1 3 0-15,2-4 2 0,3 1 1 0,-1-2 7 16,1-1 8-16,-1-3-5 0,2 0-2 0,2-2 1 16,-2-4 5-16,4 1 2 0,-6-2 2 0,1-1 4 15,-5 0 1-15,0-2-4 0,-1-1-4 0,-2 0 1 16,-3-1 3-16,-2 1-5 0,-3-3-2 0,0-2-1 16,-3 4-3-16,-2-2-1 0,-3 1-3 0,3 2 0 15,-1 2-6-15,-2 2 2 0,2 1-4 0,-1 2-10 16,-1 0-17-16,3 4-5 0,-1 3-20 0,0 1-22 15,-4 5-27-15,6 0-44 0,2-4-18 0,0 5-29 16,3-2-130-16,-1 3-348 0,4-12 153 0</inkml:trace>
  <inkml:trace contextRef="#ctx0" brushRef="#br0" timeOffset="-156503.29">15477 5173 201 0,'3'-16'220'0,"-3"4"10"0,1 1 3 0,-1 4-11 15,0 0-14-15,0 7-21 0,0-10-19 0,0 10-24 16,1-7-17-16,-1 7-14 0,0 0-15 0,0 0-3 16,0 0-11-16,21 24-8 0,-12-6-4 0,1 5-1 15,-1 1-10-15,0 0 1 0,-1 2-14 0,0 1-15 16,-1 0-17-16,2 0-29 0,-4-2-19 0,-3 0-36 16,3 1-40-16,-2-8-58 0,2 1-40 0,-3-2-157 15,1 2-393-15,4-8 174 0</inkml:trace>
  <inkml:trace contextRef="#ctx0" brushRef="#br0" timeOffset="-156286.75">15970 5105 104 0,'3'-10'260'16,"-2"4"-27"-16,-1 6-24 0,3-11-28 0,-3 11-16 15,0 0-5-15,0 0 6 0,0 0 0 0,4 23-6 16,-2-4-10-16,-1 5-18 0,1 4-2 0,-1 1-20 15,0 2-4-15,2 1-12 0,0 2-10 0,-2 0-5 16,-1 1-10-16,0 1-2 0,1-5-17 0,-1 1-25 16,0-2-25-16,-1-5-23 0,1 1-28 0,1-2-44 15,-2-6-54-15,2-5-63 0,-5 2-183 0,3-5-429 16,-4-3 190-16</inkml:trace>
  <inkml:trace contextRef="#ctx0" brushRef="#br0" timeOffset="-155779.3">15972 5319 28 0,'12'-13'127'0,"1"2"-6"0,8-8-1 15,-5 6-5-15,-2 0-4 0,4 1 5 0,-2-1 4 16,0 1-4-16,-4 0-1 0,2 0 5 0,-4 0-12 16,2-1-5-16,-6 5-3 0,4-3-7 15,-3 3 1-15,-1-2 0 0,-2 2-5 0,0 2 0 0,-1 2-8 16,-3 4-10-16,5-9-6 0,-3 4-10 0,-2 5-6 15,0 0-11-15,0 0-7 0,0 0-2 0,0 0 0 16,0 0-4-16,5 26-5 0,-4-9 2 0,-1 2-1 16,-2 6-4-16,-1-1 0 0,0 2-1 0,2-1-4 15,0-5 4-15,0-1-2 0,1 2-3 0,1-2 0 16,-1-4 1-16,2-2-1 0,0-3-2 0,-1 0-1 16,2-3-6-16,-2 1 0 0,3-1-2 0,-2-3-1 15,4 1-5-15,0 0 4 0,0-2-2 0,2-3 2 16,3 1 1-16,2 0-2 0,0 2 0 0,0 0-4 15,-1-3 2-15,0 0 3 0,3 0-2 0,3 3 0 16,0-3 6-16,-3 0 3 0,-2 2-6 0,6-4 1 16,-6 2-1-16,6-3 2 0,-6 0-1 0,2 0 0 15,-2 1-2-15,3-4 9 0,-5-1 11 0,1 3 3 16,-5-2-1-16,3-2 5 0,-3 2 1 0,-2-2-3 16,0 0 5-16,-4 1 10 0,2 0-3 0,-3 7 0 15,0-16-5-15,-1 10-2 0,1 6-4 0,-4-11 0 16,-3 5-3-16,2 3-5 0,5 3 0 0,-19-2-5 15,9 5-1-15,-2 3 1 0,-2 4-1 0,1 2-1 16,1 1-1-16,0 1-2 0,2 2 0 0,0 1 3 16,3-1-9-16,1-1-17 0,3 1-21 0,2 0-21 15,1 0-27-15,4 1-34 0,0-5-48 0,2-2-40 16,7 4-201-16,-1-2-443 0,5-2 196 0</inkml:trace>
  <inkml:trace contextRef="#ctx0" brushRef="#br0" timeOffset="-154357.13">17619 5072 129 0,'0'-7'202'0,"1"-3"-13"0,-1 10-14 0,-2-10-15 16,2 10-13-16,-11-5-5 0,3 6-14 0,8-1-11 16,-20 12-9-16,5-1-6 0,-3 7-9 0,0 1 0 15,0 3-6-15,-1 1-11 0,6 1-10 0,2-2-2 16,3-4-7-16,2 0-8 0,2 1-3 0,4 0-7 16,3-2-2-16,0-1-3 0,4-1-1 15,2 0-6-15,3-2-9 0,1-2-9 0,5-4-9 0,3-2-14 16,6 0-12-16,1-2-7 0,-1-2-5 0,2-2 4 15,-2-2-21-15,-6-1 11 0,-1-3-1 0,5-5 2 16,-6 1 4-16,2-4 7 0,-6 1 7 0,1 0-4 16,-5-1 1-16,-1-2 4 0,1-1 9 0,-3 3 18 15,-1-3 3-15,-1 1 2 0,1-1 10 16,-5 7 17-16,2 0 15 0,-3 2 2 0,2 2-4 0,-2-1-7 16,2 3-6-16,-3 5-6 0,2-9-9 0,-2 9-1 15,0 0 1-15,0 0-5 0,0 0-3 0,0 0 2 16,-1 28-4-16,1-12 0 0,-3 3 1 0,2-2-5 15,0-1 2-15,1 1-2 0,2 2 5 16,0-2-2-16,-1 0 0 0,4-6-2 0,0 1 1 0,0-2 1 16,5-1 3-16,-1-1-2 0,2-3-2 0,0-1 0 15,2-2-3-15,0-3-6 0,5 0-4 0,1-2 1 16,-4-3 2-16,3 0-1 0,-7-1-2 0,5-4-4 16,-5 0 1-16,0-2-1 0,-1 0 2 0,-3-3 0 15,1 0-2-15,-1-1-1 0,0 0 3 0,-3-1 0 16,0 1 1-16,1 1 0 0,-4 5 2 0,0 0 6 15,1 4 6-15,-1 0 0 0,-1 7 1 0,3-10-12 16,-3 10 2-16,1-6-3 0,-1 6 2 0,0 0-6 16,0 0 2-16,0 0 9 0,-4 26 4 0,1-14 2 15,1 0-1-15,-1 5 1 0,1 0 2 0,0-5-6 16,2 4-2-16,2-4 6 0,0 0 1 0,1 0-1 16,1-2 0-16,0 1 1 0,2-2-1 0,3-1 5 15,-1 0-7-15,2-1 6 0,4-3-5 0,-3 1 1 16,5-5 2-16,-4 0 0 0,1 0 1 0,1-2-2 15,-2-1-4-15,2-1 1 0,-4-3 1 0,0 0-6 16,2 0-3-16,-4-3-10 0,-2-1 0 0,0 1 2 16,-1-6-2-16,-3 3 0 0,-1-4-2 0,-4-1 2 15,-2 1-3-15,2 1-1 0,-4 0 4 0,-1 0-1 16,2 5 10-16,-2 1 1 0,2 1 2 0,0 1-1 16,-1 0 1-16,3 3-2 0,4 5 1 15,-9-7 0-15,9 7-3 0,-5-7-5 0,5 7 2 0,0 0 1 16,-2-6-1-16,2 6 1 0,0 0-2 0,0 0 2 15,0 0-3-15,0 0 2 0,0 0 6 0,30 3-8 16,-12-5 5-16,-5 2 0 0,6 0-2 0,1 2 4 16,-7 0-4-16,2-1-1 0,-3 0 1 0,0 1-1 15,-3 2-3-15,1 2 4 0,-1-1-1 0,-1 2 7 16,-1 1 4-16,0 3 12 0,-2-1 3 0,1 3 2 16,-1 1 1-16,2 0 4 0,-5-2-2 0,3 7 1 15,-2-4-8-15,3 1 4 0,-2-5-2 0,1 2-1 16,-2-1-2-16,4-4 0 0,0 3-3 0,2-3-2 15,-4 1 6-15,0-2 2 0,5-1-8 0,-1-2 5 16,-1 0-7-16,2-1-6 0,0-2-9 0,1-2-3 16,-1-1-6-16,0 0 4 0,-2-4-7 0,-1-2-5 15,1-1-1-15,-3-2-2 0,-1 0 1 0,0 1 4 16,-2-3 6-16,1-4-3 0,0-1-4 0,-2 2 6 16,-1-4-4-16,0 5 1 0,1 0 7 0,0 2 1 15,3 1 0-15,-1 3 0 0,-1 0-4 0,1 2 5 16,-1 3-3-16,3-1 7 0,-5 5-3 0,12-5-5 15,-12 5 6-15,14 1-1 0,-2 3 0 0,-2 2-4 16,-1 0 7-16,2 7-5 0,-1 0 0 0,-2 3 7 16,0-2-2-16,-2 4 5 0,2-4-3 0,-2 4 0 15,-2-7-3-15,0 1 5 0,1-1 0 0,3 3 1 16,-2-3-6-16,-1-2 9 0,1-1 1 0,0-1 0 16,-1 0 8-16,2-5 2 0,1 0 4 0,0 0-8 15,-8-2-2-15,20-4 2 0,-10 2 1 0,2-4-1 16,-3 2 0-16,1-3-1 0,-1-2 0 0,-3 0-2 15,1-3 1-15,-2 2 3 0,-1-2-6 0,0-3 4 16,-3 1-5-16,0-1-1 0,-1 3 2 0,-1-5-3 16,-2 6 1-16,2-1 9 0,-2 3 0 0,1 4 3 15,2 5-7-15,-1-10 3 0,1 10-7 0,-6-5-1 16,6 5-2-16,0 0 3 0,-17 12-1 0,9-4 1 16,-1 6-1-16,-5-1-15 0,5 4-20 0,1 0-18 15,-1 0-39-15,3 2-32 0,2-2-24 0,2 1-26 16,2 0-149-16,-2 0-347 0,2 1 154 0</inkml:trace>
  <inkml:trace contextRef="#ctx0" brushRef="#br0" timeOffset="-154166.09">19105 5221 71 0,'8'-13'162'0,"0"2"4"0,-3 0 2 0,1 2 1 15,-2 1-11-15,2 0-11 0,-2 2-14 0,1 1-18 16,0 1-13-16,-5 4-7 0,11-3-13 0,-11 3-9 15,16 3-5-15,-5 2-6 0,-1 3-6 0,-3-1-6 16,4 6-3-16,-4-3-5 0,1 2-3 16,-4 0-5-16,1-1-27 0,0 2-20 0,0-1-30 0,-1 3-44 15,1-3-51-15,-1-2-157 0,-2 2-318 0,-2-12 141 16</inkml:trace>
  <inkml:trace contextRef="#ctx0" brushRef="#br0" timeOffset="-153937.08">19586 4979 216 0,'1'-5'249'0,"-1"5"-22"0,1-8-29 16,-1 8-17-16,0 0 3 0,0 0-1 16,0 0 3-16,-2 29-17 0,1-10-3 0,-2 1-9 15,0 3-16-15,1 4-14 0,-2 0-8 0,-1 1-13 0,3-1-9 16,-1 3-8-16,-1-5-9 0,0 0-9 0,4 2-26 15,-1-8-38-15,0 0-27 0,1 1-36 16,-2 5-39-16,4-11-53 0,-2-1-43 0,1-3-54 16,-1 2-130-16,0-12-404 0,0 0 179 0</inkml:trace>
  <inkml:trace contextRef="#ctx0" brushRef="#br0" timeOffset="-153796.98">19481 5179 169 0,'0'0'157'16,"4"-7"-15"-16,-4 7-16 0,9-4-14 0,-3 2-22 16,6 2-22-16,4-2-44 0,7 1-43 0,7 1-56 0,2 0-58 15,5-4-143-15,1 0 64 0</inkml:trace>
  <inkml:trace contextRef="#ctx0" brushRef="#br0" timeOffset="-153552.89">20279 4964 166 0,'3'-5'289'0,"-3"5"-12"0,3-7-14 16,-3 7-11-16,0 0-18 0,4-6-18 0,-4 6-23 15,0 0-25-15,0 0-16 0,0 0-15 0,0 0-10 16,0 0-14-16,0 0-12 0,-8 30-9 0,2-11-3 16,1 7-4-16,-3 1 3 0,1 0-8 0,-1 3-7 15,3 1-5-15,-1-1-4 0,3 1-5 0,-3-1-3 16,1 0-7-16,0-2-6 0,4 1-3 0,0-1-3 15,-1 0-2-15,5 0-6 0,-2-3-5 0,2-1-18 16,1-5-31-16,1-2-29 0,-1 2-30 0,1-3-46 16,-3-5-55-16,3 1-59 0,0-2-254 0,-3-4-538 15,-2-6 238-15</inkml:trace>
  <inkml:trace contextRef="#ctx0" brushRef="#br0" timeOffset="-153387.48">20128 5271 18 0,'2'-5'206'0,"-2"5"-27"0,11-10-16 0,-2 4-16 16,7-3-13-16,0 5-14 0,1-4-18 0,10 0-9 15,1 2-2-15,3 0-21 0,0 1-21 0,1-2-32 16,-1 2-40-16,1 2-20 0,-3-1-44 0,-1 1-12 16,-8-1-91-16,-1-1-206 0,-3 0 92 0</inkml:trace>
  <inkml:trace contextRef="#ctx0" brushRef="#br0" timeOffset="-153224.75">20573 5017 157 0,'0'0'178'0,"-2"-7"-29"0,2 7-14 0,0 0-17 15,-1-8-11-15,1 8-17 0,0 0 5 0,0 0-4 16,-4 21 1-16,0-4-2 0,0 0-3 0,-3 10-5 16,0-4-13-16,1 2-2 0,0 0-10 0,-3 1-12 15,4 0-28-15,1-2-26 0,1 0-39 0,2-5-31 16,0 0-32-16,1 0-37 0,0-2-75 0,1-1-239 15,0-7 106-15</inkml:trace>
  <inkml:trace contextRef="#ctx0" brushRef="#br0" timeOffset="-152993.35">20675 5273 106 0,'0'0'173'0,"0"0"-17"16,11 6-12-16,-11-6 7 0,5 6-6 0,-1-3-7 15,-4-3-9-15,11 5-7 0,-1-2 4 0,0-1 4 16,1-1-2-16,3-1-4 0,1-1-10 0,2-2-3 16,-1 0-4-16,-2-2-2 0,1 0-5 0,-2-1-7 15,0 0-6-15,-4-1-8 0,1 1-3 0,-2-2-13 16,-2-1-6-16,-1-2-18 0,-2 3-15 0,-1-2-34 16,-2 1-34-16,-2 0-31 0,2 9-33 0,-4-14-45 15,0 9-43-15,-1 1-178 0,-3 2-405 0,0-2 180 16</inkml:trace>
  <inkml:trace contextRef="#ctx0" brushRef="#br0" timeOffset="-152550.66">20922 5168 2034 0,'0'0'69'0,"7"4"-38"0,-7-4-26 0,0 0-7 16,6 6-7-16,-6-6 6 0,4 7-5 0,-4-7 17 15,3 10 14-15,-2-4 9 0,0 1 0 0,1 1-1 16,-1 4 5-16,0-2-4 0,2 1-4 0,-1-3 0 15,1 1 0-15,3 0-5 0,1-1 3 0,0 1-5 16,1-2 1-16,0-4-1 0,2 5 1 0,2-4-6 16,-2 1-1-16,1-3-4 0,2-2 1 0,0-2 2 15,-13 2-3-15,21-5-3 0,-9 1 1 16,0-1-2-16,-2-1 0 0,0-2-3 0,-4-1 2 0,1 2 2 16,-2-2-4-16,0-1-1 0,-1 0-2 0,0 2 1 15,-3 3-2-15,1-1 0 0,-2 6 1 0,6-9-5 16,-6 9-2-16,3-5 3 0,-3 5-6 0,0 0 2 15,0 0-2-15,0 0 4 0,0 0 3 0,13 10-2 16,-8-5 4-16,-1 0-3 0,1 0 1 0,0 3 4 16,2-3-1-16,2 1 1 0,-2-2 5 0,5 1-3 15,-1-2-1-15,2-1 3 0,-2 0 3 0,2-4 2 16,3 0-5-16,-1-4 6 0,3 0 5 0,-5 1 2 16,1-4 8-16,-3 4 10 0,-2-4-1 0,1 0 9 15,-3-1-16-15,-2-1 1 0,-1-1-7 16,0-3-3-16,-2-1-2 0,-3 3-1 0,1 1-2 0,-3 1-7 15,1-1-10-15,-3 3-12 0,2-1-14 0,-3 5-17 16,-2 0-26-16,2 3-22 0,-5 0-31 0,-3 4-24 16,3-2-30-16,-2 4-19 0,2 0-157 0,-1 0-383 15,6 2 170-15</inkml:trace>
  <inkml:trace contextRef="#ctx0" brushRef="#br0" timeOffset="-152371.42">21490 5093 126 0,'7'-2'236'0,"-2"-3"-11"15,-1 2-7-15,-4 3-4 0,8-5-14 0,-8 5-20 16,4-4-20-16,-4 4-19 0,7-4-10 16,-7 4-12-16,0 0-15 0,0 0-10 0,7 13 3 15,-3-4 3-15,-1 4-11 0,-2 0-16 0,3 1-2 0,-4 4-7 16,1-2-19-16,0 4-18 0,-1-2-22 0,-1-1-21 16,0 0-28-16,1 1-38 0,-3-1-54 15,3-7-47-15,0 2-194 0,-1-1-407 0,1-11 180 16</inkml:trace>
  <inkml:trace contextRef="#ctx0" brushRef="#br0" timeOffset="-152221.89">21673 5074 89 0,'0'-7'213'0,"0"7"-18"0,0-11-28 15,0 11-33-15,0-8-44 0,0 8-50 0,0 0-19 16,0 0-27-16,0 0-27 0,0 0-33 0,0 0-75 0,-4 25-153 15,5-13 68-15</inkml:trace>
  <inkml:trace contextRef="#ctx0" brushRef="#br0" timeOffset="-152015.03">21738 5257 53 0,'3'-6'186'0,"-3"6"-3"0,2-14-10 0,1 2-17 15,-2 1-12-15,3-1-2 0,0-3-10 0,2 3-6 16,2-2-6-16,-3 3-6 0,3 0-9 15,0 1-10-15,0 2-10 0,1 2-10 0,1 1-8 16,0 1-7-16,-2 3-9 0,0 1-5 0,3 3-6 16,-2 0-3-16,2 5-8 0,-1 0 1 0,-4 1-4 0,1 1-9 15,2 5-14-15,-1 2-26 0,-1-2-28 0,-1 0-40 16,-1-2-27-16,-1 0-30 0,1-2-22 16,0 0-113-16,3-3-306 0,2 1 136 0</inkml:trace>
  <inkml:trace contextRef="#ctx0" brushRef="#br0" timeOffset="-151473.66">22262 5125 79 0,'1'-5'216'0,"-1"5"-5"0,2-9-11 16,-2 9-13-16,0 0-21 0,-7-10-12 0,7 10-24 16,-14-5-6-16,6 7-15 0,-2-2-13 0,-2 3-9 15,0-1-12-15,2 3-9 0,0 0-4 0,1 0-7 16,1 0-3-16,0 0-7 0,5 1-3 0,-3-1-5 15,6-5 0-15,-1 11-3 0,1-11-5 0,4 11-1 16,-1-6-3-16,3 1-1 0,0-3 1 0,1 0-6 16,0 1 2-16,3-3-5 0,1-1-2 0,-1-1-6 15,0 1 2-15,-1-2-2 0,1 0-2 0,-2-2 0 0,1 2 4 16,-3-1-6-16,1 0 5 0,-7 3-2 0,9-5 2 16,-9 5 0-16,7-5-4 0,-7 5 3 15,5-6 3-15,-5 6 1 0,4-4 0 0,-4 4-4 16,0 0-5-16,0 0 0 0,0 0-6 0,0 0 1 15,0 0 1-15,3 20 4 0,-7-4-6 0,0 8 10 0,-1 2 4 16,0 2 2-16,2 7 3 0,-2-1-1 0,-1 13 3 16,-2 0 0-16,3 2 1 0,0-3-1 15,1-11 6-15,0 12-7 0,2-13 2 0,2-1-3 16,0 1 4-16,1-3 1 0,0 0-1 0,2-2 0 16,-2-2 0-16,2 0-3 0,-4-6-3 0,2-3 0 15,-1 1-2-15,0-5 7 0,-1-1-8 0,-1-2 4 16,0-2-2-16,-2 0 0 0,-1-2-1 0,5-7 3 15,-18 5-3-15,5-4-1 0,-5-4-1 0,1-3-6 16,-2-4-2-16,1-1-1 0,1-1 6 0,-5-8-9 16,8 0 1-16,1-3 2 0,4-3-7 0,4-2-11 0,9-1-14 15,1-3-8-15,6 0 2 0,5 0-2 0,9-10 4 16,-4 13 1-16,3 2-2 0,0 0 2 16,3 1-5-16,-1 6-6 0,2 1-5 0,0 2-10 15,0 4-14-15,0 0-18 0,-2 2-13 0,2 2-11 16,-1 1-22-16,-1 3-11 0,-5 2-15 0,-2 1-133 15,0 2-321-15,-1 0 142 0</inkml:trace>
  <inkml:trace contextRef="#ctx0" brushRef="#br0" timeOffset="-150421.36">3919 6488 175 0,'-1'-9'246'0,"2"1"-24"0,-1 8-22 16,-2-14-24-16,2 14-17 0,0-6-19 0,0 6-11 0,0 0-11 16,0 0-5-16,0 0 10 0,5 41-6 15,-4-16-5-15,2 3-8 0,-3 6-10 0,0-4-6 16,0 4-2-16,3 10-12 0,-3-12-7 0,2 3-5 0,-1-2-4 15,-1 2-7-15,2-3-10 0,1-1-17 16,0-1-19-16,-2-4-24 0,3-2-25 0,-2-6-25 16,1 2-43-16,-2-5-27 0,0-1-23 0,-1-2-36 15,0 0-143-15,-5-3-368 0,1 0 163 0</inkml:trace>
  <inkml:trace contextRef="#ctx0" brushRef="#br0" timeOffset="-149987">3882 6781 129 0,'4'-17'146'16,"4"1"-9"-16,3 0-22 0,3-3-20 0,5-1-7 16,-1 3-9-16,7 0 1 0,-3-3-8 0,4 1-5 15,-2 7-7-15,-1-5-6 0,0 5 0 0,-5 0-8 0,-2 2-13 16,-2 0 18-16,-2-1 1 0,-4 3 3 16,2-2 8-16,-2 1-2 0,-3-3 1 0,0 3 0 15,-1 0 0-15,0-1 2 0,-2 0 10 0,1 1 2 16,-2 3-2-16,-1 6-5 0,0-10-3 0,0 10-10 15,0 0-11-15,1-11-8 0,-1 11-2 0,0 0-6 16,0 0-3-16,3 37 1 0,-2-11-4 0,-1 3-3 0,-4 3-1 16,4 1-1-16,-1-2 0 0,-1 3-3 15,2-3-1-15,0-2-2 0,2-1 0 0,1-4-3 16,-3-5 3-16,1-3 0 0,0-3-2 0,-1-3-1 16,2 2-2-16,-2-4 1 0,2 0 0 0,-2-1 3 0,0-7 3 15,1 9-3-15,-1-9 2 0,0 0-3 16,2 6 1-16,-2-6-2 0,0 0 1 0,0 0-3 0,0 0 0 15,4-27-3-15,-2 18-2 0,2-1-6 16,5-7 3-16,-1 2-5 0,2 1 3 0,-1 4-2 16,-2 1-1-16,2 3 0 0,0 0-2 0,3 3-3 15,-2 2 2-15,0 2 1 0,2 2 0 0,-1 2 3 0,1 2-2 16,-1 2 3-16,2 4 0 0,-2 3-8 16,-1-1-13-16,-3 3-12 0,5 7-21 0,-6-8-29 15,0 2-23-15,1-3-36 0,-3 1-42 0,-2-1-142 16,3-1-357-16,-3-6 158 0</inkml:trace>
  <inkml:trace contextRef="#ctx0" brushRef="#br0" timeOffset="-148918">4511 6768 66 0,'0'0'168'0,"5"-5"-12"0,-5 5-10 16,0 0-8-16,8-4 0 0,-8 4-6 0,0 0-4 15,13 11-6-15,-8-7-2 0,1 4-3 0,-1 2-17 16,0 2-1-16,0 3-3 0,-2 1-9 0,-2-3-8 16,0 3-4-16,-1-6-10 0,-1 3-2 0,-1 0-6 15,0-3-9-15,-2 0-6 0,2-1 1 0,-2-1-2 16,0-4-5-16,4-4-2 0,-4 6 0 0,4-6-5 16,0 0 0-16,0 0-6 0,0 0-1 0,0 0-10 15,0 0-6-15,-10-13-6 0,10 13-4 0,7-16-10 16,-1 4 3-16,2-3-2 0,1 0 0 0,2 3-1 15,2-2 6-15,0 1-6 0,1 1 3 0,-1 1-2 16,-1 1 2-16,-2 1 3 0,2 2 3 0,-2 2-5 16,0 0 0-16,-3 3 0 0,2 0 0 0,-2 2-2 15,-7 0 3-15,15 5 4 0,-8 1 9 0,-3 0 8 16,2 0 9-16,-1 3 3 0,1 2-4 0,0-1 1 16,-2 1 1-16,1-1-3 0,0 1 2 0,-1 0-5 15,1 1 3-15,4 2-2 0,-3-5-2 0,1 1 0 16,-1-3 0-16,1-2-5 0,-1 2 2 0,1-3 0 15,0-1-1-15,-1 0-4 0,0-1-4 0,-6-2-7 16,0 0-4-16,21-5-6 0,-14 2-1 0,-1-4-3 16,0-2-1-16,-6 9 1 0,8-13-4 0,-8 1-5 15,0 12-1-15,-7-20 0 0,1 10-3 0,-4-6 8 16,0 5 0-16,-2-1 4 0,-2-1 7 0,1 3 1 16,-1-2 3-16,0 4 2 0,2 2 4 0,3 1 3 15,0 1 6-15,1 1-3 0,2-1-1 0,6 4-1 16,-8-6-5-16,8 6 3 0,-5-3 0 0,5 3-1 15,0 0 1-15,0 0 0 0,0 0-2 0,0 0-3 16,27 2 5-16,-17-2-1 0,8 0 4 0,-2 0-4 16,5-2 1-16,-2 0 1 0,-5 0 2 0,-1 2-1 15,5-3 0-15,-2 1 0 0,-4 1-5 0,-3 2 1 16,1 1 1-16,-1-2-1 0,-9 0 1 0,13 3-3 16,-8-1 2-16,-1 3 13 0,1 1 12 0,0 2-1 15,-1 2 3-15,0 2-1 0,-3 4 1 0,0-3 1 16,3 3 4-16,-3 0-4 0,-1 0-4 0,2 1-2 15,0-2-1-15,2-2 1 0,0-4-3 0,-1 2-1 16,1-1-4-16,0-2-3 0,1 0 4 0,2 1-1 16,0-2-1-16,0-3 2 0,0-2-3 0,1 0-1 15,2-1 3-15,-1-2-2 0,2-1-6 0,0 0-1 16,-1-6-1-16,-1 4-1 0,3-4 0 0,-5-2-5 16,1 2 5-16,-3-1 0 0,0-3-1 0,3-3-1 15,-3-1-2-15,-1 2 0 0,0-2 1 0,-3 1-4 16,2 0 6-16,-1 3-5 0,-2 0 5 0,1 1 2 15,-1 4-1-15,0 7 5 0,2-11-2 0,-2 11-6 16,1-7-4-16,-1 7-4 0,0 0 5 0,0 0-5 16,0 0 8-16,0 0-5 0,15 15 4 0,-12-5 1 15,3 1-4-15,-1 5 3 0,4-1-4 0,-1-2 6 16,0-1 3-16,1-3-2 0,2 2 3 0,-2-5 1 16,4 1 0-16,-2-3-3 0,3-1 2 0,5-1 1 15,1-5 2-15,-1-2-2 0,8-1 1 0,-7 0 1 16,-3-3 5-16,1 1-7 0,-4-1 1 0,1 0-3 15,-3-3 6-15,-1-2-4 0,-5 4-3 0,0-2 6 16,-3 3-3-16,0-1 6 0,-2-2-3 0,-1 2 2 16,2 0 8-16,-4 1 9 0,2 9-10 0,-2-14 0 15,0 7 3-15,2 7-5 0,-5-8-3 0,5 8 1 16,-5-4-7-16,5 4-2 0,0 0 2 0,-15 7 1 16,7 2 1-16,-2 3-2 0,-1 1 0 0,1 2-2 15,1 1 0-15,2 0 0 0,1 2 1 0,2-1-1 16,2 2 1-16,0-2-1 0,2 1-2 0,1 1-2 15,0-2 14-15,-1 3-8 0,3-2-4 0,-2 0-6 16,3 0-4-16,-1 1-11 0,2 4-5 0,-3 3-15 16,1-2-15-16,-2-4-32 0,-2-3-33 0,1 9-41 15,0-10-46-15,-4 3-177 0,1-2-414 0,-2-1 184 16</inkml:trace>
  <inkml:trace contextRef="#ctx0" brushRef="#br0" timeOffset="-148525.33">5673 6624 43 0,'1'-6'186'15,"-1"6"-17"-15,6-3 4 0,-6 3 8 0,0 0-2 16,14 17-4-16,-7-2-5 0,-1 2-2 0,-2 2-18 15,3 12-8-15,-3-3-12 0,2 3-10 0,-6-2-6 16,2-2-14-16,-1 1-12 0,2-4-6 0,-3-6-6 16,-1-2-8-16,1-6-6 0,0 2-4 0,-2-7-8 15,2-5-3-15,2 12 6 0,-2-12-10 0,0 7-2 16,0-7-3-16,0 0-2 0,0 0-5 0,0 0-5 16,0 0 0-16,0 0-5 0,12-24-1 0,-8 6 0 15,4 0-6-15,0-1 2 0,4-4-6 0,1 1-3 16,-3 5-1-16,3-1 0 0,-1 4-3 0,2 3-3 15,-5 4-1-15,0 0-5 0,-2 5 3 0,3-2 0 16,-2 4-1-16,-8 0-1 0,17 7 3 0,-8 0-1 16,0 0 2-16,-2 8-4 0,0-3 4 0,0 6-4 15,0 6-21-15,-3-6-31 0,-2 3-40 0,0 3-73 16,1 1-78-16,-4-5-171 0,2-1-453 0,-2-2 201 16</inkml:trace>
  <inkml:trace contextRef="#ctx0" brushRef="#br0" timeOffset="-148096.68">6824 6482 106 0,'0'0'235'0,"1"-9"-24"15,-1 9-22-15,0 0-7 0,0 0 11 0,0 0-10 16,0 0-4-16,0 32-8 0,-1-13-5 0,1 8-8 16,-5 2-3-16,1-1-16 0,5 1-10 0,-1-1-11 15,0-1-11-15,3 1-8 0,-2 0-15 0,2-3 3 16,-3-1-16-16,0-4-4 0,1 0-8 0,0-1-2 16,1-1-7-16,-1-1-17 0,-2-6-24 0,-1 3-25 15,2-5-21-15,0 1-25 0,0-3-27 0,0-7-27 0,0 0-27 16,-5 13-38-16,5-13-39 0,-6 5-176 15,6-5-428-15,0 0 189 0</inkml:trace>
  <inkml:trace contextRef="#ctx0" brushRef="#br0" timeOffset="-147578.88">6798 6728 30 0,'8'-10'125'0,"2"-4"-16"0,2 2-7 0,1 0-7 15,-1-1 4-15,1 0 8 0,0 0 3 0,1 0 0 16,-4 3 8-16,-1 0 2 0,3-3-8 0,-6 2-3 15,3-3 3-15,1 3-1 0,-5-2-2 0,2 3-2 0,-3-1-26 16,1 0-7-16,-3 2-1 0,3 3-3 0,-2 0-4 16,-3 6-11-16,4-10-2 0,-4 10-12 15,2-5-2-15,-2 5-2 0,0 0-7 0,0 0 5 16,0 0-3-16,5 24 0 0,-6-11-4 0,0 4-3 16,0 2-1-16,-1 0-3 0,1 2-1 0,-3 3 1 15,0-4-2-15,1-1-3 0,1-3 1 0,1 3-2 16,-1-3-4-16,-1-3-2 0,2-2-5 0,-2-1-3 15,3 1-9-15,0-4 2 0,0-7 1 0,0 10 1 16,0-10 1-16,-1 7 1 0,1-7-2 0,0 0-2 16,-3 7-4-16,3-7-2 0,0 0-1 0,5 6 1 0,-5-6 0 15,12 1 4-15,-1 0 0 0,0-1 3 16,1 2 2-16,1-2-1 0,4 2 1 0,1 1 4 16,1 0-1-16,-1 0 5 0,3-1-7 0,0 0 10 15,-1-1-5-15,-2 2 2 0,1-2-1 0,-2-2 1 16,1-2 1-16,-1 2-4 0,2-4-2 0,-1 0 6 0,-4 0-3 15,1-4 5-15,-1 0-2 0,-6 1 2 0,-1 0 11 16,1-1-5-16,-3-1-4 0,-1 0-2 16,-1-2 6-16,-2 0-2 0,-2 0-1 0,-1 2 3 15,-2-2 0-15,2 2 0 0,-2-3-6 0,-2 4 1 16,1 0-1-16,-1 4 1 0,1 0-5 0,0 1 0 0,5 4-2 16,-13 0 2-16,13 0-4 0,-14 10 3 15,7 0-4-15,-3 2 1 0,1 4 1 0,2 0 2 16,1 2-2-16,1 0-19 0,3 2-23 0,2 8-20 15,3-4-31-15,4 2-60 0,3-8-31 0,2 2-26 16,4 3-142-16,4-5-379 0,6-3 167 0</inkml:trace>
  <inkml:trace contextRef="#ctx0" brushRef="#br0" timeOffset="-146870.38">8386 6597 93 0,'-8'-8'231'15,"-1"3"-9"-15,-2 2-18 0,3 2-6 0,-4 1-15 16,0 1-12-16,-5 2-11 0,6 4-4 0,-2 4-4 15,-1 1-7-15,-2 2-12 0,5 4-13 0,1-3-10 0,2 3-10 16,4 0-12-16,2-1 0 0,2 1-15 16,2 0-9-16,2-1 2 0,4 1-8 0,4-2-6 15,3-3-7-15,6 5-5 0,1 0-8 0,2-7-22 16,4-2-21-16,1 0-32 0,-3-2-21 0,4-4-22 16,-3-1-33-16,1-1-27 0,0-2-19 0,-9-1-12 15,3 0-10-15,-3-4-146 0,-1-2-361 0,-2 0 160 16</inkml:trace>
  <inkml:trace contextRef="#ctx0" brushRef="#br0" timeOffset="-146674.3">8709 6748 18 0,'9'-26'65'16,"-1"1"20"-16,-6-2 10 0,3 0-1 0,-2-2 2 16,-2 1 18-16,0 2 9 0,1 2 11 0,-2 5 5 0,0 2 10 15,-2 5-6-15,4 0 7 0,-4 3-1 0,2 1-19 16,0 8-11-16,0-9-19 0,0 9-8 0,0 0-1 16,0 0-5-16,0 0 8 0,-1 26-5 15,0-7-2-15,-2 7-7 0,2 3-6 0,-3 0-6 16,2-2-8-16,1 1-3 0,-1-1-7 0,0 3-3 0,0 0-5 15,2-1-3-15,2-3-3 0,-1 0-32 16,0 0-16-16,1-7-27 0,0-1-31 0,-2 2-39 16,1-6-47-16,3-3-42 0,-1-2-31 0,-3 3-136 15,0-12-394-15,0 0 174 0</inkml:trace>
  <inkml:trace contextRef="#ctx0" brushRef="#br0" timeOffset="-146401.25">8967 6548 132 0,'4'-8'234'0,"-1"2"-10"16,2 0-22-16,-5 6-17 0,0 0-22 16,0 0-14-16,0 0-12 0,-26 7-12 0,8 3-10 15,-3 5-10-15,-4 2-14 0,1 2-7 0,0 0-9 0,1 1-6 16,1-3-8-16,5-4-8 0,5 1-4 16,-4-4-3-16,9 0-6 0,-2-4-3 0,2-1-3 15,2 0 0-15,0-1-1 0,5-4-6 0,-8 6 0 16,8-6 1-16,-4 3 0 0,4-3-11 0,0 0 2 15,0 0 1-15,0 0-8 0,30-5-4 0,-20 4 1 0,3 0-4 16,5 2 1-16,1 4-1 0,-2-3-2 16,2 4 0-16,0 0 3 0,3 1-9 0,3 2-19 15,-6-1-26-15,1 1-26 0,0-2-37 0,-1 1-38 16,8 2-25-16,-7-3-180 0,-3-2-382 0,-2-1 169 16</inkml:trace>
  <inkml:trace contextRef="#ctx0" brushRef="#br0" timeOffset="-146113.38">9256 6438 219 0,'-2'-13'259'0,"2"-2"-11"0,0 5-8 16,-2 1-9-16,1 2-14 0,1 7-18 15,-1-12-25-15,1 12-22 0,0 0-18 0,0 0-14 16,0 0-16-16,0 0 0 0,11 24-9 0,-6-5 1 15,-2 7-5-15,-2 4-2 0,2 1 6 0,-2-2-1 0,0 3-6 16,-1-3-3-16,-1-1-9 0,2-1-6 16,-1 0-2-16,3-1-8 0,-2-7-8 0,2 0-2 15,-2-3-3-15,0-5-7 0,4 2-4 0,-1 0-1 16,1-2-5-16,0-2-4 0,3-1-6 0,-2-4-17 16,3 1-21-16,0-2-27 0,0 1-33 0,4-4-37 0,-13 0-31 15,24-4-50-15,-11-2-54 0,-3 1-234 0,4-8-523 16,-5 5 232-16</inkml:trace>
  <inkml:trace contextRef="#ctx0" brushRef="#br0" timeOffset="-145957.46">9218 6563 150 0,'-7'-3'204'0,"2"2"-8"0,5 1-9 0,-9-6-9 15,9 6-6-15,-7-3-25 0,7 3-13 0,0 0-7 16,0 0-18-16,21-3-2 0,-2-1-25 0,8 4-40 15,3-1-47-15,0 0-61 0,2-2-59 0,-2 3-149 16,-3-3-295-16,-6 3 131 0</inkml:trace>
  <inkml:trace contextRef="#ctx0" brushRef="#br0" timeOffset="-145814.04">9567 6689 197 0,'0'10'233'0,"0"-10"-2"0,0 0-1 0,0 6-1 16,0-6 0-16,0 0-27 0,2 6-17 0,-2-6-22 15,0 0-11-15,0 0-30 0,0 0-36 0,0 0-27 16,0 0-41-16,7 4-57 0,-7-4-83 0,0 0-241 16,0 0-392-16,0 0 173 0</inkml:trace>
  <inkml:trace contextRef="#ctx0" brushRef="#br0" timeOffset="-141003.43">10646 6687 95 0,'11'4'122'16,"-11"-4"-8"-16,0 0 2 0,0 0-6 0,5 4-11 16,-5-4-1-16,0 0-8 0,0 0-9 0,0 0-4 15,0 0 7-15,0 0-7 0,0 0 6 0,0 0 10 16,0 0-6-16,-16 7-9 0,16-7-5 0,-16 0-2 15,7 0 3-15,9 0-6 0,-18-3-3 0,8-1-3 16,1-2 1-16,-2-1 0 0,0 1-6 0,1-3-1 16,0-3-2-16,2 2-5 0,2-1-6 0,0-5-6 15,3 0-5-15,-1 3 1 0,3-2-8 0,1 4-2 16,1 1-1-16,5-2-2 0,-1 2-6 0,4-2-1 16,2 5-3-16,3 1-2 0,2-1 4 0,5 3-4 15,-2 4-7-15,1 2 1 0,-1 5 2 0,2 1-1 16,1 5-2-16,-1 4 1 0,-2 2 0 0,-7-3-2 15,3 9 2-15,-4-4 1 0,-6-2 1 0,1 6 0 16,-3 0-4-16,-5 3 6 0,-1-3-7 0,-5 0 2 16,-2 0 0-16,-4 2 3 0,-1-2-1 0,-4-2-4 15,0-1-6-15,-1 0-4 0,1-5-8 0,-1-2-10 16,4-5-6-16,4-3-15 0,0-1-10 0,0-2-15 0,1 0-30 16,4-3-33-16,7-1-47 0,-11-5-130 15,11 5-341-15,-8-14 152 0</inkml:trace>
  <inkml:trace contextRef="#ctx0" brushRef="#br0" timeOffset="-140785.5">10984 6497 113 0,'4'-4'173'0,"-4"4"-18"0,6-5-2 0,-6 5-2 15,0 0-7-15,0 0-4 0,8 12-10 0,-6 0 12 0,1 5-5 16,-2 1-10-16,-1 5-13 0,-2 3-9 15,2 0-7-15,2-1-12 0,-2 0-9 0,3 0-8 16,-6-6-2-16,6 7-6 0,-2-5-11 0,3 4-5 16,4 1-6-16,-5-8-26 0,3 7-29 0,-4-6-35 15,1 0-39-15,2-2-48 0,-4-2-40 0,-2 2-142 16,-5-1-345-16,2-4 152 0</inkml:trace>
  <inkml:trace contextRef="#ctx0" brushRef="#br0" timeOffset="-140635.41">10981 6721 67 0,'9'-8'132'0,"4"-3"-19"0,2 4-13 16,2 1-17-16,4-2-27 0,0 3-33 0,1 3-24 16,6 0-39-16,0 4-50 0,-6 0-96 0,7 2 44 15</inkml:trace>
  <inkml:trace contextRef="#ctx0" brushRef="#br0" timeOffset="-140175.4">11559 6867 154 0,'0'0'197'0,"15"-10"-5"16,-8 3-2-16,-2 2-8 0,3-3-15 0,0 0-13 16,-1-1-14-16,-1-1-10 0,3 1-8 0,2-5-15 15,-5 3-9-15,-1 0-8 0,1 0-6 0,2 1-4 16,-6-1-8-16,1-1-6 0,1 1-5 0,1 0-2 15,-2 1-4-15,-1 0-7 0,1 1-5 0,-1 3-3 16,-2 6-4-16,2-9-1 0,-2 9-7 0,5-8-9 16,-5 8-4-16,0 0 3 0,0 0-4 0,0 0-2 15,0 0-3-15,0 0-1 0,3 27-1 0,-1-19-1 16,-4 9 2-16,6-2-1 0,-4-2-4 0,4 2 4 16,0-3 0-16,1-1-1 0,-3 1-4 0,1 0 2 15,6-2 4-15,-1 0-3 0,0-2-1 0,3-1-3 0,-2-2 1 16,1-2-1-16,2 2-1 0,-2-4 0 15,2-4 0-15,0-1 2 0,-3 0-2 0,1-3 2 16,-1 2-1-16,1-4 2 0,-3-1-4 0,-1 2 1 16,-1-2 2-16,0 0 4 0,-1-2-6 0,-4 1 0 15,2 1 1-15,1-2 1 0,-3 3 5 0,2 0 0 16,-4 0 1-16,2 9 1 0,2-13-3 0,-2 13-1 0,0-9-2 16,0 9-3-16,0 0-2 0,0 0 1 15,0 0 2-15,0 0-3 0,0 0 0 0,0 0 4 16,-5 34 3-16,1-20 1 0,2-1-2 0,-1 2 1 0,1 3-1 15,-3 0-7-15,3 1-8 0,2 0-6 0,-2 1-20 16,-1-3-28-16,0 3-21 0,1-2-29 16,-1 1-33-16,0-5-36 0,1-2-37 0,0 1-113 15,-3-3-360-15,5-10 159 0</inkml:trace>
  <inkml:trace contextRef="#ctx0" brushRef="#br0" timeOffset="-140010.02">11701 6490 40 0,'0'0'78'0,"0"0"-35"16,22 21-40-16,-12-9-31 0,4 0-29 0,2 0 12 15</inkml:trace>
  <inkml:trace contextRef="#ctx0" brushRef="#br0" timeOffset="-138451.22">12619 6546 119 0,'-10'-5'240'0,"10"5"-13"0,-12 1-14 16,12-1-11-16,-19 5-8 0,10 0-11 15,-2 2-12-15,0 3-12 0,4 0-15 0,-4 4-11 16,2 2-15-16,-2 2-8 0,6 1-11 0,-5 5-12 0,7-7-6 16,1 1-6-16,4 0-9 0,0 0-11 0,7-2-18 15,0 1-22-15,0 0-26 0,3-3-26 16,3 0-29-16,9-2-21 0,-5-5-18 0,8 1-28 0,-8-4-4 16,4-3-6-16,-2 1-1 0,0-4 2 15,0-2 2-15,-1 0 9 0,2-2 16 0,-1-2 13 0,-1-1 13 16,-4-2 18-16,0-2 15 0,-3 0 12 0,1 0 23 15,-3-3 19-15,-3 0 6 0,0 0 25 16,-4-1 6-16,1 1 3 0,-3 1 16 0,-2 4 19 16,2 2 9-16,-4-2 5 0,2 4 2 0,0 7-14 0,-5-11-3 15,5 11-7-15,-9-1 8 0,9 1 6 0,-20 8-6 16,6 1-4-16,1 4-1 0,-3-2-5 0,5 4-2 16,-2 0-7-16,1-1-3 0,3 2-4 0,1-2-5 15,4-2-4-15,0 1-1 0,0-3-3 16,2 2-3-16,4-2-3 0,0 0-6 0,0-3 3 0,4 2-7 15,-2-4-4-15,3-1-9 0,-1 0-8 0,4-1-2 16,1-4-7-16,-11 1-2 0,17-6 4 0,-7 2 1 16,-4 0 1-16,3 0 1 0,0-4 0 0,-2-1-5 15,-3 0 6-15,1-1 3 0,1 1 1 0,-3 0-1 16,-1 0 8-16,0 0 4 0,1 0 2 0,-1 3 0 16,-2 6 5-16,0-9 2 0,0 9-4 0,2-7-5 15,-2 7 0-15,0 0-6 0,0 0 1 0,0 0-2 16,0 0-1-16,0 0 1 0,0 0 3 0,0 0 2 15,1 26-2-15,0-14-2 0,-1-2 5 0,1 0-1 16,3 2-1-16,0-3 0 0,-1 1 2 0,3-1 0 16,2 1 2-16,0-3 2 0,-1 0-5 0,1 0 0 15,2-4 2-15,1-1-1 0,0-2 6 0,3 0-6 16,-3-2 4-16,3-1-5 0,-4-2 2 0,2-3-6 16,2-2 3-16,-1-2 1 0,-2-3-3 0,-2-1 0 15,-4 1 0-15,1-1 0 0,0-4 2 0,0-4-3 16,-4-1 2-16,2 0-4 0,-2-2 3 0,-2 2 3 15,0-1 3-15,0 0 2 0,0 0 3 0,-2 7 5 16,2 2 3-16,0 5 6 0,-2 0 2 0,2 4 1 16,0 8-4-16,0-12-3 0,0 12-8 0,-4-9-6 15,4 9 1-15,0 0-3 0,0 0 1 0,0 0 1 16,-4 38-3-16,2-15-6 0,0 4 5 0,-2 2 1 16,0-2-4-16,2-1-1 0,1 1 5 0,1-3 1 15,5 1 1-15,-3-4-2 0,2-3 0 0,2 0-1 16,0 0-1-16,1-3 2 0,1 0 1 0,0 0 5 15,1-6-3-15,-3 0-3 0,5-1 3 0,1-4 0 16,1 0-5-16,1-1-2 0,-1-3-4 0,-2 0-4 16,3-3-2-16,3-5-6 0,-3 0 2 0,-3 0 2 15,5-7-4-15,-5 1-1 0,0-3-2 0,-3 0 3 16,0-8 3-16,-1 1-3 0,-3-1 3 0,-2-2-5 16,2 0 3-16,-8 0 0 0,4 4 0 0,-2 4 3 15,0 2 8-15,2 1 7 0,-2 4 5 0,-2 2 5 16,6 3-3-16,-2 7-1 0,2-10-4 0,-2 10-7 15,2-5 0-15,-2 5 2 0,0 0-3 0,0 0-1 16,0 25 3-16,-2-9 0 0,2 5 1 0,4-2 2 16,-4 8-2-16,2-7 2 0,-2 5 3 0,4-5-2 15,0-3 1-15,2 1 0 0,-1 0-2 0,3 1-1 0,0-3 7 16,3 0-6-16,0-4 2 0,1-2 0 16,1-2 2-16,1 2 3 0,1-4 1 0,3-1-8 15,-5-3 0-15,6-4-9 0,0-1 2 0,2-1-1 16,-3 0-3-16,-1-5-1 0,0 1 5 0,-2-3-6 0,1-2-2 15,-3 0 7-15,-2-2-5 0,1-1-1 0,-3-1 6 16,2 2 2-16,-6 0-4 0,-1 3-1 0,-2 0 3 16,0 2 1-16,-1 2 7 0,-1 0 2 15,4 2-4-15,-4 6-3 0,0 0-1 0,0 0-1 16,-7-10 0-16,7 10-2 0,0 0 2 0,-20 15 0 0,11-5 5 16,0 1-5-16,0 1 0 0,0-3-2 0,5 2 3 15,-1 2-3-15,-2 2 6 0,7-4-3 0,0 2-16 16,0-1-10-16,5-2-12 0,0 2-23 15,3-5-18-15,3 6-25 0,8-6-25 0,-1 1-15 0,8-3-21 16,1-4-5-16,2-1-11 0,-2-2 7 0,-4 1 5 16,2-6 19-16,-4 3 12 0,-2-2 14 0,1-1 21 15,-4 0 28-15,0-3 9 0,-3 1 26 0,-4-4 20 16,1 4 24-16,-4-2 16 0,1-2 23 0,-3 4 20 16,0-1 18-16,-1 4 19 0,-1-1 4 0,-2 7-6 15,-2-11-4-15,2 11-2 0,-3-9-9 0,3 9-1 16,-13-1 3-16,13 1 1 0,-16 6-1 0,9-1 1 15,-3 3-4-15,3 1-3 0,0 1-5 0,0-2-2 16,1 3-10-16,-1 0-5 0,2-1-3 16,1 1-7-16,1-1 3 0,-1 0-9 0,6-1-3 0,0 2 2 15,1-3-7-15,1 0-4 0,-1-2-4 0,1-1-3 16,2-1-10-16,1-3-6 0,5 1-4 0,-3-4-1 16,4 0-5-16,-1-1 5 0,0-2-7 15,2-5-1-15,-5 3 2 0,0-4 0 0,3-1 2 0,-3-4-2 16,-3 0-1-16,1-2 0 0,4-5 3 0,-6 4 1 15,-1-8 1-15,1 1-4 0,-1-2 2 0,-4 5 6 16,4-3 3-16,-4 10 5 0,6 0 9 0,-4 4 13 16,-2 2-1-16,0 0 5 0,2 6-10 0,-2 4 2 15,0-11-13-15,0 11-5 0,0 0-5 0,0 0 2 16,0 0 7-16,0 0 12 0,-5 40 13 0,2-22-13 16,1 1-2-16,-2 6-2 0,0-4-3 0,3 3 0 15,-1 1-2-15,0-1 0 0,2-5-7 0,4 0-1 16,-3 0-20-16,1-3-17 0,0 1-21 0,2 1-20 15,1-1-39-15,-2-6-47 0,1 2-60 0,0-2-56 16,-1-4-178-16,-1 1-485 0,-2-8 215 0</inkml:trace>
  <inkml:trace contextRef="#ctx0" brushRef="#br0" timeOffset="-137089.25">15182 6351 1 0,'0'0'189'0,"0"0"-20"0,0 0 9 0,0 0 5 0,4 21-11 15,-2-6-14-15,-4 4-6 0,4 7-6 0,0 1-12 16,-4 2-14-16,-2-2-8 0,4 1-14 0,0-1-7 16,0-1-12-16,-1 1-3 0,1-1-11 0,0 1-3 15,-1-4-6-15,1 3-2 0,-1-9-10 0,2 4-16 16,1-5-31-16,-3 2-38 0,2-5-34 0,-3 4-41 15,2-6-40-15,-1-1-174 0,-2-4-357 0,0 0 158 16</inkml:trace>
  <inkml:trace contextRef="#ctx0" brushRef="#br0" timeOffset="-136575.36">15234 6589 81 0,'23'-15'118'0,"0"1"-5"0,-6 5 6 15,0-2-5-15,-1 2-8 0,-2-1 18 0,0 0-10 16,-1 1-3-16,-5 0-7 0,3 2 0 0,-2-1-2 16,-2-1 0-16,0 0-6 0,0 3-2 0,-2-4-1 15,-1 1-3-15,-2-1 0 0,2 3-4 0,-3 2 0 16,-1 5-1-16,4-11-2 0,-4 11-12 0,3-9-6 16,-3 9-10-16,0 0-6 0,0 0-8 0,0 0-6 15,0 0 0-15,-2 25-5 0,-3-6-2 0,-1 5 0 16,-2 2-3-16,-1 1-2 0,0 0-1 0,2-1-5 15,-1 0-3-15,4-1 2 0,-2-6-3 0,5-1-2 16,-2-1-4-16,2-2-10 0,-1 2-5 0,4-5-11 16,-4 0-1-16,2-3-2 0,2-2-2 0,-2-7-3 15,0 8 4-15,0-8 4 0,1 7-1 0,-1-7 2 0,9 2 0 16,-9-2 1-16,15-4 2 0,-3 1-3 16,2 0 2-16,0 0 1 0,4-1 3 0,-2 1 3 15,3 0 1-15,2 2 3 0,-2-1 3 0,9 2 0 16,-6 0 1-16,5-2 0 0,-7 1 2 0,-1 0 0 15,4-2-1-15,-6 2 1 0,2-5 0 0,-2 3 3 16,-4-1 1-16,-1-1 6 0,0-2 4 0,-3 2 7 16,0-3 11-16,-2 1 3 0,0 1 4 0,-3-5-3 15,-2 2-3-15,2-1-4 0,-4-1 4 0,-1 0 1 16,1 2 0-16,-4 0-2 0,1 2-2 0,3 7-2 0,-5-13-5 16,3 10-4-16,2 3-4 0,-10-4-2 15,10 4-2-15,0 0-3 0,-21 7 2 0,12-1-3 0,0 4 1 16,0 5-3-16,-1-3-12 0,4 6-14 15,0-2-14-15,4 3-22 0,2-1-42 0,2 1-57 16,9-3-48-16,-2 1-212 0,2-1-447 0,4-6 198 0</inkml:trace>
  <inkml:trace contextRef="#ctx0" brushRef="#br0" timeOffset="-136312.98">16595 6464 2051 0,'7'-30'111'0,"-3"4"17"16,-2 5-28-16,-2 4-13 0,-1 1 20 0,1 4-1 16,-1 2-7-16,-1 3-8 0,2 7-13 15,-1-11-7-15,1 11-12 0,0 0-1 0,0 0-7 0,0 0 11 16,0 0 6-16,-12 33 3 0,7-5 2 0,-1 5-9 16,2-1-6-16,0-1-2 0,2 2-3 15,-1 1-5-15,2-2 2 0,2 1-20 0,-2-1-1 0,2 0 5 16,1-2-4-16,-1 1-3 0,1-5-7 15,0 3-32-15,-1-1-21 0,-1-4-32 0,3-5-24 0,-2-1-29 16,-1-2-46-16,1-1-60 0,0-2-37 0,-1-4-240 16,-1-3-543-16,1-6 240 0</inkml:trace>
  <inkml:trace contextRef="#ctx0" brushRef="#br0" timeOffset="-136045.78">16460 6685 160 0,'6'-5'159'0,"3"-1"-14"0,2 1-22 16,2-1-9-16,4-1-10 0,2 3-10 0,8-3-5 16,-1-1-10-16,-6 3-6 0,7 0-2 0,-7 1-8 15,1 0-6-15,-1-1-8 0,-1 1-5 0,-2 0 1 16,-3 3 9-16,-2-2 5 0,0 0 7 0,-5 1 1 16,3 0 5-16,-2 0 2 0,-8 2 1 0,11-2-1 15,-11 2-4-15,9-2-5 0,-9 2-7 16,0 0-5-16,8 4 3 0,-8-4 8 0,5 10-3 0,-1-4 0 15,0 4-3-15,-2 0-2 0,1 3-8 0,-2-1-3 16,2 4 0-16,-1 0-11 0,1 0-28 0,1 0-28 16,-2-2-36-16,2-2-46 0,2 1-53 0,-2 0-44 15,-1-2-174-15,-1-4-406 0,-2-7 180 0</inkml:trace>
  <inkml:trace contextRef="#ctx0" brushRef="#br0" timeOffset="-135901.93">16801 6405 38 0,'0'0'33'0,"0"0"-28"16,0 0-18-16,12 18-14 0,-7-6 7 0</inkml:trace>
  <inkml:trace contextRef="#ctx0" brushRef="#br0" timeOffset="-135654">17121 6642 157 0,'9'-8'187'0,"-3"-1"-2"0,3 1-11 15,-1-3-7-15,-2 1-15 0,-1-2-9 0,1-2-13 16,1 3-11-16,-5-1-6 0,1 0 6 0,1 1 8 16,-3 1-3-16,-2 2-11 0,1 8-4 0,-1-13-7 15,-1 7-6-15,2 6-6 0,-5-5-9 0,5 5-10 16,-11 0-6-16,11 0-6 0,-17 11-6 0,8-2-2 15,-1 3-7-15,0 3-1 0,2 1-1 0,0 0-6 16,6 3-5-16,-2-3 1 0,5 1-4 0,2-1-2 16,1 2-7-16,6-2-19 0,0-1-22 0,4-2-26 15,1-2-44-15,4-2-46 0,8 2-43 0,-6-5-52 16,4-1-163-16,4-3-429 0,-8-2 190 0</inkml:trace>
  <inkml:trace contextRef="#ctx0" brushRef="#br0" timeOffset="-135447.36">17515 6406 53 0,'4'-15'255'0,"-1"1"9"0,-2 3-2 0,2 1-4 15,-3 3-13-15,0 7-23 0,0-9-29 0,0 9-20 16,0 0-20-16,0 0-14 0,0 0-5 0,0 0-5 16,0 34-6-16,-3-15-11 0,1 9-12 0,-1 0-6 15,-1 2-15-15,2 1-5 0,-1-1-6 0,1 0-6 16,2-1-16-16,-2-3-30 0,4 3-26 0,0-5-22 15,1-3-27-15,2-4-32 0,1-1-52 0,2 0-50 16,-2-7-42-16,6 4-181 0,-6-5-450 0,7-3 200 16</inkml:trace>
  <inkml:trace contextRef="#ctx0" brushRef="#br0" timeOffset="-135056.65">17871 6610 8 0,'1'-8'236'0,"-1"-3"-3"16,0 2-10-16,-2 1-11 0,2 8-9 0,-4-10-12 15,-1 6-15-15,5 4-12 0,-13-1-11 0,13 1-7 16,-22 8-4-16,11-1-8 0,-5 5-13 0,3-1-5 16,-1 0-16-16,3 3-7 0,0-2-6 0,4 0-8 15,-2-1-6-15,4 2-8 0,5-2-10 0,-3 0-4 16,3-1-4-16,2 1-2 0,-1-2 0 0,3 0-12 16,3-2-6-16,-1-3-2 0,0 2-10 0,4-2-2 15,-2-2-9-15,1-2-4 0,3-3-4 0,0 2 0 16,-7-4-2-16,8-2 5 0,-4-3-2 0,0 1 3 15,1-6 3-15,-2-2-7 0,-2 0 1 0,2-8 1 16,-6-2-3-16,6-2 4 0,-4 0-1 0,-2 0-4 16,2-3 9-16,-2 2-6 0,-2-2-2 0,2 1 10 15,-1 5 9-15,2 2 8 0,-3 8 11 0,0 3 5 16,-1 4 7-16,2 1 2 0,-1 0-10 0,0 8-8 16,0-9-7-16,0 9-5 0,0 0 1 0,0 0-8 15,0 0 4-15,-3 32 5 0,2-7-8 0,-1 4 3 16,-4 0-3-16,4 1 2 0,1 1 2 0,-2 0 4 15,-1-2-11-15,2 1 1 0,3-3-9 0,-1 0-16 16,4-1-34-16,0-6-37 0,-1-1-45 0,1-1-59 16,4-3-65-16,-2 2-246 0,6-4-543 0,-3-3 239 15</inkml:trace>
  <inkml:trace contextRef="#ctx0" brushRef="#br0" timeOffset="-134409.13">18634 6486 2536 0,'4'-7'92'0,"-3"1"-17"0,-1 6-17 0,-4-13-18 15,0 7 0-15,4 6 7 0,-11-3 2 0,2 3 12 16,9 0 0-16,-22 6 5 0,3 4 7 0,0-1 4 16,-3 7 2-16,-2 1 2 0,2 2 0 0,5-1-13 0,-3-1-14 15,8-1-1-15,2-4-3 0,3 3-10 16,1-3-1-16,1-1-5 0,3 3 3 0,2-3-8 15,1 5-2-15,0-6-2 0,2 1-2 0,1-3-13 16,1-2-3-16,3-1-4 0,0 0-9 0,4-4 9 0,-2-1-12 16,4 0 1-16,-1-2-3 0,1-2 2 0,1-4-2 15,-4 1 0-15,3-5 2 0,0-1 2 16,-3-3 2-16,-3-3-5 0,2-7 1 0,0 1 5 16,-3-4-3-16,0-1 3 0,-1 0-2 0,-3-1-2 15,0-1 4-15,2-1-2 0,-3 2 3 0,2 3 0 0,-2 1 4 16,-2 0 15-16,1 11-15 0,-4-1 4 0,3 5 20 15,3 2 11-15,-3 2-1 0,0 0-2 0,0 8-8 16,0-10-7-16,0 10-7 0,0 0-4 16,0 0-3-16,0 0 1 0,-3 26 1 0,1-7 3 0,-5 7 2 15,0 1 3-15,0 6-12 0,6-2-1 0,-4 1 4 16,0-2 6-16,5-2-2 0,0 1 3 0,1-3-1 16,2-2-1-16,2 0-3 0,0-4 3 0,3-3 8 15,3 0-7-15,-1-6 4 0,4 2-2 16,0 1 10-16,4-6-6 0,-4 1-2 0,5-4 1 0,1 0 0 15,0-4-7-15,1-1-1 0,-1-2-5 0,2 0 2 16,-2-4-9-16,0-3-1 0,-3 0-8 0,1-2-3 16,5-5 1-16,-8 1-5 0,1-4-1 0,-3 2-4 15,-4-2 3-15,-2 2 1 0,0 0-2 0,-2 0 9 16,-4 1-5-16,-1 4 7 0,-1 0-3 0,1 2 3 16,-4 2 1-16,0 0 15 0,0 2-13 0,-2 3 7 15,6 3-9-15,-17 0 0 0,6 5 8 0,-1-1-4 16,-3 8 7-16,2-1-2 0,0 4 1 0,4-2 2 15,0 3-3-15,3-2 4 0,0 2-7 0,3-4 10 16,2 4-2-16,1-3 0 0,4-3-9 0,2 6-23 16,2-7-23-16,-1 3-23 0,6 0-30 0,-1-5-40 15,3 0-36-15,2-1-40 0,-2-2-38 0,4-2-242 16,-1-2-541-16,-5-1 239 0</inkml:trace>
  <inkml:trace contextRef="#ctx0" brushRef="#br0" timeOffset="-133983.08">19153 6454 176 0,'5'-7'223'0,"-3"1"3"0,1 2-15 16,1-1-16-16,-4 5-19 0,0 0-18 0,0 0 3 15,11 0-2-15,-11 0 1 0,9 14-8 0,-5-4-5 16,1 1 7-16,0 4-5 0,3 0-13 0,-4 1-8 16,3-1-9-16,-3-3-5 0,0 0-9 0,2 3-5 15,-2-3-6-15,1-2-12 0,1 0-2 0,-1-1-8 16,0 0-4-16,1-2-7 0,-1-3-1 0,-2 2-7 15,1-2-5-15,-4-4 10 0,6 7 8 0,-6-7 2 16,6 2 4-16,-6-2-5 0,0 0-10 0,0 0-8 16,18-10-1-16,-11 5-13 0,2-3 2 0,5-2-7 15,-3-2-9-15,4-1-8 0,-3 1-8 0,2-1-12 16,5-6-4-16,-2-2-9 0,1 1-9 0,0 2 5 16,2-1 4-16,-6 6-2 0,-1 0 3 0,0 1 6 15,-4 4-1-15,-3 1 3 0,3 1 3 0,-4 0 8 16,0 1 0-16,0 1 16 0,-5 4-7 0,8-7 3 15,-8 7-1-15,6-3-8 0,-6 3 2 0,0 0-3 16,0 0 15-16,9 9-13 0,-7-2 24 0,0 0 0 16,-4 3 18-16,3 1 1 0,-1 0-3 0,0 1 8 15,-1-2-16-15,-1 4 2 0,2-2-3 0,-1 1-3 16,1-1-1-16,-1 0-3 0,-1 0-15 0,1 0-35 16,1-4-21-16,0 2-35 0,0-1-46 0,1 1-36 15,1-2-33-15,-2 0-43 0,0-8-45 0,2 10-46 16,-2-10-218-16,2 5-591 0,-2-5 262 0</inkml:trace>
  <inkml:trace contextRef="#ctx0" brushRef="#br0" timeOffset="-133825.51">19550 6227 44 0,'-5'-10'231'0,"2"2"-17"15,0 1-22-15,3 7-22 0,-5-6-17 16,5 6-17-16,0 0-16 0,0 0-25 0,0 0-39 15,-9 15-46-15,7-4-49 0,2-11-43 0,12 18-47 16,-2-5-67-16,2-1-211 0,5-3 94 0</inkml:trace>
  <inkml:trace contextRef="#ctx0" brushRef="#br0" timeOffset="-133454.43">19902 6302 16 0,'0'0'247'0,"7"-3"-3"0,-7 3-8 0,0 0-9 16,0 0-18-16,5-6-17 0,-5 6-20 0,0 0-14 0,0 0-6 15,-16 15-1-15,5-3 5 0,-1 3-8 0,-2-1 3 16,-4 7 5-16,1 2-5 0,-1 0-9 16,4-2-6-16,0 2 0 0,5-5-8 0,3-3-24 15,1 1 0-15,2-1-2 0,3-3-10 0,0 0-12 16,4 1 4-16,2-1 1 0,5-1-10 0,4-2-9 0,9 1 1 16,-5-4-2-16,13-4-7 0,0 2-6 0,0-1-3 15,3-6-10-15,2-1 4 0,-4 1 0 16,-1-3-13-16,-1-1-1 0,-3-2 2 0,-9 3-4 15,-1-4-7-15,0-1-8 0,-4-2-2 0,4-5-11 0,-7 1-8 16,-2 1 1-16,-2 0 3 0,-2-3-4 0,-4 3 10 16,-1 0-10-16,-1 6 6 0,-1-2 11 0,-3 3 0 15,-1 3-4-15,-2-2 1 0,-3 4 4 0,-1 3-2 16,-1 3 1-16,-1 4 7 0,-4 3-4 0,2 1 1 16,3 3-7-16,0 3 2 0,0-1 1 0,6 2-3 15,-1 0-2-15,6-1-10 0,2 0-15 0,2 1-21 16,6-3-30-16,1-1-35 0,2 1-33 0,5-4-35 15,2-1-48-15,-2 1-39 0,11-2-35 16,-7-3-268-16,1-1-612 0,-3-3 271 0</inkml:trace>
  <inkml:trace contextRef="#ctx0" brushRef="#br0" timeOffset="-126915.53">20734 6387 132 0,'0'0'177'0,"0"0"-10"0,0 0-2 0,0 0-10 15,0 0-6-15,0 0-9 0,0 19-6 0,-2-10-14 16,1 1-9-16,0 2-13 0,2-3-11 15,2 2-5-15,-1 0-7 0,2 0-9 0,4-2-4 16,-1 0 0-16,2 2-3 0,5-4 8 0,2 2-7 16,0-2 1-16,0-2-1 0,3-3 2 0,-3 0-3 0,4 0 0 15,-1-4-6-15,0 0-5 0,0-2-3 16,-1 1 0-16,0-1 9 0,-7-2-4 0,2 0 0 16,1-3 1-16,-5 0 1 0,-3 0-10 0,1-3-3 15,-1 2 5-15,-2-2-3 0,-3-1 0 0,-2 1-8 16,0-3-3-16,-3 0-4 0,-4 0-4 0,2-1-1 0,-4 2-4 15,1 5-2-15,-2-2-5 0,0 2-11 16,1 3-14-16,-3 1-12 0,0 1-15 0,-3 2-18 16,-2 4-16-16,-1 1-28 0,1 2-30 0,-1 2-38 15,2 5-20-15,-1-3-37 0,1 9-146 0,3-3-406 0,3-1 181 16</inkml:trace>
  <inkml:trace contextRef="#ctx0" brushRef="#br0" timeOffset="-126485.31">21181 6637 174 0,'0'0'220'0,"13"-5"-3"0,-4 0-5 0,-3 2-5 0,-1-2-6 16,0-1-19-16,3-2-15 0,1-1-17 0,-4 0-14 16,4-4-9-16,-4 3-11 0,-1-3-7 0,-2 0-8 15,3-2-9-15,-2-2-8 0,-1 0-8 0,-2-1-7 16,-1 1-4-16,0-2-9 0,-2 2-2 0,-2 1 2 15,3-1 2-15,-3 6-7 0,1 0-5 16,-3-2-3-16,0 4 0 0,-1 0-5 0,0 1-1 16,6 3-3-16,-2-1-6 0,-1 3-3 0,5 3-2 0,-9-8-6 15,9 8 0-15,-2-5-2 0,2 5-13 0,0 0-5 16,0 0 4-16,0 0-2 0,0 0 5 0,0 0-6 16,21 3-3-16,-9-1-4 0,2-2 1 0,5 3 0 15,1-2 5-15,2-1-4 0,-3 0 5 16,0 0-6-16,1 0 8 0,-8 0-6 0,6 2 3 0,-5-4-3 15,-3 4 1-15,2-2 4 0,-6 3-5 0,1-3-4 16,-7 0 7-16,14 7-5 0,-9-4 5 0,-1 3 3 16,1 3 10-16,-1 2 5 0,-1 2 8 0,0 2 1 15,1 2-1-15,-2 1-4 0,-1 0 2 0,1 0-1 16,-4 2-1-16,2-3-2 0,3 2 0 0,0-2-13 16,-1 0-10-16,3-1-34 0,-1-1-39 0,5 0-30 15,-3-5-39-15,5 4-39 0,3-3-38 0,0-1-219 16,-3-2-481-16,2-2 212 0</inkml:trace>
  <inkml:trace contextRef="#ctx0" brushRef="#br0" timeOffset="-125563.28">4911 7800 199 0,'-4'-12'194'16,"2"4"-2"-16,-1 1-10 0,-1-1-15 0,4 8-13 0,-2-9-15 15,2 9-23-15,-3-5-8 0,3 5-7 0,0 0 2 16,0 0 9-16,15 22-10 0,-3-7-5 0,2 8-7 16,2 1 8-16,-1-1-4 0,-1 5-10 15,1-1-6-15,1 1-8 0,-4-2 5 0,3-3-18 0,-2 1-6 16,-3-7-3-16,1-2-6 0,-1 0 2 0,-1-2-3 15,0-2-7-15,-3-3 0 0,-1-2-1 0,2 0-5 16,-5-1-1-16,3-1 1 0,-5-4 13 0,5 6 14 16,-5-6 15-16,0 0 8 0,5 3-8 15,-5-3-4-15,0 0 1 0,0 0-7 0,3-28-8 0,-3 10-1 16,1 1-12-16,2-8-9 0,1-2 0 0,-2 0-5 16,1 0 0-16,1 0 0 0,-2-3-7 0,2 4-3 15,-1-4-6-15,-1 2-8 0,-3 2-3 16,2 7-5-16,0 0-12 0,1 1-18 0,-1 6-8 15,0 2-21-15,1 4-34 0,-1-1-48 0,-1 7-34 0,0 0-14 16,0 0-23-16,0 0-3 0,0 0-13 0,0 0-161 16,10 26-428-16,-9-10 190 0</inkml:trace>
  <inkml:trace contextRef="#ctx0" brushRef="#br0" timeOffset="-125260.04">5349 7928 126 0,'4'10'156'0,"0"0"-3"0,1-1 6 16,-1 2-6-16,0 0-15 0,-2-1-5 0,3 1-2 16,0-3-8-16,2 3 1 0,-1-3-5 15,2 0-4-15,1-1-5 0,2-1-10 0,0 0-4 0,3-3-4 16,1 0-1-16,3-5-4 0,1 1-4 0,-2-2-5 16,-5 0-6-16,1-2-3 0,-1 1 5 15,0-1-2-15,-3-1-1 0,0-2-3 0,-1 0-5 0,0-3-8 16,-6 0-4-16,0 0-6 0,-2 0-5 15,1 0-1-15,-5-1-9 0,-1 2 1 0,0-1-8 0,-8 1-4 16,-1-1-3-16,0 1-3 0,-4 4-1 0,-1 2-2 16,-3 1-1-16,2 4-1 0,-2-1-8 0,0 2-17 15,-5 5-8-15,3 0-20 0,4 2-16 16,-3 6-9-16,1-1-25 0,5-1-22 0,3 1-36 0,3-2-25 16,6 0-35-16,-2-1-168 0,5 2-412 0,3-4 182 15</inkml:trace>
  <inkml:trace contextRef="#ctx0" brushRef="#br0" timeOffset="-125033.49">5793 7696 199 0,'4'-10'240'16,"-4"10"-7"-16,2-11-14 0,-2 11-21 0,3-8-22 15,-3 8-23-15,0 0-12 0,6-2-11 16,-6 2 4-16,0 0-2 0,12 25-12 0,-7-9 9 15,0 3-8-15,4 7-8 0,-3 4-12 0,0-3-3 0,1 3-12 16,-2-1-6-16,-2 0-11 0,2-1-4 0,-4-2-22 16,3 1-23-16,-2-1-27 0,-4-7-31 0,3 0-37 15,0-2-48-15,1-4-43 0,-1-1-44 16,-1 0-188-16,0-1-429 0,0-11 191 0</inkml:trace>
  <inkml:trace contextRef="#ctx0" brushRef="#br0" timeOffset="-124804.55">6007 7729 185 0,'0'0'206'0,"0"-7"-18"0,0 7-13 0,0 0 6 16,0 0-5-16,0 0 1 0,0 0-14 0,6 24-12 16,-5-11-11-16,0 5-12 0,-2 1-5 0,5 4-10 15,-4-4-12-15,1 0-11 0,-1 2-5 16,1 3-12-16,2-5-5 0,-6 1-6 0,8-4-6 15,-5 1-3-15,3 1-11 0,-3-6-25 0,1-1-24 0,2 2-27 16,-2-3-37-16,0-3-34 0,1-1-32 0,0-1-21 16,-2-5-28-16,3 8-157 0,-3-8-371 0,0 0 164 15</inkml:trace>
  <inkml:trace contextRef="#ctx0" brushRef="#br0" timeOffset="-123663.81">5914 7912 8 0,'0'0'149'0,"0"0"-7"0,12-4-9 16,-4 2-15-16,3 2-4 0,2 0-8 16,4-1 1-16,3-1-5 0,-1-1-6 0,3 2-10 0,4 1-9 15,-4-3-1-15,-3 2-2 0,4-1-18 0,-4-1 0 16,-1 3-5-16,0-3 0 0,-6 3-9 0,-1-1-3 16,-1 1-3-16,-2-2-3 0,-8 2 2 15,10-1 9-15,-10 1 9 0,10 0 7 0,-10 0 0 0,0 0-6 16,0 0-1-16,9 1-2 0,-9-1-6 0,0 0-2 15,0 0 1-15,0 0 1 0,-9 15 3 0,1-5 2 16,1 0 7-16,-2 6-7 0,0-1-1 0,-1 0-4 16,4 2-5-16,-1 0-2 0,2-2-5 0,3-2-4 15,2-2-3-15,0 1-3 0,0-1 2 16,1-2-6-16,4-2 2 0,3 3-2 0,-1-4-2 0,5 0 5 16,1-1-8-16,2-3 5 0,2 1-3 0,0-5-2 15,3 1-1-15,-6-1-3 0,-1-1 2 0,-1-2-3 16,0 0 1-16,-1 0-3 0,-1-1 5 0,-1 0-5 15,-1-4-1-15,-3 2-1 0,3-2 1 16,-3-1 0-16,-1 0 0 0,-2 1-4 0,1-2-1 0,0 1 2 16,-1 0 1-16,-1 2-1 0,1 2-3 0,-2 7 2 15,1-13 1-15,0 9-3 0,-1 4-2 0,3-8-5 16,-3 8 2-16,0 0-2 0,0 0 0 0,0 0 1 16,0 0 2-16,0 0-1 0,3 29 4 0,-1-17-1 15,-1 0-1-15,2 0 1 0,1-1-2 0,1-1 5 16,0 0-4-16,0 0 4 0,6-3 0 0,-2 1-3 15,2-3 3-15,0-2 1 0,-1 0-2 0,4-1-3 16,0-1 4-16,5-4-2 0,0-1 0 0,0-2 3 16,2 1 2-16,-1-4-4 0,-1 1-1 0,-3 1 2 15,1-2-1-15,1-1 0 0,-4-3-3 0,1 3 2 16,-1-1 3-16,-1-1-3 0,-2 0 1 0,-2 3 3 16,-1 0 3-16,1 1-4 0,-3-2 1 0,-2 3-1 15,-1 1-3-15,-1 2 2 0,-2 4-2 16,6-9 2-16,-6 9-3 0,1-7 2 0,-1 7-2 15,0 0-1-15,0 0 1 0,0 0-4 0,0 0 2 0,0 0 2 16,-29 13 2-16,19-4-3 0,0 2-3 0,0-2 6 16,2 0 0-16,-1 1-2 0,3-2-1 0,1 0-1 15,0 0 4-15,2-2 1 0,1-1-2 0,2-5-1 16,-4 9-1-16,4-9 4 0,0 0-3 0,2 11-5 16,-2-11-1-16,4 4 1 0,-4-4 1 0,7 4 0 15,-7-4 1-15,0 0-1 0,11-1 2 0,-11 1-1 16,0 0 2-16,13-5 2 0,-13 5-2 0,6-5 0 15,1 1 1-15,-7 4-1 0,7-3 0 0,-7 3-2 16,8-5-1-16,-8 5 0 0,5-1-2 0,-5 1 2 16,0 0-1-16,14 0-3 0,-14 0 5 0,13 7 1 15,-7 2-3-15,2 2 1 0,0 4 5 0,1 9 7 16,-2 1 6-16,0 5 0 0,-1 1 2 0,-2 2 1 16,-3-1 3-16,0-2 2 0,2 1 2 0,0 2 0 15,-3-2 0-15,1 1-2 0,-1 12 0 0,0-12 0 16,-1 1 4-16,-3-5-3 0,-1 2 1 0,1-1-7 15,-3-2 5-15,-3-4-1 0,3-4-5 0,-1-2 0 16,-4-1 3-16,2-3-6 0,-1-1 6 0,-1-5-3 16,2 0-2-16,-7 0-1 0,5-4-2 0,0 1-2 15,-2-2-5-15,2-2-6 0,12 0-9 0,-24-7-3 16,14 1 6-16,-1-2-13 0,0-4-8 0,6-4-8 16,2-5-8-16,1-3-3 0,7-6-5 0,5-1 3 15,7-1 2-15,0 1 4 0,11-10 3 0,0 1 0 16,-8 9 1-16,2 3 3 0,1 0 4 0,9-9 0 15,-8 10 4-15,-1-1 5 0,3 3 0 0,-3-2 7 16,-1 2 2-16,-1-1 0 0,-3-1 4 0,3 1-1 16,-6 1 6-16,0 0 1 0,1 2 4 0,-5-2 6 15,-5 9 5-15,2-2 10 0,-5 0 0 0,1 2 5 16,-2 3 14-16,-1 3 11 0,-1-1 3 0,0 3-5 0,0 0-2 16,0 8-8-16,-1-11-2 0,1 11-3 0,-5-6-6 15,5 6-1-15,0 0 0 0,-19 15 1 16,9 0 1-16,1 1 1 0,0 0 3 0,0 8-9 15,2-5-1-15,4-2 2 0,3 1-6 0,1-1-3 16,5-1 1-16,3-2-5 0,3-1-11 0,2-1-14 16,2-2-19-16,12 1-31 0,4-5-36 0,2-2-39 15,4-4-51-15,-2 0-38 0,-2-2-177 0,-6 1-441 16,-1-2 196-16</inkml:trace>
  <inkml:trace contextRef="#ctx0" brushRef="#br0" timeOffset="-116386.34">8209 7686 7 0,'-15'11'194'0,"-4"7"-13"15,4-4 2-15,-3 6-3 0,1 1-15 0,-1 1-5 0,8-6 0 16,1 1-16-16,3-1-8 0,2-3-13 0,3 0-2 16,2-2-18-16,0 1-11 0,5-2-6 0,2 5-9 15,1-5-4-15,0-2-5 0,5-2-4 16,3 0-7-16,2-4 3 0,0-2-6 0,2-2 0 0,5-5-3 16,-5 1-3-16,4-5-5 0,1 2 1 0,-2-4-3 15,-6 4-3-15,-3-3-1 0,-3 1-6 0,-2-2 1 16,-5 1-1-16,0 1-8 0,-3-6 4 0,-2 2-2 15,-4-1-5-15,-6 2-3 0,-3 2-2 16,-9-7-4-16,-4 6-3 0,1-1-3 0,-3 6-3 0,-3 0-7 16,1 3-2-16,-1 2 2 0,3 4-2 0,6 1 0 15,0 3-15-15,3-1-7 0,4 0-26 0,2 2-20 16,4 0-18-16,0 1-19 0,4 0-38 0,4 2-26 16,2 0-27-16,5 0-155 0,2-4-388 15,6 2 173-15</inkml:trace>
  <inkml:trace contextRef="#ctx0" brushRef="#br0" timeOffset="-116151.94">8576 7547 101 0,'4'-5'231'0,"-4"5"-22"0,2-7-25 0,-2 7-18 15,0 0-16-15,0 0 0 0,0 0-1 0,0 0 2 16,15 22 2-16,-13-3-10 0,5 8-11 0,-2 3-14 15,0 2-7-15,-3 2-11 0,5 11-10 0,-7-10-7 16,4 0-8-16,-3 1-5 0,-1 0-10 0,3-3-10 16,-1 2-24-16,-2-3-14 0,3 0-11 0,-1-3-16 15,-2 0-25-15,1-4-35 0,1 0-33 0,-1-6-40 16,1-3-39-16,-3-3-170 0,1-2-387 0,-1-4 171 16</inkml:trace>
  <inkml:trace contextRef="#ctx0" brushRef="#br0" timeOffset="-115535.78">8631 7869 1585 0,'10'-28'-9'15,"1"0"4"-15,-5 11 5 0,2 0 5 0,0 1-13 16,0 4 5-16,1 6 5 0,-1-1-3 0,3 1 7 16,0 3 5-16,0 2 3 0,-2 2 3 0,0 1 9 15,0 5 6-15,0 1 7 0,-3 2 4 0,-2 2-4 16,-3 6-3-16,1-1-7 0,-9 7-12 0,0 0-9 15,-7-1-12-15,-1 0-16 0,-2-3 5 0,4-5-13 16,-1 0-2-16,1-5 3 0,3 0 6 0,0-4 0 16,1 0 7-16,3-3-2 0,0 1 6 0,6-4 2 15,-9 4 7-15,9-4-1 0,0 0-3 0,0 0-4 16,0 0 1-16,0 0-1 0,18-13 3 0,-5 9 5 16,5-1-6-16,0 1 5 0,2 0 11 0,2-1-10 15,6 1 6-15,0-1-3 0,-2-2 11 0,2 3-6 16,-1-4 1-16,-2 2 0 0,-3 0 2 0,-3-1 5 15,3-1 1-15,-2 1 3 0,-1 0-1 0,0-2 2 16,-2 1 8-16,-2-4 0 0,2 1 12 0,-7 5 15 16,-1-3-1-16,-6-3 3 0,1 1-9 0,-2 0 2 15,2 0 9-15,-4 2-7 0,-4-4-3 0,3 0 5 16,-4 6-7-16,2-5-5 0,-2 5-3 0,1 1-1 16,-1 2-7-16,5 4-5 0,-9-9-4 0,9 9-3 15,-10 1-1-15,10-1 1 0,-12 15-4 0,6-8 1 16,-4 11-3-16,5-4-1 0,1 5-2 0,-1-2-3 15,2 0 0-15,2 1 3 0,1 0-1 0,4-3-2 16,-2 0 1-16,3-2 0 0,2-4-5 0,-1 1-1 16,3-3-5-16,-1 1 0 0,1-6-6 0,1 1-8 15,2 0 1-15,-1-6-3 0,2 0-3 0,0 1 4 16,-1-3-3-16,2-2 5 0,-2 1 0 0,1-4 2 16,0-2-1-16,-6 3 4 0,1 0-3 0,1-5 11 15,0 1-3-15,-2 3-4 0,1 2 0 0,-2 0 2 16,2 0 3-16,-4 3-3 0,1 2 0 0,-5 3 0 15,9-4 0-15,-9 4-2 0,9 3 3 0,-9-3-2 16,14 7 4-16,-6-1 1 0,-2 4 2 0,-1 0 1 16,0 0-11-16,0 2-24 0,-1 1-15 0,1-2-44 0,3 4-21 15,-3-5-32-15,0 0-25 0,3-1-130 16,-3 0-327-16,0-4 146 0</inkml:trace>
  <inkml:trace contextRef="#ctx0" brushRef="#br0" timeOffset="-115169.59">9569 7692 42 0,'-5'-9'197'0,"-4"3"-10"15,1 1-10-15,2 0-14 0,0 3-12 0,6 2-4 16,-18 7-12-16,5 3-9 0,0 3-3 0,2-1-6 16,-2 5-13-16,4-3-11 0,3 4-8 0,-1-1-7 0,2-3-8 15,0 1-7-15,4-3-5 0,1-1-7 16,1 0-3-16,2-1-3 0,3-2-7 0,-1 1-3 15,1-1-3-15,0-5-5 0,1 1-6 0,5-3-10 16,-2-1-3-16,0-2-2 0,2-1-3 0,-1 0-3 0,1-4 0 16,-3 0 3-16,0 2-5 0,-2-5 1 0,1 0 0 15,-4 0 4-15,0-1 0 0,-2 0-1 16,1 1-1-16,-2-1 3 0,2 1 4 0,-3 2 8 0,0 8 2 16,2-10-3-16,-2 10-3 0,1-7 0 15,-1 7-3-15,0 0 2 0,0 0-2 0,0 0-1 0,0 0 8 16,8 19 1-16,-7-8 0 0,0-1 0 0,2 5-4 15,-3-2 2-15,3 3-3 0,-2 1 1 0,2-2-1 16,-1-2-17-16,1 0-9 0,1-2-27 0,-1 4-33 16,4-5-43-16,-2-1-37 0,2-1-27 15,0-1-30-15,-2-3-107 0,3-3-344 0,-2 0 152 0</inkml:trace>
  <inkml:trace contextRef="#ctx0" brushRef="#br0" timeOffset="-114951.48">9821 7568 111 0,'0'-7'223'16,"0"7"-18"-16,1-11-24 0,-1 11-7 0,0 0 15 15,0 0-3-15,0 0-3 0,11 18-5 0,-8-5-4 16,2 6-10-16,-1 6-9 0,-1 0-16 16,-1 2-10-16,0-1-11 0,0-1-12 0,1 1-9 0,-1 2-5 15,-2-4-10-15,0 2-9 0,0-6-15 0,2-3-30 16,-2 1-18-16,0 0-22 0,0-4-26 0,-2 3-29 15,2-6-39-15,2-2-40 0,-2-2-33 0,0-7-25 16,0 8-181-16,0-8-415 0,0 0 184 0</inkml:trace>
  <inkml:trace contextRef="#ctx0" brushRef="#br0" timeOffset="-114721.14">9716 7780 53 0,'6'-7'127'0,"1"3"-10"0,2 0-7 15,4 0-13-15,-2 0-2 0,7 0 0 0,-1 1-7 16,2-1-11-16,-2 3 0 0,0-3-6 0,-2 3-1 16,2 1 2-16,-3 0 0 0,-1 1-3 0,-1 2 3 15,0-1 5-15,0 2 18 0,-2 2 1 0,-3 1 0 16,1 1 8-16,0 1-5 0,-1 1 2 0,0 2-7 16,-2-1-11-16,0 4-7 0,-2-2-7 0,1 2-7 15,-2 3-21-15,1-6-24 0,0 4-23 0,-2-4-31 16,-1 3-41-16,2-3-60 0,2-2-54 0,-5 0-146 15,1-10-364-15,4 12 162 0</inkml:trace>
  <inkml:trace contextRef="#ctx0" brushRef="#br0" timeOffset="-114350.02">10248 7822 181 0,'0'0'177'15,"1"-16"-6"-15,0 7-12 0,1-1-3 0,0-2-17 16,2 1-7-16,-1 1-11 0,2 0-3 0,1 1-7 16,-1 3-11-16,3 1-12 0,-3 0-7 0,1 4-8 15,3-1-10-15,-9 2-6 0,17 6-3 0,-4 0-3 16,-4 4-4-16,2 3 0 0,1-1-6 16,-3 3-1-16,-2 0-6 0,1 2-3 0,0-2-1 0,-3 3 0 15,0-1-31-15,0-1-25 0,-1-5-38 0,0 1-29 16,2 0-31-16,-1-4-45 0,0 1-141 0,0-4-334 15,2-2 148-15</inkml:trace>
  <inkml:trace contextRef="#ctx0" brushRef="#br0" timeOffset="-113851.18">10757 7642 230 0,'-11'0'222'0,"11"0"-2"0,-28 7-7 0,10 0-9 15,2 1-8-15,-1 5-19 0,3-2-16 0,-1 1-16 16,4-1-13-16,4 0-13 0,-1-4-9 0,4 5-12 16,0-2-9-16,6-1-8 0,-2-1-10 0,1 2-8 15,4-5-1-15,4 0-6 0,1 0-5 0,2-1-9 16,-1-2-7-16,2-2-8 0,6-2-3 0,-1-2-2 16,-3-1 0-16,2-1-1 0,-7 1-5 0,2-2 2 15,-2-2-4-15,-1 4-2 0,-3-2-1 0,2-2 1 16,-2 1 1-16,-2 3-2 0,0 0 3 0,0-2-7 15,-2 2-4-15,-2 5-2 0,4-5-2 0,-4 5-4 16,0 0 0-16,0 0 1 0,0 0-1 0,4 22 1 16,-4-4 8-16,0 10 3 0,0 5 5 0,-1 15 2 15,3 3 3-15,5-1 1 0,-4 3 6 0,3-1 1 16,0-3 9-16,3 0 5 0,4 0 9 0,-7-2-3 16,-3-11 6-16,5 12 5 0,-3-1 2 0,-2-16 0 15,0 4-9-15,-1-5 2 0,-2 1-8 0,-3-4-3 16,-2-1-1-16,-3-8-8 0,1-1 7 0,-2-4-3 15,-1-4-6-15,-4-2-1 0,-4-1 0 0,-1-4-1 16,-1-6 6-16,-2-1-14 0,-6-9-7 0,5 0 4 16,-3-8-5-16,-1-1-6 0,6-1-7 0,0-6 1 15,-2-10-9-15,3-2-13 0,10 10-13 0,2-4-10 16,2-9-5-16,4 10-9 0,9-1-3 0,2 2-1 16,2 1-1-16,6 1-3 0,3 2-1 0,1 4-8 15,4 0-14-15,-1 5-22 0,5 1-27 0,-1 3-32 16,6 2-33-16,1 5-38 0,3 0-165 0,1-1-442 15,-1 2 196-15</inkml:trace>
  <inkml:trace contextRef="#ctx0" brushRef="#br0" timeOffset="-113242.5">11723 7774 242 0,'-8'-13'247'0,"0"8"-8"0,-1 0-11 0,0 3-10 15,-3 0-4-15,-5 4-12 0,1 0-11 0,-4 5-16 16,2 3-8-16,2 1-13 0,-1 0-13 0,-5 5-11 0,10 1-7 16,-2-3-17-16,3 1-9 0,2 0-11 15,4-3-3-15,0 2-8 0,4-1-7 0,0-2-10 16,2-1-1-16,2 0-3 0,2 0-8 0,1-3-4 16,2 0-2-16,2-1-4 0,3-5 1 0,4 1-8 0,3-4-4 15,1-1 0-15,-3-2-3 0,8-5-9 0,-9 2-1 16,0-3-3-16,0-1-1 0,-3 1 0 15,3-7-2-15,-6 1 4 0,-4-1-5 0,2 0-1 16,-5-7-1-16,3 0 1 0,-3-1-4 0,-3-2 0 16,7-2 3-16,-8-1 0 0,-3 1 1 0,2 2-3 0,0 4 0 15,-1 4 4-15,2 1 3 0,-1 3 1 0,0 3 5 16,1 4 4-16,0 2 1 0,0 7-4 16,0-11-6-16,0 11-2 0,0 0 5 0,0 0-13 15,0 0 4-15,0 0-3 0,-4 40 3 0,-1-14 0 16,5 6-1-16,-4 0-4 0,4-1 5 0,0-1-4 0,2-1 2 15,1-2-1-15,1-1 3 0,2-1 2 0,1-8 5 16,3 0-2-16,0 1 1 0,3-3 0 0,2-1 5 16,2-2 0-16,1-1 3 0,1-3-6 15,0-2 2-15,8 0 0 0,1-5-5 0,-6-1 7 0,7-1-2 16,-7-2-6-16,-3-3-6 0,1-2 8 0,-3 0-12 16,2-1 3-16,-6-1 0 0,1-6-5 15,-1 2-3-15,-4-2-4 0,-2 0 3 0,-3 4 3 16,3-7-5-16,-7 4 8 0,0 3-6 0,0 0 0 15,-2 2-2-15,-3 3 2 0,1 1 5 0,2-1-7 0,2 7 6 16,-10-6-7-16,10 6 7 0,-12 2 1 0,3 6 12 16,1 1 7-16,-3 2-10 0,1 3 1 0,2 0 0 15,-1 1-6-15,5-3 8 0,1 3-4 16,0-2 2-16,4 0-28 0,2-2-17 0,1-1-25 0,1 1-20 16,6 0-26-16,0-1-38 0,0-4-47 0,7 0-30 15,0-3-48-15,0 0-198 0,1-3-508 0,0-3 225 16</inkml:trace>
  <inkml:trace contextRef="#ctx0" brushRef="#br0" timeOffset="-112853.25">12358 7725 188 0,'0'0'185'0,"0"0"2"0,5-6 4 16,-5 6-3-16,0 0 0 0,0 0-2 0,13 21-7 15,-8-11-7-15,1 1-6 0,-1 5-9 0,4 0-8 16,-2 1-3-16,-1-2-6 0,3 1 5 0,3 0-4 15,-5 0-6-15,1-2-3 0,4 1-21 0,-4-3-9 16,1 1-2-16,1-2-8 0,-3-3-1 0,1-2-16 16,-1 2-7-16,2-4-2 0,-2-1 2 0,-1 0 2 15,-6-3 5-15,0 0-12 0,16-3 2 0,-9 0-8 16,-7 3-8-16,11-14-21 0,-7 5-1 0,-1-1 10 16,6-4-6-16,-6 2-16 0,5-3-9 0,-3-2-8 15,3-1-1-15,-3 0-8 0,4-1-9 0,-2 3-2 16,1-3-4-16,4 3 8 0,-3 0-4 0,0 7 0 15,0 2-1-15,-2-3 3 0,1 3-1 0,-3 2 2 16,1 1 11-16,0 1-11 0,-6 3 3 0,11 0 0 16,-11 0 1-16,9 9 3 0,0-2 0 0,-5-1 0 15,1 4 2-15,-3-1 7 0,2 2 7 0,-4 1-2 16,2 1 1-16,-1 3-1 0,0-4 5 0,2 0-5 16,-6 1 0-16,3-3 1 0,-1 2-14 0,0-1-29 15,1-1-32-15,0-2-33 0,0 1-44 0,-2 0-62 16,2-9-68-16,0 12-235 0,0-12-555 0,0 0 246 15</inkml:trace>
  <inkml:trace contextRef="#ctx0" brushRef="#br0" timeOffset="-112685.93">12711 7513 135 0,'0'0'208'15,"-10"-3"-29"-15,10 3-23 0,0 0-26 0,-12 10-35 16,9-3-44-16,1 1-41 0,2-8-31 0,2 16-35 16,1-6-93-16,5-1-159 0,4-1 71 0</inkml:trace>
  <inkml:trace contextRef="#ctx0" brushRef="#br0" timeOffset="-112304.4">12958 7597 155 0,'0'0'216'16,"7"-5"-2"-16,-7 5 0 0,0 0-13 0,0 0-10 15,4-2-20-15,-4 2-11 0,0 0-8 0,0 0 2 16,0 0 0-16,-15 28-4 0,3-13-2 0,3 2-7 16,-7 6-9-16,-1 1-10 0,0-2 0 0,7 0-8 15,-1 1-5-15,1-6-12 0,3 1-8 0,5-1-4 16,-2-1-9-16,4-2-5 0,2-3-10 0,0 1-1 16,5-2 1-16,-1 1-9 0,8-4-1 0,2 1-4 15,4-4-2-15,1 1-9 0,0-5 1 0,7-1-2 16,3-1 10-16,0-3-14 0,-4 1-6 0,-1-3-3 15,0-2-4-15,-5 3-3 0,-4-3 4 0,2-1 2 16,0-1-4-16,-4-1 0 0,-3-1-7 0,0-1-9 0,-3 0-1 16,0-1-9-16,-3 0-8 0,-6-1 7 15,3 3 3-15,-6 2-4 0,1 2-3 0,-2-2 3 16,-3 4 0-16,1 3 0 0,-6-2-5 0,1 6 12 16,-7 5-5-16,2 1 7 0,-2 0-2 0,1 6 5 0,-2 0-3 15,6 2 5-15,-3 0 2 0,5 1-7 0,3-1 2 16,2 1 5-16,6-2 1 0,0-2-2 0,6 2-16 15,2 1-21-15,5-4-17 0,5-1-32 16,3-3-28-16,-1 1-30 0,7 0-25 0,4-3-50 0,1-2-42 16,-1 1-35-16,-4-2-157 0,-4-4-487 0,-4 2 216 15</inkml:trace>
  <inkml:trace contextRef="#ctx0" brushRef="#br0" timeOffset="-112176.68">13495 7854 27 0,'6'-3'287'15,"-6"3"-3"-15,8-5-7 0,-8 5-4 0,8 0-6 0,-8 0 5 16,0 0-2-16,7-1-10 0,-7 1-11 0,0 0-26 15,0 0-25-15,0 0-20 0,0 0-21 0,6-5-33 16,-6 5-24-16,0 0-47 0,0 0-52 16,0 0-57-16,0 0-72 0,0 0-88 0,0 0-301 15,0 0-560-15,0 0 248 0</inkml:trace>
  <inkml:trace contextRef="#ctx0" brushRef="#br0" timeOffset="-109731.58">13754 7628 47 0,'0'-6'235'15,"0"6"-16"-15,2-10-21 0,-2 10-17 0,0 0-17 16,-2-12-19-16,2 12-9 0,0 0 0 0,0 0 3 0,0 0-5 16,0 0-10-16,4 33-12 0,-2-17-7 0,-2 3-7 15,2 0-6-15,0 0-12 0,1 0-8 0,-1 0-7 16,0 0-2-16,-2 0-9 0,4-1-4 0,-4 0-7 16,4-3-3-16,-3 3-34 0,4-2-25 0,-5 0-28 15,4-4-32-15,-4 1-31 0,2-2-37 0,0-2-34 16,-1 1-179-16,-2-3-389 0,1-7 173 0</inkml:trace>
  <inkml:trace contextRef="#ctx0" brushRef="#br0" timeOffset="-109589.18">13758 7437 47 0,'0'0'55'0,"0"0"-18"0,0 0-22 15,0 0-41-15,9 20-28 0,-5-5 12 0</inkml:trace>
  <inkml:trace contextRef="#ctx0" brushRef="#br0" timeOffset="-109381.99">13942 7765 88 0,'0'-7'195'0,"0"-4"-1"0,0 2-6 0,0-1-13 15,4-2-10-15,-1 1-14 0,1-1-9 0,2 3-17 16,-1-1-10-16,5 1-12 0,-2 3-11 0,3 2-7 16,1-1-14-16,1 2-4 0,1 5-10 0,-1 2-5 15,0-2-5-15,3 6-7 0,-3 2-8 0,3 4-16 16,-3 2-18-16,-3-1-42 0,1 4-13 0,0-3-32 16,-1 4-25-16,-2-3-36 0,1-1-141 0,-3 0-315 15,6-3 139-15</inkml:trace>
  <inkml:trace contextRef="#ctx0" brushRef="#br0" timeOffset="-108650.72">14727 7572 24 0,'-10'-9'195'15,"5"7"-15"-15,5 2 4 0,-13 0-6 0,3 3-1 16,0 5-14-16,-2 3-14 0,-1 2-6 0,1 4-7 15,4 1-13-15,-3-2-7 0,2 9-15 0,3-9-11 16,4 3-5-16,2-1-11 0,0-2-6 0,3 1-8 16,6 0 0-16,-2-2-13 0,4-2-24 0,2-2-20 15,0 0-23-15,3-1-28 0,0-4-20 0,4-1-12 16,-4-1-20-16,6-4-4 0,-1-3-3 0,1 1-4 16,-1-3 3-16,-3-3 9 0,-1 1 11 0,-1-2 10 0,-5-1 15 15,0 0 20-15,-2 0 13 0,-2-1 16 0,-1-1 1 16,-3 0 19-16,2-2 7 0,-4 2 18 0,-1-1 4 15,-1 2 15-15,1 3 3 0,0-1 8 16,0 9 1-16,-2-14-8 0,2 14-10 0,-1-6-1 0,1 6-7 16,0 0 5-16,0 0-2 0,0 0 5 0,0 0 1 15,-6 28-1-15,4-14 1 0,1 2-6 16,1 0 0-16,1-5-8 0,1 5-6 0,2 0 2 0,-1 0 1 16,4-2-7-16,-3-3 4 0,5-1-4 15,-3 0-1-15,0-1-1 0,4-3 4 0,-1 0-4 0,2-2-4 16,-1 0 0-16,0-2 3 0,0-4-4 0,2 2 1 15,-4-4-4-15,4 0 0 0,-2-3 1 0,-3 1-1 16,2-2-2-16,-3-2-3 0,2 1-8 16,-3-3 3-16,-2 0-4 0,-2-1 5 0,-1-2-3 0,1-3-4 15,-2 2-5-15,0-2 4 0,-1 6 0 0,1 1 4 16,1 1-4-16,0 2 3 0,0 8-3 0,1-11-7 16,-1 11 4-16,3-4 1 0,-3 4 7 15,0 0-1-15,0 0 2 0,18 19-3 0,-13-9 4 0,-1-1 0 16,2 6 6-16,-1 0-2 0,3 0 4 0,-2 0 0 15,-2-3 4-15,0-1 2 0,0 0 4 0,0-1-2 16,-1-1 4-16,3 0 5 0,-4-1 0 0,1-4 2 16,-2 1 2-16,-1-5 11 0,6 6 9 0,-6-6 6 15,0 0-2-15,4 4-4 0,-4-4-1 0,0 0-4 16,0 0-8-16,9-18-4 0,-6 11-2 0,2-4-5 16,6-1 6-16,-2-2-10 0,5-1-9 0,-2-1-2 15,1 1 1-15,8 0-2 0,-5 4-7 0,-2 1 4 16,2 3-4-16,-1-2-4 0,-2 5 3 0,-1 2-1 15,1 2-3-15,1 2 2 0,-4 2-1 0,3-2 1 16,-3 6-3-16,0-2 3 0,2 4-4 0,-3 3 3 16,-3-4-1-16,-1 4 4 0,-2-3-23 0,3 3-18 15,-2-1-27-15,-3 1-25 0,0-1-41 0,1-4-54 16,-2 4-46-16,-2-2-165 0,0-4-429 0,2-6 190 16</inkml:trace>
  <inkml:trace contextRef="#ctx0" brushRef="#br0" timeOffset="-108429.23">15541 7581 33 0,'-5'-17'238'15,"5"6"-5"-15,-3 0-1 0,1 2-8 0,2 3-20 16,0 6-23-16,-1-9-19 0,1 9-17 0,0 0-15 0,0 0-7 16,0 0-7-16,1 30 5 0,-1-11-5 15,0 9-9-15,0 1-1 0,1-2-10 0,-3 5-7 16,2-6-9-16,-2 3-8 0,1 0-8 0,0-1-2 15,1-2-9-15,0-1-20 0,-3 0-32 0,3-9-19 16,-1 3-26-16,2-1-37 0,-2-1-31 0,1-6-42 0,1 1-34 16,-1-3-26-16,-1-1-155 0,0-2-399 0,1-6 177 15</inkml:trace>
  <inkml:trace contextRef="#ctx0" brushRef="#br0" timeOffset="-107539.78">15536 7777 118 0,'10'-8'181'0,"-2"0"-7"0,1 3-10 16,2 0-1-16,-3 4-7 0,1 1-3 0,2 1 2 0,0 6-6 16,-1 0-9-16,0 1-7 0,-1 1-8 0,-1 1-6 15,-2 1-5-15,2 4 0 0,-2-1-10 16,-2-1-8-16,0 0-9 0,0 3-9 0,-3-4-8 0,0-3-3 16,1 1-7-16,-2-1-6 0,0-2-7 0,1 0-3 15,-1-7-1-15,1 8 0 0,-1-8-3 0,0 0 8 16,0 0-8-16,0 0 19 0,0 0-4 0,0 0-8 15,0 0-4-15,0 0-8 0,0 0-10 0,9-25-11 16,-4 13-12-16,3 0-2 0,-1-1-3 0,6-3-2 16,-1 0-4-16,2 1-2 0,-1 1 2 0,7-2-3 15,-9 3 2-15,2 4 0 0,-3 1 3 0,1-1-2 16,-4 2 4-16,2 2-4 0,-2 0 7 0,-2 1-8 16,0-1-2-16,-5 5 3 0,8-3 3 0,-8 3-1 15,0 0-1-15,0 0 1 0,11 2 0 0,-11-2 5 16,0 0 5-16,3 10 5 0,-3-10 3 0,1 10 2 15,1-4-3-15,-2-6 6 0,0 12 3 0,0-6 2 16,2 1 7-16,-2-7-2 0,4 17-1 0,-4-11-5 16,1 0 2-16,2 1 1 0,-2-1-5 0,4 1 5 15,-3-3-3-15,3 2-8 0,1-1 2 0,-1 0-3 16,0-1 0-16,1 1 1 0,6 0 12 0,-3 1-14 16,0-3 4-16,-1-3-7 0,-1 2 0 0,1 0 4 15,-8-2 0-15,14 1-2 0,-14-1 2 0,10-1-3 16,-10 1 1-16,11-4-4 0,-7-1 7 0,-4 5-7 15,7-9-1-15,-7 9-2 0,1-14 2 0,0 6 0 16,-1 2 2-16,0 6 14 0,1-13-5 0,1 7 4 16,-2 6 17-16,-2-10-19 0,2 10 6 0,0 0-2 15,0-13-3-15,0 13-6 0,0 0-1 0,-1-8-3 16,1 8 15-16,0 0-17 0,0 0 0 0,0 0-7 16,0 0 4-16,0-9-3 0,0 9-3 0,0 0 1 15,0 0 1-15,0 0 6 0,0 0-3 0,0 0-6 16,0 0 5-16,0 0-2 0,0 0 1 0,0 0 3 15,0 0-5-15,0 0 4 0,0 0-3 0,0 0 4 16,0 0-2-16,0 0 3 0,0 0 8 0,0 0-9 16,0 0 7-16,0 0-5 0,0 0 3 0,0 0 3 15,0 0 3-15,0 0 1 0,0 0 9 0,0 0-7 0,0 0-1 16,0 0 0-16,0 0 14 0,0 0-15 0,0 0-4 16,0 0 3-16,0 0-3 0,0 0-3 15,0 0 1-15,0 0-4 0,0 0 5 0,0 0-2 16,0 0 9-16,0 0-12 0,0 0 1 0,0 0 1 15,0 0-1-15,0 0-1 0,0 0-6 0,0 0 0 0,-5-9 4 16,5 9-3-16,0 0 0 0,-5-4-2 0,5 4 7 16,0 0-5-16,-6-6 0 0,6 6 3 15,-6-4-3-15,6 4 7 0,-7-4-11 0,7 4 7 16,0 0-6-16,-8-8 4 0,3 5-7 0,-1-1 6 0,6 4-4 16,-8-3 4-16,8 3-2 0,-7-4-2 0,7 4-2 15,-8-5 1-15,8 5 3 0,-7-1-2 16,7 1 5-16,0 0-8 0,-11-3 1 0,11 3-4 15,0 0-4-15,-13 3-1 0,13-3-6 0,-8 1-5 0,8-1-7 16,-7 5-13-16,7-5-11 0,-8 1-22 0,8-1-24 16,-8 4-25-16,8-4-33 0,0 0-29 0,-2 9-42 15,2-9-39-15,0 0-207 0,0 0-516 0,0 0 229 16</inkml:trace>
  <inkml:trace contextRef="#ctx0" brushRef="#br0" timeOffset="-107279.32">16110 7703 19 0,'0'-10'206'15,"0"10"4"-15,0 0-6 0,0 0-8 0,0-9-7 16,0 9-12-16,0 0-18 0,0 0-15 0,0 0-15 16,0 0-13-16,0 0-7 0,0 0-1 15,0 0 5-15,0 0 3 0,-8 26 3 0,7-14-12 0,-1-2-4 16,2 7-4-16,0-2-2 0,0-1-3 0,0 4-8 15,2-3-10-15,0-1 2 0,0 1-16 0,1-3 0 16,0 1-13-16,1-1 0 0,0 1-9 0,2-4-3 16,0 0-19-16,1 0-23 0,-2 1-28 0,4-4-28 15,0 2-47-15,0-1-61 0,0-3-50 0,1 0-57 16,-2 0-141-16,2-1-452 0,3-2 200 0</inkml:trace>
  <inkml:trace contextRef="#ctx0" brushRef="#br0" timeOffset="-106885.18">16347 7857 125 0,'-1'-10'251'0,"1"10"-14"0,0 0-17 16,7-9-9-16,-4 4-9 0,3-3-11 0,-1 4-10 15,2-5-12-15,1 0-9 0,1-1-1 0,-1 1-4 16,3-2-8-16,-1-3-5 0,-1 0-15 0,-1-2-8 15,0-1-12-15,-1 2-6 0,1-9-8 0,-3 7-2 16,-1 1-2-16,0 1 1 0,-2 3 2 0,0 0-15 16,-2 2 8-16,0 0-1 0,0 3-6 0,0 7-12 15,-4-14-4-15,4 14-15 0,-2-7-2 0,2 7-5 16,0 0-5-16,-12 0-5 0,12 0-5 0,-9 12-2 16,2-1-2-16,1 3-11 0,1-1-7 0,0 0-15 15,1 2 4-15,4-6-5 0,-1 5 0 0,2 1-8 16,3-2-4-16,-2-3 2 0,7 7-5 0,-4-7 0 15,4 4 0-15,1-1 2 0,-3-2 7 0,3 1-2 16,-2-2-1-16,2-2 2 0,-5 4 2 0,3-3-1 0,-4-3-1 16,1 4 4-16,2-2-7 0,-5-2-9 15,0 2-7-15,-2 0-16 0,0-8-19 0,-2 11-27 16,-5-2-24-16,2-4-41 0,0 0-27 0,-1-2-28 16,2 2-35-16,4-5-166 0,-12 4-455 0,12-4 202 15</inkml:trace>
  <inkml:trace contextRef="#ctx0" brushRef="#br0" timeOffset="-106665.32">16678 7535 51 0,'4'-10'284'0,"-3"3"-18"0,2 2-24 16,-3 5-20-16,4-8-27 0,-4 8-16 0,0 0-1 15,0 0 6-15,8 14 1 0,-6-2 0 16,0 4 0-16,-1 2-17 0,4 7-12 0,-1 0-11 0,-3-5-11 15,0-2-5-15,-1 2-22 0,3-1-9 0,-3 0-8 16,-2-1-12-16,1-1-30 0,1 0-38 0,-1-1-30 16,0-5-35-16,-1 2-44 0,1-3-59 0,0 0-55 15,-3-1-63-15,0-1-174 0,2-3-487 16,-3 0 215-16</inkml:trace>
  <inkml:trace contextRef="#ctx0" brushRef="#br0" timeOffset="-106525.38">16676 7712 193 0,'0'0'191'0,"7"-6"-22"16,-3 3-21-16,-4 3-12 0,11-6-16 0,0 4-22 15,1-3-35-15,-1 3-46 0,8-2-43 0,2 3-49 16,-3-4-98-16,2 4-186 0,8-4 82 16</inkml:trace>
  <inkml:trace contextRef="#ctx0" brushRef="#br0" timeOffset="-106317.64">17123 7460 112 0,'1'-6'245'0,"-1"6"-24"0,4-7-24 0,-4 7-10 0,0 0 6 15,0 0 1-15,4 18 5 0,-2-9-4 0,-1 8-1 16,0 2-4-16,-1 6-2 0,0-3-17 0,-1 4-12 16,0 0-14-16,-1-7-9 0,1-2-20 15,1 2-10-15,0 1-9 0,-1 1-9 0,1-4-21 16,-2-1-34-16,2 3-31 0,0-3-22 0,2-1-25 0,-2-1-28 15,-3-4-40-15,2 1-42 0,-1-2-29 0,0-3-20 16,2-6-19-16,-4 9-15 0,1-4-126 0,3-5-393 16,-10 2 173-16</inkml:trace>
  <inkml:trace contextRef="#ctx0" brushRef="#br0" timeOffset="-106076.82">17099 7765 76 0,'5'-11'92'0,"1"6"7"0,-1-3 2 0,2 4 10 15,-2-1 1-15,2 2 10 0,-7 3 3 0,15 0 8 16,-15 0 9-16,16 3-5 0,-4 3-7 0,-3-3-4 15,0 0-10-15,2 2-7 0,1-1-10 0,-2 0-1 16,1-2 1-16,4 2-3 0,-3-2 1 0,-1 0 0 16,1-2-2-16,4-2 0 0,-3 0 1 0,-1-1 1 15,-2 0 0-15,2-1 0 0,-2 1 1 0,-2-2 0 16,1-2 9-16,-2 0-10 0,-2 1-6 0,1-1 1 16,-2-2-10-16,-2 1 10 0,-2-3-18 0,0 5 4 15,0 6-19-15,-2-17-8 0,-2 10-8 0,-3 1-6 16,-2-1-32-16,0 0-25 0,0 5-23 0,-3 2-26 15,0 0-32-15,-1 4-38 0,-4 1-51 0,-1 2-63 16,4-1-278-16,-3 4-574 0,8-2 253 0</inkml:trace>
  <inkml:trace contextRef="#ctx0" brushRef="#br0" timeOffset="-105823.01">17705 7535 112 0,'4'-8'324'0,"-1"3"-19"0,-3 5-19 0,3-8-24 15,-3 8-27-15,4-5-19 0,-4 5-19 0,0 0 10 16,0 0-12-16,6 18 0 0,-8-7-14 0,-2 8-10 16,1-2-31-16,-1 2-1 0,-2 6-16 0,2-7-7 15,-1 2-9-15,0-1-13 0,-1-1-4 0,0 1-37 0,4 6-26 16,-1-8-36-16,2 0-32 0,0-1-29 15,-1-3-31-15,1-2-38 0,2 0-42 0,-1-5-58 16,0-6-41-16,0 15-173 0,0-15-490 0,0 7 216 16</inkml:trace>
  <inkml:trace contextRef="#ctx0" brushRef="#br0" timeOffset="-105447.09">17729 7536 146 0,'10'-18'227'16,"2"3"1"-16,0 1-6 0,1 1 0 0,1 2-9 0,-2 6-15 15,-2-1-18-15,3 4-4 0,-2 2-7 0,3 2-12 16,-2 1-15-16,1 4-6 0,-1-1-17 0,-1 2-5 16,1 3-15-16,-1 3-1 0,-2-1-9 0,-3-4-10 15,0 2-8-15,-1 4-5 0,-2-3-3 0,-3 1-5 16,0-2-5-16,-1-1-7 0,-3 3-13 0,1-5-10 16,-4 5-7-16,0-6-12 0,1 2-8 0,-1 0-18 15,0-1-17-15,-1-2-12 0,4 1-14 0,1-3-11 16,3-4-12-16,-8 9-6 0,7-6 2 0,1-3-7 15,0 0 10-15,3 12 6 0,-3-12 8 0,12 5 8 16,-6-2 8-16,6 2 2 0,-3-1 7 0,0 2 5 16,2-2 5-16,-3 4 19 0,1-2 11 0,-4-1 11 15,4 2 18-15,-4-1 15 0,-1-1 8 0,0 0 9 16,0 1 5-16,-3 0 5 0,-1-6-4 0,2 11 7 16,-2-5 4-16,0-6 7 0,-5 11-2 0,0-4 2 15,-1-3-9-15,-2 4-6 0,-2-1-5 0,1-1-4 16,-1-1-5-16,-3-1-5 0,3-1-10 0,-3-1-28 15,1 1-33-15,1-2-42 0,-2-1-52 0,5-3-71 16,8 3-81-16,-12-5-150 0,12 5-461 0,-10-11 205 16</inkml:trace>
  <inkml:trace contextRef="#ctx0" brushRef="#br0" timeOffset="-105070.29">18138 7538 2700 0,'15'-7'-15'0,"-5"-2"7"0,1 2 14 0,-1-2-15 15,3 2 5-15,2-2 3 0,0 4-3 0,2-3 5 16,1 1 7-16,1 0 1 0,-1-2-1 0,2 3 4 16,-2 0-4-16,4 1-2 0,-2 0 0 0,0 1 1 15,-2 0-3-15,-4 2-1 0,-3-1-1 0,-3-1 4 16,-3 3-3-16,1 0 5 0,-6 1-2 0,9-4-3 0,-9 4 4 16,0 0 0-16,3-7 4 0,-3 7 3 15,0 0 8-15,0 0 7 0,0 0 2 0,0 0-3 16,0 0-3-16,0 0-6 0,0 0-4 0,0 0 7 15,0 0 19-15,0 0 9 0,-13 33-1 0,11-16 9 0,0-1 4 16,4 3 11-16,-4-2 2 0,2 8 16 0,-1-7-18 16,4 5-1-16,-2-3 0 0,0 0 2 15,-2-1-3-15,1-2 6 0,-1 1-2 0,-2-1-12 16,3-2 8-16,-1-5-4 0,-1 2-8 0,-2-1-6 0,2 0 1 16,-2 0 2-16,-2-3-15 0,-1 1 3 0,0 1-10 15,-2-2 3-15,-2 1-5 0,0-2 3 16,1-3-10-16,-3 1-10 0,3-2-27 0,-2 1-23 0,-2-4-45 15,0 1-34-15,0-1-43 0,1-1-54 16,-1-4-59-16,4-2-68 0,-4 0-242 0,3-5-628 0,7 2 278 16</inkml:trace>
  <inkml:trace contextRef="#ctx0" brushRef="#br0" timeOffset="-104918.55">18399 7457 2514 0,'7'-9'3'0,"0"3"-8"16,-2-1 1-16,-1 3 5 0,1-2-5 0,1 3-2 15,0-4 10-15,2 2 9 0,0 0-5 0,5 2 4 16,-1-2-3-16,6 1-3 0,0 1 1 0,3 0-25 16,0 1-28-16,0-1-37 0,1 1-51 0,6-1-49 15,-7 3-166-15,-4 0-379 0,2 0 168 0</inkml:trace>
  <inkml:trace contextRef="#ctx0" brushRef="#br0" timeOffset="-104595.36">18892 7409 135 0,'13'-3'232'0,"-8"0"-8"16,3 0-6-16,2 0-10 0,0-1-9 0,0 2-16 16,2-3-16-16,0 0-19 0,1 4-13 0,5-5-11 15,0 2-15-15,-1-1-10 0,0 0-14 0,-4 0-17 16,1 2-23-16,-2 1-28 0,-3 0-17 0,0 0-25 16,-3-1-21-16,-6 3-31 0,10-2-23 0,-6-1-10 15,-4 3-2-15,0 0 13 0,4-6 15 0,-4 6 9 16,0 0 13-16,0 0 15 0,0 0 14 0,0 0 16 15,-11-11 22-15,11 11 24 0,-6-3 22 0,6 3 14 16,0 0 7-16,0 0-4 0,0 0-4 0,0 0-10 16,0 0 3-16,0 0 17 0,-12 9 3 0,9-4 8 15,1 6 8-15,-1 4 7 0,-2 3-1 0,0-1 2 16,0 3-3-16,-2-1-3 0,2-1-3 0,-1 6-13 16,-1-1-9-16,2-2-2 0,3-3-10 0,-5 0-3 15,6 1-5-15,-1-2-13 0,-2 0-25 0,1-4-33 16,3-1-45-16,-2 0-72 0,0-2-86 0,-2 0-254 15,4-10-519-15,-4 11 230 0</inkml:trace>
  <inkml:trace contextRef="#ctx0" brushRef="#br0" timeOffset="-104420.51">19312 7659 195 0,'6'5'354'0,"-6"-5"-8"0,6 1-11 0,-6-1-11 15,5 5-23-15,-5-5-35 0,0 0-25 0,0 0-21 0,0 0-23 16,0 0-31-16,6 3-31 0,-6-3-64 0,0 0-59 16,0 0-76-16,0 0-101 0,0 0-106 15,0 0-174-15,0 0-480 0,0 0 213 0</inkml:trace>
  <inkml:trace contextRef="#ctx0" brushRef="#br0" timeOffset="-99475.36">5051 9145 126 0,'0'0'173'0,"-1"-9"2"0,1 9-4 0,0 0-12 0,0-8-18 15,0 8-14-15,0 0-16 0,0 0-11 0,0-10-10 16,0 10-14-16,0 0-8 0,0 0 0 0,0 0-3 15,4 23-6-15,-3-8 6 0,1 3-2 0,0 0-2 16,1 7-2-16,-2 0 2 0,-1 1-4 0,1 2-5 16,3-9-3-16,-5 1-1 0,2-3-6 0,0 8-4 15,1-6 2-15,0 0 9 0,-1-1-2 0,2-1-6 16,1-2-2-16,-3-2-5 0,0-1-1 0,2 1-3 16,-3-3-3-16,3 3-11 0,-2-2-25 0,1-1-24 15,0 1-21-15,-2-5-29 0,0-6-22 0,2 13-32 16,-2-8-33-16,0-5-23 0,0 0-120 0,-1 10-339 15,1-10 150-15</inkml:trace>
  <inkml:trace contextRef="#ctx0" brushRef="#br0" timeOffset="-99051.42">5039 9213 106 0,'7'-7'155'0,"1"-2"-3"0,2 2 3 15,3 1 3-15,4-3-12 0,2 5-7 16,1-2-13-16,-2 2-10 0,1 3-12 0,2 1-11 16,-5 1-9-16,2 2-11 0,-2 1-5 0,-2 2-7 15,0 2-2-15,-3 2-6 0,-2 1-4 0,-1 0-5 16,-3 1-5-16,-1 3 0 0,-3 0-2 0,0 2-3 0,-3-2 1 16,-3 2 2-16,0-3-3 0,-1-1-1 15,1-3-6-15,-1 0 0 0,1-3-4 0,1-1-3 16,1 0-4-16,3-6 3 0,-5 8-5 0,5-8 1 15,-2 8-2-15,2-8 0 0,0 0 1 0,6 10-5 0,-1-7 0 16,3 0-2-16,3 1 4 0,1-1-5 0,2 1-2 16,1 2 2-16,3-2-2 0,-4 3 0 15,3 1 0-15,-2-1-4 0,2 0 3 0,-2 3-3 16,-1-1 2-16,-4 0 0 0,1-1-2 0,-2 0 7 16,-3 2-6-16,0-2 1 0,0 0 0 0,-3 1 1 15,-1 1 4-15,-1-3 7 0,-2 2 7 0,-3 0-1 16,-1 1 3-16,-4-1 10 0,-5 2-15 0,0-1 0 15,-4-2-1-15,1 0-3 0,-2 0 2 0,2-3-5 16,-2-1-3-16,0-1-15 0,6-1-19 0,-2-1-30 16,-2-1-27-16,6 0-50 0,-3-4-59 0,2-1-182 0,1 0-404 15,0-4 179-15</inkml:trace>
  <inkml:trace contextRef="#ctx0" brushRef="#br0" timeOffset="-98801.77">5669 9209 180 0,'0'0'177'0,"0"0"-13"16,10-3-9-16,-10 3-5 0,14-2-7 15,-4 1-10-15,5-3-13 0,4-2-8 0,2 0-8 0,6 0-9 16,1-1-10-16,-1 1-8 0,-3-1-9 15,-3 2-5-15,-1 2-20 0,-1-2-29 0,-1 2-21 16,0 1-31-16,-8-2-27 0,2 4-19 0,-6-2-26 0,2 1-11 16,-8 1-1-16,9-4-4 0,-9 4-76 0,0 0-218 15,0 0 96-15</inkml:trace>
  <inkml:trace contextRef="#ctx0" brushRef="#br0" timeOffset="-98552.77">6005 9132 543 0,'-33'5'-26'0,"25"-3"15"0,8-2 20 16,-15 0 7-16,7 0 8 0,8 0 14 0,-17 2 5 15,11-2 13-15,6 0-8 0,-9 2 1 0,9-2-3 16,0 0-10-16,-8 3-1 0,8-3 18 15,-5 4 1-15,5-4 5 0,0 11 12 0,0-11 13 16,7 23-2-16,-6-11 5 0,3 2-3 0,1 3-5 0,-1 0 5 16,0 0 1-16,1 2-3 0,0-2-3 0,-2-1 10 15,1 2-1-15,-1-2-1 0,-2 1 2 0,0 0-6 16,1-2-7-16,-2 1 0 0,1-4-6 0,-4 0 1 16,1 0-3-16,-2 0-6 0,-4 3 1 0,1-3 0 15,-2 1-11-15,-1-2-2 0,-4 1-5 0,-1 0-2 16,-1-3-5-16,2 1-3 0,-4-5-2 0,2 3-4 15,-1-4-3-15,4-1-2 0,-4 0-24 0,4-2-19 16,2-1-25-16,-2 0-20 0,3-4-41 0,-3 1-57 16,7-1-43-16,2-2-44 0,-2-1-152 0,2-2-433 15,4 0 192-15</inkml:trace>
  <inkml:trace contextRef="#ctx0" brushRef="#br0" timeOffset="-98313.44">6139 9214 77 0,'0'0'203'0,"0"0"-8"0,9-4-14 16,-9 4-15-16,8-2-12 0,-8 2-13 0,11-4-8 16,1 1-6-16,0 1-5 0,8-3-11 0,-1 1-14 15,10-1-8-15,-3-2-10 0,-6 3-7 0,1 1-7 16,0-3-9-16,0 4-15 0,-5-1-21 0,0 1-21 15,-5 0-29-15,2 1-27 0,-13 1-29 0,21-1-23 16,-15-2-14-16,0 2-15 0,-6 1-18 0,10-3-83 16,-10 3-258-16,0 0 115 0</inkml:trace>
  <inkml:trace contextRef="#ctx0" brushRef="#br0" timeOffset="-98085.16">6369 9145 47 0,'0'0'116'0,"0"0"-1"15,-5 3 12-15,5-3 6 0,0 0 7 0,-3 15 4 16,3-6-1-16,0 6-3 0,2 1 5 0,-2 3 1 16,0-2 10-16,3 7 1 0,-1 1-10 15,0 1 5-15,0-1-8 0,0-5-2 0,1 4-4 0,-2-4-13 16,0-1-8-16,1 0-7 0,-1 0-15 0,0-1-9 16,-1-2-3-16,1 3-11 0,-1-7-5 0,2 2-6 15,-4-3-2-15,4-2-18 0,-1 1-22 0,-1-2-33 16,0-2-29-16,0-6-27 0,-1 11-29 0,1-11-26 15,0 0-28-15,0 9-56 0,0-9-234 0,0 0-479 16,0 0 212-16</inkml:trace>
  <inkml:trace contextRef="#ctx0" brushRef="#br0" timeOffset="-97909.59">6319 9208 146 0,'0'0'169'16,"13"-5"-7"-16,-3 2-20 0,3 2-8 0,5-4-15 16,1 0-7-16,0-1-15 0,2 2-32 0,7-2-32 15,2 0-47-15,-1 0-36 0,-1 1-57 0,-9 2-61 16,8-4-182-16,-8 3 80 0</inkml:trace>
  <inkml:trace contextRef="#ctx0" brushRef="#br0" timeOffset="-97424.92">6843 9382 13 0,'-9'0'198'16,"9"0"-10"-16,0 0-7 0,0 0-9 0,0 0-6 15,0 0-9-15,0 0-19 0,44-4-11 0,-24 0-9 0,1 2-9 16,7-2-12-16,-1 0-6 0,-1 1-8 15,4 1-4-15,-2-2-9 0,-8 3 1 0,2-2-7 16,-3 2-4-16,2-3-4 0,-3 4 2 0,-4-1-9 16,-1-1-2-16,-1 1-1 0,-5 1-1 0,0-1-2 15,-7 1-2-15,13 1 2 0,-13-1-1 0,10 3 0 0,-10-3 2 16,8-2 4-16,-8 2-2 0,0 0 2 16,0 0 0-16,0 0 3 0,6 4 2 0,-6-4 9 15,0 0 5-15,-3 13 2 0,3-13-4 0,-9 14-4 16,3-6-7-16,0 1-4 0,-2 1-7 0,3-1-3 0,-1 3 0 15,-1-3-1-15,1 1-16 0,0-1-32 0,1-1-29 16,-1 1-30-16,1 1-35 0,0-3-38 0,3 0-34 16,-2 1-42-16,1-4-48 0,3-4-174 15,-3 8-474-15,3-8 210 0</inkml:trace>
  <inkml:trace contextRef="#ctx0" brushRef="#br0" timeOffset="-97215.28">7188 9273 219 0,'-9'-17'262'0,"0"3"-3"0,0 1 6 0,-1 4-1 0,1-5-3 16,0 5 2-16,-1 1-13 0,1 1 2 0,1-1-8 15,2 2-18-15,-1-1-8 0,1 2-23 0,1 0-16 16,1 1-15-16,4 4-7 0,-6-6-26 16,6 6-9-16,-6-8-20 0,6 8-12 0,0 0-28 0,-3-7-32 15,3 7-34-15,0 0-30 0,9-12-35 0,-4 10-34 16,1-1-36-16,2 0-50 0,2-2-61 0,2 1-45 15,-6 3-227-15,2 0-566 0,-8 1 250 0</inkml:trace>
  <inkml:trace contextRef="#ctx0" brushRef="#br0" timeOffset="-95049.41">8522 9175 102 0,'0'0'190'0,"0"-11"1"0,0 11-5 15,-1-14-5-15,1 14-13 0,-4-11-7 16,4 11-7-16,-6-10-3 0,4 7-9 0,2 3-11 16,-6-7-12-16,6 7-8 0,-7-5-11 0,7 5-6 0,-12-1-11 15,12 1-6-15,-16 5-3 0,5 1-2 0,-3 5-3 16,-7 9-3-16,5-7-6 0,-2 8-5 0,0 0-3 16,-1 4-4-16,3 0 0 0,-1 0-6 0,7 1-3 15,1-1-3-15,0 0-4 0,4-5-3 0,1 6-2 16,1-10-1-16,3 2-6 0,0-1 1 0,7-3 3 15,-2 0-7-15,1-1-3 0,4 1 3 0,2-4-3 16,-2-1-1-16,7 0-2 0,1-4-6 0,1 1-11 16,1-2-5-16,2-2-9 0,0-1-6 0,0-2-4 15,-1-1-7-15,1 0-3 0,0-3-4 0,-2 0 2 16,-2 0 4-16,3-6-3 0,-4 3 9 0,-1-1-1 16,0-2 9-16,-3-2-3 0,-1-1 3 0,0-3 8 15,-1 0-2-15,-2 2 4 0,3-8-7 0,-4 8 11 16,1-10 7-16,-3 7 6 0,-2 1 4 0,0 0 7 15,-1-2-1-15,-1 7 9 0,1-1 5 0,-2 4 6 16,0-1-1-16,1 1-1 0,-2 9-3 0,0-10-3 16,0 10-6-16,1-8-6 0,-1 8 0 0,0 0-1 15,0 0-5-15,0 0 5 0,-4 32 0 0,1-14 1 16,0 6-2-16,0 1 3 0,0 2-7 0,2-1 10 16,1-1-11-16,3-4 23 0,-1-3-5 0,3 0-1 15,-1 0 1-15,3-2-4 0,3-2 0 0,-2-4-2 16,3 2-1-16,-1-3 0 0,1-2-2 0,0-4-2 15,2 1 2-15,0-3-3 0,1-2-6 0,2-1-6 16,-2-1 0-16,-1-3 2 0,-3-1-2 0,4-2 0 16,-1-2 1-16,-4 0 1 0,-3 0-2 0,3-4-3 15,-5-1 0-15,3-2 0 0,-1-7-3 0,-1 0-3 16,-2 6-1-16,-1 0-1 0,2-8 2 0,0 6 5 16,0-3-2-16,0 5 6 0,-3 7 3 0,1-1 4 15,1 3 2-15,-1 4-2 0,-2-2 3 0,0 8-9 16,2-9-2-16,-2 9 1 0,0 0-6 0,0 0 7 15,0 0-3-15,0 0-2 0,6 23 4 0,-5-5-3 16,-1 1 6-16,2 6 1 0,-2-7 0 0,2 7 3 16,1-6-2-16,0 1 3 0,0-1 1 0,2-2 3 15,0 0 0-15,2-1 0 0,-1-1-1 0,1-1 1 0,0-2-3 16,1-3 4-16,1-1-4 0,1 1 0 16,2-4 0-16,-1 1 4 0,3-3 1 0,2 0-3 15,-2-1-1-15,0-2 2 0,-3-3 2 0,5 1-2 16,-6-2 0-16,2 0-4 0,-1-2-2 0,-2 0 2 0,1-4-2 15,-2 4 0-15,-1-6-4 0,1-1-8 16,-3 2 0-16,-3-2-4 0,1-5-1 0,-2 1-2 16,-1-2-8-16,-2 2 8 0,-2-1-8 0,-2-1 5 15,-1 4 1-15,0-1 0 0,-1 1 4 0,-3 2-2 16,3 6 1-16,1-4 6 0,-2 6-4 0,1 0 4 0,0-1 1 16,3 1 3-16,-1 2 1 0,6 3 0 0,-10-6-2 15,10 6-1-15,-6-8 2 0,6 8-3 0,0 0-1 16,0 0 3-16,0 0 0 0,0 0 2 0,0 0-2 15,0 0 4-15,0 0 3 0,28 11-5 0,-15-11 5 16,6 2 1-16,0-2-2 0,-6 0-1 0,7-2-4 16,-3 4 1-16,-3-2 0 0,-1 3 2 0,-2-2-5 15,1 0 1-15,-1 1 3 0,0 1-4 0,-5 1 4 16,3 1-3-16,-1 1 3 0,-1-1 6 0,-2 3 3 16,2 0 3-16,-1 2 2 0,-1 0 5 0,0-1-2 15,-1 1 1-15,0 1 6 0,0 0-7 0,-3-1-3 16,3 0 0-16,-1-1 0 0,-1 1 0 0,3-2 6 15,-1-1-4-15,0 0-1 0,0-2 2 0,2 3-2 16,-1-4-1-16,2-1-3 0,3 2-1 0,-1-1 0 16,-1-1-1-16,3-2 0 0,-1-1-2 0,1 0 3 15,1-1-1-15,-2-3 5 0,1 0-3 0,0 0-4 16,1-3-3-16,-3 1 2 0,-3-1 1 0,0-1-5 16,-1 0 0-16,-1-3-8 0,-1 0 6 0,-2 0-19 15,-1-1-4-15,0-1 3 0,0 1 0 0,0 0 3 16,-2-2 1-16,0 1 0 0,1 3 0 0,1 2-2 15,0 8 0-15,0-12-4 0,0 12-3 0,4-12-1 16,-1 8 1-16,-3 4 4 0,10-6 0 0,-4 3 2 16,-6 3 2-16,14 1 0 0,-2 2-1 0,-2 2 6 15,0-1-2-15,0 5 1 0,0-2 2 0,0 3-1 16,0 2 3-16,0 2 2 0,-2 1-2 0,-1 0 2 16,1-4 2-16,0 2 0 0,-1 1 0 0,-2-3-1 15,2-1 3-15,-1 0 4 0,1-2-1 0,-2 0 0 16,2-1 1-16,2-1 0 0,-2-2 7 0,3-1-5 15,0 1 3-15,-1-4-1 0,4 1 2 0,-2-2-2 16,0-3 1-16,0 1 0 0,3-3 4 0,-2 0-2 16,0 1 2-16,-3-3-2 0,0 0 3 0,3-1-1 15,-6-1-2-15,2 1 2 0,1-5-2 0,-7 3 0 16,0-3 1-16,-1-1-1 0,-2 4 1 0,-3-6-5 16,3 5 8-16,-2 2 2 0,-3-1-3 0,2 2 5 15,0 4 0-15,0-1-1 0,4 6 0 0,-11-5-5 16,11 5-2-16,-12 2 1 0,4 5-5 0,-2 0 0 15,-1 4 4-15,0 2-1 0,0 2-2 0,2 2-10 16,1-2-27-16,1 1-30 0,3-1-29 0,0 1-44 16,4-1-33-16,3-2-56 0,0-2-47 0,-1 0-162 15,3-1-469-15,0 0 208 0</inkml:trace>
  <inkml:trace contextRef="#ctx0" brushRef="#br0" timeOffset="-94838.21">10087 9345 108 0,'5'-14'206'0,"-1"-1"-12"0,1-1-4 0,-1 4-2 16,2-5-6-16,3 2-5 0,-3 4-6 0,3-3-5 16,-1 3-13-16,1 1-9 0,1 1-10 15,-1 1-8-15,1 2-13 0,-1 4-9 0,2 0-9 16,-1 2-11-16,0 2-6 0,0 2-10 0,0 1-4 16,-2 4-5-16,1-1-4 0,-2 4-6 0,1 2-7 15,1-1 5-15,-5 0-24 0,-1-1-19 0,-1 0-25 16,2 0-38-16,-3-1-36 0,2 1-36 0,1-1-41 0,0-3-46 15,-1 1-170-15,0-5-421 0,1 0 186 16</inkml:trace>
  <inkml:trace contextRef="#ctx0" brushRef="#br0" timeOffset="-94616.88">10440 9064 46 0,'1'-10'266'0,"-2"3"-6"0,1 7-13 0,1-11-17 0,-1 11-29 15,0 0-13-15,0 0 5 0,0 0 11 16,0 0 0-16,0 0-11 0,2 31-4 0,-2-14-14 16,0 2-13-16,2 7-13 0,-1-2-22 0,0-4-1 15,-1 4-15-15,0-4-3 0,0-1-23 0,2 0 3 0,-1-1-11 16,0 1-29-16,0-2-31 0,1 0-32 0,1-2-31 16,-3-2-40-16,0-3-49 0,0 0-51 0,0-1-54 15,0-2-54-15,0-7-155 0,-8 9-487 0,8-9 216 16</inkml:trace>
  <inkml:trace contextRef="#ctx0" brushRef="#br0" timeOffset="-94472.31">10304 9232 55 0,'-4'-9'217'0,"4"9"-22"0,0 0-19 16,10-12-14-16,-2 7-12 0,2 0-12 0,8-4-18 15,1 0-10-15,8-2-25 0,1 2-31 0,-1 1-43 16,4-1-61-16,-3 0-55 0,-1-2-115 0,-2 3-238 15,-7 2 106-15</inkml:trace>
  <inkml:trace contextRef="#ctx0" brushRef="#br0" timeOffset="-93413.08">11610 9031 1882 0,'-6'-10'-26'0,"-1"2"74"0,-1-1-24 0,2 2-6 0,-4 3 2 15,0 1 16-15,1 1 0 0,-2 2 2 16,-3 2 4-16,-2 5 10 0,1 2 7 0,-1 3 1 16,-2 8 0-16,-1 2 0 0,0 1 0 0,4 3-4 15,-1 4 1-15,5-2-9 0,2-1 1 0,3 1-9 16,3-3 0-16,2-5-8 0,3-2 1 0,5 1-5 0,2 3 1 16,0-5-5-16,2-2 0 0,3-2-3 15,3-2-2-15,2 0 5 0,-1-5-15 0,2 0-12 16,1-4-9-16,-2 0-9 0,9-2-3 0,-8-2-6 0,1-2 4 15,0-3 1-15,0 1 0 0,-3-5-4 0,-3 3 3 16,-3-4 2-16,2 2 6 0,-4 0 1 16,0-3 1-16,3-2 3 0,-5 0 3 0,-3 2-3 15,2-2 6-15,-3-2 3 0,-1 3 10 0,-1 0 9 0,0 4 6 16,0 0 3-16,0 0 7 0,-2 3-2 0,0 7 4 16,1-11-7-16,-1 11-2 0,0 0-4 0,0 0-5 15,0 0-3-15,0 0-1 0,0 0 6 0,0 0 2 16,-12 25 0-16,10-15 3 0,2 6-4 0,1 2-1 15,-1-1-3-15,-1 0 1 0,3-1-3 0,1-3-1 16,1-1 1-16,-2 1 0 0,5-2-1 0,-3 0 0 16,4-1-3-16,-1-2 3 0,7 2-3 0,-4-2 2 15,1-5-2-15,0 3 1 0,0-2-1 0,1-2-2 16,1 0-1-16,-3-2 4 0,0 0-3 0,2 0 1 16,-5-2-4-16,2-3 8 0,-1 1-10 0,-2-2 3 15,-2-1-2-15,0-2-3 0,0-2-1 0,-3 2-1 16,-1-3 1-16,-1 1-4 0,-1-2-3 0,0 1 2 15,-2-4-3-15,3-1-7 0,1 5 3 0,-3 1 1 16,2 0-2-16,1 3-1 0,4-1 1 0,-3 2 5 16,3 1-6-16,4-2 3 0,1 4-4 0,3 3 4 15,-1 1 4-15,1 0 0 0,1 3 3 0,4 2 3 16,-4 0 3-16,1 5 5 0,-2 0-1 0,1 2-1 16,-1-4 0-16,-5 1 0 0,1 0-1 0,-1 1 10 15,-2-1-7-15,2-3 3 0,-3 1 4 0,-3 0 7 16,2 0 5-16,0-2 3 0,-3-5 5 0,2 6 7 15,-2-6 0-15,0 0 3 0,0 8 6 0,0-8-3 16,0 0-3-16,0 0-6 0,0 0-3 0,0 0-2 16,0 0-6-16,0 0-8 0,-2-33 2 0,4 21-9 15,6-4-9-15,0 0 1 0,3-8-11 0,0 8-1 16,-2 0 3-16,3 0 2 0,1 1-5 0,-1 2 1 16,-1 5-2-16,0 0 4 0,-2 5 0 0,0 0-4 15,-1 1 2-15,-8 2 2 0,18 2 1 0,-11 1-2 16,3 3 1-16,-3 0 1 0,1 1 4 0,-2 3-5 15,-1-1 2-15,0 2 10 0,-1 1-7 0,1 4 1 16,-1-2-1-16,-3 1-1 0,2-2-2 0,-2-1-12 0,1-1-26 16,-2-1-26-16,0 1-35 0,-3 0-51 15,6-3-55-15,1 0-36 0,-4-8-191 0,-2 12-473 16,2-12 210-16</inkml:trace>
  <inkml:trace contextRef="#ctx0" brushRef="#br0" timeOffset="-93181.4">12450 9000 215 0,'-2'-10'233'0,"0"0"-1"0,2 4-11 0,0 6-19 15,-3-10-23-15,3 10-23 0,-2-6-15 0,2 6-3 16,0 0 10-16,0 0-15 0,0 0-4 0,5 35-8 16,-5-18-2-16,0 2 0 0,4 6-7 15,-2 3-7-15,-2 0-12 0,0-2-5 0,2-1-11 0,-2-4-6 16,1 3-8-16,0-5-3 0,3 0-8 0,-2 6-11 15,2-7-18-15,-4 0-33 0,3-1-19 16,-3-1-27-16,1-3-32 0,-1-1-43 0,3-1-40 16,-3-3-28-16,0 0-36 0,0-8-157 0,-4 10-425 0,4-10 187 15</inkml:trace>
  <inkml:trace contextRef="#ctx0" brushRef="#br0" timeOffset="-92679.47">12491 9178 98 0,'11'-5'192'0,"0"0"-4"0,1 2-1 0,1 3-5 16,1 3-3-16,-3 2-2 0,-1 1-4 0,2-2-12 15,4 3-12-15,-4 6-10 0,-4-6-8 0,1 3-11 16,-3-1-11-16,2 3-8 0,-4-2-5 0,-2 0-4 16,3 0-3-16,-3 1-8 0,-2-1-4 0,0-2-8 15,0 2-2-15,0-10-5 0,-4 11-4 0,4-11 6 16,-3 8-1-16,3-8-3 0,-2 6-5 0,2-6-1 15,0 0-8-15,0 0-8 0,0 0-2 0,0 0 1 16,0 0-7-16,0 0-2 0,-12-20-2 0,12 20-11 16,8-21 1-16,-8 5-8 0,4 5-2 0,0-4-9 15,5 0 6-15,-2 0-10 0,-3 3 3 0,6 2-2 16,-2-5-2-16,1 4 2 0,1 2-1 0,-3 4-3 16,-1-1 1-16,-1 3 1 0,-5 3 2 0,14-1-6 15,-14 1 4-15,12 4 2 0,-7 0 0 0,1 3-2 16,2 2 1-16,-2 0 5 0,-1-1 2 0,-1 1-4 0,1 0 4 15,2 0-3-15,-1-1 5 0,1 2-1 16,0-4 3-16,4 2-3 0,0-3 2 0,-2-2 0 16,5 0 0-16,-1 0 1 0,1-2 4 0,1-1-7 15,-1-1 6-15,-1-2-3 0,-2 0 4 0,1-1-5 0,-3 0 3 16,-1-1 3-16,-1-1 4 0,0-2 0 16,-4 3-2-16,-1-6 0 0,0 0 1 0,-4 1-4 15,2 10 2-15,-5-16 0 0,-2 6-5 0,0-2 1 16,-1 5-2-16,1 0-3 0,1 1-3 0,-2 1-4 15,-1 0-14-15,3 3-17 0,-3 1-18 0,9 1-17 0,-14 3-17 16,6-3-21-16,-2 3-34 0,1 3-31 16,9-6-27-16,-11 6-24 0,7-4-186 0,4-2-444 0,0 0 197 15</inkml:trace>
  <inkml:trace contextRef="#ctx0" brushRef="#br0" timeOffset="-92450.98">13059 9009 188 0,'4'-16'192'0,"1"4"-6"0,-1 2 7 0,1 0 8 16,0 1 2-16,-1 3-4 0,0 1-16 0,-4 5-21 16,3-9-20-16,-3 9-9 0,0 0 2 0,0 0 3 15,14 13-2-15,-12-2-1 0,4 6 6 0,-3 0-7 16,1 3-1-16,-4-1-6 0,2 6-9 16,0-5-12-16,2 7-9 0,-4-2-11 0,1-5-9 0,1-1-7 15,3-1 0-15,-3 0-11 0,0 0-5 0,3-2-17 16,-3-4-32-16,2-1-30 0,-2 0-29 0,3-2-30 15,-1 0-36-15,1 0-41 0,-5-4-49 0,3 0-37 16,-3-5-244-16,6 4-529 0,-6-4 234 0</inkml:trace>
  <inkml:trace contextRef="#ctx0" brushRef="#br0" timeOffset="-92253.01">13268 9015 114 0,'0'-10'221'16,"2"4"-7"-16,-2 6-18 0,0-11-21 0,0 11-3 15,0 0 3-15,0 0 8 0,0 0-6 0,0 0-5 16,2 38-9-16,-2-22 0 0,-2 2-22 0,2 9-8 16,0-7-10-16,-2 4-12 0,0 1-11 0,2-6-7 15,0 0-11-15,0 1-14 0,2-2-36 0,0 0-30 16,-2-1-28-16,0-2-31 0,2-1-37 0,-1-3-28 16,1 1-33-16,2-2-35 0,-2 0-39 0,0-4-128 15,-2-6-385-15,0 0 170 0</inkml:trace>
  <inkml:trace contextRef="#ctx0" brushRef="#br0" timeOffset="-92004.56">13354 9351 16 0,'0'0'150'0,"13"-9"-6"0,-5 3-3 0,4-1 2 16,-1 0-5-16,2-1 0 0,3 0 2 0,1-1 1 15,-4 2 0-15,2-3-6 0,1 1-1 0,-1-4-8 16,-5 5-2-16,3-5-2 0,1 2-6 0,-5 2 1 16,2-5-9-16,-4 3-5 0,0 1 0 0,-3 0-3 15,0-1-3-15,-2 0-7 0,-2 2-2 0,0-3 0 16,-2 3 2-16,2 9-1 0,-2-13-1 0,-2 7-10 15,2 0 9-15,-3 2-27 0,5 4 1 0,0 0-14 16,-22 4-3-16,11 2-8 0,-1 5 0 0,-3 1 0 16,1 0 0-16,3 0 3 0,2 1-15 0,2-1-4 0,2-1-20 15,1 1-21-15,4-2-14 0,0 4-26 16,2-6-24-16,4 3-28 0,4-4-33 0,-1-1-37 0,6 0-29 16,3-3-38-16,1 0-202 0,0 0-488 15,2-3 216-15</inkml:trace>
  <inkml:trace contextRef="#ctx0" brushRef="#br0" timeOffset="-91598.04">13848 9142 154 0,'0'-5'211'0,"0"5"0"15,0 0 2-15,-4-11-9 0,4 11-13 0,-10-3-9 0,10 3-7 16,-15 1 0-16,15-1-7 0,-19 5-5 0,8 3-11 16,-5 2-2-16,1 1-8 0,3 0-17 0,-1 2-2 15,4-3-16-15,0 1-6 0,0 1-10 16,5 0-1-16,-1 0-13 0,1-2-10 0,2-1-6 0,2 1 8 15,2-1-19-15,2-4-6 0,1 3 2 0,3-4-9 16,1 1-6-16,5-3 2 0,-1-2-9 0,3-2-7 16,-3 0-12-16,6-1-10 0,-7-1 4 0,1 1-3 15,0-3-5-15,-1 0 4 0,-4-2 2 0,1-5-2 16,-1-2 0-16,-2-1 2 0,-2 1 1 0,-2-2-2 16,1 0-2-16,-1-2 4 0,-2-7 1 0,-3 2 0 15,-1-2 1-15,2 1 0 0,-3-3 7 0,4 1-3 16,-3 1 3-16,0-1 5 0,4 8-1 0,0 1 18 15,-4 1 10-15,4 6 16 0,0-1 9 0,-1 3 0 16,1 2 9-16,0 7-23 0,1-10-3 0,-1 10-6 16,0 0 0-16,0 0 1 0,0 0 11 0,0 0 4 15,-2 38-1-15,-1-19 12 0,3 4-10 0,-4 1-2 16,4 2-7-16,-2 0 0 0,0-1-9 0,1 0 2 16,1-5-9-16,0 4 0 0,0-3-20 0,1-6-29 15,1 5-47-15,0-2-43 0,-2 0-35 0,4 0-40 16,-1-2-48-16,-1 1-65 0,-2-6-59 0,2 3-222 15,0-4-620-15,-2 0 274 0</inkml:trace>
  <inkml:trace contextRef="#ctx0" brushRef="#br0" timeOffset="-89953.56">14690 9110 55 0,'0'0'211'0,"-3"-7"-16"16,1 0-20-16,2 7-2 0,-6-9-5 0,3 4-11 15,3 5-8-15,-11-8-8 0,6 3-11 0,-1 3-6 16,0-1-10-16,-4 0-2 0,10 3-15 0,-13-1-3 16,4 1-7-16,-1 1-3 0,-1 5-8 0,3-2-5 15,-4 3-7-15,3 2-2 0,-4 1-6 0,-1 3-6 16,4 1-4-16,0-1-5 0,3-1-2 0,2-1-6 15,-1 2-4-15,2 0 4 0,1 2-8 0,2-3-1 0,0 0 5 16,1-2-11-16,1 1 0 0,2-1-1 16,-2-2-2-16,5-1 0 0,-1-3 0 0,3 2-2 15,0-1-2-15,-1-3 4 0,1 0-2 0,0 0-5 16,1-1-2-16,1-1 0 0,-10 0 3 0,18-3 1 16,-11 0-1-16,2-2-3 0,2 1 1 0,-4-1 1 15,4-4-1-15,-5 3-2 0,1-2 0 0,0 0-1 16,-2-2 2-16,-1 0-3 0,1-2 2 0,-3-4-4 15,0 5 2-15,0-5 2 0,1-1-5 0,-3 0 2 16,1-1 3-16,2 2-4 0,-3-2-1 0,0 0 5 0,-3-2-5 16,2 1 4-16,0-1-3 0,-1 1 3 0,0-6-1 15,0 7-5-15,1-2 10 0,0 4 0 16,1-1 6-16,-3 5 12 0,2 0-7 0,0 2 3 0,-1 1 1 16,2 2 5-16,0 7 4 0,-2-13-4 15,2 13-7-15,-2-7 3 0,2 7-6 0,0 0-5 16,0-9-2-16,0 9 0 0,0 0-4 0,0 0 0 15,0 0 2-15,0 0-6 0,4 27 12 0,-2-13-14 16,2 4 1-16,-2 2-1 0,1 5-1 0,1-7 4 0,2 8-1 16,-2-6-6-16,2-2 5 0,-1 0 1 0,-1-4-1 15,3 3 0-15,2-2 9 0,-4 2-7 0,1-1 2 16,-1-4-5-16,4-3 1 0,-4 3 1 0,2-1 0 16,-1-1 0-16,3-2-2 0,2 1 0 15,-2-2 0-15,0-1 3 0,4-1-1 0,-1 0 0 0,-2-1-1 16,0-1 2-16,1 0-4 0,1-3 3 0,-1 2 0 15,0-2-5-15,0 0-2 0,-4-3-1 0,3 3 3 16,-1-5 0-16,1 1-5 0,-1-1 3 0,-1-2 0 16,2 1 1-16,-4-3 0 0,1 2-2 0,-1-3-5 15,2 0 2-15,-2 3 9 0,-1-5-11 0,-1 3 1 16,-1-3 4-16,1 0-1 0,-2 3-1 0,-1-2-1 16,1 2 1-16,0-3 3 0,1 1 0 0,-6 1 1 15,3 0-1-15,-2 2 2 0,-1-1-4 0,1 2 3 16,2 7-2-16,-4-14 4 0,2 10-7 0,0-2 4 15,2 6 0-15,-7-7 1 0,7 7-4 0,-7-4 0 16,7 4 1-16,0 0 1 0,-16 5-3 0,7 0 2 16,3 3-3-16,-3 2 4 0,-1 4 0 0,1 1 1 15,-2 0-1-15,4 1 2 0,1 3-3 0,2-2 3 16,-1-3 3-16,0 1 0 0,5 1 1 0,-2-4-1 0,4 5-1 16,-2-5 3-16,7-1 3 0,-3-1-6 15,3-4-1-15,-1 3-9 0,3-2-4 0,4-1-26 16,0-2-28-16,3 1-21 0,1-1-25 0,1-4-26 15,1 1-30-15,-4 1-13 0,5-2-21 0,-8-3-17 16,-2 3-137-16,2-4-389 0,-12 4 173 0</inkml:trace>
  <inkml:trace contextRef="#ctx0" brushRef="#br0" timeOffset="-89501.51">15132 9017 122 0,'0'-10'188'0,"0"10"4"0,-2-7-1 0,2 7-6 15,0 0-10-15,0-10-12 0,0 10-13 0,0 0-18 16,0 0-13-16,0 0-11 0,0 0-6 0,0 0-6 0,0 0-6 16,0 0 8-16,12 17-2 0,-8-8-1 0,1 1-5 15,0-1 1-15,2 3-5 0,0 1-6 0,-2-1-2 16,4 2-9-16,-2 0 3 0,-2-4-12 0,5 4-7 16,-3-3-4-16,-1 0-2 0,-2-2-5 0,1 1-2 15,0-2-6-15,-1 1-6 0,0-4 2 0,0-1-7 16,-2 1 4-16,-2-5-3 0,4 7-4 0,-4-7 2 15,5 5 13-15,-5-5 12 0,0 0-2 0,6 2 14 16,-6-2-17-16,0 0-2 0,12-10-4 0,-4 1-10 16,-1 1 4-16,5-6 10 0,-1 1-18 0,3 0-6 15,4-6-1-15,-3 5 3 0,0-3 0 0,1-2-1 16,0 2-5-16,0 2-3 0,-5 2 4 0,0 1-5 16,-1 5-2-16,-2-2 3 0,0 2 3 0,-3 3-1 15,1 0-6-15,-2 0 2 0,1 0 4 0,-5 4-10 16,8-3 9-16,-8 3-10 0,0 0-4 0,11 6 4 15,-7-1 1-15,0 1-1 0,0 3 0 0,-2 3 3 0,2-1 1 16,-1 1 0-16,-3 4 1 0,1-5-1 16,0 4-2-16,0 2 7 0,1-2-7 0,-1-2 6 15,-1 3-7-15,0 0-12 0,4-4-13 0,-4-1-23 16,0 1-15-16,0-5-33 0,0 4-33 0,0 0-29 16,0-2-39-16,0-1-50 0,1-2-40 0,-1-6-177 15,0 0-501-15,-1 12 222 0</inkml:trace>
  <inkml:trace contextRef="#ctx0" brushRef="#br0" timeOffset="-89345.92">15449 8889 94 0,'0'0'139'0,"0"0"-34"0,0 0-23 0,0 0-32 16,15 17-39-16,-8-9-37 0,3 0-51 0,0-1-81 15,3 3 37-15</inkml:trace>
  <inkml:trace contextRef="#ctx0" brushRef="#br0" timeOffset="-88965.82">15862 8945 218 0,'0'0'219'0,"0"0"-10"0,-3-10-4 15,3 10-9-15,0 0-16 0,0 0-14 0,0 0-6 16,-19 4-4-16,10 2-12 0,0 3-6 0,-1 0-6 15,1 5 2-15,-3 1-2 0,1 3-10 0,2-2-6 16,1 1-7-16,2 0-12 0,0-1-6 0,2-1-8 16,0 0-7-16,4-3-11 0,0-1-1 0,4 3-7 15,1-3-1-15,4 0-5 0,1 1-4 0,2-5-4 16,4 0-9-16,2-2 4 0,3 0-7 0,-2-3-2 16,10-4 1-16,-2 0-5 0,1-1 0 0,-7-1-2 15,-1-2-5-15,2 1-7 0,-6-3-1 0,2 0 0 16,-2 1-1-16,-5-1-1 0,-1 0-6 0,-1-1 1 15,-2-1-2-15,-1 0 1 0,-2-2-1 0,-2 1-4 16,1-2 3-16,-4 3 1 0,1-2 1 0,-2 2-2 16,-2 1 2-16,2 1-3 0,-6 1 1 0,5 2 4 15,-1 0-5-15,4 5 5 0,-9-2-4 0,9 2 9 16,-17 6-1-16,6 1-3 0,2 2-1 0,-4 0 3 16,3 5-2-16,3-4 2 0,1 0-4 0,2 3-5 15,4-1-16-15,0-2-21 0,4 1-22 0,0 0-19 16,3-1-34-16,1 0-44 0,7 0-49 0,-1 0-50 15,3-4-226-15,-5-1-523 0,5 0 231 0</inkml:trace>
  <inkml:trace contextRef="#ctx0" brushRef="#br0" timeOffset="-88829.04">16302 9160 91 0,'3'-4'220'0,"-3"4"-8"15,0 0-6-15,7-3-17 0,-7 3-15 0,0 0-18 0,0 0-19 16,0 0-16-16,0 0-28 0,0 0-33 0,0 0-39 15,0 0-38-15,0 0-42 0,0 0-49 16,0 0-142-16,0 0-270 0,0 0 120 0</inkml:trace>
  <inkml:trace contextRef="#ctx0" brushRef="#br0" timeOffset="-88487.76">15355 8693 1817 0,'0'0'-49'0,"0"0"-12"0,0 0-78 0,-7-3-12 15,7 3-20-15,0 0-4 0,0 0-4 0,0 0-193 16,0 0 86-16</inkml:trace>
  <inkml:trace contextRef="#ctx0" brushRef="#br0" timeOffset="-87725.78">15475 8664 9 0,'6'-6'279'0,"-2"3"-18"15,0-2-16-15,-4 5-11 0,2-9-13 0,-2 9-16 0,1-9-24 16,-1 9-14-16,0 0-22 0,0 0-10 0,-1-10-18 16,1 10-18-16,0 0-31 0,0 0-33 15,0 0-37-15,0 0-22 0,0 0-30 0,0 0-46 16,0 0-32-16,0 0-50 0,0 0-137 0,18 10-343 0,-18-10 152 15</inkml:trace>
  <inkml:trace contextRef="#ctx0" brushRef="#br0" timeOffset="-72376.26">4982 10077 11 0,'-10'0'20'0,"0"2"-1"0,-2 1 5 16,1-2 0-16,-2 2 1 0,0 0-3 15,1-1 1-15,-3-1-2 0,2 1 1 0,0 0 11 16,-1 1-8-16,-3-3 2 0,2 2-5 0,2-3 0 16,-1 2 2-16,0 1-1 0,1-2-2 0,-2 0-2 15,2 0 1-15,-2 0-1 0,0-2 1 0,-2 2-5 0,3 0 4 16,0 0 2-16,-1 0 3 0,2-1 10 0,-4 2 1 15,4-2-11-15,2 0 10 0,-1 1-10 16,2 0-2-16,1 0-3 0,9 0 3 0,-15-2-2 16,15 2-8-16,-11-3 4 0,11 3 1 0,-9 0-5 0,9 0 4 15,-7-2-5-15,7 2-5 0,0 0-5 16,0 0 4-16,0 0-5 0,-13 2 1 0,13-2-2 16,0 0 6-16,0 0 1 0,0 0-6 0,0 0-2 15,0 0 1-15,0 0 7 0,0 0-7 0,0 0 2 0,0 0-3 16,31-5 10-16,-19 3-3 0,1 1-5 0,0 0 7 15,6-1-12-15,0 1 3 0,1 0-3 0,0 1 5 16,0-3 6-16,7 0-3 0,-5 2 0 0,0 1 4 16,6-3-5-16,1-1 6 0,0 2-6 0,2 1 2 15,2-1-1-15,4 1 11 0,-2-2-5 0,3 1-5 16,3 0-2-16,10-3 5 0,4 4-7 0,0-4 3 16,-4 3-9-16,-1 2 13 0,1 0 6 0,-12 1-6 15,12-2-5-15,-13-1 7 0,17 2-9 16,-6 0 9-16,6 0 3 0,-3 0-1 0,0 0 1 0,2 2-7 15,2-2-1-15,2-2-4 0,1 4 0 0,1-2 9 16,1-2 0-16,3 2 4 0,-1 0-13 0,-1 0 4 16,0 2-3-16,0-4 6 0,1 2-9 0,3-2 5 15,-1 0-4-15,25-1 4 0,-29 3 0 0,30-4 2 16,-28 2 0-16,1 2-1 0,2-3-2 0,2 2 2 16,24-4 3-16,-31 7-3 0,4-2 3 0,26-1 5 15,-30-2-11-15,4 1 1 0,29-1 3 0,-30 0-1 16,31 3-4-16,-5-4 13 0,-25 2-4 0,26-3-9 15,-29 0 4-15,31 0-2 0,-4-2 4 0,-28 4-2 16,4-2 0-16,30-2 9 0,-28 3-9 0,26-4 1 16,-2 5-4-16,-27-3-7 0,28-4 1 0,-27 6 7 15,27-4-3-15,-26 3 4 0,29 2-4 0,-5-5-1 16,-26 6-2-16,28-4 11 0,-1 5 0 0,-26-1-3 16,25-2-3-16,-2-1 12 0,-22 3-6 0,26 0 2 15,-27-1-1-15,30 5-4 0,-4-4 2 0,0-1 3 0,-2 3-3 16,-25 0 8-16,32-2-14 0,-30 0 9 0,26-2-4 15,-27 2-5-15,30 0 5 0,-4 0-1 16,-27 0 7-16,30 1-1 0,-3 1-5 0,-26-2 4 16,30 2-4-16,-5-4 3 0,-29 3 5 0,31-3-2 0,-3 2-1 15,-24-1 3-15,35-3-2 0,-1 2-5 16,-5-5 0-16,-2 6 0 0,2 2-3 0,-28-3 2 0,33 0-1 16,-3-1 0-16,2 0 3 0,-4 0-2 15,0 3 3-15,2-1-4 0,-4 1 6 0,-27-2 0 0,30 5-2 16,-30-1 1-16,29 0 1 0,-4 1 0 0,-25-2 2 15,27 4-9-15,-2-6 1 0,-25 6 1 0,29-1 6 16,-4-1-8-16,-23 1 0 0,23 4 8 16,0-5-2-16,-27-2-7 0,35 0 4 0,-5 1 1 0,-1-5-5 15,2 5 3-15,0-2 0 0,-2 0-7 0,0 1 4 16,-1-1 7-16,-26 0-12 0,32 1 11 0,-1 1-2 16,-3-2-3-16,-2 1-1 0,-1-2 3 0,1 3-6 15,-31-1 6-15,30-2 0 0,-23 4-4 0,24-2 2 16,-28 1 2-16,26-3-2 0,-29 1 1 0,7 4 1 15,-1-2-2-15,27-4-1 0,-27 2 1 0,-4 1 5 16,3 1-5-16,1-2 6 0,24-2 5 0,-31 4-5 16,3-3 7-16,-1-2-5 0,3 3 3 0,-2 0 10 15,2-2-6-15,0 3-6 0,-1-3 1 0,-2-1 3 16,3 2-2-16,-4 2-4 0,-1-3-1 0,1 2 0 16,-3-2-5-16,1 3 9 0,-3-2 5 0,0 2-7 15,-3 0 1-15,2 1-3 0,-2 0 2 0,-13 0 1 16,13 0-1-16,-12 0 5 0,10-2-7 0,-13 2-3 15,1 0 8-15,-4 0-4 0,1 0-3 0,0 3-2 16,-3-4 2-16,-2 2-2 0,-2 1 2 0,-7-3 0 16,-1 2 0-16,-2-1-1 0,-5 0 0 0,-2 0 0 15,1 2-3-15,-5-2 4 0,1 1-4 0,-8-1-1 16,13 2 3-16,-13-2-4 0,8 2-11 0,-8-2-10 16,0 0-17-16,5 2-33 0,-5-2-31 0,0 0-36 15,0 0-165-15,-42 2-326 0,11 1 144 0</inkml:trace>
  <inkml:trace contextRef="#ctx0" brushRef="#br0" timeOffset="-71091.2">1695 10089 17 0,'-7'3'23'0,"-2"1"-2"0,0 1-5 0,2-2-1 15,-2 2-2-15,-1-1 1 0,1 1-6 0,-1-1 2 16,0 1 1-16,1-1-1 0,-3 1 0 0,0-2-1 16,5-2 1-16,-4 4 0 0,1-3-2 0,1 2-5 15,-1-3 3-15,3 2 5 0,-2-2-1 0,2 1 1 16,7-2 2-16,-11 3-4 0,5-1 5 0,6-2-1 16,-12 2-1-16,12-2 6 0,-11 3-1 0,11-3-2 15,-7 1-1-15,7-1 1 0,0 0 1 0,-9 2 1 16,9-2-7-16,0 0-1 0,0 0-8 0,-7 4 10 15,7-4-9-15,0 0 6 0,0 0-1 0,0 0 2 16,0 0 2-16,0 0-3 0,13 12 7 0,-6-11 5 16,3 3 3-16,8-2 1 0,3 0 10 15,6 1-6-15,-1 1-4 0,3-3 0 0,0 0 2 0,5 1 4 16,0-2-3-16,-1 0-3 0,3 0-2 0,2 2 4 16,-1-2-7-16,0-2 12 0,2 2-11 0,1 0 3 15,12-2-6-15,-17 1 2 0,5 1 7 16,0-3 5-16,-1 1-6 0,14-1 1 0,0-1 2 0,0 0-1 15,2 3 6-15,-1 0-5 0,0-3 4 0,0 3-6 16,0 1-5-16,-2 0 3 0,3-1-7 0,-4-1 2 16,-10 2 5-16,10 2-5 0,-10-2-8 0,-1 1-3 15,-2-1 6-15,14 1 2 0,-16 2-6 0,4-5 4 16,12 2 5-16,-13 0-9 0,12-1 3 0,-13 1-2 16,-1-1 0-16,-1 1-2 0,-1 1 0 15,3-1 0-15,-3 0 2 0,0 0-4 0,-1 0-9 0,0 0 13 16,1 1-1-16,-4 1 0 0,1-1-1 0,0 1-10 15,-3 0 5-15,1-2 3 0,-2 2-4 0,3 0-3 16,-1-2 4-16,2-2 3 0,1 1-2 16,-1 1 2-16,0-4-3 0,4 2 2 0,1-3-3 0,-1 0 3 15,1-1-3-15,0 0 3 0,-1 1-1 0,-2-3-2 16,2 0 0-16,-3 1-3 0,-1-1 0 0,0 3 1 16,-1 0-2-16,0-2 2 0,-3 3-8 0,0 1-6 15,-7 0 1-15,0 0-6 0,-1 2-14 0,0-1-11 16,-4 2-7-16,2 0-12 0,-4 2-20 15,0-2-25-15,-2 3-102 0,-3 1-224 0,2-3 100 0</inkml:trace>
  <inkml:trace contextRef="#ctx0" brushRef="#br0" timeOffset="-62195.67">1371 10924 19 0,'-3'-6'135'0,"3"6"-2"0,-5-11-5 15,4 4-14-15,1 7-4 0,-3-12-15 0,1 6-5 16,2 6 3-16,0-10 4 0,0 10-6 16,-2-7-27-16,2 7 7 0,0 0-12 0,0 0-4 15,-2-10-13-15,2 10 2 0,0 0-8 0,0 0 2 16,0 0-4-16,0 0-4 0,0 0-4 0,0 0-2 15,0 0 11-15,15 20-3 0,-8-10-4 0,-2 0 1 0,0 2 4 16,0 3-5-16,0-1 3 0,4 3-7 16,-4-1 1-16,0 1-6 0,-1 1 4 0,1 1-2 0,0 2-3 15,-2-3 1-15,0 0-3 0,3-1 7 16,-1 0-3-16,-1-2-6 0,0-3 3 0,1 0-6 16,-1-1 8-16,-1 0-7 0,0-1 0 0,-1-2-4 15,0-1 1-15,0 0 1 0,1-2-4 0,-3-5 0 0,4 8 6 16,-2-4 8-16,-2-4 13 0,0 0-1 0,0 0 6 15,0 0-11-15,0 0 3 0,0 0-10 16,0 0 2-16,7-23-1 0,-6 12-1 0,3-2-2 16,-2-4-2-16,0 0 2 0,0-2 1 0,-1-6-8 15,2 6-5-15,0-7 3 0,1-1-1 0,1 0-5 0,-4 2 0 16,4-1 3-16,0 1-1 0,0 1-5 0,-3 6 1 16,4 3 0-16,-4 2 5 0,1 1-7 0,-3 3 2 15,2 0-2-15,0 2-4 0,0 1-7 16,-2 6-10-16,5-11-13 0,-5 11-15 0,3-6-2 15,-3 6-2-15,6 0-12 0,-6 0-22 0,0 0-12 16,0 0-30-16,11 13-28 0,-6-4-144 0,-4 3-326 0,3 0 144 16</inkml:trace>
  <inkml:trace contextRef="#ctx0" brushRef="#br0" timeOffset="-61934.75">1739 10804 17 0,'0'0'105'0,"0"0"6"0,13 9 2 0,-8-1 0 16,-1 1-9-16,0 3 1 0,1 4-3 0,3 2-1 16,-4 0-8-16,3 2-3 0,-3 5-8 0,1-2-7 15,0 1-16-15,-3-3-4 0,0-2-8 0,0 0-1 16,1 0-5-16,1 7-5 0,-4-9-6 0,-2 0 0 15,2 0-3-15,-5 0-8 0,3 1-7 0,-1-3-27 16,-2 1-28-16,-1-1-28 0,-3-1-33 0,0-1-23 16,0 0-83-16,-4 0-226 0,-1-2 101 0</inkml:trace>
  <inkml:trace contextRef="#ctx0" brushRef="#br0" timeOffset="-61689.06">1102 11059 44 0,'-14'32'131'0,"3"-1"-2"0,2-1-11 0,7 0 0 15,1-2-13-15,6 3-2 0,1-1-13 0,5-7 4 16,3 0-17-16,4-1-5 0,0-3-10 0,5-6-3 15,4-1-5-15,-3 0-5 0,5-4-17 0,2-4-21 16,1 3-35-16,0-7-31 0,1 0-34 0,2 0-108 16,-7-1-214-16,5-2 96 0</inkml:trace>
  <inkml:trace contextRef="#ctx0" brushRef="#br0" timeOffset="-51563.47">3726 10939 23 0,'0'0'47'0,"0"0"-8"15,0 0-11-15,0 0 0 0,0 0-5 0,0 0-3 16,0 0 4-16,0 0-3 0,0 0-6 0,0 0-2 15,0 0-4-15,0 0 1 0,0 0 3 0,0 0-1 0,0 0-4 16,0 0-4-16,0 0 2 0,0 0 8 0,0 0-3 16,0 0-8-16,0 0 1 0,0 0 1 15,0 0 6-15,0 0-10 0,0 0 0 0,0 0 0 16,0 0 3-16,0 0-1 0,0 0 0 0,0 0 0 16,0 0-5-16,0 0 5 0,0 0-3 0,0 0-4 0,0 0 5 15,0 0-4-15,0 0 4 0,0 0 1 0,0 0-2 16,0 0 1-16,0 0-1 0,0 0 2 0,0 0-2 15,0 0 4-15,0 0 0 0,0 0 2 0,0 0 1 16,0 0 2-16,0 0-3 0,0 0 6 16,0 0 2-16,0 0-1 0,0 0-1 0,0 0 8 0,0 0-3 15,0 0 5-15,0 0-3 0,0 0 1 0,0 0 2 16,0 0 4-16,0 0 1 0,0 0 0 16,0 0 5-16,0 0 6 0,0 0-1 0,0 0-4 15,0 0 7-15,0 0 3 0,0 0 1 0,0 0-9 16,0-10-7-16,0 10 11 0,0 0-9 0,0 0-5 0,0 0 7 15,0 0-9-15,0 0-2 0,0 0-1 0,-8-7-5 16,8 7 0-16,0 0 5 0,-5-5-2 0,5 5 5 16,0 0-8-16,0 0-4 0,0 0 1 15,-11-2-2-15,11 2 3 0,-9-1-1 0,9 1-2 0,-10 1 0 16,10-1-2-16,-14 4-5 0,7-3 6 0,1 3-1 16,-3-1 3-16,1 3 3 0,-2 0 2 0,1 1-6 15,2 2 1-15,-1 0 3 0,-1-1-3 0,0 3 2 16,0 2 10-16,0 0 0 0,0 3 1 0,1-1-4 15,3-1-2-15,0 1-2 0,3 2-2 0,-4-2 8 16,5 1 2-16,-1 0-3 0,2 1-1 0,1 1-1 16,-1-4 0-16,1 2 4 0,2-2-2 0,-1-3-5 15,2 1 4-15,0-1-7 0,2-1 4 0,1 1-3 16,-1 0 0-16,-1-3 0 0,3 0-1 0,0-1-3 16,3 1-1-16,-1-4 4 0,3 2-1 0,-1 0 6 15,3-1-8-15,-1-5-2 0,3 0 3 0,-3-3-1 16,2 1-1-16,-2-2-4 0,3-2 3 0,1-1-4 15,-4-1 3-15,3-2-1 0,-3 1 1 16,1-3-2-16,-4 1 2 0,2-2-2 0,-1-1-1 0,-2-2 1 16,1 1-5-16,-4 0 6 0,-1-2 1 0,-1-1-5 15,-2 3 6-15,1-3 1 0,-8 1 2 0,1 2-1 16,0-3 1-16,-3 4-5 0,1-2-1 0,-3 2 2 16,0 4-2-16,-3-2-1 0,2 2 1 0,-1 2-4 15,-1 2-2-15,-1 0 1 0,0 2-1 0,0 1-1 16,-2 1 1-16,0 2-1 0,1 2 0 0,-1 2-2 15,1 0-3-15,-2 5-21 0,-1-4-6 0,3 5-31 16,4-2-21-16,1 1-32 0,0-1-37 0,2 3-132 16,-1-1-310-16,2-3 137 0</inkml:trace>
  <inkml:trace contextRef="#ctx0" brushRef="#br0" timeOffset="-50311.26">4074 10769 80 0,'2'-6'144'0,"-2"6"-10"0,0 0-19 0,3-7-10 15,-3 7-8-15,0 0-13 0,0 0 2 0,11 17 6 16,-5-3-3-16,-1 6-2 0,0 8-1 0,-1 6-4 16,1 1-6-16,-2 14-3 0,-1-2 9 0,-2 0 6 15,-2-11-6-15,4 10-12 0,-5-11-4 0,2-3-4 16,0 1-10-16,-2-2-2 0,4 0-4 0,-4-2-7 16,1 1 0-16,0-2-3 0,1-1-1 0,1 0-7 15,0-2-1-15,-2-6-6 0,2 0-1 0,0 7-3 16,2-8 2-16,-5-3-5 0,4 2-13 0,-2-6-23 15,2 1-16-15,-2-2-13 0,2-1-20 0,-1-3-25 16,0-6-8-16,2 9-15 0,-2-9-11 0,0 0-25 16,0 0-102-16,0 0-277 0,0 0 122 0</inkml:trace>
  <inkml:trace contextRef="#ctx0" brushRef="#br0" timeOffset="-49591.33">4190 11018 47 0,'12'-1'113'16,"-1"-1"5"-16,2 4-10 0,-2 1-6 0,1 2 1 15,-1 2-13-15,-1 3-10 0,-2 1-3 0,3 3-9 16,-5-3-6-16,0 5-10 0,-3 0 0 0,-1 0-7 16,-2-1-3-16,0 1-7 0,-2-4-6 0,-2-2 4 15,-1 2-5-15,-1-2-2 0,-1 1-4 0,1-3 0 0,-1-1 3 16,1-1-2-16,0-2 5 0,-1 0 1 0,1-2 8 15,6-2-1-15,-13 3 0 0,13-3-5 0,-9 0 7 16,9 0 1-16,0 0-3 0,-9 0-3 16,9 0-2-16,0 0-6 0,0 0-1 0,0 0-2 0,0 0-2 15,0 0-5-15,0 0 0 0,0 0-1 0,24 8-2 16,-12-7 2-16,1 0-1 0,1-1-4 16,4 0-4-16,1-2 2 0,2-1 2 0,0 0-1 15,8-4-4-15,0-1 1 0,-1 1-1 0,-2-2-1 16,3-1 7-16,-3-3-10 0,0 1 6 0,-8 3-1 0,1-2-1 15,-4-1-3-15,-1-1 7 0,-1 2-3 0,1-5-1 16,-5 3-1-16,-4-4 0 0,0 1-1 0,-2 1 3 16,-2-2 0-16,-2 5 5 0,-4-3 3 15,0 4-4-15,-2 0 2 0,0 1 1 0,-6-1-3 16,-1 0 0-16,2 6 4 0,2 0-5 0,-2 0 10 0,0 2-9 16,0 2-1-16,2 4-3 0,-4 1 1 15,2 2-2-15,1 0-2 0,0 7 0 0,0 1 0 0,1 4 1 16,2-1 2-16,2 7 2 0,1 0-3 0,4 1 1 15,1-6 2-15,1-1-1 0,3 2 0 0,1-1 2 16,1-2 0-16,2 0 2 0,2-1-3 0,0-2 2 16,2 0-1-16,2-1 4 0,-1-4-2 0,2 0-1 15,0-2 3-15,-1-3 0 0,-2 0-1 16,2 0 1-16,3 0-2 0,0-4-1 0,0-3 2 0,-3 1-3 16,-4-2-1-16,1 1 3 0,1-4-5 0,-3 1 2 15,0-1 2-15,1-1-1 0,-3-1-1 0,-1-3-2 16,-1 2 1-16,3-5-1 0,-4 0-1 0,0 0 0 15,-2-1-1-15,2 1 1 0,-3 3-3 0,2-5-2 16,0 6 3-16,2-2-5 0,0-3 2 0,-2 7 3 16,1 1-4-16,2 3-1 0,-1 0 0 0,1 1 3 15,3 2-5-15,-3 1 2 0,-6 1 2 0,16 6 0 16,-5-1 2-16,-4 2-6 0,2 3 5 0,4 3 0 16,-3-1 0-16,-5 1-1 0,1 3 2 0,2-1-2 15,-2-1-11-15,0 2-9 0,1-1-22 0,-4-3-15 16,2 0-30-16,-2-2-22 0,2 0-30 0,-1 0-25 15,1-2-143-15,-1-2-334 0,-4-6 147 0</inkml:trace>
  <inkml:trace contextRef="#ctx0" brushRef="#br0" timeOffset="-49188.3">5191 10949 158 0,'-12'-3'185'0,"1"0"-2"15,-2 5-11-15,-4 1 3 0,1 5-9 0,-2 3-3 16,-5 6-12-16,2 3-4 0,2 2-10 16,-3 1-14-16,6 0-5 0,3-1-14 0,4-3-9 0,3-3-12 15,-1 2-6-15,5-3-6 0,1-1-6 0,1-2-9 16,2-2-3-16,2 2-4 0,2-4-4 0,2 0-5 16,0-1-4-16,1 0 4 0,2-1-9 15,1-6-3-15,-1 3 0 0,-1-4-5 0,2 1-5 0,-1-3-6 16,-2-1-1-16,3-1-4 0,-2-1 1 0,-1-1-4 15,-1-2 3-15,-2 0-4 0,0-2 2 0,-1 0-3 16,-1-1 2-16,0 0-3 0,-3-4-1 0,2 6 1 16,0 0 6-16,-3 0-7 0,1 2 3 0,0 2-4 15,-1 6 3-15,2-11-2 0,-2 11-2 16,0-8-5-16,0 8 0 0,0 0 1 0,0 0 7 0,0 0-1 16,0 0 0-16,7 27 1 0,-6-15 0 15,-1 1 2-15,2 2 0 0,-2 0 0 0,2 1-2 0,-2-3 0 16,0 0 3-16,4-2 1 0,-3 1-7 0,3 1-19 15,0-4-18-15,0 2-28 0,0-2-28 0,2 1-28 16,-1-4-26-16,0-1-22 0,3 1-24 0,-3-2-145 16,3-3-367-16,-8-1 163 0</inkml:trace>
  <inkml:trace contextRef="#ctx0" brushRef="#br0" timeOffset="-48939.37">5441 10796 227 0,'0'-8'237'0,"0"8"-22"0,1-10-22 16,-1 10-19-16,0 0 0 0,0 0 2 0,0 0 2 15,4 23-1-15,-2-2-7 0,-1 6-5 0,3 2-16 16,-2 3-10-16,-2 1-13 0,2-1-4 0,-1 0-8 16,-1 1-12-16,0-1-1 0,0-4-19 0,0-2-4 15,1 1-11-15,1-7-5 0,-1 4 1 0,0-6-9 16,2 0-20-16,0-1-19 0,-1-3-23 0,0-3-22 15,-2 0-19-15,1 0-26 0,-1-3-29 0,2 0-29 16,-2-8-32-16,0 0-16 0,2 13-24 0,-2-13-203 16,0 0-441-16,0 0 195 0</inkml:trace>
  <inkml:trace contextRef="#ctx0" brushRef="#br0" timeOffset="-48669.38">5310 11094 95 0,'7'0'145'0,"1"-3"-3"16,4 2-9-16,7-2-8 0,-3 3-5 0,5-2-8 16,-1-1-8-16,-1 2-6 0,4-2-10 0,-1 2-1 15,-3-1-8-15,3 0-2 0,-2 1-7 0,-2 0-5 16,3-2-2-16,-7 3-6 0,0-1-9 0,-1 2-1 16,-1 0 2-16,-5-1-4 0,-1 2-1 0,3 0 8 15,-1 0 5-15,-2 3-1 0,1 1 1 0,-1 0-4 16,0 2-1-16,-1 1-1 0,-2 0 2 0,1 1-8 15,-2-1-4-15,0 3-7 0,-1-3-3 0,0 4 0 16,1-3-1-16,-4 0-10 0,2 0-23 0,3 1-22 16,-3 0-30-16,0-11-34 0,0 18-41 0,0-18-46 15,-1 14-171-15,-2-7-375 0,3-7 166 0</inkml:trace>
  <inkml:trace contextRef="#ctx0" brushRef="#br0" timeOffset="-47935.46">5934 11027 130 0,'0'0'214'0,"-26"22"-2"0,18-15-12 0,-1 2-13 16,0 4-6-16,1 1-19 0,0 1-13 0,0-1-12 15,3-2-11-15,1 0-13 0,0-2-10 0,1 3-13 16,2-3-7-16,0 1-8 0,2 0-7 0,-1-3-6 16,4 1-4-16,-1-2-9 0,3 0-3 0,-2-2-3 15,1 0-2-15,3 0-3 0,-3-3-4 0,2 1 0 16,0-1-8-16,2-2 2 0,-9 0-6 0,13-4-4 16,-6 1-2-16,1 0-2 0,-3-4-3 0,3 0 1 15,-2-2-5-15,-2 1-3 0,0-1 3 0,-2-3 0 16,-2 2-6-16,2-2 1 0,-2 0 0 0,0-5-2 15,2 1 1-15,-1 5-3 0,-1-5-1 0,0 5-3 16,3 0 3-16,1-2-4 0,0 4 2 0,-1 0-1 16,3 2 5-16,-1 2 2 0,4 1-1 0,-9 4-1 15,16 0 3-15,-7 4-3 0,3 1 3 0,-2 3-2 16,1 1 0-16,-2 0 4 0,3 3-1 0,-1-1 7 16,-2 2 3-16,-1-2-2 0,0-2 6 0,-1 1-3 15,0-2-2-15,-3-2 1 0,-1 1 0 0,1-3 0 16,-1 1 5-16,-3-5 11 0,5 6 16 0,-5-6 9 15,0 0-9-15,6 4-3 0,-6-4-1 0,0 0-6 16,0 0-4-16,0 0 0 0,0 0-3 0,-1-26-8 16,3 16-2-16,1 0-5 0,1 0-4 15,2-8-1-15,2 4-11 0,2 0-1 0,-1 0-1 0,3 0-1 16,-1 3 1-16,1 1 0 0,-2 1 0 0,4 4 3 16,-1 1-2-16,1 3 1 0,-1 1-5 0,1 1 2 15,-3 2 2-15,6 4 1 0,-3 2 0 16,-5-1-1-16,1 2 8 0,0 2-3 0,-1 1 2 0,1 2 0 15,-3 0-1-15,-3 0-2 0,-2 0 10 0,1 2-34 16,-2-1-32-16,-2 1-57 0,-1-1-84 0,-1 0-71 16,-1-5-177-16,-3 4-482 0,0-5 214 0</inkml:trace>
  <inkml:trace contextRef="#ctx0" brushRef="#br0" timeOffset="-47419.96">6957 10886 154 0,'0'0'232'16,"-7"-7"-21"-16,7 7-13 0,-3-4-25 0,3 4-18 16,0 0-13-16,0 0-11 0,0 0-3 0,0 0 0 15,-7 29-6-15,7-14 8 0,-1 5-9 0,-1 6-12 16,0 0-12-16,2 1-3 0,-1 0-15 0,0 1-8 15,1-2-3-15,1-1-5 0,-1-6-11 0,0 2-1 16,0-3-10-16,1 0-13 0,-1 0-32 0,2-1-24 16,-1-3-29-16,-1 2-43 0,1-6-51 0,0-1-40 15,1 1-184-15,-2-10-405 0,0 9 179 0</inkml:trace>
  <inkml:trace contextRef="#ctx0" brushRef="#br0" timeOffset="-47259.13">6905 10672 2 0,'0'0'113'0,"0"0"-31"0,0 0-35 16,-3 22-41-16,7-6-48 0,-2-4-45 0,5 5 20 15</inkml:trace>
  <inkml:trace contextRef="#ctx0" brushRef="#br0" timeOffset="-46933.36">7366 10926 49 0,'0'0'216'0,"0"0"-13"15,0 0-11-15,0 0-8 0,-18 0-5 0,18 0-17 16,-15 9-13-16,6 1-13 0,-3-1-12 0,5 1-9 15,-4 1-10-15,2 5-10 0,3-6-8 0,1 6-6 16,2-5-10-16,1 1-9 0,3 1-6 0,2-3-2 16,3 2-4-16,3-2-7 0,-1 0-5 0,3 2-3 15,-1-3-4-15,3-1-3 0,-3 1-2 0,2-2-2 16,-1 2-5-16,-2-4-1 0,1 0-3 0,-2 0-1 16,-1 0-2-16,-2-1-2 0,1 1 0 0,0-1 0 15,-2 0-2-15,-4-4-1 0,5 5 3 0,-5-5 10 16,2 10 2-16,-2-10-4 0,-8 9 6 0,0-4-9 15,-2 3 2-15,-1-2-3 0,-5 2-10 0,0 0-16 16,-5-3-15-16,5 0-21 0,-5 0-46 0,2-3-32 16,2 0-59-16,-2-2-210 0,0-2-429 0,-3-1 190 15</inkml:trace>
  <inkml:trace contextRef="#ctx0" brushRef="#br0" timeOffset="-46731.23">6896 10767 2486 0,'-6'-18'7'0,"0"1"22"0,-3 2 10 0,4 2-4 15,1 3-2-15,0 5 10 0,2 0-7 0,2 5 2 0,-4-9-8 16,4 9-4-16,-5-8-2 0,5 8-7 0,0 0-14 16,-1-7-7-16,1 7-10 0,0 0-15 15,0 0-25-15,16 0-35 0,-5 2-40 0,1 1-45 16,5 1-52-16,-4 0-129 0,2 5-384 0,3-2 170 0</inkml:trace>
  <inkml:trace contextRef="#ctx0" brushRef="#br0" timeOffset="-44035.26">7946 11073 109 0,'0'0'141'0,"0"0"-21"0,0 0-2 16,0 0-12-16,0 0 1 0,0 0-6 0,0 0-7 15,8 18 8-15,-7-8-6 0,0 6-5 0,-1 0-9 16,2 3-4-16,-2 0-10 0,0-2-5 0,0 0-5 16,-2-4-4-16,1-1-2 0,1 1-10 0,0-3-2 15,0-1 1-15,-1 0-2 0,1-9 1 0,0 11 10 16,0-11 6-16,0 10 9 0,0-10 15 0,0 0 7 16,-1 8-9-16,1-8 12 0,0 0-7 0,0 0-8 15,0 0-11-15,0 0-7 0,-17-23-5 0,12 11-3 0,1 0-7 16,1-5-5-16,1 0-1 0,1-1-8 15,3-1-1-15,3-8-1 0,0 2-7 0,0-1 1 16,3 2-2-16,0 6-4 0,1-1-1 0,1 2-2 16,2 1-4-16,0 3 2 0,1 2-3 0,-4 3-4 15,2 3-2-15,1 1-2 0,1 3 0 0,0 2 1 0,-2 2 2 16,7 3-2-16,-4 2 1 0,1 3-1 0,-2 2-3 16,1 0 3-16,-5 3 0 0,-1-2-1 15,1 2-1-15,-2 1 3 0,-1-2 3 0,-1 0-6 16,-1-2 6-16,-1-2 0 0,-1 0-3 0,0-2 1 15,-1 2 1-15,-1-6-1 0,0-5 2 0,0 11 1 0,0-11 6 16,0 0 2-16,-3 8-1 0,3-8 2 0,0 0 0 16,0 0-1-16,0 0 2 0,0 0-7 15,-14-16 0-15,11 8-8 0,3-4-1 0,1 0-6 16,3-3 5-16,-1-1-6 0,2-1-1 0,1 0-2 0,0-1-7 16,2 3 2-16,2-1 2 0,2 2-1 0,2 0 2 15,-5 6-3-15,1 1 4 0,0 2-3 16,2 2 2-16,-1 3 0 0,1 1 3 0,6 2 2 15,-8 5 2-15,0-1 0 0,4 6-1 0,-5 1 1 16,3 3 0-16,-5 0-1 0,0-1 4 0,2 9 0 0,-5-7-21 16,1 0-21-16,-2 0-20 0,-1-3-21 0,0 1-37 15,2 0-33-15,-1-6-36 0,-2 0-169 0,-1-1-393 16,1-2 174-16</inkml:trace>
  <inkml:trace contextRef="#ctx0" brushRef="#br0" timeOffset="-43689.66">8551 11001 94 0,'-3'-4'195'15,"3"4"-14"-15,-8-5-12 0,8 5-3 0,0 0-3 0,0 0-7 16,-7 21-9-16,7-11-8 0,0 4-9 0,1 3-11 16,0 0-12-16,3 0-9 0,1 2-5 0,3-3-12 15,1 0-7-15,1-3-4 0,1-1-8 16,0-3-5-16,3 1-5 0,-1-4-4 0,3-1-3 0,1-2-4 15,2 1-6-15,0-4 2 0,0-4-6 0,-1-2-3 16,0 0-3-16,0-3-1 0,-3-2-4 0,1-1 1 16,-5 0 0-16,1-1-5 0,-2-1 0 0,-2 0-3 15,-3-3-3-15,-1 1 4 0,-1 0 0 0,-1 2 3 16,-2 0-3-16,2 2 0 0,-2 2 3 0,3 3 2 16,-3 7-2-16,0-12-6 0,0 12-1 0,0-7-2 15,0 7-2-15,0 0 2 0,0 0-2 16,0 0-1-16,5 29-2 0,-4-11 3 0,-1 0-3 0,-1 1-6 15,2 7-22-15,-1-7-26 0,1 1-29 16,1-1-31-16,0 0-31 0,3-3-46 0,3 0-36 0,0-2-135 16,-2-4-389-16,3-2 173 0</inkml:trace>
  <inkml:trace contextRef="#ctx0" brushRef="#br0" timeOffset="-43459.07">9179 10965 78 0,'-5'-3'232'0,"5"3"-12"0,-10-2-12 16,10 2-8-16,-14 5-1 0,6 5-9 0,-2 2-13 15,-1 2-12-15,2 3-14 0,1 0-14 0,0 2-11 16,5-1-12-16,-1-2-12 0,1 1-9 0,4 0-6 16,2-2-10-16,2 1-7 0,0-4-15 0,5 1-16 15,-1-3-26-15,7-1-20 0,-1 1-29 16,-1-7-31-16,4 1-28 0,4-4-29 0,-3-1-22 0,3-2-26 15,-2 0-3-15,-1-4-12 0,2 0-101 0,-2-4-311 16,-4 0 138-16</inkml:trace>
  <inkml:trace contextRef="#ctx0" brushRef="#br0" timeOffset="-43150.36">9369 10797 157 0,'-2'-11'189'15,"1"5"-12"-15,1 6-13 0,-1-9-25 0,1 9 0 16,0 0 5-16,0 0-3 0,0 26-2 0,2 0-5 15,0 3-1-15,-2 2-7 0,-2 3-5 0,4-1-5 16,-2 1-10-16,1-1-3 0,-1-5-3 0,2 0-8 16,-2-4-9-16,3-7-7 0,2-1-8 0,-2-3-4 15,-2-3-5-15,1-3-8 0,0 1-1 0,-1-3-1 16,-1-5 4-16,3 8-2 0,-3-8 2 0,0 0-1 16,0 0-3-16,0 0-6 0,0 0-8 0,16-19 6 15,-10 9-11-15,0-2-4 0,1-4-6 0,2-1-9 16,1 0-2-16,-2 2-1 0,1 1 0 0,-1 3-5 15,-2 3-3-15,-1-1-3 0,0 5 3 0,2 0-2 16,-7 4-1-16,12 0-2 0,-12 0 2 0,15 8 1 16,-8 2 0-16,2 1 0 0,-2 3 2 0,0 1-15 15,1 2-18-15,0 1-30 0,-3 1-42 0,2 1-54 16,4 2-59-16,-1-3-249 0,-2-2-505 0,2 1 224 16</inkml:trace>
  <inkml:trace contextRef="#ctx0" brushRef="#br0" timeOffset="-42789.63">9973 11287 2 0,'9'-15'266'0,"8"-4"-12"0,-8 2-16 0,5-7-14 16,2 1-13-16,-2-1-13 0,2-1-8 0,-5-1-14 15,2-2-16-15,1 0-14 0,-4-2-9 0,3 2-13 16,-1-4-14-16,-2 3 3 0,-1 2-7 0,-4 9 1 15,-3 2 2-15,2 5-12 0,-2-1-8 0,-1 2-5 16,0 2-13-16,-1 8-6 0,-1-11-10 0,1 11-2 16,-7-7-12-16,7 7-6 0,-16 7-6 0,4 0-2 15,-2 3-7-15,-1 4-7 0,-2-2-7 0,4 2-12 16,2 0-2-16,4 2-2 0,2 0-5 0,2 1-8 16,1-1-3-16,7-6 0 0,-1 5 2 0,4-1-5 15,-2-4 2-15,7 4 2 0,0-2-2 0,0 0 3 0,2-2 4 16,-2 2 3-16,1-2 1 0,-1 0 2 0,-6-4 1 15,3 4 0-15,-6-1 1 0,1-2 3 16,1 2 1-16,-5-2 0 0,0 0-9 0,-1-7-4 16,-4 14-21-16,-1-5-23 0,-1-2-37 0,-4 0-33 0,1 0-37 15,1-2-38-15,-1 0-189 0,-2 0-432 16,11-5 191-16</inkml:trace>
  <inkml:trace contextRef="#ctx0" brushRef="#br0" timeOffset="-42597.48">10291 10920 113 0,'5'-5'205'0,"2"2"-6"0,-7 3-3 15,11 0-6-15,-11 0 2 0,17 10-4 0,-8-3-5 0,1 10-8 16,-1-3-14-16,0 3-11 0,-1 7-10 0,-2-2-14 16,-1 2-13-16,-2-4-11 0,2-2-10 0,-4-2-23 15,0 1-28-15,1-2-38 0,-2-1-34 0,0-2-48 16,1 0-59-16,-1-1-40 0,1-3-191 15,-1-1-400-15,0-7 177 0</inkml:trace>
  <inkml:trace contextRef="#ctx0" brushRef="#br0" timeOffset="-42452.86">10281 10740 22 0,'5'35'54'0,"-1"-16"-35"0,4 8-36 16,-1 2-16-16,4 0 8 0</inkml:trace>
  <inkml:trace contextRef="#ctx0" brushRef="#br0" timeOffset="-42063.62">10541 11152 160 0,'0'0'239'0,"6"-12"-21"0,-6 12-10 16,0 0-16-16,-5-17-8 0,5 17-7 15,-5-16-15-15,2 6-11 0,2-1-14 0,1-2-15 16,1-2-10-16,2-1-7 0,4 1-8 0,5 2-4 0,-1 0-6 16,5 2-8-16,-1 3-6 0,3 1-3 0,-4 4-16 15,4 2-6-15,0 1-6 0,-2 6 0 16,0-1-8-16,-5 3-3 0,3 3-3 0,0-1 0 16,-2 4-6-16,-2 0 5 0,-2-3-8 0,-2 2-3 15,0-1-1-15,-2-4 0 0,0 3-4 0,-1-4 3 0,-1 1-4 16,2-3 1-16,-4-5 2 0,3 10 3 0,-3-10 3 15,0 0-4-15,0 0-2 0,0 0 1 16,0 0-5-16,0 0 2 0,0 0 1 0,0 0-4 16,0 0-1-16,-3-36-2 0,6 21-2 0,4-2 2 0,0-2-3 15,0 1-6-15,7-5-3 0,-1 0 2 0,5 3-2 16,-5 6-1-16,3 1 1 0,-1 1 7 0,0 2 1 16,0 1 2-16,-1 4-5 0,-1 3-1 0,-1 2 1 15,-2 2 1-15,1 3-2 0,1 3 2 0,-5-1-1 16,4 6 2-16,-3 3 0 0,-2-1 1 0,0 4 0 15,-3-2-5-15,-3 2-16 0,-2 7-19 0,0-7-29 16,-7 4-43-16,4-5-56 0,-2 0-58 0,0-2-210 16,2-2-470-16,-4 1 209 0</inkml:trace>
  <inkml:trace contextRef="#ctx0" brushRef="#br0" timeOffset="-41807.71">11323 10732 2441 0,'6'-15'56'16,"-1"3"13"-16,-5 6-34 0,3-1-15 0,-3 7-12 15,1-6-7-15,-1 6 7 0,0 0 6 0,0 0 23 16,1 34 10-16,-4-9 7 0,-1 5-2 0,-4 0 7 16,0 5 4-16,2 11 2 0,-1 1 1 0,2-11-3 15,-1 10-4-15,2-12-6 0,-2 0-4 0,6 0-4 16,-3-4-5-16,3 1-5 0,-1-2-3 0,1-3-15 15,1 0-17-15,2-8-17 0,-1-1-19 0,-2-2-19 16,4 1-31-16,-4-5-36 0,1-1-46 0,1-2-43 16,-2-8-29-16,1 9-186 0,-1-9-461 0,0 0 205 15</inkml:trace>
  <inkml:trace contextRef="#ctx0" brushRef="#br0" timeOffset="-41610.29">11395 10901 104 0,'11'-6'183'16,"1"1"-5"-16,0 1 1 0,-2 4-5 0,3 2-6 16,-4 3-5-16,0 2-2 0,1 1-6 0,-4 2-7 15,1 4-11-15,-2 3-5 0,1-1-15 0,-4 1-12 16,-4 1-7-16,2 0-7 0,-6 0-10 0,1-3-5 16,-3 1-9-16,0-1-9 0,-4-2-24 0,0 1-26 15,1-1-36-15,1-3-44 0,-2-3-46 0,4-1-55 16,-3-1-198-16,1-3-403 0,2-2 179 0</inkml:trace>
  <inkml:trace contextRef="#ctx0" brushRef="#br0" timeOffset="-40902.08">11558 10691 2 0,'1'-9'242'15,"0"2"-22"-15,2 1-25 0,-3 6-1 0,0 0 5 16,0 0 4-16,15 18 8 0,-12-1-7 0,1 8-9 15,-2 4-15-15,1 1-18 0,-1 1-12 0,3 1-11 0,-5-2-18 16,3-1-8-16,-1 2-11 0,2-4-9 16,-4 1-25-16,0-3-31 0,2 0-26 0,-2-6-34 15,0-1-31-15,0-1-33 0,2 0-31 0,-1-4-26 16,3-3-13-16,0-3-9 0,0-2 6 0,2 0 2 0,0-3 2 16,-6-2 12-16,14 1 13 0,-3-3 31 0,0-1 19 15,-1 0 22-15,1-3 32 0,-3 0 18 16,1-1 23-16,5-4 14 0,1 0 13 0,0 1 7 15,1-1 9-15,-1-1 6 0,0 1 4 0,3-1 3 16,1-4 1-16,0 4-6 0,2-6-1 0,-6 6 4 0,1 0-1 16,-1 0-1-16,0-1-4 0,-2 1-1 0,-1-3 2 15,-1 2 2-15,-1 0 5 0,-6 3 5 0,0 1 1 16,-3-2 0-16,1 2 1 0,-2 9 2 0,-4-13-1 16,-1 9 0-16,-2 0-3 0,7 4 4 0,-20 3-3 15,2 1 2-15,0 6-2 0,-5 3-3 0,0 4-3 16,2 3 2-16,1-1 2 0,3 1 3 0,5-4-6 15,3 1 0-15,2 0-16 0,1-1 4 0,1 1 16 16,5-2-24-16,2 1-5 0,2-5-9 0,3 1-3 16,4-3 2-16,3 1-5 0,2-5-5 0,6 0 1 15,5 0-2-15,-1-3-9 0,3-2 5 0,2-3-2 16,-7-1-4-16,7-1-4 0,1 0 2 0,2-4 1 16,-2 0-3-16,-1-1-15 0,-2-2-7 0,0 2-1 15,-3-2-5-15,-1 0-8 0,-2-3 1 0,-7 4-2 16,2-2 3-16,-3 0-3 0,1-2 2 0,-5 0 3 15,-1-1 2-15,-2-2 0 0,1 2-1 0,-6-1 1 16,-1 2-1-16,3-4 8 0,-5 7 4 0,2 0-5 16,-2 2 1-16,2 1-2 0,-2 9 1 0,0-12 8 15,0 12 6-15,0-10 9 0,0 10-15 0,0-7 1 16,0 7 3-16,4-5-1 0,-4 5 0 0,12 2 8 16,-12-2-4-16,18 3-4 0,-10 2 1 0,4 0 4 15,-1-1-6-15,0 5 6 0,-2-2-2 0,1 2 0 16,1 2-2-16,2 2 2 0,-4 2-5 0,0-2 2 15,-5-2 13-15,1 0 2 0,0 1-16 0,-3 0 7 16,-2 0 1-16,-2-2-6 0,2 4 5 0,0-3-1 16,-6 0-6-16,4-2-11 0,0-1-34 0,2 0-36 15,-4-3-32-15,1 3-45 0,0 1-50 0,3-9-33 16,-1 13-68-16,-3-5-170 0,4-8-521 0,0 0 231 16</inkml:trace>
  <inkml:trace contextRef="#ctx0" brushRef="#br0" timeOffset="-40402.12">13472 10662 215 0,'-4'-16'212'0,"1"-1"0"16,1 5-1-16,2 3-10 0,0 0-8 0,0 9-19 0,0-12-18 15,0 12-17-15,-2-6-15 0,2 6-13 0,0 0-1 16,0 0 2-16,9 26-4 0,-4-7-3 0,-3 10-1 15,-2 1-4-15,0 4-10 0,-2 1-11 0,-6 10-6 16,0-1-4-16,-1-9-7 0,7 0-8 0,-6 1-5 16,2-2-9-16,-1 0-18 0,3-4-25 0,-2 0-28 15,-2-2-29-15,2-3-29 0,3-1-49 0,1-7-46 16,-2-5-44-16,4 0-171 0,-5-2-432 0,3-5 191 16</inkml:trace>
  <inkml:trace contextRef="#ctx0" brushRef="#br0" timeOffset="-39789.73">13398 10851 23 0,'9'-9'131'0,"5"-3"-1"16,5-4-14-16,-2 6-1 0,-2 0-8 0,1 1 1 0,-5 2 9 16,-1-3-21-16,0 4-8 0,1-3 2 15,-1 0-6-15,-3 2-1 0,1-4 0 0,-3 3 7 16,-1-1-6-16,1 1 0 0,-2 1 4 0,-3 7-7 15,2-11-9-15,2 5-3 0,-4 6-12 0,2-8-8 0,-2 8-4 16,0 0-5-16,0 0-2 0,0 0 2 0,7 21-3 16,-3-4-2-16,-4 2-2 0,2 8-1 15,-4 3-3-15,2 1 0 0,-4 0-11 0,4-2 5 16,0 1-1-16,-2-3-2 0,1-2-2 0,-3-4-2 0,4-6-3 16,-2-2 2-16,0-3 0 0,2 0-4 0,-2 0-4 15,2-10 5-15,0 10-3 0,0-10 1 0,0 9 2 16,0-9-1-16,0 0 0 0,0 0-1 0,0 0 0 15,0 0-3-15,19-14-1 0,-9 7 1 0,-1-3-1 16,3-3-2-16,1 4-1 0,0-2 1 0,3 2-3 16,-5 1 0-16,2 3-4 0,-1 1 4 0,1-1-4 15,1 2 3-15,-1 1 2 0,5-1-5 0,-5 3 1 16,7 2-1-16,-4 0 3 0,2-1 3 0,0 5-6 16,-2-4 2-16,2 1-1 0,0-1 2 0,0 1 3 15,-1 0-2-15,6-3 0 0,-2-2 3 0,1 1-1 16,-2-3-3-16,3 0 2 0,-3-4 0 0,4-2 4 15,-4 1-5-15,-3 1 4 0,-2-1-1 0,-4 2 9 16,-1-1 0-16,0-2 1 0,-3 2 1 0,2-3 0 16,-4 2-4-16,-1-4 7 0,-1 2 0 0,-3 1-4 15,0-2 6-15,-2 0-8 0,-3 2-3 0,1 1 2 16,-1 1 2-16,-2 4 0 0,2-1 0 0,-1 1-2 16,6 4-3-16,-16 3 7 0,5 2 2 0,0 3 0 15,-3 3 2-15,1 3 2 0,1-2 0 0,1 3-4 16,3-1 0-16,3-3 1 0,0 4-6 0,1-2 0 15,4-3-2-15,2 0 1 0,0 0-2 0,0-1 4 16,5 1-5-16,-2 0 3 0,4-1-14 0,1-2-26 16,4-1-18-16,-3 0-33 0,1 0-36 0,5 0-47 15,0-1-34-15,-6-2-38 0,2 1-156 0,-2-1-423 0,2 1 188 16</inkml:trace>
  <inkml:trace contextRef="#ctx0" brushRef="#br0" timeOffset="-39559.36">14382 11004 50 0,'4'-7'214'0,"1"0"4"0,-3 0-4 16,5-1-3-16,-3-2 1 0,-1-1-17 15,3-6-13-15,-1 4-14 0,4 1-11 0,0-3-7 16,2 1-15-16,-2 0 0 0,5 0 2 0,-1 2-18 0,1 2-9 16,-4 1-6-16,2 4-10 0,0 0-10 0,0 2-11 15,1 2-6-15,-1 1-8 0,-1 4-5 16,1 0-6-16,1 6-3 0,-1 1-6 0,-1 2 0 0,-2 2-5 15,-3-1-10-15,1 1-25 0,-4 2-22 0,-1-1-28 16,0 1-29-16,-4 2-45 0,2-1-55 0,0-7-54 16,0 5-213-16,-2-4-483 0,2-2 215 0</inkml:trace>
  <inkml:trace contextRef="#ctx0" brushRef="#br0" timeOffset="-39299.56">15209 10552 58 0,'1'-9'287'0,"2"3"-27"0,-3 6-26 16,0-8-23-16,0 8-6 0,0 0 6 0,0 0 1 16,0 0-12-16,0 0-4 0,0 31-15 0,-2-15-15 15,1 2-9-15,-3 2-18 0,3-1-11 0,0 7-14 16,1-6-6-16,-4 6-10 0,4-1-11 0,0 0 0 15,0-5-20-15,0-1-21 0,0 0-27 0,2-3-23 16,-2 4-31-16,0-2-29 0,0-2-33 0,0 0-43 16,-2-3-42-16,2-1-32 0,0-1-35 0,-3 0-166 15,1-4-449-15,-1 2 199 0</inkml:trace>
  <inkml:trace contextRef="#ctx0" brushRef="#br0" timeOffset="-38932.4">15200 10612 59 0,'10'-17'216'16,"2"3"-9"-16,0 0-1 0,0 1-5 16,-2 6-15-16,-1 0-14 0,2 2-15 0,0 3-11 15,1 2-12-15,1 0-8 0,-1 3-8 0,-1 1-11 0,2 2-5 16,1 3-14-16,-4 0-5 0,2 3-8 0,-3 2-4 16,-2 3-11-16,-1-2-2 0,-1-4-6 15,-3 7-4-15,-2-1-3 0,0-1-6 0,-1 0-4 0,0-6-5 16,1 0-10-16,-5 0-8 0,5 0-9 15,-3-3-6-15,2 0-10 0,-2 0-10 0,3-7-7 0,-1 11 5 16,1-11-4-16,1 10-1 0,-1-10-1 0,5 8 2 16,0-4 1-16,3-1 5 0,1 0 1 0,1 1 0 15,3-1 7-15,-1 3-4 0,-2-2 4 16,2 2 2-16,0-1 3 0,-2 0 5 0,0 3 6 0,-2-2 6 16,0 1 6-16,-3 1 6 0,0 1 6 0,-4-4 11 15,0 2 6-15,-1-7 9 0,-2 14-5 0,-6-6-1 16,2 0 0-16,-3-1-7 0,-1 0-5 0,-6 1 7 15,2 2-11-15,-1-4-3 0,3-1-22 0,-1 1-25 16,0-4-29-16,-1 1-35 0,2-2-31 0,2-1-55 16,0 0-77-16,10 0-132 0,-16-3-412 0,11 0 182 15</inkml:trace>
  <inkml:trace contextRef="#ctx0" brushRef="#br0" timeOffset="-38517.47">15728 10559 197 0,'18'-2'188'0,"2"-2"-8"15,3 1-13-15,-4-1-17 0,11 0-13 0,-9 2-13 16,7-2-12-16,-1 1-9 0,-8 2-11 0,3-2-11 0,-4 3-11 16,-4 0-17-16,4-3-8 0,-5 3-10 0,-3 0-4 15,-1 0-2-15,-1-2-7 0,-8 2-10 16,9-3-3-16,-9 3-5 0,0 0-2 0,0 0 5 15,0 0-1-15,-12-14 13 0,12 14 6 0,-10-4 4 16,3 0 7-16,7 4-3 0,-10-5 5 0,5 3-5 0,5 2-2 16,0 0-9-16,0 0 2 0,0 0 9 15,-13 5 6-15,13-5 8 0,-1 13 7 0,0-2-5 16,1 1 1-16,0 0 0 0,0 5 7 0,0-1 0 16,2 1-4-16,-2 1 3 0,0 0 3 0,4 0 0 0,-1-2-2 15,-2 1 1-15,-1 0-2 0,0-2-2 16,-1-3 3-16,1 4-3 0,-3 0 2 0,-1-5-5 15,3 0-3-15,-4-1 2 0,1 0-1 0,-2 0 0 0,-1-1-9 16,-5 2-3-16,-1 0-4 0,-1-1 1 16,-2-3-5-16,0 4-1 0,2-4-7 0,-5-1-12 0,6-2-19 15,-1-2-22-15,2 1-20 0,1 0-28 0,-1-2-36 16,6-1-44-16,6 0-65 0,-8-5-59 0,8 5-170 16,-1-8-491-16,1 8 218 0</inkml:trace>
  <inkml:trace contextRef="#ctx0" brushRef="#br0" timeOffset="-38140.29">16236 10540 56 0,'13'-5'196'0,"0"3"-18"16,6-3-3-16,2 0-6 0,8-1-14 0,-1 0-16 15,0-1-13-15,0 2-12 0,-1 0-12 0,-7 2-14 16,1-2-4-16,-2 1-8 0,-1 0-7 0,-5 4-11 15,-2-3-9-15,-1 1-8 0,-2 1-7 0,-1 0-11 16,-7 1-4-16,9-4-5 0,-9 4-8 0,2-5-1 16,-2 5 0-16,0 0-4 0,0 0 3 0,0 0 2 15,0 0 10-15,-15-11 4 0,15 11 2 0,-7-2 1 16,7 2-4-16,0 0 1 0,-10-2-1 0,10 2 0 0,0 0 4 16,-9 7 8-16,5-2 3 0,2 1 0 15,-2 4 5-15,0 6 12 0,0 0 19 0,1 1 7 16,-1 2 8-16,1 0 1 0,-1 1-5 0,0-1-4 15,2 0-4-15,0 2-3 0,0-2 3 0,-1-1-1 0,2 5-3 16,-1-5-10-16,-2-1-6 0,3-2-4 0,1 2-2 16,-2-5-11-16,1-1 3 0,1-1-10 0,-1 2-24 15,1-6-20-15,-3 1-30 0,2 0-37 16,0 0-37-16,1-7-46 0,-2 10-44 0,2-10-57 0,-4 7-170 16,4-7-471-16,-6 1 209 0</inkml:trace>
  <inkml:trace contextRef="#ctx0" brushRef="#br0" timeOffset="-37979.53">16556 10503 11 0,'13'-3'117'0,"4"-1"-29"0,0 0-28 0,0-1-44 16,-3 3-65-16,0-2-53 0,1 0 24 0</inkml:trace>
  <inkml:trace contextRef="#ctx0" brushRef="#br0" timeOffset="-26231.79">16833 10843 59 0,'0'0'96'0,"0"0"6"15,0 0-5-15,0 0-3 0,0 0 1 0,0 0 1 16,0 0 2-16,0 0-4 0,0 0-3 0,0 0-3 16,0 0-3-16,0 0-7 0,0 0-5 0,0 0-9 15,0 0 2-15,0 0-7 0,0 0 8 0,0 0-8 16,0 0-4-16,0 0-5 0,0 0 0 0,0 0 2 15,0 0-5-15,9-20 1 0,-9 20 0 0,0 0-6 16,0 0-7-16,0 0 1 0,0 0-8 0,0 0 1 16,0 0-3-16,0 0-3 0,0 0-5 0,0 0-3 15,0 0-2-15,3-6-3 0,-3 6 0 0,0 0-4 16,0 0 4-16,0 0-2 0,0 0-1 0,0 0-2 16,0 0-2-16,0 0 5 0,0 0-4 0,0 0-1 15,0 0-1-15,0 0 4 0,0 0 0 0,0 0-1 16,0 0-1-16,0 0 5 0,0 0-5 0,-6 23 0 15,6-23 1-15,0 0 0 0,0 0-1 0,0 0 1 16,0 0 2-16,0 0-1 0,0 0-2 0,0 0 4 16,0 0-1-16,0 0 0 0,0 0-4 0,0 0 7 15,0 0-6-15,0 0 2 0,0 0 1 0,0 0-3 16,0 0-4-16,0 0 2 0,0 0-4 0,0 0 0 16,0 0-2-16,0 0 4 0,0 0-4 0,0 0-17 15,0 0-10-15,0 0-23 0,0 0-25 0,0 0-35 0,0 0-42 16,0 0-164-16,0 0-346 0,0 0 153 0</inkml:trace>
  <inkml:trace contextRef="#ctx0" brushRef="#br0" timeOffset="-24663.81">1428 11930 119 0,'0'0'174'0,"0"0"-6"0,0 0-25 0,0 0-11 16,0 0-15-16,0 0-13 0,0 0-9 0,0 0-1 15,0 0 0-15,0 0-8 0,0 0-3 0,13 25-9 16,-9-11-10-16,4 2-1 0,-3-6-4 0,4 6-1 15,-4 0-4-15,2 0-2 0,-1-1-2 16,-3 2-3-16,4-3-4 0,-1 1-6 0,1-1-3 0,2 0-2 16,-6-2-3-16,5-2 0 0,-4-2-7 0,1 1 1 15,0-1-1-15,-2-2-3 0,-2-1-1 0,-1-5-1 16,6 8-2-16,-2-3 4 0,-4-5 9 0,0 0 11 16,4 5 16-16,-4-5 5 0,0 0 0 0,0 0-7 15,0 0-2-15,0 0-6 0,9-18-4 16,-8 10-3-16,2-5-3 0,-3 2-5 0,0-4-2 0,2-4-5 15,0 2 2-15,0 0-5 0,1 2 0 0,-3-3-14 16,0 2-15-16,2 3-11 0,1 2-11 0,-3 2-28 16,2 1-32-16,0-1-38 0,0 3-30 15,-2 6-28-15,5-9-13 0,-5 9-144 0,4-3-372 16,-4 3 165-16</inkml:trace>
  <inkml:trace contextRef="#ctx0" brushRef="#br0" timeOffset="-24457.76">1754 11937 128 0,'0'0'145'0,"0"0"6"0,9 7 2 0,-9-7-5 0,7 11-7 16,-2-4-8-16,-3 6-9 0,1-3-9 0,-1 2-7 16,2 5-9-16,-3-1-11 0,2-5-7 15,0 6-8-15,-3-6-11 0,2 2-7 0,-2 0-1 16,4 4-2-16,0-5-11 0,-3 5-30 0,-1-5-28 15,1 0-28-15,-1 0-42 0,0-3-37 0,-1 1-158 0,-4 1-305 16,4-5 136-16</inkml:trace>
  <inkml:trace contextRef="#ctx0" brushRef="#br0" timeOffset="-24115.77">2010 11962 38 0,'5'18'180'0,"0"-1"-5"0,-1 0-12 0,-2 1-18 15,0 0-10-15,-1-3-13 0,-1 3-13 0,-1 0-11 16,-3 0-8-16,0 2-6 0,-5-4-13 0,-2 6-7 16,0-5-25-16,-5 3-24 0,-3 1-27 0,4-10-38 15,-2 1-36-15,-4 3-33 0,3-5-92 0,-7 2-227 16,3-7 101-16</inkml:trace>
  <inkml:trace contextRef="#ctx0" brushRef="#br0" timeOffset="-23920.4">1166 12121 131 0,'4'25'158'0,"-1"2"-8"15,2 1-13-15,-1 4-12 0,3-2-5 0,2-1-17 16,2-2-5-16,1 1-12 0,1-4-6 0,5 0-9 16,1-6-35-16,2-1-35 0,-6-4-35 0,4-6-56 15,8 2-106-15,-5-6-211 0,-4-2 93 0</inkml:trace>
  <inkml:trace contextRef="#ctx0" brushRef="#br0" timeOffset="-23718.52">1607 11785 2219 0,'2'-17'-24'0,"-1"1"25"16,-1 5 32-16,0 2-16 0,0 3-1 0,0 6-10 16,0-12-15-16,0 12-22 0,1-10-5 15,-1 10-4-15,0 0-15 0,8-1-21 0,-8 1-28 0,0 0-13 16,0 0-37-16,15 11-121 0,-11-7-297 0,1 2 131 15</inkml:trace>
  <inkml:trace contextRef="#ctx0" brushRef="#br0" timeOffset="-18731">7890 11911 74 0,'0'0'74'0,"6"29"-42"0,-1-18-46 16,-1 1-14-16,0 0-30 0,5 0 14 0</inkml:trace>
  <inkml:trace contextRef="#ctx0" brushRef="#br0" timeOffset="-10200.75">3965 11927 23 0,'-3'-8'178'0,"3"8"-11"0,-7-5-13 16,7 5 4-16,0 0 5 0,-12-3-4 0,5 3-5 16,7 0-1-16,-12-3-7 0,12 3-5 0,0 0-13 15,-9-1-13-15,9 1-9 0,0 0-11 0,0 0-7 16,0 0-3-16,0 0 9 0,0 0-7 0,0 0-4 16,21 14-4-16,-3-12-7 0,11-3-11 0,3-1-8 15,1 0-8-15,5-1-8 0,0-1-10 0,13-3-8 16,-17 3-21-16,-1-2-14 0,1 2-30 0,-6 1-29 15,-10 2-31-15,0 0-44 0,-7-2-31 0,2 3-41 16,-5 0-124-16,-8 0-374 0,0 0 166 0</inkml:trace>
  <inkml:trace contextRef="#ctx0" brushRef="#br0" timeOffset="-9960.1">3974 11904 68 0,'-6'7'177'16,"-1"2"8"-16,0 6 1 0,0 0-11 0,1 3-9 16,2 5 1-16,-1 7-16 0,-3-1-2 0,2 3-8 15,2-2-11-15,-1 2-15 0,1 1-7 0,-2-1-10 16,1-1-10-16,-2 0-6 0,5 1-8 0,-2-2-12 16,-1-3-5-16,2 2-3 0,-1-4-5 0,-2 2-25 15,2-3-2-15,2-5-5 0,-4-2-26 0,4 2-13 16,-1-3-15-16,1 1-27 0,-2-7-23 0,1 2-30 15,2-2-29-15,0-4-39 0,1-6-128 0,-5 9-340 16,2-5 151-16</inkml:trace>
  <inkml:trace contextRef="#ctx0" brushRef="#br0" timeOffset="-9423.46">3854 12332 50 0,'22'-5'157'0,"8"-3"-10"0,4 3-10 16,0 0-6-16,3-1-12 0,-1-2-13 0,1 2-7 16,0 2-11-16,-2-3-15 0,-1 4-3 0,2-4-9 15,-3 1-3-15,0-1 0 0,1 1-13 0,-4-2-3 16,0 4-2-16,-2-3-4 0,-8 3-2 0,1-3-11 16,-9 2 5-16,0 2-6 0,-1 1 7 0,-3 0-1 15,-3-1 15-15,-5 3 7 0,13-3-1 0,-13 3-3 16,5-3-6-16,-5 3-3 0,0 0 0 0,0 0 1 15,0 0 1-15,-20-8 3 0,20 8 2 0,-22 4 1 16,9-2 1-16,0 2 2 0,-5 3 0 0,3 0-3 16,-1 5-1-16,0 1 9 0,0 1-3 0,-4 5-3 15,8-4-4-15,-2-1-5 0,5 2-5 0,0 0 5 16,3-4-6-16,3 0-9 0,-1-3-3 0,3 1-1 16,2 0-2-16,3-2-2 0,-1 1 0 0,3-4 1 15,1 1 0-15,2-2-2 0,3 0 2 0,-1-3 6 16,2-1-11-16,-1-4 1 0,2 2-2 0,2-2 1 15,-4 2-4-15,0-5 4 0,0 1-1 0,-4-2 0 16,1 1-4-16,-3-1 2 0,0-1-3 0,0 1 0 16,-4-1 2-16,1-1-4 0,-2-1 0 0,-1 4-3 15,0 7 2-15,-1-14 2 0,-1 6-2 0,0 1-3 16,2 7-2-16,-4-6 0 0,4 6-5 0,0 0 2 16,-3-8-6-16,3 8 7 0,0 0-2 0,0 0-2 15,0 0 0-15,-1 21 4 0,4-9 1 0,-1-4-2 16,1 3 2-16,1-1 3 0,3 2-1 0,-2 2-1 15,3-3 2-15,2 1-4 0,3-1-10 0,-3-3-18 16,3-2-21-16,2 1-20 0,1-5-33 0,0 1-32 16,5-5-20-16,-3-1-19 0,1-3-9 0,-4 2-153 15,1-4-367-15,-2-1 162 0</inkml:trace>
  <inkml:trace contextRef="#ctx0" brushRef="#br0" timeOffset="-9053.68">4741 12093 31 0,'-3'-20'143'0,"1"2"0"15,-1 2 10-15,2 4 2 0,-2 2 8 0,2 2-14 16,1 0-10-16,0 8-18 0,-2-7-17 0,2 7-9 16,0 0-2-16,0 0 5 0,0 0 16 0,15 33 6 15,-13-10-11-15,2 3-6 0,0 2-8 0,-1-1-4 16,-1 4-1-16,2-4-2 0,-1 1-10 0,-2-2-6 16,-1-1-5-16,2 1-5 0,0-7-7 0,-1-4-5 15,0 0-7-15,-2-5-1 0,1-1-4 0,1-2 5 16,-1-7-8-16,0 9-1 0,0-9 1 0,2 9 3 15,-2-9-1-15,0 0 6 0,0 0-3 0,0 0-9 16,5 2-10-16,-5-2-2 0,0 0-20 0,14-21 2 16,-3 8-4-16,1 1-9 0,3-1-9 0,4-6 6 15,-2 8-5-15,7-3 5 0,-6 6 1 0,0 2 1 16,1-1-3-16,-6 5 4 0,0 1-4 0,-1 1 4 16,0 3-1-16,-2 0 3 0,-2 1-1 0,-3-1 5 15,0 0 5-15,-1 4 11 0,-1-1 0 0,-3-6 10 16,0 13 1-16,-4-6 8 0,-3 0-3 0,-4 5 0 15,-1-5-1-15,-3 6-3 0,-3-3-3 0,-6 2-7 16,4-2-25-16,-5 2-27 0,-1-1-35 0,1 1-45 16,7-5-53-16,3-1-64 0,-2-1-202 0,6-1-475 15,2-2 209-15</inkml:trace>
  <inkml:trace contextRef="#ctx0" brushRef="#br0" timeOffset="-8426.41">5280 12185 64 0,'0'0'205'0,"0"0"-27"0,3-7-16 0,-3 7-13 16,0 0-9-16,0 0-6 0,15 18-7 0,-7-11-5 16,1 1-10-16,0 6-5 0,0 0 0 0,-3 2-11 15,3 0-8-15,-1 0 7 0,-2 1-5 0,-1 0-8 16,0-2-7-16,0 2-6 0,-3-5-5 0,-1-1-4 16,0-1-2-16,0-1 1 0,-1-1 4 0,0-8-3 15,-5 11 3-15,3-7 2 0,2-4-4 0,-9 5-6 16,9-5-1-16,-12-1-4 0,12 1-5 0,-12-8-2 0,7 4-7 15,1-2-2-15,1-4-5 0,0 1-2 16,2-7-3-16,2-1-9 0,1 5 4 0,2-4-9 0,1 1-3 16,4-3 1-16,0 3-4 0,1-2 3 15,9-2-5-15,-7 7 0 0,1-1-1 0,-1 2-2 16,1-1-1-16,0 6 1 0,-3-1-4 0,3 3-1 0,-2 0 3 16,1 1-1-16,0 2-3 0,0 1 2 0,-1 2 0 15,0 1-2-15,-2 2 0 0,0 2 1 16,1 1 0-16,-3 1 2 0,0 3 0 0,-1 2 2 15,2 0-2-15,-4 0 4 0,0 0 0 0,-2-2-3 0,1 1-17 16,-1 2-20-16,0 2-33 0,-4-6-36 16,1 2-45-16,1-3-45 0,-3 1-49 0,-2-3-136 15,0 1-416-15,3-2 184 0</inkml:trace>
  <inkml:trace contextRef="#ctx0" brushRef="#br0" timeOffset="-8263.67">5549 11954 29 0,'7'8'-6'0,"6"5"-5"0,-5-2 4 0</inkml:trace>
  <inkml:trace contextRef="#ctx0" brushRef="#br0" timeOffset="-8051.39">5931 12075 61 0,'-10'-2'212'16,"10"2"-3"-16,-18 3-4 0,9-1-10 0,-3 5-8 16,2-1-12-16,-4 6-6 0,4 0 0 0,-3 4-15 0,-1 3-7 15,0 4-14-15,6-6-5 0,0 7-18 0,3-3-9 16,3-2-10-16,-1 0-9 0,3 0-6 15,3 0-6-15,1-2-13 0,3-2-29 0,1 0-22 16,3-4-33-16,-3-1-33 0,4-2-35 0,3 0-25 16,4-5-23-16,0-1-25 0,8-4-12 0,1 0-149 0,-1-4-357 15,1-3 159-15</inkml:trace>
  <inkml:trace contextRef="#ctx0" brushRef="#br0" timeOffset="-7707.54">6137 12298 292 0,'12'-17'-11'0,"-3"1"30"0,-2 1 4 15,-2-3 24-15,-3 0 5 0,0 2 14 0,-4 2 17 0,-1 2 19 16,-1 0 15-16,-2 1 5 0,-1 3 7 0,0 0-2 15,-3 2-2-15,1 3-1 0,1 3-1 0,-3 2-1 16,0 1-7-16,-2 5-3 0,-3 5-5 16,5 2-6-16,-2-2-8 0,4 0-11 0,1 4-7 15,0-2-7-15,3-2-8 0,5-2-2 0,-2 1-8 0,1 0-5 16,4-2-3-16,-1 0-4 0,3-1-1 0,1-2-6 16,4-3-1-16,-3-1-7 0,1 0-6 0,1-2-4 15,-9-1 0-15,15-2-2 0,-3-1 0 16,-3-1 2-16,-2-2-2 0,0 0-1 0,0-2-3 15,-2-1-1-15,-1 1-1 0,-1-2 1 0,-3 1-1 0,0-3 0 16,1 6-1-16,-3-3 7 0,2 9 3 0,-3-13 1 16,2 7 2-16,1 6 3 0,-2-7-6 0,2 7-2 15,0 0-8-15,-2-8 1 0,2 8 0 0,0 0-2 16,0 0 5-16,0 0-1 0,6 22 0 0,-2-11 2 16,-1 1-4-16,2 4 1 0,0-3 1 0,1-1 1 15,1 4-4-15,0-2 1 0,2-1-15 0,0-2-24 16,-1 0-23-16,0-4-33 0,2 3-36 0,0-2-32 15,0-1-44-15,2-3-32 0,-3-1-140 0,1-3-405 16,1 0 180-16</inkml:trace>
  <inkml:trace contextRef="#ctx0" brushRef="#br0" timeOffset="-7482.45">6439 11987 16 0,'-2'-15'267'16,"1"2"5"-16,-2 3-8 0,2 1-15 0,1 9-20 15,0-10-24-15,0 10-21 0,0 0-1 0,0 0 6 16,0 0 10-16,-4 31-1 0,2-12-10 0,2 5-16 16,0 2-14-16,0 2-17 0,2-1-5 0,-2-1-17 15,1 4-8-15,-1 0-6 0,0-1-12 0,1 1-11 16,1-3-10-16,-2 1-37 0,0-9-31 0,1 1-24 16,0-1-39-16,1-2-26 0,-1-4-30 0,0 0-44 15,-1-1-42-15,1-3-34 0,-1-2-25 0,0-7-197 16,-2 8-493-16,2-8 218 0</inkml:trace>
  <inkml:trace contextRef="#ctx0" brushRef="#br0" timeOffset="-7241.3">6262 12195 122 0,'10'-4'148'0,"0"0"-2"15,8-1 1-15,-1 1-14 0,4-1-4 0,0 1-8 16,7 0-1-16,-8 2-12 0,9-1-6 0,-9 3-7 15,-3-1-1-15,2 0-4 0,0 3 2 0,-5-2-5 16,-1 0-3-16,1 2-2 0,-1 1 0 0,-6 1-1 16,1 0 5-16,-2 4 1 0,1-2-5 0,-2 2-6 15,0 0-5-15,1 0-7 0,-3 4-3 0,1 0-7 16,-3 0-5-16,0 3-1 0,-3 1-22 0,0 0-24 16,1-5-25-16,0 1-40 0,-2 1-43 0,3-3-59 15,-2-1-55-15,-5 1-146 0,6-4-396 0,1-6 176 16</inkml:trace>
  <inkml:trace contextRef="#ctx0" brushRef="#br0" timeOffset="-7082.69">6622 11949 79 0,'9'22'65'0,"-5"-12"-36"0,6 4-28 0,-1 0-30 0,-1 0-32 16,1 0 14-16</inkml:trace>
  <inkml:trace contextRef="#ctx0" brushRef="#br0" timeOffset="-6578.01">6846 12136 39 0,'0'0'186'0,"-13"12"2"0,13-12-5 16,-6 8-8-16,2-1-6 0,-1 3-14 0,1 1-11 15,-1 3-4-15,2-1-5 0,2-3-11 0,0-1-15 16,-1 2-9-16,2-1-12 0,3 1-6 0,-1-2-6 16,2-2-5-16,3 2-8 0,2-4-6 0,0 0-4 15,-2-2 2-15,3 0-9 0,1-2-4 0,-1-1 3 16,1-1-1-16,0 1 2 0,-1-3-1 0,1 0-5 16,-2-2 0-16,-2 3-4 0,0-6-5 0,1 1-3 15,0 0-5-15,-3-2 1 0,-1 1-3 0,0-3-2 16,-2 1-2-16,1 2-3 0,-3-3-1 0,0 1-3 15,0 0-5-15,-2 0 0 0,1 0-5 0,1 1-4 0,0-2 3 16,0 11-4-16,0-11 1 0,1 4 4 16,-1 7-5-16,7-9 2 0,-4 7 0 0,-3 2 3 15,15 0-4-15,-15 0 0 0,17 5 2 0,-8 1 3 16,0 2-2-16,1-3 0 0,0 5 4 0,0-3-2 16,0 1-1-16,-2 2 1 0,-1-4-2 0,2 3 4 15,0-4 1-15,-5 2-3 0,1-2 7 0,-1-3 1 16,-4-2 11-16,9 4 14 0,-9-4 13 0,0 0 0 15,8 0-8-15,-8 0-5 0,6-10-4 0,-1 2-5 16,2-1 0-16,-1-1-2 0,4-4-4 0,0-1 1 16,1-2 0-16,4 2-7 0,-2 1-2 0,2-3 5 15,-1 5 2-15,1 0-4 0,-2 1 1 0,2 3 4 16,-4 4 0-16,-1 0-1 0,3 0 1 0,-3 4-4 16,-2-2 2-16,4 4-4 0,-3 2-2 0,0 0 1 15,1 2-1-15,-2 2 0 0,-1 0-5 0,-3 0 0 0,3 2 2 16,-6 2 4-16,3 4-12 0,-5-1-21 0,1 2-36 15,-4 0-59-15,-2 1-88 0,1 0-92 16,-1-1-196-16,0-2-533 0,2-2 235 0</inkml:trace>
  <inkml:trace contextRef="#ctx0" brushRef="#br0" timeOffset="-5399.65">8128 12108 15 0,'0'0'206'0,"-7"-4"-5"0,7 4-15 0,-9-1-9 0,9 1-12 15,0 0-14-15,-13 12 3 0,7-1-10 0,-2 3-14 16,0 2-9-16,1 9-12 0,1-2-2 0,0 1-5 15,5-6-9-15,1-1-12 0,0 0-3 0,1 0 8 16,3-1-5-16,2-2-7 0,1 2-5 0,3-5 1 16,1 3-4-16,-4-5-6 0,4-3-8 0,1 0-2 15,0-4-5-15,6 1-2 0,-2-4-4 0,-2-2-5 16,1 1-2-16,1-1 0 0,-1-4-7 0,-1-2 1 16,-2 0-5-16,1-2-1 0,-7 1-3 0,1-2-1 15,-4 2-7-15,0-2-7 0,-2-4 1 0,-1-1-4 16,-4 0 0-16,-2-1-4 0,-2 2-7 0,-3-1 1 15,-1 2 2-15,-6-6 6 0,7 8-5 0,-4 1-1 16,1 1 0-16,-3 2 7 0,2 1-8 0,4 4 1 16,-1 0 0-16,1 0 0 0,2 2 1 0,1 1-2 15,8 1 2-15,-12 0-2 0,12 0 4 0,-8 7 4 16,8-7-5-16,0 0 1 0,0 0 6 0,13 14-3 16,-1-12-1-16,8-1 0 0,0-1-7 0,11-1-6 15,0 0-5-15,1-3-5 0,0-2 2 0,1 1 1 16,-1-4-4-16,-1-1 5 0,-3 0 2 0,-3 0 0 15,-7 2 2-15,-1 0 1 0,-3-3 7 0,-2 0 1 16,-4 2 1-16,-1-1 3 0,-3-1 2 0,-2 1-2 16,-2-2 7-16,-2-1 6 0,-1 3 3 0,-2-5-4 15,0 5 4-15,-1 0 7 0,0 1 4 0,4 3 8 16,-2 1-6-16,4 5-5 0,-5-6-5 0,5 6 0 16,0 0 7-16,-11 15 4 0,9 2 8 0,1 10 7 15,-1 2 1-15,-3 5 6 0,3 2-2 0,4 13 5 16,1 1 2-16,-2-3 6 0,-5 1 0 0,3-12-7 15,6-1-2-15,-1-2-5 0,0-1-7 0,1-1 8 16,-3 2-14-16,2-4 1 0,-1-1-6 0,1-1-14 16,-3-2-25-16,0-5-20 0,2-4-20 0,-2 2-21 0,0-1-30 15,-2-4-36-15,0-2-46 0,-2-1-42 0,1-1-42 16,-3-1-154-16,-1-4-461 0,0-2 203 16</inkml:trace>
  <inkml:trace contextRef="#ctx0" brushRef="#br0" timeOffset="-5249.73">8417 12305 59 0,'30'-7'132'0,"0"0"-17"16,3 1-13-16,-1 2-24 0,5-1-44 0,-3 0-70 15,1-1-45-15,-2 0-88 0,0 2 39 0</inkml:trace>
  <inkml:trace contextRef="#ctx0" brushRef="#br0" timeOffset="-4789.73">9321 11892 29 0,'-7'-3'238'0,"-2"0"-4"0,9 3-8 16,-22 5-10-16,9 1-11 0,-3 6-14 0,4 2-6 0,-5 6-20 15,0 0-12-15,6-3-11 0,-3 4-12 16,7-3-14-16,-1-1-11 0,3 0-11 0,0-1-6 16,3 2-9-16,5-2-10 0,1-1-6 0,1-3-4 15,5 1-8-15,-3-5-1 0,5 1-4 0,2-2-8 16,0-2 1-16,4-2-7 0,0 0-5 0,-1 0-7 16,-5-3-2-16,1-2-7 0,-1 2 4 0,1 0 2 15,-7 0-6-15,-6 0 2 0,12-2-4 0,-6 0 0 16,-6 2 2-16,6-6-5 0,-6 6-2 0,0 0 2 15,-1-9-2-15,1 9 1 0,0 0-2 0,-9-12-1 0,9 12-4 16,-9-4 2-16,4 3 1 0,5 1-1 16,-9-4 2-16,9 4 0 0,-8-3-1 0,8 3-1 15,0 0 0-15,-10-4 0 0,10 4 0 0,0 0-2 16,0 0 1-16,-9-2-2 0,9 2 3 0,0 0-1 16,0 0 2-16,0 0-1 0,-8-1 0 0,8 1-3 15,0 0 1-15,0 0 0 0,0 0 1 0,0 0 1 0,0 0 2 16,0 0-4-16,0 0 2 0,0 0-1 0,0 0-3 15,0 0-5-15,0 0-7 0,0 0 0 16,0 0 0-16,0 0-12 0,0 0-16 0,0 0-19 16,0 0-16-16,-2 12-20 0,2-12-28 0,0 0-11 0,-5 10-59 15,2-6-39-15,3-4-123 0,0 0-388 0,-10 8 172 16</inkml:trace>
  <inkml:trace contextRef="#ctx0" brushRef="#br0" timeOffset="-4457.7">9204 11964 188 0,'-9'-3'249'0,"9"3"-5"0,0 0-12 0,-8-3-16 0,8 3-14 15,0 0-19-15,0 0-19 0,-6-3-13 16,6 3-16-16,0 0-6 0,0 0-9 0,25-9-8 0,-6 3-6 16,8-1-11-16,8 0-5 0,-3-4-6 0,2 3-13 15,-1-1-5-15,1 1-9 0,-1-1-3 0,-4 0-5 16,-2 2-8-16,-8 4-2 0,2-1-3 0,-8 0-6 16,-1 3-3-16,-1-2-13 0,-5 1-20 15,1 0-24-15,-7 2-21 0,0 0-14 0,0 0-19 0,10 5-29 16,-10-5-33-16,0 0-26 0,-22 14-10 15,12-7-4-15,-7 2-2 0,2-3-5 0,-2 1-102 16,2 0-319-16,-3-1 140 0</inkml:trace>
  <inkml:trace contextRef="#ctx0" brushRef="#br0" timeOffset="-4219.49">9401 11920 353 0,'-15'0'4'0,"-1"-1"15"0,3 1 12 0,-1 0 11 0,1-1 15 16,2 0 17-16,-1-1 14 0,2 0 12 0,10 2 6 16,-14-2 11-16,8 2 5 0,6 0 1 0,-9 0-5 15,9 0-9-15,-9-2-13 0,9 2-3 0,-9 8 20 16,5 0 8-16,0 3 0 0,-2 6 3 0,3 2 2 15,0 0-4-15,-4 8 11 0,6-2-7 0,-2 1 3 16,-2 0-6-16,2 2 3 0,2-1 2 0,-1 4-7 16,-2-5 5-16,1 2-19 0,4-4-21 0,-3-5-8 15,-2 1-1-15,3-1-4 0,-4-1-10 16,3-1-4-16,1 0-5 0,0-1-2 0,0-5-5 0,-1 0-17 16,5 0-28-16,-4-2-33 0,1 1-26 0,-2-3-26 15,2-7-21-15,-1 11-24 0,1-11-25 0,-3 8-19 16,3-8-23-16,-1 6-38 0,1-6-25 0,0 0-194 15,0 0-487-15,0 0 215 0</inkml:trace>
  <inkml:trace contextRef="#ctx0" brushRef="#br0" timeOffset="-4045.29">9085 12167 17 0,'0'0'180'16,"5"-7"6"-16,1 6 2 0,3 0-6 0,3-2-12 15,9-2-9-15,8 1-17 0,-1 1-17 0,5 3-12 16,1-3-11-16,2 0-23 0,3-1-31 0,-1 2-33 16,13-3-42-16,0-2-37 0,-12 3-34 0,-1-1-30 15,13-2-110-15,-17-1-255 0,4 1 113 0</inkml:trace>
  <inkml:trace contextRef="#ctx0" brushRef="#br0" timeOffset="-3658.74">9955 11978 21 0,'-6'-14'204'0,"6"14"-2"0,-8-3-6 16,2 0-5-16,6 3-7 0,-16-1-10 0,16 1-5 16,-15 6-13-16,4 0-11 0,3 1-3 0,-2 2-5 15,-2 4-5-15,3 0-5 0,0 2-7 0,0 0-10 16,7-3-6-16,-2 0-14 0,1 1-7 0,1-1-8 16,3-1-8-16,2 2-5 0,1-1-9 0,2-3-1 15,1-1-6-15,2-3-3 0,1 1-3 0,1-2-3 16,-1 0-5-16,2-4-3 0,-1 1-2 0,1-1-3 15,0 0 0-15,-1-1-4 0,-4 1 1 0,-7 0-6 16,11-6 1-16,-5 5-2 0,-6 1-1 0,0 0-1 16,4-6-4-16,-4 6-1 0,0 0-2 0,0 0 0 15,0 0-4-15,-31-1 2 0,17 3-2 0,-3 4 3 16,1 0 3-16,-1 1 7 0,-1 2 10 0,3 0 9 16,-2 0 7-16,1 4 24 0,-1 0-9 0,3 1-2 15,1 0-2-15,3 2-9 0,1 0 3 0,0 0-5 16,4-1 1-16,1-2-6 0,2-2-7 0,3 2 3 15,0-4-6-15,2 1 3 0,3 0-2 0,3 0-4 16,3-4 3-16,0 0-6 0,11-3-29 0,-1 0-16 16,9-3-24-16,2 0-26 0,-1-2-31 0,-1-3-37 15,2-1-42-15,-1-1-56 0,1-1-53 0,-2 0-215 16,-3-4-551-16,-3 3 244 0</inkml:trace>
  <inkml:trace contextRef="#ctx0" brushRef="#br0" timeOffset="-3272.53">10322 11968 1937 0,'1'-12'52'0,"1"2"9"0,-1 1-23 0,1 2-16 15,0 0-4-15,-2 7 12 0,8-9 12 0,0 3 7 16,3 1 0-16,5 0-5 0,3-1 1 0,8 0-3 16,3-1-8-16,3 1-1 0,0 1-6 0,-1-1 4 15,2 2-14-15,-2-1-15 0,-1 0-19 0,-2 3-22 16,-8-1-20-16,-2 0-25 0,-1 2-18 0,-1-1-32 15,-6 1-11-15,-1 0-4 0,-3-1-3 0,-7 2 2 16,7-2 6-16,-7 2 18 0,0 0 15 0,0 0 16 16,0 0 19-16,0 0 16 0,-23-5 19 0,23 5 12 0,-15-3 22 15,8 2 4-15,7 1 22 0,-13-3 14 16,13 3 16-16,-11-1 10 0,11 1 8 0,-7 0-12 16,7 0 19-16,0 0 22 0,-8 9 14 0,5 0 6 15,2 3 6-15,-1 0-1 0,-1 5 3 0,2 2 3 0,-1 0 6 16,0 1-1-16,-1 6 10 0,2-2-12 0,0-5-9 15,-3 7-5-15,-4-2-9 0,3-6-11 0,3 1-9 16,0-3-6-16,0 4-8 0,-1-3-5 16,1 1-9-16,-1 1-1 0,0-4-26 0,5 2-22 0,-2-4-30 15,-2-2-34-15,2-1-39 0,-1 1-49 0,1-11-60 16,0 20-59-16,-2-13-189 0,2-7-486 0,-5 10 215 16</inkml:trace>
  <inkml:trace contextRef="#ctx0" brushRef="#br0" timeOffset="-2619.67">11544 12208 92 0,'-3'-7'216'0,"-1"4"-9"0,2-5-19 0,-2 2-12 16,4 6-9-16,-4-13-11 0,4 4-13 0,4-4-13 15,0 1-13-15,0 1-12 0,2-5-9 0,3-1-12 16,-1 0-5-16,3 0-3 0,3-5-3 0,-4 6 0 16,1-1-7-16,0-1-1 0,-3 3-4 0,-2-1-2 0,-1 0-5 15,-1-3-4-15,-2 3-4 0,0-1 2 16,-2 5-7-16,0 2 11 0,-4-2-10 0,3 2 0 16,-2 3-11-16,1 1 0 0,2 6-6 0,-5-8-3 15,5 8-4-15,0 0-1 0,0 0-1 0,-18 18-1 0,11-4 1 16,0 4-4-16,-2 0-1 0,5 0-1 0,1 1 0 15,1-2 2-15,0 0-4 0,6 0 3 16,-1-1-6-16,3-3 0 0,4 1 2 0,1-2 2 16,4-4-4-16,-5 0 4 0,3-3-1 0,5 0 0 0,-1-2 1 15,3-3-2-15,2-2-2 0,0 1-1 0,-2-3 3 16,0-1 0-16,-4 0-2 0,0-3 0 0,-5 4 1 16,0-2 1-16,0-3-6 0,-4 2 6 15,-1-4-4-15,-4 2 0 0,-1-2-5 0,-1 2 3 0,-1-3 0 16,-1 4 0-16,0 0-2 0,-2 2-5 0,1-1 6 15,3 7 0-15,-3-10-3 0,3 10-2 0,-6-3-3 16,6 3 4-16,0 0-1 0,0 0 8 16,-6 23-1-16,1-10 8 0,0 3 0 0,1 2 1 0,0 0-4 15,0 1 3-15,0 0-4 0,1 6 1 0,3-6 11 16,-2 1-14-16,-1-1-2 0,1 6-20 0,2 1-23 16,-3-7-26-16,4-4-38 0,-1 1-54 0,0-3-39 15,-3 0-61-15,1-7-144 0,2-6-435 0,-7 16 193 16</inkml:trace>
  <inkml:trace contextRef="#ctx0" brushRef="#br0" timeOffset="-2445.36">11557 11601 6 0,'0'0'212'15,"0"0"-35"-15,0 0-37 0,0 0-34 0,-8 21-43 16,8-8-43-16,2 2-54 0,1 3-81 0,1 0-126 16,3-1 56-16</inkml:trace>
  <inkml:trace contextRef="#ctx0" brushRef="#br0" timeOffset="-1867.77">12464 12021 180 0,'0'14'213'0,"0"-4"-8"0,-2-3-15 0,2-7-7 15,0 14-11-15,0-7-15 0,0-7-8 0,-2 13-13 16,2-13-6-16,2 12-7 0,-2-12-5 0,-2 9-1 15,2-9 6-15,0 0 15 0,0 8 15 16,0-8-2-16,0 0-12 0,0 0-17 0,0 0 3 0,0 0-24 16,0 0-6-16,-14-26-19 0,9 16 4 0,3-1-16 15,0-3-3-15,-2-1-12 0,6-2 5 0,0-1-15 16,2-1-10-16,3-7-7 0,1 4-5 0,4-2-6 16,-1 1-8-16,-1 6-3 0,-1 2-3 15,2 2 0-15,0 3-3 0,0 2-3 0,-2 4 2 0,0 2-6 16,3 2 0-16,1 3 3 0,3 4 2 0,-5 1 6 15,3 3-4-15,-3 4 9 0,-1 1-8 0,2 0-1 16,-3 0 11-16,0 1-12 0,-3-2 1 0,0 1 0 16,0-4 0-16,-2-2 4 0,-1 1-1 0,-1-1-4 15,0-3 8-15,0-2 3 0,-2-5 2 0,2 8 15 16,-2-8-1-16,0 0 2 0,0 8 2 0,0-8-2 16,0 0-5-16,0 0 5 0,0 0-9 0,0 0 1 0,-13-23 1 15,13 14 5-15,2-1-15 0,-1-4-6 16,5-3-3-16,-2 2-4 0,6-3-5 0,-1-7 0 15,6 5-4-15,-3 4 6 0,7-4-3 0,-3 6-3 16,1 5 3-16,-4-1 5 0,0 6-4 0,-1 3 6 0,1 1-1 16,1 1-2-16,-1 5 3 0,0 3 0 0,1 1-4 15,-1 5 4-15,-1 0-1 0,-4 4 5 16,-1 0 0-16,3 3-2 0,-4 2 4 0,-2 1-20 16,-1-7-25-16,-1 0-24 0,0 0-28 0,0-1-48 0,-2-6-46 15,5 0-50-15,-5 0-226 0,0-4-506 16,4-2 223-16</inkml:trace>
  <inkml:trace contextRef="#ctx0" brushRef="#br0" timeOffset="-1497.02">13113 11859 115 0,'-2'-6'208'0,"2"6"1"15,0 0-6-15,0 0-11 0,0 0-10 0,-8 24-7 16,8-14-15-16,0 3-16 0,0-2-7 0,2 0-12 15,2 3-9-15,0-3-5 0,5 3-6 16,-5-3-14-16,3-1-7 0,2-1-9 0,-2-2-5 0,2 0-5 16,2-1-4-16,-2-3-6 0,0 0-5 0,5-2-7 15,-1-2 8-15,-4-2-12 0,2 2-7 0,0-5-2 16,-2-2 1-16,-1 1-3 0,0-2 0 0,-3 1 3 16,1-4-5-16,-2-4-1 0,2 5 0 0,-4-2-6 15,-2-2-3-15,0 1-2 0,-2-2-2 0,2 0-3 16,-3 5 6-16,3 3 4 0,-3-3-1 0,3 11 3 15,-2-11-5-15,2 11-3 0,0-9-1 0,0 9-6 16,0 0-2-16,0 0 0 0,0 0 6 0,8 21-10 16,-6-8 9-16,2 4-7 0,-2 2 2 0,1 0 2 15,1 7-1-15,-2-7 0 0,5 6 7 0,-5-6-40 16,3-1-19-16,-3-2-24 0,3-1-36 0,-1 0-40 16,1-5-26-16,3-2-31 0,2 1-43 0,-4-5-145 15,7-2-424-15,1-3 188 0</inkml:trace>
  <inkml:trace contextRef="#ctx0" brushRef="#br0" timeOffset="-1300.42">13656 11821 124 0,'-4'-10'227'0,"-1"2"-2"16,-1 0-10-16,-1 4-10 0,-2 1-8 0,9 3-2 16,-16 3-3-16,6 4-9 0,-2 7-5 0,3 0-6 15,0 1-7-15,-1 3-19 0,0 5-14 0,1-4-9 16,5-1-13-16,0 2-8 0,2-4-11 0,2 2-13 0,3 0-6 15,2-4-20-15,-1-3-18 0,3 3-23 16,3-4-25-16,0-3-30 0,1-1-34 0,4 0-36 16,4-3-47-16,-1-3-36 0,0-2-41 0,2-3-160 15,-2-1-430-15,-2-3 191 0</inkml:trace>
  <inkml:trace contextRef="#ctx0" brushRef="#br0" timeOffset="-959.31">13802 11700 33 0,'0'0'191'0,"2"-6"9"16,-2 6 6-16,0 0 5 0,0 0-4 0,0 0-3 16,7 28-10-16,-7-10-9 0,3 2-3 0,-6 7-5 0,3-3-3 15,0 2-10-15,3-7-3 0,-3 2-15 16,0-2-13-16,2 0-12 0,-2-1-8 0,2-1-8 16,-1-2-15-16,-1-4-8 0,2-1 7 0,-4-2-19 0,4-2-5 15,-2-6 5-15,0 13 2 0,0-13 38 0,2 5-16 16,-2-5-1-16,0 0-5 0,0 0-8 15,0 0-17-15,0 0-4 0,11-24-4 0,-7 13-4 16,4-3-18-16,0-4 5 0,-1 0 0 0,4-4-14 0,-2 5-11 16,4-2 8-16,-1 4-9 0,-1 0-2 0,2 1 7 15,-1 7-8-15,-1 0-7 0,0 3 5 0,1 3-1 16,0 2-11-16,5 4 11 0,-8 3 2 0,4 1 4 16,-1 4 3-16,-4 2-2 0,1 3-2 0,-1-1-2 15,-2 8 0-15,-2 1 5 0,0 0-8 0,-3-2-16 16,-1 1-34-16,-1 1-47 0,-5-3-55 0,0 4-51 15,-4-1-82-15,5-9-97 0,1 0-212 0,0 0-636 16,0-2 282-16</inkml:trace>
  <inkml:trace contextRef="#ctx0" brushRef="#br0" timeOffset="-429.75">14510 12045 146 0,'12'-5'187'0,"5"-3"-8"0,3 0-12 15,0 0-10-15,5-3-9 0,0-2-13 0,2-1-10 16,-2 0-5-16,-3 0-7 0,1-3-5 0,0-1-4 15,-9 4-11-15,2-5 5 0,-5 2-5 0,1-5-6 16,-5 5-10-16,-1 2 2 0,-2-1-1 0,-1-2-7 16,-3 3-12-16,0-1 0 0,-2 3-3 0,-2 2 1 15,-1 3-3-15,-1-3-1 0,-4 5-5 0,1-1-4 16,1 3-3-16,-2 3-7 0,-3 3-3 0,1 3-2 16,-4 3 0-16,1 6 0 0,-3 5-3 0,2 2 1 15,2 3-1-15,2 1 1 0,0 1-2 0,8-1-2 16,-1 0-2-16,5 0-2 0,3-4 2 0,3 1-7 15,6 3 3-15,3-5-3 0,7-1-7 0,-1-2-19 16,3-2-24-16,1-3-27 0,6-2-38 0,-2-2-45 16,3-3-40-16,0-1-39 0,-3-1-190 0,2-3-449 15,-2-6 199-15</inkml:trace>
  <inkml:trace contextRef="#ctx0" brushRef="#br0" timeOffset="164.11">15196 11794 104 0,'-10'-8'196'0,"-1"1"-12"16,-3 4 1-16,-2 3 1 0,2 2-14 0,-4 6-5 16,-1 3-4-16,-3 7-7 0,1 3-15 0,-1 3-5 15,5 1-9-15,0 1-14 0,3-2-10 0,1-1-12 16,4 1-5-16,3-5-8 0,2-1-11 0,3-2-2 0,2-4-8 16,3 5-2-16,2-5-7 0,5 0-6 0,-5-4 2 15,6 1-9-15,-1-4-4 0,3-3-5 16,4 0-3-16,1-3-3 0,-2-1-1 0,1-2-3 15,-2-5-3-15,-3 2 3 0,-3-1-4 0,2-3-1 0,-5 1-1 16,3-3-1-16,-4-3-2 0,-1-1 2 0,-4 0-3 16,1-2 2-16,-2 0-4 0,-2-1 4 0,2 2-4 15,-2 0 5-15,-2 3 5 0,3 4 7 16,-1 1-2-16,1 3 7 0,0 0-6 0,1 7-9 0,0 0-1 16,-1-9 0-16,1 9-2 0,0 0-2 0,0 0 1 15,-7 25 0-15,3-10 6 0,3 3-8 0,0-1-1 16,-1 2-1-16,0-2 1 0,4 2 2 15,2-1 7-15,-1-1-11 0,-2-6 1 0,3 0 3 0,2-1-1 16,1-1 0-16,3 1 3 0,-1-4-2 0,1-2 1 16,4-3-2-16,-2 1 7 0,3-5-7 0,0 0-5 15,6-2 1-15,-6 0-1 0,2-4 1 0,-4 0 0 16,3-2-1-16,0-3-1 0,-5 1 5 16,-2-2-6-16,1 0-4 0,-1-3 1 0,-4-7 0 0,-2 6 0 15,-1-1-4-15,1-4 4 0,-3-2-3 0,1 6-2 16,-1 2 1-16,-1 0 2 0,0 5 0 0,-1 3 3 15,4 1 2-15,-6 3-1 0,4 6 0 0,0-12-4 16,0 12 3-16,0 0-5 0,0 0 4 0,0 0-2 16,0 0 7-16,-9 27-8 0,4-10 8 0,1 4-4 15,-3 3 1-15,5 2-2 0,-1-1 3 0,3-6 0 16,-1 7 4-16,1-7 2 0,0 0 4 0,0-1-6 16,0 0 7-16,1-1 0 0,2-1-5 0,-1-2-1 15,0-1 3-15,-1-2 0 0,-1 2-12 0,1-2-16 16,-1-2-22-16,2 1-30 0,-2-1-39 0,0-2-42 15,0-7-45-15,1 7-38 0,-1-7-161 0,0 0-433 16,0 0 191-16</inkml:trace>
  <inkml:trace contextRef="#ctx0" brushRef="#br0" timeOffset="364.52">15490 11811 22 0,'2'-4'188'0,"2"-3"-13"0,-4 7-3 0,13-3 4 15,-13 3 7-15,12 7-4 0,-5 0 1 0,1 3-13 16,3 4-11-16,-3 1-9 0,-2 3-11 0,3 0-16 16,-4 0-5-16,-2 1-15 0,1-1-5 0,-3 2-22 15,2-3-25-15,-2 0-14 0,2 1-31 0,-3-1-31 16,1-7-36-16,-1 2-55 0,1-2-16 0,-1-3-33 16,0-7-24-16,0 10-103 0,0-10-317 0,-4 7 141 15</inkml:trace>
  <inkml:trace contextRef="#ctx0" brushRef="#br0" timeOffset="924.27">15811 11935 189 0,'5'-5'168'0,"0"-5"-13"16,-3 3-7-16,2-3-12 0,-1 1-7 0,-1-3-10 16,-2 2-13-16,0-3-3 0,0 3-6 0,0-2-9 0,-2 1-1 15,2 2-5-15,-3-1-1 0,1 3-8 0,2 7-3 16,-7-10-9-16,0 6-4 0,7 4 1 0,-11-1-2 15,11 1 2-15,-15 5 3 0,5 2-2 16,-3 4-4-16,-1 4-1 0,3 2 0 0,-1-1-3 0,-2 6-3 16,4 1-1-16,3-4 0 0,2-2-12 0,2-1-1 15,1 0-8-15,4-4 4 0,1 4-5 16,2-5 1-16,0-1 2 0,3-1-8 0,1-3 1 0,4 1-4 16,-2-1 3-16,1-3-5 0,3-2-1 0,3-2 1 15,0-1 1-15,0-2-3 0,-5 2 1 0,-1-3-1 16,4-1 2-16,-6-1 5 0,3-3-13 0,-7 0 0 15,3 1-2-15,1-7 0 0,-2 1-1 0,-2 1 2 16,1 0-2-16,-1-4 0 0,-1-1-3 16,4 2 2-16,-4-1-3 0,1 1-2 0,-1 1-4 0,2 0 0 15,-2 6 2-15,2 0 0 0,-2 2-2 0,-2 1-1 16,3 4 0-16,0 0 3 0,-6 3-1 0,17 4 3 16,-7 1 0-16,-2 3 1 0,-2 2-2 0,2 4 3 15,1 2 0-15,-4 0-2 0,1 1 3 0,2 6 0 16,-4-4 0-16,2-1-12 0,-2 0-26 0,0 2-26 15,0-5-38-15,2 0-41 0,0-5-31 0,3 2-44 16,-1-6-160-16,4 1-407 0,0-3 180 0</inkml:trace>
  <inkml:trace contextRef="#ctx0" brushRef="#br0" timeOffset="1513.96">16635 11659 88 0,'-5'-10'220'0,"1"1"-1"0,-1 2-12 16,-4 2-16-16,1 3-14 0,-2 2-5 0,-1 6-8 16,-3 5-12-16,-3 2-5 0,0 7-14 0,-3 1-4 15,4-2-14-15,1 2-9 0,8-6-12 0,-1 9-7 16,3-9-9-16,3-1-6 0,-3-2-8 0,8 0-8 16,1 0-5-16,1-3 0 0,1 0-9 0,2-1-4 15,3-3 6-15,1 0-11 0,1-3-1 0,-1-2-4 16,1-1-3-16,-1-2-5 0,1 0 1 0,-3-4-4 0,1 1-3 15,-2-2-1-15,-1 0-1 0,1-2 1 16,-3 3-6-16,-3-5 6 0,1 2-6 0,-2-3 7 16,-2 3-10-16,0-2 5 0,0 2-7 0,0 0 4 15,0 1 2-15,0 9-7 0,-1-10 1 0,1 10-1 0,1-9-5 16,-1 9-5-16,0 0 4 0,0 0 2 0,0 0-1 16,0 0 8-16,0 0-1 0,3 28-3 15,-3-19-3-15,2 2 5 0,1-1 1 0,1 1-3 16,3 0 2-16,-2 0 1 0,2-1-1 0,2-2 0 0,2-1 3 15,1-1-1-15,-1-3 2 0,7 0 6 0,1-4-10 16,-2-2 1-16,1-3 0 0,0-2 2 0,1 1-2 16,-4-3 3-16,2 1 2 0,-4-3-2 0,-2 0-4 15,-2-1 3-15,1-3-5 0,-2 0 4 16,-3 2-2-16,-4 1 5 0,3-2 1 0,-4-3-3 0,0 3-6 16,1-1 2-16,-1 3-1 0,0 1 0 0,-1 0-1 15,0 4 2-15,1 8-4 0,-1-11-5 16,1 11 0-16,0-8 2 0,0 8-2 0,0 0 2 0,0 0 2 15,0 0 1-15,-4 33 1 0,1-17 5 0,-1 9 7 16,1-5 1-16,0-1 1 0,-2 0 2 0,0 7 1 16,1-1 2-16,0-1 5 0,-2-5 1 0,2-2 0 15,0 2-1-15,2-3 0 0,-1 0-4 0,-1-1 0 16,-1 0-1-16,2-2 0 0,0-1 1 0,0-2-12 16,-2 1-24-16,1-1-22 0,2 0-22 0,-2 0-36 15,0-1-45-15,-1-1-49 0,1-2-67 0,-5 1-194 16,1-1-491-16,1 0 217 0</inkml:trace>
  <inkml:trace contextRef="#ctx0" brushRef="#br0" timeOffset="2641.57">17852 11504 142 0,'-8'-3'219'0,"-2"2"-10"0,10 1-3 15,-28 10-8-15,6 4-10 0,0 5-7 0,-2 6-12 16,0 3-15-16,4 2-12 0,-1-1-13 0,5 2-16 15,2 0-8-15,3-1-14 0,1-4-5 16,3-1-7-16,6 1-7 0,1-7-7 0,5-2-11 0,0-2-1 16,7 0-5-16,-2-4-3 0,-1-1-7 0,7-2-14 15,1-4-5-15,4-1-6 0,-1-3-12 0,7-5-3 16,-9 1-1-16,3-2-6 0,-1-2 4 0,4-4-6 16,-1 0 3-16,-8 2 0 0,1 0 1 0,-4-3 0 15,0-2 3-15,-2 1 0 0,-2 0 2 0,1-1-5 16,-4-2-1-16,-1 3 0 0,-1-2 2 0,0 5-2 15,-4-2 8-15,1 3 1 0,0 3 6 0,0 7 0 16,1-12-4-16,-1 12-5 0,0-7 3 0,0 7 2 16,0 0 3-16,0 0 8 0,0 0-2 0,-6 30-3 15,2-14-1-15,1 0 0 0,4-1 0 0,-1 2 0 16,-1-2 1-16,4 2 2 0,1-5-5 16,1 2 1-16,0-1 0 0,0-3-2 0,5-1 5 0,-2 1-3 15,1-4 3-15,2-1-3 0,0-1 4 0,1-3-1 16,2-1-7-16,-1-1-4 0,5-3 5 0,-6 0-3 15,-1-1-2-15,-1-3 0 0,-3 1-2 0,0-4 0 16,0 3 3-16,-4-4-7 0,1-4-3 0,-2 1-3 16,-4 3-2-16,0-1-2 0,-1 0 1 0,-1-3-3 15,1 3-2-15,-2-3-5 0,1 4 3 0,1-3-2 16,-2 0 6-16,2 3-1 0,1 2 3 0,0-3 0 16,2 5 0-16,2 1-2 0,2 1 3 0,2 1 9 15,1 2-2-15,4 2 8 0,3 2 1 0,4 3-3 16,0 2 2-16,0 1 1 0,-2 4 3 0,1 1 0 15,-3 1-1-15,0 1 1 0,-1 2 9 0,0-3-2 0,-3 4 7 16,-1-1-2-16,1 1 1 0,-5-6-2 0,-1 0 1 16,0-1 3-16,-2-1 1 0,1 0 6 15,-2-4 9-15,-1-5 3 0,0 0-4 0,-1 9-2 16,1-9 3-16,-9 3-7 0,9-3 6 0,0 0-1 0,-15-7-7 16,10 2 0-16,-1 0-4 0,3-4 4 0,-1 1-5 15,0-1-3-15,1-3-3 0,2 1-3 0,2-1-5 16,2-6 0-16,1 3-4 0,1-3-4 0,5 1-1 15,1 3-3-15,2 4 2 0,3 0 0 0,-5 5-2 16,2-1 0-16,5 3 0 0,-5 3-2 0,1 3 3 16,-1 1 2-16,0 3 1 0,-2 0-1 0,-2 0 1 15,2 3-3-15,-3-2 2 0,0 3 1 0,-2-3 0 16,0 4-2-16,-1-3 4 0,-1-3-2 0,-1 0 2 16,-1-1-2-16,2-1 6 0,-4-4-3 0,3 8 1 15,-3-8 4-15,4 5 0 0,-4-5-1 0,0 0 4 16,0 0-6-16,0 0 9 0,0 0-8 0,17-14 2 15,-11 8 3-15,-2 0-9 0,4-2 4 0,1-3 0 16,-1 1-5-16,5-2 0 0,-4 4 0 0,4-4-2 16,0 4-2-16,-2 2 0 0,-2 0-2 0,0 3 4 15,-2 2-4-15,1 1 5 0,-8 0-2 0,15 3-2 16,-8 0 0-16,-1 3 3 0,1 1-2 0,-2 2 7 16,1 2-2-16,-2-2-12 0,-3 1-30 0,2 7-15 15,-2-5-26-15,0 3-44 0,1-3-44 0,-2 0-41 16,1 0-194-16,0-2-438 0,0-3 194 0</inkml:trace>
  <inkml:trace contextRef="#ctx0" brushRef="#br0" timeOffset="2889.72">18883 11464 8 0,'-1'-21'219'0,"-1"4"5"0,2 0-6 0,-1 2-8 16,-1 4-8-16,2 3-13 0,1 1-20 0,-1 7-18 15,0 0-16-15,0 0-11 0,0 0-2 0,0 0 8 0,-1 32-9 16,-1-2-1-16,-2 2-8 0,2 3-10 0,-2 11-9 16,-2-12-6-16,1 0-5 0,1 13-4 15,0-13-10-15,1-2-6 0,-1-1-9 0,2 1-7 16,2-2-6-16,-1-2-19 0,1-4-26 0,0-4-20 0,1-2-22 16,0-3-21-16,-1 2-28 0,1-7-15 0,1 0-45 15,-1-3-10-15,0 0-32 0,2-2-20 0,-3-5-132 16,4 7-378-16,-4-7 167 0</inkml:trace>
  <inkml:trace contextRef="#ctx0" brushRef="#br0" timeOffset="3091.73">18995 11554 59 0,'7'-3'151'15,"2"2"2"-15,1 2-10 0,-1 2-6 0,0 1 5 16,-1 3-10-16,-1 1-1 0,-2 3-9 0,-1-1-6 15,-3 3-6-15,1 2-15 0,-5 2-8 0,-1-2-7 16,-2-1-6-16,-2 0-6 0,1 1-8 0,-1-3-24 16,-1 2-23-16,0-4-21 0,1 0-30 0,2-2-32 15,0-1-27-15,3-1-18 0,-2-1-23 0,5-5-103 16,0 0-261-16,0 0 117 0</inkml:trace>
  <inkml:trace contextRef="#ctx0" brushRef="#br0" timeOffset="3832.6">19219 11571 102 0,'-4'-11'210'16,"4"11"-15"-16,-4-7-10 0,4 7-6 0,0 0-5 15,0 0-4-15,0 0-11 0,-23 16-10 0,17-3-7 16,-2 1-5-16,1 3-9 0,0 0-8 0,2-2-7 16,1 1-3-16,0 1-10 0,2-1-11 15,2-3-8-15,-1-2-6 0,2 1-8 0,0-1-5 0,2 0-5 16,-1-1-6-16,2-4-2 0,-1-2-8 0,2 0-2 15,4-2-3-15,-3-1 0 0,4-2-7 0,1-1-4 16,-1-2 3-16,0-1-9 0,-1-3 5 0,1 2-4 0,-3-4-1 16,-1 0-4-16,-1 1 4 0,2-2-7 0,-2-2-3 15,-2-2-1-15,1 3 2 0,-1 0 1 16,1 0-3-16,-3-1-4 0,3 2 4 0,-3 0-3 16,2 1-1-16,-2 0-1 0,0 3-3 0,-1 7 0 0,3-10-1 15,-3 10-6-15,0 0-1 0,0 0 2 16,0 0 3-16,0 0 6 0,4 24 6 0,-4-11 0 15,0-1 3-15,1 4-3 0,-1-3 1 0,0 3 0 16,2-2 1-16,1 1 0 0,-2-2 2 0,4 1-3 0,-2-1 4 16,1-3-3-16,1-1 3 0,1-3 0 0,1 1-5 15,0-1 4-15,1-3-2 0,1 1 1 16,1-3 0-16,-3-1 1 0,-7 0 1 0,15-1-4 16,-5-3 2-16,-2-2 0 0,1-1-3 0,-4 1-1 0,1-2 1 15,-2 0 0-15,0-2-1 0,-1-2-4 16,-1 2-1-16,-1-3-2 0,3 2 2 0,-1-6 0 0,-1 0 0 15,1 1-5-15,-1 4-1 0,3-2-7 0,2 0 2 16,-3 3 0-16,3 0-4 0,1 1 1 0,-2 1 2 16,3 5 1-16,3-1-5 0,-4 5 0 0,2 0 1 15,-10 0 0-15,18 8 2 0,-11-1 0 0,1 3 1 16,1 0 1-16,-1 5 6 0,-2-2-4 0,-2-1 1 16,2 2-1-16,1 2-1 0,-5-4 6 0,2-1 0 15,0 1-2-15,1-5 5 0,-1 3-4 0,1-3 0 16,1-2 2-16,-1 0 4 0,4 1-1 0,2-3 3 15,0-3-5-15,1 2 0 0,2-4 2 0,-2-1 2 16,0 0-3-16,5-3 0 0,-1-1 1 0,-4 0-2 16,-3 0 2-16,1-1-3 0,-1-2 0 0,-2 0-1 15,0-4 0-15,-1-2 5 0,-1 4-2 0,-2-3-1 16,-2 1-4-16,-1 3 5 0,0 0-6 0,-1 3 3 16,-2-1-3-16,1 3 8 0,-2-1-10 0,4 7 1 15,-8-8 1-15,8 8-1 0,-15 2-1 0,5 1 0 16,-1 4-1-16,1 2-2 0,-4 1 4 0,3 2 3 15,-2 0-2-15,4 2 1 0,4-3-12 0,0 0-19 16,1 0-15-16,1 0-20 0,5-2-26 0,1 3-31 0,4-4-20 16,8 3-18-16,4-6-22 0,12 0-28 0,0-2-3 15,2-3-136-15,0-2-381 0,0 0 168 16</inkml:trace>
  <inkml:trace contextRef="#ctx0" brushRef="#br0" timeOffset="4215.66">20066 11667 185 0,'16'-9'46'0,"0"1"20"15,-8 1 18-15,-2 1 22 0,0-3-1 0,-4 3 13 0,1-1 23 16,-3 7 4-16,-2-14-1 0,2 14 7 0,-7-7-8 15,2 3-5-15,-3 3-4 0,-1-2 3 16,9 3-7-16,-21 6 4 0,9 0-5 0,-1 4-10 16,-2 0 0-16,2 2-6 0,0-2-9 0,3 0-5 15,0 3-20-15,2-1 3 0,0-2-10 0,5 2-5 0,-1-2-9 16,2 1-5-16,2-3-1 0,2 1-4 0,2-1-10 16,-1-2-3-16,5 0-2 0,-2-2-2 0,3-1-12 15,3-3-2-15,-2 0-5 0,2 0 1 0,0-5-4 16,-1 1-3-16,-2-2 1 0,2-1 0 0,-3-1 1 15,1-3-4-15,-2 1 1 0,1-6 1 0,-2-1-1 16,1 2-2-16,-3-1 0 0,-3-3 1 0,1 0-3 16,1-8 1-16,-2 1-1 0,3 1 1 0,-1 1 2 15,-1-4-5-15,2 2-7 0,0 1 13 0,0 6-1 16,1 0 6-16,-3 2 5 0,1 6 7 0,1 2 15 16,-3 0 2-16,0 2-15 0,2 2-4 0,-3 5-7 15,0 0-1-15,0 0 4 0,0 0 23 0,0 0-2 16,2 30-3-16,-3-11-2 0,0 5-5 0,-3 1 1 15,-1 0-4-15,2 6 5 0,0-5 0 0,3 3-12 16,-2-2 1-16,0-1-12 0,3 1-28 0,-1-8-26 16,3 0-28-16,-1 0-26 0,2-2-24 0,2-1-33 15,-2-5-46-15,3-1-22 0,-2-2-40 0,2 1-212 16,0-3-519-16,0-2 230 0</inkml:trace>
  <inkml:trace contextRef="#ctx0" brushRef="#br0" timeOffset="4728.59">20524 11375 164 0,'5'-7'243'0,"-4"2"-15"15,1 0-22-15,-2 5-12 0,0 0 24 0,0 0 1 16,0 0 0-16,6 18 2 0,-6-4-8 0,0 5-7 16,-3 0-16-16,2 8-11 0,0 3-7 0,-3-5-21 15,0 2-13-15,-1-2-11 0,4 3-14 0,0-3-6 0,1-1-14 16,-2-5-11-16,4-2-10 0,0 2-35 0,1-4-17 15,-1-2-34-15,2-2-25 0,-1 1-27 16,0-2-21-16,-1-3-19 0,0 0-18 0,1 1-18 0,-3-8-2 16,2 9-12-16,-2-9-23 0,0 0-6 15,0 0 4-15,0 0 12 0,0 0 18 0,0 0 19 16,6-24 11-16,-6 15 22 0,-2-1 9 0,2-1 25 16,0-2 5-16,2-3 20 0,0-2-15 0,1 1 33 15,0-1 7-15,4 4 16 0,-2-2 27 0,3 1 6 0,-3 4-1 16,2-1 12-16,0 5-4 0,2-1 4 0,0 3 5 15,0-3 0-15,-2 7-2 0,4 2 13 0,-1 1 8 16,-1 2 1-16,0 1 12 0,-3-1-4 16,4 5-7-16,-1-2 7 0,-1-1-7 0,2 1-3 0,-1 2-7 15,-1-5-1-15,1 3 8 0,3-3-6 16,-1 1 4-16,1-2-3 0,1-1-1 0,0 1-7 0,0-3 3 16,0-2-6-16,-1-1-1 0,0-1 3 0,-2-1 6 15,1-1-1-15,-1-1-3 0,-4 0 14 0,0-4-11 16,-1 3 2-16,-2-3-2 0,-2 2-1 0,-1-4-9 15,-2 0-3-15,-5 3-2 0,2-3-3 0,-4 0-8 16,-2 1-4-16,-3 2-2 0,-2 1-5 0,0 7-5 16,-3-5-3-16,-1 6-17 0,-1 1-11 0,-6 5-18 15,0 2-19-15,3 4-19 0,-1 2-35 0,1 2-40 16,1 2-73-16,9-3-59 0,-6 3-222 0,8-3-542 16,1-2 240-16</inkml:trace>
  <inkml:trace contextRef="#ctx0" brushRef="#br0" timeOffset="5478.79">5100 12863 221 0,'0'0'229'0,"-4"-9"-4"16,4 9-10-16,-2-8-9 0,2 8-20 0,0 0-18 15,0 0-22-15,0 0-11 0,0 0-17 0,0 0 4 16,0 0-7-16,-2 32 1 0,2-7-12 0,-1 3-11 15,1 20-1-15,-4-1-11 0,3-11-10 0,1 13-6 16,-4-4-4-16,3-10-7 0,1-3-4 0,1 0-6 16,-2 0-23-16,3-5-7 0,2-1-7 0,0-7-33 15,0-1-25-15,0-5-28 0,-1 2-35 0,0-3-38 16,0-6-39-16,-1-1-21 0,0 0-144 0,-2-5-386 16,0 0 172-16</inkml:trace>
  <inkml:trace contextRef="#ctx0" brushRef="#br0" timeOffset="5846.31">5136 12981 118 0,'7'-15'156'15,"4"1"-2"-15,0 1 6 0,2 2-21 0,2 1-3 16,1 4-6-16,3 1-6 0,-1 2-3 0,3 2-3 16,1 1-5-16,-1 1-7 0,2 3-10 15,-2-1-8-15,0 3-4 0,-3 1-9 0,-1 2-7 0,0 1-7 16,-3-1-2-16,-5-1-9 0,2 4-1 0,-3 3-5 15,-4-2-3-15,-1-1-5 0,-5 1-2 0,2 3-3 16,-2-2 1-16,-2-3-6 0,-1 0-3 0,3-2-11 16,-2 1-9-16,2-3-8 0,2-7-4 0,-2 10-8 15,2-3 5-15,0-7-4 0,4 10 1 0,-2-6-1 16,3 1 1-16,3 0 1 0,1 1-1 0,-1 1 1 16,3 0 6-16,2 4 1 0,-4-3-3 0,3 3 1 15,0 2 1-15,-3-1 10 0,2 0-7 0,-3 0-8 16,-3-2 12-16,0 1 4 0,-1 1 3 0,-1-2 2 15,-1 2 9-15,-2-3 0 0,-1 2 6 0,-5 1-1 16,-2 1-1-16,-4 1-3 0,0-3-2 16,-2 2 2-16,-3 0-6 0,2-6-2 0,-4 3-16 0,3-1-24 15,0-3-29-15,3-2-36 0,3-4-55 0,2 0-56 16,-4 0-116-16,12 0-347 0,-10-7 154 0</inkml:trace>
  <inkml:trace contextRef="#ctx0" brushRef="#br0" timeOffset="6277.48">5724 12952 1493 0,'14'-11'21'0,"-2"0"5"0,-3 3-25 0,2 3-3 16,0 0 5-16,-1 1 3 0,1-1 14 0,1 0 13 16,-1 2 1-16,1 2 1 0,5-3-3 0,2 1-5 15,-1 1 2-15,3 0-4 0,-1-1-1 0,-1 3-4 16,0-1 0-16,-1 1-14 0,0 0 3 0,-4 0-10 15,-1-1-13-15,-1-1-23 0,-2 1-21 0,-10 1-8 16,12 0 7-16,-12 0-3 0,0 0 6 16,0 0 5-16,0 0-5 0,0 0 15 0,0 0 0 15,0 0 4-15,0 0 12 0,0 0 7 0,0 0 5 16,-37 1 5-16,37-1 8 0,-19 4 10 0,13-1 9 0,6-3 0 16,-13 4 3-16,7 1-1 0,6-5 14 0,-8 11 11 15,4 0 3-15,3-2 3 0,1 3 1 0,0-12 2 16,4 31 11-16,0-11 6 0,1-2-4 0,1 5-2 15,2-4 4-15,-2 0-2 0,-1-3-1 16,2 1-3-16,-1 2-7 0,0-3 9 0,0 2-2 0,-1-1-1 16,-3-5-3-16,1 2 0 0,-2 1 0 0,0 0 1 15,-1-3-2-15,0 4-2 0,-3-4-5 0,-1-1 0 16,-1 0-6-16,-2-1 0 0,1 1 2 0,-4-1-8 16,2-2-12-16,-1-2 1 0,-3 0-17 0,2 0-24 15,1-2-20-15,-2-2-24 0,2-1-39 16,1 0-46-16,8-1-42 0,-14-2-36 0,9-1-176 0,5 3-425 15,-8-14 188-15</inkml:trace>
  <inkml:trace contextRef="#ctx0" brushRef="#br0" timeOffset="6472.84">6324 12911 50 0,'12'0'173'0,"2"-4"-5"0,4 1-15 16,2 2-16-16,2-3-13 0,1 0-9 0,5 0-11 16,1-1-16-16,-2-1-15 0,-1 1-22 0,-4 5-25 15,-3-4-30-15,-1-1-19 0,-4 2-32 0,-3-2-9 0,1 4-22 16,-5-1-86-16,-7 2-186 0,9-5 83 0</inkml:trace>
  <inkml:trace contextRef="#ctx0" brushRef="#br0" timeOffset="6668.3">6547 12843 14 0,'-12'6'138'0,"12"-6"0"16,0 0 7-16,-5 10-3 0,5-3 10 0,0 3-3 15,-1 6 9-15,2 3 2 0,-1-2-5 16,1 8 0-16,3-1-7 0,-4 3-10 0,3 0-3 16,-2 0 1-16,-1-3-12 0,1 1-15 0,2-6-6 15,1 8-14-15,-2-9-7 0,-1 1-4 0,3-1-12 16,-1 0-12-16,1-1-32 0,-2-5-33 0,2 5-37 0,0-4-51 15,2-5-58-15,-2 2-63 0,-3-1-157 0,5-2-406 16,-6-7 180-16</inkml:trace>
  <inkml:trace contextRef="#ctx0" brushRef="#br0" timeOffset="6833.46">6850 13214 135 0,'0'0'187'0,"0"0"-14"0,0 0-30 16,0 0-52-16,0 0-50 0,14 4-60 0,-14-4-107 15,0 0-135-15,0 0 60 0</inkml:trace>
  <inkml:trace contextRef="#ctx0" brushRef="#br0" timeOffset="8680.41">7331 13384 59 0,'0'0'218'0,"0"0"-7"0,0 0-16 0,0 0-19 16,0 0-13-16,0 0-6 0,0 0-14 0,0 0-10 16,16-16-8-16,-6 8-11 0,0-3-9 0,3-1-4 15,-2 0-9-15,4-1-4 0,-1-1-6 0,-3 2-6 16,3-3-1-16,0-1-4 0,0 2-9 0,-4-1 1 15,1 0-9-15,-1-2-4 0,0-1-4 0,-1 3-4 16,0-3-4-16,-3 1-1 0,2 2-3 0,-4 2-3 16,0 1 1-16,-3 2 8 0,2 1-1 0,-2 4-5 15,-1 5-5-15,1-14-3 0,-1 14-5 16,-1-8 0-16,1 8-4 0,0 0-6 0,0 0-1 0,0 0-3 16,0 0 1-16,-12 18 2 0,5-3 0 0,-1 1 1 15,3 2-2-15,2-2-1 0,-2 2-4 0,4 2 3 16,0-5-8-16,-1 1-10 0,4-4-14 0,2 3-15 15,2 1-20-15,2-1-24 0,-3-6-30 0,2 0-46 16,4-1-36-16,0-2-50 0,-1 0-131 0,2-4-407 16,-1-1 180-16</inkml:trace>
  <inkml:trace contextRef="#ctx0" brushRef="#br0" timeOffset="8839.62">7585 12950 91 0,'0'0'66'15,"-8"10"-35"-15,8-10-39 0,0 0-22 0,9 12-33 16,-2-8 14-16</inkml:trace>
  <inkml:trace contextRef="#ctx0" brushRef="#br0" timeOffset="9036.22">7876 12849 153 0,'0'0'171'0,"1"-9"-21"16,-1 9-11-16,0 0-3 0,0 0 6 0,4 19 7 15,-3-3-1-15,-1 8 6 0,0 4-10 0,-1 5-6 16,0 2-11-16,1 1-9 0,1-1-11 0,-2 13-10 16,1-13-13-16,0-1-7 0,1 0-8 0,-1-1-4 15,3-4-34-15,-1 0-20 0,2-3-22 0,-1-6-31 16,-1-1-32-16,3-1-27 0,-1-2-43 0,-2-5-35 15,1-1-132-15,-3-2-334 0,1-3 147 0</inkml:trace>
  <inkml:trace contextRef="#ctx0" brushRef="#br0" timeOffset="9182.29">7743 13132 95 0,'15'-2'109'0,"4"2"-10"0,8 0-15 0,5 0-18 16,4 2-37-16,1-1-58 0,3 2-47 0,-1-2-82 16,14-1 36-16</inkml:trace>
  <inkml:trace contextRef="#ctx0" brushRef="#br0" timeOffset="10222.18">8728 13432 113 0,'-2'-18'171'0,"-2"-1"-9"0,3-7-16 16,1 0-16-16,1-2-3 0,2 2-1 15,-1-3-9-15,3 0-14 0,-1-2-5 0,4-1-8 0,-2 1 1 16,-2-1 0-16,1 3-6 0,-1-1 3 0,2 3 7 16,-3 3-5-16,-2 5-3 0,-1 2 4 0,-1 7-7 15,-1-2-1-15,1 3-9 0,0 2-9 0,1 7-6 16,-5-10-3-16,-2 8-9 0,7 2-4 0,-14 0-2 15,5 3-8-15,-2 3-2 0,1 2-4 0,-4 1-2 16,1 1-1-16,1 3-5 0,3-5-2 0,3-1-2 16,1 2-1-16,2-1 2 0,2 0-2 0,1 2-4 15,4-4 0-15,2 3 1 0,3-5-2 0,4 1 3 16,5-1-4-16,1 0-6 0,3-4-4 0,-2 1-3 16,3 1-4-16,-1-4 0 0,-2 2-3 0,-2 2 0 15,-4-2 2-15,-1 3-3 0,-1 0 6 0,-2 3-1 16,0 1 5-16,-3 0-7 0,-1 6 1 0,1 1 3 15,-1 3 0-15,-4 0 1 0,-1 2-3 0,1-2 5 16,-1 0-3-16,0 0 2 0,2 0 0 0,1-1 3 16,-2-2-1-16,5-4-1 0,-2-1 1 0,0 2-1 15,3-3 2-15,3-3 0 0,-1 1 0 0,1-2 3 16,1-3-1-16,6 1 0 0,0-4 3 0,0-3-1 16,1-1-1-16,1-2-2 0,-1-1 3 0,-2 0-3 15,-1-2 0-15,7-6 1 0,-7 7-2 0,-2-4-1 16,-2 0 0-16,-2 1 2 0,-2-1-2 0,-2-2 3 15,-2 0 0-15,-3 0 0 0,1 0-1 0,-4 4-1 16,1-1-1-16,-3 0 1 0,0 3-1 0,-1 0 0 16,0 1 2-16,-1 0 0 0,-1 4-3 0,2 1-1 15,5 4-2-15,-11-4 2 0,11 4-2 0,-16 4 1 16,10 5 4-16,0 3 1 0,-2 2-2 0,-1 4-1 16,4-1 0-16,5 2 5 0,-3-2-5 0,3 0 1 15,3 0 0-15,2-1 4 0,4-2-2 0,-1-5 1 16,1 1 3-16,7-3-2 0,2-1-2 0,2 0 5 0,7-5-5 15,-5-1 0-15,7-1 0 0,-3-5-2 16,2 0 1-16,0-1-2 0,0-4-1 0,-2 2 5 16,-2-3-5-16,-6 4 1 0,0-4 2 0,-1 0-1 15,-2-2-2-15,-1 1 4 0,0 0-4 0,-4-2 3 0,-1 2 2 16,0-4 0-16,-5 5 0 0,1 2 10 0,-2-3 4 16,-2 5 6-16,0-2 1 0,-2 1 2 0,-2 2 6 15,3 7 0-15,-3-11-2 0,-1 5-1 16,4 6-7-16,-8-7-4 0,8 7 0 0,-11-1-5 15,11 1 2-15,-16 8-2 0,6-2-2 0,1 2 2 0,0 7-3 16,-2-2-2-16,4 1 3 0,0 3-6 0,1-3 2 16,1 4 0-16,3-4 1 0,-1-2 0 15,6-1-3-15,-2 3-1 0,1-2 2 0,2 0-2 16,3 1 3-16,-1 3-3 0,2-2 2 0,1 1-5 16,-2-1 5-16,1 1-5 0,1 1 0 0,-1 4-20 0,-1-3 8 15,0 8 0-15,-3-6 3 0,1 6-1 0,-4-1 3 16,-1 2-1-16,0-1 3 0,-5 3-2 15,4-2 4-15,-3 1-1 0,0-3 5 0,-2 2-6 16,0-7 4-16,0 5-1 0,0-6 2 0,1 7-14 0,-1-6-13 16,1-1-13-16,1-3-14 0,1 2-21 0,-2-2-18 15,2-3-30-15,2-3-35 0,1-3-8 0,0-6-13 16,1 8-164-16,-1-8-373 0,11-3 164 0</inkml:trace>
  <inkml:trace contextRef="#ctx0" brushRef="#br0" timeOffset="11432.48">9881 13073 129 0,'-1'-6'215'16,"1"6"-21"-16,1-8-11 0,-1 8 2 0,0 0-1 16,0 0-2-16,0 0-11 0,-4 28-16 0,4-12-10 0,0 1-13 15,0 0-11-15,4 0-9 0,-1 0-10 16,2-3-7-16,0-2-11 0,0-1 1 0,2-1-17 0,1 0-1 15,3-2-11-15,0-1-4 0,4 0-2 16,4-3-2-16,-3-1-2 0,3-5-4 0,-2 0-3 16,2-1-4-16,0-4-2 0,-1 0-5 0,1-1 1 0,-4-1-8 15,-1 1 2-15,-1-2 6 0,-3 1-10 0,-3 0 0 16,-1 1-2-16,1-4 0 0,-2 0-1 0,-1-3-1 16,-2 2-7-16,-1 1 1 0,-1-1-2 15,0-3 1-15,0 0-2 0,-1 4 1 0,-1-3 0 16,-1 3-1-16,2 6-1 0,0-1 15 0,1 7-21 0,-2-10 1 15,2 10-3-15,0 0 1 0,0 0-2 0,0 0-1 16,0 0 0-16,0 0 4 0,0 0 1 0,5 39 3 16,-3-22-4-16,0 0-1 0,-2 1 2 15,1-2 3-15,1-2 7 0,1 1-4 0,3 0 0 16,-3-4 4-16,4-1 3 0,2 1 0 0,-3-3-1 0,2 0 4 16,2 0-3-16,4-5 2 0,-4 1 1 0,4-1-5 15,-1-5-1-15,0 2 2 0,4-3 0 0,-2-2 0 16,-1 1-3-16,-2-3 4 0,-1 1-4 0,-2-2 2 15,-1 1 3-15,-2-4-6 0,2 2-3 16,-3-1 5-16,-1-2-3 0,-3 1 0 0,1-6-3 0,-2 2 5 16,0-3-5-16,-2 1-3 0,-1 4 1 0,-1-3-4 15,-1 0 5-15,3 7 5 0,-2-2 6 0,1 5-2 16,2 0 2-16,1 6-7 0,-4-7-2 0,4 7-5 16,0 0-2-16,0 0 3 0,0 0 2 0,0 0 9 15,0 0-7-15,0 25 1 0,3-8 0 0,-1-2 1 16,-2 2-3-16,2-1 3 0,3 0 2 0,-4-5-7 15,2 1 3-15,0-1 0 0,1 0-4 0,0-3 9 16,0-1-4-16,1 1 0 0,3-1 2 0,-1 0-3 16,0-2 2-16,-2-1-3 0,1-1 5 0,2-2-3 15,-2 2 0-15,-6-3 6 0,13 2-2 0,-13-2-3 16,13-5 0-16,-8 0 4 0,1 0-4 0,1-2-1 16,-3 2-4-16,2-2 4 0,-2 1-4 0,0-3 1 15,0-1-1-15,-2 1-1 0,3-3 1 0,-2 0-1 16,2 0-6-16,1 1-2 0,1 0-4 0,-2-1-3 15,1 2 1-15,1 2 3 0,0 1-1 0,0 4-4 16,-1 1 2-16,2-2-1 0,1 4 0 0,-9 0-2 16,15 9 3-16,-7-3 2 0,0 3 0 15,0 1 5-15,1 0-5 0,-2-1 5 0,1 4 3 0,0-4 3 16,0 5-5-16,1-5 2 0,-2-1 9 16,1 0-4-16,1-1-4 0,1 0 2 0,3-4-2 0,-1 1 0 15,2-3 2-15,-2 0-2 0,6-1 2 0,0-3 2 16,1-1-1-16,0-1-5 0,-2-2 5 0,0-2-2 15,-4 0 3-15,2 1 3 0,-6-1 2 0,-1-1-3 16,0 1 2-16,-1-2-4 0,-3 0-2 16,-2 0 0-16,-2-6 3 0,1 5-6 0,-2-1 5 15,-1 0-1-15,-1 3-1 0,0-2 2 0,0 2-1 0,-2 3 1 16,0 0-3-16,1 1-3 0,-1 1 4 0,5 5-5 16,-7-7-3-16,7 7 3 0,-11 1 0 0,11-1 1 15,-11 11-4-15,5-1 5 0,-3 4-1 0,0 1 4 16,1 0-2-16,2 2 0 0,2-2-4 0,0-3 5 15,2 0 0-15,2 4 5 0,2-7-4 0,2 2 5 16,0-4-8-16,2 3 1 0,2-3 4 0,4-2 5 16,0-2-2-16,0-1 3 0,8-2-7 0,-1 0 5 15,0 0-2-15,0-4 0 0,0-1 2 0,-3 1-4 16,2-2 9-16,-1-2-8 0,1 1-1 0,-2-1 3 16,0-3-6-16,-1-3-2 0,-1 1-3 0,-1 2-6 15,-4-2 1-15,-2 2 3 0,-1 1-6 0,-1-2 14 16,-1 2-9-16,-2-1 6 0,0 5-5 0,1-4 2 15,-1 4 2-15,-2 6-6 0,2-10 1 0,-2 10-4 16,0 0 2-16,1-7 2 0,-1 7-3 16,0 0 2-16,0 0 12 0,0 0-7 0,0 0-1 0,-5 31 2 15,5-21 1-15,-2 2 2 0,2 1 3 0,-1 3 1 16,-1-3-4-16,0 1 5 0,0 4 2 0,2-3 2 16,0-2-5-16,0-2 0 0,0 2-3 0,0 0 5 15,-1-1-7-15,2-2 4 0,-1-3 0 16,0 3 5-16,0-2 1 0,2 1-21 0,-2-1-19 0,0-8-19 15,-3 13-21-15,0-6-24 0,0-2-37 0,-3 2-19 16,2-2-45-16,-5 0-36 0,1 0-203 0,-3-1-472 16,0-3 209-16</inkml:trace>
  <inkml:trace contextRef="#ctx0" brushRef="#br0" timeOffset="11643.75">10603 12711 42 0,'0'0'128'0,"0"0"-9"0,10-3-13 0,-10 3-17 0,11 1-11 15,-11-1-31-15,14 0-29 0,-6 2-27 0,0-1-27 16,-8-1-61-16,12 2-106 0,-6 2 47 0</inkml:trace>
  <inkml:trace contextRef="#ctx0" brushRef="#br0" timeOffset="18422.49">12341 12746 72 0,'-5'-3'172'0,"-6"0"-17"0,4 2-5 16,7 1-4-16,-13 1-6 0,3 3-4 0,3 3-10 16,-3 7-7-16,0 3-6 0,3 8-6 0,-1 2 1 15,-1 5-5-15,4 2-5 0,0 13 4 0,3-11-11 16,0 10-1-16,2-12-12 0,0 1-6 0,-2-3-8 16,6 0 0-16,-4 0-9 0,0-2-5 0,0 0-6 15,0-1-3-15,-2-1-1 0,2-3-8 0,-2-6-2 16,2-1-1-16,-2-1-20 0,2-2-32 0,-1-3-30 15,0-3-34-15,-1 1-29 0,1-5-31 0,1-5-27 16,-2 9-166-16,2-9-367 0,-7 3 162 0</inkml:trace>
  <inkml:trace contextRef="#ctx0" brushRef="#br0" timeOffset="18800.5">12093 13141 32 0,'9'-4'140'0,"2"-3"-8"0,3 4-8 0,1-4-5 16,4 4-2-16,3-1-8 0,5-2-10 0,-1 0-8 16,4 3 1-16,-1-3-7 0,2 0-12 0,1-1 0 15,-3 4-8-15,-1-6-2 0,-1 4-2 0,1-2-2 16,-5 1-5-16,-5 1-1 0,0 0 0 0,-1-1-2 16,0 2 10-16,-4-1-6 0,-4 3 7 0,0-2 5 15,0 0 2-15,-5 1 0 0,2-3-4 0,0 1-2 16,-4-1-3-16,-2 6-4 0,4-12-1 0,-3 6-3 0,-1 6-2 15,-3-16 0-15,-1 8-1 0,-2-1 3 16,0-1-4-16,-2 4-2 0,3-3-6 0,-3 3 1 16,2 2 2-16,0-1-5 0,1 1-5 0,5 4-4 15,-11-4-4-15,11 4-5 0,-14 6-5 0,8 2-1 16,-1 2 0-16,1 4-2 0,-2 6 1 0,2 6 1 0,2 0-6 16,3-1 2-16,1 0-2 0,0 1 2 0,1-6 2 15,1-3-4-15,4 2-10 0,-1-2-17 16,4-2-19-16,0-1-21 0,-1 0-19 0,4-4-30 15,-3-3-27-15,8 0-25 0,0-2-15 0,-3-1-16 16,5-4-12-16,-5 0-133 0,1 0-363 0,4-4 160 16</inkml:trace>
  <inkml:trace contextRef="#ctx0" brushRef="#br0" timeOffset="19251.57">12814 13151 121 0,'4'-11'16'0,"3"-1"21"0,-4 2 5 16,0-1 12-16,-1 0 24 0,-2 0 12 0,0 2 18 15,0 1 7-15,0 8 13 0,0-10 7 0,0 10-8 0,0 0-11 16,-2-9-7-16,2 9 0 0,0 0 1 0,0 0-1 15,0 0-4-15,0 0-7 0,-8 27-3 16,6-16-7-16,4 0-5 0,-2 2-2 0,0-3-7 16,0 1-7-16,0 0-4 0,5 0-6 0,-5-2-9 0,3 1-3 15,1-2-3-15,-2-2-2 0,2 1-6 0,-2-3-3 16,5 1 1-16,-3-1-2 0,4-2-3 0,-8-2-3 16,15 0 1-16,-8 0-8 0,5-4 2 15,-2 2 0-15,-1-4-4 0,1 1-1 0,-2-1 6 16,1 0-10-16,1-2 2 0,-4-1-1 0,1 1-4 15,-1-3-1-15,-1 1 2 0,2 1-4 0,-2-1 0 0,-1 2-1 16,0 2-1-16,0 3-2 0,-4 3-3 0,5-7 1 16,-5 7-5-16,9 0 4 0,-9 0 2 15,0 0-2-15,11 12 3 0,-6-7-2 0,1 2 1 0,-3 1-2 16,4 1 3-16,-1-2 0 0,-1-1 1 0,3 0 0 16,2 0 0-16,-3-2 0 0,2-2 2 0,3 1-3 15,2-3 2-15,-3 0 0 0,1-3 4 0,-1 1 5 16,2-3-10-16,-1-1 2 0,-1 0 2 0,-2-1 2 15,-2 0 8-15,0-5 6 0,-1 5 3 0,-1-3 11 16,-3 0 4-16,0-2-5 0,1-5 3 0,-1 5-2 16,-4-4-2-16,2 4-1 0,-5-1-4 0,2 2-5 15,-1 1 2-15,2-1-5 0,-2 2-2 0,1 3-5 16,-1-1-13-16,0 2-19 0,4 5-21 0,-8-7-28 16,8 7-25-16,0 0-35 0,0 0-42 0,-13 10-60 15,9 1-215-15,-1-2-482 0,0 3 214 0</inkml:trace>
  <inkml:trace contextRef="#ctx0" brushRef="#br0" timeOffset="20677.54">13656 13266 166 0,'0'0'216'0,"0"0"-22"16,0 0-17-16,0 0-14 0,0 0-9 0,0 0-9 16,0 0-12-16,8-33-12 0,-6 23-5 0,4-1-10 15,-1 0-4-15,5-3-3 0,0-2-10 0,-5 0-11 16,3-2-6-16,8-6-3 0,-3 0-3 0,1 1-9 15,-1 0-7-15,0 2 1 0,-3 3-7 0,3-5-1 16,-1-1 12-16,-1 0-6 0,-5 5-1 0,1 0-9 16,1 2-4-16,-4 0-2 0,0 0-4 0,1 6-1 15,-1-1-5-15,0 4 0 0,-2 2-1 0,-2 6-2 16,3-11 0-16,-3 6-7 0,0 5-3 0,0 0 2 16,0 0-2-16,0 0-2 0,-18 13 1 0,4 0-4 15,1 2 1-15,2-1-2 0,-3 2 2 0,1 1-5 16,4-1 3-16,0 0 1 0,4 0-6 0,3 2 0 15,0-1 1-15,6-2 2 0,-1-3-3 0,5-3 0 16,4 5 4-16,3-3-7 0,2 0-1 0,0-2-3 16,3-2 0-16,-1 2 3 0,0-2-3 0,-2-1 3 15,0 1 1-15,2 0-2 0,-8-1 0 0,2 2-2 16,-6-3 5-16,1 4 0 0,-1-2 1 0,-1 2-2 16,-2 1 5-16,-4-1-2 0,-3 1 1 0,1 2 3 15,-3-3-4-15,-4 1 3 0,1 0-4 0,-1 1-9 16,-5-3-8-16,3 1-19 0,4-2-19 0,-4-1-20 0,6 0-22 15,-3-3-23-15,4 1-24 0,4-4-33 16,-10 5-29-16,10-5-125 0,0 0-361 0,0 0 160 16</inkml:trace>
  <inkml:trace contextRef="#ctx0" brushRef="#br0" timeOffset="20898.32">14047 12881 47 0,'4'-19'207'0,"-1"0"-5"16,-1 1 4-16,-2 1-6 0,5 1-2 15,-5 6-5-15,4 1-13 0,-4 3-20 0,0 6-16 16,1-7-17-16,-1 7-14 0,0 0 7 0,0 0-3 0,0 0-6 16,10 17-3-16,-5-5 1 0,-3 4-5 15,-2 4-5-15,4 4-11 0,-6 2-8 0,4 0-10 16,-6 0 0-16,6 0-11 0,-4 3-5 0,4-6-5 16,-4 4-13-16,2-8-26 0,0 1-22 0,-2 0-21 15,0-2-20-15,-1-1-33 0,1 1-41 0,-2-1-27 16,2-5-44-16,0 0-35 0,-3 0-162 0,0-4-427 0,3-1 190 15</inkml:trace>
  <inkml:trace contextRef="#ctx0" brushRef="#br0" timeOffset="21311.84">14249 13111 58 0,'18'-22'114'16,"-4"8"-2"-16,3-7-2 0,-7 4 5 0,-1 2-6 0,2 0 2 15,-4 1 7-15,-2 4 9 0,-1-1 2 16,1 3-2-16,-4 1-1 0,-1 0-4 0,0 7-2 16,0-9-12-16,0 9 0 0,0 0-10 0,-12-5-7 15,12 5 0-15,-21 9-2 0,7 1-5 0,1 3 0 0,0 0-6 16,1 4-5-16,1-3-6 0,2 1-7 0,0 1-3 16,4-5-6-16,-1 4-4 0,3-2-5 0,0 3-2 15,5-5-6-15,-1 1-3 0,6-1-1 16,-1-3-4-16,4 1-22 0,-1-3-17 0,2-2-21 15,7 0-22-15,-1 1-22 0,-2-4-24 0,0-2-22 0,4 1-17 16,-6-2-23-16,0 0-21 0,2 0-4 16,-3-2-129-16,0 1-344 0,-2-3 153 0</inkml:trace>
  <inkml:trace contextRef="#ctx0" brushRef="#br0" timeOffset="21538.64">14467 12937 39 0,'-1'-25'138'0,"0"7"5"0,-3-1 14 0,4 0 17 16,-5 0 2-16,5 4 1 0,-1 4 7 0,-2 1 10 15,2 3-2-15,1-1-11 0,0 8-21 0,-4-7-19 16,4 7-15-16,0 0-11 0,0 0 12 16,0 0 16-16,0 0-4 0,0 32-11 0,0-13 10 0,0 7-2 15,0 1-20-15,-2 1-4 0,0 0-5 0,2 8-8 16,0-6-9-16,-1 2-10 0,-2-3-10 16,2 1-2-16,1-1-1 0,-6-3-15 0,6 2 2 0,-2-4-13 15,-1-4-21-15,0-2-28 0,1-1-36 0,2 0-28 16,-4-4-30-16,4-1-37 0,-3-1-45 0,2 0-56 15,1-3-46-15,-3-1-216 0,1 0-544 0,2-7 242 16</inkml:trace>
  <inkml:trace contextRef="#ctx0" brushRef="#br0" timeOffset="22046.54">14436 12954 53 0,'7'-5'185'0,"4"-1"-7"0,-2 2-3 0,0 2-7 0,2 1-13 16,-11 1-7-16,18 5-8 0,-9 0-7 0,0-1-18 16,-2 4-10-16,0 0-9 0,-3 3-8 0,-2 0-9 15,1-1-5-15,-2 4-10 0,-2-3-4 0,-2-1-9 16,-1 1-1-16,2-2-7 0,-2 0 1 0,-1-3-2 16,5-6 7-16,-4 11 1 0,4-11-7 0,-4 6-2 15,4-6 0-15,-2 6-5 0,2-6-4 0,0 0 0 16,0 0-5-16,0 0 1 0,0 0-4 0,12 3-4 15,-12-3-5-15,16-8 3 0,-2 4 0 0,0-5-5 16,3 2 0-16,-2-2 0 0,1-2-3 16,2-2 1-16,0 2-1 0,-3 0-2 0,3-2 0 0,-4 0 0 15,2-1-1-15,-3 1-1 0,0 0-1 0,-2 1 5 16,-3 1 3-16,-1 3 3 0,-3-2 4 0,0 3 6 16,-3 1-3-16,0-3 5 0,-1 9 1 0,-2-10-3 15,2 10-3-15,-8-9-1 0,8 9-6 0,-7-1 2 16,7 1-5-16,-13 4-1 0,13-4-2 0,-15 9 0 15,11-4-4-15,-5 2 1 0,5 1 0 0,-3 1-1 16,2 1 1-16,3-3-3 0,0 3 1 0,4 0 1 16,-2 1 0-16,2-4-3 0,5 3-1 0,-4 0 1 15,3 1-3-15,1-1 0 0,3 1-2 0,-2-1 3 16,-2-2-3-16,1 2 3 0,2-1-2 0,-4 0 4 16,0-1-3-16,-2 2 1 0,-2-3-2 0,-1 2-8 15,0 1-7-15,-1-3-4 0,-3 3-9 0,-2-1-6 16,-1 1-7-16,-2-1-21 0,-3 2-13 0,-1-2-33 15,-3 0-33-15,1-1-44 0,2-1-47 0,-4-2-143 16,0-2-405-16,-1 0 180 0</inkml:trace>
  <inkml:trace contextRef="#ctx0" brushRef="#br0" timeOffset="22232.38">14027 13005 1976 0,'-5'-2'3'16,"-1"-3"8"-16,-1 2-15 0,7 3-12 0,-7-7 14 16,7 7-1-16,0 0 1 0,0 0 6 0,12-13-4 15,-2 7 3-15,7 3-1 0,3 0-6 0,2-1-13 16,9-2-32-16,1 3-32 0,3-4-57 0,-2 4-143 16,3-2-304-16,1-2 135 0</inkml:trace>
  <inkml:trace contextRef="#ctx0" brushRef="#br0" timeOffset="22412">15090 12871 1863 0,'13'-3'68'0,"1"1"9"0,-3 0-41 0,-3 2-21 16,1-1-8-16,-9 1 5 0,11-2 2 0,-11 2-4 15,0 0-3-15,9 2-2 0,-9-2 2 0,7 5 0 16,-7-5-14-16,3 5-27 0,-3-5-26 0,0 0-32 15,-2 8-52-15,2-8-155 0,0 0-323 0,0 0 143 16</inkml:trace>
  <inkml:trace contextRef="#ctx0" brushRef="#br0" timeOffset="23464.22">1460 14128 141 0,'-4'-6'185'0,"1"0"4"0,-3 2-11 0,6 4-7 15,-6-8-8-15,2 3-6 0,4 5-14 0,-6-6-12 0,6 6-14 16,0 0-12-16,0 0-15 0,-5-3-8 0,5 3-9 16,0 0 1-16,0 0-10 0,11 26 0 15,-6-9 1-15,6 7 4 0,-6 0-6 0,6 2-4 16,1-1-6-16,-2 2-4 0,0-2-5 0,1 0-5 15,-2-7-3-15,2-1-5 0,-6 0 0 0,4-3-4 16,-1-3 4-16,-2 1-10 0,0-2 2 0,-1 0-6 16,1-1 0-16,-4-2 0 0,2-4-1 0,0 4 1 15,-4-7 1-15,5 6 8 0,-5-6 7 0,2 7 14 16,-2-7 15-16,0 0 0 0,0 0-9 0,0 0 0 16,0 0-5-16,0 0-5 0,0 0-6 0,3-29-3 15,-2 16-2-15,1 1-6 0,0-5 2 0,3-3-2 16,-1-3-5-16,4-2-2 0,-3-3-6 0,0 4-6 15,3-2-2-15,-2 1-3 0,-2 5-6 0,3 4-8 16,-4-1-3-16,1 5-7 0,-3 2-18 0,2 3-14 16,-3 1-27-16,0 6-34 0,4-11-51 0,-4 11-23 15,3-5-20-15,-3 5-23 0,9-2-170 0,-9 2-435 16,0 0 193-16</inkml:trace>
  <inkml:trace contextRef="#ctx0" brushRef="#br0" timeOffset="23702.18">1891 14123 91 0,'4'-5'188'16,"-4"5"-11"-16,0 0-22 0,0 0-12 0,0 0-12 16,0 0-6-16,0 0 1 0,-4 29-1 0,3-14-9 15,-2 0-5-15,1 4-11 0,2 0-10 0,0-2-3 16,-2 1-8-16,1 1-6 0,0 0-5 0,1 0-9 15,0-1-4-15,0-4-4 0,1 1-7 16,-1-3-11-16,0-1-22 0,1 2-28 0,1-4-30 0,-2 1-30 16,2-4-39-16,-2 1-35 0,0-7-24 0,5 8-102 15,-5-8-298-15,0 0 132 0</inkml:trace>
  <inkml:trace contextRef="#ctx0" brushRef="#br0" timeOffset="23908.42">1998 14169 129 0,'-2'-7'175'0,"2"7"-15"0,0 0-8 0,0 0-3 15,0 0-2-15,0 0-12 0,0 0-5 0,0 32 4 16,1-21-13-16,0 5-3 0,-1-3-13 0,2 2-9 16,0 2-9-16,-2-1-9 0,2 1-6 0,0 1-7 15,1-3-5-15,-1 0-11 0,-1-2-26 0,-1-3-18 16,3 2-37-16,-3-3-33 0,5 0-49 0,-4-1-44 15,0-1-146-15,-1-7-329 0,0 0 146 0</inkml:trace>
  <inkml:trace contextRef="#ctx0" brushRef="#br0" timeOffset="24063.25">1858 14027 34 0,'0'0'64'0,"0"0"-47"0,23 13-37 16,-17-4-21-16,4-3 10 0</inkml:trace>
  <inkml:trace contextRef="#ctx0" brushRef="#br0" timeOffset="24260.8">2204 14130 63 0,'7'17'181'0,"1"8"-5"0,-5-7-18 0,2 8-9 15,0 2-16-15,1-3-10 0,-4 2-4 0,0-1-15 16,-4 2-9-16,-2-2-8 0,0-5-9 0,-2 3-10 16,-3 0-17-16,-1-2-18 0,-3 0-30 0,-1 1-43 15,-3-1-46-15,-1-3-54 0,-5 0-87 0,-1-6-243 16,-3 1 107-16</inkml:trace>
  <inkml:trace contextRef="#ctx0" brushRef="#br0" timeOffset="24479.26">1165 14436 85 0,'5'30'174'16,"7"13"-8"-16,4-9-18 0,-1 10-15 0,1-9-14 16,3-7-10-16,0 2-16 0,6-2-6 0,-4-2-5 15,5-6-13-15,1 1-34 0,0-5-37 0,5-5-41 16,-2-2-54-16,0-4-96 0,-3-7-210 0,3-5 93 16</inkml:trace>
  <inkml:trace contextRef="#ctx0" brushRef="#br0" timeOffset="24662.42">1717 13946 2232 0,'-5'-19'-6'0,"-4"4"41"16,3 1 34-16,1 4-22 0,2 3-25 0,-1-1-15 15,4 8-28-15,-6-10-20 0,6 10-3 0,-3-3 3 16,3 3-22-16,0 0-36 0,0 0-21 0,0 0-54 15,13 28-127-15,-8-18-326 0,0 0 145 16</inkml:trace>
  <inkml:trace contextRef="#ctx0" brushRef="#br0" timeOffset="49282.48">4078 13958 11 0,'0'0'54'0,"0"0"-6"0,0 0-1 0,0 0-3 15,0 0-4-15,0 0 0 0,0 0-6 0,0 0-2 16,0 0-4-16,0 0 8 0,8-1 3 0,-8 1-19 16,0 0-5-16,0 0 0 0,0 0-2 0,0 0-5 15,0 0-1-15,0 0 2 0,0 0 1 0,0 0 0 16,0 0-2-16,0 0 4 0,0 0-2 0,0 0 1 15,0 0 1-15,0 0 3 0,0 0-3 0,0 0 5 16,0 0 3-16,0 0-5 0,0 0-9 0,0 0 8 16,0 0 3-16,0 0-3 0,0 0 3 0,0 0 0 15,0 0 2-15,0 0-2 0,0 0-3 0,0 0 5 16,0 0-2-16,0 0 1 0,0 0-4 0,0 0 12 16,0 0-18-16,0 0-2 0,0 0 2 0,-25 0 3 15,25 0-4-15,-8-2 4 0,8 2 6 0,-12 2-6 16,12-2-1-16,0 0-1 0,-15 0-4 0,9 1 9 15,6-1 8-15,-13 2 4 0,8 0-3 0,5-2-2 16,-10 0 4-16,10 0 6 0,-11 0 2 0,11 0-6 16,0 0-6-16,-8 1 10 0,8-1 4 0,0 0-14 15,0 0-7-15,0 0 11 0,0 0 0 0,0 0-2 16,0 0 2-16,0 0-5 0,0 0-8 0,0 0 6 16,0 0 0-16,0 0-5 0,42-1 2 0,-22 1-7 15,9-7 3-15,-1 2-1 0,1 2-17 0,0-1-19 16,-2 1-4-16,4-1-30 0,-3 0-36 0,-7 2-15 15,-1-1-100-15,2 3-227 0,-4 0 101 0</inkml:trace>
  <inkml:trace contextRef="#ctx0" brushRef="#br0" timeOffset="50008.9">4230 13904 146 0,'-8'1'134'0,"8"-1"-15"0,0 0-3 0,-6 6-3 16,6-6 10-16,-3 8-6 0,3 3 4 0,0 0-5 16,3 8 0-16,-2 7-3 0,3 3-10 0,-2 2-6 15,4 0-7-15,-4-1-2 0,3-2-3 0,-2 3-7 16,0-4-5-16,-3-1-10 0,6 0-2 0,-3-2-10 16,3-5-2-16,-4 0-8 0,2-1-1 0,0-2-1 15,-1-1-7-15,0-2-5 0,1-2 1 0,-1 0-6 16,-2-2 2-16,0-1-5 0,0-1 4 0,2 1-4 15,-3-8 3-15,1 12-8 0,-2-6 3 0,1-6-5 16,-5 9-5-16,-2-3-4 0,1-4-8 16,6-2-4-16,-14 4 1 0,4-4-4 0,-4 1-1 0,2-1-1 15,-1 0-6-15,1-1 7 0,0-2 4 0,-2 2-3 16,4 0 1-16,2 0 7 0,-2-1-2 0,2 0 2 16,8 2 1-16,-10-2-3 0,10 2 7 0,-9 0-8 15,9 0-1-15,0 0 1 0,-10-2 0 0,10 2 2 16,0 0 4-16,0 0-4 0,0 0 3 0,0 0 0 15,0 0 3-15,0 0 2 0,16 17-1 0,-5-16-4 16,0 2-9-16,3-3-9 0,7-2-22 0,-5 1-17 16,5 0-26-16,-2-4-28 0,8-1-11 0,-7 0-17 15,-1 2-2-15,1-3 6 0,-1 2-1 0,0-2 9 16,-1-2 10-16,0 0 11 0,-4-1-60 0,1 2 148 16,-2-2-59-16,-4 3 21 0,1-1 18 0,-2 1 14 15,-2 1 5-15,-2 2 16 0,1-2 9 0,-5 6 10 16,8-5 3-16,-8 5 11 0,0 0 13 0,0 0 7 15,0 0 15-15,10 8 5 0,-9-2 17 0,-1-6-1 16,2 16-3-16,-1-6 10 0,0 4 1 0,-1-5-21 16,0 3 7-16,0-4-6 0,0 3-3 15,1-5-5-15,-1-6-1 0,0 14-1 0,0-14 2 16,-1 8 7-16,1-8 9 0,0 0 11 0,1 8 8 0,-1-8-3 16,0 0-9-16,0 0-8 0,0 0-4 0,0 0-6 15,4-23-8-15,1 10-4 0,2-2-8 16,0-1-2-16,6-6-2 0,0-1-8 0,1 0-2 15,2 1-2-15,1-1-5 0,1 4-4 0,-4 5 1 16,1 1 0-16,0 3-5 0,2 1 6 0,-1 3-13 16,-2 2-5-16,0 2 3 0,4 4-3 0,-3 2 0 0,6 2 1 15,-7 5-4-15,2 0 1 0,-4 1 1 0,0 2 0 16,-1 3 1-16,-1 1-3 0,-2 1-3 0,-2-1-23 16,2 1-32-16,-4 0-30 0,-2 9-43 0,2-10-85 15,2 1-58-15,-6-1-138 0,5-4-440 16,-1 1 195-16</inkml:trace>
  <inkml:trace contextRef="#ctx0" brushRef="#br0" timeOffset="50448.18">5595 13994 10 0,'0'0'212'0,"-9"-3"-9"15,9 3-17-15,0 0-17 0,0 0-19 0,-8-4-21 16,8 4-5-16,0 0-15 0,0 0-11 0,20-3-6 15,-7 0-16-15,9-1-4 0,9-2-13 0,2 1-20 16,1 1-15-16,1-1-25 0,-2 1-36 0,0 0-34 16,1 1-33-16,-5 0-28 0,-1 3-103 0,-9 1-254 15,-1-1 112-15</inkml:trace>
  <inkml:trace contextRef="#ctx0" brushRef="#br0" timeOffset="51234.4">5804 13965 68 0,'-10'-2'165'0,"10"2"-11"16,0 0-3-16,0 0-20 0,0 0-6 0,0 0-11 0,0 0-9 16,0 0-3-16,0 0-10 0,0 0-2 0,0 10-10 15,0-10-1-15,6 12-4 0,1-2 7 0,-5-1-6 16,3 7-2-16,2 0-6 0,-2 2 7 0,0 1 0 15,4 6 2-15,-4-1 7 0,-1 3-8 16,2-1-5-16,-2-3 0 0,0 2-5 0,1-1 1 16,-1-4-12-16,-2-1-5 0,4-1-3 0,-4 6 3 0,2-7-7 15,0 0-2-15,-3 0-1 0,0-1-5 0,1-4-11 16,-1-2 4-16,3 1-4 0,-3 1 1 0,0-2-4 16,-1-2 1-16,2 0-4 0,-2-8-5 0,0 13 3 15,0-13 5-15,0 9-11 0,0-9 4 16,-3 7 1-16,3-7-1 0,-5 7-2 0,5-7-2 0,-9 6-2 15,3-6 2-15,6 0-8 0,-18 0-10 0,7-1 2 16,-1-1-2-16,-1-1-1 0,0 0 4 0,-5-1-1 16,2 0 3-16,3 1-4 0,-4 1 0 0,5 0 5 15,1-3 5-15,1 5 4 0,2-2-7 16,8 2-2-16,-11-2-1 0,11 2-2 0,-9-4 3 16,9 4-5-16,-8-2 0 0,8 2-1 0,0 0 5 0,0 0 1 15,0 0-1-15,0 0 1 0,0 0 0 0,35 7 1 16,-19-6-8-16,5-1-14 0,8 0-9 0,0-2-20 15,3-1-9-15,-1 0-16 0,1 0-11 16,0-3-18-16,0 3-15 0,-3-2-3 0,-1-2-5 16,1 1 10-16,-5-1 7 0,-2 1 13 0,-5-1 23 0,-2 1-1 15,-5 0 8-15,1-1 7 0,-3 1 9 0,-1 3 17 16,-4-2 0-16,-3 5 12 0,9-6 21 0,-9 6 14 16,3-7 13-16,-3 7 1 0,0 0 2 0,0 0 4 15,0 0 3-15,0 0 10 0,0 0 2 16,0 0 8-16,0 0 6 0,-13 20-6 0,11-10 12 15,-1-1-5-15,-2-2 2 0,3 4-7 0,-1-4-2 0,0 1-4 16,-1-1-1-16,3 0 1 0,1-7 6 0,-1 8 1 16,1-8 10-16,-4 8 6 0,4-8 12 15,0 0-1-15,0 0-1 0,0 0-6 0,0 0-7 16,0 0-7-16,0 0-5 0,0 0-9 0,11-30-2 16,-3 17-4-16,0-3-9 0,2-1-4 0,0 0-7 15,0-1-3-15,3 1-9 0,3-3-5 0,3 0-1 0,-6 5 2 16,3 2 1-16,-1 1-7 0,1 3-2 15,-3 2-3-15,-2 4 2 0,1 0-1 0,-1 3 1 0,2 3-1 16,-3 0 0-16,-1 4 0 0,2 1-2 16,1 3 1-16,-2 2 4 0,2 1-2 0,-3 2 4 15,-2-2-7-15,2 1-7 0,-4 2-26 0,-2-1-33 16,2 0-34-16,-2 1-39 0,1-5-54 0,-2 1-51 0,-2-3-175 16,0-10-458-16,1 22 203 0</inkml:trace>
  <inkml:trace contextRef="#ctx0" brushRef="#br0" timeOffset="51458.43">6526 13995 80 0,'-1'-10'220'0,"1"10"-18"0,0 0-25 0,1-13-2 15,-1 13-4-15,0 0 7 0,0 0 11 0,21 30-7 16,-14-7-19-16,2 7-5 0,0-2-13 0,-1 5-15 15,0 1-11-15,-2-1-9 0,0 0-13 0,1-1-9 16,0-1-11-16,-3-3-6 0,1-1-14 0,-3 0-30 16,2 1-35-16,-2-8-38 0,-1 5-44 0,1-7-50 15,-1-5-50-15,0 4-201 0,-3-1-423 0,-1-6 188 16</inkml:trace>
  <inkml:trace contextRef="#ctx0" brushRef="#br0" timeOffset="51610.31">6467 14222 14 0,'0'0'179'0,"15"-8"-31"0,-5 5-19 0,3 1-18 16,2 1-36-16,3 2-40 0,10 1-56 0,-6 4-91 16,-3-1-121-16,0 3 54 0</inkml:trace>
  <inkml:trace contextRef="#ctx0" brushRef="#br0" timeOffset="52263.25">6816 14444 120 0,'0'0'203'0,"0"0"-17"0,12-4-1 0,-12 4-16 0,9-6-12 16,-4 2-12-16,4-4-11 0,0 2-12 0,-3-2-15 15,2-2-9-15,3 1-12 0,0-4-5 0,1-3-13 16,-1 1-4-16,-1-2-3 0,-2 2-7 0,4-7-8 15,-5 6-6-15,-5 0 0 0,2 0-9 0,-3-2 3 16,1 7 1-16,-2-2 3 0,-3 2 6 0,1 3-5 16,-2 2-5-16,0 0 1 0,4 6-6 15,-13-3-3-15,13 3-3 0,-17 6-2 0,3 0 0 16,2 4-4-16,-4 5-3 0,1 4 6 0,-2 2-5 0,7-4 0 16,1 1-4-16,0-2 0 0,4 1 4 0,3-2 0 15,2 2-7-15,2-1-3 0,3-4 6 0,5 0-4 16,3-2 0-16,4 0 1 0,2-2-1 0,8-1 4 15,4-3-5-15,2-4 2 0,0-2-5 16,3-2 3-16,-3 0-1 0,0-5-3 0,-1 0-1 16,-3 2 7-16,1-4-5 0,-6-2 3 0,2 2-7 0,-1-2-1 15,-6 3-1-15,-3-3 0 0,0-1-1 0,4-3 1 16,-6 3 2-16,-4-1-2 0,-1 1 1 0,0-2 1 16,-3 7-1-16,-3-1 8 0,-3 4 4 0,2-1 4 15,-2 7 4-15,-4-10 3 0,4 10 5 0,-7-8 5 16,0 6 3-16,-3 2 3 0,10 0 1 15,-19 7 5-15,8 0-1 0,-1 5-5 0,-2-2 3 0,0 3-8 16,2 2-4-16,0-1 0 0,1 1-5 16,6-3-2-16,0-1 0 0,1 0-3 0,3 0 1 15,-1-1-1-15,4 1-1 0,2-4 3 0,1 2-6 16,-1-5-3-16,1 2-1 0,1-3 2 0,3 0-11 16,-9-3 1-16,19 7 2 0,-8-7 1 0,0 4-3 0,-11-4 7 15,17 5-9-15,-6-1-2 0,-2 1 1 0,0-1 0 16,-1 3-4-16,3 0 2 0,-3 1-1 15,1 3 3-15,0 2-5 0,0 2 6 0,-3 1-3 16,2 2 8-16,1 5-7 0,-3 1 2 0,-2-5-2 16,0 1 2-16,0 4-2 0,-2-6 2 0,1 1 6 15,-1 1 3-15,1 4 5 0,-4 2-8 0,2-2-3 0,-2-5 8 16,-4 6 1-16,-2 1-6 0,1-2-3 0,-3 2-28 16,-5 0-26-16,0 0-27 0,-3 1 3 15,-1 3-29-15,-3-4-50 0,-1-4-85 0,-4-4-233 16,4 0-509-16,-2-3 226 0</inkml:trace>
  <inkml:trace contextRef="#ctx0" brushRef="#br0" timeOffset="53826.2">7418 14316 23 0,'0'0'165'0,"7"-7"-2"0,-7 7-11 0,9-2-11 15,-9 2-9-15,0 0-5 0,16 8-4 0,-8-3-6 0,1 2-2 16,0 3-10-16,1 3-7 0,-1 0-10 16,1 3-5-16,-2 0-3 0,-2 1-13 0,-1 1-2 15,-1-3-12-15,1-3-1 0,-2 2-2 0,-2-1-6 16,0-6-3-16,-2 4 7 0,1-4-4 0,0-7-2 0,-2 12 4 15,-1-7-3-15,3-5-3 0,0 0-2 16,-5 5-1-16,5-5-7 0,0 0-2 0,0 0-5 16,-8-18-3-16,8 18-4 0,7-20-7 0,-1 9-3 15,4-5-10-15,-1 0-1 0,5 0-7 0,3-4-4 16,5 0 4-16,-1 1-10 0,1-2 0 0,5 6-6 16,-2-4 5-16,1 1 3 0,1 2 1 0,-2 2 1 0,0 1-2 15,-1-1 8-15,-1 1 1 0,-6 4-4 16,-1 1 3-16,-5 2 3 0,0 2-2 0,-3 0 3 15,-2-1 2-15,-1 2 1 0,-5 3 6 0,5-3 4 16,-5 3 6-16,0 0 3 0,0 0 4 0,0 0 6 16,-11 21 5-16,3-10 12 0,-5 3-3 0,3 1 0 0,0 3 2 15,-4 5-1-15,5-4 1 0,1-2-1 16,-1 2 5-16,3-2-5 0,-1 1 1 0,4-1-8 16,3-1-1-16,-2-3 4 0,4-1-4 0,0 0-10 15,1-2 0-15,2-3-1 0,0-1 1 0,3-2-3 16,1 1-4-16,2-4-2 0,0 0 5 0,2-2-9 0,0-3-1 15,-1 0 2-15,7-4-7 0,-9 4 7 16,-1-4-4-16,1-1-4 0,-2-2-2 0,0 2-5 16,1-5-4-16,-6 4 0 0,2-2 3 0,-1 2-2 15,-1 0 2-15,-2-1 2 0,-1 1-2 0,0 0-2 16,0 3 3-16,0 7-1 0,-3-9 0 0,3 9-3 16,0 0 0-16,-2-8 5 0,2 8-4 0,0 0 2 0,0 0 3 15,0 0-2-15,0 0 4 0,0 32-1 16,0-22 0-16,2 0 4 0,0 1 1 0,0-1-6 15,1-1 4-15,1 1-1 0,0-2 3 0,2 0-2 16,3-1 2-16,-3-4 2 0,3-1 9 0,-2 1-9 16,7-2 4-16,-4-2-5 0,4-3 1 0,-1 0-2 15,3-5 2-15,-3-1 0 0,-1-1 4 0,0-2-5 0,0-3 0 16,-3-1 0-16,2 1 3 0,-2-7-2 16,0-2 0-16,-2 0-1 0,-2 1 0 0,-3-3-2 15,-2-1 3-15,2-2-2 0,-2 3 3 0,-4-2 0 16,2 4-2-16,0-1-3 0,-2 8 4 0,2 0 2 15,2 4 6-15,0 3-3 0,-2 2 0 0,2 9-4 16,-1-15 0-16,1 15-4 0,0 0-2 0,0 0 1 16,0 0 2-16,0 0-4 0,0 0 2 0,18 41 2 15,-14-14-1-15,-2 5-1 0,2 0 0 0,-1 0-1 16,-2 1 3-16,-1-3-2 0,1 0 2 0,4-3 0 16,-2-1 1-16,1-7-3 0,1 1 6 0,1-5 0 15,1-4-1-15,3 2 0 0,-5-1-1 0,3-2 1 16,1-2 3-16,1-1-4 0,1-1 2 0,2-4 7 15,4 2-7-15,-3-4 1 0,2-4 0 0,-4-1-2 16,7 0-2-16,-2-4-4 0,-3-1 0 0,-3 0-8 16,1 1 0-16,-3-3-1 0,-4 0 1 0,0-4-2 15,-1 3-1-15,-3 1 0 0,-1 1-1 0,1-2 2 16,-3 2 0-16,-3 4-1 0,1-1-2 0,0 3 3 16,-2 1 1-16,6 4 3 0,0 0-4 0,-25 4 5 15,15 4 1-15,1 1 1 0,-5 4 2 0,6 1-3 16,-3 0 4-16,5 0-4 0,2 0 7 0,2-3-2 15,2 4-2-15,3-4-19 0,1 1-18 0,3-2-17 16,0-1-14-16,2-1-6 0,4 1-8 0,1-4-1 16,2-3-13-16,6-3 19 0,6 0-21 0,0-4 14 15,2 0-5-15,-4-3 10 0,1-1 5 0,-7-1 16 16,-3 0-6-16,0-1 12 0,-2-1 6 0,-3-2 5 16,-1 3 4-16,-3-3 13 0,1-2 12 0,-5 6 18 15,0 0 10-15,-2 1 5 0,-2-1 16 0,-2-1 4 16,-1 3 8-16,-1 2 11 0,0 0 3 0,4 6 3 15,-6-8-4-15,6 8-6 0,-10 0-1 0,10 0-2 16,-13 5 10-16,7 4 3 0,-1 2 1 0,-2 0-2 16,0-1-3-16,3 6 0 0,-1-2-1 0,1 4-8 15,2-7-4-15,2 1-6 0,2 1 1 0,2 0-7 16,2-4 0-16,0 1-6 0,0-3-1 0,3 2-4 16,1-3 0-16,2-3-2 0,2-2 5 0,-1-2-12 15,7-1 1-15,-5-2-6 0,4-2 0 0,-1-1-3 16,1-3-2-16,-3-2-4 0,0 1 2 0,-4-6 0 15,-1 2 1-15,-3-2-2 0,-2 0 2 0,1-1-1 16,-2-6-3-16,-2-2-3 0,-5 2-1 0,3-4-3 16,-3 2 4-16,-1-2-5 0,3 9 5 0,-3-2-5 15,2 3 3-15,1 7 6 0,-1-1 14 0,2 5 6 16,-2 0-3-16,3 7-8 0,-4-12 2 0,4 12 0 16,0 0 2-16,0 0 1 0,0 0 15 0,3 29 9 15,-1-4-1-15,1 1-5 0,-3 0 3 0,0 2-2 16,0 0-5-16,0 0-2 0,1-1 4 0,-1 0-5 15,2-2-1-15,-1-4-2 0,0 2-1 0,2-3-18 16,-1 0-23-16,1-3-32 0,-3 0-26 0,0-1-43 16,-2-2-44-16,1-2-54 0,-3-1-54 15,-3 4-162-15,-1-8-470 0,1 1 208 0</inkml:trace>
  <inkml:trace contextRef="#ctx0" brushRef="#br0" timeOffset="53996.93">8128 14175 93 0,'0'0'186'0,"0"0"-13"16,0 0-23-16,0 0-27 0,38 11-33 0,-16-7-39 16,12-1-55-16,2 0-66 0,2-1-62 0,19-2-143 15,0-2 63-15</inkml:trace>
  <inkml:trace contextRef="#ctx0" brushRef="#br0" timeOffset="54446.34">9495 14031 16 0,'-8'2'214'16,"8"-2"-8"-16,-24 3-4 0,11 0-8 0,-4 5-6 15,0 1-10-15,-1 3-4 0,-4 5-4 0,7-3-12 16,-4 7-6-16,5-1-9 0,1 4-13 0,3-6-12 16,3 1-10-16,3-2-10 0,3 1-8 0,2 0-8 15,3-2-8-15,1 0-5 0,6 0-9 0,3-1-1 16,0-4-7-16,7 5-6 0,-1-6-6 0,5-4-24 15,2-2-26-15,1-2-34 0,2-2-27 0,-1-2-31 16,0-1-25-16,-2-4-22 0,-5 0-28 0,3-1-7 16,-8-1-13-16,1-3 3 0,-3 1-103 0,1 0-322 15,-5-3 142-15</inkml:trace>
  <inkml:trace contextRef="#ctx0" brushRef="#br0" timeOffset="54634.46">9757 14136 439 0,'-1'-25'-20'0,"-1"5"20"0,0-5 12 0,-2 0 15 15,-1 9 19-15,3-2 18 0,-1 1 9 0,0 6 22 16,2-1 13-16,-2 3 12 0,2 3-1 0,1 6-8 15,-2-9-12-15,2 9-4 0,0 0 6 0,0 0 17 16,0 0 16-16,0 0 3 0,2 33 1 0,-2-7 1 16,3 5-3-16,-1-2-8 0,1 1-13 0,-3 1-8 15,1 3-11-15,1-5-10 0,-2 3-10 0,1-2-5 16,1-1-9-16,-2-3-22 0,2-2-25 0,0-4-26 16,-1-1-40-16,-1-1-35 0,0-3-29 0,2-1-38 15,0-5-33-15,-1 3-32 0,1-7-161 0,-1 0-408 16,-1-5 181-16</inkml:trace>
  <inkml:trace contextRef="#ctx0" brushRef="#br0" timeOffset="54888.02">9973 14020 51 0,'-4'-7'175'0,"4"7"-5"0,-11-2-9 0,11 2-6 15,-25 10-14-15,8-1-10 0,-3 1-15 0,-3 6-11 16,-2 3-7-16,1-3-8 0,1 1-15 0,2-2-3 15,4-3-8-15,5 0-6 0,3-6-8 0,1 3 0 16,2-2-7-16,-1 1-2 0,5-3-5 0,-1 1 2 16,3-6 2-16,4 17 4 0,0-11 1 0,2 0 0 15,2 3 8-15,6 1 3 0,0 1-4 0,3 0-4 16,1-2-2-16,1 3-3 0,-3-3-5 0,9 4 0 16,-5-6-9-16,-1 2-23 0,3-4-26 0,5 3-25 15,-8-4-42-15,0-1-47 0,0 0-42 0,-1 0-165 16,-4-1-368-16,-1-3 163 0</inkml:trace>
  <inkml:trace contextRef="#ctx0" brushRef="#br0" timeOffset="55108.78">10195 13973 6 0,'2'-16'221'0,"-1"2"2"15,-1 5 5-15,1 0-12 0,-1 9-22 0,-1-10-21 16,1 10-15-16,0 0-9 0,0 0 12 0,0 0 3 15,0 0-3-15,8 40-4 0,-7-13-9 0,3 2-14 16,-3 0-10-16,0-1-13 0,2 2-10 16,1-1-8-16,-2-2-11 0,2 1-10 0,0-3-6 15,-3-1-15-15,3 2-39 0,-5-10-37 0,2 3-36 0,-1-2-46 16,1-1-49-16,-1-4-53 0,2 0-51 0,-4-1-139 16,1-2-430-16,1-9 190 0</inkml:trace>
  <inkml:trace contextRef="#ctx0" brushRef="#br0" timeOffset="55444.47">10369 14362 64 0,'12'-8'203'0,"-1"-3"0"0,3 0-2 16,-2-3 3-16,2 1-7 0,-3 0-22 0,0 0-13 16,3-2-12-16,-4-2-3 0,3 0-12 15,-3 1-5-15,0-2-4 0,0 1-4 0,-1-2-13 16,-4 6 5-16,1-4-6 0,-5 7-6 0,-1 1-14 15,0-1-4-15,-1 2-4 0,1 8-7 0,-7-8-7 0,7 8-12 16,0 0-1-16,-15 7-10 0,5 1-3 0,-2 6 7 16,-1 0-19-16,2 2 0 0,0 0-3 0,3 3 2 15,1-3-6-15,2 0 5 0,5-1-13 16,1 3 2-16,2-8-4 0,1 2-8 0,3-2-4 16,-2 0 2-16,4 0-1 0,4 1 0 0,-1-2 6 0,-2-3-4 15,3 2 2-15,-2-1-1 0,0-1-1 0,0 1 2 16,-2-3-8-16,0 3-14 0,-5-2-8 0,2-1-3 15,-3 1-7-15,-2 2-10 0,-1-7-14 16,-3 12-18-16,-2-4-18 0,-4 1-21 0,-1-3-30 16,-1 0-37-16,-5 1-33 0,2-3-190 0,-5-1-441 15,1 1 196-15</inkml:trace>
  <inkml:trace contextRef="#ctx0" brushRef="#br0" timeOffset="55598.28">10180 14182 138 0,'18'-3'147'0,"1"1"-14"0,2 0-14 15,8-1-16-15,2 4-13 0,1-1-55 16,2 2-59-16,-2 2-100 0,1-2-134 0,0-1 59 16</inkml:trace>
  <inkml:trace contextRef="#ctx0" brushRef="#br0" timeOffset="55750.34">10938 14345 102 0,'1'9'224'0,"-1"3"-13"16,-2-3-14-16,-1 2-21 0,1 1-16 0,-1 4-37 16,-5 0-45-16,-1-2-61 0,2-4-61 0,-2 2-66 0,-5 1-79 15,0 1-205-15,1-3 90 0</inkml:trace>
  <inkml:trace contextRef="#ctx0" brushRef="#br0" timeOffset="67312.5">12601 14026 74 0,'0'0'142'0,"0"0"-7"0,0 0-5 16,0 0 0-16,4-6-13 0,-4 6 0 0,0 0-10 15,0 0-6-15,0 0-1 0,0 0-11 16,0 0-2-16,0 0-7 0,0 0-4 0,0 0-1 15,0 0 1-15,0 0 1 0,0 0 3 0,0 0 5 16,4-5 1-16,-4 5-3 0,0 0-12 0,0 0-4 0,0 0-5 16,0 0-1-16,-4-13-8 0,4 13-1 0,-2-7-5 15,2 7 1-15,-5-11 6 0,4 6 4 16,1 5-2-16,-3-14-10 0,1 7 1 0,2 7-3 16,-2-14 3-16,2 9 7 0,0 5 2 0,-4-13-8 15,4 13 1-15,-1-9 1 0,1 9 0 0,-2-6-6 0,2 6-5 16,0 0-9-16,0 0-8 0,-3-10-1 15,3 10-2-15,0 0-2 0,0 0-3 0,0 0 9 16,6 42 0-16,-2-18 4 0,-4 5 0 0,2 1 2 16,0 2-4-16,1-1 4 0,-1 0-7 0,2-2 9 0,0-1 1 15,-1-1-13-15,2-2-3 0,-1-6 7 0,1 0 1 16,-4 0-8-16,4-2 4 0,1-2-1 0,-3 1-3 16,4-3 0-16,-4-3 0 0,3-1 0 15,-2 0-12-15,-1-2 3 0,1 1 2 0,-2-3-12 16,-2 2-16-16,0-7-20 0,7 9-22 0,-6-5-13 0,-1-4-14 15,2 6-10-15,-2-6-16 0,0 0-26 0,0 0-23 16,0 0-37-16,0 0-31 0,0 0-15 0,0 0-152 16,0 0-431-16,4-21 190 0</inkml:trace>
  <inkml:trace contextRef="#ctx0" brushRef="#br0" timeOffset="67562.8">12285 14430 91 0,'-7'2'164'0,"7"-2"-15"0,-8 3 1 0,8-3 5 15,0 0-6-15,0 0-3 0,19 8-8 0,-1-7-9 16,2-2-7-16,11-3-11 0,3 0-2 0,6 3-18 16,10-8 9-16,1 1-12 0,0-1-2 15,-14 4-6-15,1-1-5 0,14-5-12 0,-16 5-1 0,0 1-8 16,-1 0-7-16,-3-2-4 0,1 1-4 0,-5 5-9 15,-1-2-23-15,-5 1-30 0,-2 2-25 0,-2 0-33 16,-7 2-43-16,1-1-34 0,-1 2-22 0,-4 2-131 16,0-1-337-16,-5 0 150 0</inkml:trace>
  <inkml:trace contextRef="#ctx0" brushRef="#br0" timeOffset="67762.28">12605 14615 159 0,'0'0'188'16,"0"0"-9"-16,0 0-10 0,27 0-8 0,-11-3-11 15,4 0-8-15,7-1-14 0,4-1-16 0,1-1-7 0,1 1-16 16,-1 0-2-16,1 1-12 0,-5-3-13 0,1 3-23 16,-7 0-21-16,-1 4-26 0,-6-3-38 0,-1 2-22 15,-3 1-40-15,0-2-24 0,-4 0-119 16,-7 2-271-16,0 0 121 0</inkml:trace>
  <inkml:trace contextRef="#ctx0" brushRef="#br0" timeOffset="68183.42">12599 14595 50 0,'-3'5'191'0,"1"0"-7"0,0 5 2 0,0 1-3 16,4 0-16-16,-2 6-6 0,4-1-10 0,-2 1-5 0,1 1-16 15,-1 0-1-15,2-1-11 0,1 0-7 0,0-1-9 16,-3 2-8-16,2-4-7 0,-3 4 0 16,-1-6-9-16,1-2-7 0,0 2-6 0,1-3-5 15,-2-3-7-15,0-6-3 0,2 11-5 0,-2-5-2 16,0-6-6-16,2 9-3 0,-2-9 1 0,0 0-3 16,0 0 6-16,2 7-5 0,-2-7-3 0,0 0-4 15,0 0 3-15,0 0-7 0,0 0-5 0,0 0 2 16,18-11-8-16,-13 7 0 0,4 0-6 0,0-3 2 15,2 1-4-15,5 1 1 0,-2 3 0 0,-1 0-4 16,7 1 0-16,-2 0 3 0,0 1-3 0,-4 2 1 16,1 0 0-16,1 1 1 0,0 4-4 0,0-1 1 0,-5 0 0 15,-1 1 1-15,0-1-8 0,-1 2 6 0,-2 1 3 16,-1 0-2-16,-1 1 4 0,-3-2-1 16,-4 2 0-16,-3-1 3 0,-2 4 0 0,-3-5-1 15,-5 4-1-15,0-2 3 0,-3 0-1 0,0 0 0 16,-2-2-1-16,-5 1 0 0,5-2 5 0,-2-2-5 15,-5-2-14-15,8 1-17 0,-2-1-15 0,4-2-37 0,0 1-48 16,3-4-70-16,5 1-70 0,9 1-141 16,-20-8-441-16,20 8 195 0</inkml:trace>
  <inkml:trace contextRef="#ctx0" brushRef="#br0" timeOffset="68586.55">13758 14255 21 0,'0'0'49'0,"-5"-5"-28"0,5 5-37 0,0 0-16 16,0 0 7-16</inkml:trace>
  <inkml:trace contextRef="#ctx0" brushRef="#br0" timeOffset="69084.53">13210 14341 135 0,'0'0'187'0,"6"-7"-9"16,-6 7-25-16,2-8-18 0,-2 8-9 15,0 0 9-15,0 0-5 0,0 0-4 0,10 14 7 0,-6-3-12 16,-4 0-8-16,2 4-7 0,-2-1-13 0,3 4-5 15,-3 0-14-15,2 0-4 0,0 2-8 0,-2-3-6 16,0 1-3-16,0 1-5 0,2-1-15 0,-2 1-20 16,0-3-16-16,0-3-25 0,0-2-46 0,0-2-52 15,2 1-41-15,-4 0-162 0,0-1-355 16,2-3 157-16</inkml:trace>
  <inkml:trace contextRef="#ctx0" brushRef="#br0" timeOffset="69474.25">13212 14485 98 0,'0'0'134'0,"11"-6"-14"0,-2 2-1 0,-4 1-10 16,6 0-11-16,-3 0-7 0,0-1-2 0,-2 1 1 16,1 0 1-16,1-3-4 0,-2 3 3 15,0 0-3-15,-6 3 2 0,9-9-11 0,-5 8-7 16,1-3-5-16,-5 4-5 0,9-7-5 0,-9 7-12 15,5-2-2-15,-5 2-7 0,0 0-5 0,0 0-3 16,0 0 0-16,13 6-3 0,-13-6-3 0,4 10-2 16,-2 0 1-16,-2-3-3 0,4 4 2 0,-4-3-10 15,0 0 3-15,0 0 1 0,0-8-2 0,0 13-2 16,2-7-3-16,-2-6 4 0,2 7-5 0,-2-7 3 16,2 6 2-16,-2-6-4 0,0 0 3 0,4 3-3 0,-4-3 0 15,0 0 2-15,15-5-5 0,-15 5 7 16,15-10-7-16,-7 6 3 0,3-3-1 0,-1 0-2 0,-1 1-1 15,-1 0 2-15,2 0-6 0,-1 4 1 16,1-2-1-16,-5 4 2 0,-5 0-4 0,14 2 0 16,-8 1 3-16,1 4-2 0,0 2 3 0,-4 1-3 15,1 1 0-15,-2 2-14 0,0 4-27 0,-2 0-24 16,0-2-63-16,2-4-191 0,-4 6-348 0,2-7 153 16</inkml:trace>
  <inkml:trace contextRef="#ctx0" brushRef="#br0" timeOffset="70035.83">13935 14158 23 0,'0'0'232'0,"-13"12"-3"0,6-3-14 0,0 6-5 16,-2-2-16-16,4 2-14 0,-1 2-16 0,2-3-18 0,3 1-8 15,-1 1-16-15,2-4-14 0,3 1-10 0,3-1-9 16,-1-1-7-16,1-2-9 0,3 1-5 0,0-4-5 16,0 0-7-16,3 0-7 0,1-3 1 15,0-2-8-15,1 1-1 0,-3-2-8 0,3-3-12 16,-3 0-5-16,0-3 1 0,-4 0-3 0,2-1-5 0,-2-3-4 16,-3 1-4-16,-2-2-5 0,-2-2 3 0,-2-4-7 15,-2 2-2-15,-5-2 5 0,0 0-2 16,-3 1-1-16,-1 0 4 0,1 2 1 0,-1 2 2 15,0-2-7-15,3 5 3 0,2 2 3 0,-1 1-1 16,5 0 2-16,-2 2-1 0,2 1-6 0,4 3 7 16,0 0-2-16,0 0 0 0,0 0-1 0,0 0 1 15,0 0 4-15,19-8 1 0,-9 7-2 0,6-1-3 16,0 0 1-16,2-3 4 0,-1 1-2 0,0 0 0 16,3-3-2-16,-3 0 3 0,0 0 0 0,-2-1-1 15,-1-2-3-15,-5 3 7 0,1-2 2 0,-5-3-2 16,4 5 2-16,-6-5 4 0,-1 1 8 0,2-1 3 0,-3 3 0 15,-1 1-3-15,-1-1 4 0,1 9 7 0,0-11-5 16,0 11-3-16,0 0-8 0,0-9 0 16,0 9-5-16,0 0 4 0,0 0 10 0,-4 45 11 15,2-18 0-15,0 5 7 0,1 2 2 0,-6 12 4 16,7-11-2-16,-2-2-2 0,2 3 2 0,2-1-6 16,-4 0 0-16,4-2-9 0,2-2 2 0,-1 2 0 0,0-2-6 15,1-1-19-15,0-2-24 0,1-4-26 16,-1-5-26-16,-1 0-37 0,1-1-30 0,-3 1-53 15,1-3-35-15,-2-2-224 0,-2-3-487 0,2-11 215 16</inkml:trace>
  <inkml:trace contextRef="#ctx0" brushRef="#br0" timeOffset="70384.07">14665 14051 1 0,'2'-8'232'0,"-2"8"-16"0,0-9-9 15,0 9-24-15,0 0-22 0,0 0-13 0,0 0 7 16,0 0 4-16,10 19 5 0,-9 0 0 0,2 7-6 16,-1 3-14-16,1-1-14 0,0 3-13 0,-2 0-15 15,-1-1-5-15,2-2-7 0,0-1-11 0,0-1-7 16,0 0-8-16,-1-7-7 0,0 1-29 0,0 0-22 16,-1-3-32-16,2-4-31 0,-2-2-37 0,0 0-39 15,0-5-42-15,-3 2-43 0,-1-3-155 0,4-5-402 16,-10 6 178-16</inkml:trace>
  <inkml:trace contextRef="#ctx0" brushRef="#br0" timeOffset="70821.98">14679 14219 31 0,'10'-14'126'0,"-3"-1"3"16,5 2 2-16,-3-1 4 0,4 1-11 0,0-1-6 15,-1 1-5-15,2 1-2 0,-1-1 2 0,0 1-4 16,-2 1-11-16,-2 2 0 0,4-3-3 0,-7 4-7 15,2-1-7-15,-3 6-1 0,0-1-12 0,-1 0-4 16,-4 4-12-16,0 0-3 0,11 0-1 0,-11 0 1 16,5 17 5-16,-5-4-6 0,-1 4 1 15,0 9 0-15,-2 0-6 0,1-1-4 0,-2 0-4 0,-1-6-2 16,1 1-2-16,3-3-3 0,-1 1-4 0,0-1-5 16,2-4 3-16,0-1-4 0,-1-1 1 0,2 0-5 15,-1-4 5-15,0 0-8 0,0-7 1 0,5 12-2 16,-1-10-1-16,1 2-2 0,-5-4 0 0,13 4 3 15,-7-3-5-15,6-1 1 0,-1 0 2 0,0-1-3 16,3-1-3-16,-1 0 3 0,2 0-2 0,-3-1 0 16,1-1 3-16,-1 0-1 0,1 0 0 0,1-2-1 15,2 0-1-15,-4-2-2 0,2-2 1 0,-4 3 4 16,1-2 0-16,-2 2 6 0,-1-2 7 0,0 0 2 16,-2-1 6-16,-2 2 10 0,-3-1 4 0,1 0 2 15,-2 3 1-15,0 6 0 0,-2-11-6 0,2 11 0 16,-9-3-9-16,9 3-2 0,-16 3 10 0,3 1-17 15,-2 6 1-15,0 2-7 0,2 3 4 0,1 2-12 16,-5 3-36-16,8-1-32 0,2 0-52 0,7 6-43 16,4-6-44-16,5 5-66 0,10-4-150 0,10 0-452 15,17-1 200-15</inkml:trace>
  <inkml:trace contextRef="#ctx0" brushRef="#br0" timeOffset="71217.85">15743 14376 116 0,'4'-16'184'0,"-2"-4"-10"0,5-4 2 16,-1-2-18-16,3 0-15 0,1-2-12 0,2-3-11 15,1 2-5-15,-1 1-11 0,0-3-6 16,-2 4-13-16,8-1 3 0,-6 0-6 0,-1 7 1 0,-3 4-6 15,-1 2-4-15,1 0-2 0,-3 7 3 0,-2-2-2 16,0 5-5-16,0-1-10 0,-3 6-9 0,0 0-2 16,0 0-11-16,0 0 1 0,0 0-4 0,0 0-2 15,-33 21-4-15,21-10-2 0,-1 2-6 16,-1 3 1-16,3 1-5 0,2-1 0 0,3 1-5 0,2-2 0 16,1 1 3-16,6-1-6 0,2 0 7 0,3-1-7 15,2 2-3-15,4-3 1 0,-1 1-3 0,3 1 2 16,-3-3-1-16,4 0-1 0,-2 1 1 0,0-2 1 15,-2 1-2-15,1-2 1 0,-6 0-1 16,1-2 2-16,-4 2-5 0,-2-1-8 0,-2 1-5 0,0-4-7 16,-1 3-16-16,0-9-19 0,-4 13-17 0,2-7-26 15,2-6-33-15,-8 9-27 0,3-3-24 0,0-3-146 16,5-3-357-16,-10 6 158 0</inkml:trace>
  <inkml:trace contextRef="#ctx0" brushRef="#br0" timeOffset="71418.25">16093 14126 143 0,'3'-5'214'0,"-3"5"-13"15,3-10-22-15,-3 10-18 0,0 0 1 16,4-2 8-16,-4 2-4 0,0 0 0 0,12 19-14 16,-10-8 2-16,5 0-14 0,-1 8-14 0,-1-3-11 0,2 0-11 15,-3 1-11-15,-2 1-8 0,4-1-15 0,-3-1-16 16,1 1-36-16,-2-5-27 0,0 3-34 0,0-3-38 15,0 0-51-15,0-4-45 0,-1 0-196 0,-1-8-402 16,2 11 178-16</inkml:trace>
  <inkml:trace contextRef="#ctx0" brushRef="#br0" timeOffset="71563.95">15912 13898 37 0,'0'0'52'0,"0"0"-26"0,-4 20-26 16,4-7-20-16,2 3-21 0,5-1 10 0</inkml:trace>
  <inkml:trace contextRef="#ctx0" brushRef="#br0" timeOffset="71972.16">16286 14120 140 0,'12'-2'133'15,"-5"4"2"-15,3-1-15 0,-2 0-13 0,1 2 6 16,-1 2 3-16,-1 0-6 0,-1 4-3 0,-3 0-5 16,0 4-14-16,-3-3-5 0,-1 6-7 0,-2-4-6 15,-5 5-8-15,2-4-5 0,-3 1 2 0,0 0 0 16,0 0 2-16,3-6-1 0,-3 3 2 0,2-4-2 16,2 0-4-16,1 0-7 0,-1-3-6 0,5-4-3 15,-6 8-4-15,6-8-6 0,-2 9 1 0,2-9-5 16,0 8-2-16,0-8 0 0,7 8 2 0,-2-7-3 15,-5-1-1-15,20 2-1 0,-5-2-3 0,3-2-2 16,2-3 1-16,8-1-7 0,0-1 4 0,-1-1 2 16,0-2-7-16,-4-1-4 0,-3 2-1 0,0-1 1 15,-2-1-2-15,-2 0-4 0,0-2-1 0,-3 0 4 16,-1-1-1-16,-2 3-3 0,-3 0-2 0,-2 0 4 16,-4 0-2-16,0 1 1 0,1 1-1 0,-5 0 7 15,3 9-4-15,-5-10 4 0,1 5-4 0,4 5 5 16,-11-2 1-16,11 2 2 0,-17 8-1 0,7-3 3 15,1 4 0-15,-4 2 1 0,3 5 2 0,-2-4-4 16,3 2 2-16,1-1-4 0,5 1 3 0,0-3-3 16,2 1-2-16,0 2-19 0,2-4-24 0,3 2-31 15,0-5-40-15,5 3-57 0,0-7-43 0,1 5-140 16,2-6-376-16,7 1 167 0</inkml:trace>
  <inkml:trace contextRef="#ctx0" brushRef="#br0" timeOffset="72476.62">16859 14157 168 0,'5'-7'185'16,"-5"7"-15"-16,0 0 5 0,0 0 17 0,0 0-2 15,0 0-12-15,0 0-15 0,3 22-6 0,-1-13-12 16,0-1-7-16,0 4-9 0,3-4-11 0,-1 2-10 16,1 0-4-16,2 0-6 0,0-1-10 0,0-2-7 15,1 0-8-15,1-1-5 0,0 1-6 0,0-3-6 16,-1-1-3-16,1-1-7 0,-3-2-5 0,-6 0 0 15,12-2-3-15,-12 2-8 0,12-5-5 0,-8-2-12 16,-1 1-10-16,-2-4-3 0,0-1 0 0,-3-2-3 16,-1-3 2-16,-3-2 0 0,-2 1-2 0,2 0-1 15,-3 2 5-15,1-2-1 0,-1 3 6 0,5 3-6 16,2 1 4-16,-1 1 1 0,3 0-1 0,0 9-3 16,3-13 2-16,1 7-1 0,6 2 0 15,1-1-1-15,6 0 3 0,3 0-4 0,8 0 2 0,2-4 0 16,1 2 0-16,0 0 0 0,1 0-2 0,-3-2-1 15,1-1 4-15,0 1-3 0,-4-4 2 0,-8 5 10 16,0-3 10-16,-1 1 1 0,-6-2 0 0,-3 3 16 16,2-6-6-16,-5 5-3 0,-1-6 10 0,-1 1-2 15,-3 3 1-15,-2 0 12 0,2 1 1 0,-1 0-9 16,1 11-1-16,-2-16 4 0,2 16-4 0,-4-10-1 16,4 10-15-16,0 0 0 0,0 0 3 0,0 0 9 15,0 0 10-15,-13 34 4 0,7-4 4 0,0 0 1 16,1 4 1-16,-1 0-1 0,-2 13-12 0,2-1-3 15,1-10 0-15,0-1-8 0,0 1-3 0,0-4-4 16,1 1 3-16,1 0-8 0,-1 1 0 0,2-5-16 16,0-1-19-16,4-1-34 0,-2-1-34 0,-2-7-29 15,2-2-38-15,0 1-35 0,-2-3-38 0,-2-4-47 16,3 1-67-16,-6-4-187 0,2 2-564 0,1-1 249 16</inkml:trace>
  <inkml:trace contextRef="#ctx0" brushRef="#br0" timeOffset="72625.45">17279 14268 76 0,'0'0'194'0,"8"-8"-19"0,-1 3-17 0,2 1-15 16,3 0-14-16,4-2-21 0,1 1-29 0,4 1-40 16,8 1-52-16,2-2-32 0,2 2-33 0,5 3-84 15,16-3-174-15,2 1 78 0</inkml:trace>
  <inkml:trace contextRef="#ctx0" brushRef="#br0" timeOffset="73132.73">18349 14031 85 0,'-14'-11'238'0,"-2"6"-7"0,2-1-8 0,-5 5-7 0,-1 4-8 15,-2 1-9-15,-4 6-25 0,0 4-18 0,1 3-14 16,1 2-16-16,1 1-12 0,8 2-10 0,2-5-13 16,5-1-9-16,2 3-9 0,3-3-8 0,2 0-5 15,5-6-1-15,2 2-8 0,2-3-4 0,6 0-5 16,1-1-1-16,6-2-10 0,-1-2-2 0,10-3-8 16,-2-2-3-16,-3-1-1 0,3-6-4 0,-3-1 1 15,0-4-8-15,-6 4-1 0,-3-1 2 0,-1-3 0 16,-1 0-1-16,-2 0-1 0,-4-2 1 0,0 0-1 15,-4 4-2-15,0-6-5 0,-1 4 8 0,-2 2 4 16,0 1 5-16,0-1 2 0,-1 4 2 16,0 7-4-16,0-9-7 0,0 9 1 0,0 0-3 0,0 0-3 15,0 0 2-15,0 0-3 0,0 0 6 0,0 27-3 16,2-10 5-16,-2 0-9 0,3 2-4 0,-1 0-22 16,1-2-30-16,3 2-34 0,0-2-42 0,1 0-60 15,3-1-36-15,-3 0-179 0,0-5-441 0,2-1 195 16</inkml:trace>
  <inkml:trace contextRef="#ctx0" brushRef="#br0" timeOffset="73354.08">18911 13877 188 0,'1'-6'255'0,"1"1"-28"16,-2 5-24-16,0 0-18 0,0 0-6 0,0 0 2 15,0 0-8-15,1 27-10 0,-1-3-12 0,-4 2-15 16,3 3-15-16,1 1-8 0,-3 1-15 0,-1-1-8 16,3 1-9-16,1 0-5 0,0-4-11 15,-1 0-22-15,1-1-29 0,-1-6-35 0,-1 0-27 16,4 1-38-16,-4-5-49 0,4-3-42 0,-2-1-203 0,-2-1-411 16,2-11 183-16</inkml:trace>
  <inkml:trace contextRef="#ctx0" brushRef="#br0" timeOffset="73738.03">18920 13898 67 0,'9'-9'190'0,"-3"-1"-12"0,5 2-13 0,-2 3-10 16,2 1-7-16,2 1-3 0,0 2-10 0,-2 3-12 0,2 3-10 15,1-2-1-15,3 6-11 0,-2 0-9 16,-1 0-10-16,-4 1-8 0,-1-3-6 0,1 5-6 15,-1-4-5-15,-4 3-3 0,1-2-5 0,-3 1-9 0,-1 0 0 16,-1 0-5-16,-1-2-3 0,-3 3-1 0,1-1-1 16,-1-3-7-16,1 3-3 0,-2-2-10 15,1 0-11-15,1-2-8 0,2-6-7 0,-4 11 1 0,4-4-4 16,0-7 1-16,4 13-4 0,-3-7 5 16,4 2-1-16,-1-1-1 0,1 2 0 0,2 0 4 0,-1 1-1 15,1-1 4-15,1 2 10 0,-1-1-10 16,0 2 0-16,1-2 1 0,-2 0 1 0,1-1 0 0,-1-1 5 15,-2 2 5-15,1-2 9 0,-2 0 5 16,-2 0 4-16,1-4 9 0,0 3 2 0,-2-7 10 16,0 13 1-16,-4-5 4 0,-1-3-4 0,-5 3-1 15,1-1-5-15,-3-1-2 0,1 0-6 0,-2 0-21 0,0-1-18 16,2-1-34-16,-1 1-41 0,2-2-61 0,1-3-69 16,0 0-121-16,9 0-368 0,0 0 163 0</inkml:trace>
  <inkml:trace contextRef="#ctx0" brushRef="#br0" timeOffset="74104.28">19402 13885 64 0,'10'-4'172'16,"4"2"-6"-16,-1-1-5 0,5 2-14 0,-1-3-12 15,0 2-12-15,0-1-12 0,1 3-11 0,1 0-7 16,-2 0-8-16,0-1-12 0,-4-1-6 0,0 4-5 0,-3-2-9 15,-2 1 2-15,-8-1 14 0,14-1 5 16,-14 1 6-16,8 0 3 0,-8 0-3 0,0 0-3 16,11 0-9-16,-11 0-9 0,0 0-5 0,5 3-5 15,-5-3 4-15,-1 8-3 0,1-8-2 0,-2 15 1 16,-1-2 10-16,2-2 2 0,-3 5 0 0,0 3-4 16,0 0-2-16,1 1 6 0,3-2 6 0,-2 1-5 15,1 2-3-15,-1-2-3 0,2-2 3 0,-2 4 0 16,2-3-2-16,0-1-2 0,-3-1 1 0,3 1 2 15,-1-1-20-15,-1-3 2 0,2-3-5 0,-4 2 0 16,-1 0-5-16,-1-2-2 0,0 0 0 0,-3 1-8 16,1-1-1-16,-1-4-8 0,-1 1-19 0,1-2-25 0,-1-1-20 15,0 1-24-15,2-3-38 0,-1 0-38 16,9-2-45-16,0 0-48 0,-21-5-239 0,12-2-523 16,2 1 232-16</inkml:trace>
  <inkml:trace contextRef="#ctx0" brushRef="#br0" timeOffset="74258.12">19528 13883 3 0,'0'0'163'0,"14"-6"-4"0,-5 2-6 16,4 0-7-16,6 1-16 0,3 2-10 0,7-4-15 16,-2 3-6-16,4 2-20 0,1-1-28 0,4-1-36 15,-3 0-51-15,-2 2-47 0,-3 0-101 0,-6 0-200 16,-1-1 89-16</inkml:trace>
  <inkml:trace contextRef="#ctx0" brushRef="#br0" timeOffset="74466.2">20079 13886 53 0,'0'0'203'0,"0"0"-4"0,3-17-13 0,7 14-14 15,4 0-14-15,5-2-13 0,9 0-15 0,-1 1-12 16,0 0-8-16,1-1-13 0,0-1-13 0,0 2-5 16,-7 0-26-16,-2 0-26 0,0 0-34 0,-6 2-29 15,0-1-18-15,-3-1-44 0,-10 4-27 0,13-8-124 16,-8 4-270-16,-5 4 119 0</inkml:trace>
  <inkml:trace contextRef="#ctx0" brushRef="#br0" timeOffset="74678.34">20351 13757 48 0,'0'0'126'0,"-15"11"10"16,15-11 11-16,-2 13 4 0,0-5-1 0,1 3-7 16,0 2 12-16,1 5 9 0,-3 1 4 0,3-1-9 15,-1 0-7-15,-2 1-4 0,-1 6-5 0,3-5 1 16,-4-1-11-16,1 6-5 0,1-8-11 0,0 3-2 16,-1-1-10-16,3-1-11 0,-1-1-12 15,1 0-5-15,-1 1-6 0,2-7-8 0,-3 2-9 0,3-2-2 16,-3 0-14-16,3-2-29 0,-1-1-29 0,0-1-29 15,1-7-29-15,0 12-30 0,0-12-35 0,0 0-44 16,0 10-66-16,0-10-153 0,0 0-439 0,0 0 193 16</inkml:trace>
  <inkml:trace contextRef="#ctx0" brushRef="#br0" timeOffset="74842.13">20277 13875 1548 0,'7'-7'48'0,"-2"-2"-48"0,2 3 4 0,3 0-3 16,3 0 9-16,4-1-6 0,2 1 14 0,8-4-11 16,2 6-2-16,1-6-1 0,0 5 3 0,1-3-8 15,-1-1-28-15,0 2-22 0,1 0-65 16,-4 1-128-16,0 1-263 0,-7-1 117 0</inkml:trace>
  <inkml:trace contextRef="#ctx0" brushRef="#br0" timeOffset="75546.52">21371 14109 95 0,'-2'-4'214'0,"2"4"-8"0,-3-7-11 0,3 7-10 0,1-13-11 16,2 5-15-16,2-1-11 0,2 0-11 0,3 0-12 15,0-4-10-15,2-2-6 0,0 2-2 0,2 0-2 16,-1-1-3-16,1 1-6 0,-2 1-7 15,2-2 0-15,-4-2 0 0,0 3-7 0,-4-3-3 0,0 4-9 16,-3 2 2-16,0-6-10 0,0 5-4 0,-3-2 4 16,0 3-1-16,-2-2-3 0,0 6-5 0,-1-2-7 15,3 8 0-15,-8-8-10 0,8 8-4 0,-8-5-6 16,8 5 2-16,-12 10 5 0,2 4 7 0,5 1 1 16,-4 3-7-16,2 0-2 0,1 8-5 0,3-1-5 15,3-6 3-15,3 8-4 0,1-4 7 0,4 2-13 16,3-2-45-16,1-7-33 0,4 4-32 0,-1-1-35 15,1-6-39-15,0-3-50 0,2 0-53 0,-4 0-187 16,3-3-497-16,-6-2 221 0</inkml:trace>
  <inkml:trace contextRef="#ctx0" brushRef="#br0" timeOffset="75696.14">21486 13686 13 0,'0'0'15'0,"3"13"-20"0,-3-13-6 0,13 12 4 15</inkml:trace>
  <inkml:trace contextRef="#ctx0" brushRef="#br0" timeOffset="75902.36">21916 13709 122 0,'1'-6'220'16,"-1"6"-18"-16,0 0-23 0,0 0 2 0,0 0 7 16,0 0 3-16,0 0-1 0,6 28 1 15,-6-9-8-15,3 4-14 0,-3 3-12 0,-1 3-12 16,-1 0-13-16,1 0-9 0,-2 0-9 0,6 3-11 0,-4-2-12 16,2-2-9-16,-2 1-8 0,-1-1-13 0,2-3-19 15,-1-1-32-15,-3-5-35 0,3 1-42 0,-3-4-53 16,3 0-68-16,1-4-56 0,-2-1-174 0,0-2-452 15,2-9 199-15</inkml:trace>
  <inkml:trace contextRef="#ctx0" brushRef="#br0" timeOffset="76050.36">21803 13911 25 0,'0'0'155'0,"0"0"-15"0,0 0-12 0,8-7-11 15,-8 7-14-15,22 0-9 0,-2 1-34 0,12-1-43 0,5-3-44 16,13 6-109-16,-9-3-146 0,14 0 64 0</inkml:trace>
  <inkml:trace contextRef="#ctx0" brushRef="#br0" timeOffset="78874.39">22605 13794 22 0,'2'14'184'0,"-2"-14"8"16,-6 17-10-16,2-6-8 0,-1 3 1 16,-3 2-21-16,3-1-15 0,2 2-15 0,0-2-4 15,3 2-4-15,1-4-16 0,0-3-9 0,4 5-5 16,0-4-12-16,4 0-3 0,0-3-3 0,3-1-4 0,3 3-8 16,1-5-5-16,3 0 3 0,0-4-11 0,1-1-5 15,1-2-1-15,-3-1-3 0,1-3-3 16,0-1 0-16,-1 0 3 0,-2-2 0 0,-1 1 2 15,-3-4-6-15,0-1-1 0,-7 1 0 0,-2 1 2 16,-1-4-3-16,-2-4 3 0,-4 2-9 0,-1 0 2 0,-1-1-5 16,-8-4-1-16,2 5-2 0,0 1-1 15,-3 3-4-15,-1 3-1 0,-1 0-2 0,0 5 0 16,3 2-7-16,1 0-8 0,0 5-16 0,-2-1-21 16,-1 7-26-16,2 3-44 0,1 1-44 0,3 1-43 15,-1 2-187-15,3 0-421 0,5-4 186 0</inkml:trace>
  <inkml:trace contextRef="#ctx0" brushRef="#br0" timeOffset="79105.95">23214 13730 14 0,'-10'-4'226'0,"-2"-1"-1"0,2 2-3 0,-4 2-7 16,-3 2-11-16,0 3-14 0,1 1-12 0,0 5-10 15,-7 6-15-15,9-3-15 0,-2 0-9 0,5 2-13 16,2 2-15-16,0-1-7 0,4 1-12 0,1 2-7 0,4-1-4 16,4-1-9-16,1-1-5 0,4 0-16 0,2-2-27 15,5-3-23-15,0 0-37 0,5-1-47 16,5 0-45-16,1-4-45 0,3-2-47 0,-10-2-116 16,8-2-376-16,2-4 167 0</inkml:trace>
  <inkml:trace contextRef="#ctx0" brushRef="#br0" timeOffset="79862.5">23513 13701 82 0,'-4'-3'217'0,"4"3"-5"0,-10-4-5 0,10 4-5 16,-15 4-7-16,5 2-8 0,-1 3-13 0,-1 4-7 0,-1 4-9 16,2-3-14-16,0 2-14 0,2 1-13 15,3 0-10-15,1-1-10 0,2 1-10 0,2-2-5 16,2 2-14-16,5-3-1 0,2 2-9 0,-1-5-3 15,5 1-7-15,2-3-3 0,3-2-13 0,0 0-12 16,9 0-11-16,-4-2-6 0,-3-3-6 0,2-1-4 0,7-2-4 16,-6-2 2-16,-3-1 0 0,1-1-1 15,-1-2 5-15,-3 0-6 0,0-4 3 0,0 1 2 0,-2-1-1 16,-1-3 0-16,-2 3 3 0,-1-2 0 16,-5 1 0-16,0 1 2 0,-1-2 5 0,0 4 8 0,-2-1 5 15,-2 3 3-15,2 0 0 0,-1 0 3 0,-1 7-1 16,4-8-6-16,-4 8-3 0,0 0-1 0,0 0 1 15,0 0 2-15,0 0 1 0,0 0-2 0,-7 22-1 16,4-12 1-16,4-1 3 0,1 4-4 16,0-4 2-16,-2 1 3 0,5 0-3 0,0-2 5 0,0 2-7 15,3-2-1-15,0-1 4 0,3 0 0 0,-1-1-5 16,3-3 5-16,-1 0 0 0,2-1 3 0,4-4 2 16,1 2 0-16,-8-3-3 0,6 0 4 15,-4 0-1-15,-2-3 3 0,-1 2-1 0,-1-4 3 16,0 1-5-16,-2-1-3 0,2-2-2 0,-4-2-4 0,1 2-1 15,-2-2 1-15,0 0 0 0,-3 1-1 0,2 0-2 16,-2 0 4-16,-1 2 2 0,0 9 2 16,0-13-6-16,0 7-4 0,0 6-4 0,0 0 3 0,0 0-5 15,0 0 1-15,0 0 1 0,0 0 1 0,0 0-2 16,0 0 1-16,-5 26 1 0,5-18-3 0,0 2-3 16,0 2 4-16,2-3-2 0,1-1 6 0,3 1-2 15,-2-2 0-15,3 0 3 0,0-1 4 0,5-1-1 16,-1-4 0-16,2 1-2 0,5-1-1 15,-4-1-1-15,4-3 2 0,-5-1 2 0,-1 0 3 16,0-2-1-16,6-1 3 0,-8-1-4 0,3 1 9 0,-3-7-4 16,-1 2-3-16,0-2 6 0,0-3 3 0,-5 1-2 15,2 0 5-15,-3-4-5 0,-1 3 10 0,0-2-5 16,-1 2 12-16,0-1 4 0,0 7 10 0,-1-2 8 16,4 4-11-16,-4 1-2 0,0 8-2 0,0-11-13 15,0 11-1-15,0 0-6 0,0 0-9 0,0 0 6 16,0 0 13-16,-5 36 1 0,1-17-8 0,0 10 7 15,1 2-5-15,-4 1 0 0,3 2-6 0,0-2-3 16,-1 2 2-16,0-3-4 0,1-2-4 0,3 3 1 16,-1-1 0-16,2-3-2 0,1-2-20 0,-1 1-37 15,-1-7-24-15,2 0-48 0,-2-1-21 0,-1-2-28 16,1 1-28-16,-2-6-40 0,3-1-43 0,0-1-56 16,-3 0-192-16,0-3-567 0,-2-2 252 0</inkml:trace>
  <inkml:trace contextRef="#ctx0" brushRef="#br0" timeOffset="80065.5">24336 13822 21 0,'14'-6'178'0,"-1"-2"-7"0,-1 7-1 0,1-2-4 0,-2 1-17 16,3 5-6-16,1 5-8 0,-7-4-10 0,0 2-11 15,1 2-12-15,-2 1-2 0,0 1-8 0,-2 3-13 16,-3-3-3-16,-1 3-8 0,-1-1-6 0,-1 3 0 15,-3-3-11-15,-4 2-17 0,1-4-23 0,-1 1-22 16,1-2-34-16,-2 1-36 0,2-3-30 0,2-2-37 16,1-1-138-16,4-4-310 0,-10 4 138 0</inkml:trace>
  <inkml:trace contextRef="#ctx0" brushRef="#br0" timeOffset="80242.23">24611 13751 73 0,'0'0'220'0,"6"-8"-21"0,-6 8-19 16,0 0 3-16,0 0-6 0,0 0-6 16,0 0-13-16,0 0-9 0,0 0-10 0,-1 29-14 0,0-20-10 15,0 3-6-15,-1 2-16 0,0 1-8 0,0-3-26 16,2 1-30-16,-2-2-39 0,1 0-38 0,-2 3-57 16,3-4-49-16,-3 2-171 0,1-3-352 0,2-9 157 15</inkml:trace>
  <inkml:trace contextRef="#ctx0" brushRef="#br0" timeOffset="80383.23">24537 13644 96 0,'0'0'98'0,"0"0"-21"0,0 0-25 0,0 0-29 15,0 0-29-15,0 0-51 0,23 28-62 0,-19-16 28 16</inkml:trace>
  <inkml:trace contextRef="#ctx0" brushRef="#br0" timeOffset="80811.48">24741 13849 84 0,'0'0'162'0,"13"-9"5"0,-6 5-24 0,0-4-1 0,2 3-7 16,0-2 0-16,-1 0-11 0,1-3-11 0,3-2-9 15,-1 4-6-15,0-5-5 0,-2 4-6 16,0-1-5-16,-1 0 3 0,-1 3-2 0,-3-2 6 15,0 1-1-15,-4 3-8 0,0 5-8 0,0 0-4 0,-6-11-5 16,6 11-1-16,-14 0 0 0,14 0 1 0,-23 8-3 16,9 1 6-16,-3 0-11 0,3 4 1 0,1 1-5 15,1 0 4-15,1 1-5 0,5 0-2 16,1-2-4-16,3 2-4 0,2-3-3 0,3 1 2 16,1-3-10-16,5 1 5 0,0-2-8 0,6 0 1 0,0-1-5 15,4-4-2-15,1 3 0 0,3-4-1 0,4-3-4 16,-7-3-5-16,0 2-4 0,3-3-3 0,-1-2 1 15,-6 0-3-15,1-1-1 0,-2-2 5 16,-2-1-5-16,0-2 10 0,1-1-10 0,-3 1 1 16,-5 1-2-16,-2-2 1 0,6-2-2 0,-8 5 2 0,0 0-1 15,-1 0-1-15,0 3 4 0,-1 7-2 0,5-12 0 16,-5 12-2-16,-2-5 4 0,2 5-3 0,0 0-2 16,0 0 12-16,0 0 3 0,-18 17 5 15,11-8 8-15,-1 6 1 0,0-1-2 0,-1 1-2 16,0 1-1-16,3 0 0 0,-1 2-4 0,-1-2 2 0,2 2-19 15,0 0-20-15,-1-4-28 0,2 2-34 0,-2 0-34 16,3-4-41-16,0-1-53 0,2 1-61 0,-1-2-169 16,1 0-477-16,0 2 212 0</inkml:trace>
  <inkml:trace contextRef="#ctx0" brushRef="#br0" timeOffset="81929.89">25538 13689 129 0,'-3'-7'199'0,"1"-2"-10"0,2 9-1 0,-2-11-2 16,0 4-4-16,2 7-7 0,-4-7-16 0,4 7-19 15,0 0-16-15,-3-7-15 0,3 7-9 0,0 0-6 16,0 0 4-16,0 0 1 0,0 0 1 0,-1 31-9 16,0-21-4-16,1 3-15 0,0 3-3 0,0 3-3 15,0 0-10-15,0-2 5 0,0 2-13 16,2 1-6-16,-3 0-2 0,1-1-6 0,0 0 18 0,0 0-30 15,-1-3-33-15,-1 0-36 0,2 0-40 0,0 0-43 16,-5-5-54-16,5-2-57 0,-5 2-145 0,4-6-417 16,-2 0 185-16</inkml:trace>
  <inkml:trace contextRef="#ctx0" brushRef="#br0" timeOffset="82098.72">25513 13511 17 0,'10'12'-4'0,"-2"4"-2"0,1 0 1 16</inkml:trace>
  <inkml:trace contextRef="#ctx0" brushRef="#br0" timeOffset="82339.45">25706 13909 195 0,'0'0'207'16,"-7"-26"-21"-16,7 26-12 0,6-18-18 0,0 7-2 16,-2 0-10-16,1-1-6 0,9-3-14 0,3-4-6 15,-3 7-3-15,1 0-6 0,1 1-5 0,-2 3-6 16,-3 1-6-16,2 4-12 0,-2 0-10 0,-1 3-10 15,1 3 3-15,-2 2-13 0,-3 1-4 0,2 3-4 16,-2 2 0-16,1 5-6 0,-3 0-4 0,-2 3 2 16,2-2-9-16,-4 2-19 0,1-2-30 0,-1-1-30 15,0 0-37-15,2 0-47 0,1-3-45 0,-1 0-186 16,0-3-399-16,1-2 177 0</inkml:trace>
  <inkml:trace contextRef="#ctx0" brushRef="#br0" timeOffset="82700.28">26377 13692 224 0,'-10'-1'242'0,"10"1"-5"16,-23 6-6-16,14-4-8 0,-6 7-20 0,3-2-11 15,-3 4-16-15,3 2-10 0,1 2-16 0,5 2-12 16,1-2-12-16,3-2-13 0,2-1-15 0,-5 2-6 15,5-3-13-15,5 2-5 0,-5-4-6 0,5 1-6 16,1-1-6-16,0-1 0 0,1-3-4 0,3 0-8 16,-2 0-4-16,-1-4-1 0,5-1-8 0,-3-1-1 0,-1-3 0 15,3 1-2-15,-1-4-1 0,-2 0-7 16,-1-1 0-16,-1 0-3 0,2-5-2 0,-2 3-2 16,-1-2 6-16,1 1 7 0,-1 1 2 0,0 0 1 15,-1 2-3-15,-1-1-5 0,-1 4-2 0,-2 5-4 16,4-6-4-16,-4 6-3 0,0 0-1 0,0 0 2 0,0 0 0 15,0 0-7-15,0 21-13 0,-2-12-24 16,2 3-24-16,0 0-32 0,-2 4-32 0,0-1-30 16,-1-3-40-16,1 1-33 0,2 1-39 0,2-5-150 15,-4 3-448-15,4-1 198 0</inkml:trace>
  <inkml:trace contextRef="#ctx0" brushRef="#br0" timeOffset="82898">26538 13849 56 0,'4'-18'183'0,"3"1"-6"16,1 1 15-16,-3 5 7 0,2 0-9 0,0 1-5 0,-1 3-10 16,1 2-20-16,-2 0-12 0,0 3-13 15,-5 2-4-15,13-3-10 0,-13 3-3 0,14 6 2 16,-6 1-5-16,1 2-6 0,-2 2-7 0,0 2-9 16,-1 1-10-16,1 1-6 0,-3 2-6 0,1-3-8 0,-3 4-15 15,0-5-25-15,0-3-31 0,1 3-40 0,-1-3-61 16,1 1-72-16,-1-2-252 0,0-2-473 0,0-2 209 15</inkml:trace>
  <inkml:trace contextRef="#ctx0" brushRef="#br0" timeOffset="83410.08">27028 13576 162 0,'10'-5'195'0,"9"0"-11"16,-4-2-11-16,6 2-14 0,-2 1-13 0,0 1-15 16,1-3-14-16,0 1-12 0,-4 3-6 0,-3-1-12 15,1 0-6-15,-3-1-7 0,-1 1-5 16,-4 0 4-16,3 1-4 0,-3 0-6 0,-6 2 1 0,7-7-6 16,-7 7 4-16,2-7 8 0,-2 7 0 0,0 0 0 15,0-8-5-15,0 8-4 0,0 0-8 0,0 0-9 16,0 0-3-16,0 0-1 0,0 0 2 0,0 0-2 15,-9 22 13-15,7-6 2 0,0 1-3 0,0 2-3 16,0 4 1-16,-1-4 0 0,3 7-3 0,0 0 0 16,-2-2-5-16,0 1-2 0,-1 0 2 0,6-1-2 15,-6-6-1-15,3 1-7 0,0 0-5 0,3-3 8 16,-3 1-8-16,-5 1-7 0,4-7-4 0,-1-1 7 16,4-1-8-16,-4-3 0 0,2 2 4 0,0-8-6 15,-2 12-2-15,2-12 0 0,0 9-2 0,0-9-6 16,-8 2-21-16,8-2-4 0,0 0 0 0,0 0-3 15,-15-5 3-15,15 5 1 0,-10-6 4 0,7 2 0 16,-1-2 0-16,4 6 1 0,-6-11 1 16,4 5 2-16,-4 0 0 0,6 6-1 0,-2-9 0 0,2 9 4 15,0-8 1-15,0 8-2 0,0 0 2 0,8-8-4 16,-8 8 7-16,10-1-2 0,-3 1-1 0,5-2 6 16,-1 2-2-16,2 0 2 0,3 0-1 0,5-2 5 15,-2 1-21-15,10-1-24 0,-2-3-24 0,5 4-34 16,-1-1-36-16,-2-1-39 0,1-4-29 0,-1 3-44 15,-7 1-132-15,-4 0-414 0,5-2 184 0</inkml:trace>
  <inkml:trace contextRef="#ctx0" brushRef="#br0" timeOffset="83634.12">27813 13585 142 0,'-2'-10'163'15,"2"1"1"-15,0 9 1 0,-3-16 1 0,1 11-5 16,-2 0-13-16,4 5-6 0,-11-4-5 0,11 4 3 15,-13 4-2-15,2 3 5 0,-3 3 3 0,1 2 7 16,-6 8-4-16,-4-2-2 0,4 4-2 0,4-3-10 16,1 2-12-16,2-3-11 0,3 0-10 0,4-1-10 15,-1 0 2-15,6 2-21 0,-2-4-4 0,6 3-6 16,0-4-10-16,3 0-13 0,5 0-25 0,1-2-33 16,0-3-28-16,5 0-35 0,-1-3-36 0,0 1-41 15,2-4-45-15,0 1-36 0,1-1-204 0,-5 1-481 16,4-4 213-16</inkml:trace>
  <inkml:trace contextRef="#ctx0" brushRef="#br0" timeOffset="83777.15">28047 13798 157 0,'4'-6'276'15,"0"4"-15"-15,-4 2-12 0,3-8-8 0,-3 8-6 16,0 0-16-16,0 0-12 0,0 0-19 0,0 0-16 16,0 0-16-16,0 0-19 0,0 0-11 0,0 0-22 15,0 0-28-15,0 0-34 0,0 0-39 0,0 0-47 16,0 0-63-16,0 0-85 0,0 0-226 0,0 0-452 15,0 0 199-15</inkml:trace>
  <inkml:trace contextRef="#ctx0" brushRef="#br0" timeOffset="89601.46">5841 15553 39 0,'-4'-6'171'0,"4"6"-7"0,-12-12-9 0,4 6 0 16,-1 1-11-16,-2-1-5 0,0 4-10 0,1-2-12 16,0 1-4-16,2 2-12 0,8 1-14 0,-15 3-8 15,5 1-3-15,1 2-11 0,-5 7 30 0,2 1-10 16,1 2-7-16,-6 6-4 0,4 1-7 0,1 3-3 15,2 1-9-15,3-3-8 0,3-5-3 0,0 1-4 16,4 0-2-16,3-1-4 0,-1-2-6 0,2-3 0 16,1-2-3-16,2-1-3 0,2-3-1 0,1 0-2 15,-1-2-2-15,5-3 2 0,-1-2-2 0,-1-2-4 16,10-4 1-16,5-2 2 0,-3-3-5 0,-6-3 4 16,5-5-4-16,-1 0-2 0,-5-1-1 0,-1-4 1 15,-2 1-1-15,-1 0-3 0,-4-2 1 0,-1-1 2 16,-5 1-4-16,2 7 5 0,-5-2 6 0,0 2 2 15,-3 0 3-15,1 4 10 0,0 1 10 0,1 1 0 16,-2 2-2-16,0 4-3 0,3 5-7 0,-5-12-5 16,3 8-5-16,2 4 3 0,0 0-9 0,0 0-3 15,0 0 13-15,-13 16 0 0,9-4-2 16,2 3-2-16,-2 1-3 0,4 2 1 0,-3-2-3 0,6 0 0 16,1 1-2-16,-1-2 1 0,1-3-3 0,6 2 0 15,-2-5-1-15,2-3-1 0,2 1 0 0,3 0 4 16,0-5-3-16,1-2-1 0,4 0 9 15,-2-3-8-15,3-5-2 0,5 0-2 0,0-5-3 0,-2-1-1 16,-6 1-2-16,5-4-4 0,-4 0 3 16,-1-3-2-16,-4 5 3 0,-3-1-8 0,-2 0 1 15,-1-1 1-15,-1 2 0 0,-3 2 3 0,-1 4 1 0,0-3-1 16,-2 6 2-16,1-4-5 0,-2 10 4 0,2-11-6 16,-2 11-4-16,0 0 4 0,0 0 1 15,0 0 2-15,0 0-1 0,0 0-1 0,-6 31 4 16,1-16-4-16,3 3 4 0,0 1 2 0,0 0-2 15,2 6 1-15,2 1-1 0,-2-9 1 0,1 2 2 16,2-3-1-16,-1 1 1 0,1-2-3 0,1 3 5 16,-3-2 2-16,3 0-4 0,-3 1-7 0,2-2-14 15,-1-3-25-15,1 1-17 0,-1-2-34 0,2 1-38 16,-1-2-59-16,0 0-50 0,1 0-151 0,0-5-431 16,4-2 191-16</inkml:trace>
  <inkml:trace contextRef="#ctx0" brushRef="#br0" timeOffset="89953.2">6845 15424 173 0,'0'0'230'0,"0"0"-1"16,-21 19-6-16,11-7-11 0,1 1-9 0,-1 5-8 15,0-1-16-15,0 6-14 0,3-5-20 0,0-1-10 16,1-1-20-16,2-1-8 0,3-2-11 0,0-2-9 15,3 0-8-15,1-1-6 0,2 1-12 0,2-5-2 16,2-2-3-16,2 0-9 0,3-4-8 0,-1-3-10 16,4-2-2-16,1-2-7 0,0-3 0 0,0-1-5 15,-3-2 1-15,5-4-3 0,-8 3-4 16,-3-1 5-16,-1 0-4 0,-3-3-2 0,-1 2 5 16,-1 3 8-16,-2 3 4 0,0 0-3 0,0 0-2 0,-1 3 5 15,0 7-1-15,0 0-6 0,-1-13 2 0,1 13 3 16,0 0 5-16,0 0 0 0,-14 18-5 0,6-3-7 15,1 2 5-15,-1 0 1 0,2 8-6 16,3-6-1-16,2 6 1 0,2-4-21 0,2 2-36 16,3 0-40-16,0-4-38 0,5-1-71 0,7 3-73 15,-4-8-202-15,12 5-503 0,5-5 223 0</inkml:trace>
  <inkml:trace contextRef="#ctx0" brushRef="#br0" timeOffset="90814.54">7813 15865 121 0,'0'0'242'0,"-9"-9"-25"0,9 9-15 0,5-18-4 15,2 2-10-15,0 1-7 0,6-8-4 0,1-1-17 16,0 1-11-16,0 1-8 0,-1-2-3 0,4-1-6 16,-4 0-13-16,-1-3-7 0,1 3-5 0,-1-2-2 15,-5 3-5-15,0 0-15 0,-3 5 8 0,-4 1-5 16,0 0-5-16,-2 1-12 0,1 4 3 0,-3 3-10 16,-1 1-5-16,-1 1-2 0,-2 1-6 0,3 4 6 15,-3 1-6-15,8 2-3 0,-19 4-6 0,7 2 0 16,-4 4-9-16,2 1-2 0,0-2-3 0,5 1-3 15,1-1-4-15,3 2 2 0,1-2-9 0,4 0 5 16,4-1-3-16,1 1-1 0,4-1 1 0,8-2-7 16,1 1-4-16,2-6-11 0,8 1 3 0,1-2-1 15,0-2 3-15,-2-2-5 0,-6 3-8 0,7-1 2 16,-10 0 1-16,-5 0 3 0,-1 0-5 0,0 2 4 16,-1 2 1-16,-1 2-4 0,-4 0 6 0,2 4-4 15,-2 2 3-15,1 2-4 0,-5 5 12 0,2 2 0 16,-3-4 4-16,-1 4-5 0,1-2 0 0,-1 0 4 15,2-2-6-15,0 0 4 0,1-1-2 0,0-3-1 16,2-2 5-16,0 0-4 0,2-2-7 16,2-2 10-16,0 0 3 0,5-2-5 0,3-3 3 0,3-2 1 15,1-1 0-15,1-3 5 0,-2 2-1 0,5-8-2 16,-8 4-6-16,2-3 3 0,-3 1 2 16,-1-1-3-16,-2-4 1 0,0 4-5 0,-4-2-4 15,-3-3-14-15,0 5 16 0,-2-5-4 0,0 4 4 16,-3-1 3-16,-1 1-8 0,-1-4 9 0,-4 7-3 15,0-2-1-15,2 2-4 0,-2 5 4 0,0 1-3 16,5 3-6-16,-13-4 3 0,13 4 6 0,-16 7-7 16,7 3 4-16,0 0 8 0,0 5-5 0,0 2 2 0,0 1-2 15,5-2-3-15,3-2 0 0,-2-1 1 16,3 0 6-16,3-3-2 0,2 2-2 0,1-3 7 16,3-1-5-16,2-1 6 0,1-3-7 0,1-1 4 15,7-4 1-15,-2-1-8 0,2 0-7 0,-1-4-7 16,-1-1-1-16,1-2 0 0,-3 0-2 0,1-3 1 0,-2 2 4 15,1-3 1-15,-2 1-4 0,-3 0 5 16,-2-2 3-16,-2 1-3 0,-4 2 1 0,1-2 1 16,-1 0-2-16,-6 3 4 0,3-2 4 0,-2 3-2 15,2 9-6-15,-3-13 5 0,2 7 0 0,1 6-2 16,0 0-1-16,-4-5 3 0,4 5 11 0,0 0 3 16,0 0 5-16,-8 24-2 0,6-11 2 0,-2 2 4 15,1 1 2-15,2 1-4 0,1 1 0 0,0-1 3 16,0 0-5-16,1 1-4 0,1-2 2 0,0 1 3 15,2-2-12-15,1 1-22 0,0-3-29 0,0-3-36 16,2 0-29-16,-2 0-35 0,3-2-44 0,-1-1-41 16,0-1-216-16,-1-1-492 0,0-3 219 0</inkml:trace>
  <inkml:trace contextRef="#ctx0" brushRef="#br0" timeOffset="91629.34">8827 15541 85 0,'0'0'202'0,"-2"-7"-25"0,2 7-9 0,0 0-3 16,0 0 5-16,0 0-9 0,0 0-6 0,4 32 6 16,-3-18-3-16,1 4-12 0,0 2-17 0,2-4-6 15,1 1-12-15,0-2-2 0,4-1-11 16,0 0-6-16,-2-4-11 0,2-1-3 0,2 0-8 0,3 0 0 16,-2-3-11-16,-1-3-2 0,2 0-4 0,1-2-1 15,-1-1-9-15,2-3 0 0,1-1-1 0,-4-3 9 16,0 2 3-16,-2-4 3 0,3-3-7 0,-6 1-4 15,0-1-3-15,-1-3 3 0,2 2-5 0,-4-4-7 16,-2 1 2-16,1 1-2 0,-3 2-9 0,0-3 1 16,0 2 1-16,0 4-3 0,-1-1-12 0,1 3 15 15,0 8 6-15,0-13-17 0,0 13-1 16,-2-9-5-16,2 9-5 0,0 0 8 0,0 0-11 0,0 0 2 16,0 0-1-16,4 24-8 0,-4-15 13 15,1 7-5-15,2 0-1 0,-2-1 1 0,2 1 0 0,2-1-8 16,-4-3-7-16,5-1 18 0,2 2 0 0,-3-1 4 15,3-5-6-15,2 1 6 0,-1-1-3 16,9-1 1-16,-6-1 0 0,7-3 0 0,-6-2-3 16,-1-2 2-16,7-2 3 0,-1 0-4 0,-2-5 2 15,0 2 1-15,0-4 1 0,-2-1-2 0,-2 0 6 0,0-1-10 16,-1-5 2-16,-2 3 3 0,-2 0-7 0,-2-4 5 16,1 0-2-16,-3 0-2 0,-1-5 1 15,0 5-4-15,-2-7 0 0,-3 0 14 0,-1 8-9 16,-1-1-3-16,1 2-1 0,1-1 2 0,-1 3 9 15,1 4 4-15,1 3 7 0,-2-2-17 0,4 10 3 16,-4-11-2-16,4 11-4 0,0 0-1 0,0 0 1 0,0 0 4 16,0 0 6-16,-8 33 4 0,8-12 0 15,-1 4 12-15,-1 0-16 0,2 1 7 0,0-7-6 16,1 0 1-16,0 7-6 0,2-7 7 0,2-1-3 16,-2-2 1-16,4-1 5 0,-2-1-12 0,1-3 8 15,6 3-6-15,-4-6 1 0,2-1 2 0,2-1-2 16,1-2-1-16,4-2-2 0,1 0 3 0,1-2-16 15,3-4 25-15,-3-3-9 0,6-3-3 0,0-1 0 16,-7 1 3-16,3-5 0 0,-4 1-5 0,-3 0 3 16,4-6-8-16,-7 3 12 0,5-5-9 0,-6-2 5 15,-1 1-4-15,-5-2-3 0,-2-2 4 0,0 8 0 16,-1-1-5-16,-1-5-1 0,-1 7 9 0,-2 2 1 16,2 3-13-16,-2 4 7 0,3 9-23 0,-1-17 27 15,1 17-13-15,-1-9 1 0,1 9 0 0,0 0 1 16,0 0 9-16,0 0 21 0,7 40-3 0,-7-13 16 15,2-4 6-15,-1-2-13 0,0 9 9 0,2 2-2 16,-6-3 1-16,3 1 1 0,3 2 1 0,-6-3-12 16,2 3 4-16,1-3-4 0,-3-1 1 0,3-1-9 15,-1-1 0-15,1-1 1 0,1-8-9 0,1 1-29 16,-1-2-28-16,0-5-56 0,3-1-31 0,-4-3-38 16,0 1-38-16,1-1-31 0,-1-7-45 0,0 0-59 15,-2 10-248-15,2-10-638 0,0 0 283 0</inkml:trace>
  <inkml:trace contextRef="#ctx0" brushRef="#br0" timeOffset="91775.87">9538 15547 54 0,'0'0'184'0,"0"0"2"0,7-11-14 16,-7 11-11-16,12-2-13 0,-4 2-15 15,4-1-17-15,1 2-9 0,6-1-13 0,1 1-32 0,-2-2-47 16,1 2-68-16,9 0-82 0,-12 0-73 0,2 0-224 15,-5 1 99-15</inkml:trace>
  <inkml:trace contextRef="#ctx0" brushRef="#br0" timeOffset="91920.81">9935 15713 4 0,'1'8'224'0,"-1"-8"-6"0,-1 14-12 0,1-8-17 0,-2 4-19 16,-1 0-13-16,-2-1-31 0,-1 1-49 0,1-2-68 15,-1 1-80-15,-2-3-148 0,2-1-236 0,6-5 105 16</inkml:trace>
  <inkml:trace contextRef="#ctx0" brushRef="#br0" timeOffset="92672.67">9598 15405 135 0,'-7'-3'189'0,"7"3"-18"15,0 0-16-15,0 0-10 0,-6-3-15 0,6 3-16 16,0 0-10-16,0 0-14 0,0 0-23 0,26-9-19 0,-5 4-36 15,9-4-38-15,9 0-54 0,13-2-34 0,2-1-76 16,0-5-207-16,3 5 92 0</inkml:trace>
  <inkml:trace contextRef="#ctx0" brushRef="#br0" timeOffset="95479.07">10350 15491 53 0,'7'-3'162'0,"-7"3"-9"0,0 0-6 0,13 10 0 0,-6-1-3 16,1 2-2-16,6 11-6 0,-4-4 8 0,3 4-12 15,2 3-11-15,-3 2-12 0,3-2-10 0,-4-1-9 16,3-2-11-16,-1 0-5 0,-4-7-6 0,1-1-7 16,1-1-5-16,-1 0-8 0,-3-4-2 15,1-1-2-15,-3-3 4 0,0-2 0 0,1 4 10 16,-3-3 17-16,-3-4 14 0,7 3 0 0,-7-3-9 16,0 0-4-16,14-15-11 0,-10 5 1 0,2-5-9 15,0-1-2-15,3-10-8 0,-4 1 1 0,2 1-5 16,0-1-1-16,-2-1-7 0,1 2 1 0,-1-4-3 0,1 1-8 15,1-1-2-15,0 1-1 0,-2 1 1 0,-1 1-7 16,3 8 5-16,-5 3-6 0,2 5-10 16,1-1-19-16,-2 3-29 0,-3 7-31 0,3-10-13 15,-3 10-17-15,0 0-14 0,0 0-23 0,0 0-28 16,6 33-34-16,-8-17-36 0,1 3-146 0,-3 9-415 16,2-1 184-16</inkml:trace>
  <inkml:trace contextRef="#ctx0" brushRef="#br0" timeOffset="96277.19">10875 15654 115 0,'0'0'181'0,"6"-14"-24"0,-3 6-8 16,2-2-5-16,-3 1-12 0,1-1-5 0,-1 1-6 16,-2 9 4-16,4-18-9 0,-3 8-2 0,-1 10 8 15,-1-15-8-15,1 15-12 0,-3-14 4 0,3 14-7 16,-3-13-8-16,3 13-7 0,-10-8-2 15,10 8-9-15,-5-5-9 0,5 5-5 0,0 0-3 0,0 0-8 16,-22 10 3-16,14-1-3 0,-1 4 0 0,-2 1-6 16,-1 8-2-16,4-5-1 0,1 0-4 0,4 4-1 15,0-4-4-15,-1 2-4 0,3-1-2 0,2-1-2 16,4-4-1-16,-1-3-5 0,3 2 8 0,0-2-8 16,5-3 0-16,-2 0 1 0,8-1-2 15,1-5-8-15,1 0 12 0,-2-1-9 0,3-2 2 16,-2-2-3-16,-1-4 1 0,2 1 3 0,-4-1-4 0,2-4 0 15,-4 3-1-15,-3 2 1 0,-2-3 1 0,-1-1-3 16,-3 1 3-16,2-1-2 0,-3 0 0 0,-1-6-1 16,-1 6-1-16,1-2 0 0,-2 1 3 15,-1 1 7-15,2 3 5 0,0 1-2 0,-2 7 0 16,0-10-4-16,0 10-3 0,1-9-5 0,-1 9 1 16,0 0-7-16,2-6-6 0,-2 6 4 0,0 0 0 15,0 0 3-15,0 0 4 0,0 0-3 0,11 17-3 16,-8-13-7-16,1 5 7 0,-1-4-2 0,3 4 4 0,-3-3-3 15,4-1 2-15,-1 0 4 0,-2 0-2 16,2-1 1-16,1 0-8 0,1-1 5 0,2-2 2 16,-3-1-1-16,4 0 1 0,1-1 4 0,1-2-4 15,1-2 2-15,2-3-3 0,0 2 0 0,-2-3 4 16,-2 2-9-16,-3-3 5 0,1 3 2 0,1-3-2 16,-3-4-1-16,-1 3 11 0,-1 2-7 0,-4-1 2 15,4 1 0-15,-4 1 5 0,-2 8 4 0,5-10 1 0,-5 10-17 16,4-7 8-16,-4 7-2 0,4-3 0 15,-4 3-2-15,0 0-1 0,0 0-1 0,1 17 0 16,-1-7-1-16,1 0 3 0,1 2-3 0,-1-1 1 16,3 0 1-16,-2-1-9 0,5 0 14 0,-2 0-5 15,0-3 2-15,4-1 3 0,2-1 0 0,-3-1 3 16,2-2-3-16,3-2 3 0,-1-2 3 0,-1-1 14 16,2 0-11-16,-4-1 6 0,1-1 12 0,-1-1-4 15,1-1-5-15,-5 1 8 0,3-2-3 0,-3-1-8 16,2 2-3-16,-7 7 0 0,8-12 2 0,-8 12-1 15,7-6-2-15,-7 6-8 0,5-6-22 0,-5 6 16 16,0 0 3-16,0 0-2 0,9 16-3 0,-8 0 2 16,0 5 10-16,-1 5 1 0,-1 2 5 0,0 2-3 15,-3 1 0-15,4-1 7 0,-3 0-7 0,1-1 2 16,-1 0-1-16,1-1-5 0,1-2-3 0,-2 0 4 16,3 1 1-16,-3-8-19 0,3 1-33 15,-1-1-29-15,5 6-36 0,-4-1-32 0,0-6-32 0,0 1-19 16,0-2-68-16,0-6-64 0,0 0-189 0,3 0-548 15,0-2 243-15</inkml:trace>
  <inkml:trace contextRef="#ctx0" brushRef="#br0" timeOffset="97226.14">12078 15335 215 0,'0'-11'223'0,"0"-1"-2"0,0 0-8 0,0 6-11 16,0 6-21-16,0-10-24 0,0 10-18 0,0 0-15 15,0 0-12-15,0 0-6 0,0 0-3 0,14 32-7 16,-6-8-6-16,-5-5-6 0,3 9-2 0,0 0-9 16,-3 0-1-16,4-1-6 0,-2-1-4 0,1-2-6 15,-2-6-6-15,-1 2-9 0,0-3 0 0,1-6-7 16,-2 1-1-16,0-5-2 0,1 1-1 0,-2 1-3 16,1-4 1-16,-2-5-5 0,1 8 11 0,-1-8 4 15,0 0 11-15,0 0-9 0,0 0-1 0,0 0-8 16,0 0-3-16,6-20-3 0,-4 8-1 0,3-3-5 15,2-3 0-15,0 2 2 0,2-2-11 0,2-3 2 16,1 4-2-16,0 2-6 0,2 2 4 0,-1 2-8 16,-4 4-3-16,3 3-6 0,-1 0 9 0,0 4-2 15,0 1 0-15,0 3 0 0,1 2 1 0,1 5-2 16,-2-1 1-16,3 0 1 0,-1 2 0 0,-1-2 1 16,-1 3 1-16,2-1-3 0,3-4-3 0,-3 3 10 15,3-2-1-15,-5-4 0 0,8 2-5 0,-2-3 8 16,2-2 0-16,3-2 0 0,-4-3 4 0,4-1-7 15,-1-1 14-15,-2-1-4 0,-2-1 1 0,2-2 2 16,-5 0 1-16,-5 2-5 0,1-2 4 0,-1-3 7 16,-1 3-2-16,-4-1-3 0,1 1 4 0,-3-1-11 15,1 2 4-15,-3 8-14 0,0-13 17 0,0 13-10 16,0 0 0-16,2-14-5 0,-2 14-1 0,0 0-2 16,0 0 2-16,0 0-3 0,0 0 7 15,0 0-10-15,-14 31 4 0,12-20-5 0,-2 5 11 16,2-1-9-16,2 1 4 0,2-4-3 0,2 1-1 0,-2-2 3 15,1-1-3-15,3 2 3 0,1-3 4 0,0-3 0 16,0 2-1-16,-1-4-15 0,4 0 15 0,-2-2-2 16,3-1 3-16,1-1 3 0,-3-3-2 15,0 3-1-15,0-1 0 0,-4-2 0 0,3-1-1 0,-4 0-9 16,1-3 11-16,-1 2 0 0,1-2-2 16,-2 1-2-16,-1-1 2 0,0 0 0 0,-2 7-2 15,4-9 1-15,-4 9-3 0,3-5-3 0,-3 5-3 0,0 0-5 16,0 0 0-16,0 0 5 0,0 0-1 0,0 0 5 15,2 24-5-15,-4-8 8 0,-1 1-5 0,-1-1 4 16,2 2-3-16,2 1-6 0,-2-1-9 16,2 0 0-16,0 1-5 0,0 0-19 0,2-1-18 15,0-1-15-15,-2-1-17 0,2 3-25 0,-2-4-35 16,0-3-42-16,2-1-48 0,-2-3-208 0,0-2-487 16,0-6 216-16</inkml:trace>
  <inkml:trace contextRef="#ctx0" brushRef="#br0" timeOffset="97389.34">12580 15330 41 0,'0'0'12'0,"0"0"-22"16,0 0-9-16,0 28 5 0</inkml:trace>
  <inkml:trace contextRef="#ctx0" brushRef="#br0" timeOffset="97730.79">12960 15318 120 0,'7'-5'176'0,"-7"5"-9"0,7-6-23 0,-7 6 22 0,0 0-5 16,0 0-1-16,16 20 0 0,-12-8 7 0,0 6-9 15,-4 0-11-15,2 0-10 0,1 7-7 16,-3 0-11-16,0-6-3 0,0 0-12 0,0-2-8 16,-2 0-10-16,1-2-5 0,1-5-7 0,1 2-7 15,-2-3-2-15,1-1-5 0,0-8-2 0,0 10 5 16,0-10 5-16,3 9 6 0,-3-9 2 0,0 0-5 16,0 0-8-16,0 0-6 0,0 0-8 0,0 0-1 0,12-18-6 15,-6 10-3-15,0 0-6 0,1-3-3 0,3-1-5 16,1-1-5-16,-3 4 5 0,1 2-14 0,1-2-9 15,-1 2 6-15,1 2-5 0,-2 4-1 16,3 0 1-16,-11 1 1 0,18 7-3 0,-11 0-1 0,3 2 5 16,-3 0-4-16,3 6-4 0,-2 0-28 15,-3 3-23-15,3 6-30 0,0-5-45 0,-4 0-41 16,3-1-58-16,2 6-61 0,-2-6-170 0,2-1-498 0,4-3 220 16</inkml:trace>
  <inkml:trace contextRef="#ctx0" brushRef="#br0" timeOffset="98458.55">13913 15396 58 0,'-7'-6'234'0,"-3"1"-18"0,0 1-13 15,-1 0-11-15,-5 3-11 0,5 5-10 0,-8 3-9 16,-6 5-11-16,4 4-11 0,-2 2-14 0,5 0-12 16,-2 1-10-16,4 1-15 0,5-5-6 0,-1 4-7 15,5-3-7-15,1-1-9 0,4 0-4 0,0-2-3 16,2-2-7-16,0 2-3 0,4-5-4 0,0-1-5 15,1 2-3-15,3-6-1 0,2 2-1 0,-1-4-1 16,4-2-4-16,-1-2 1 0,-1 1-6 0,5-6-2 16,1 0 1-16,1-1-2 0,-5-4 2 15,0 0-4-15,-1-4-5 0,1 0 1 0,0-8 2 16,-3-1-2-16,2 0-2 0,-5 2 1 0,-1-2-1 0,-1 2 0 16,-1-2 5-16,-2-1-4 0,-2 2 3 0,3-1-5 15,-3 1 3-15,-3-1 4 0,-1 7 4 0,4 2 2 16,-2 0 5-16,0 7 8 0,1 0-2 0,-1 2-2 15,2 8 1-15,-2-12-10 0,2 12-8 16,0 0-2-16,0 0-6 0,0 0 3 0,-9 25 2 16,5-6 0-16,-1 9-2 0,-2 2 2 0,3 2 2 0,1 2-6 15,-1-2 1-15,4 1 2 0,0-3-3 0,4-2 2 16,-1-1 2-16,3-2-6 0,2-7 0 0,0 1 1 16,1-4 0-16,0 1 0 0,3-5-8 15,1 0 10-15,-1-3 2 0,-1-3 2 0,6 0-1 16,-1-3-3-16,2 0 3 0,0-5-3 0,-2-1 1 15,4-3 0-15,-4-1-2 0,1-2-9 0,1-3 4 16,-4 0 5-16,-3-3-6 0,1 1-1 0,-1-3-3 0,-4 1-3 16,-1-2-2-16,-1 1-1 0,-3-1-3 0,0 1 7 15,-4 1-1-15,0-1-3 0,2 8 3 16,-4-2-1-16,1 2 1 0,-3 1 0 0,6 9-1 16,-10-9-3-16,4 8 6 0,6 1-3 0,-18 9 6 15,8 0 4-15,-3 5 6 0,-3 8 0 0,5-5-1 16,3 0-1-16,3 2 2 0,-2-3-7 0,4 3 5 15,2-2-2-15,1-2 5 0,4 1-3 0,0-1 0 16,4-1-14-16,2 0-23 0,1-2-31 0,4-2-21 16,-5-3-25-16,7 1-33 0,-7-3-39 0,9 0-38 15,-2-4-33-15,2 2-139 0,-4-1-421 0,5-2 187 16</inkml:trace>
  <inkml:trace contextRef="#ctx0" brushRef="#br0" timeOffset="98882.05">14357 15572 143 0,'-4'-15'171'15,"4"15"2"-15,0 0 4 0,-3-14 0 0,3 14-5 16,-6-9-5-16,6 9-4 0,2-13-9 0,-2 13-1 16,3-12-6-16,-3 12-7 0,2-18-6 0,2 8-20 15,0-1 11-15,3 2-6 0,0 0-17 0,0 1 6 16,1-2-10-16,1 2-10 0,-1 4-8 0,2 2-10 16,2 0-10-16,-5 2-2 0,-7 0-14 0,21 4-3 15,-15 4-1-15,3 1-1 0,-3-1-8 0,1 2-1 16,2 0-8-16,-4-1 2 0,1 1-5 0,-1-1 5 15,1-1-4-15,2 0 0 0,0-2-1 0,1-2-2 16,-2-1-3-16,5-1 2 0,-4-2-1 0,5-1 3 16,1-3-5-16,-1 0 3 0,3-4 0 0,-4 2-2 15,2-4 2-15,0 0-1 0,-3-3 6 0,2 4-4 16,-3-5-3-16,-1 1 3 0,-1 1 0 0,0-1-1 16,-2-2 0-16,-3 0-3 0,1 3-1 0,0-1-2 15,-1 3 9-15,-2 1 8 0,1 0-2 0,-2 9-2 16,2-11-5-16,-2 11-3 0,0 0-11 0,0 0-1 15,0 0 1-15,0 0-1 0,0 0-1 0,0 0 2 16,-5 29-4-16,1-12 1 0,-3-1 5 0,4 2 1 16,0 0-8-16,2 0 19 0,-1 0-17 15,-2 0 6-15,4 1-4 0,-2-3 1 0,1 0-11 16,0 1-8-16,1-1-15 0,0-5-23 0,0 2-30 0,1-3-26 16,-1 1-23-16,0-2-20 0,1-1-42 0,-1-8-47 15,4 9-32-15,0-5-177 0,-4-4-486 0,0 0 216 16</inkml:trace>
  <inkml:trace contextRef="#ctx0" brushRef="#br0" timeOffset="99068.25">14896 15343 61 0,'0'-13'198'0,"0"13"-24"0,2-8-9 0,-2 8 2 16,0 0 3-16,0 0-5 0,0 0-5 0,3 27 2 15,-3-11-5-15,0-1-10 0,2 3-12 16,-4-3-15-16,2 3-10 0,-3 0-13 0,3-1-5 15,0 0-13-15,-1-5-11 0,1 0-30 0,1 1-28 16,-1-3-22-16,1 0-42 0,-1-10-43 0,0 14-42 16,0-9-51-16,0-5-141 0,0 0-358 0,0 0 158 15</inkml:trace>
  <inkml:trace contextRef="#ctx0" brushRef="#br0" timeOffset="99401.9">15029 15153 198 0,'0'0'199'0,"11"-6"-16"0,-11 6-18 0,10-4-18 16,-10 4-7-16,0 0 6 0,8 15 2 0,-6-3 10 16,1 4 13-16,-2 3-12 0,-2 6 0 0,-2-1 0 15,-3 1-5-15,5-5-13 0,-1 6-11 16,-1-1-10-16,0 1-11 0,0-1-15 0,3-6-9 0,-2 5-5 16,2-4-9-16,1-1-4 0,0-4-19 0,2 0-30 15,2-3-29-15,-1-1-40 0,-4 0-36 0,4-1-38 16,-4-10-57-16,4 13-42 0,-2-8-205 0,-2-5-463 15,0 0 205-15</inkml:trace>
  <inkml:trace contextRef="#ctx0" brushRef="#br0" timeOffset="99916.05">15050 15365 126 0,'0'0'143'0,"17"-3"2"16,-6 4 6-16,-11-1-18 0,23 5-9 0,-10 0-15 15,-4 1 4-15,2 0-6 0,1 1-8 0,0 0-10 16,2 3 7-16,-4-6-11 0,0 4-3 0,0 0 0 16,1-3-1-16,-2 1-1 0,3-2 0 0,0-3-7 15,1 2-4-15,3-2-1 0,-4-1-5 0,2-2-2 16,-3-1-2-16,3 0 5 0,-3-1-1 0,-1-3 3 16,2 2 5-16,-5-2 13 0,2 0-9 0,-3 0-4 15,1-2-4-15,-2 3-5 0,-1-4-2 0,-1 3 6 16,-3 7 5-16,6-13 0 0,-6 13 1 0,2-9-7 15,-2 9-9-15,0 0-4 0,4-9-12 0,-4 9-6 16,0 0 2-16,0 0 6 0,0 0 10 0,1 29-5 16,-2-14 7-16,0 4 4 0,-1-1-2 0,1 9 2 15,-1 0-8-15,0 0 4 0,1 1-1 0,1 1-6 16,-1 1-2-16,2-2-7 0,-1 2-1 0,3-3 0 16,0 2 3-16,4-2-3 0,-5 0 2 0,3-1-12 15,-2-6-14-15,2 5 16 0,2 0-9 0,-2-2 3 16,0-3 3-16,-3 4-5 0,-1-5 1 0,-3-1-6 15,-3 0-1-15,5-1 2 0,-5-1 1 0,-1-3-5 16,-1-4-4-16,-1 1-2 0,-2-3-2 0,-1-1-1 16,-2-2-6-16,-3-1 2 0,3-3 3 0,-3-4-10 15,-3-2-2-15,7-1-7 0,-2-3 8 0,-1-3-23 16,3-4 19-16,-1-4-2 0,0-4-4 0,4-2-27 16,1 1 14-16,6-3-4 0,4 3-2 0,4-2-1 15,5-1-7-15,3 2-6 0,2-2-10 0,6 1-10 16,1 2-20-16,5 0-16 0,2 3-21 0,9-6-40 15,-8 9-44-15,14-6-72 0,-13 7-246 0,1 3-573 16,0-3 254-16</inkml:trace>
  <inkml:trace contextRef="#ctx0" brushRef="#br0" timeOffset="100063.39">16065 15359 189 0,'-8'9'216'0,"8"-9"-21"0,0 0-30 0,0 0-41 16,7 8-42-16,-4-4-51 0,-3-4-61 0,8 5-132 16,-8-5-176-16,8 1 78 0</inkml:trace>
  <inkml:trace contextRef="#ctx0" brushRef="#br0" timeOffset="103495.46">16204 15341 98 0,'0'0'170'0,"-7"-6"-13"0,7 6-5 0,0 0-3 16,-14 5-8-16,10 2-2 0,-1 2-7 0,-2 2-15 15,2 5-7-15,0 0-13 0,0-3-16 0,4 3-4 16,1 0-8-16,0-5-4 0,3 1-9 0,1 0-3 16,1-2-5-16,4-1 1 0,-2-2-11 0,4 3-1 15,-1-5-2-15,3-1-4 0,1-2 2 0,-1-2-3 16,2-1 3-16,-3-2-3 0,2 1 1 0,-3-2-3 15,0-3 2-15,-1-3-5 0,0 2-5 0,-2 0-3 16,-4-5 6-16,2-3-13 0,-6 3-3 0,-1 1-2 16,-3-5-5-16,0 0 0 0,-1 1-1 0,-4 0 1 15,0 2-2-15,-2 2 0 0,-1 0-6 0,6 5 2 16,-7-2 2-16,3 5 3 0,-3-1-4 0,1 1-2 16,12 4 1-16,-22 3-5 0,11 0 5 0,11-3 0 15,-11 6-1-15,11-6 3 0,-8 8 5 0,8-2 0 16,0-6-2-16,10 15 0 0,-1-5 3 0,4-4 0 15,5 2-2-15,2-4 0 0,7 1 0 0,-1-3 3 16,3-1-1-16,2-2 1 0,-4-1 3 0,-6-1 2 16,10-5-1-16,-11 2 0 0,-2 0 2 15,3 0 2-15,-6-2 11 0,2-3 1 0,-7 5-3 0,-1-2 3 16,4-4-1-16,-7 2-3 0,2 1 7 0,-2-1 5 16,-3-1-1-16,-1 0-1 0,-1 1-1 0,1 3 6 15,0 1 5-15,-2 6 4 0,2-9-14 0,-2 9-7 16,0 0-5-16,0 0-2 0,0 0 2 0,0 0 4 15,-6 34 4-15,3-5 1 0,0 4 7 0,-6 12-5 16,5-10-5-16,1 0 3 0,-1 2 29 0,1 9-7 16,2-13-5-16,1 3 1 0,-2-3-8 0,2 1-3 15,2-4-3-15,0 1-2 0,0-6-25 0,0 0-28 16,0-6-25-16,-1-2-24 0,0 0-36 0,2 0-35 16,-1-7-50-16,0 0-53 0,-2-2-178 15,0-8-460-15,1 8 203 0</inkml:trace>
  <inkml:trace contextRef="#ctx0" brushRef="#br0" timeOffset="103653.76">16474 15505 14 0,'-4'-10'173'16,"4"10"-12"-16,0 0-19 0,5-12-11 0,6 10-15 15,0-2-9-15,7 3-12 0,5-2-25 0,9 0-34 16,2 3-37-16,6-2-46 0,11 1-46 0,3 0-58 15,-2-2-163-15,-1-1 71 0</inkml:trace>
  <inkml:trace contextRef="#ctx0" brushRef="#br0" timeOffset="104464.66">17500 15316 71 0,'-11'-4'203'0,"-3"1"-4"0,1 1-5 0,-6 4-6 0,-2-2-9 16,0 6-13-16,-6 1-4 0,1 4-9 0,2 0-13 16,2 4-13-16,4-2-5 0,-1 5-11 0,6-3-9 15,3 1-10-15,1-3-7 0,2 2-13 16,4-2-6-16,3-3-3 0,1 3-8 0,3-2-6 15,2 0-3-15,3-2-3 0,2-3-3 0,4 2-3 16,-2-3-4-16,4-3-4 0,0-2-1 0,4-2-3 16,-2-2 0-16,0-1-3 0,0-3-4 0,-3-2 0 0,0-2-1 15,-2-1-2-15,-1-2 2 0,2-6-5 16,-2-4 1-16,-3 4-2 0,-2-5 6 0,0 1-5 16,-2 2 0-16,-2-5-2 0,-2 4 0 0,0-4 0 15,-2 5 1-15,-2-2 0 0,0 6 4 0,0-2 7 16,0 3 8-16,1 2-3 0,-2 4 5 0,-1 2 4 15,3 2 0-15,1 8-6 0,-1-11-12 0,1 11-5 16,-3-4-1-16,3 4-6 0,0 0 6 0,0 0-4 16,-1 25 0-16,0-5-2 0,-1 8 2 0,2-1-3 15,0 4 1-15,0-2 3 0,3 1-6 0,-2-2 3 16,4 0-1-16,2-4 2 0,-1 2-1 0,3-1 1 16,0-8 1-16,1 2-5 0,0-4 1 0,2-1 4 15,3-3-1-15,-2-2 1 0,0-2 1 0,-2-2-9 16,7-1 9-16,-5-1 1 0,5-5 2 0,-1 1 1 15,-1-5-6-15,1 0-1 0,-1-1 4 0,-1-6-1 16,0 5 3-16,-2-6-1 0,-1 0-2 0,-4-2-1 16,1 3-2-16,-3-5-1 0,1-1 0 0,-5 3-1 15,-1 1 1-15,1-2-4 0,-2 6 1 0,-3 1-2 16,3 10 1-16,-5-15-2 0,-2 7-2 0,7 8-3 16,-13-3-2-16,13 3 4 0,-27 6 1 0,10 2-4 15,1 0 6-15,0 4 0 0,2 1 0 0,1 0-10 16,2 2 8-16,5-1 3 0,0-3-3 0,3 2 8 15,3-1-9-15,2-1-3 0,5 1-15 0,0-3-11 16,3 1-22-16,3-1-22 0,3-1-27 0,3 1-15 16,1-5-35-16,-1 1-30 0,-1-4-19 0,4-2-14 15,-3-2-5-15,0-1-155 0,-1 0-407 0,0-3 180 16</inkml:trace>
  <inkml:trace contextRef="#ctx0" brushRef="#br0" timeOffset="104828.4">17969 15380 374 0,'5'-12'-16'15,"-1"1"16"-15,-3-2 31 0,1 0 4 0,0 3 26 16,0 1 14-16,-2 9 17 0,1-17 9 0,0 9-4 15,-1 8 8-15,0 0-15 0,3-14-11 0,-3 14-7 16,0 0 0-16,0 0 1 0,0 0 8 0,0 0 3 16,0 0 8-16,21 16 7 0,-15-6-3 15,0 4-3-15,-1 2-6 0,1 3 7 0,-1-4-5 16,2 2-7-16,-3-1-6 0,1 1-8 0,-1-1-6 0,1-4-4 16,-1 0-6-16,1-2-2 0,-1 0-6 0,-1 0-2 15,-1-5-4-15,0 0-2 0,-2-5 5 0,4 6 18 16,-4-6 0-16,0 0-3 0,0 0-6 0,0 0-7 15,13-10 0-15,-9 4-5 0,1-10-4 16,0 6-3-16,-1-3 2 0,3-2-16 0,-2-2 9 16,1-1-6-16,0 0 5 0,1 0-12 0,1 0 6 0,-1 2-1 15,0 1-2-15,-1 1 1 0,-3 4 1 0,4 1 4 16,-3 4 1-16,-2-1-11 0,-2 6-5 0,4-9-1 16,-4 9 1-16,6-2-5 0,-6 2 2 0,0 0 1 15,0 0 0-15,11 26 0 0,-8-13 1 16,-1-4-3-16,0 9 3 0,-1-3-4 0,1-2 4 15,-1 0-5-15,2 2 7 0,-2 3-5 0,1-1-21 16,1 0-15-16,-3-1-21 0,3-1-23 0,-2-2-26 16,0 0-32-16,1-2-51 0,-1 0-44 0,1-1-42 15,-2 0-140-15,0-10-444 0,3 13 197 0</inkml:trace>
  <inkml:trace contextRef="#ctx0" brushRef="#br0" timeOffset="104970.25">18166 15175 67 0,'0'0'58'0,"0"0"-50"16,-16 14-31-16,16-14-24 0,2 16 11 0</inkml:trace>
  <inkml:trace contextRef="#ctx0" brushRef="#br0" timeOffset="105524.45">18465 15241 126 0,'-11'-10'210'15,"11"10"-8"-15,-9-1-9 0,9 1-7 0,0 0-5 16,-25 17-1-16,15-6-2 0,-3 6-12 0,2-2-5 16,-3 7-10-16,1 0-11 0,4-4-5 0,3 0-10 15,1-1-10-15,2-2-10 0,3 1-10 0,0-3-11 16,5 0-1-16,0 1-7 0,2-2-9 0,-1-2-3 15,4-2-7-15,3-1-3 0,1 0-7 16,5-2-1-16,3-3-15 0,0 0 8 0,6-6-7 0,3 2 0 16,-6-5 3-16,3-1-8 0,-7 3-1 0,-2-5 0 15,0 1-8-15,-2-2 0 0,0 0 0 0,-1-3-5 16,-2 2 2-16,-1-4-2 0,-2 1-2 0,-2 0-3 16,-2-3 1-16,-2 1-1 0,0 6-7 15,-4 0 3-15,-1-2-2 0,0 13-2 0,-4-19 2 16,-1 12-5-16,1 0 3 0,4 7 0 0,-11-7-3 15,11 7 2-15,-17 1 4 0,17-1-5 0,-22 13 2 0,8-3 4 16,3 4 1-16,-3 1-2 0,4-1 2 0,0 1-3 16,3-1 2-16,4 0 1 0,5-5 0 0,1 3 1 15,0-1-1-15,2-3-1 0,3 1 2 16,1-2-3-16,6 2 3 0,-3-5 0 0,5-1 3 16,0-2-4-16,2-2-1 0,0-2-3 0,1-1 4 15,0-3-2-15,-3-1 0 0,2-1-2 0,0 0 3 0,-2-2-4 16,-2 1 1-16,-2-1 4 0,-3 0-4 0,-1 0-3 15,0-2 6-15,-4 3 2 0,0-1 10 0,-1 2-18 16,-4 9-2-16,5-13 6 0,-4 5-13 16,0 3 17-16,-1 5-13 0,0 0 6 0,0 0-1 15,0 0 5-15,0 0 6 0,0 0 4 0,-12 23 6 16,5-7-1-16,0-1-4 0,-1 3-1 0,2 1 1 16,1-1-2-16,1 0-1 0,-3 0 0 0,5 0-12 0,0 0-32 15,2 0-42-15,2-2-29 0,-1-3-44 16,4-1-60-16,0-2-70 0,2-1-225 0,3-5-544 15,0 1 241-15</inkml:trace>
  <inkml:trace contextRef="#ctx0" brushRef="#br0" timeOffset="106066.18">19293 15302 86 0,'-5'-12'228'0,"5"12"-8"0,0 0 8 16,0 0-1-16,0 0 2 0,-29 25-9 0,21-12-13 15,-1 0-14-15,1 3-15 0,2-1-13 0,2 2-12 16,-1-5-12-16,4 2-18 0,2-1-3 0,0-2-15 16,3 1-7-16,0-1-7 0,2-1-12 0,3-1-2 15,2-2-8-15,-2-1-4 0,3-2-10 0,1-3 0 16,1 2-4-16,-1-6-6 0,1 2 0 0,-4-2-6 16,-1-1-2-16,3-1-8 0,-5-1-3 0,0-4-1 15,-1 1-2-15,-2-8-1 0,-3 6 1 0,2-7-1 16,-7 1-4-16,0-1-3 0,-1 0-6 0,-1 1 0 15,-3 0 4-15,-3 4-2 0,3-4-4 0,1 6 3 16,3 1-2-16,-1 4 0 0,0-4-2 0,6 10-3 16,-7-7-15-16,7 7 15 0,0 0 1 15,0 0-4-15,0 0 2 0,0 0-1 0,0 0 1 16,0 0 1-16,0 0 3 0,0 0 0 0,28 22-5 0,-15-21 2 16,0 1 0-16,5-1 16 0,4 0-12 0,-1-3-1 15,-1-1-3-15,0-2 1 0,-1 1-3 0,-4-1 7 16,-3-1-2-16,-2 0 5 0,2-1-4 0,-5-1 1 15,1-1-2-15,-2 0 13 0,0-1-9 16,-4 0 6-16,-1-3-4 0,-1 2-11 0,2-3 18 16,-4 2-10-16,2 12 6 0,0-19 8 0,0 19-16 15,-1-13 26-15,1 13-10 0,-1-8-10 0,1 8-14 0,0 0 12 16,0 0 3-16,0 0 10 0,-7 31 0 0,2-12 9 16,-1 8-7-16,0 1-3 0,-1 1 5 0,2 6 0 15,-3-3-5-15,1 1-2 0,0 1 0 16,0 0-5-16,1 0 5 0,1-1-12 0,-3-4-6 15,4 3-33-15,1-3-27 0,-1-3-31 0,3 0-25 16,-2-10-35-16,3 1-34 0,-1-2-31 0,0-5-42 0,1 0-40 16,0-3-234-16,0-7-571 0,0 0 253 15</inkml:trace>
  <inkml:trace contextRef="#ctx0" brushRef="#br0" timeOffset="106213.19">19476 15402 89 0,'0'0'170'0,"8"-4"-28"16,-8 4-11-16,0 0-14 0,21 0-28 0,-5-2-41 15,2 1-43-15,1 1-49 0,10-2-81 0,3 0-135 16,7 1 60-16</inkml:trace>
  <inkml:trace contextRef="#ctx0" brushRef="#br0" timeOffset="106584.13">20395 15145 174 0,'-10'-4'233'16,"1"1"-11"-16,-5 5-10 0,-4-1-13 0,0 5 2 16,0 4-18-16,0 0-7 0,2 4-1 0,-3 5-12 15,6-4-26-15,1 1-11 0,2 7-14 0,2-5-10 16,4 1-5-16,3-2-11 0,2 0-8 0,4-2-4 15,4 1-10-15,2-2-1 0,4-4-11 0,2 2-22 16,9-2-22-16,-4-5-26 0,9-1-26 0,-1 0-21 16,1-4-30-16,-3 0-32 0,0-4-27 0,1-2-21 15,-10-1-25-15,0-2-149 0,-4 0-376 0,-5 1 166 16</inkml:trace>
  <inkml:trace contextRef="#ctx0" brushRef="#br0" timeOffset="107071.9">20602 14953 148 0,'0'-8'159'0,"0"8"-12"0,-1-10-16 0,1 10-10 16,0 0 7-16,0 0 15 0,0 0 6 0,1 31 6 15,-2-7 5-15,-2 4-2 0,2 7-9 0,-2-4-9 16,-1 4-10-16,1-4-8 0,0 2-7 0,1 1-8 16,0-4-9-16,1-1-8 0,-4-3-11 0,5 0-8 15,-1-2-4-15,1-6-8 0,1-2-2 0,-1-6-6 16,1 1-9-16,-1-5 0 0,1 1-1 0,-1-7-3 15,0 9-3-15,0-9 3 0,0 8 2 0,0-8 7 16,0 0-15-16,0 0-1 0,0 0-2 0,17-15-12 16,-9 6-2-16,1 0 2 0,5-5-2 0,-3-1-4 15,3 2-9-15,2-1 5 0,0 0-7 0,-1 1-1 16,1 1 1-16,-1 2 0 0,-3 4-1 0,0 0-3 16,-1 2 3-16,-1 1 1 0,-1 2-5 0,0 1 4 15,1 1-4-15,1 2 11 0,-3-1-9 0,2 3 3 16,1-1-1-16,-2 0-3 0,1 0 4 0,2 1 2 15,-1-4 2-15,2 3-2 0,1-3-1 0,-1 1 1 16,-1-1 0-16,-12-1 0 0,22-1 1 0,-13-5 1 16,1 2-1-16,0-2 1 0,-1 1 0 0,-1-3 1 15,-2 1 1-15,1-1 1 0,-1-1-6 0,-3-1 2 16,-3-1-5-16,1 0 14 0,-1 0-13 0,2 3 1 16,-2 8 3-16,-2-13 0 0,-1 8-1 0,3 5 1 15,-5-8-2-15,5 8-2 0,0 0 7 0,0 0-1 16,-16 12 3-16,9-4-2 0,0 2 2 15,2 1-1-15,1 3-2 0,0-4-3 0,3 6-18 0,1-6-21 16,0 4-28-16,2 1-32 0,5 0-36 0,-5-4-48 16,6-1-45-16,-2-1-43 0,0-1-150 0,1-3-453 15,-7-5 201-15</inkml:trace>
  <inkml:trace contextRef="#ctx0" brushRef="#br0" timeOffset="107485.88">21252 14955 10 0,'0'0'218'0,"0"0"-15"16,-1-10-20-16,1 10-18 0,0 0 7 16,0 0 4-16,0 0 4 0,-2 34 8 0,2-9-1 15,-3 5-3-15,0 0-9 0,1 3-6 0,-1-1-11 16,1 14-11-16,-2-16-9 0,3 2-8 0,-2 3-11 15,1-3-12-15,-1-1-11 0,0-1-3 0,5-2-14 16,-2 1-6-16,1-4-6 0,2 0-13 0,-1-7-3 0,0 1-5 16,-1-3-3-16,4 0-19 0,-5-3-30 15,2-3-17-15,1 2-30 0,-1-2-24 0,-2-3-32 16,3-1-26-16,-3-6-31 0,3 10-35 0,-3-10-27 16,0 0-212-16,0 0-476 0,0 0 211 0</inkml:trace>
  <inkml:trace contextRef="#ctx0" brushRef="#br0" timeOffset="107708.4">21311 15152 107 0,'18'-2'171'16,"1"2"-2"-16,0 3 2 0,-2 1-10 0,4 2-5 15,-5 3-6-15,-1 1-4 0,1 1-9 0,-7-2-6 16,-2 1-6-16,1 4-7 0,-4-5-8 0,0 3-2 15,-4-1-7-15,-4 0-12 0,-2 3-7 0,-3 1-8 16,-2-4-6-16,-1 2-12 0,-3-2-9 0,2-4-26 16,0 2-28-16,0-4-31 0,1 0-34 0,2 1-45 15,1-5-44-15,9-1-190 0,-15 0-379 0,15 0 167 16</inkml:trace>
  <inkml:trace contextRef="#ctx0" brushRef="#br0" timeOffset="107863.43">21613 15204 195 0,'0'0'204'0,"9"0"-19"0,-9 0-1 16,0 0-4-16,0 0-11 0,8 4-16 0,-8-4-10 15,2 7-22-15,-2-7-5 0,0 7-24 0,0-7-35 16,0 0-40-16,-8 15-46 0,8-15-73 0,-5 8-63 16,5-8-89-16,-11 11-274 0,11-11 121 0</inkml:trace>
  <inkml:trace contextRef="#ctx0" brushRef="#br0" timeOffset="112794.56">19144 14456 30 0,'-13'1'101'0,"13"-1"-4"0,-6 1 1 16,6-1-8-16,-9 1 2 0,9-1-3 0,0 0 6 15,-11 1-13-15,11-1-6 0,0 0 1 0,0 0-3 16,-10 2-6-16,10-2-3 0,0 0-7 0,0 0-2 16,0 0-7-16,-10 0-3 0,10 0-9 0,0 0 2 15,-9 1 1-15,9-1-2 0,0 0 3 0,-8 3 1 16,8-3-2-16,0 0-2 0,-9 1 3 0,9-1 0 15,0 0-3-15,-6 4 0 0,6-4 1 0,0 0-9 16,0 0-1-16,0 0 17 0,0 0-16 0,0 0 1 16,0 0-5-16,15 6-2 0,-3-6 3 0,6 2 6 15,3 0-10-15,10 1 2 0,4-3-6 0,3-5-2 16,14 5-2-16,4-3-2 0,3-2 0 0,4 0-2 16,1-3 1-16,1 0 0 0,0-1-4 0,0 0 0 15,1-1-2-15,-2 2-1 0,-1-2-1 0,-2 3 1 16,-3 1 1-16,-4-3-5 0,-2 3 4 0,-16 2-2 15,0 1 2-15,0-2-1 0,-2 2 0 0,0-1-3 0,-4 3 0 16,-3-2-1-16,-5 0 2 0,-1 2 1 0,-3-1 0 16,1 2-2-16,-4-2 1 0,-3 2-2 15,-1-1 0-15,-1 0 2 0,-10 1 5 0,11 0 5 16,-11 0 8-16,10 0 2 0,-10 0 8 0,8-2 4 16,-8 2-2-16,0 0 0 0,9-1-1 0,-9 1-3 0,0 0-20 15,0 0-7-15,0 0-5 0,0 0-12 16,0 0-8-16,0 0-16 0,4-6-17 0,-4 6-16 15,0 0-36-15,0 0-41 0,0 0-42 0,0 0-135 16,-17-7-355-16,17 7 157 0</inkml:trace>
  <inkml:trace contextRef="#ctx0" brushRef="#br0" timeOffset="115830.17">12521 15185 63 0,'0'0'119'0,"0"0"-1"0,0 0-5 16,-4-4-8-16,4 4-7 0,0 0 0 0,0 0-4 15,0 0 1-15,-2-8-4 0,2 8 4 0,0 0-2 16,0 0-5-16,0 0 0 0,0 0-1 0,-6-6-7 16,6 6 1-16,0 0-6 0,0 0-2 0,0 0-5 15,0 0-5-15,0 0 1 0,0 0-9 0,0 0-8 16,0 0-4-16,0 0-4 0,0 0-3 0,0 0-5 15,0 0-1-15,0 0-4 0,0 0-5 0,0 0 4 16,0 0 1-16,0 0 5 0,25-2 0 0,-13 0 0 16,7-1 0-16,8 2 1 0,2-1-1 0,2-2-4 15,3 1 1-15,6 0-3 0,12-4-3 0,3 1 5 16,3 0-10-16,3-3-1 0,-2-1-3 0,-2 2 0 16,1-2 1-16,-2 2-4 0,-1 0 1 0,-1-1-2 15,-3 2-1-15,-16 1-6 0,4 0-3 0,-7 0-11 16,-3 2-4-16,2 2-5 0,-13 1-5 15,2-1-3-15,-2 4-8 0,-4-2-1 0,-5 0-7 0,5 0-3 16,-6 0-7-16,-8 0-7 0,0 0-7 0,18 1-19 16,-18-1-17-16,10 0-19 0,-10 0-22 0,6 0-23 15,-6 0-109-15,0 0-301 0,0 0 133 0</inkml:trace>
  <inkml:trace contextRef="#ctx0" brushRef="#br0" timeOffset="163126.5">26663 7892 110 0,'-9'-6'134'0,"-2"2"-10"0,7 0-13 15,-3 0-2-15,1 1-6 0,0-3 3 0,6 6 6 16,-8-9 2-16,5 5-6 0,3 4 3 0,-6-6 2 16,6 6-7-16,-4-6-4 0,4 6-10 0,0 0-3 15,-5-5-12-15,5 5-1 0,0 0-9 0,0 0-8 16,0 0-8-16,0 0-9 0,0 0-4 0,0 0-8 0,0 0-7 16,0 0 1-16,0 0-3 0,0 0-1 0,0 0-3 15,22 10-1-15,-10-3-6 0,3 4-3 0,-1 2-1 16,-1 1 3-16,8 7 0 0,-4-3-6 0,-1 3-4 15,-1 2 5-15,-1-3-4 0,-3 2-9 0,2 4 13 16,1-3 1-16,-5 0 0 0,1 3-1 0,-2-3 0 16,1 0-1-16,0 1 2 0,-4-6-7 0,0 9 7 15,3-2-5-15,-6-5 1 0,-2-1 1 0,3 0-2 16,-3 6 2-16,0-6 1 0,0-1-3 0,0-1 1 16,-3-1 1-16,3-4 1 0,0 2-3 0,-2-3 0 15,2 1 0-15,-2 0-4 0,0-2 4 0,2-1-4 16,-2-2 3-16,0 1-8 0,2 1 3 0,-3 0 1 0,3-2-3 15,0-7 2-15,-2 13-4 0,2-5-7 0,0-8 0 16,-3 11-14-16,1-4-1 0,2-7 2 16,0 9 6-16,0-9-4 0,0 10-2 0,0-10 8 0,0 0-3 15,0 9 10-15,0-9-1 0,0 0 4 0,2 7 1 16,-2-7 16-16,0 0 4 0,0 0 12 0,0 0 6 16,0 0 1-16,0 0-5 0,0 0-1 0,0 0-3 15,0 0-1-15,0 0-5 0,8-23-7 0,-4 13 4 16,0-1-6-16,3-6 1 0,-1 6 1 0,4 1-4 15,-1-5 1-15,1 0-2 0,2 1-1 0,1-1 0 16,1 1-3-16,-1 0 3 0,1 0-2 0,0 1-1 16,-2 2-1-16,2-2-1 0,0 2-4 0,0 0-5 0,3 2-12 15,-3 1-3-15,1 0-10 0,-3 2-16 0,-1 1-6 16,0 0-20-16,1 1-6 0,-1 1-5 16,-1 2-8-16,-4-1-11 0,-6 2 4 0,13 4-8 0,-7-1-103 15,-6-3-236-15,7 9 104 0</inkml:trace>
  <inkml:trace contextRef="#ctx0" brushRef="#br0" timeOffset="163316.04">26831 8492 103 0,'-11'-11'201'0,"-5"-1"-20"0,6-2-13 0,-3 2-11 15,0-2-12-15,0 1-9 0,0-2-3 16,0 1-12-16,2-2-4 0,-3 3-9 0,3-1-9 15,-1-1-6-15,5 8-11 0,-1-5-12 0,1 5-26 0,0-1-29 16,2 0-34-16,-3 2-44 0,5 2-33 0,3 4-39 16,-8-7-142-16,0 4-300 0,4-1 133 15</inkml:trace>
  <inkml:trace contextRef="#ctx0" brushRef="#br0" timeOffset="163451.1">26672 8344 205 0,'-6'-25'240'0,"6"25"-30"16,-3-8-40-16,3 8-49 0,-2-7-61 0,2 7-53 16,-4-11-52-16,4 11-39 0,-10-11-64 15,2 4-159-15,-5-4 70 0</inkml:trace>
  <inkml:trace contextRef="#ctx0" brushRef="#br0" timeOffset="209951.78">1427 16444 37 0,'-7'-11'61'0,"7"11"9"16,-4-11-7-16,4 11 4 0,-7-13-12 0,5 6 6 15,2 7 8-15,-2-13 2 0,2 13 19 0,-2-13-5 16,2 13 5-16,-4-12-6 0,4 12-5 15,-6-10 5-15,3 6-1 0,3 4 0 0,-5-9-6 16,5 9-1-16,-5-8-11 0,5 8-2 0,-2-6 0 0,2 6-6 16,0 0-7-16,0 0-11 0,-3-6-4 0,3 6-2 15,0 0-7-15,0 0-3 0,0 0-5 0,0 0 0 16,0 0 1-16,0 0-2 0,0 0-2 16,10 26-5-16,-6-17 4 0,2 5 1 0,-1 2-5 15,2 0-3-15,0 4 1 0,-3-2-2 0,3 0-6 16,-1 0 6-16,1 0 2 0,-2 1-2 0,2-3 0 15,-1 2 0-15,2-2-3 0,0 0 1 0,-3 0 0 16,-1 0-2-16,10-1 1 0,-8-1 6 0,1-3-4 16,-3 0-3-16,2 0 1 0,-1-1 2 0,1 0-1 15,-2-3-1-15,2 1-4 0,-2-1 5 0,-4-7 2 16,7 10-4-16,-7-5 2 0,0-5 3 0,6 8-1 16,-6-8 11-16,0 0 8 0,3 5 17 0,-3-5-3 15,0 0-7-15,0 0-2 0,0 0-1 16,9-14-1-16,-8 4-5 0,3-1-4 0,0-4 1 15,1-1 0-15,0-2-6 0,1-2 1 0,1-4-1 16,-5 3-3-16,3-5 2 0,-1-1-4 0,5 1-1 16,-4 0 0-16,-1-2-1 0,2 2 2 0,-3 7-1 15,5-9-7-15,-3 10 8 0,0-1-6 0,0 1 3 16,-1-2-3-16,-2 5-2 0,3 0 0 0,-1-1 2 16,1 6-3-16,-3 1 1 0,-2 9 0 0,3-13-1 15,-3 13 0-15,2-8 0 0,-2 8-4 0,0 0 2 16,0 0-1-16,2-12-7 0,-2 12-6 0,0 0-9 15,0 0-1-15,0 0 0 0,0 0-7 0,0 0-7 16,0 0-1-16,0 0-13 0,0 0-27 0,13 19-19 16,-13-19-21-16,5 17-30 0,-1-7-20 0,-2 0-107 15,1 3-302-15,-4-3 134 0</inkml:trace>
  <inkml:trace contextRef="#ctx0" brushRef="#br0" timeOffset="210341.9">1957 16270 93 0,'0'0'156'0,"0"0"-12"0,0 0-17 15,0 0-10-15,0 0-11 0,0 0-14 0,0 0-12 16,0 0-16-16,0 0-2 0,0 0 0 16,0 0 8-16,0 0-2 0,0 0-5 0,0 0 3 0,0 0-7 15,4 35 1-15,-3-21-4 0,-1-4-8 16,2 4-5-16,-2 1 6 0,0 2 2 0,0-2 0 16,2 0-5-16,0-1-5 0,-2-2-5 0,1 4-4 15,-1-3-1-15,0-1-3 0,0 2 3 0,0-3-3 16,0 0-5-16,1 1-3 0,-1-12-4 0,0 20-3 15,0-9 4-15,0-11-4 0,0 14 1 0,0-6-1 16,0-8-1-16,0 19-3 0,0-9-7 0,0-10-28 16,0 10-10-16,1 0-20 0,-1-10-7 0,0 0-23 15,0 21-33-15,0-21-21 0,0 11-10 0,0-11-106 16,0 0-278-16,2 8 123 0</inkml:trace>
  <inkml:trace contextRef="#ctx0" brushRef="#br0" timeOffset="210632.73">2235 16275 61 0,'0'0'117'16,"0"0"3"-16,1-9-13 0,-1 9-3 0,0 0-5 15,0 0 2-15,0 0 6 0,0 0-7 0,0 0 0 16,0 0-14-16,0 38-7 0,0-38-10 0,0 21-5 15,0-21-2-15,0 20-8 0,0-20-5 0,0 20-1 16,0-8-9-16,0-12 1 0,0 25-5 0,2-12 3 16,0-3-6-16,-4 3-5 0,0-3-3 0,2 2-1 15,0-12-4-15,2 19 7 0,-2-8-7 0,0 0-2 16,0-11-11-16,-2 20-15 0,2-20-15 16,0 18-30-16,0-18-24 0,-1 17-21 0,1-17-20 15,-3 11-23-15,3-11-83 0,0 0-243 0,0 0 107 16</inkml:trace>
  <inkml:trace contextRef="#ctx0" brushRef="#br0" timeOffset="210861.92">2397 16308 8 0,'8'23'127'0,"-8"-23"-8"0,-2 16 1 0,2-16-8 16,2 16-10-16,-2-16-9 0,1 20-6 0,0-8-6 16,-1-12-9-16,-1 24-9 0,1-8-4 0,0-16-8 15,-1 24 0-15,1-13-8 0,2 5-4 0,-3 0-11 16,1-16-22-16,-3 22-26 0,3-12-30 0,0-10-28 16,-3 20-108-16,-1-9-201 0,4-11 90 0</inkml:trace>
  <inkml:trace contextRef="#ctx0" brushRef="#br0" timeOffset="211059.51">2273 16070 23 0,'0'0'33'0,"0"0"-25"0,-6 32-19 0,8-21-12 16,-2-11 6-16</inkml:trace>
  <inkml:trace contextRef="#ctx0" brushRef="#br0" timeOffset="211291.78">2625 16327 74 0,'3'16'159'0,"4"0"-16"0,-5 4-10 16,1 3-11-16,-1-3-10 0,-3-1-11 16,1 6-2-16,-1-7-16 0,-2 1-4 0,-3 5-8 0,1-4-11 15,-3 3-4-15,-2 1-1 0,-3 3-12 0,-1-1-14 16,-5 2-18-16,1-4-20 0,-2-1-21 0,-2 3-18 15,-2-1-34-15,-1-2-21 0,0-1-90 0,-3 1-210 16,-3-2 93-16</inkml:trace>
  <inkml:trace contextRef="#ctx0" brushRef="#br0" timeOffset="211601.77">1189 16448 25 0,'-10'13'104'0,"2"5"-5"16,-3 10-1-16,3 2-6 0,0 3-6 0,1 1-10 15,5 1-7-15,0-1-9 0,6 12-4 0,-4-12-7 16,6 14 1-16,-1-15-2 0,4-2-10 0,0-1-4 16,-2 0 1-16,7-3 5 0,1-2-9 15,2-2-4-15,-2-1-17 0,7-3-24 0,-7-6-15 16,2-1-32-16,8-1-24 0,-8-2-72 0,10-1-169 0,-7-7 75 16</inkml:trace>
  <inkml:trace contextRef="#ctx0" brushRef="#br0" timeOffset="211820.03">1905 15875 164 0,'-3'-4'185'15,"3"4"-19"-15,-7-6-16 0,-1 3-17 0,8 3-19 16,0 0-25-16,0 0-24 0,0 0-39 0,-15 13-44 16,12-5-54-16,1 2-95 0,-1 0-182 0,-1 2 81 15</inkml:trace>
  <inkml:trace contextRef="#ctx0" brushRef="#br0" timeOffset="-194648.86">4374 16325 48 0,'0'0'131'0,"-8"-6"-10"15,8 6-2-15,-11-6-7 0,11 6-9 0,-10-5 18 16,10 5-4-16,-12-4-4 0,12 4-5 0,-11-3-3 16,11 3 3-16,-9-6-8 0,9 6-6 0,0 0-3 15,-11-5-8-15,11 5-13 0,0 0-7 0,0 0-12 16,0 0 0-16,0 0-9 0,0 0-1 15,0 0-9-15,0 0 3 0,27-14-3 0,-7 8-9 16,9 0 6-16,3-2-8 0,2 3-4 0,2-6-10 16,1 5-10-16,0-1-15 0,-1 4-25 0,-3-1-22 0,-2-1-35 15,-8 5-19-15,-4-3-11 0,2 3-13 16,-4 0-12-16,-4 3-81 0,-13-3-254 0,21 3 112 16</inkml:trace>
  <inkml:trace contextRef="#ctx0" brushRef="#br0" timeOffset="-193961.07">4575 16229 104 0,'-7'9'106'0,"2"2"-9"16,-1 4-5-16,2 4 7 0,0 6-7 0,-1 4 1 15,1-3-13-15,2 1-2 0,-1 0-15 16,3-3 0-16,0 4-11 0,2-1-4 0,-2-1 1 0,-2-7-4 15,4 6-10-15,-1-7-1 0,1 1-2 0,-2-3-5 16,2-5 1-16,0 3-6 0,-1-2-2 0,-1-2 0 16,0-10-5-16,2 17 5 0,-2-17-8 0,0 11-10 15,0-11 0-15,-2 11-16 0,2-11-9 16,-8 7-12-16,8-7 0 0,-13 5-15 0,13-5 1 0,-16 0 0 16,16 0 8-16,-18 0 6 0,18 0 0 15,-20-4 3-15,12 2 8 0,8 2 5 0,-16-4 12 16,16 4-1-16,-12-5 23 0,12 5-8 0,-10-3 5 15,10 3-8-15,0 0-7 0,-11-1 10 0,11 1 0 16,0 0-6-16,0 0-1 0,0 0 0 0,0 0 4 16,0 0-4-16,0 0-3 0,0 0 5 0,0 0-2 15,22 23 4-15,-14-22-2 0,4 1-1 0,-1 1-16 16,2-3 7-16,2 0-12 0,-2 2 11 0,2-5-2 16,-2 1 3-16,6-1-3 0,-2-1-11 0,1-2 12 15,-4 0 2-15,2-1-5 0,1-2 2 0,-2 3 0 16,2-6 2-16,-4 3-5 0,0-2 6 0,1 1 6 15,-5 2 11-15,0 1 7 0,-2 2 1 0,1-3-5 16,-2 4-4-16,-6 4 3 0,9-3-4 0,-9 3 12 16,0 0-2-16,0 0 0 0,18 3 15 15,-18-3 1-15,5 12 6 0,-2-5 3 0,-1 2 2 16,-2-9 0-16,2 15-7 0,-1-5 3 0,-1-10-2 16,-1 15 3-16,1-15-1 0,-3 13-3 0,3-13 3 15,0 12-4-15,0-12 1 0,0 0 7 0,-2 10 5 0,2-10 12 16,0 0 1-16,0 0 3 0,0 0-9 0,0 0-6 15,-3 3-2-15,3-3-8 0,0 0-2 0,0 0-5 16,0 0-7-16,14-40-7 0,-9 28-2 0,4-3 0 16,1 0-2-16,4 0-3 0,-1 0-1 15,1 1 0-15,7-4-4 0,-7 10 2 0,1-2-7 16,2 4 2-16,1 0-4 0,-6 4 2 0,1 2-2 16,0 4 2-16,1 4 4 0,1-2-7 0,-1 4 4 15,-1 2-2-15,-1-1 0 0,-6 1-1 0,2 5-11 16,-1-3-27-16,-5 2-27 0,0 4-22 0,3-3-33 15,-2-1-39-15,-3-2-140 0,-3 1-321 0,3-15 142 16</inkml:trace>
  <inkml:trace contextRef="#ctx0" brushRef="#br0" timeOffset="-192509.19">5601 16585 62 0,'-5'-10'168'0,"5"10"-2"0,0 0-16 0,-15-5-10 16,15 5-10-16,-20 3-6 0,10 4-16 0,-4 0-5 15,0 4-8-15,1 0-7 0,-2 1-9 0,3 2-6 16,0-2-8-16,2-5-9 0,2 4-11 0,1-1 5 16,2-1-7-16,1 1-9 0,2-2-2 0,2-8 1 15,0 17-6-15,0-17-4 0,6 8 0 0,-6-8-3 16,9 8-1-16,-9-8-2 0,18 3 0 0,-9-5 0 15,-9 2-3-15,23-7 3 0,-13 0-4 16,2 1 5-16,-1-4-7 0,1-1-1 0,-1-1-3 16,-2 2 6-16,1-4-6 0,-3-1-1 0,3 0 3 0,-5 4-4 15,2-3 3-15,-5 2-3 0,3 1 2 0,-1 1 1 16,-4 10 6-16,5-13-7 0,-5 13-7 0,5-9 0 16,-5 9-1-16,0 0-2 0,0 0 4 0,0 0-3 15,0 0 0-15,0 0-1 0,13 26 5 16,-10-12-1-16,-2 3 4 0,3-1-10 0,2 2-8 15,0-1-15-15,2-1-8 0,0-3-19 0,5 1-17 16,-2-3-13-16,6 0-5 0,1-3-10 0,2 0-8 16,8-5 1-16,-1-1 7 0,2-1 6 0,-2-4 13 15,5-3 5-15,1-2 13 0,-2-2 23 0,0 0 22 16,-3-2 5-16,0 0 21 0,-2-7 9 0,-3 4 8 16,-2 1 13-16,-5 1 3 0,-2 0 1 0,-4 1-2 15,-2 1 7-15,-3 0-7 0,-3 2 9 0,2 1-11 16,-4 8 1-16,0 0-4 0,-10-15 4 0,10 15-2 15,-19-3 1-15,5 4-1 0,-4 5 8 0,-1 1-1 16,-2 0-1-16,-3 5 0 0,7 1 1 0,-6 2-9 16,7-3 0-16,2 3-5 0,1-2-4 0,1 2 1 15,3-5-4-15,4 1-1 0,3-2-5 0,-1 2 5 16,3-11-6-16,0 15-1 0,0-15-6 0,9 10 5 16,-2-6-3-16,-7-4 0 0,21 1 2 0,-2-2-3 15,2-3 1-15,4-5-5 0,1-1 2 0,-2-3-2 16,-1 0-1-16,-6 1 7 0,2-6-1 0,0-1 9 15,-4-1-1-15,0-3 4 0,0-1 0 0,-4 0-4 16,-2-1-5-16,1-4 4 0,-4 0-6 0,0-3-2 16,-5 7 1-16,1-2-1 0,-2 4 1 0,-3 3-2 15,0 1 1-15,2 6 6 0,-1 2 2 0,0 0-3 16,2 11-7-16,-2-14-2 0,2 14-2 16,0 0-3-16,0 0 1 0,0 0 5 0,-12 50-1 15,7-16 3-15,-5 9 0 0,-5 6 0 0,3-3-4 16,2 2 3-16,2-15-2 0,2-2-6 0,2-1-8 15,3 1-15-15,-1-2-10 0,5-5-21 0,1 2-14 16,1-10-33-16,3 2-6 0,2-4-17 0,3 2-5 0,2-6-10 16,5-4 7-16,1-1 5 0,6-4 16 15,2-4 6-15,2-1 13 0,1-5 23 0,0 0 13 16,-3-5 13-16,-1 1 7 0,-4-2 24 0,2-2 12 16,-4 1 12-16,-2-4 1 0,-2 1 16 0,-5 4 10 15,1-1-5-15,-4 4 17 0,-2 2 11 0,-3 1 6 16,-2 2-8-16,-3 7-1 0,0-12-7 0,0 12-5 15,0 0 4-15,-16-9 3 0,5 9-3 0,11 0-2 16,-23 8 1-16,7 2-3 0,0 2-1 0,2 1-4 16,0-1 1-16,0 2-5 0,-1 2-3 0,4-1-3 15,2-2 0-15,4 0-7 0,0-3 3 0,1 0-6 16,3-2-4-16,1-8 1 0,1 19 3 0,1-11-4 16,-2-8 2-16,12 8-4 0,-4-6 0 0,-8-2-4 15,24-4-2-15,-6 4 0 0,0-7 2 0,9-1 6 16,-7 1 0-16,6-7 2 0,-8 3 3 0,-3-2 0 15,4-6 2-15,-5 4-6 0,0-7 2 0,-1-2 0 16,0-2 2-16,-2 1-6 0,-2-3 0 16,1 2 1-16,-3-4-3 0,-2 1-4 0,1 0 2 15,-3 4-2-15,-3-1-1 0,2 9-1 0,0 5-4 0,-1 1-2 16,-1 11 2-16,0-10-3 0,0 10-3 0,0 0 1 16,0 0 0-16,0 0-6 0,0 0 6 15,0 0 3-15,-3 54-1 0,2-26 2 0,-4 6 2 16,2 1 0-16,-4-2-1 0,4 2 0 0,-2-7 0 15,4 1-2-15,5-1 4 0,-3-4-5 0,-1-6 4 16,5 0 2-16,-1-3-5 0,2-2 5 0,2 0-2 16,0-3 0-16,1-3 0 0,2 1 2 0,1-4 0 15,3-1 1-15,2-2 0 0,3-3-1 0,0 0 6 16,1-4-7-16,1 0 4 0,-2-2-5 0,-3-1 3 16,0-3-1-16,-1 1 1 0,-1 1 2 0,-2-6-1 15,2 3 0-15,-3-3-4 0,-3 2 1 0,0-1 3 16,-4 5-3-16,-1 1 2 0,-2 3-4 0,-2 6-1 15,5-10-5-15,-5 10 0 0,0 0 0 0,3-3 1 16,-3 3 0-16,0 0-1 0,0 0 0 0,-5 28 1 16,2-15 3-16,1 2-1 0,-1 1-2 0,2 1-3 15,-1-2-17-15,1-1-18 0,1 1-27 16,0 1-27-16,0-16-46 0,3 22-15 0,1-10-41 0,5-3-23 16,2-1-123-16,4 0-366 0,5-1 162 0</inkml:trace>
  <inkml:trace contextRef="#ctx0" brushRef="#br0" timeOffset="-192357.61">7289 16335 9 0,'0'0'62'0,"-12"0"-29"0,12 0-37 0,0 0-13 16,-21 12-19-16,12-8 9 0</inkml:trace>
  <inkml:trace contextRef="#ctx0" brushRef="#br0" timeOffset="-192113.04">7633 16254 110 0,'0'0'217'0,"0"0"-10"0,10-10-12 0,-10 10-26 15,0 0-19-15,8-1-6 0,-8 1-3 0,0 0 5 16,5 32 5-16,-5-4-8 0,-6 3-4 0,2 4-19 16,0 15-8-16,-2-16-13 0,-3 11-5 0,-2 0-14 15,5-17-6-15,1 3-8 0,-2-2-5 16,2-1-14-16,-2-4-14 0,6-4-20 0,-3-1-23 16,1-1-26-16,1-1-25 0,-1-2-46 0,-1 2-39 15,4-17-25-15,-3 14-25 0,3-14-135 0,-6 12-358 16,6-12 158-16</inkml:trace>
  <inkml:trace contextRef="#ctx0" brushRef="#br0" timeOffset="-191844.69">7395 16513 37 0,'-13'-8'96'0,"13"8"-9"16,0 0-8-16,-13 0-9 0,13 0-5 0,0 0-8 15,0 0 0-15,0 0-2 0,0 0-17 0,40 13 1 16,-20-10 1-16,6 0-3 0,5-2 5 0,-3-1 11 15,3 1 7-15,2-2 4 0,-2 1-14 0,-1-3 17 16,1 2 0-16,-9 2 0 0,-2-2-6 0,1 2 5 16,-2-1-5-16,-8 2-7 0,5-1-6 0,-5 3-2 15,0-1 4-15,2 2 9 0,-4 3 6 0,-1 1-6 16,0 2-3-16,-1 3 4 0,-1 1-6 0,-3 2-1 16,-1 1-8-16,-1 1 0 0,-1-1-6 0,0-1-11 15,-1 8-17-15,-2-11-27 0,-2 4-21 0,4-3-41 16,-1-4-32-16,1 0-43 0,0-2-147 0,-2 1-323 15,3-10 144-15</inkml:trace>
  <inkml:trace contextRef="#ctx0" brushRef="#br0" timeOffset="-191225.67">8027 16576 174 0,'-12'19'161'0,"10"-8"-12"0,-4-2-11 0,1 1-9 16,0 2-5-16,1-1-14 0,-1 0-11 16,0 1-10-16,5-2-9 0,-4 1-8 0,3-1-8 15,1-10-1-15,-4 13-6 0,4-13-6 0,4 12-4 0,-4-12-6 16,7 7 0-16,-7-7-2 0,12 2-10 0,-12-2 2 16,18-3-5-16,-18 3 2 0,21-11-6 15,-11 5 0-15,1-1-3 0,-3-2-4 0,1-1-2 16,0 3 5-16,-2-5-6 0,0 0-3 0,2 0-3 15,-4 0 2-15,3-2-4 0,-3 2 5 0,-3 2-4 16,3 1 2-16,-2 3-5 0,-3 6-5 0,5-13 1 16,-5 13-2-16,10-4 1 0,-10 4 3 0,11-1-3 15,-11 1 1-15,0 0 3 0,14 13 0 0,-8-6 0 16,-1 1 5-16,0 1 1 0,-1-1 2 0,-1 2-1 16,-1-2 5-16,-2-8 2 0,7 12-8 0,-4-6 7 15,-3-6 0-15,4 9 13 0,-4-9 7 0,0 0 16 16,4 8 10-16,-4-8 2 0,0 0-3 0,0 0-3 15,0 0-11-15,22-6 2 0,-22 6-8 0,18-13 2 16,-4 2-6-16,-1 0-5 0,1 1 0 0,1 0 4 16,-1 0-10-16,-3 4 1 0,0 0-7 0,5-2-3 15,-5 5 0-15,0 1 2 0,-1 1-11 0,-10 1 2 16,21 3-5-16,-14 0 3 0,2 3-1 0,-1 1 0 16,-3 1-9-16,-1 2-10 0,-3 1-18 0,2 1-25 15,-6 0-34-15,3 5-23 0,-2-2-30 0,2-15-36 16,7 22-31-16,0-12-130 0,2-1-368 0,10 1 163 15</inkml:trace>
  <inkml:trace contextRef="#ctx0" brushRef="#br0" timeOffset="-190591.77">9210 16373 74 0,'0'0'199'0,"5"-11"-23"16,-5 11-18-16,0 0-11 0,0 0 5 0,12 0 2 16,-12 0-12-16,11 21-9 0,-6-2-1 0,-2 0-11 15,-2 9-14-15,1 3 2 0,-4 4-14 16,1-7-7-16,-6 2-11 0,4 0-6 0,-3-3-7 16,-2 0-8-16,4-3-3 0,0-3-7 0,1-2-14 15,0-2-19-15,-3 2-17 0,0 5-21 0,0-9-31 16,-1 0-37-16,3-4-25 0,1 1-24 0,-5-5-34 15,3 0-122-15,5-7-323 0,-13 13 144 0</inkml:trace>
  <inkml:trace contextRef="#ctx0" brushRef="#br0" timeOffset="-190279.45">9110 16645 39 0,'25'-5'105'0,"-13"5"15"0,9 1-15 0,-2 2 5 15,9 0-11-15,-1 4 1 0,1 0-6 0,-2 1-8 16,3-1 2-16,-2 3-7 0,-12-2-2 0,6 0-4 16,-5-1-6-16,3 3-1 0,1-2-2 0,-2-1-8 15,-4-3 4-15,2 2-7 0,2 2 5 0,-6-7 1 16,2 3 1-16,-2-4 1 0,-1 0-4 0,1 0 10 16,-12 0-6-16,20-5 0 0,-10 0 3 0,-4-2-1 15,-6 7-2-15,9-15-6 0,-7 6-3 0,-2-1 6 16,0 10-4-16,-6-22-5 0,0 11-7 0,-4-3-5 15,-6 2-1-15,2 0-1 0,-5 3-8 16,0-1-4-16,1 3-6 0,-4 2 0 0,1 2-6 16,3 3-16-16,-5 1-10 0,1 0-15 0,4 5-19 15,-1 0-27-15,2 2-30 0,1 3-29 0,5 2-49 16,-1-2-187-16,5 0-399 0,2 0 177 0</inkml:trace>
  <inkml:trace contextRef="#ctx0" brushRef="#br0" timeOffset="-186800.87">10276 16303 91 0,'0'-10'191'0,"0"3"-7"0,-1-2-17 0,1 9-15 16,0-9-24-16,0 9-14 0,0 0-7 0,0 0-3 16,0 0-9-16,0 0 2 0,-2 36-7 0,1-10-3 0,-3 3-12 15,2 2-3-15,-2 1-5 0,0 0-8 0,0 0-5 16,0-3-5-16,2-4-2 0,-1 0-8 15,2-6-8-15,0-1 0 0,-1-7-3 0,0 2-2 16,2-4-6-16,-1-1 0 0,-1 1-2 0,2-9-4 16,2 11 5-16,-2-11-3 0,0 10 0 0,0-10 0 15,1 4 0-15,-1-4-3 0,0 0 2 0,0 0 1 16,0 0-4-16,0 0-1 0,0 0-5 0,19-15-6 16,-9 7-2-16,4-5 1 0,3 2-5 0,7-3 3 15,2 2 0-15,-1 2-3 0,-3 5 0 0,-3 1-1 16,0 2 0-16,-1 3 3 0,-4 0-2 0,-1 1 4 15,0 3-5-15,-3 1 5 0,0 2 1 0,-1 1-2 16,-4 1-4-16,1 0 1 0,-5 0-4 0,-1 1-10 16,-3-2-3-16,1 3-3 0,-2-3-1 0,-4 2 6 15,-1-2-1-15,0-3-1 0,2 1 3 0,-5-2 3 16,2 0 7-16,1-3-4 0,-2 1 4 0,3-2-1 16,-3-1 4-16,11 0 0 0,-12 0 1 0,12 0 1 15,0 0 2-15,-5-6 0 0,5 6-4 0,0 0 3 16,0 0 0-16,0 0 1 0,23-10-2 0,-12 6-5 15,4 0 9-15,-2 1 1 0,6-2 1 0,2 1 5 16,-1-3-8-16,6 1 3 0,-6 0-4 0,0 1 9 16,6-4-6-16,-8 4-4 0,-1 0 7 0,-2-3-7 15,1 1 4-15,-1-3 0 0,-5 5 6 0,-1-3 4 16,0-2 3-16,-1 0 1 0,-3 2 4 16,0-3-3-16,-2 2 4 0,-1-1-3 0,-1 1-2 15,-1 9 1-15,-1-13 3 0,1 13 0 0,-4-8-7 0,4 8 2 16,-7-4 0-16,7 4 0 0,0 0-9 0,-23 11 4 15,15-1 1-15,-4 1-6 0,1 6 4 0,2 0-8 16,-1 6-9-16,1 0-20 0,4-4-30 16,5-3-46-16,2 3-43 0,3-3-171 0,3 1-347 15,-2-6 153-15</inkml:trace>
  <inkml:trace contextRef="#ctx0" brushRef="#br0" timeOffset="-185660.92">11325 16593 91 0,'0'0'173'0,"-10"-7"-9"0,10 7-16 0,-6-2-13 16,6 2 0-16,0 0-18 0,-13 10-2 0,10-3-11 16,-1 1-11-16,1 4 2 0,-1 1-11 0,4 2-6 15,0 1-6-15,0 0-3 0,2-4-9 0,3 0-7 16,0-1 1-16,2-1-11 0,1-2-1 0,2-1-7 15,0 1 2-15,-1-3-10 0,4-2 2 16,-2-3-2-16,1 1-2 0,2-5-2 0,2-1-1 16,2-3-3-16,-1 1 2 0,0-2-4 0,-2-3 6 0,-1 1 3 15,0-3 3-15,-1-1-2 0,-3 3 1 0,-1-2-1 16,1-3-4-16,-3 2-1 0,-1-1-5 0,-1 1 0 16,1 2 1-16,-1 4-5 0,-1 1-2 0,-1 1-3 15,-1 3-2-15,-2 4-2 0,2-9-8 16,-2 9 5-16,0 0-3 0,0 0 2 0,0 0-1 15,0 0 0-15,0 0-2 0,-3 36 6 0,3-25-4 16,-1 1 3-16,0-1 0 0,3 5 1 0,-1-6-2 16,1 1 4-16,2-3-4 0,0 2 2 0,-1-3 2 15,4 0 0-15,0-3 0 0,0-1-2 0,4 0 2 16,3-3-1-16,6-2 0 0,-3-3-2 0,4 0 1 16,-4-1 4-16,-1-2-2 0,-1 0 4 0,2 0-4 15,-4-2 1-15,-3 4-2 0,-2-3-1 0,-1-1 0 16,-3-1 1-16,-1 1-1 0,-1-2-1 0,3 2-7 15,-5 4 5-15,0 6-1 0,4-12-5 0,-4 12 3 16,0-8-4-16,0 8 1 0,0 0 0 0,0 0 0 16,0 0 0-16,0 0 4 0,0 0-3 0,-10 31 3 15,6-18 0-15,0 1-1 0,-1 3-1 0,1 0 4 16,2 1-1-16,-1 1 5 0,1-2-6 0,-3-1-2 16,3 2 0-16,-3-4-9 0,3-1-5 0,-1-3-1 15,2-3 4-15,1-7-5 0,-2 15 3 0,2-15 4 16,-2 8-2-16,2-8 10 0,0 0-5 0,0 0 0 15,6 7 4-15,-6-7-4 0,0 0 0 0,23-8 1 16,-14 2-1-16,0 0-6 0,3-2 5 0,3-1-7 16,3 0-4-16,-5-1 3 0,3-1-2 0,-1-1 7 15,1 0 3-15,0-2-3 0,-2 1-2 0,-1 1 3 16,1-1 2-16,-3-1 5 0,-6 5 0 16,1-3 1-16,-1 7 4 0,-2-5 1 0,-2 4 5 0,2 1-6 15,-3 5 5-15,0 0 0 0,0 0-1 0,-7-12 0 16,7 12 13-16,0 0-1 0,-19 14-1 0,11-6 6 15,-2 1 0-15,3 3-1 0,-1 0 1 16,-1 3-2-16,2 1-1 0,1-1-2 0,4-3-6 0,2 2-15 16,0 1-10-16,2-5-18 0,2 1-20 0,4-4-16 15,0 3-16-15,7 0-22 0,1-4 16 16,4-1-16-16,1-4 14 0,10-1 10 0,1-3 5 16,-1-2 18-16,2-3 14 0,-1 0 20 0,-1-2 22 15,-1-2 18-15,1 2 10 0,-8-3 15 0,-5 4 6 0,-3-1 12 16,-4 4 9-16,-1-1 7 0,-3 0 5 15,-1 2-6-15,-2-1-4 0,-2 2-2 0,-2 4-9 16,0 0-2-16,0 0-1 0,-11-13-4 0,5 12 3 16,6 1-6-16,-21 7 7 0,10-2-2 0,-5 2 6 15,3 1 2-15,1 1-1 0,2 1-4 0,-2 1-2 16,6-2-9-16,-4-2-3 0,4 4 0 0,0-1-7 16,1 0-4-16,3-3 0 0,-1 0-1 0,3-7-2 15,1 12-2-15,-1-12-1 0,8 9 0 0,-3-7-4 16,3-2-1-16,5-1-2 0,-1-2-3 0,1-1 1 15,4-3-2-15,1-1 2 0,-1-3-3 0,-1 0 0 16,4-6-1-16,-4 1 2 0,2-3-5 0,0-3 5 16,-5 0-1-16,1 1 1 0,-3-4 0 0,-1 1 6 15,-4-1-9-15,1-2-4 0,2 0-5 0,-2 1-3 16,-3 1-1-16,-1-3-6 0,-1 9 6 0,-2 3-2 16,2 4 6-16,0 1 6 0,-2 4-2 0,0 7-2 15,0 0-4-15,2-13-1 0,-2 13-2 0,0 0 4 16,0 0-2-16,2 24 3 0,-1-6-1 0,-1 6 1 15,2 2-2-15,-4 1 3 0,1-1-2 0,1 0 4 16,-2 3-4-16,2-5-12 0,2-3-24 0,-2-2-33 16,1 6-35-16,1-7-38 0,2-1-45 0,0 2-10 15,4-2-16-15,2 0-156 0,4-3-400 16,11-4 176-16</inkml:trace>
  <inkml:trace contextRef="#ctx0" brushRef="#br0" timeOffset="-185076.81">13468 16495 81 0,'-14'-12'224'0,"0"6"-3"0,4 6-8 0,-3 0-7 16,-2 0-10-16,-2 6-11 0,-1 1-13 0,-1 4-15 16,4 3-9-16,-5 2-15 0,9 0-13 0,-3-2-8 15,5 1-14-15,2 1-9 0,3-2-6 0,2-2-9 16,2-1-10-16,2 1-3 0,2 1-3 0,-1-4-9 15,3-2-8-15,1 2-2 0,4-5-9 0,0-1 2 16,1-3-4-16,-3 0-8 0,2-3 5 0,3-3-3 16,1-2-2-16,3 0-4 0,-4-4 0 0,4 0-3 15,1-5 1-15,-5 1-3 0,2-3 1 0,0-1-4 16,-5 3 1-16,-2 1-1 0,-4-1 1 0,-1 1-3 16,0 6 2-16,-1 0-6 0,-3 10 5 0,4-14-7 15,-4 14-3-15,0-7 2 0,0 7-3 0,0 0-1 16,0 0 3-16,0 0 0 0,-18 28 2 0,9-12-1 15,4 1 2-15,-3-1 1 0,1 3-2 0,3-2 3 16,1 2 0-16,3-1-5 0,5-3 5 0,-3-1-5 16,1-3 6-16,5-1 1 0,-1-1-2 0,4 1 0 15,-2-4 1-15,4 0 0 0,-1-3 1 0,1-1 1 16,1-2 1-16,6-2-2 0,-2-2 6 0,0-1-8 16,-4 1 1-16,3-8-4 0,-3 4 2 0,-1-2 0 15,-1-1 1-15,-1 1-3 0,-2-3-4 0,2-1-4 16,-4 3 4-16,2-3-8 0,-3 0 1 15,0 3-6-15,-2 1 6 0,-2 3-1 0,2 0-2 16,-2 1-1-16,-2 6 0 0,3-8 1 0,-3 8 3 16,0 0-3-16,0 0 5 0,0 0-1 0,0 0 0 0,8 19 0 15,-10-10 3-15,6 4 3 0,-4-2-2 0,1-3 2 16,-1 4 2-16,0-2 0 0,3 3 0 16,-3-2 2-16,2-1 1 0,-2 0 4 0,-5 0 2 15,5-1-3-15,-5 0 1 0,1 1 2 0,-1 2 1 16,1-2-21-16,-2-3-20 0,-2 2-28 0,6-3-30 15,2-6-29-15,-7 10-36 0,7-10-43 0,-4 10-191 16,4-10-422-16,-6 7 187 0</inkml:trace>
  <inkml:trace contextRef="#ctx0" brushRef="#br0" timeOffset="-184691.07">14594 16400 94 0,'-9'-6'234'0,"-4"1"-13"0,0 2-16 16,1 0-15-16,-2 6-10 0,-3 1-7 0,2 5-14 16,-3 4-9-16,-4 6-11 0,3 4-10 0,-1 2-14 15,5-1-11-15,3 0-9 0,4 3-8 0,1-2-10 16,4-5-7-16,3-1-9 0,1-3-6 0,5-1-12 0,-2 0-8 15,3-3-5-15,0-5-7 0,2 0-1 0,2-2-1 16,-1-1-5-16,0-3 3 0,2 1-5 16,1-7-2-16,-1-2 0 0,5 0 1 0,-3-3-4 15,0-2 2-15,-1-2 0 0,3-2 3 0,-5 3 3 16,0-4-2-16,3-5 7 0,-5 5-9 0,1 3-3 16,-2 0 1-16,-3 2-3 0,-1 5 2 0,-2 0 0 15,0 1-4-15,-2 6-7 0,5-8-2 0,-5 8 1 16,0 0 7-16,0 0-7 0,0 0 4 0,-3 24-6 15,1-8-22-15,-2-1-31 0,0 3-37 0,-1 0-32 16,0 0-61-16,2-1-56 0,-1 0-129 0,0-6-402 16,2 2 179-16</inkml:trace>
  <inkml:trace contextRef="#ctx0" brushRef="#br0" timeOffset="-184488.99">14800 16590 33 0,'9'-15'153'0,"-2"5"6"16,1-1-6-16,1 2 4 0,1-1-10 0,4 2-6 16,-1 2-12-16,2 0-5 0,5 2-6 0,-8 1-8 15,4 4-9-15,0 1-10 0,1 2-8 0,-6 1-10 16,1 2-5-16,1 3-3 0,1 1-14 0,-5-2-1 16,-3 2-25-16,-1 1-32 0,-1-2-38 15,-2 4-40-15,1-3-41 0,2 2-169 0,-6-2-319 0,1-11 140 16</inkml:trace>
  <inkml:trace contextRef="#ctx0" brushRef="#br0" timeOffset="-184114.84">15714 16477 17 0,'-4'-5'242'15,"4"5"-26"-15,-11-5-21 0,11 5-12 0,-12 2-17 16,3 3-14-16,0 4-9 0,-4 4-12 0,2 2-12 16,-1 0-13-16,1 0-9 0,0 2-12 0,5-4-15 15,2 3-16-15,-2-4-10 0,5 4-6 0,-1-5-11 16,2-2-12-16,0-3-4 0,0-6 3 0,3 10-2 16,2-5 3-16,-5-5-9 0,9 2 4 0,-9-2 5 15,11-6 4-15,-5-1-1 0,4 0 3 0,-3-1 6 16,4-4 0-16,-4 2-1 0,1-8-8 0,1 1 5 15,-1 0 2-15,2 1 6 0,-3 1-3 0,-2 3 14 16,1 1-8-16,-3 2 1 0,0 2-6 0,1 0-5 16,-2 2-7-16,-2 5-2 0,4-4-2 0,-4 4-3 15,0 0-1-15,0 0-6 0,9 16 10 16,-8-4-1-16,2-1-3 0,-3 1 1 0,5 2-9 16,-1-2-20-16,1 3-24 0,1-1-32 0,2 0-39 15,-1-1-46-15,0-4-57 0,-2 4-132 0,3-7-379 0,0 2 168 16</inkml:trace>
  <inkml:trace contextRef="#ctx0" brushRef="#br0" timeOffset="-183888.25">16137 16444 81 0,'-8'-6'186'0,"-1"-1"2"15,-3 2-12-15,1 4-6 0,-3 0 0 0,14 1-7 16,-31 9-6-16,17-1-5 0,-1 4-13 0,2 1-12 15,-2 1-9-15,-1 5-13 0,6 0-5 0,1-3-12 16,3 4-9-16,6-1-6 0,0-2-7 0,1 1-18 16,6-1-16-16,1-3-24 0,1 1-22 0,0-2-23 15,5-1-30-15,-1-2-17 0,1-1-23 0,7-4-20 16,-2 0-18-16,-1-2-11 0,2-2-5 0,1-2-94 16,-3-2-276-16,5 1 122 0</inkml:trace>
  <inkml:trace contextRef="#ctx0" brushRef="#br0" timeOffset="-183686.97">16337 16609 399 0,'22'-19'-28'0,"-3"-3"17"15,-1 1 6-15,-3-2 8 0,-6-3 15 16,-1 4 17-16,0-2 1 0,-5 5-6 0,0-1 23 16,-2 2 2-16,2 0 19 0,-2 6 18 0,-2 3 12 0,2 0 9 15,-1 9-2-15,0-13-17 0,0 13-6 0,0 0-1 16,0 0 13-16,0 0 17 0,0 0 2 0,-2 33 6 16,-2-6 5-16,1 1-8 0,-1 2 1 0,2-1-15 15,-2 3-7-15,1-2-8 0,3 0-9 0,0 0-12 16,2 0-2-16,-1-9-8 0,3 5-17 15,-4-3-23-15,1-4-28 0,2-1-31 0,-3-5-36 16,0-1-48-16,2-1-40 0,-2-1-37 0,0-10-177 16,0 11-405-16,0-11 180 0</inkml:trace>
  <inkml:trace contextRef="#ctx0" brushRef="#br0" timeOffset="-183427.2">16340 16557 53 0,'0'0'105'16,"0"0"-4"-16,0 0 1 0,13-4-2 0,-13 4-7 16,19 0 3-16,-6 0 6 0,4 1-1 0,0-1 0 15,2 0 2-15,-1 0 2 0,1 0-5 0,0 3 0 16,-1-2-4-16,0 1-2 0,-5 0-8 0,0 1-7 16,1-1 0-16,-3 2-3 0,1 1-7 0,-2 2 1 15,-1 0-1-15,-1 2 0 0,-1 0-1 0,0 1 0 16,-3 1-1-16,1 0-4 0,-3 6-5 0,2-5-3 15,-1 0-7-15,-3 4-4 0,-2-6-21 0,2 2-20 16,-2-2-31-16,2-10-35 0,-4 19-46 0,3-10-41 16,1-9-47-16,-4 15-154 0,0-10-378 0,4-5 167 15</inkml:trace>
  <inkml:trace contextRef="#ctx0" brushRef="#br0" timeOffset="-182802.82">16787 16621 118 0,'0'0'157'0,"5"10"-2"0,-1-3-4 16,-4-7-16-16,9 11-10 0,-7-4-9 0,5 0-7 15,-7-7-10-15,5 10-1 0,-5-10-6 0,5 8-5 16,-5-8-6-16,5 7-1 0,-2-5 3 0,-3-2 0 15,0 0 2-15,0 0 4 0,0 0-8 16,0 0-9-16,0 0-6 0,0 0-9 0,0 0-4 0,19-9-9 16,-19 9-1-16,13-14-3 0,-6 6-4 15,-1 1-2-15,1-2-10 0,2 3-3 0,-1-2 1 16,1 2-5-16,0 1 3 0,-2 0-6 0,4 1 1 16,-5 1-3-16,2 3-3 0,-8 0-2 0,19 0 1 0,-11 3-1 15,0-1-2-15,1 2 4 0,2-1-2 16,-1 0-1-16,-1 2-1 0,-3-3 2 0,1 0 0 15,-1-1-4-15,4 1 7 0,-2-2 0 0,1-3-2 16,3 1-2-16,0-1 3 0,0-2-4 0,0-2 1 16,0 0 5-16,-2 2 9 0,0-3 2 0,-2 0-2 15,1 0-2-15,-3-1-1 0,-3 1 1 0,1-1-2 16,-3 1-6-16,3-1 1 0,-4 9-3 0,0-13-3 16,0 13 0-16,-4-8-3 0,4 8-3 0,-8-2 1 15,8 2-4-15,-15 5 3 0,5 3 0 0,-4 2-4 16,2 7 4-16,1-2 2 0,-2 6-2 0,3-5 0 15,-3 6 3-15,3 0 5 0,3-6-12 0,1 2-22 16,5-6-36-16,-1 6-36 0,2-7-49 0,3 2-49 16,-1-1-40-16,1-1-122 0,-3-11-388 0,9 16 172 15</inkml:trace>
  <inkml:trace contextRef="#ctx0" brushRef="#br0" timeOffset="-182643.51">17329 16753 8 0,'4'-2'155'15,"-4"2"-2"-15,6-2-7 0,-6 2 8 0,0 0-5 16,0 0 0-16,0 0-13 0,7 8-5 0,-7-8-9 16,0 0-12-16,0 0-10 0,-12 15-10 0,8-10-29 15,4-5-33-15,-10 11-25 0,5-6-41 0,5-5-42 16,-9 5-34-16,5-4-131 0,4-1-263 16,-13 4 117-16</inkml:trace>
  <inkml:trace contextRef="#ctx0" brushRef="#br0" timeOffset="-182313.16">18491 16284 71 0,'0'0'230'0,"-5"-7"-13"16,5 7-18-16,0 0-15 0,-2-7-16 0,2 7-18 15,0 0-15-15,19-11-11 0,-6 8-17 0,9 0-11 16,6-1-5-16,3 3-17 0,3 1-25 0,-2 0-14 0,-2 0-37 15,-9-1-27-15,-3 1-42 0,1 1-28 16,-6-1-29-16,-1 0-13 0,-6 1-5 0,-6-1-73 16,13 0-238-16,-13 0 105 0</inkml:trace>
  <inkml:trace contextRef="#ctx0" brushRef="#br0" timeOffset="-182129.12">18675 16230 53 0,'-17'-1'56'0,"3"-1"3"0,3 2-2 15,0 2 2-15,1 0 4 0,0 1 5 16,1 4 14-16,-5 5 12 0,4 2 4 0,-1 4 14 15,-1 5 7-15,3 4-3 0,0 5-3 0,0 0-5 16,2 0 8-16,4-2-31 0,0 0-5 0,-1 0-4 16,-1-2-4-16,4-1-1 0,-3-1-7 0,4-2-9 15,-1 1-1-15,2-5-5 0,-2-2-7 0,1-1-21 16,-2-4-30-16,0 3-24 0,2-4-22 0,-1-1-41 16,-1 1-36-16,1-6-34 0,-2 4-93 0,3-10-280 15,-5 7 124-15</inkml:trace>
  <inkml:trace contextRef="#ctx0" brushRef="#br0" timeOffset="-181627.29">18565 16583 70 0,'32'-2'81'0,"2"1"-24"0,3-2-19 0,0 1-24 16,3 0-10-16,-3 0-13 0,0 1-7 0,0-2-1 15,-1-1-1-15,1 1 0 0,-3-3 11 0,0-1 8 16,-2-3 23-16,-3-1 9 0,-2-2 17 0,-3-3 14 16,-1 0 12-16,-1 1 20 0,-9 1 3 0,-1 0 17 15,-4 3-4-15,-3 3-4 0,-1 0 0 0,-1-1-12 16,-3 4-3-16,0 5-8 0,-9-11-16 16,9 11 8-16,-13 0-1 0,2 3-3 0,-4 7-2 15,-2 0-4-15,0 3-7 0,-4 5-1 0,9-3-2 16,-4 6-7-16,7-4-2 0,-1-2-9 0,3 2 0 0,1-2-5 15,4 1-2-15,2-4-2 0,1 0-5 0,3 0-1 16,1-3 0-16,1-1-2 0,3-1-2 16,0-1-3-16,3-1-3 0,-2-2 1 0,2 0-3 15,0-1-2-15,-1 0 1 0,-11-2-2 0,17-4 0 16,-17 4 2-16,14-4-4 0,-14 4 8 0,11-2 2 16,-11 2-4-16,7-5 3 0,-7 5-6 0,0 0 0 15,0 0-5-15,0 0 3 0,0 0-5 0,-34-2 3 16,17 7-2-16,-3 0 1 0,1 0-1 0,-2 4-1 15,3-4 3-15,0 3 2 0,6-1 2 0,1 2 2 16,2 1 3-16,-2-3-2 0,5 2 1 0,-1 1-1 16,3 0 0-16,2 1 2 0,2-11-3 0,5 14 1 15,1-5-1-15,7 4 4 0,1-3-14 0,4-6-16 16,6 5-16-16,3-4-30 0,1-2-24 0,4-2-36 16,-1-2-36-16,0 0-32 0,-2-4-161 0,-1 0-378 15,-8-2 168-15</inkml:trace>
  <inkml:trace contextRef="#ctx0" brushRef="#br0" timeOffset="-181284.82">19601 16370 93 0,'13'-4'158'0,"4"0"-15"15,1 0-11-15,8-1-9 0,-5 2-20 0,-2 0-9 16,3 3-7-16,-6-3-9 0,2 0-7 0,-5 2-7 15,-13 1-8-15,23-5-5 0,-23 5-5 0,14-1-3 16,-14 1-2-16,0 0-15 0,10-5-3 16,-10 5-4-16,0 0-1 0,0 0-4 0,0 0-1 15,0 0-3-15,0 0 0 0,0 0-4 0,0 0-1 16,0 0 2-16,-34-11 4 0,34 11-8 0,0 0 2 16,-23 19 3-16,16-5 4 0,1 2 19 0,-3 9-2 15,-1 2 9-15,2-3 4 0,-2 5 7 0,1 0-1 16,3 0 6-16,0-5 4 0,0 3-1 0,1-2-3 15,1-1-3-15,2-6-3 0,-2 7 0 0,2-5-8 16,1-4-2-16,-1-3-4 0,2 0-9 0,-2 3-28 16,2-5-25-16,0-11-30 0,-1 17-40 0,1-17-28 15,1 14-48-15,-1-14-131 0,0 0-331 0,0 0 146 16</inkml:trace>
  <inkml:trace contextRef="#ctx0" brushRef="#br0" timeOffset="-181128.3">19686 16419 81 0,'20'-6'160'0,"-7"4"-14"0,5-1-19 16,3 0-16-16,0 3-30 0,8-3-42 0,1 3-28 0,2 0-47 16,2-2-34-16,-2 1-39 0,1 1-117 15,4-4 52-15</inkml:trace>
  <inkml:trace contextRef="#ctx0" brushRef="#br0" timeOffset="-180227.29">20691 16345 75 0,'-7'-6'208'0,"-2"2"-8"16,-1 3-14-16,-2 1-10 0,-3 4-3 0,-1 3-6 16,-3 4-10-16,-4 6-6 0,-2 2-13 15,2 1-10-15,2 2-16 0,3 2-12 0,6-3-11 16,2-3-6-16,2 5-9 0,4-5-8 0,3-2-7 15,3 1-5-15,6-1-12 0,1-1-22 0,5-2-25 16,7 3-30-16,2-3-30 0,3-3-35 0,5-2-30 16,-1-3-20-16,3-5-16 0,1 2 12 0,-1-6-7 15,0 1 16-15,-1-3 11 0,1-3 24 0,-2-1 15 16,1-2 16-16,-1-4 21 0,-2 2 17 0,2-1 19 16,-3-4 13-16,-1 2 15 0,-3 0 14 0,-2-2 5 15,-11 5 13-15,9-4-10 0,-9 4 7 0,-5 4 17 16,1-1-3-16,-2 3 2 0,-5 8 0 0,0 0 6 15,-5-20 0-15,5 20-2 0,0 0 11 0,-18-5 3 16,5 8 1-16,13-3 3 0,-29 11 2 0,13-7 2 16,0 5-8-16,4-3-2 0,1 4-8 0,2-4-5 15,1 2-7-15,2 0-3 0,1-2-6 0,2 4 1 16,3-10-5-16,-2 13-1 0,2-13-4 16,7 13-4-16,-7-13 1 0,9 7-1 0,-3-3-4 15,5 1-1-15,0-2 0 0,-1-3-3 0,2 1-2 0,-12-1-4 16,20-1 1-16,-6-1-4 0,-3-1 12 0,-1 1 2 15,-10 2 2-15,14-7 0 0,-9 3-2 0,-5 4-2 16,10-7 0-16,-2 1-6 0,-8 6 3 0,10-6-5 16,-10 6-3-16,0 0-2 0,8-4-5 15,-8 4-1-15,0 0-2 0,0 0 1 0,0 0 3 16,8 18-2-16,-7-11 2 0,-1-7 0 0,2 20 1 16,-2-9-6-16,0 1-12 0,-1-2-17 0,1-10-22 15,0 23-32-15,0-23-22 0,1 21-39 0,-1-10-27 16,0-11-26-16,0 14-116 0,0-14-339 0,0 14 150 15</inkml:trace>
  <inkml:trace contextRef="#ctx0" brushRef="#br0" timeOffset="-180031.42">21283 16545 64 0,'9'-13'149'15,"-1"5"5"-15,-3 0 1 0,2 1-4 0,1 1-11 16,1 2-7-16,1 1-10 0,-10 3-6 0,14 0-10 15,-14 0-10-15,18 3-9 0,-9 1-7 0,1 2-7 16,-2 1-10-16,-1 3-4 0,-1-2-5 16,-2 3-10-16,2-2-30 0,-2 2-22 0,0-3-32 15,0 2-45-15,-1-4-42 0,0 3-33 0,-3-9-85 0,0 0-262 16,5 18 116-16</inkml:trace>
  <inkml:trace contextRef="#ctx0" brushRef="#br0" timeOffset="-179138.79">22004 16354 13 0,'14'-3'77'0,"-14"3"-22"15,0 0 0-15,0 0-9 0,15 0 8 0,-15 0-14 16,0 0 0-16,0 0 7 0,0 0 0 0,17-1 9 16,-17 1 4-16,0 0 3 0,0 0-6 0,0 0 8 15,0 0-1-15,0 0 5 0,0 0-4 0,0 0 12 16,0 0 8-16,0 0-7 0,0 0-8 0,10-6 3 16,-10 6 1-16,0 0 4 0,0 0-6 0,0 0-5 15,0 0-3-15,0 0-7 0,1-19-5 0,-1 19 6 16,0 0 4-16,0 0 1 0,-5-17 5 15,5 17 8-15,0 0-7 0,3-18-4 0,-3 18-7 16,-1-14 1-16,1 14 3 0,1-17 1 0,-1 17 1 16,0-12 1-16,0 12 0 0,0 0-2 0,0 0-4 0,-1-17-10 15,1 17-8-15,0 0-5 0,0 0-2 16,0 0-9-16,0 0-3 0,0 0 4 0,0 0-9 16,0 0 1-16,0 0-3 0,0 0-5 0,0 0 5 0,-2 45-5 15,-2-30 0-15,1 1-1 0,0 1-1 16,-2 0 3-16,2-1-3 0,-3-1 1 0,4 0 0 15,-2-2-1-15,1 0 6 0,-1-3-6 0,0 2 4 16,0-5-1-16,4-7-2 0,-8 14-3 0,8-14 2 16,-3 10-1-16,3-10 2 0,-2 7 2 0,2-7 1 15,0 0-2-15,0 0 5 0,-8 7 9 0,8-7 7 16,0 0-1-16,0 0 0 0,0 0-6 0,0 0 1 16,0 0-4-16,0 0 3 0,0 0-7 0,4-41-3 15,-4 41 0-15,0-19-4 0,0 19 0 0,0-24-1 16,-2 12-4-16,2 12 1 0,-1-25 1 0,0 14-6 15,1 11 2-15,-4-21 4 0,1 11-3 0,3 10 6 16,-6-17-13-16,6 17 0 0,-6-10-1 0,6 10 4 16,-11-8-4-16,11 8-1 0,0 0-3 0,-24 3 5 15,7 5-3-15,-2 3 5 0,-2 7 2 0,-1 2-3 16,-1 2-1-16,1-1 5 0,2 0-3 16,2-2 1-16,4 1-2 0,4-3-3 0,3-1 5 0,1 1 2 15,1-2-2-15,2-3-3 0,2 1 5 0,2-2-1 16,3-2 0-16,0 2-1 0,2-3 4 0,2 0 0 15,1-2 4-15,1-3-10 0,2 2 5 0,0-3 8 16,0-1-12-16,-12-1 3 0,30-8-6 16,-13 4 4-16,0-2 0 0,0-4-2 0,-2 1 0 15,-1-3 4-15,-2 0-7 0,1-1-4 0,-1-3-2 16,-1-1-3-16,5-4-1 0,-7 4-4 0,1-6 4 16,-3 8 1-16,-2-3 3 0,-1 1 8 0,0 3-6 15,-1 4 1-15,-3 10-1 0,2-16-1 0,-2 16 3 16,4-12-5-16,-4 12-2 0,0 0 0 0,0 0 3 15,0 0-1-15,0 0 1 0,0 0 4 0,5 28-1 16,-2-11 13-16,-6 2-7 0,3 5-4 0,-1-5 4 16,0 0 1-16,2-2 1 0,3 1 0 0,-2-2-8 15,2-1-22-15,0 0-25 0,2 1-31 0,0-6-29 16,-1-3-43-16,4 0-37 0,-2 1-41 0,1-5-186 16,-8-3-457-16,0 0 203 0</inkml:trace>
  <inkml:trace contextRef="#ctx0" brushRef="#br0" timeOffset="-178929.22">22277 16183 99 0,'3'-14'147'0,"-3"3"15"0,0 11 10 16,0 0-8-16,0-20-20 0,0 20-16 0,0 0-13 16,0 0 2-16,0 0 9 0,0 0-2 0,0 0 1 15,0 0-9-15,6 48-9 0,-7-19-10 16,-3-3-8-16,2 3-8 0,0 0-9 0,0 1-9 15,-2 2-4-15,1-1-18 0,1-1-29 0,1-3-35 16,-3-3-28-16,2 1-38 0,2-7-30 0,-1 0-27 16,0-3-29-16,1-3-119 0,0 0-317 0,0-12 142 15</inkml:trace>
  <inkml:trace contextRef="#ctx0" brushRef="#br0" timeOffset="-178649.32">22354 16583 12 0,'5'-10'115'15,"2"0"6"-15,0 1 2 0,2-6 4 0,0 1-2 16,-1-4-1-16,3 1-1 0,-2 0-4 0,0-1 4 16,1 1 3-16,-2 0 13 0,-3-1-11 0,2 3 1 15,-3 4-1-15,-1-1-7 0,1 4-11 0,-1-2-9 16,-3 10-9-16,3-9-12 0,-3 9-12 0,0 0-9 16,0 0-7-16,0 0-4 0,0 0-9 0,0 0 0 15,8 25-6-15,-7-8 1 0,1 2-7 16,-1 1-2-16,0 4-5 0,-1-6 2 0,2 1-1 0,-2-2-2 15,-2 1-4-15,5 1-4 0,-3-4 3 0,-1 2-3 16,1-6-13-16,-2 2-11 0,2-1-11 0,-2-2-15 16,0 1-15-16,2-11-19 0,0 16-14 0,0-16-27 15,0 0-23-15,-1 15-12 0,1-15-10 16,0 0-6-16,-1 8-137 0,1-8-326 0,0 0 145 16</inkml:trace>
  <inkml:trace contextRef="#ctx0" brushRef="#br0" timeOffset="-178429.04">22663 16576 106 0,'0'0'122'0,"0"0"10"0,13-3-1 15,-13 3-3-15,12-2 1 0,-12 2-2 16,12-3-6-16,-4-2 0 0,-8 5-3 0,14-6-1 16,-6 3-8-16,-8 3 3 0,13-6-5 0,-7 2-8 15,-6 4-1-15,9-9 0 0,-9 9-7 0,4-9-10 16,-4 9-10-16,1-11-8 0,-1 11-4 0,0 0-16 15,-9-14-14-15,9 14-17 0,-14-6-18 0,4 5-30 16,10 1-26-16,-23 0-36 0,23 0-44 0,-21 3-56 16,7 1-116-16,14-4-340 0,-20 4 150 15</inkml:trace>
  <inkml:trace contextRef="#ctx0" brushRef="#br0" timeOffset="-177797.26">23382 16057 67 0,'5'-10'225'0,"0"6"-18"15,-1-1-21-15,-4 5-18 0,0 0-19 0,14 7-16 0,-10 5-5 16,-1 6-8-16,0 9-6 0,-3 0-18 15,-1 6 0-15,-4 1-9 0,-2-1-6 0,-2 0-7 16,-1-1-9-16,1 1-4 0,-1-3 2 0,-2-4-13 16,5-2-3-16,0-7-6 0,1-1-3 0,1-2-1 15,0-5-2-15,2-1 10 0,3-8 4 0,-5 13 8 16,5-13 8-16,-4 9 0 0,4-9 0 0,0 0-3 16,0 0-10-16,0 0-8 0,0 0-1 0,0 0-5 15,0 0-8-15,0 0-1 0,0 0-12 0,0-36-3 16,7 27-9-16,1-1-5 0,1 1-2 0,6-1-1 15,-3 3-4-15,0 2-2 0,4 0 1 0,-4 3-1 16,1 1-2-16,-1 2 2 0,1 1 1 0,-3 3-1 16,-1 1 4-16,-1 0 2 0,-4 1 1 0,-1 5 0 15,-3-3-3-15,0-9-1 0,-7 20 4 0,-1-7-8 16,1-3-5-16,-5-2 0 0,2 1-4 0,1-1 2 16,-2-2-3-16,2 0 7 0,1-1-1 0,8-5 3 15,-10 7 7-15,10-7-8 0,-8 5 4 0,8-5-3 16,0 0-3-16,0 0-9 0,0 0-5 15,0 0 3-15,0 0 3 0,0 0 1 0,0 0-2 0,41-18 1 16,-23 11-1-16,2 0 7 0,6-4-3 0,-1 0 6 16,2-2-4-16,0 1 7 0,1-2 6 0,-1-1-6 15,-4 1 3-15,-1-3-1 0,-6 6 8 16,-2-3 0-16,-1-2 1 0,-4 3 20 0,0 3 8 16,-5-1-1-16,2 2 5 0,-6 9-9 0,4-16-7 15,-4 16-1-15,0 0-1 0,0 0-1 0,-15-11-3 16,15 11 9-16,0 0 0 0,-44 18 3 0,21-2-4 15,9-3 0-15,-6 5-2 0,7-2 0 0,-5 4-4 16,8-4-15-16,0-1-22 0,5 3-26 0,2-2-22 16,4 3-44-16,3-7-49 0,5 2-52 0,1 0-148 0,6-3-394 15,12-1 175-15</inkml:trace>
  <inkml:trace contextRef="#ctx0" brushRef="#br0" timeOffset="-176550.69">24214 16226 197 0,'0'0'208'15,"0"0"-18"-15,0 0-6 0,0 0-13 0,0 0-17 16,0 42-11-16,-3-24-13 0,3 7-15 0,-1-5-7 0,-2 6-15 15,3-7-6-15,0-2-7 0,-1 1-12 16,0-3-4-16,4 0-12 0,-1-3 1 0,3-2 0 16,-1 1-7-16,2-4-1 0,0 0-3 0,1-4 8 15,-7-3 0-15,13 3 8 0,-13-3-5 0,18-5-2 16,-6 2-3-16,2-4-1 0,3-2-8 0,-2-3 1 16,1-1-10-16,-1-2-2 0,1 2-1 0,2-6 1 15,0 0-7-15,-2-2 1 0,-6 6-6 0,1-2 1 16,-2 0-5-16,2 3 4 0,-6 3-2 0,0 2 0 15,-1 0-5-15,-4 9 2 0,5-13-10 0,-5 13 0 16,0 0-1-16,0 0-5 0,0 0 3 0,0 0 1 16,0 0 3-16,0 0 0 0,-12 41-1 0,5-24 2 15,2 0-2-15,-1 2 2 0,4-3 2 0,1 1-2 16,1-2-1-16,1-5 2 0,4 7 2 0,-1-8-1 16,5-2 6-16,0 2-6 0,2-4-1 0,6 0 4 15,2-4-5-15,3-1 1 0,-2-3 3 0,7-1 1 16,-7-4-2-16,1 0-3 0,3-3 0 0,-6 0 1 15,0-3-2-15,0-2 5 0,0-3-5 0,0-1 2 16,-4-1 0-16,-7 3-2 0,7-4-2 0,-6 5 4 16,0 2 1-16,-3-4-4 0,-1 7 3 15,-1-3-3-15,-1 4 0 0,-2 11 0 0,2-17-4 16,-2 17-2-16,0 0 0 0,0 0-1 0,0 0 0 0,0 0 0 16,0 0 1-16,0 0 2 0,-27 35-1 0,18-17 0 15,-2 6-2-15,4 1 0 0,0-1 1 16,2 1 4-16,2 0-1 0,1-5-2 0,-2 6 2 15,4-1 1-15,0-8 2 0,0 0-3 0,0-2 4 16,0-2 0-16,-1-1 0 0,-1-1 3 0,2 0-7 16,0-11 2-16,0 15 2 0,0-15 0 0,2 10-2 15,-2-10 5-15,0 0-7 0,0 0 0 0,0 0-18 16,0 0-5-16,0 0-5 0,0 0 4 0,0 0-3 16,0 0 4-16,0 0-1 0,0 0-5 0,0 0 3 15,9-50 3-15,2 34 1 0,8-5-2 0,2 1 5 16,0-2-4-16,2-1 4 0,4 0 2 0,3 0 3 15,-2 1 5-15,0-2-1 0,0 0 1 0,-2 1 8 16,-1 4-4-16,-2 3 7 0,-8 2 10 0,-1 5 10 16,-5 2 1-16,-1 1 2 0,-8 6 1 0,10-10-3 15,-10 10-6-15,0 0-1 0,0 0 5 0,0 0 4 16,0 0 8-16,-40 17-3 0,13-2 9 16,-3 2-6-16,3 2-1 0,0 2-1 0,5 0 1 0,0-3-6 15,6 1-1-15,4-4-3 0,0 1-15 0,4 0-17 16,1 0-28-16,3-1-31 0,3-4-30 0,1-11-24 15,7 21-29-15,1-13-19 0,9 3-13 0,2-2-3 16,8-4-5-16,-6 1 19 0,14-4 20 0,-1-1 23 16,1 0 13-16,-1-1 18 0,1 0 14 15,-3-3 12-15,-1-4 7 0,-2 3 9 0,-1-4 8 16,-9 1-3-16,-2-2 6 0,3-2 5 0,-7 0 7 16,-1 3 3-16,-5-7 9 0,1 5 12 0,-7 0 8 15,1-3 14-15,-2 13 16 0,0 0 14 0,-9-32 14 16,2 23 3-16,1 1 16 0,6 8 4 0,-17-13 1 15,6 11 10-15,11 2 5 0,-30 5 11 0,15 2-6 0,2 3 2 16,-3 1-5-16,3 1-4 0,-1 1-6 16,5 2-8-16,-2 2-7 0,4-1-9 0,2 1 1 15,1-2-11-15,4 1-4 0,0 0-7 0,3-5 2 16,-1 1-1-16,5-1-4 0,-1-3-4 0,3 2-3 16,0-5-2-16,3-1-3 0,0-1-3 0,7-1-5 15,-2-4 2-15,-1-1-5 0,-2-1-2 0,2-3-1 16,-1-1 0-16,-1-4 4 0,-1-2-7 0,1-2 2 15,1-6-2-15,-2-2 2 0,0-5-6 0,-4 2-2 16,2-6-1-16,-6 0-3 0,-1 0-1 0,0-2 2 16,-2 3 1-16,0-3-8 0,-1 0 3 0,-2 3 2 15,1 2 15-15,-4 4 5 0,4 7 10 0,2 1 19 16,-4 7 9-16,2 11-7 0,2-18-12 0,-2 18-4 16,0 0-4-16,0 0-4 0,0 0-3 0,0 0 10 15,0 0-8-15,7 57 4 0,-7-24 0 0,0-2 0 16,2 2-3-16,3 1 0 0,-8 12-4 0,3-11 1 15,5-2-5-15,0 3-8 0,-3-4-23 16,-4 0-21-16,2-2-28 0,-2-2-27 0,0 1-45 16,6-10-45-16,-4 0-48 0,-2-1-164 0,-1-2-424 15,-2-4 189-15</inkml:trace>
  <inkml:trace contextRef="#ctx0" brushRef="#br0" timeOffset="-175888.93">26402 16234 182 0,'3'-4'209'0,"-3"4"-20"16,0 0-1-16,0 0-11 0,0 0-3 16,-22 1-2-16,6 8-10 0,0 2-5 0,-6 4-16 0,-1-1-4 15,-2 0-13-15,10-2-13 0,-3 2-10 16,5-3-8-16,6-1-9 0,-1 0-7 0,0 2-9 16,3-5-4-16,3 3-7 0,0-4 0 0,2-6-8 15,6 14-1-15,-3-9-6 0,5-2-4 0,-2 0-8 16,7-2 6-16,-4-2-6 0,5-2-6 0,-1 0 2 15,5-4-4-15,-1-2-3 0,-1 0-2 0,0-1 5 16,-2-2-6-16,1-1-3 0,-1-1 0 0,-3 1-3 16,-2-3 3-16,0-1-4 0,-2 2-1 0,-3-1-2 15,0 5 0-15,-3 2-3 0,1 1 5 0,2 1-5 16,-4 0-6-16,0 7-3 0,5-5-2 0,-5 5-1 16,0 0 8-16,0 0-2 0,0 0 2 0,0 0-1 15,-9 31-2-15,9-20 1 0,0 1 2 0,0 0 2 16,0 0-1-16,4 0 3 0,1-1 0 0,2 0 0 15,1-3-29-15,7 3 7 0,-4-4 4 0,6-2-1 16,3-1 9-16,3-4-5 0,4 0 5 0,-7-3 1 16,7-1 0-16,0-5 3 0,-9 0-1 0,0-1 3 15,-4-3-1-15,-3 1 2 0,0-2 0 0,0-2-4 16,-6 1 4-16,1-2 1 0,-4 1 0 16,1-10 4-16,-1 12-11 0,-2 1 4 0,-2 3 1 0,2 0 1 15,0 3-3-15,0 7-3 0,0-11 0 0,0 11-3 16,0 0 3-16,0 0-3 0,0 0 4 0,-11 30-1 15,6-12 3-15,-3 6 0 0,-6 1 0 0,5 2 3 16,-1-3-3-16,2 5 3 0,1-4 4 0,-2 1-8 16,0 0 3-16,2-2-1 0,0 3 0 0,-1-2 0 15,-2-1-19-15,1-1-17 0,1-5-24 0,3-1-35 16,-6 0-32-16,0-1-49 0,-6 4-44 0,0-1-155 16,-1-6-407-16,-4 2 180 0</inkml:trace>
  <inkml:trace contextRef="#ctx0" brushRef="#br0" timeOffset="-174713.38">7441 16944 7 0,'-2'-14'180'0,"2"3"-10"0,0 0 12 0,-4-2-3 16,4 13-19-16,-1-11-13 0,1 11-21 0,-4-8-16 15,4 8-12-15,0 0-13 0,0 0 3 0,0 0-8 16,4 44-3-16,-4-16-4 0,0 7-3 0,-3 9-11 16,-2 3-1-16,-3 1 20 0,-1 0 3 0,2-15-10 15,0 1-8-15,1 0-3 0,1 0-9 0,-2-1-3 16,1-4-7-16,2 0-3 0,0-3-6 0,1 1 1 16,-3-2-6-16,1-6-1 0,4 7-3 0,-4-10-11 15,2 1-21-15,1-2-28 0,1 2-20 0,-1-6-20 16,2-11-17-16,0 24-27 0,-1-13-36 0,1-3-34 15,0-8-124-15,0 0-342 0,-4 16 151 0</inkml:trace>
  <inkml:trace contextRef="#ctx0" brushRef="#br0" timeOffset="-174459.79">7458 17132 67 0,'9'-8'155'0,"4"2"-4"16,-2 0-18-16,2 2-6 0,-13 4-9 16,22 3-10-16,-10 1-13 0,-1 2-5 0,4 4-6 0,-7 0-29 15,-2 1 15-15,2 7-11 0,-4-1-3 16,1-1-3-16,-4 2-7 0,-2-1-7 0,2-1-8 16,-7 3 1-16,2-8-7 0,0 7 5 0,-4-5 1 15,-3 1-5-15,1-2 2 0,-2 1-12 0,-1-2-6 16,3-2-30-16,-5 3-12 0,-2-4-33 0,5-3-32 15,1 1-22-15,-2-2-115 0,3 0-253 0,10-4 112 16</inkml:trace>
  <inkml:trace contextRef="#ctx0" brushRef="#br0" timeOffset="-173560.77">7944 17170 152 0,'0'0'197'0,"0"0"-9"0,0 0-10 16,0 0-1-16,0 0-9 0,0 0-9 0,-29-2-9 16,29 2-10-16,-28 15-13 0,12-4-4 15,-7 6-7-15,4 2-2 0,-1-2-11 0,4 3-2 16,2 2-13-16,4-6-7 0,1-2-10 0,2 1-7 16,3-5-2-16,2 1-11 0,3 0-2 0,-1 0-4 15,4 1 1-15,1-4-12 0,0 0 3 0,4-2-7 0,1-2-6 16,3 0 5-16,1-3-7 0,3-1 2 15,1-3-4-15,-2-1-3 0,3-2 3 0,-1-4-4 16,0 1-4-16,-1-2 1 0,-3 0-4 0,-1-1 7 16,1-1-5-16,-4 0-1 0,-2 4 0 0,-1-3 0 15,0 2-2-15,-4-3 1 0,1 3-5 0,-2-2 1 16,0 4 1-16,-2 8-2 0,0-17 2 0,0 17-4 16,0-12-1-16,0 12-1 0,0 0-2 0,0 0 0 15,-4-10-5-15,4 10 4 0,0 0-3 0,0 0 4 16,-15 32-2-16,10-14-5 0,-3 0 7 0,3 1-1 15,0 1-2-15,1-3 0 0,-1 2 1 0,1-1 2 16,4-1 4-16,0-4-5 0,3-2 4 0,-1 1-2 16,1-4 1-16,2 0 3 0,0-2-3 0,4-1-3 15,1 0 6-15,0-4 2 0,3-1 1 0,-13 0-3 16,30-10 0-16,-12 5 2 0,1-4-1 0,-3-4-2 16,2 1 2-16,-4-2-1 0,5-5-1 0,-3 0 2 15,-1-3-1-15,-3 7 1 0,0-10-2 16,-3 9 2-16,0-3-4 0,-2 0 0 0,0 5 3 15,-2 0-3-15,-1 3 4 0,0 3-3 0,-4 8 0 16,4-11-5-16,-4 11 0 0,3-8-3 0,-3 8 2 0,0 0 3 16,0 0-3-16,0 0 1 0,7 30-2 0,-4-14 5 15,-1 3 2-15,-2 1-1 0,1 4-4 0,-1 0 2 16,-2-5-1-16,2 7-6 0,-1-7-2 16,-2-2 10-16,2 1 0 0,1-3 1 0,0-3 2 15,-1-2 0-15,-2-1-1 0,3-9 4 0,-1 13-4 16,1-13 2-16,-1 11 1 0,1-11-2 0,0 0 2 15,0 11 2-15,0-11-2 0,0 0 1 0,0 0-10 16,0 0 10-16,0 0-5 0,0 0 1 0,0 0 1 16,0 0-8-16,28-25 1 0,-18 10-7 15,1 4-4-15,0-5-6 0,0-1 2 0,3-3-5 0,3-2-2 16,-3 0 2-16,0 0 1 0,-3 7 6 0,-2-2-1 16,0 2 2-16,0 4 2 0,-4 1 1 0,0 1 11 15,-1-1 2-15,-4 10 1 0,4-9 0 0,-4 9-4 16,4-6 2-16,-4 6-1 0,0 0-4 0,0 0 7 15,0 0-3-15,0 0-2 0,-12 27 3 0,9-17-2 16,0 0 0-16,0 2 0 0,1-2 4 0,1 3 0 16,-1-4-3-16,2-9 0 0,2 22-1 15,1-12 6-15,1 0-5 0,0-1 3 0,1 1 2 16,0-2-9-16,2 1 3 0,-2-1 0 0,0 1 0 0,0 0 2 16,2-4-2-16,-2 1 1 0,-5-6 4 0,7 11-3 15,-4-4 3-15,-3-7 0 0,5 13 3 0,-5-13-2 16,-1 16-6-16,1-8-9 0,-6 1-11 15,3 0-16-15,3-9-19 0,-13 17-22 0,7-10-23 0,6-7-29 16,-9 11-32-16,5-7-26 0,4-4-142 16,0 0-359-16,0 0 160 0</inkml:trace>
  <inkml:trace contextRef="#ctx0" brushRef="#br0" timeOffset="-173365.81">8631 17273 143 0,'4'-10'159'0,"-4"10"-22"0,0 0 5 0,0 0 0 16,0 0 1-16,0 0-11 0,0 0-4 0,13 24-7 15,-15-13-17-15,2 0-11 0,-2 5-2 0,-1 0-16 16,2 0 1-16,-3 1-21 0,2-7-25 0,1 5-16 16,-3-3-16-16,4-12-27 0,-2 21-30 15,4-14-42-15,-2-7-47 0,0 15-93 0,0-15-262 0,0 0 116 16</inkml:trace>
  <inkml:trace contextRef="#ctx0" brushRef="#br0" timeOffset="-173208.87">8567 17131 90 0,'0'0'89'0,"0"0"-26"16,0 0-18-16,0 0-25 0,0 0-26 15,0 0-15-15,0 0-26 0,0 0-51 0,0 0 23 16</inkml:trace>
  <inkml:trace contextRef="#ctx0" brushRef="#br0" timeOffset="-172752.81">8708 17203 11 0,'9'6'95'0,"-9"-6"13"0,19 14 5 0,-9-2 9 16,0 5 3-16,1 0 0 0,-2 1-4 0,1 6-15 15,0 1-1-15,-2-1-1 0,-4-4-2 0,-1-1 0 16,0-1-8-16,0 0-2 0,-1-1-3 0,-1-1-5 15,1-5 0-15,1-3-12 0,-3-8-1 0,2 14-5 16,-2-14-2-16,5 8 4 0,-5-8-2 0,0 10 7 16,0-10 6-16,0 0 4 0,5 7-3 0,-5-7-10 15,0 0-11-15,0 0-1 0,0 0-4 0,20-22-7 16,-12 13-3-16,-2 1-5 0,3-8-7 0,0 3-8 16,2-1-4-16,-2 0-13 0,1 0 2 0,1 3-3 15,0-3 1-15,-1 7-4 0,-1 0-3 16,-3 1 1-16,3 1-1 0,-9 5-4 0,14-5 2 15,-6 4 0-15,-8 1 0 0,16 3 0 0,-16-3 0 0,14 7 0 16,-7-3 1-16,3 1 3 0,-2-3-4 0,-1 5 4 16,-7-7 0-16,16 6-4 0,-10-4 7 0,-6-2-5 15,14 2 5-15,-14-2-3 0,19-1 4 0,-19 1 0 16,16-7 0-16,-10 3 2 0,2-3-5 16,-1 2-1-16,-2-6 2 0,2 5-1 0,-5-4-2 15,2 1-1-15,-3 0 4 0,2-1-3 0,-2-1 4 16,-1 11 0-16,2-19-4 0,-5 10 0 0,3 9 0 15,-4-11-3-15,4 11 3 0,-6-7-3 0,6 7-8 16,0 0 11-16,-18 2-9 0,18-2 16 0,-18 19-3 16,6-5-1-16,2 2-1 0,-1 0 0 0,2 8 0 15,2-5-1-15,0 4 2 0,2-3-8 0,5-4-23 16,0 2-24-16,6-6-16 0,6 4-18 0,2-3-37 16,15-2-41-16,7-4-62 0,18-4-160 0,0-5-416 15,12-1 185-15</inkml:trace>
  <inkml:trace contextRef="#ctx0" brushRef="#br0" timeOffset="-171561.99">10014 17133 103 0,'-12'2'202'0,"-3"4"-12"15,1 1-14-15,-2 5-4 0,-6 7-1 0,3 3-15 0,-2 0-17 16,6 3-7-16,2 2-13 0,-1-2-9 0,6 0-8 15,2-1-7-15,3-3-4 0,5-3-11 0,3 1-7 16,1-1-3-16,3-2-16 0,5-1 5 16,-1-1-8-16,5-1-3 0,4-1-9 0,-3-3-17 15,7-2-16-15,1-2-15 0,3-4-16 0,-3-1-14 16,-6 2-10-16,7-8-6 0,-1 2-3 0,-1-3-12 16,-8 0 22-16,0-1 1 0,2 1 5 0,-6-3 3 15,3 0 6-15,-5-1 0 0,1 1 8 0,1-2-7 16,-5 0 16-16,-2 0-3 0,-2 0 9 0,-1 1 4 15,-3 0-3-15,-2-1 13 0,1 12-1 0,-2-22 3 16,0 13 7-16,-2 2 9 0,4 7-3 0,-5-11 7 16,5 11 7-16,0 0 1 0,-10-3 4 0,10 3 13 15,0 0 4-15,-16 14 3 0,11-3-1 0,0 0-4 16,-1 6-4-16,0 1-5 0,-1-1-4 0,4-1-5 16,2 1-3-16,0-2-5 0,1-2-1 0,1-1-1 15,3-3-1-15,-2 3 2 0,5-4-10 0,-1 1 4 16,3-2-4-16,1-2 3 0,2 1-6 0,-3-5 5 15,2-1-2-15,2 0-5 0,-13 0 4 16,26-8-9-16,-15 2-2 0,6 0-1 0,-3-4 0 0,1 1 1 16,-2-4-2-16,-7 4 0 0,4-4-7 0,-6 3-1 15,-1-2 0-15,-2 0-1 0,1-1-5 0,-4-2 0 16,0 4 3-16,-4-2-1 0,0 2 1 0,4-2-4 16,-3 2 1-16,-1 2 0 0,4 1-4 0,2 8 5 15,-4-11 0-15,4 11 1 0,0 0-6 0,0 0 10 16,5-14-2-16,-5 14-4 0,13 1 2 15,-13-1 5-15,23 6 5 0,-10 0-2 0,3 2 7 16,1 4 1-16,-3-1 6 0,2 2 2 0,-3 2-2 16,1-2-4-16,-3 2 1 0,-4-2-1 0,0-1 3 15,0-3-1-15,-2 1 1 0,1-1 0 0,-1 0-3 16,-3-3 3-16,-2-6-2 0,5 9 12 0,-5-9 11 0,0 0 7 16,3 7-5-16,-3-7-6 0,0 0-1 15,0 0 0-15,0 0-5 0,0 0 4 0,0 0-7 16,0 0-4-16,-23-21 4 0,23 21-5 0,-1-17 0 15,1 17-12-15,6-21 6 0,-2 9-9 0,4 0 4 16,-1 1-3-16,3 1 1 0,-2 2-4 0,4 2 2 16,0 1-5-16,0 1 2 0,1 2-1 0,-13 2-2 15,23 6 3-15,-11-2 2 0,-1 2 2 0,-1 0-5 16,0 3 1-16,-2-2 2 0,0 2 1 0,-2 0 0 16,0 1-3-16,-1-1 4 0,0 0-2 0,-1-1 2 15,-1 0 5-15,-3-8-2 0,2 10 1 0,-2-10-2 16,0 0 5-16,4 10-1 0,-4-10 0 0,0 0 0 15,0 0 2-15,0 0-4 0,0 0 0 0,0 0-1 16,0 0 0-16,0 0 0 0,17-18-7 0,-11 9 0 16,-1 1-1-16,5-3-8 0,2-1 4 0,1 0-9 15,2 1 12-15,-2 0-6 0,2 2 4 16,-1 1-1-16,-2 1 1 0,-2 3 0 0,-10 4 5 16,15 0 0-16,-15 0 5 0,14 4-8 0,-7 2 9 15,-1 1 0-15,2 0-1 0,-4 2-1 0,0 1 0 0,-3 0 0 16,0 1 1-16,-1 0-1 0,-1 5 3 0,-2-4-10 15,2 5-19-15,-2-4-37 0,3-13-34 16,-1 23-31-16,1-23-53 0,-2 16-64 0,2-16-126 16,-2 13-400-16,2-13 178 0</inkml:trace>
  <inkml:trace contextRef="#ctx0" brushRef="#br0" timeOffset="-171345.68">11062 17105 46 0,'0'0'224'0,"-5"-15"-16"0,5 15-28 0,0 0-15 16,0 0 2-16,-4-3-11 0,4 3-1 0,0 0 0 15,4 42-4-15,1-13-10 0,-8 5-11 0,6 1-12 16,-7 11-10-16,2-12-10 0,-1 2-10 0,2 0-5 16,-2-2-13-16,-2 11-7 0,4-13-4 0,-4-1-20 15,1 2-30-15,3-3-23 0,-2-1-29 0,0-3-39 16,0-2-41-16,-1-4-48 0,-3-4-193 0,-2 1-393 15,3-6 173-15</inkml:trace>
  <inkml:trace contextRef="#ctx0" brushRef="#br0" timeOffset="-171118.95">11132 17313 30 0,'17'6'180'0,"-7"-3"-8"0,-2 3-10 0,-8-6-9 16,7 13-9-16,-5-2-6 0,-1-1-12 0,-1 2-12 15,-4 1-13-15,-1 2-8 0,-3 2-8 0,-1-3-7 16,-1 0-10-16,-3 0-24 0,1-1-20 0,-1-3-19 16,-1 0-35-16,5-3-27 0,-1-2-40 0,2-2-40 15,-1 3-96-15,9-6-253 0,-15 4 113 0</inkml:trace>
  <inkml:trace contextRef="#ctx0" brushRef="#br0" timeOffset="-170398.34">11265 17341 118 0,'-3'14'194'15,"3"-14"-5"-15,-1 21-18 0,-2-8-3 0,-4-3-14 16,2 6-6-16,3-5-15 0,-1 2-15 0,2-3-8 15,-1 2-7-15,2-12-16 0,0 19-4 16,3-10-10-16,-3-9-8 0,6 13-4 0,1-6-3 16,1-1-6-16,1-1-6 0,2-3-1 0,-11-2-6 15,23-1-1-15,-9-4-8 0,-1 1 5 0,2-2-9 16,2 1 1-16,-2-4-1 0,-4 2-6 0,-2-2 4 16,-1 0-6-16,-2-2-2 0,-1 0-5 0,-1 1 5 15,0-1-6-15,-3 0 1 0,-2-1-7 0,1 0 3 16,0 12-2-16,-5-23 1 0,2 12-5 0,0 1 4 15,1 1 2-15,2 9-4 0,-6-11-2 0,6 11 2 16,-3-9-4-16,3 9-1 0,0 0 2 0,0 0 0 16,0 0 0-16,0 0 0 0,0 0-1 0,0 0 5 15,0 0-2-15,35 15 0 0,-28-5 2 0,4 3-4 16,-4-2 1-16,4 1 5 0,-6 0-4 0,2-2 0 16,0 2 4-16,-2-3-6 0,1 1 3 0,-4-2 1 15,1 2 3-15,-3-10-3 0,4 13-2 0,-4-13 5 16,2 9 0-16,-2-9 6 0,0 0 2 0,0 0 4 15,0 0-5-15,-4 13 4 0,4-13-3 0,0 0 2 16,0 0-2-16,0 0-3 0,0 0 1 0,0 0-4 16,0 0 3-16,0 0-1 0,0 0-3 0,-4-38-2 15,6 27-1-15,4 2-2 0,-1 0-2 16,0-2-4-16,0 1 0 0,3 2 0 0,-3-2-3 16,5 5-1-16,-5 2-3 0,-5 3 2 0,17-7 4 15,-17 7 2-15,18 3-5 0,-8 1 6 0,0 3-4 16,-2-3-3-16,3 4 4 0,-4 0 0 0,-1-1-3 15,3 3 5-15,-2-1-2 0,0 0 4 0,3 1-1 16,0-2 5-16,1-3 4 0,0 2-1 0,4-1 7 16,-2-3 6-16,1-2-5 0,4-1-2 0,-3 0 0 15,5-3-2-15,-2 0 2 0,2-2 0 0,-6-1-4 16,3-1 5-16,-6-1-4 0,0 1 2 0,-1 0 2 16,-4-3-3-16,1 2 4 0,-2-2-3 0,-3 0-2 15,0-1 1-15,-2 11-2 0,-4-19 2 0,0 7-3 16,1 5-1-16,-5-1 1 0,8 8-2 0,-11-11-4 15,5 8-3-15,6 3-1 0,-15 0 1 0,15 0-4 16,-21 9 3-16,9 2 1 0,-2 2-4 0,3 3 2 16,6-1-14-16,-4 2-18 0,6 1-22 0,-1-1-29 15,4 2-44-15,2-8-31 0,0 2-34 0,2-1-20 16,2-2-140-16,2 5-383 0,1-5 170 16</inkml:trace>
  <inkml:trace contextRef="#ctx0" brushRef="#br0" timeOffset="-169774.07">11964 17487 107 0,'-1'-10'126'0,"1"10"-1"16,0-21-10-16,0 6 8 0,1 3 3 15,5-4-1-15,-3 5 4 0,5 0 1 0,-3 1-4 16,1 3-4-16,3-1-13 0,2 2-12 0,0 4-7 16,1 1-8-16,-1 1-12 0,3 3 0 0,-3 2-9 15,-1 1-4-15,2 4-3 0,-3-1-7 0,2 4-6 16,-4-1 0-16,0 2-4 0,-4-4-5 0,0 2 2 15,2-1-5-15,-1 0-5 0,-4-3-1 0,4 1-2 16,0 0 3-16,-4-9-8 0,4 10 2 0,0-4 3 16,-4-6-7-16,9 5 0 0,-9-5-2 0,16-3 4 15,-16 3-3-15,20-9 0 0,-10 2-2 0,5-4-3 16,1 2 1-16,-1-4 0 0,1-6-1 0,-2 3 0 16,2-5 1-16,-7 3-1 0,4-4-2 0,-4 4-3 15,0-8 5-15,-3 0 1 0,1-1-7 0,-3 1 6 16,-2 0-7-16,2 1 5 0,-2 6 13 0,-4 2 9 15,1 6 3-15,1 1 9 0,0 10 2 0,-3-15-3 16,3 15-5-16,0-11-13 0,0 11-2 0,0 0 2 16,0 0-5-16,0 0 10 0,0 0-6 15,-15 52 5-15,11-25-2 0,-2 4 5 0,-2-2 1 16,2 1 2-16,1-1 2 0,3-1-5 0,0 0 4 0,2-3-7 16,0-4 2-16,2-3-3 0,-2 0-2 0,6-2-1 15,-4-4-2-15,8 3-1 0,-5-3 1 0,3-6 0 16,1 2 1-16,3-2-3 0,-1-6-5 15,0 3 3-15,3-2-1 0,-1-1 0 0,1-1 2 16,-1-2 0-16,-4-2-5 0,4 0 0 0,-2-2 0 16,-1 0-1-16,-1-2 5 0,-1 1-5 0,1-6-7 15,-4 5 5-15,-2-2-6 0,3 1 7 0,-3-2-7 16,-1 0 8-16,2 3 1 0,-4 9-8 0,2-13-1 16,-2 13 1-16,2-8-3 0,-2 8-8 0,0 0 2 15,0 0-2-15,0 0 0 0,0 0 7 0,0 0 6 16,0 0 3-16,0 0 2 0,-10 35 1 0,7-22 0 15,-1 4-4-15,-1-1 0 0,2 3 5 0,-3-3-5 16,2 2 5-16,3-2-2 0,-1-4-8 0,0 6-12 16,0-1-11-16,2 1-17 0,-2-8-21 0,4 2-27 15,-2-12-35-15,-2 19-43 0,2-19-24 0,-5 14-49 16,3-9-233-16,2-5-509 0,-16 8 225 0</inkml:trace>
  <inkml:trace contextRef="#ctx0" brushRef="#br0" timeOffset="-169619.85">12215 17333 112 0,'13'-20'123'0,"3"14"-12"16,6 1-20-16,10-2-22 0,7 1-18 0,16 1-64 15,5 4-78-15,-3 1-98 0,7 1 43 0</inkml:trace>
  <inkml:trace contextRef="#ctx0" brushRef="#br0" timeOffset="-169085.96">13174 17612 123 0,'13'-17'209'16,"1"5"-11"-16,-1-2-14 0,7-3-8 0,-2-2-18 16,5 3-4-16,-3-3-5 0,0-4-14 0,0 0-7 15,-1-2-11-15,2 4 0 0,-2-6-8 0,1 1-13 0,-2-3-4 16,-2-1-7-16,-5 0-3 0,2 0-7 16,-1 0-2-16,-4 2 1 0,-5 4 2 0,5 1 4 15,-5 7 0-15,-3 5-1 0,0 11-4 0,3-18-12 16,-3 18-8-16,0 0-6 0,-1-14-2 0,1 14-13 15,0 0-5-15,0 0-2 0,0 0-4 0,-26 45 0 16,12-17 0-16,3 0-4 0,0 4 1 0,-1 0-1 16,5 2-3-16,-1-4-1 0,5-3-5 0,-4 1-2 15,7-8 2-15,0-1 2 0,5-3-3 0,2 1 2 16,-1-2 0-16,3 0 0 0,5-1 10 0,-1-7-16 16,5 3 3-16,-7-5-3 0,8-2 2 0,0 0 0 15,-7-3 0-15,6-1 0 0,0-4 1 0,-1 0-1 16,0-1 0-16,-2-2-3 0,1-2 0 0,-5 1-2 15,-1-1-1-15,0 0-3 0,-3-4 0 0,3 0-1 16,-6 3 1-16,3-1-3 0,-5 1 5 0,0 1-5 16,0 1 1-16,-2 9 4 0,2-12-2 15,-2 12-8-15,0 0 0 0,5-7 2 0,-5 7-1 16,0 0 2-16,0 0-1 0,0 0 5 0,0 0 1 16,-7 29 0-16,5-16 3 0,2 2-5 0,0-1 3 15,0-3-3-15,4 5-18 0,-4-5-23 0,5 0-17 16,-1 2-24-16,1-1-26 0,2 1-42 0,1-3-45 0,1-3-41 15,1 0-186-15,-10-7-462 0,15 7 204 16</inkml:trace>
  <inkml:trace contextRef="#ctx0" brushRef="#br0" timeOffset="-168937.75">13616 17171 83 0,'0'0'71'16,"0"0"-34"-16,0 0-47 0,0 0-21 0,0 0-32 16,21 33 14-16</inkml:trace>
  <inkml:trace contextRef="#ctx0" brushRef="#br0" timeOffset="-168725.72">13928 17181 53 0,'7'-11'167'0,"-7"11"15"0,3-7 4 15,-3 7-7-15,0 0-18 0,0 0-14 0,0 0-19 16,0 0-2-16,0 0 3 0,0 0 8 0,0 0 5 16,2 41-10-16,-2-17-8 0,0 6-11 15,-5 0-10-15,0 1-8 0,3-1-4 0,0 1-14 16,-1-4-6-16,1 3-7 0,0-2-10 0,2-3-1 16,-2-6-8-16,4 0-6 0,0-2-16 0,-2 1-26 15,2-2-28-15,-2 0-32 0,1-4-40 0,-1-12-43 16,2 18-53-16,-2-12-181 0,0-6-410 0,0 0 181 15</inkml:trace>
  <inkml:trace contextRef="#ctx0" brushRef="#br0" timeOffset="-168294.83">14056 17247 107 0,'0'0'180'0,"0"0"-11"16,0 0-11-16,0 0-5 0,0 0-14 0,0 0-14 15,0 0-13-15,-34 26-14 0,21-13-5 0,-3 0-14 16,1-1-7-16,1 2-6 0,1-3-7 16,2-4-5-16,1 2-10 0,1-3 1 0,1 1-16 15,1 0-1-15,7-7-5 0,-9 8-1 0,9-8-7 16,-3 13 3-16,3-13-4 0,1 12 0 0,3-2-1 16,-2-1-3-16,6 1 5 0,-2 0-4 0,5 3 6 15,1-2-6-15,1 1 3 0,0-2 0 0,1 1 0 0,3-3-4 16,2 0-2-16,-1 1 4 0,-3-4-1 15,4-2 5-15,0 0-1 0,2-5 3 0,-8 4 0 16,7-5-5-16,-1-1 1 0,2 0-3 0,-4-3 2 16,-4 3-3-16,1-2 5 0,-3 0 4 0,0 0 1 15,-2-4-3-15,-2 2 4 0,-1-1-6 0,-1-1 2 16,0-1 3-16,-1 0 5 0,-2 0-1 0,0 1 17 16,-2 10-1-16,0-12 2 0,0 12 4 0,-4-11-2 15,4 11-1-15,-8-7-5 0,8 7-4 0,0 0-1 16,0 0-3-16,-25 11-1 0,15-2-3 15,1 3 1-15,1-2-4 0,-2 4-2 0,3 0-6 16,5-1-10-16,-2-2-28 0,6 2-30 0,-2-13-25 0,9 23-33 16,7-12-23-16,13 0-53 0,4-5-47 0,3 3-119 15,19-5-381-15,1 2 168 0</inkml:trace>
  <inkml:trace contextRef="#ctx0" brushRef="#br0" timeOffset="-167938.88">15021 17170 90 0,'0'-5'252'0,"1"-3"-13"16,-1 8-21-16,1-9-29 0,-1 9-19 0,2-7-16 15,-2 7 3-15,0 0 7 0,0 0-10 0,0 32-8 16,-3-4-3-16,2 0-8 0,0 1-12 0,-1 6-10 16,0-2-15-16,-2 2-7 0,0-1-7 0,2 0-11 15,0 2-3-15,0-4-9 0,2-1-1 0,-2-2-12 16,1-2-9-16,0 1-18 0,-4-9-22 0,5 2-13 15,-2 3-24-15,1-10-38 0,0-2-31 0,-2-3-29 16,3-9-40-16,-1 14-26 0,1-14-189 0,-4 7-423 16,4-7 188-16</inkml:trace>
  <inkml:trace contextRef="#ctx0" brushRef="#br0" timeOffset="-166891.45">15112 17152 149 0,'0'0'158'0,"20"5"-2"0,-20-5-6 0,14 16-8 16,-6-4-8-16,-3 5-13 0,3-2-7 15,-5 6-9-15,-4-2-13 0,-1 7-5 0,-1-10-12 16,-2 4-1-16,-3-1-10 0,-1-4-11 0,-1 2-1 16,-1-3 2-16,3-4-12 0,-6 2 0 0,-2-3-12 15,0-2-4-15,5-2 5 0,0-1-3 0,-3-1-3 16,4-2 1-16,-2-1-6 0,12 0 1 0,0 0 0 15,-19-4 10-15,19 4 2 0,-11-4-9 0,11 4 3 16,0 0-8-16,0 0-4 0,0 0-5 0,0 0 1 16,0 0-3-16,0 0 2 0,23 29 1 15,-9-17-1-15,-1 0-5 0,0 1 5 0,3 0-4 16,7 2 5-16,1-2-3 0,-5-3-1 0,10-2 1 0,-3-3 2 16,2-1 1-16,3-3-6 0,1-4 3 0,1 2 1 15,-2-3-7-15,-2-3 8 0,1 1-4 0,-10 0-2 16,-3 0 5-16,-3-1 2 0,-3 1 3 0,1-1 5 15,-2 1-6-15,-4-3 3 0,0 0-1 16,-4-1-4-16,-1 1 2 0,-1 9-3 0,-2-19-3 0,-3 9-3 16,1 2 0-16,-6-2-1 0,3 3 0 15,7 7 0-15,-10-9-6 0,10 9 7 0,-15-4-3 16,15 4 8-16,-17 4-9 0,6 5 9 0,0-1-4 16,0 6 9-16,0 1-5 0,1 2 2 0,3 0-7 15,0-2 6-15,4 2-6 0,0-2 1 0,4 2 3 16,3-5-4-16,1 0 9 0,0-2-7 0,6 2-1 15,4-3 4-15,-5-2-4 0,4-4 1 0,4 1-1 16,12-3 2-16,-8-1-1 0,8-1 3 0,-2-9 0 16,0 4 5-16,-3-4-13 0,-6 3 2 0,0 0 5 15,-3-2-3-15,0 0-3 0,-2-1 4 0,-3-1-2 16,1-1-9-16,-2-4 0 0,-2 4 0 0,-1-5-3 16,-4 5 0-16,1-5 1 0,-2 5 2 0,0 0 3 15,0 4-4-15,-2 8 3 0,3-13-2 0,-3 13 0 16,0 0-2-16,1-10-4 0,-1 10 4 0,0 0 11 15,0 0 2-15,0 0 5 0,0 31-2 0,0-15-1 16,-1 1 3-16,-3 7-1 0,1-5-2 0,2 0 4 16,-3 0-7-16,3 1 5 0,0-1 1 0,-1-1 2 15,-3 0-5-15,4-8 1 0,-2 2-5 0,1-2 3 16,2-3 0-16,-1 0 1 0,1-7 2 0,0 0-1 16,0 0 11-16,-3 15 7 0,3-15-5 0,0 0-2 15,0 0 0-15,0 0-5 0,23-19 1 16,-14 10 0-16,2 1 1 0,0-9-6 0,0 5-4 15,3-2-9-15,-1 0 2 0,-3 0-5 0,3-2-2 16,-3 2 5-16,2 0-4 0,-2-1 5 0,-5 5-3 16,2-2-1-16,-4-1 5 0,4 3 2 0,-4 0-4 15,1 2-3-15,-4 8 2 0,3-14-2 0,-3 14 1 16,2-8-1-16,-2 8-5 0,0 0 1 0,0 0 5 16,0 0 9-16,0 0 4 0,0 0 0 0,-5 32 4 15,0-20-4-15,3 1 1 0,0 1 3 0,-1-2-1 16,1 5-3-16,2-2 0 0,2-4-3 0,1-1 7 15,1 1-4-15,1-4-3 0,0-1 3 0,5 1 1 16,1-5-4-16,2 2 5 0,1-1-1 0,4-3 0 16,-1-3-4-16,4 1 5 0,-4-2-2 0,2-2 0 15,-4-1 9-15,-3 2-12 0,-1-1 2 16,-2-1-3-16,-1-1 0 0,2-1-3 0,-4-1 2 0,1 1 2 16,-3-4-4-16,-1 3 4 0,0-1-8 0,1 0 5 15,-4 11-4-15,1-15 2 0,-1 15 0 0,1-12-5 16,-1 12 0-16,0 0 1 0,0 0-3 0,0 0-1 15,0 0 3-15,0 0 4 0,0 0 4 0,0 0-8 16,0 0 6-16,-6 39 2 0,2-26-1 0,2 2 0 16,-4 2-3-16,3 1-9 0,-1 0-11 0,4-3-23 15,-4 2-17-15,3-1-22 0,-4-2-28 0,2-3-31 16,3-11-44-16,-2 23-35 0,0-14-181 0,2-9-432 16,-2 14 192-16</inkml:trace>
  <inkml:trace contextRef="#ctx0" brushRef="#br0" timeOffset="-166494.95">16359 17247 5 0,'6'-6'209'0,"-6"6"11"0,8-10-5 0,-8 10-15 15,5-5-19-15,-5 5-16 0,0 0-18 0,0 0-2 16,0 0 5-16,0 0 17 0,10 23 2 0,-8-5-11 15,-1 8-14-15,-1 0-9 0,-3 3-6 0,0 0-16 16,-1 2-4-16,0-2-16 0,0-3-7 0,-1 4-9 16,0 0-6-16,1-1-3 0,0-2-11 0,0-4-15 15,0-3-19-15,2-1-14 0,1-2-30 0,-1-3-21 16,2-2-30-16,0-2-13 0,0-10-32 0,-1 18-17 16,1-18-18-16,0 10-15 0,0-10-24 0,0 0-18 15,0 0-141-15,0 0-379 0,0 0 168 0</inkml:trace>
  <inkml:trace contextRef="#ctx0" brushRef="#br0" timeOffset="-166227.29">16345 17521 143 0,'11'2'148'0,"-11"-2"-13"0,0 0 1 0,21 14-6 16,-15-9-6-16,3 2-8 0,0 2-9 0,0-2-11 0,0 1-10 15,5 2-2-15,-4-6 0 0,2-3 5 0,0 1 1 16,3 2 0-16,-1-1-3 0,-2-5-4 0,1 0-3 15,1-1-2-15,-3 0 3 0,0-3 14 0,-3 1-7 16,-1-2-7-16,-1-1-4 0,-1-1-7 16,-2-3-9-16,0 0-4 0,-2 3 0 0,-1 9-11 0,-2-22-5 15,-1 10 0-15,-2 0-7 0,0-3-6 16,-1 6 6-16,0 1-16 0,0 0-16 0,-4 0-15 16,3 5-12-16,-3 0-21 0,10 3-12 0,-19 3-21 15,7 1-35-15,-1 5-24 0,2 1-17 0,2 3-20 16,0 3-21-16,2 0-121 0,3 3-342 0,0 5 151 15</inkml:trace>
  <inkml:trace contextRef="#ctx0" brushRef="#br0" timeOffset="-165593.16">16613 17645 157 0,'10'-7'161'0,"-1"-2"-6"0,-1 0 12 0,2-2-11 15,-1-3-13-15,0 0-10 0,-2-1-2 0,0 0-16 16,0-1-2-16,-2 1-5 0,0-2-12 0,0-1 0 15,-1 0-6-15,-3 0 0 0,2 3 12 0,-2 3 8 16,-1 2-8-16,0 10-2 0,-1-18-7 0,1 18-10 16,-2-14-7-16,2 14-4 0,0 0-16 15,-1-13-5-15,1 13-6 0,0 0-10 0,0 0-1 16,-1-9-4-16,1 9-3 0,0 0-5 0,0 0 0 0,0 0 0 16,23 4-3-16,-23-4 0 0,24 7-6 15,-9-5 0-15,3 4 0 0,0-4-3 0,-2 5-2 0,-2-4-2 16,-4 2-1-16,-1 0-2 0,-2 1 0 15,0 0 0-15,1 3 2 0,-3 0 2 0,-1-1 1 16,-3 4 3-16,1-1 0 0,0-1 4 0,-2 1-2 16,0-11-1-16,0 21 1 0,-2-12 6 0,2-9-10 15,4 15 1-15,-1-8 1 0,-3-7-3 0,3 12 1 16,-3-12-2-16,6 9 5 0,-6-9 0 0,11 4-1 16,1 0-6-16,4-5 3 0,2-1 1 0,-4 0-3 15,5-3 0-15,-3 0 5 0,-2 2-6 0,-1-1 2 16,-1-2 1-16,-1 0-3 0,-2-2-1 0,-3 0 1 15,3 2 2-15,-3-5-4 0,-2 3 4 0,0-4-5 16,-1 0 2-16,-2 1-2 0,1 0 0 0,0-1 2 16,-2-1-1-16,0 2 9 0,0 11-7 0,0-18-5 15,2 10 1-15,-2 8-3 0,1-10 6 0,-1 10-5 16,0 0 1-16,0 0-5 0,-1-14-4 0,1 14 4 16,0 0-1-16,0 0-2 0,0 0 5 0,0 0-3 15,0 0 0-15,0 0 3 0,0 0 1 16,-15 29-1-16,12-20 0 0,1 0 1 0,2-9-5 0,-4 20 2 15,2-10-1-15,1 1 6 0,0-2-3 16,1-9-2-16,2 21 5 0,0-10-5 0,2-2 6 0,-3 1-1 16,2 0-2-16,-1 2-1 0,1-3-1 0,-3-9 3 15,2 15 3-15,0-7-4 0,-2-8 9 0,2 12-2 16,-2-12-1-16,0 12-3 0,0-12 6 16,-4 9-3-16,-1 0-1 0,-1-2-8 0,-1 0-11 15,1 0-11-15,0-2-22 0,6-5-20 0,-12 10-30 16,12-10-32-16,-14 6-36 0,14-6-63 0,-9 4-200 15,9-4-467-15,0 0 207 0</inkml:trace>
  <inkml:trace contextRef="#ctx0" brushRef="#br0" timeOffset="-165141.22">17737 17160 76 0,'0'0'193'0,"0"0"-4"16,0 0-8-16,0 0-4 0,-8 44-10 0,0-15-7 15,-1 4-15-15,-1 12-14 0,-5-1-13 0,5 6-8 16,-2-1-14-16,-1-2-9 0,2 0-4 0,4 2-12 16,1-3-5-16,-3 0-7 0,4-13-7 15,-2 3-11-15,4-4-17 0,1 3-26 0,-3-5-32 16,4-1-32-16,-3-2-42 0,4-8-56 0,-1-1-145 16,-2-5-335-16,5-2 148 0</inkml:trace>
  <inkml:trace contextRef="#ctx0" brushRef="#br0" timeOffset="-164354.12">18204 17302 181 0,'-19'-7'201'0,"6"7"-6"0,13 0-2 0,-30 12-13 16,7 3-10-16,2 1-5 0,-2 3-13 0,2 3-12 15,3 2-9-15,1 3-14 0,3-1-14 0,1 1-7 16,4-1-8-16,5-6-12 0,4-1 1 0,4 8-13 16,4-3-11-16,5-1-17 0,0-9-18 0,9 2-22 15,5-5-20-15,-1 0-16 0,10-5-27 16,-2-3-17-16,3-2-2 0,0-4-5 0,0-1 1 16,2-3 11-16,-4-1 2 0,1 0 6 0,-2-5 3 15,-4-2 13-15,3 0 6 0,-4 1 1 0,-4-3 15 16,-7 0-7-16,-1-4 16 0,-7 5 6 0,-1-1 12 15,-7 1 20-15,0-1 12 0,-5 2 9 0,-5 1 11 16,-3 0 5-16,-2 1 5 0,-1 2 16 0,-3 4 1 16,-2 2 3-16,1 3 2 0,0 2-5 0,1 2 2 15,-1 4 0-15,0 3-3 0,2 1-4 0,1 3-6 16,-3 8-3-16,5-6-8 0,6 1-4 0,-1 0-7 16,3 0-1-16,1-1-7 0,4-2 1 0,0-13-8 15,9 23 5-15,-4-12-3 0,2 0-6 0,2-1 6 16,5-1-7-16,-3-5-6 0,2 0-1 0,-13-4 2 15,27 0-7-15,-27 0 1 0,25-7 3 0,-12 3-1 16,-13 4-1-16,18-14-1 0,-10 6-1 0,-1-3-5 16,-7 11 4-16,8-18-2 0,-5 8-2 0,-3 10-1 15,2-21 1-15,-2 21 2 0,1-13-5 16,-1 13 2-16,0 0-4 0,3-14 1 0,-3 14-7 16,0 0 3-16,0 0-2 0,0 0 9 0,0 0-10 15,0 0 5-15,0 0-1 0,0 0 2 0,0 0-3 16,13 36 3-16,-13-36 2 0,10 19-2 0,-2-12 7 15,3 1-2-15,2 0-2 0,2-2-1 0,4-1 3 0,3-1-1 16,-1-4 1-16,7-4 3 0,0-1-2 16,1-2 1-16,-2 0 0 0,-1-5-2 0,-10 0 1 0,2 4 5 15,-1-4-5-15,-2-2 9 0,-1-2 6 16,-2 1-6-16,-3-2 3 0,2-5-1 0,-5 3-1 16,0-5 3-16,0-2-4 0,-5 1-1 0,3 0 9 15,-4 5 0-15,4 2 8 0,-4 0 15 0,0 18 10 16,2-22 9-16,-2 22 3 0,2-15-16 0,-2 15-12 15,0 0-3-15,0 0-7 0,0 0-4 0,0 0 6 16,0 0 0-16,0 0-4 0,-4 51 1 0,1-24 1 16,0 2 0-16,-1 1-7 0,0 3 0 0,-1-1-2 15,1 0-1-15,-4-1-1 0,6 1 5 0,0 0-8 16,0-2 0-16,-1 1-9 0,5-2-22 16,-4-3-33-16,1-1-26 0,-2-5-34 0,3 5-24 15,-1-8-32-15,0-4-40 0,1-13-37 0,1 20-35 16,-1-11-153-16,0-9-464 0,3 12 205 0</inkml:trace>
  <inkml:trace contextRef="#ctx0" brushRef="#br0" timeOffset="-164136.88">18961 17409 19 0,'10'-4'177'0,"3"1"-2"16,-13 3 5-16,26 3-16 0,-14 0-14 0,0 4-5 15,-1 5-13-15,-3-1-16 0,1 3-3 0,-4 4-11 16,-2-3-12-16,-3 2-9 0,-2 1-5 0,-2 0-11 16,1 0-5-16,-4-1-13 0,0-2-8 0,-4-1-16 15,5-4-14-15,-2 0-14 0,1-4-31 0,-1 1-27 16,8-7-26-16,-9 6-29 0,9-6-42 0,0 0-89 16,0 0-270-16,0 0 120 0</inkml:trace>
  <inkml:trace contextRef="#ctx0" brushRef="#br0" timeOffset="-163815.36">19201 17434 20 0,'0'0'219'16,"0"0"-2"-16,0 0-13 0,0 0-6 0,0 0-21 16,-39 22-8-16,33-11-12 0,0-2-13 0,1 2-15 15,-1 3-9-15,3-3-13 0,3-11-10 0,-2 22-14 16,2-11-7-16,0-11-7 0,6 16-2 0,-6-16-9 15,11 12-6-15,-6-8-11 0,-5-4-7 0,21 6-4 16,-8-5-7-16,-13-1-2 0,25-3 1 0,-12-2-7 16,-2-1-4-16,1-1 5 0,-4 0-3 15,1-2-4-15,-2 1 3 0,-7 8-2 0,8-18-2 0,-3 6 0 16,-5 12-1-16,4-12 0 0,-4 12-2 16,1-12 4-16,-1 12 6 0,0 0-12 0,0 0 0 15,3-14-1-15,-3 14 3 0,0 0-4 0,0 0 1 16,0 0 0-16,0 0 0 0,0 0-1 0,-10 42-4 15,10-42-23-15,1 20-29 0,-1-20-23 0,4 19-37 16,-4-19-40-16,10 17-35 0,-1-10-157 0,-9-7-375 16,24 7 166-16</inkml:trace>
  <inkml:trace contextRef="#ctx0" brushRef="#br0" timeOffset="-163443.1">19605 17420 177 0,'0'0'210'0,"-23"17"3"0,12-3-10 0,0 0-21 16,5-5-16-16,-6 7-5 0,5 2-23 0,0-3-9 15,7 2-14-15,0-17-11 0,-5 30-8 0,4-13-10 16,5-2-8-16,0-2-6 0,2-4-6 16,4 1-7-16,3-1-2 0,4 0-7 0,-5-7 1 15,9 1-10-15,-1-2-3 0,1-1 2 0,-2-3-10 16,-1 1 1-16,0-6-6 0,-3 1-2 0,0-2-1 15,1-1 5-15,-4-1-10 0,0-2-3 0,-3 4 6 16,-1-2-8-16,-2-5 0 0,-1 2 0 0,0-3-6 16,-1 6 4-16,-1-4 1 0,-2 3-3 0,-1 12 10 15,4-19 12-15,-4 19 10 0,0 0-2 0,2-17-7 16,-2 17-5-16,0 0-7 0,0 0-1 0,0 0-1 16,0 0-1-16,0 0 2 0,0 0 0 0,0 0-8 15,-27 36 4-15,22-22 0 0,3-3-4 0,-3 0 2 16,5-11-3-16,0 21-6 0,0-21-15 0,6 23-21 15,-1-12-26-15,2 1-27 0,0-5-54 0,-7-7-44 16,23 9-59-16,-10-6-160 0,-13-3-436 0,32-1 192 16</inkml:trace>
  <inkml:trace contextRef="#ctx0" brushRef="#br0" timeOffset="-163064.87">20182 17197 19 0,'0'0'220'0,"0"0"-23"0,2-12 14 15,-2 12 5-15,0 0-10 0,0 0-8 0,3 45-10 16,-5-21-11-16,4 6-12 0,-5 1-14 0,1-3-12 16,0 1-11-16,-3-2-15 0,0 4-6 0,1-3-15 15,1 1-5-15,-2-3-7 0,0 1-12 0,0-3-7 16,4-5-18-16,-2-8-32 0,1 6-16 0,1-6-24 15,1-11-26-15,0 19-28 0,0-19-37 0,0 0-40 16,0 16-23-16,0-16-33 0,0 0-122 0,0 0-366 16,0 0 162-16</inkml:trace>
  <inkml:trace contextRef="#ctx0" brushRef="#br0" timeOffset="-162770.15">20198 17427 68 0,'0'0'150'0,"0"0"-13"16,0 0 6-16,28 22-5 0,-21-10-9 0,-7-12-16 16,7 19-11-16,-2-9-2 0,-5-10-12 0,14 19-2 15,-6-8-5-15,2-3-8 0,0 1-7 0,1-4 0 16,-11-5-3-16,20 9 10 0,-8-6 0 0,-2-1 2 16,-10-2 7-16,15 0-11 0,-15 0-3 0,16-7 4 15,-16 7-2-15,11-9-5 0,-11 9-1 0,5-14-1 16,-2 3-7-16,-3 11-7 0,1-22-5 0,-1 22-3 15,-3-20-3-15,1 8-3 0,2 12-11 0,-7-22-16 16,4 10-5-16,-5 2-3 0,8 10-11 0,-8-18-16 16,8 18-13-16,0 0-37 0,-6-13-21 0,6 13-11 15,0 0-8-15,0 0-7 0,0 0-5 0,0 0-17 16,-29 26-16-16,25-14-112 0,2 5-295 0,-1-4 131 16</inkml:trace>
  <inkml:trace contextRef="#ctx0" brushRef="#br0" timeOffset="-162254.75">20419 17570 148 0,'17'-7'169'0,"-11"0"-4"16,-6 7 3-16,10-11-4 0,-3 4-13 0,0-3-10 15,-2 1-14-15,2-1-8 0,-2-1-7 0,-1 0-3 16,-4 11-5-16,3-24-8 0,-3 12-2 0,1 0-8 16,-1 12-4-16,-7-23-3 0,5 12-4 0,2 11-3 15,-7-21-7-15,3 13-2 0,4 8-3 0,-7-14-8 16,7 14-6-16,0 0-6 0,-8-11-8 0,8 11-5 15,0 0 2-15,0 0-7 0,0 0-2 0,0 0-1 16,0 0-4-16,0 0 1 0,0 0 4 0,0 0-10 16,37 9 0-16,-37-9-3 0,19 12 0 0,-8-4 1 15,-2 1-7-15,-3-1 1 0,0 2 1 0,0 0 3 16,-4 2-3-16,2 3 4 0,-2-5 2 0,-2-10 2 16,3 22-2-16,-3-22 2 0,1 18 3 0,0-9-5 15,-1-9-1-15,0 16 4 0,0-16 5 16,3 12-4-16,-3-12-4 0,0 0 2 0,8 14 1 0,-8-14 0 15,11 3-2-15,-11-3 2 0,21 3 1 16,-7-5-8-16,2-3 9 0,1 0-5 0,-2-3 0 16,2 2-4-16,-3-3 5 0,0-1-2 0,-1-2-8 15,0 1 5-15,-1-2 3 0,-3-3-3 0,-1 1 0 16,1 0 3-16,-4-1-6 0,-1 1 1 0,1-1 1 16,-4 8 3-16,-1 8-3 0,4-16 1 0,-4 16-5 15,0 0-5-15,3-12 4 0,-3 12-7 0,0 0 2 16,0 0 0-16,0 0 2 0,0 0-2 0,-31 35 5 15,23-18-2-15,2-2 1 0,0 3 2 0,-2 0-3 16,2 0-1-16,0-3 5 0,4 3-4 0,-2-2 1 16,0-1 3-16,2 1-2 0,-1-2 1 0,2 0 1 15,-2-1-4-15,3-13-13 0,-1 22-12 0,0-12-24 16,1-10-28-16,-1 15-44 0,1-15-34 0,0 0-44 16,-3 13-41-16,3-13-125 0,0 0-396 0,0 0 175 15</inkml:trace>
  <inkml:trace contextRef="#ctx0" brushRef="#br0" timeOffset="-162101.72">20855 17588 104 0,'13'-2'233'0,"-13"2"-1"16,0 0-5-16,0 0-21 0,0 0-14 0,0 0-24 16,0 0-18-16,0 0-18 0,0 0-26 0,0 0-32 15,0 0-33-15,0 0-45 0,0 0-52 0,0 0-56 16,0 0-171-16,0 0-305 0,0 0 135 0</inkml:trace>
  <inkml:trace contextRef="#ctx0" brushRef="#br0" timeOffset="-158833.18">15570 17679 45 0,'34'-5'97'0,"5"-2"-2"0,10-3-8 0,6 2 3 15,-4 2-10-15,1 1 9 0,7 1-22 0,-4 1-2 16,5 2-6-16,-1-4-6 0,2 4 0 0,2-3-7 16,-4 4-7-16,-2 0-2 0,1 2-8 0,-7-2 4 15,1 6 1-15,-15-4-11 0,0 2-1 0,2 0-14 16,-1 1-19-16,0 1 9 0,-1-1-34 0,-2 1-14 15,-3-1-26-15,0 1-87 0,-3 2-176 0,-1 1 77 16</inkml:trace>
  <inkml:trace contextRef="#ctx0" brushRef="#br0" timeOffset="-158335.85">19173 18037 109 0,'0'0'133'0,"0"0"-10"0,49-6-7 15,-12 6-14-15,24-2-24 0,34-1 4 0,3 2-12 16,-1-2-24-16,7 3-25 0,4 0-43 0,7-2-55 15,-3 2-54-15,4-4-141 0,0 1 63 0</inkml:trace>
  <inkml:trace contextRef="#ctx0" brushRef="#br0" timeOffset="-85188.89">26320 2879 60 0,'0'0'71'0,"0"0"-11"0,9-4-1 0,-9 4 1 0,0 0 3 15,6-5-5-15,-6 5 0 0,7-4-9 0,-3 0-2 16,-4 4 4-16,8-3-3 0,-8 3-1 0,10-3-8 16,-10 3-10-16,9-3 8 0,-9 3-6 0,8-4-7 15,-8 4 2-15,8-2-7 0,-8 2-12 0,7-1 3 16,-7 1 5-16,0 0 0 0,0 0-6 16,0 0-1-16,7-3 8 0,-7 3-13 0,0 0 4 15,0 0 6-15,0 0-8 0,0 0 2 0,0 0 3 0,0 0-3 16,0 0-7-16,0 0-1 0,0 0 6 15,0 0 1-15,0 0 0 0,0 0-6 0,0 0-2 16,0 0-1-16,0 0 5 0,0 0 0 0,0 0-10 16,0 0 8-16,0 0-9 0,0 0 14 0,0 0-4 15,0 0-6-15,0 0 8 0,0 0-5 0,0 0-5 0,0 0 4 16,0 0-11-16,0 0 16 0,0 0 2 0,0 0-8 16,0 0 8-16,0 0-7 0,0 0 5 0,0 0-10 15,0 0 14-15,0 0-10 0,0 0-6 0,0 0-14 16,20 4-20-16,-13-2 39 0,4 0-1 15,-2-2 8-15,4 1-10 0,3-1 5 0,7 3 10 16,3-3-5-16,5 1-4 0,8-2 8 0,2 2-4 0,13-2 17 16,4-1-16-16,-5 2-6 0,4 3 1 0,-3-3 5 15,2-3 0-15,-18 2 5 0,0 1-10 16,0 0 2-16,-1-1 4 0,-4 2-1 0,-3 0-5 16,-1-1-8-16,-10 3-9 0,-2-2-11 0,-4 1-14 15,-1-2-14-15,-4 3-1 0,-4-1 3 0,-4-2-1 16,0 0 7-16,5 6 4 0,-5-6-4 0,0 0 5 15,0 0 4-15,-17 5 8 0,17-5-3 0,-21-1 4 0,8 1-1 16,1 0 8-16,-1 0 5 0,-6-1 8 16,-1-1-2-16,1 1 7 0,2-3 6 0,4 3 9 15,-3-2 0-15,7 3-2 0,-1-3 11 0,-2 3 2 16,3-2 9-16,9 2 9 0,-11-1-2 0,11 1-2 16,-9-3 9-16,9 3-13 0,0 0-1 0,-9-2-4 15,9 2 18-15,0 0 7 0,0 0-6 0,-9-2-1 16,9 2-6-16,0 0-7 0,0 0 6 0,0 0-4 15,0 0 23-15,-4 11 11 0,4-11 4 0,0 15-8 16,0-5 11-16,0 0-11 0,0 6-2 0,0 1 2 16,0 1 0-16,0-2-6 0,0 4 2 0,4 4-4 15,-4-6-5-15,0 1-2 0,2 0-5 0,-2 1-4 16,2-3-4-16,0 3 0 0,-2-2-4 0,3-2 1 16,-1 0-2-16,0 0-5 0,0-1-3 0,-4-3-3 15,6-1 4-15,-2 0-7 0,-1 0 1 0,2-1 1 16,-1-1-6-16,-2 0 8 0,0-1-29 0,-2 0-9 15,2-8-7-15,-3 12-11 0,0-8 3 0,-1 1-12 16,4-5-11-16,-13 5-1 0,6-3 2 0,-4 0 0 16,4-2 7-16,-4 0 4 0,1-2 2 0,10 2 4 15,-17-2 4-15,11 0 5 0,-2-1-2 0,8 3 9 16,-11-4 9-16,11 4 13 0,-8-4 0 0,8 4-1 16,0 0 4-16,-8-2 9 0,8 2-8 0,0 0-1 15,0 0 5-15,0 0 4 0,0 0 2 0,0 0-6 16,32-4-2-16,-14 3 2 0,3 1 1 0,6-1-7 15,2-2 3-15,-1 3 21 0,-1 0-43 0,4 0-26 16,-3 0-24-16,1 0-25 0,2 0-102 16,-8 0-212-16,-2 0 94 0</inkml:trace>
  <inkml:trace contextRef="#ctx0" brushRef="#br0" timeOffset="-84902.34">27566 3092 45 0,'0'0'155'0,"-2"-10"-5"0,2 10-11 16,0 0-1-16,0 0-6 0,-5-7-5 0,5 7-7 15,0 0-4-15,-20 5-4 0,7 0-9 0,1 4-6 16,-3-1-8-16,1 3-8 0,-1 0-2 0,2 2-11 16,3 1-6-16,-1-3-9 0,5 2-4 0,0-1-5 15,2-1 3-15,4 1-9 0,0 3-2 0,4-2-10 16,6 2-18-16,5-1-29 0,6 2-30 0,6-1-43 15,2 0-43-15,4-3-30 0,-1 1-107 16,3-4-298-16,0-1 132 0</inkml:trace>
  <inkml:trace contextRef="#ctx0" brushRef="#br0" timeOffset="-84712.43">28248 3069 52 0,'-6'-8'183'16,"-2"0"-7"-16,-2 1-13 0,1 4-5 0,1 2-14 16,-2 0-12-16,-2 2-9 0,-1 3-11 0,0 6-7 0,0 0-1 15,-1 6-16-15,3-2-9 0,0 3-3 16,2 0-9-16,4 0-4 0,0 2-8 0,2 0-5 16,2 0-4-16,2-2-4 0,2-1-2 0,2 2-8 15,4-1-8-15,1 0-19 0,2-3-19 0,1 0-25 16,3-1-29-16,0 0-16 0,4-4-52 0,-1 2-21 15,0-4-114-15,-2 0-292 0,1-5 129 0</inkml:trace>
  <inkml:trace contextRef="#ctx0" brushRef="#br0" timeOffset="-84547.96">28463 2981 105 0,'0'0'148'0,"2"-10"-13"0,-2 10-8 15,2-9-18-15,-2 9-9 0,0 0-20 0,1-6 2 16,-1 6-17-16,0 0-24 0,0 0-24 0,0 0-30 16,0 0-32-16,-13 29-33 0,3-13-68 0,-8 6-158 15,-1-2 70-15</inkml:trace>
  <inkml:trace contextRef="#ctx0" brushRef="#br0" timeOffset="-83912.63">28552 2852 32 0,'4'-11'151'0,"1"3"2"15,-5 2-5-15,5 0-17 0,-5 6-16 0,3-7-6 16,-3 7-18-16,0 0 1 0,0 0-12 0,3 20 5 16,-4-2-5-16,1 8-6 0,-4 7-5 0,-2 2-5 15,1 0 1-15,-1-1-8 0,-1 2-5 0,-3 9-2 16,6-13-3-16,-2-1-3 0,3-5-10 0,1 3 2 16,0-10-4-16,1 0 1 0,0-2-6 0,1-5 2 15,-2 1-3-15,2-2-2 0,-2-2-6 0,1-2 0 16,-1 0 3-16,2-7-2 0,-1 10-3 0,1-10 2 15,0 0 1-15,0 8-3 0,0-8-2 0,0 0 1 16,0 0 0-16,0 0-3 0,0 0-5 0,0 0 0 16,15-22-6-16,-8 11-3 0,0 1-3 0,0-1-2 15,3-2-1-15,-1 4 1 0,1 1-3 0,4-1 2 16,2-1-1-16,-6 5-1 0,1 1-3 0,2 4 0 16,-3 0 5-16,4 0 1 0,-3 2 5 0,-1 3-7 15,0 0 3-15,0-1-1 0,-1 2-1 0,4 0 1 16,-3 2 7-16,1-3-3 0,0 3 3 0,1-3-2 15,-1 2 4-15,7-1-2 0,-5-4 3 0,5 2-2 16,-1-3 1-16,-5-1 5 0,0-1-5 0,1 0 3 16,-1-3 1-16,1 0-4 0,-4-3 4 0,6-2 0 15,-6 0-1-15,0 0 1 0,-4-2 0 0,5-4-4 16,-1 1 7-16,-1-1-2 0,-2 1 4 16,-2 1-3-16,0 2 2 0,0 4 4 0,-2 2-9 15,1-1-4-15,-3 6-6 0,1-8 0 0,-1 8 1 0,0 0 3 16,0 0-3-16,0 0 1 0,0 0 3 0,-2 28-1 15,0-18 2-15,0 5-4 0,-1-2 2 16,2 4 0-16,0-2-6 0,1-2-17 0,1 0-23 16,5 2-24-16,-1-3-34 0,3-1-33 0,0-1-38 0,1-2-95 15,0-3-295-15,2 1 131 0</inkml:trace>
  <inkml:trace contextRef="#ctx0" brushRef="#br0" timeOffset="-83551.08">29305 2939 63 0,'0'0'131'0,"0"0"-18"0,9-2-23 0,-9 2 22 0,0 0 0 16,6 11-5-16,-2 0 8 0,-1 1 3 16,-2 6 15-16,1 7-13 0,-3 3-11 0,1 3-3 0,-2 0-7 15,-1 3-12-15,-2-2-9 0,0 0-5 0,2-1-6 16,-3-5-5-16,0 4-7 0,2-2-5 0,0-1-2 15,0-3-8-15,0 0-7 0,1-5-17 0,2-2-26 16,-1 0-20-16,0-5-27 0,2 1-41 0,-1-1-33 16,-3-1-26-16,1 0-119 0,-3-3-299 0,1-3 132 15</inkml:trace>
  <inkml:trace contextRef="#ctx0" brushRef="#br0" timeOffset="-83347.25">29403 3135 37 0,'10'-7'141'0,"1"3"-19"16,0 1-11-16,-2 2 1 0,-9 1-6 0,15 3 3 15,-8-1-6-15,-2 5-8 0,0 0-4 0,-1 5-6 16,-3-1-1-16,1 5-7 0,-2-1-9 0,-3 1-2 16,-2-1-4-16,-3 2 2 0,-3-2-16 0,-1 0 2 15,-1-1-11-15,-3-1-19 0,-6 2-27 0,-1-1-40 16,3-4-18-16,-5 0-55 0,-1 2-123 0,-4-2-261 15,-1-5 116-15</inkml:trace>
  <inkml:trace contextRef="#ctx0" brushRef="#br0" timeOffset="-82511.61">26405 3740 78 0,'0'0'198'0,"0"0"-13"0,-11 11-7 0,6-3-18 15,1-1-15-15,0 2-10 0,4 1-14 0,-4 3-7 16,4 0-13-16,0-1-7 0,4 5-7 15,0-7-11-15,0 5-4 0,3-5-8 0,2 4-4 16,5-2-7-16,-1-2-2 0,5-2-5 0,-3 0-6 0,2-2 0 16,3-1-4-16,-3-2-4 0,0-2-5 0,-2-1-2 15,-1 0 0-15,-3-3 0 0,0 0-2 0,-2-1-3 16,0 0-1-16,-2 0-2 0,-1-1-2 16,-4-1-1-16,4-2 5 0,-4 1-13 0,0-2 3 15,2 1-1-15,-4 1-1 0,0 7-4 0,2-9 3 16,-2 9-2-16,2-8-8 0,-2 8 2 0,0 0-2 0,0 0 3 15,0 0-2-15,0 0 6 0,0 0-4 0,9 15-4 16,-6-9 3-16,4 3 1 0,-1-1 5 16,3 2-5-16,0-5 1 0,5 5 5 0,-1-2-2 0,5 2 0 15,-2-2 1-15,4-3 1 0,-5-1-2 16,2 0 1-16,-1-3-8 0,-3 0-4 0,0 1 0 16,-1-2-8-16,-4-3-2 0,1 0 5 0,-1-1-13 0,0-3 2 15,-3-2-3-15,-3 0-1 0,-2-2 13 16,0 0-3-16,0-6 0 0,0 6 7 0,-2-1 4 0,-1-1 11 15,1 5 9-15,0 3-3 0,2 5 5 16,-2-13-6-16,2 13-3 0,0-10-2 0,0 10 0 16,0 0-5-16,2-7 4 0,-2 7-2 0,0 0 0 15,9-4 1-15,2 7 0 0,1-6-5 0,-4 3 3 16,6-1-1-16,-1 2 5 0,2-2-3 0,4-2 2 16,-8-1-4-16,3 4 3 0,-3-2-2 0,-3 1 4 15,-8 1 1-15,14-4 1 0,-9 1 8 0,3 0-2 16,-8 3 2-16,10-4 6 0,-5 2 9 0,-5 2 1 15,4-3-3-15,-4 3-4 0,0 0-9 0,10-1-2 16,-10 1-1-16,0 0-3 0,0 0 3 0,1 13 0 16,1-3 1-16,0 2-3 0,-2 5 6 0,-4-1-8 0,3 3-10 15,-3-2-19-15,2 2-9 0,0 0-21 16,0-3-31-16,-2 1-36 0,1-1-42 0,1 0-46 16,0-5-111-16,0 0-343 0,-2-2 153 0</inkml:trace>
  <inkml:trace contextRef="#ctx0" brushRef="#br0" timeOffset="-82333.33">27001 3678 14 0,'-3'-10'135'15,"3"10"-20"-15,0 0-18 0,0 0-25 0,0 0-26 16,0 0-18-16,26 14-18 0,-9-7-16 0,-1 0-21 15,1 2-16-15,-6-1-31 0,9-1-80 0,-1 0 36 16</inkml:trace>
  <inkml:trace contextRef="#ctx0" brushRef="#br0" timeOffset="-82160.91">27208 3746 79 0,'10'0'33'0,"3"0"4"0,-6 0 22 15,-7 0 6-15,12-6 7 0,-6 4 16 0,1-1 20 16,-7 3 12-16,6-5 6 0,-6 5-7 0,8-3-5 16,-8 3-8-16,0 0-19 0,6-3-11 0,-6 3-9 15,0 0 4-15,0 0 5 0,4 15-1 0,-3-5-1 16,-1 3 0-16,0 4-4 0,0 2-2 0,0 4-7 15,-2 4-4-15,3-9-4 0,0 8-5 0,-1-7-3 16,0 0-3-16,0 1-5 0,0-4-13 0,2 3-19 16,0-3-23-16,-2-4-38 0,4-1-36 0,-4 0-43 15,0-1-31-15,0-3-130 0,0-7-318 0,0 0 140 16</inkml:trace>
  <inkml:trace contextRef="#ctx0" brushRef="#br0" timeOffset="-81804.55">27260 3927 46 0,'3'-10'131'16,"-3"10"-12"-16,6-8-4 0,2 4-7 0,-2-3-2 16,3 2-2-16,0 0-3 0,4-2-3 0,-2 0 6 15,4 0-7-15,-2 2-1 0,-1-2-6 16,3 0-2-16,-5 0 3 0,2 2-1 0,-3-2 5 0,-3 1-2 16,1 0-8-16,0 1-2 0,0 2-6 0,-2-1-3 15,-5 4-3-15,6-5-7 0,-6 5-10 0,8-4-12 16,-8 4-2-16,0 0-7 0,0 0-2 0,0 0-5 15,11 10 1-15,-11-2-3 0,0 1-5 16,0 1 1-16,-1-1 2 0,-1 1-7 0,0 1 2 16,0 0-4-16,2-1-1 0,-2 1 0 0,0-4-2 0,2 1 2 15,0-1-1-15,0-7-3 0,-4 11 1 0,4-11 0 16,1 10-4-16,-1-10 3 0,-1 8-4 16,1-8 4-16,0 0-3 0,0 0 1 0,8 5-5 15,-8-5 0-15,9 0-3 0,-9 0 2 0,11 2-2 16,-2-2-2-16,0 4 0 0,-5-1-3 0,5 0 2 15,0 0-2-15,-2 5 2 0,2-2-8 0,-1 2-10 0,2 2-7 16,-1 2-29-16,0-1-38 0,3 1-53 16,-1 1-53-16,1 1-151 0,0-1-382 0,1-4 169 15</inkml:trace>
  <inkml:trace contextRef="#ctx0" brushRef="#br0" timeOffset="-81151.01">28404 4020 121 0,'0'-7'154'0,"1"-4"-3"0,-1 2-6 15,0-1-10-15,0 2-7 0,0-1-8 0,1-2-11 16,4 2-1-16,-5 1 2 0,0 8 0 0,2-13-1 15,-2 7-7-15,0 6-2 0,2-11-10 0,0 6-7 16,-2 5-5-16,1-8-10 0,-1 8-4 0,2-8-2 16,-2 8-7-16,2-9-5 0,-2 9-9 0,0 0-9 15,0 0-4-15,2-6 3 0,-2 6-14 0,0 0 3 16,0 0-1-16,-2 26-1 0,0-16-3 0,2 9-1 16,-1 4 1-16,-3 1 23 0,2 3-2 0,-3-3-7 15,1 3 2-15,0-8-2 0,-1 8-1 0,2-8-4 16,1 1-4-16,-1-4 1 0,-2 3-1 0,5-6-2 15,-4 2-3-15,2-4 0 0,2 2 1 0,-1-3-3 16,-1 2 0-16,1-2-1 0,1 2 2 0,0-5-11 16,-4 1-20-16,4-8-18 0,0 15-19 15,0-8-26-15,0-7-24 0,-1 13-28 0,0-8-55 0,1-5-38 16,0 0-120-16,0 0-372 0,0 0 166 0</inkml:trace>
  <inkml:trace contextRef="#ctx0" brushRef="#br0" timeOffset="-80607.91">28814 3989 5 0,'-6'-7'186'0,"6"7"-4"16,0 0-7-16,-1-13-11 0,1 13-6 0,0 0-5 16,0 0-10-16,-4-9-13 0,4 9-13 0,0 0-12 15,0 0-10-15,0 0-10 0,0 0-10 0,0 0-4 16,0 0-13-16,0 0-4 0,0 0-6 0,0 0-3 16,0 0-3-16,0 0 6 0,0 0-5 0,0 0-2 15,0 0 1-15,17 25 13 0,-13-17-11 0,0 1 2 16,1 2-10-16,0-1 2 0,3 5 0 0,1-1 7 15,-2 0 2-15,5 1-2 0,-2 6 2 0,1-4-2 16,0-2-3-16,1 3-5 0,-1-4 0 0,7 7-8 16,-4-8 3-16,1 1-4 0,-2 0-5 0,1-1 2 15,-1-1-3-15,1 1-4 0,-1-4 1 0,-5-1-1 16,2 1-3-16,-2 0-6 0,0-1 5 0,0-2-25 16,0 0-19-16,-6 1-20 0,2-1-21 0,-4-6-21 15,3 9-32-15,-3-9-38 0,0 0-38 0,-7 13-197 16,7-13-430-16,-15 3 191 0</inkml:trace>
  <inkml:trace contextRef="#ctx0" brushRef="#br0" timeOffset="-80343.01">29116 4017 115 0,'0'0'218'0,"1"-10"-5"15,-1 10-11-15,1-6-11 0,-1 6-18 0,0 0-16 16,0 0-20-16,0 0-16 0,0 0-13 16,0 0-8-16,0 0-2 0,0 0-7 0,-23 26-5 0,8-6-10 15,-2 2-7-15,-2 1-1 0,0-1-10 16,0 1-5-16,-2-3-1 0,2 1-6 0,-1 1-4 16,1-1-1-16,-2-1-8 0,-1-1-2 0,3 1-11 15,0-2-22-15,4-3-24 0,3-3-18 0,-3 3-35 16,2-2-38-16,5-2-42 0,1-1-42 0,-2-1-128 15,9-9-356-15,-8 12 158 0</inkml:trace>
  <inkml:trace contextRef="#ctx0" brushRef="#br0" timeOffset="-80078.11">29647 3895 224 0,'4'-7'252'0,"-1"-2"-14"0,1 4-23 0,-2 1-22 15,-2 4-19-15,0 0-21 0,4-6-15 0,-4 6-19 16,0 0-9-16,0 0-6 0,1 27 0 0,-1-10-3 16,-1 11-11-16,-3 1-5 0,3 1-8 0,0 0-8 15,-3 4-7-15,2-2-4 0,0-3-9 0,-2 4-11 16,3-3-26-16,-6 1-25 0,6-2-30 0,2-1-32 15,-3-2-42-15,2 0-46 0,2 0-44 0,-2-7-135 16,5-2-369-16,1-2 163 0</inkml:trace>
  <inkml:trace contextRef="#ctx0" brushRef="#br0" timeOffset="-79360.69">28100 4561 59 0,'0'0'166'0,"-9"-1"-21"0,9 1-7 16,0 0-5-16,0 0-11 0,27 4-12 0,1 0 2 15,12-2-17-15,25 3-1 0,32-1-12 0,9 0-7 16,3 4-9-16,11-3-11 0,4-5-8 0,11 3-14 16,0 0-16-16,6 0-29 0,-3 1-19 0,4 0-31 15,0 1-20-15,-2 1-33 0,-5 2-94 0,-8-2-224 16,0-7 100-16</inkml:trace>
  <inkml:trace contextRef="#ctx0" brushRef="#br0" timeOffset="-74836.45">30067 4269 39 0,'0'0'141'0,"0"0"-15"0,0 0-13 0,0 0-12 0,0 0-4 16,0 0-15-16,0 0-7 0,0 0 1 0,10-25-17 16,-7 22-6-16,3-2 0 0,-2-1-9 0,2-1-2 15,-1 1-9-15,5-1 4 0,-3 0-9 0,0 0 4 16,1-1-2-16,2-1 1 0,-2 0-9 0,0-2 6 15,4-2-6-15,-3 0 4 0,0 0-11 0,0 3 1 16,0-5-7-16,-1 5 4 0,0-1 1 0,0-4 4 16,-1 6-7-16,0-2 3 0,0 2 1 0,-2 0 7 15,0 4 3-15,-1-2 1 0,0 0-1 0,-2 3-5 16,-2 4 5-16,4-9-3 0,-4 9-5 0,5-6-4 16,-5 6-1-16,0 0-1 0,3-5-5 0,-3 5 0 15,0 0 0-15,0 0 0 0,0 0-5 0,0 0 3 16,0 0-1-16,0 0-3 0,0 0 3 0,0 0-5 15,0 0 2-15,0 0 0 0,0 0-1 16,0 0 0-16,-14 19 6 0,14-19-8 0,4 14 5 0,1-5-4 16,0-2-3-16,1 3 5 0,0-1 11 0,1 1-19 15,1 0-3-15,-2-1 0 0,3 1-1 0,-4 0 4 16,1 1-2-16,-2-2 4 0,2 1-4 0,-3-1-6 16,1 2-4-16,-1-3 3 0,-2 2-2 15,0-2 3-15,-1-1-5 0,0-7-4 0,0 0-14 16,-4 20-5-16,2-16-27 0,-3 1 4 0,0-1-23 0,5-4-24 15,-11 6-76-15,5-3-206 0,6-3 92 0</inkml:trace>
  <inkml:trace contextRef="#ctx0" brushRef="#br0" timeOffset="-74361.83">30706 3991 94 0,'1'-8'176'0,"-1"8"-7"0,0 0-3 0,0 0-23 16,0 0-3-16,-16 0-13 0,16 0-10 0,-17 9-11 15,8-3-8-15,-5 3-13 0,5 1-6 0,-2-3-9 16,4 2-5-16,-1 0-9 0,2 1-2 0,2 0-11 16,0-2 6-16,3 1-8 0,-4 0-5 0,5-2-5 15,0-7-4-15,5 12-6 0,0-4-10 0,0-4-2 16,-1 0-5-16,2 1-1 0,2-4-2 0,-2 1 5 15,-6-2-6-15,10 0 3 0,-10 0-4 0,13-3 4 16,-4-2 1-16,0-1-9 0,-2 0 6 0,1-1-1 16,0-1 4-16,-1 1-1 0,-1 1-1 0,0-1-1 15,1 2 4-15,-4 2 2 0,-3 3-3 0,7-8-9 16,-7 8 4-16,6-1-7 0,-6 1 6 0,0 0 0 16,6 12 1-16,-6-2 0 0,0 5-9 0,0 3 7 15,-4-1 1-15,1 9 1 0,-1-1-1 0,-1 0 5 16,2-7-6-16,-2 0 3 0,0 0 0 0,3-1 2 15,-2-6-2-15,3 2-1 0,-2-2 2 0,1-1 4 16,0-3-4-16,1 0 3 0,1-7 0 0,-1 8 6 16,1-8 7-16,0 0 16 0,0 11 10 0,0-11 9 15,0 0-4-15,0 0-3 0,0 0-6 16,0 0-9-16,0 0-5 0,24-21-7 0,-13 9-10 0,6-2-14 16,2-3-19-16,4-1-33 0,0 0-22 0,0 1-30 15,3 1-38-15,-1 0-30 0,1 0-123 0,-8 4-324 16,2-3 144-16</inkml:trace>
  <inkml:trace contextRef="#ctx0" brushRef="#br0" timeOffset="-74206.7">31163 4083 106 0,'0'0'99'0,"0"0"-34"15,0 0-37-15,0 0-32 0,4 2-45 0,-4-2-54 0,0 0 24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8T10:46:27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4209 6027 26 0,'0'0'35'0,"-10"-3"-4"0,10 3-2 15,-6-3-1-15,6 3-6 0,0 0-4 0,0 0-3 16,-8-3 3-16,8 3 3 0,0 0-5 0,0 0 2 16,0 0-2-16,0 0-4 0,0 0 4 0,23-1 6 15,-9-2-6-15,5 2 7 0,2-1-6 0,7 1 5 16,1 0-1-16,3-2-2 0,1 0-7 0,4-1 5 16,0 1 3-16,3-2-7 0,12 0-4 0,-13 1 10 15,12-4-3-15,0 3-4 0,4-1-1 0,0 0-1 16,1-1 5-16,0 0-13 0,2 4 12 15,3-3-6-15,2 3 6 0,2-1-9 0,1 0 4 0,24-1 13 16,-27 1-14-16,0 1-1 0,27-3 1 0,-26 1-4 16,2 0-2-16,25-2 2 0,1-3-5 0,-28 5 12 15,28-1-6-15,-26 2-4 0,26-3 1 0,-28 2 0 16,3 0-4-16,25-1 3 0,-29 1 4 0,26 1 0 16,-24 0-5-16,30 0 0 0,-30 0 12 15,32 0 2-15,-9 2-6 0,-20-1 1 0,25 1-1 0,-2-2-5 16,-27 1 5-16,32 1 1 0,-3-1-4 0,2-2 4 15,-1 1 2-15,3-1 1 0,3-3-10 0,1-2 7 16,-3 1-5-16,1-4 1 0,3-1-1 0,0 1 8 16,-3 0 13-16,5-3-13 0,1 0-5 0,-4 5-2 15,-2-2 3-15,-2 3-8 0,2 2-6 0,-5-6 12 16,3 4-1-16,0-1 1 0,-1 1 2 0,2 5 0 16,-1 0 1-16,-2-1-7 0,1-2-7 0,-3 1 1 15,3 1 11-15,0 0-6 0,0 0 3 0,1 0 5 16,-3-1-6-16,0 1-6 0,-2 0 7 0,-28 1 0 15,28 0-8-15,1-2 7 0,-27 0-7 16,31 0 8-16,-5 1-3 0,-28 0-3 0,26-3 2 0,-25 3 1 16,24-4-2-16,-26 5 4 0,-2-2 3 0,2 2-1 15,0 0-8-15,0-1 0 0,1 3 5 0,-1 0-11 16,0-2-11-16,2 5 0 0,-4-1-20 0,4-1-4 16,-6 1-9-16,1-2-10 0,-1 3-8 0,2 0-46 15,-3 0-126-15,-2-2 56 0</inkml:trace>
  <inkml:trace contextRef="#ctx0" brushRef="#br0" timeOffset="713.76">15800 5621 39 0,'51'8'37'0,"2"-3"-1"0,-1 2-2 0,6 0 4 16,-3 0-1-16,5 1-3 0,0-2-2 0,4 1-2 0,0 0-2 15,28-1 2-15,-30 1-2 0,29-1-1 0,-27-1-6 16,29-2 7-16,-2 0-1 0,-24-2 1 0,31 3-2 16,-5-5-6-16,2 2-2 0,-2 0 2 15,-2-1 1-15,0 1-3 0,-2-2-4 0,2 1 2 16,-25 0 1-16,39 0-4 0,-8-1 2 0,4 0-4 0,-1-1 3 15,-2-2 0-15,1 3 2 0,-4-1-15 0,4-3 5 16,-3 2 5-16,0 1-6 0,2-3 7 0,3 1-8 16,-1 1 3-16,-2-4-2 0,-2 1-2 15,0 3 9-15,-2-2-3 0,0 0 1 0,-4 2-11 16,2 1 7-16,0 0 3 0,-2 0-6 0,1 4-2 16,-27-5 4-16,28 3-4 0,-29-2 6 0,5 0 2 0,-2-1-1 15,30-3-2-15,-5 1-2 0,-26 4-8 0,31-5 7 16,-31 2-3-16,27-3 5 0,-30 7-5 0,2-4-2 15,0 1 4-15,0 0-8 0,-3 1 9 0,0 0 0 16,-5 0-9-16,1 0 2 0,-6-1-8 16,-12 3-3-16,-2-1-11 0,2 1 4 0,-5 0-6 0,1 0-15 15,-5 0-3-15,-4 0-11 0,-4 1-56 0,-5 1-122 16,-4-2 54-16</inkml:trace>
  <inkml:trace contextRef="#ctx0" brushRef="#br0" timeOffset="1970.62">4246 7415 14 0,'13'2'35'0,"5"1"4"16,4-1-2-16,10-1-12 0,3 1 11 0,15 0-11 15,1-1-2-15,2 4 7 0,2-5 4 0,-4 2-6 16,5 1-2-16,5-2-4 0,5-1 0 0,-1 2-1 16,26-2 1-16,2-6-2 0,0 6-4 0,4-4 1 15,2-2-5-15,2 3 6 0,-3-4 0 0,3 2 2 16,-1-1-2-16,3-3-5 0,10 5 3 16,-2-4-7-16,1-1 0 0,5 0-1 0,-5-4 5 15,7-1-6-15,2-1 10 0,7 3 2 0,0-2-7 0,1 0 3 16,-8-1 8-16,-5 1-4 0,0-2 8 0,-1 3-13 15,-3 1-3-15,-1 1 5 0,-3-4 2 0,-3 2 2 16,-10-1 3-16,-4 1-1 0,-26 4-3 0,27-1 2 16,-32 0 2-16,-1 3-1 0,1-2-4 15,-4-1 2-15,-2 2-3 0,-1 1-2 0,-18 1 3 16,5 2-1-16,-7 1 1 0,-3-2 2 0,-9 3-11 0,0-2 4 16,-1 1 1-16,-4-1 1 0,-4 2 0 0,-1 0 2 15,-4 1 1-15,-7 1-1 0,13-1 11 16,-8-1-5-16,-5 2 10 0,8 0-4 0,-8 0 3 15,0 0-3-15,8-1 7 0,-8 1-6 0,0 0-1 16,6-2-2-16,-6 2 1 0,0 0-8 0,0 0-2 0,0 0-3 16,0 0-4-16,0 0-18 0,0 0-24 0,0 0-23 15,0 0-17-15,13 2-13 0,-13-2-34 0,3 4-95 16,-3-4-231-16,0 0 102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8T10:30:09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11070 538 34 0,'0'0'136'0,"0"0"-10"0,0 0-6 0,0 0-15 16,0 0-7-16,0 0-11 0,0 0-8 0,0 0-9 15,0 0-9-15,0 0 5 0,-64-30-5 0,64 30-2 16,0 0-8-16,0 0-1 0,-40 0 0 0,40 0-6 15,0 0 2-15,0 0 3 0,-42-1 0 0,42 1 2 16,0 0 5-16,0 0-7 0,0 0-5 0,0 0 1 16,0 0 0-16,0 0-9 0,0 0-5 15,0 0-4-15,0 0 0 0,0 0-2 0,0 0-2 16,0 0 4-16,0 0 2 0,0 0-2 0,0 0 0 16,0 0 1-16,105-5 2 0,-68 2 1 0,15-2 2 15,-15 6-1-15,14-4 1 0,-13 2-3 0,-3 0-5 16,-35 1-2-16,68-3-4 0,-36 1-2 0,-32 2-10 15,51-1 7-15,-51 1-4 0,48 3-10 0,-48-3-9 16,30 3-21-16,-30-3-14 0,0 0-32 0,0 0-14 16,41 3-24-16,-41-3-7 0,0 0-5 0,0 0-13 15,0 0-15-15,0 0-87 0,0 0-259 16,0 0 115-16</inkml:trace>
  <inkml:trace contextRef="#ctx0" brushRef="#br0" timeOffset="293.39">11065 488 88 0,'0'0'149'15,"0"0"7"-15,-25 31-3 0,25-31 2 0,-14 39-1 16,6-16-4-16,8-23-1 0,-15 53-8 0,10-25-3 15,-3-1-13-15,3 5-3 0,0-2-7 0,5-30-6 16,-10 55-9-16,5-27-7 0,2-2-5 0,3-8-9 16,-2 2-6-16,1-1-3 0,-1-1-9 0,2 0-9 15,2-1-6-15,-2 0 0 0,-2-2-6 0,1-2-6 16,1-13-18-16,0 23-15 0,-3-13-22 0,2 3-24 16,1-13-46-16,-3 17-37 0,3-17-32 15,-3 12-37-15,3-12-147 0,0 0-372 0,-4 12 165 16</inkml:trace>
  <inkml:trace contextRef="#ctx0" brushRef="#br0" timeOffset="485.18">10986 875 140 0,'0'0'149'15,"0"0"-14"-15,64-8-11 0,-64 8-14 0,57-4-10 16,-27 3-14-16,3-4-27 0,-33 5-22 0,62-2-33 16,-32 0-47-16,-30 2-36 0,50-5-58 0,-50 5-149 15,45 0 65-15</inkml:trace>
  <inkml:trace contextRef="#ctx0" brushRef="#br0" timeOffset="1989.53">12280 526 50 0,'0'0'142'0,"0"0"0"0,0 0-6 0,0 0-12 16,0 0-12-16,0 0-5 0,0 0-11 0,-47-28-10 16,47 28-6-16,0 0-11 0,0 0-1 0,-52 9-4 15,52-9-7-15,0 0-8 0,-43 14-1 0,43-14-9 16,-25 16-3-16,25-16-4 0,0 0-4 15,-24 24 5-15,24-24-6 0,0 0-2 0,-7 26-3 16,7-26-5-16,0 0 0 0,0 0 4 0,0 0 0 16,38 47-8-16,-38-47 2 0,36 17-3 0,-18-8-1 15,-18-9 0-15,47 14-5 0,-27-8 2 0,-20-6-3 16,39 7-1-16,-39-7-2 0,0 0-2 0,38 4-1 16,-38-4-6-16,0 0 5 0,0 0 3 0,36 3 0 15,-36-3-4-15,0 0 3 0,0 0 0 0,0 0 0 16,0 0 3-16,0 0-4 0,0 0-4 0,0 0 9 15,0 0-3-15,0 0 0 0,0 0-1 0,0 0-3 16,0 0 0-16,0 0-1 0,0 0 3 16,0 0 4-16,0 0 2 0,0 0 0 0,-115 1-3 15,115-1 8-15,-47 12-3 0,22 0 0 0,1-1 6 16,24-11-5-16,-34 21 5 0,34-21-8 0,-32 22 4 16,32-22 2-16,-26 24-5 0,26-24 0 0,-14 23 5 15,14-23-5-15,-8 23 7 0,8-23 1 0,0 0-4 0,0 0 3 16,8 48 3-16,1-36-6 0,5 1 2 15,1 0 3-15,8 0-3 0,2-3-3 0,4 1 6 0,0-4-5 16,2 0-8-16,1-4-13 0,1 1-20 16,1-3-46-16,0 1-34 0,-2-5-37 0,1 2-138 15,-12-1-311-15,8-4 138 0</inkml:trace>
  <inkml:trace contextRef="#ctx0" brushRef="#br0" timeOffset="2365.96">12850 562 81 0,'0'0'119'0,"0"0"-4"0,0 0-3 15,0 0-5-15,0 0 6 0,-45-13-14 0,45 13-1 16,0 0-10-16,0 0-2 0,0 0-4 0,0 0-5 16,0 0-3-16,0 0-3 0,0 0-1 15,0 0-7-15,0 0-4 0,0 0-6 0,0 0-1 16,91-7-8-16,-91 7-4 0,89-1-3 0,-49-2-7 15,-2 3 3-15,0-1-3 0,1 0-7 0,-39 1-17 16,68 0-13-16,-39 1-21 0,-29-1-25 0,46 0-15 16,-46 0-35-16,0 0-22 0,44 2-17 0,-44-2-81 15,0 0-241-15,27 6 106 0</inkml:trace>
  <inkml:trace contextRef="#ctx0" brushRef="#br0" timeOffset="2684">13189 535 149 0,'0'0'155'0,"0"0"-6"0,0 0-14 16,0 0-12-16,0 0-12 0,0 0-13 0,0 0-10 15,0 0-7-15,0 0-7 0,0 0 4 0,0 0-5 16,0 0-8-16,0 0-8 0,-17 48 5 0,17-48-2 15,-8 43 2-15,6-17 0 0,2-26 3 0,-7 52-7 16,3-23 0-16,4-29-5 0,-6 54-7 0,3-30-1 16,3-24 0-16,-4 49-5 0,4-31 0 0,-2 2-4 15,2-3 0-15,0 0-8 0,-3-3-2 0,6 5 3 16,-3-4-3-16,0-4-4 0,0 0-1 0,0 0-1 16,0-11-8-16,-3 21-18 0,3-13-25 0,0-8-22 15,0 0-30-15,0 17-39 0,0-17-24 16,0 0-41-16,0 10-107 0,0-10-318 0,0 0 141 15</inkml:trace>
  <inkml:trace contextRef="#ctx0" brushRef="#br0" timeOffset="3033.83">13348 488 67 0,'0'0'107'0,"46"-7"-5"0,-46 7-9 0,38-6-6 15,-38 6 4-15,36-2-16 0,-36 2-1 0,0 0-1 16,49-3-12-16,-49 3 0 0,0 0-1 0,0 0-1 15,38-1-6-15,-38 1 3 0,0 0-3 0,0 0 2 16,0 0-2-16,0 0-2 0,0 0-2 0,38 4 2 16,-38-4-7-16,0 0-5 0,0 0 2 0,0 0-8 15,0 0 4-15,0 0-6 0,0 0-1 0,0 0-9 16,0 0-4-16,0 0-16 0,0 0-26 0,0 0-29 16,0 0-23-16,0 0-36 0,0 0-130 0,0 0-263 15,0 0 116-15</inkml:trace>
  <inkml:trace contextRef="#ctx0" brushRef="#br0" timeOffset="4189.92">12062 1351 145 0,'0'0'173'0,"0"0"-21"0,0 0-16 0,0-8-13 16,0 8-17-16,0 0-4 0,0 0-19 0,0 0-10 16,0 0 10-16,0 0-12 0,7 30 8 0,-7-19-6 15,2 7 1-15,0 9-4 0,-2 0-3 16,0 1-6-16,0 1-2 0,0 1-2 0,-4-3-11 15,4 4 7-15,-3-6-8 0,2 5-1 0,1-5-6 16,-1 4 0-16,-1-3-3 0,2-2 0 0,-2 4-5 16,2-8-8-16,0 4 6 0,-4-7-5 0,3 2-4 15,0-2 1-15,1-1 1 0,-3 0-2 0,2-3-2 16,1-1-4-16,0-1 2 0,-2 0-4 0,0-4-2 0,2-7-1 16,0 13 3-16,0-13-1 0,-3 10 5 15,3-10 13-15,3 7 6 0,-3-7 16 0,0 0 8 16,0 0 9-16,-4 9 1 0,4-9-15 0,0 0 6 15,0 0-8-15,0 0-5 0,-17-12-2 0,17 12-10 16,-15-10-3-16,4 3 0 0,-2 1-5 0,-3-4-7 16,0 1 1-16,-2 0-5 0,-2 4 2 0,-7-4-5 15,-4 0-3-15,3 1 2 0,-7-2-1 0,3 6-3 16,-5-1 3-16,2 0-3 0,-5-2-7 0,2 5 5 16,-15-2-1-16,2 0-4 0,-5 0 0 0,2 2-2 15,-2 3 4-15,4 0-5 0,-6-3 0 0,1 3-1 16,-2 3 1-16,0-5-1 0,-1 5 4 0,-1-2-6 15,-2 2 5-15,2 0 2 0,-1 0 0 0,1-4-1 16,-3 3 2-16,-2-3-4 0,0 3-1 0,2-2-4 16,1-3 6-16,-1 2 0 0,-3-2 4 0,4 4-3 15,0-4-2-15,2 2 4 0,-1 0 1 0,0-3-2 16,0 3 7-16,2-2-4 0,-2-2 2 16,0 0 0-16,3 3 4 0,-1-4 0 0,3-1-13 15,2 2 14-15,-3-1 2 0,3 0-4 0,4-1 3 16,-1 1-1-16,12 0 1 0,2-1 1 0,1 2-1 15,0 2 0-15,1-4 4 0,4 1-5 0,1 0 6 16,3-1-2-16,3-1-5 0,4 3 4 0,2 1-5 16,5 0 2-16,2-1-2 0,0 1-12 0,1 0 17 15,5 0-4-15,0 2-3 0,6 1 1 0,0 0-8 16,-16-4 3-16,11 3-9 0,5 1-10 0,0 0-13 16,-8-3-13-16,8 3-20 0,0 0-16 0,0 0-16 15,0 0-7-15,0 0-18 0,0 0-17 0,0 0-29 16,0 0-37-16,0 0-26 0,12 23-144 0,-12-23-403 15,8 11 178-15</inkml:trace>
  <inkml:trace contextRef="#ctx0" brushRef="#br0" timeOffset="6006.51">11899 1921 86 0,'0'0'108'16,"0"0"-17"-16,0 0-7 0,0 0-3 0,0 0 3 15,0 0-19-15,0 0 5 0,0 0-2 16,0 0 2-16,0 0-6 0,42 2-1 0,-13-2-5 15,1 0 2-15,7 0-3 0,15 0-4 0,2 0-3 16,6 0-9-16,3-2 6 0,27 2-14 0,-27-2-2 16,33 0 1-16,-6-2-8 0,2 4 2 0,-25-2-2 15,35 4 1-15,-1-2-3 0,-3 0-4 0,-1 0-1 16,5-2 1-16,-8 4-7 0,2-2 7 0,1 2-15 0,4 2 8 16,-5-7 30-16,10 3-1 0,2 0-7 15,-2 0-1-15,3-1-12 0,0-1 8 0,-5-2-4 16,3 2-5-16,-2-1-3 0,1-3-13 0,-5 7 9 15,-2-8-1-15,-5 6 0 0,-29-1-3 0,35-2-2 16,-2 2 5-16,-32 0-14 0,25-2 3 0,-31 2 9 16,5 2-2-16,-3 0-8 0,-1-5 9 0,-3 4-11 15,-5 0 5-15,-2-2-1 0,-12 3 1 0,0-2-1 16,-4 0 3-16,2 2 4 0,-4 0-10 0,0-1 3 16,-1 1 3-16,-1-1-4 0,-2 1 2 0,-7-1-4 15,-1 1 4-15,-2-2 1 0,0 4-2 0,-2-2 2 16,0-2-2-16,0 4 0 0,1-2 0 15,-5-2-2-15,6 4 5 0,-1-4-9 0,-2 5 6 0,0-3-5 16,2 0 2-16,3 2 4 0,0-1-3 0,-1 0 4 16,2 2-5-16,0-3 0 0,7 2 4 0,-3-2-4 15,-3 1 13-15,3 0-11 0,-4-1 3 0,6 3-3 16,0-5 1-16,-1 2-2 0,0 3 4 0,-4-2-3 16,4-2 2-16,2 4 0 0,-6-3 0 15,3 0-9-15,-4 0 12 0,6 0-7 0,1 1 9 16,1 0-4-16,-4 0 2 0,-3-2-6 0,-2 2 6 15,1 2 2-15,6-6-5 0,-2 3 2 0,-7 1-4 16,1-2 11-16,-9 2-2 0,3-1-2 0,-2 0 4 16,-4-1-10-16,-8 1 8 0,19-1 2 0,-13 1 2 15,-6 0 1-15,14-1 2 0,-14 1 0 0,0 0 3 16,13-3-6-16,-13 3 7 0,0 0-4 0,9 0-1 16,-9 0-7-16,0 0 2 0,0 0 1 0,0 0-4 15,10-1 2-15,-10 1 0 0,0 0-2 0,0 0 0 16,0 0-1-16,7 3 0 0,-7-3 7 0,0 0-2 15,0 0-1-15,0 0 3 0,0 0 1 0,0 0-1 16,0 0-1-16,0 0-2 0,0 0 3 0,0 0-1 16,0 0-1-16,0 0 3 0,0 0-5 0,0 0 1 15,9 0-2-15,-9 0 0 0,0 0-3 0,0 0 2 16,10 0 0-16,-10 0-7 0,0 0 5 0,9 0 1 16,-9 0-3-16,9 2 2 0,-9-2-2 15,10 0 1-15,-10 0-2 0,0 0 6 0,10 0-5 16,-10 0 0-16,0 0 2 0,0 0-5 0,8 0 1 15,-8 0 0-15,0 0-3 0,0 0 6 0,0 0-5 16,0 0 3-16,7 1-1 0,-7-1 2 0,0 0-2 16,0 0 1-16,0 0 3 0,12 0 1 0,-12 0-1 0,0 0 0 15,8 0 1-15,-8 0 0 0,0 0-1 16,11 1-1-16,-11-1-2 0,11 0-1 0,-11 0 3 16,10 0-7-16,-10 0 9 0,11 2-1 0,-3-2-5 15,-8 0 6-15,0 0-2 0,23 2-1 0,-14-2 2 16,3 3-4-16,-1-3-2 0,7 1 4 0,-1 1 0 15,3-1-1-15,-1 1 1 0,1 0-5 0,1-2 4 16,0 1-1-16,0-1-1 0,-1 2 2 0,-1-2 1 16,4 2-4-16,-5-1 5 0,10 0-2 0,2-1 2 15,-3 0-4-15,3 2 9 0,0-1-4 0,3-1-1 16,-1 0 3-16,0 0-3 0,1 1 3 0,0 1-3 16,-1-6-4-16,0 6 5 0,-1 2-8 0,-2-4 6 15,2 2 1-15,-3-4 1 0,1 4-2 0,-2 0-5 16,4-2 4-16,-2 0 3 0,2 1-5 0,-3-1 0 15,1 1 5-15,3 1-3 0,-11-4-4 0,10 5 0 16,-3-2 3-16,3-1 0 0,0 2 1 16,-1 1 1-16,-1-1-5 0,2 2 5 0,-2-1 0 15,-2 1 0-15,0-3 0 0,-5 1-3 0,-2-1 0 16,1 1 4-16,-2 0-3 0,0 0-1 0,0-2 0 16,-2 0 1-16,-3 2 1 0,2-1-2 0,-2 2 2 15,-1-3 1-15,2 0-4 0,-2 0 2 0,5-2-3 16,-1 4 2-16,-3-1-5 0,0 0 3 0,0 1 3 15,-3-4-2-15,1 4 2 0,-1-2-3 0,-11 0-1 16,15 2 3-16,-15-2-3 0,12 1-10 0,-12-1-13 16,0 0-21-16,12 0-13 0,-12 0-36 0,0 0-6 15,0 0-20-15,0 0-26 0,0 0-58 0,-50 3-115 16,14-7-347-16,-16 0 154 0</inkml:trace>
  <inkml:trace contextRef="#ctx0" brushRef="#br0" timeOffset="7935.51">8972 1781 55 0,'0'0'79'0,"0"0"-6"16,-10 0-4-16,10 0-5 0,-10-2-13 0,10 2 9 0,-13-1-2 15,5 0-4-15,-2 2-5 0,-1-2-1 0,11 1 8 16,-22 0-1-16,8 0-16 0,4 2 13 15,10-2-11-15,-31 0 10 0,16 2 10 0,-2-2-19 0,-2 2 1 16,0-1 0-16,-2 0-1 0,0 1-5 16,-1-1 8-16,1 0 4 0,1 1-11 0,-2-2-1 15,-3 0-4-15,3 1 7 0,-6-1-14 0,5 2 4 16,-4-2-1-16,-2 0-2 0,7 2-7 0,-5-1 8 16,-2-2-12-16,2 3 2 0,4-2-1 0,2 2 3 15,-7-1-8-15,0 0 6 0,-1 0-4 0,-1-1 3 16,0 3-1-16,-1-3-5 0,-1 1-1 0,0-1 4 15,-3 1-3-15,2 1 3 0,1-2-5 0,-2 0-1 16,1 0 1-16,1 0 1 0,1 1-1 0,0-2 1 16,0 1 2-16,1 3 2 0,-1-5 4 0,2 1-3 15,0 1 1-15,3-3-3 0,-2-1 2 0,0 2-1 16,6-1-1-16,0 1 2 0,-3 0-1 16,-3-1 1-16,7 3-8 0,1-3 6 0,-1 0-5 15,0 2 3-15,0 0 1 0,2-3-1 0,-3 4 0 16,2-2-5-16,1 0 1 0,-2 1 2 0,1-1 0 15,2 0 2-15,-3 1-3 0,5 1 10 0,-2 0-1 16,1 0 3-16,-1 0-7 0,6-2 4 0,-1 2-1 16,0-1-4-16,-1 2 2 0,1-2-3 0,-1 1 0 15,1 0 0-15,-4 0-2 0,4 0 3 0,-1 0-10 16,-3 0 4-16,2 1 0 0,-2-1 0 0,-3 2 0 16,3-1-2-16,3 1-1 0,-3 0-2 0,-1-2 1 15,1 0 2-15,2 1-2 0,3-1 4 0,0 2-1 16,1-1-2-16,11-1 4 0,-22 1 3 0,10-1-1 15,12 0 2-15,-21 0 5 0,13 0-4 0,8 0 3 16,0 0-1-16,-24 0 1 0,13 0-3 0,11 0 0 16,-15-1-1-16,15 1 5 0,-16 0 1 0,16 0 5 15,-14-3 0-15,14 3-2 0,-11-1-3 0,11 1-9 16,0 0 11-16,-14-2-3 0,14 2-2 0,0 0 3 16,-11-1 3-16,11 1-2 0,0 0 1 15,0 0 0-15,-11-2 1 0,11 2 0 0,0 0-3 16,0 0 2-16,0 0-5 0,0 0 1 0,0 0-4 15,0 0 0-15,0 0-3 0,0 0-2 0,0 0 2 16,0 0 1-16,0 0-6 0,0 0 2 0,0 0 0 16,-11-5-2-16,11 5 1 0,0 0-7 0,0 0 3 0,0 0 0 15,0 0-4-15,0 0 3 0,0 0 1 0,0 0-2 16,0 0-2-16,0 0-3 0,0 0 0 16,0 0 1-16,0 0 0 0,0 0 3 0,0 0 0 15,0 0 3-15,0 0-3 0,3 24 5 0,-3-24-1 16,5 15-4-16,-5-3 3 0,1 2-1 0,0-2-1 15,0-1 2-15,-1 7 3 0,-1-1-5 0,4 0 2 16,-5 3 5-16,5-2-4 0,-6 1-1 0,2-2 0 16,1 3 2-16,0-1 1 0,-2 5 3 0,-3-5-5 15,3 8 3-15,1-1-3 0,0-7 1 0,-2 6-2 16,1-1-1-16,2 6 3 0,-5-3 3 0,3-3-5 16,1 5 6-16,-2-1-2 0,0 0-1 15,0 0 1-15,-2 0-1 0,2-1 0 0,0-1 2 0,3 0-2 16,-2-2 0-16,0-4 2 0,2-1-4 0,-3-2-2 15,2 0 3-15,-2-1 0 0,1-4-2 0,0 0 5 16,2-12 1-16,-2 19-4 0,2-19 1 0,-3 18-2 16,3-18 0-16,-5 14-1 0,5-14 3 0,0 0-1 15,0 11 3-15,0-11 0 0,0 0-1 0,0 0 2 16,0 0 2-16,0 0-1 0,0 0 1 16,-1 14-1-16,1-14 1 0,0 0 0 0,0 0-3 15,0 0-2-15,0 0 1 0,0 0 1 0,0 0-3 16,0 0 2-16,13-35-5 0,-13 35-1 0,7-17 5 15,0 8-5-15,-1 1 1 0,3-2-4 0,0 0 4 16,5-1 0-16,-4 1-2 0,5 0 3 0,-2-1-4 16,2 0 1-16,0 3 0 0,-1-2 3 0,4 5-2 15,-8-2-2-15,2 1-3 0,0 0-1 0,-3 2-19 16,2 0 2-16,0 0-9 0,-11 4-10 0,14-3-12 16,-14 3-11-16,14-7-12 0,-14 7-7 0,13-4-18 15,-13 4-16-15,16 0-17 0,-16 0-22 0,0 0-16 16,20 0-14-16,-20 0-111 0,11 2-324 0,-11-2 144 15</inkml:trace>
  <inkml:trace contextRef="#ctx0" brushRef="#br0" timeOffset="8209.57">6566 2651 109 0,'0'0'191'16,"-24"-5"-10"-16,12 4 0 0,2-6-6 0,-4 4-5 16,2-3-13-16,-3-2-9 0,5 4-7 0,-2-3-9 15,-2 2-8-15,4 0-9 0,-3-2-4 0,3 2-5 16,0 0-8-16,1 0-12 0,-1 1-6 16,2-1-12-16,8 5-7 0,-10-7-4 0,10 7-9 0,-12-5-3 15,12 5-6-15,-10-4-16 0,10 4-17 0,0 0-18 16,-10-4-18-16,10 4-19 0,0 0-25 0,0 0-14 15,-19-2-32-15,19 2-18 0,0 0-38 0,-20 6-152 16,11 0-355-16,-3-3 157 0</inkml:trace>
  <inkml:trace contextRef="#ctx0" brushRef="#br0" timeOffset="10040.24">14625 519 75 0,'0'0'109'0,"0"0"-14"16,0 0-1-16,0 0 1 0,0 0-28 0,0 0 17 15,0 0-3-15,-72 26 3 0,56-2-13 0,-1-1 4 16,-2 6-3-16,1 1 1 0,-4 13-13 0,8-11 7 15,1 1-7-15,-1 11-6 0,3-12-1 16,7 0-8-16,1 1-4 0,3-4 5 0,0 1-10 16,2-2-1-16,3 1 3 0,0-5-12 0,3 2-1 0,6 0 12 15,-1-3-15-15,-1 0-3 0,3-1 0 0,3-1-4 16,0-1 2-16,1-2-20 0,3-3-16 16,-3 2-24-16,-2-5-41 0,2-2-19 0,-2 0-34 15,3-1-97-15,-6 0-253 0,-1-6 113 0</inkml:trace>
  <inkml:trace contextRef="#ctx0" brushRef="#br0" timeOffset="10280.04">15091 728 36 0,'0'0'165'16,"0"0"-17"-16,30-30-21 0,-30 30-4 0,34-14-6 16,-7 4-12-16,-27 10-2 0,59-16-17 0,-30 7-11 15,0 5-5-15,-29 4-9 0,49-6-18 0,-49 6-27 16,47-4-17-16,-47 4-27 0,38-1-19 0,-38 1-25 16,0 0-14-16,45 3-88 0,-45-3-188 0,0 0 84 15</inkml:trace>
  <inkml:trace contextRef="#ctx0" brushRef="#br0" timeOffset="10505.42">15283 630 90 0,'0'0'143'15,"-21"33"-11"-15,21-33-4 0,-21 43 0 0,12-19-6 16,-1 4-10-16,-2-2 0 0,2 1-13 0,1-1-7 15,1 0-13-15,2 0-4 0,-1 0 1 0,1 2-14 16,-2-4-2-16,2-1-2 0,2-3-6 0,0 5-12 16,2-5-5-16,0-2-13 0,0-1-21 0,4-1-30 15,0-1-20-15,-2-2-38 0,0-13-37 0,1 21-115 16,1-10-258-16,-2-11 115 0</inkml:trace>
  <inkml:trace contextRef="#ctx0" brushRef="#br0" timeOffset="10822.07">15314 929 64 0,'57'-6'100'0,"-30"0"-2"0,-27 6-9 0,50-4-2 16,-50 4-16-16,37-8-1 0,-37 8 3 0,38-8-2 15,-38 8-1-15,0 0-4 0,37-8 8 0,-37 8-8 16,0 0 10-16,0 0 7 0,28-5 3 0,-28 5 3 16,0 0-2-16,0 0-6 0,0 0-8 0,0 0-7 15,0 0-5-15,0 0-2 0,0 0-6 0,0 0-5 16,0 0-5-16,0 0-3 0,16 21 1 0,-20-13-5 16,1 2-1-16,3-10 0 0,-7 22-3 15,1-11-9-15,4 1-10 0,-1 0-18 0,1 0-19 16,0 2-30-16,2-14-18 0,-1 22-29 0,1-11-47 15,1-2-145-15,-1 2-317 0,0-11 141 0</inkml:trace>
  <inkml:trace contextRef="#ctx0" brushRef="#br0" timeOffset="11271.99">15864 1002 111 0,'0'0'163'0,"0"0"-13"0,31-43-3 15,-31 43 0-15,14-24-9 0,-14 24-10 0,10-26 0 0,-10 26 1 16,0 0-12-16,7-28-10 0,-7 28-5 0,0 0-4 16,0 0-6-16,0 0-6 0,-3-40-4 0,3 40-9 15,0 0-8-15,0 0-6 0,0 0-10 0,0 0-7 16,0 0 0-16,0 0-5 0,0 0-3 15,0 0-7-15,0 0 2 0,0 0-3 0,-87 44-5 16,77-31 1-16,5-1-5 0,0 1-1 0,0-2 2 16,5 1-4-16,1 4-1 0,4-4-9 0,0 1-16 15,5 1-15-15,4-2-19 0,2-1-25 0,11 2-23 16,-7-7-29-16,8 3-27 0,2-4-32 0,-2-1-123 16,0-3-331-16,-1-1 147 0</inkml:trace>
  <inkml:trace contextRef="#ctx0" brushRef="#br0" timeOffset="11491">16244 778 67 0,'0'0'203'0,"6"-48"-4"0,-6 48-10 16,0 0-9-16,0 0-18 0,0 0-18 0,0 0-17 16,0 0-16-16,0 0-12 0,0 0-11 0,0 0-6 15,0 0 0-15,0 0-8 0,0 0-6 0,0 0-2 16,0 0-8-16,-18 104-8 0,15-76 1 0,0-1-3 15,2-3-9-15,-2 2-13 0,3-7-15 0,1 1-20 16,3 0-25-16,-1-2-24 0,1 1-14 0,3-2-25 16,1-1-30-16,1-1-21 0,-1-4-11 0,1-2-95 15,6 1-274-15,0-3 121 0</inkml:trace>
  <inkml:trace contextRef="#ctx0" brushRef="#br0" timeOffset="11893.34">16593 963 134 0,'0'0'170'0,"0"0"-4"0,0 0 0 16,0 0-12-16,0 0-15 0,-17-50-12 0,17 50-7 16,0 0-14-16,0 0-8 0,0 0-10 0,0 0 0 15,-41 3-10-15,34 6-6 0,-5 0-4 16,4 1-12-16,-2 4-3 0,0-2-1 0,4-1-2 16,3 0-14-16,-1 0 1 0,0 1-3 0,4-2-6 15,0 2-1-15,0-12 2 0,6 18-6 0,-4-12-1 16,-2-6-3-16,9 10-6 0,1-6-8 0,0-1-7 15,1-3 1-15,-11 0-5 0,25-3 3 0,-13-2-2 16,-1 0 4-16,1-1-2 0,0-7 4 0,1 1-7 16,-13 12 4-16,22-32 1 0,-22 32-3 0,19-50 3 15,-9 25 1-15,-6-4 4 0,-4 29 5 0,7-59 2 16,-6 32 4-16,-1 27 5 0,5-55 4 16,-5 55 9-16,3-36 3 0,-3 36 14 0,0 0 8 0,0-40 5 15,0 40-4-15,0 0-6 0,0 0-7 16,0 0-13-16,0 0-6 0,0-30-4 0,0 30-4 15,0 0 0-15,0 0-3 0,0 0 4 0,0 0 6 16,0 0-3-16,-23 116-6 0,16-86 7 0,3-3-3 16,2 2-4-16,1-1 0 0,-2 0-3 0,4-3-25 15,1 3-11-15,3 0-30 0,1-5-31 0,0 3-41 16,5-8-59-16,5 3-55 0,2 0-147 0,0-8-417 16,9 2 185-16</inkml:trace>
  <inkml:trace contextRef="#ctx0" brushRef="#br0" timeOffset="12236.44">17201 1002 115 0,'0'0'189'0,"0"0"-5"0,40-39-14 0,-40 39-18 16,30-22-3-16,-14 8-13 0,-16 14-7 0,28-22-22 15,-28 22 6-15,28-24-14 0,-28 24-9 0,22-20-2 16,-22 20-11-16,0 0-8 0,19-22 3 0,-19 22-4 16,0 0-8-16,0 0-4 0,0 0-4 0,13-22-8 15,-13 22-8-15,0 0-2 0,0 0-3 0,0 0-7 16,0 0-5-16,0 0 7 0,0 0-4 0,0 0 2 16,0 0 0-16,-88 53 4 0,71-32-8 0,0-2-2 15,-1 0-2-15,7-3 0 0,3-2-4 16,3 2 6-16,0 3-9 0,4-6 0 0,6 5 7 15,-1-3-5-15,5 2-16 0,1-3-21 0,5-2-22 16,2 0-18-16,8 2-24 0,-4-6-30 0,-1-2-18 16,1 0-24-16,0-2-27 0,7-1-109 0,-9-2-324 15,-2-1 144-15</inkml:trace>
  <inkml:trace contextRef="#ctx0" brushRef="#br0" timeOffset="12581.96">17637 929 158 0,'0'0'170'15,"11"-42"1"-15,-11 42-17 0,0 0-13 0,0 0-21 16,0 0-18-16,0 0-11 0,0 0-7 0,0 0 2 16,0 0-1-16,2 7-10 0,-2-7-2 15,-7 35 3-15,2-18-4 0,0 9-4 0,1 1-5 16,2-2-13-16,-1-7-2 0,1-1-1 0,0 2-2 16,2 0-5-16,0-5-4 0,-1-1 0 0,1-2-2 15,0 1-5-15,-1-3-2 0,1-9-4 0,0 14 0 16,0-14-6-16,1 11 5 0,-1-11 1 0,0 0 6 15,0 0 19-15,-1 13 24 0,1-13 1 0,0 0-8 16,0 0-4-16,0 0-7 0,0 0-6 0,0 0-2 16,6-46-7-16,-4 29-8 0,1-2-7 0,1-8-7 15,-4 27-6-15,5-57-4 0,-4 26-15 0,5 0-7 16,-3-2-3-16,3 1-3 0,1 1 1 16,3 3 4-16,-10 28 4 0,17-52-2 0,-7 33-1 0,-10 19-10 15,23-33-2-15,-7 19-8 0,-16 14-7 0,24-20-11 16,-24 20-20-16,0 0-20 0,33-10-14 0,-33 10-28 15,0 0-16-15,0 0-36 0,0 0-122 0,50 35-333 16,-50-35 149-16</inkml:trace>
  <inkml:trace contextRef="#ctx0" brushRef="#br0" timeOffset="12968.03">17677 1026 130 0,'0'0'128'0,"0"0"0"0,51-6-13 0,-33 2-5 16,10-5-13-16,-8 4-8 0,1 1-5 0,6-3-17 16,-8 3-5-16,0 2 3 0,-3 0-10 0,-2 0-7 15,-3 1-7-15,-11 1 1 0,19 1-6 0,-19-1-4 16,13 9-2-16,-7-2-1 0,-3-2-1 0,0 6 0 16,1-1 9-16,0 1 4 0,-3 1-1 15,1 4 2-15,-2 0 2 0,0-3-4 0,0 2-3 16,-2-4-7-16,1 2-2 0,0-2 3 0,1-11-3 15,1 19-8-15,-1-19 4 0,0 12 0 0,0-12-6 16,0 11 5-16,0-11 30 0,0 0 22 0,0 0-2 16,0 0-9-16,0 0 0 0,0 0-4 0,0 0-8 15,0 0-3-15,10-41-4 0,-6 25-5 0,0-1 0 16,2-9-8-16,2 2 0 0,-8 24-6 0,12-53-4 16,-5 25-6-16,2-1-9 0,-1 1-3 0,-1 1-4 15,3-2 0-15,-10 29-7 0,25-45-7 16,-16 27-7-16,-9 18-7 0,14-26-6 0,-14 26-22 15,0 0-20-15,23-23-28 0,-23 23-17 0,0 0-15 0,0 0-15 16,33-2-19-16,-33 2-129 0,0 0-321 0,0 0 142 16</inkml:trace>
  <inkml:trace contextRef="#ctx0" brushRef="#br0" timeOffset="13281.08">18218 1083 43 0,'22'-5'131'0,"-7"2"-10"0,3-3-6 16,2-1-10-16,0-2 5 0,-2-1-9 0,5-3 1 16,0-1-10-16,-23 14-17 0,32-22 5 0,-32 22 2 15,32-25-1-15,-32 25-2 0,20-20 5 0,-20 20-4 16,17-19-3-16,-17 19 1 0,0 0 3 0,0 0-5 16,10-25-8-16,-10 25 1 0,0 0-3 0,0 0-17 15,0 0-1-15,0 0-7 0,0 0-6 16,0 0-8-16,0 0 1 0,0 0-1 0,-46 8-2 15,30 3 1-15,1 0-2 0,-1 2 3 0,3 0-7 16,0 0 3-16,4 1 1 0,2 0-4 0,-5-1-4 16,7-3-3-16,1 2 6 0,2-3-1 0,2 6-7 15,0-15-14-15,5 19-15 0,2-11-26 0,6 1-21 16,1 0-37-16,4-2-1 0,-6-3-34 0,8 2-26 16,2-2-14-16,-2-2-108 0,2-1-307 0,0 0 136 15</inkml:trace>
  <inkml:trace contextRef="#ctx0" brushRef="#br0" timeOffset="13486.05">18781 980 34 0,'0'0'159'0,"0"0"-11"0,0 0-10 0,-13-13-1 16,13 13-5-16,-18 0 1 0,18 0-6 0,-23 7-1 16,9 2 4-16,-3-1-10 0,2 3-6 0,0 0-2 15,-2 1-9-15,3 1-12 0,0 1 0 0,1-1-13 16,3 0-7-16,0 0-7 0,3-3 0 0,5 2-12 15,-1-1-7-15,3-11-11 0,5 21-15 0,6-13-23 16,3 1-26-16,5-1-23 0,-1-3-34 0,3-1-27 16,8 1-45-16,3-5-27 0,-3 1-96 0,-1-5-305 15,0 2 136-15</inkml:trace>
  <inkml:trace contextRef="#ctx0" brushRef="#br0" timeOffset="13701.95">19061 823 66 0,'0'0'219'0,"1"-50"2"0,-1 50-9 0,0 0-17 0,0 0-24 16,0 0-21-16,0 0-17 0,0 0-12 15,0 0-12-15,0 0-7 0,0 0 0 0,0 0-10 16,0 0-6-16,-36 99-4 0,28-70-4 0,1-1-10 16,2 1-5-16,0-3-3 0,1 1-6 0,0 2-5 15,0-5-7-15,3-5 1 0,2 1-13 0,-1-2-26 16,1-2-25-16,2 2-27 0,-1-3-28 0,1-4-48 15,-3-11-39-15,5 16-191 0,-5-16-383 0,3 9 170 16</inkml:trace>
  <inkml:trace contextRef="#ctx0" brushRef="#br0" timeOffset="13870.09">18933 1016 128 0,'0'0'190'0,"0"-13"-14"0,0 13-12 0,0 0-17 16,13-2-9-16,-2-1-21 0,-1 1-9 0,8 0-11 16,3 0-20-16,7 1-42 0,4-2-63 0,0 2-67 15,1 1-114-15,2-4-227 0,-1-1 100 0</inkml:trace>
  <inkml:trace contextRef="#ctx0" brushRef="#br0" timeOffset="14565.98">19679 833 209 0,'0'0'204'0,"0"0"-15"0,0 0-20 0,0 0-26 15,0 0-17-15,0 0-9 0,0 0-13 0,0 0-10 0,0 0 6 16,0 0-12-16,0 0-1 0,-5 58-5 16,1-32-6-16,-1 3-14 0,-1 0 3 15,3 2-6-15,-1-3-10 0,-1 0-2 0,3-2-6 0,-4-2-4 16,4 2-5-16,-3 0-1 0,2-7-4 0,1 0-1 16,-1-1-1-16,-1-3-5 0,3 2-11 0,-1 0-20 15,-2-3-21-15,2-3-30 0,2-11-24 0,-2 19-23 16,2-19-42-16,-5 16-28 0,5-16-103 0,-9 9-305 15,9-9 135-15</inkml:trace>
  <inkml:trace contextRef="#ctx0" brushRef="#br0" timeOffset="15176.13">19714 1039 95 0,'20'3'118'0,"-2"1"-6"0,-1 2-10 0,-1 1-16 16,-4 0-2-16,2 2-10 0,0 0-4 0,-4 0-6 16,-2 0-1-16,3 4 1 0,-4-2-7 0,-2-3-1 15,-1 1-6-15,1 3-1 0,-4-5-3 0,-1-7-6 16,3 12 3-16,-3-12-1 0,0 13 15 0,0-13-4 16,0 0 0-16,-5 12 4 0,5-12 2 0,-4 7-3 15,4-7 3-15,0 0 3 0,0 0-7 0,-8 4-7 16,8-4-3-16,0 0-2 0,0 0-8 0,0 0-5 15,0 0-2-15,0 0-9 0,10-26-3 16,2 16-6-16,2 0-2 0,2-1-3 0,2 0 0 16,4-5-6-16,2 2-2 0,-7 3 7 0,2 1-1 0,-2-3-3 15,-2 3-2-15,0 1 5 0,-1-1-4 16,-5 3 1-16,0 0 0 0,0 1 3 0,-4 1 2 16,-5 5 6-16,9-8 3 0,-9 8-4 0,8-5 7 15,-8 5-8-15,0 0 0 0,8-5-2 0,-8 5 0 16,0 0-5-16,0 0 7 0,0 0 2 0,-26 27-1 15,16-15-1-15,-3 2 1 0,3-3 3 0,0 0-4 16,3 0 1-16,0-1-6 0,1 0 3 0,1 1 0 16,0-3-5-16,4 2 4 0,1-10 3 0,-1 17-5 15,1-17 2-15,6 12 5 0,-1-7-5 0,-5-5 0 16,16 6 2-16,-5-3 1 0,2-2-7 0,-2-2 2 16,3 1 3-16,-3-3-4 0,8-1 6 0,-10 1 0 15,1-4-3-15,3-2 0 0,-3 2 0 0,-2-3-6 16,2-5 6-16,-1 6-1 0,-4 1 9 0,0-2-2 15,1 1 14-15,-2 0 6 0,-4 9 1 0,4-13-4 16,0 7-1-16,-4 6-7 0,0 0-6 16,4-9-6-16,-4 9 2 0,0 0-5 0,0 0-1 15,0 0 1-15,0 0 1 0,0 0-10 0,-11 39-13 16,9-26-19-16,-2-1-19 0,-1 5-23 0,4 1-18 16,-1-1-26-16,2-2-12 0,0 0-12 0,7-3-12 15,-5 1-25-15,1-2-98 0,-3-11-304 0,6 20 135 16</inkml:trace>
  <inkml:trace contextRef="#ctx0" brushRef="#br0" timeOffset="15906.07">20257 1281 348 0,'0'0'-3'16,"0"0"15"-16,0 0 17 0,0 0 7 0,19-21 12 16,-13 10 0-16,-1 1 8 0,1 0 0 0,0-2 3 15,3-3-4-15,1 2 3 0,-1-2 1 0,0-1 3 16,1 3 2-16,-1 3-1 0,2-4-7 0,1 4 5 16,1-1-4-16,-3 3-1 0,0 1 2 15,1 0 0-15,0 2-7 0,-2 3-3 0,-9 2-8 16,16-1-8-16,-16 1 1 0,15 5-3 0,-15-5-7 15,14 10 2-15,-8-2 1 0,3-1-3 0,-5-2-2 16,1 3 2-16,2-1-5 0,-2 2 0 0,1-1 2 0,-1-2 1 16,-5-6 3-16,10 9 7 0,-4-3 6 15,5-2-7-15,-11-4 4 0,15 4 7 0,-8-3-11 16,-7-1 4-16,15-1 9 0,-15 1-9 0,16-4-5 16,-6 0 9-16,-1-1-9 0,-2 0-1 0,1-2-2 15,-1 0 0-15,0-3-2 0,-2 2-3 0,0-1 2 16,-1-1 0-16,-1 0-10 0,0-2-1 0,-3 12 6 15,4-13-8-15,0 4 1 0,-4 9 2 0,3-8-6 16,-3 8-5-16,0 0-2 0,0 0-3 0,0 0-5 16,0 0 1-16,0 0 2 0,0 0 3 0,0 0-6 15,-7 35 8-15,5-18-2 0,-3 2 0 0,1 0 0 16,0-1 1-16,1-1 3 0,0 0-2 0,0-2-2 16,0-4 0-16,2 2 6 0,0-2-2 15,1-11-2-15,4 15 1 0,-4-15 3 0,1 13 1 16,-1-13-1-16,6 9 2 0,-6-9 2 0,11 3-6 15,0-3 2-15,-11 0 4 0,26-7-4 0,-15 2 2 16,6-1-5-16,-2-4 5 0,3 0 1 0,-1 0-5 16,-1-6 0-16,-2 5 0 0,0-3-1 0,2 0 1 15,-2 2-5-15,-1-5 1 0,-3 5 1 0,1-4 7 16,-3 6-8-16,0 2 2 0,-2 0 0 0,0-2 6 16,-6 10-7-16,8-8 2 0,-8 8-6 0,6-8 0 15,-6 8-3-15,0 0-2 0,0 0 4 0,0 0-3 16,0 0 4-16,0 0 5 0,0 0 5 0,-3 36-2 15,0-26 0-15,3-10 2 0,-1 19-2 0,-1-10-3 16,2 3 0-16,0-12 7 0,7 18 0 0,-5-10-3 16,2-2 1-16,6 2 4 0,-2-5 0 0,0 1-5 15,2 0 2-15,3-3-2 0,-13-1-3 0,24 3-3 16,-11-4 2-16,-13 1-3 0,20-8-3 0,-8 5 1 16,-3-2-5-16,1-3 0 0,-1 1 0 15,-1-2-8-15,2 0 1 0,-3 0 1 0,-1 0 2 16,0 1 2-16,-6 8 0 0,9-14-1 0,-3 8 3 15,-6 6 2-15,7-7-6 0,-7 7-2 0,0 0-4 16,5-6 6-16,-5 6 5 0,0 0-3 0,0 0 10 16,0 0 4-16,0 0 0 0,-9 38 4 0,5-28-6 15,-1 1-2-15,5-11 6 0,-6 25-2 0,2-15-14 16,1 4-15-16,1-3-21 0,2-11-36 0,-4 22-43 16,2-12-45-16,2-10-145 0,-5 20-344 0,5-20 153 15</inkml:trace>
  <inkml:trace contextRef="#ctx0" brushRef="#br0" timeOffset="16319.91">21456 863 85 0,'0'0'234'0,"0"0"-6"15,0 0-10-15,0 0-20 0,0 0-16 0,0 0-28 16,0 0-19-16,0 0-7 0,0 0-6 0,0 0 3 16,0 0-11-16,1 31-5 0,-6-1-8 0,-3-2-10 15,4 4-9-15,-2-1-4 0,-1 0-9 0,2 1-9 16,-1-3-5-16,1 0-2 0,-3-3-4 0,4-1-5 16,0-1 1-16,1 0-11 0,-2-6-28 0,3 0-23 15,0 0-21-15,-1-1-31 0,1-6-24 0,-1 0-29 16,-1-1-27-16,4-10-27 0,-6 15-25 0,6-15-122 15,-10 9-349-15,10-9 154 0</inkml:trace>
  <inkml:trace contextRef="#ctx0" brushRef="#br0" timeOffset="16619.23">21376 1143 33 0,'17'-5'101'16,"-17"5"-3"-16,13-2-8 0,-13 2 5 0,18 6-7 15,-18-6 1-15,14 9-2 0,-7-2-8 0,0 0-2 16,-1 2 2-16,-1-2-8 0,2 1-4 0,-2 1-5 16,0 0 4-16,1-3-3 0,2 2-5 0,0 0-4 15,1-3-1-15,-1 0 15 0,3-1 2 0,0-1-1 16,1 0-6-16,1-3-4 0,-1-1 4 16,0 1-7-16,1-2-1 0,-1-1 2 0,-1-2 1 15,1 1 3-15,-3-3-1 0,0 1 4 0,-1-2-5 16,-2 1-9-16,1-3-4 0,-2-1-4 0,-1 0-6 15,-2 1-6-15,0-2-7 0,-2 1-9 0,-3-1-18 16,-1 2-14-16,-1 1-18 0,5 9-14 0,-14-11-23 16,4 6-18-16,10 5-13 0,-23-1-31 0,9 5-26 15,-4 0-147-15,2 5-331 0,-1 1 146 0</inkml:trace>
  <inkml:trace contextRef="#ctx0" brushRef="#br0" timeOffset="16978.25">21675 1275 76 0,'9'-4'184'0,"2"0"0"16,-1 2-15-16,-1-4-6 0,0-1-7 0,2 0-15 15,-3-3-9-15,0 2-8 0,-1-2-17 0,2 0-9 16,-1-3-8-16,-3 0-11 0,0-1-2 16,-1-1-8-16,-2 2-2 0,0 0-10 0,-2 0-5 15,-4 1-6-15,1-4 0 0,1 6-4 0,-2-3 0 16,0 4-2-16,-1 1-4 0,5 8-3 0,-6-12-1 15,6 12-7-15,-4-9-2 0,4 9-6 0,-7-7-8 16,7 7-1-16,0 0 2 0,0 0-6 0,0 0-2 16,0 0 4-16,0 0 0 0,0 0-4 0,29 2 0 15,-29-2 0-15,21 6 2 0,-9-1-3 0,-2 0 0 16,0 0-5-16,-1 0 4 0,0 1-2 0,-3 0-3 16,2-1 2-16,-1 3-1 0,-4 0 2 0,5-1-1 15,-8-7 2-15,8 16-1 0,-7-4 4 0,2-1-5 16,-2 0 2-16,-1-1 3 0,2 3 1 0,-2-4-2 15,0-9 0-15,2 24 5 0,-2-24-24 16,1 19-26-16,3-8-20 0,2-2-50 0,-6-9-40 16,9 19-189-16,-9-19-371 0,10 14 164 0</inkml:trace>
  <inkml:trace contextRef="#ctx0" brushRef="#br0" timeOffset="17435.74">22230 830 84 0,'0'0'179'0,"0"0"-16"0,0 0-20 0,0 0-14 15,0 0-14-15,0 0-11 0,0 0-1 0,42 36 0 16,-40-5-10-16,-1 4-5 0,-2 1-10 0,-2 15-5 16,-5-6-5-16,-3 0-7 0,-1-11-2 0,-1-3-8 15,-3-2-6-15,-7 11-16 0,-8-2-21 0,7-10-36 16,-16 1-65-16,2 4-184 0,-14-7-298 0,3-6 132 15</inkml:trace>
  <inkml:trace contextRef="#ctx0" brushRef="#br0" timeOffset="18762.09">5592 3000 2 0,'0'0'175'0,"-8"-5"-4"0,8 5 13 16,-7-4-11-16,3-2-6 0,4 6-9 0,-10-4-8 15,2 0-10-15,8 4-2 0,-13-4-14 0,8 2-7 16,5 2-6-16,-14-5-1 0,9 4-5 0,5 1-3 16,-9-3-6-16,9 3-4 0,-7-3-7 0,7 3-9 15,0 0-8-15,-7-4-5 0,7 4-9 0,0 0-6 16,0 0-7-16,0 0 0 0,0 0-5 0,32-2-4 15,-4 1-4-15,3-1 0 0,2-1 0 0,4-1-4 16,3 0-7-16,-3 2 1 0,1 1-7 0,-1 1-12 16,-4 0-16-16,-2 0-18 0,-11 3-28 0,1 0-19 15,-3 0-35-15,-6 0-36 0,0 1-31 0,1-1-43 16,-4 1-129-16,-5-1-386 0,-1 1 172 0</inkml:trace>
  <inkml:trace contextRef="#ctx0" brushRef="#br0" timeOffset="19197.99">5771 2923 138 0,'0'0'177'16,"0"0"-14"-16,0 0-3 0,0 0-19 0,0 0-10 15,0 0-20-15,0 0-8 0,0 0 6 0,0 0 1 16,-4 22-9-16,3-11 0 0,4 5 0 0,-6 3-5 0,3 7-3 15,-3-5-3-15,1 4-7 0,2-1-4 16,-3 4-5-16,1-3 3 0,0-5-3 0,1-1-6 16,0 8 3-16,-2 0-2 0,2-3-7 0,-2 2-6 15,1-2 0-15,1-4-8 0,-2-1-3 0,1-2-3 16,-2 2-2-16,1-2-5 0,1-1 0 0,-1-1-7 0,2-3 0 16,-1-2-6-16,0 1 1 0,0 0-2 15,1-3 2-15,-1-1-7 0,-1 1 3 0,3-8-4 16,-2 12 1-16,2-12 0 0,-2 6 3 0,2-6 7 15,-3 6 12-15,3-6 9 0,-4 6 1 0,4-6-3 16,-11-2-6-16,11 2-5 0,-19-5-2 0,8 0-4 16,-6-1-2-16,2-3-13 0,-4 0 0 0,1-3 7 15,-1 3 0-15,0-2-4 0,0 1-2 0,3 0 7 16,2-1-7-16,-1 2-2 0,6 0-3 0,-2 1-2 16,1 3-1-16,4 0-17 0,-1 1-13 0,2 1-17 15,-1-2-17-15,6 5-22 0,-9-5-30 0,9 5-33 16,-6-3-43-16,6 3-17 0,0 0-27 0,0 0-26 15,0 0-140-15,0 0-428 0,0 0 190 0</inkml:trace>
  <inkml:trace contextRef="#ctx0" brushRef="#br0" timeOffset="19831.91">5953 3332 180 0,'0'0'206'0,"0"0"-14"15,0 0-16-15,0 0-17 0,0 0-14 0,0 0-10 16,0 0-10-16,0 0-7 0,0 0-10 0,0 0-8 15,0 0-7-15,31 6-6 0,-18-5-7 0,0-1-7 16,0 0-6-16,1 2-2 0,-3-2-6 0,7 1-1 16,-5 0-4-16,0 2-5 0,-2-3-2 0,1 0-7 15,-3 0-4-15,-9 0-3 0,13 1-1 0,-13-1-1 16,10 2-2-16,-10-2-4 0,7 0 2 0,-7 0-1 16,0 0 5-16,0 0 0 0,11 0 2 0,-11 0-3 15,0 0-3-15,0 0-7 0,0 0 0 0,0 0-8 16,0 0-27-16,0 0-22 0,0 0-31 0,0 0-40 15,0 0-54-15,0 0-58 0,0 0-156 0,0 0-405 16,0 0 180-16</inkml:trace>
  <inkml:trace contextRef="#ctx0" brushRef="#br0" timeOffset="20133.18">6428 3114 48 0,'-8'-5'222'0,"8"5"-8"0,0 0-13 16,0 0-8-16,-9-3-14 0,9 3-17 0,0 0-13 15,0 0-17-15,0 0-8 0,0 0-16 0,0 0-8 16,26-4-12-16,-13 3-7 0,6 1-8 0,-1 1-3 15,0-1-10-15,2 0-6 0,2-1-10 0,-6 1-18 16,-3 1-20-16,-1-1-9 0,-2 1-19 0,-1-1-16 16,-9 0-15-16,16 2-23 0,-9-1-17 0,-7-1-22 0,11 3-21 15,-11-3-10-15,8 1-14 0,-8-1-89 16,0 0-270-16,0 0 120 0</inkml:trace>
  <inkml:trace contextRef="#ctx0" brushRef="#br0" timeOffset="20377.82">6477 3080 19 0,'-11'-1'141'0,"11"1"-11"0,0 0-12 0,-9-1-15 15,9 1-6-15,0 0 15 0,-7 7 2 0,5 0 8 16,0 5 3-16,1 3 2 0,-2 4 7 0,-2 5-9 16,2-3-3-16,2-2-11 0,-2 7-9 0,1-1-6 15,2 1-1-15,-2 0-5 0,0-1-1 0,-2-6 4 16,2 5-5-16,0-5-9 0,0-1-5 0,-3-1-8 15,3 1-6-15,0-6-6 0,-1 5-4 0,1-6-3 16,-1 2-6-16,1 0-2 0,0-4-15 0,0 2-23 16,-5-1-22-16,5-4-25 0,-1 0-36 0,3-6-41 15,-4 9-49-15,2-5-34 0,2-4-167 0,-5 4-405 16,5-4 179-16</inkml:trace>
  <inkml:trace contextRef="#ctx0" brushRef="#br0" timeOffset="20544.18">6415 3366 88 0,'8'-1'146'0,"-8"1"-13"0,18-4-14 16,-4 3-11-16,-2 0-9 0,9 1-13 0,-3 0-1 16,4-2-31-16,-1 2-35 0,9 0-54 15,-2-1-53-15,-6 1-48 0,4-4-147 0,-4 1 65 16</inkml:trace>
  <inkml:trace contextRef="#ctx0" brushRef="#br0" timeOffset="20975.96">6930 3139 11 0,'-4'-4'223'15,"4"4"-9"-15,-11-3-20 0,2 1-11 0,9 2-16 16,-13 5-9-16,5 1-11 0,-2 2-8 0,1 0-10 15,0 1-16-15,0 7-6 0,2-1-9 0,0 0-13 0,3-3-5 16,3 0-10-16,0 4-3 0,2 1-6 16,2-5-7-16,-1-2-3 0,3 1-3 0,2-2-4 15,0 0-7-15,1-1-4 0,1 1-2 0,-1-3-7 16,3 0 1-16,-1-2-5 0,-3-1 0 0,2 1-4 16,-4-1-2-16,1-1 0 0,-1-1 4 0,-5-1-1 15,0 0 2-15,11 2 3 0,-11-2 3 0,0 0-2 16,0 0 0-16,0 0-1 0,0 0-4 0,0 0-2 15,0 0 0-15,0 0-2 0,0 0-2 0,-21-11 4 16,8 10 5-16,2 4 0 0,-2-1-2 0,2 2 6 16,-2 0-3-16,0 1 3 0,2 1-2 0,-5 3 7 15,1 0-1-15,5-1 5 0,-4 3-3 0,1 2 4 16,1-4-5-16,3 4 2 0,2-2-3 0,0 0-2 16,1 0 0-16,2-1-3 0,0 0-4 0,0-1-2 15,4 1-2-15,2-1 3 0,-1 0 0 0,2-1 0 16,3 1-7-16,5-3 1 0,2-1-12 0,6 0-21 15,3-1-23-15,-1 0-24 0,8-2-26 0,-1 0-25 16,-1-4-33-16,5 0-37 0,-3-2-50 0,-2 2-203 16,-9-3-476-16,2-1 210 0</inkml:trace>
  <inkml:trace contextRef="#ctx0" brushRef="#br0" timeOffset="21235.1">7218 3170 42 0,'0'0'236'0,"-9"-6"-14"0,5 4-11 0,4 2-20 16,0 0-12-16,-8-3-15 0,8 3-15 0,0 0-12 16,0 0-5-16,0 0-12 0,36 1-10 0,-17 1-12 15,8-2-9-15,2 2-7 0,2-1-7 16,0 2-11-16,0-2-3 0,-3 0-6 0,4 0-6 15,-12-1-4-15,-1 0-22 0,0 0-17 0,-3 2-22 16,-6-2-23-16,1 1-25 0,-2-2-32 0,-9 1-30 16,14 0-24-16,-7 0-25 0,-7 0-138 0,0 0-338 15,10-3 150-15</inkml:trace>
  <inkml:trace contextRef="#ctx0" brushRef="#br0" timeOffset="21473.48">7495 3152 137 0,'0'0'190'15,"-8"-3"-2"-15,8 3-8 0,0 0-10 0,0 0-19 16,0 0-15-16,0 0-14 0,0 0-10 0,0 0-4 16,-9 8-10-16,8-1-3 0,0 2 3 0,-3 3 5 15,3 4 5-15,-1 2 5 0,-1 1 1 0,0 0 0 16,-1 7-11-16,3-7 3 0,-2 6 3 0,2-6-2 16,1 1-6-16,-2-1-3 0,-1-2-7 0,2 1-10 15,-2-1-2-15,2-5-12 0,-3 5-4 0,3-5-10 16,1-1-2-16,0 0-3 0,-3 0-6 0,2-3-17 15,1 2-30-15,0-10-24 0,-3 12-27 0,2-7-31 16,1-5-30-16,0 0-39 0,0 0-49 0,-1 7-280 16,1-7-524-16,0 0 232 0</inkml:trace>
  <inkml:trace contextRef="#ctx0" brushRef="#br0" timeOffset="21727.48">7573 3153 68 0,'12'-1'192'0,"1"1"-9"16,5-1-1-16,-1 2-14 0,-4-1-13 0,1 0-8 16,-1 0-13-16,-3 0-9 0,3-1-14 0,-6 2-7 15,-7-1-15-15,13 0-4 0,-13 0-11 16,10 0-8-16,-10 0-6 0,11 0-3 0,-11 0-5 15,6 1-11-15,-6-1-17 0,0 0-12 0,0 0-25 16,0 0-32-16,0 0-40 0,0 0-41 0,0 0-36 0,0 0-121 16,0 0-308-16,0 0 137 0</inkml:trace>
  <inkml:trace contextRef="#ctx0" brushRef="#br0" timeOffset="22462.1">4662 4129 20 0,'-9'-4'191'0,"9"4"-1"0,0 0-9 0,-11 0-10 15,11 0-7-15,0 0-13 0,-6-2-12 16,6 2-15-16,0 0-14 0,0 0-11 0,0 0-6 16,0 0-11-16,0 0-7 0,0 0-7 0,35 6-3 15,-17-2-7-15,3-3-6 0,7 1-4 0,2-1-4 0,-1 0-15 16,-2 2-21-16,-6-2-14 0,7 2-25 15,-11-2-33-15,1 0-36 0,-5 0-30 0,-1 1-32 16,-5-2-117-16,0 3-301 0,-7-3 134 0</inkml:trace>
  <inkml:trace contextRef="#ctx0" brushRef="#br0" timeOffset="22827.98">4794 4119 39 0,'0'0'180'0,"0"0"-20"0,0 0-2 0,0 0-8 16,0 0-7-16,0 0-7 0,-8-2-14 0,8 2-12 16,0 0-8-16,0 0-2 0,0 0-6 0,0 0-3 15,2 24-4-15,-2-13-4 0,-1 1 1 0,2 3-3 16,-1 4-8-16,-1-3-6 0,1 4-2 0,0 3 0 16,-1 2-5-16,-1-6-2 0,0 0-5 0,-1 6 0 15,-1-9-1-15,-1 10-1 0,-1-2-1 0,1 1-4 16,-3-8 4-16,2 2-8 0,1-2-3 0,-2 3-4 15,0-2-3-15,2 1-5 0,-2-2 1 0,1-2 0 16,-2-1-2-16,0-4 1 0,-2 4-4 0,2-7 2 16,1 3 1-16,-2-3-1 0,-1 0 4 0,-1-2 4 15,-1-2-6-15,-1-2 2 0,-5-2-5 0,0-2 0 16,-1-3 1-16,1 0-3 0,3-2-4 0,-3-3-2 16,4-1 2-16,-2-2-8 0,6 1 5 0,1-3-18 15,-1 1-5-15,1 1-6 0,4-2-19 0,2 4-18 16,2 1-18-16,1-1-38 0,0 12-42 0,8-21-53 15,-2 9-49-15,3 5-158 0,-1-2-441 0,2 3 195 16</inkml:trace>
  <inkml:trace contextRef="#ctx0" brushRef="#br0" timeOffset="23275.56">4857 4412 64 0,'0'0'248'0,"5"-3"-11"0,-5 3-19 0,0 0-11 15,0 0-25-15,0 0-21 0,7-4-17 0,-7 4-18 16,0 0-16-16,0 0-9 0,0 0-9 0,0 0-14 0,9 16-4 16,-7-6-9-16,3 0-4 0,-2 2-2 15,-3 1-6-15,2-1-6 0,2 2-3 0,1-1-2 16,1 2-5-16,-5-3-4 0,8 3 0 0,-3-3-7 15,0-3 3-15,2 1-4 0,-1-3 0 0,3 1-3 16,-1-3 1-16,0-1-2 0,0 2-3 0,-2-4-2 16,-7-2 2-16,14-1-3 0,-14 1-1 0,19-7-1 15,-9 1 0-15,-2-2 1 0,-1 0-5 0,-2 1-1 16,0-3-3-16,0 0 1 0,0-2 0 0,0-1-1 16,-2 0 3-16,-1 1-6 0,0-5-2 0,-1 6 2 15,-1 1-1-15,1-2 1 0,-1 4 0 0,2 1 3 16,-2 7 5-16,1-10-3 0,-1 10-7 0,0-9-6 15,0 9 0-15,0 0-1 0,0 0 1 0,0 0 1 16,0 0-2-16,0 0 3 0,4 28 2 0,-2-12 1 16,0-1 1-16,-4 0 1 0,4 1 0 0,1 3 2 15,0 6 2-15,2-10 1 0,-3 2-19 0,4 0-21 16,-4-4-31-16,3-3-40 0,-1 2-48 0,0-4-55 16,2 0-172-16,-6-8-412 0,5 10 182 0</inkml:trace>
  <inkml:trace contextRef="#ctx0" brushRef="#br0" timeOffset="23621.08">5245 4509 79 0,'0'0'181'0,"0"0"-5"16,0 0-13-16,0 0 0 0,-2 32-6 0,4-22-13 15,-2-10-8-15,-3 19-8 0,3-7-13 16,-3-3-9-16,3-9-9 0,-1 15-6 0,1-15-8 15,-1 12-8-15,1-12-1 0,0 0 8 0,0 9 7 16,0-9 6-16,0 0 11 0,0 0 10 0,0 0 11 0,0 0-2 16,0 0-17-16,0 0-11 0,0 0-18 0,0 0-1 15,0 0-8-15,15-32-14 0,-7 17 3 0,1-2-9 16,1 1-9-16,3 1-6 0,0-2-4 16,6 0-5-16,-6 4-2 0,2 1-9 0,-5 4 2 15,-1-1-4-15,5 5-5 0,-5-1 5 0,1 0-8 16,-1 4-5-16,-2 1 0 0,-7 0-3 0,14 5 6 15,-4 1-2-15,-4 1-2 0,2 1-7 0,-2 2 8 16,1-1 2-16,-1 3-25 0,-2 3-20 0,-2 2-7 16,0-1-25-16,-1 1-31 0,-1-6-34 0,-4 0-58 15,3 2-47-15,-2-1-197 0,2-1-477 0,1-11 211 16</inkml:trace>
  <inkml:trace contextRef="#ctx0" brushRef="#br0" timeOffset="23873.95">5715 4406 169 0,'-18'-1'217'0,"8"2"-6"0,-2 2-11 0,1 2-9 16,0 2-12-16,0 1-11 0,2 1-8 0,-1 6-4 15,-2-1-16-15,3 1-5 0,3 1-13 0,-2 0-8 16,4 4-13-16,1-3-7 0,0 1-7 0,3-2-10 15,1 1-4-15,1-4-7 0,3 3-6 0,4-1-7 16,-3-5-14-16,0 0-28 0,3-1-27 0,3-2-24 16,-1 0-27-16,2-3-36 0,-3-1-42 0,2 1-41 15,1-3-37-15,-13-1-118 0,0 0-369 0,28-6 164 16</inkml:trace>
  <inkml:trace contextRef="#ctx0" brushRef="#br0" timeOffset="24117.93">5881 4323 105 0,'1'-9'237'0,"-1"1"4"16,0 8-15-16,3-10-19 0,-3 10-23 0,1-8-24 15,-1 8-16-15,0 0-4 0,0 0 9 0,0 0 3 16,6 28-3-16,-3-9-3 0,-3-1-4 16,-1 7-2-16,-2-5-1 0,3 6-14 0,-1 0 0 15,0-1-11-15,-2 1-14 0,2 3-6 0,-1-4-11 16,1-7 8-16,-1 6-21 0,0-5-5 0,1-1-9 0,0 0-1 15,1-2-16-15,0-5-23 0,0-1-17 16,0 1-30-16,0-11-17 0,0 14-30 0,0-14-24 16,0 11-28-16,0-11-27 0,0 0-34 0,0 0-55 15,0 0-206-15,0 0-490 0,0 0 218 0</inkml:trace>
  <inkml:trace contextRef="#ctx0" brushRef="#br0" timeOffset="24407.32">5756 4498 14 0,'0'0'211'16,"0"0"-34"-16,-7-9-18 0,7 9-15 0,0 0-13 16,0 0-12-16,0 0-8 0,17-6-4 0,-17 6-5 15,29-1-8-15,-8 0-8 0,0 1-7 0,5 0-6 16,2-2-2-16,0 2-8 0,0 2-5 0,-7-2-9 16,-2 0-5-16,-1 0-2 0,0 1-5 0,-7-1-7 15,0 2 0-15,-11-2-3 0,15 2-1 0,-15-2-4 16,11 3 2-16,-11-3 10 0,9 3 12 0,-9-3 4 15,12 9 4-15,-8-5-3 0,-4-4 5 0,9 13 7 16,-6-3 5-16,0 1-1 0,2 1 0 0,-1 0-5 16,-3 0-7-16,2 0-2 0,-2 0-4 0,0 0-3 15,2 1-4-15,-3-2-5 0,0 3-3 0,0-4-27 16,-1 1-24-16,1-2-21 0,0-9-27 0,-2 19-38 16,2-19-48-16,0 14-58 0,0-14-206 0,-2 12-449 15,2-12 198-15</inkml:trace>
  <inkml:trace contextRef="#ctx0" brushRef="#br0" timeOffset="24575.01">6092 4306 23 0,'0'0'-5'0,"0"0"-3"0,20 15 2 0</inkml:trace>
  <inkml:trace contextRef="#ctx0" brushRef="#br0" timeOffset="25164.62">6322 4500 101 0,'-9'6'218'16,"1"2"-13"-16,2 1-8 0,-3 5-6 0,2-4-21 16,1 4-14-16,2-2-16 0,3 0-9 0,-3 0-6 15,4 0-5-15,-2 0-16 0,2-1-10 0,2 0-6 16,-1 1-8-16,2-3-7 0,1 0-5 0,0-1-7 16,-1 0-8-16,3-2-4 0,-3-1-1 0,5 2-6 15,-4-3-2-15,1-1-2 0,-5-3-3 0,9 5-1 16,-9-5-2-16,9 0 0 0,-9 0-7 0,0 0-1 15,15-7-3-15,-15 7 2 0,7-16-6 0,-3 8-2 16,-2-3-1-16,1 0-9 0,0-6-5 0,0 1 0 16,-2-2 3-16,-1 1-8 0,3-2-5 0,-2 1 0 15,2 3-2-15,-1-3 2 0,-1 8 2 0,1-1 0 16,2 2-2-16,-3 0 4 0,4 4-3 0,0 0-1 16,-5 5 3-16,0 0-1 0,17-4 0 0,-17 4 4 15,17 10-1-15,-6-3-1 0,-1 7-1 0,0 1 6 16,-1 3-1-16,-1-1 3 0,0 9-3 0,-2-11 1 15,-1 1 1-15,0-6 4 0,-1 1 6 0,0 1 10 16,-3-2 1-16,3 0 4 0,-4-10 6 0,4 11 1 16,-2-5 2-16,-2-6 13 0,0 0 0 0,2 10 15 15,-2-10 10-15,0 0 7 0,0 0 13 0,0 0-2 16,0 0-8-16,0 0-11 0,0 0-8 0,0 0-7 16,0 0-22-16,14-22 9 0,-14 22-11 0,12-25-5 15,-1 10-3-15,-1-1-6 0,9-4-4 0,-7 7-9 16,2-3 1-16,0 6-1 0,0 0-4 0,-4 1 0 15,2 4-2-15,0 0-4 0,-2 1 1 0,1 2-1 16,-11 2-5-16,20 4 2 0,-11-1-13 16,1 3 15-16,-3 1-2 0,0 2 2 0,1 2 3 0,-2 0-10 15,1 4 7-15,-3-3 3 0,-1 4 4 0,0-1-5 16,-2-3-11-16,1 1-30 0,-4-2-23 0,1 0-32 16,-2 1-36-16,3-12-37 0,-3 22-94 0,-1-12-228 15,4-10-536-15,-7 13 239 0</inkml:trace>
  <inkml:trace contextRef="#ctx0" brushRef="#br0" timeOffset="33025.49">7262 4323 8 0,'0'0'155'0,"0"0"-6"0,-10-2-14 15,10 2-5-15,0 0-16 0,0 0-4 0,0 0-13 16,0 0-1-16,0 0-10 0,0 0-5 0,30 0-13 16,-18-3-11-16,1 1-6 0,1 1-5 0,4 0-15 15,-5 0-27-15,-2-1-17 0,1 1-25 0,-3 1-15 16,-9 0-12-16,13 0-24 0,-13 0-8 0,11 0-81 16,-11 0-191-16,6 3 85 0</inkml:trace>
  <inkml:trace contextRef="#ctx0" brushRef="#br0" timeOffset="33243.78">7294 4293 15 0,'-11'2'75'15,"11"-2"-6"-15,-9 2 8 0,4 2 18 0,5-4-2 16,-9 9 2-16,4-2 22 0,-3 4 1 0,3 4 7 16,-3 1 2-16,3 1-3 0,-1 8-7 0,-1-5 3 15,2-1-8-15,1 6-7 0,1-6-9 0,-1 5-4 16,1-5-6-16,-2 7-2 0,0-2 0 0,-1 1-15 15,3-7-6-15,-1-1-6 0,0 1-6 0,-1 0-3 16,1 0-14-16,-1-2-20 0,3 0-17 0,-1-3-25 16,1-1-39-16,-2-1-36 0,1 0-43 0,1 0-33 15,-1-3-127-15,1 2-332 0,-1-3 147 0</inkml:trace>
  <inkml:trace contextRef="#ctx0" brushRef="#br0" timeOffset="33541.75">7268 4618 26 0,'20'0'78'0,"-3"-2"-8"0,3 1-4 16,2 1-7-16,-6-2-11 0,2 0-1 0,-5 2 0 15,1 0-19-15,-4-1 12 0,-10 1 2 16,17-1-5-16,-17 1 10 0,13-4 2 0,-6 1 9 0,-7 3 8 15,11 0 2-15,-11 0 12 0,7-1 1 16,-7 1 1-16,0 0-2 0,0 0-6 0,0 0-4 16,5 5-14-16,-5-5 0 0,0 0-2 0,-1 12-4 0,1-12 2 15,-3 13-11-15,3-6 4 0,-1 1-11 0,-1 3 5 16,2-2-10-16,-5 2 0 0,2-1-17 0,2-1-22 16,-2 2-29-16,2-4-34 0,0 3-34 0,-1 0-31 15,0-1-108-15,1-2-266 0,1-7 118 0</inkml:trace>
  <inkml:trace contextRef="#ctx0" brushRef="#br0" timeOffset="33987.87">7714 4613 105 0,'5'-5'124'0,"-2"-1"-8"0,4-1-9 15,-1-1 1-15,-3 1-16 0,1 1-2 0,-2-2-5 16,-2 8-7-16,6-11 1 0,-3 3 1 0,-3 2 4 16,0 6-3-16,-1-14 6 0,1 14-6 0,-4-13-11 15,4 13-3-15,-6-8-5 0,2 4 0 16,4 4-9-16,-9-4-1 0,9 4-5 0,-12 0-4 16,12 0-4-16,-18 5-7 0,8 1 2 0,-1 0-2 0,-3 4 5 15,1 2-8-15,3 0 2 0,1 2 2 0,0 0-6 16,2-3-1-16,2 3-4 0,3-2 0 15,-1 2-1-15,3-2-5 0,3-2-1 0,3-1-13 16,3 0-18-16,1 0-20 0,4 1-25 0,6-2-28 16,-3-2-29-16,3-2-23 0,0-2-22 0,8 1-112 0,-10-3-297 15,1 0 132-15</inkml:trace>
  <inkml:trace contextRef="#ctx0" brushRef="#br0" timeOffset="34202.17">7940 4383 163 0,'0'-6'203'0,"0"6"-11"0,0 0-19 16,-2-11-25-16,2 11-17 0,0 0-6 15,0 0 0-15,0 0-9 0,0 0-11 0,-10 23-4 16,5-6-8-16,1 0-8 0,-2 10-6 0,-1-3-5 16,4 3-9-16,-2-1-5 0,0 0-3 0,2-1-9 15,0-1-17-15,2-6-18 0,1 1-24 0,3-1-31 16,-1 1-25-16,2-3-32 0,-1-4-22 0,3-1-23 15,0 1-19-15,3-2-94 0,-1-1-279 0,3-2 124 16</inkml:trace>
  <inkml:trace contextRef="#ctx0" brushRef="#br0" timeOffset="34617.05">8170 4573 129 0,'-5'-10'178'0,"2"4"-10"16,-2 2-4-16,0-2-10 0,5 6-21 0,-13-5 1 15,4 5-10-15,-1 4-9 0,0-3-5 0,-2 7-5 16,2 0-4-16,-4 2-8 0,1 0-7 0,2 3-8 16,3-4 0-16,-1 6-12 0,1-2-8 0,3-3-8 15,0 3-4-15,4-3-3 0,-2 0-5 0,3-1 0 16,2 1-5-16,-1-4-3 0,3 2 0 0,3-3-3 16,-2-1-3-16,6-1-7 0,-1 0-11 0,4-2-3 15,-1-2-1-15,-1-2-5 0,-1 1 3 0,-1-3-3 16,1-2-2-16,1-4 1 0,1 0 0 0,-6 0 2 15,6-6-1-15,0-3-4 0,-1-2 3 0,-6 3-3 16,4-7 1-16,-1 2 0 0,-3-4 5 0,2 1-3 16,-4 0 0-16,2 1 2 0,-1 2 0 0,-2 6 9 15,0 1 5-15,-1 1 4 0,-2 4 1 0,1 1 14 16,1 2-3-16,-1-1-2 0,-1 5-5 0,0 5-6 16,0-10-3-16,0 10-3 0,0 0-3 0,0 0 8 0,0 0 9 15,-6 26 0-15,0-9 6 0,3 2-7 16,-5 5-2-16,2 2 2 0,-1 2-2 0,1 1 0 15,1-1-2-15,-2 0 2 0,5 1 4 0,-2-4-10 16,3 3-7-16,1-8-18 0,-2-1-29 0,4 5-17 16,0-5-36-16,-2 0-42 0,3-8-46 0,1 5-52 15,-2 0-121-15,3-3-383 0,-1-2 170 0</inkml:trace>
  <inkml:trace contextRef="#ctx0" brushRef="#br0" timeOffset="35134.42">8420 4705 64 0,'0'0'148'0,"0"0"-5"0,0 0-15 0,0 0-15 16,0 0-8-16,0 0-4 0,0 0-2 0,26-13-2 15,-15 6-11-15,1 1-5 0,3 0-9 0,2-3-2 16,-1 1-3-16,1-1 2 0,0 2 0 0,-2 0-5 15,0-2-3-15,-1-1-3 0,-2 4-1 0,1-5-2 16,-4 2-4-16,0 3 3 0,-1-2-1 16,0 0 6-16,-1 3 0 0,-4-3-3 0,1 1-5 0,0 2-4 15,-4 5-7-15,1-10 2 0,-1 10-4 0,-1-12-3 16,1 12-6-16,-10-9-3 0,5 5-2 0,-3 1-4 16,-3 1-3-16,-1 1 0 0,0 1 0 0,0 1-6 15,0 1 1-15,-2 1-3 0,3 0 2 16,0 5-1-16,-1-1-1 0,0 3 0 0,1 5-1 0,-1-3 2 15,5 1-4-15,0 2 4 0,3-2-6 0,2-2 5 16,-1 6 0-16,3-5-2 0,6 3 1 0,4-1 2 16,0 0-10-16,5-1-20 0,-1-1-13 0,4-1-28 15,-3-1-33-15,5-3-25 0,1 1-39 0,-1-4-27 16,0 1-153-16,-2 0-365 0,0-4 161 0</inkml:trace>
  <inkml:trace contextRef="#ctx0" brushRef="#br0" timeOffset="35353.78">8898 4391 23 0,'0'-12'222'0,"0"1"3"0,0 4-6 0,0 7-22 16,0-10-19-16,0 10-23 0,2-9-17 0,-2 9-19 16,0 0-10-16,0 0-9 0,0 0 3 0,-10 21-13 15,4-5-5-15,0 10-7 0,-2 0-8 0,2 2 2 16,-3 2-11-16,1-2-7 0,2 1-5 15,-2 0 3-15,3 1-10 0,-4-2-22 0,4-1-27 0,1-2-25 16,2-4-30-16,-2 4-37 0,2-6-44 0,0-2-50 16,-2 2-129-16,0-3-347 0,2-4 154 0</inkml:trace>
  <inkml:trace contextRef="#ctx0" brushRef="#br0" timeOffset="36381.24">8882 4582 127 0,'11'-5'140'15,"-1"-2"-12"-15,2 1 0 0,-1 2-27 0,0-1-8 16,0 1-13-16,1 2-3 0,-3-1-8 0,2 0-10 16,-3 1 0-16,1 0-20 0,-9 2-11 0,15-2-30 15,-9 2-31-15,-6 0-27 0,12 1-24 0,-12-1-75 16,8 4-171-16,-8-4 77 0</inkml:trace>
  <inkml:trace contextRef="#ctx0" brushRef="#br0" timeOffset="36806.18">9106 4555 188 0,'0'0'186'16,"0"0"-6"-16,0 0-11 0,0-9-11 0,0 9-23 15,0 0-13-15,0 0-9 0,0 0-19 0,0 0-12 16,0 0-9-16,0 0-2 0,0 0-1 0,-6 31-2 16,2-20-8-16,1 7-1 0,-1 0-5 0,-1 0-7 15,1-1 0-15,-1 0-4 0,1-5-3 0,1 0-5 16,-1-1-2-16,2-1-2 0,1-3-4 0,-1-1 0 16,2-6-1-16,-2 12 13 0,2-12 14 0,-2 7 20 15,2-7 18-15,0 0 12 0,-3 4-4 0,3-4-7 16,0 0-12-16,0 0-4 0,0 0-9 0,-2-23-7 15,2 12-8-15,0 0-5 0,2 0-5 0,-1-5-4 16,1 0-6-16,2-2-3 0,-1 0-2 0,2-1-8 16,1-6-8-16,1 2 5 0,0-1-16 0,2 0-6 15,3 1-2-15,-2 0-3 0,0 7-3 0,0 2-3 16,-1 0 0-16,0 4-11 0,-1 3-17 0,-3 0-19 16,2 1-22-16,-2 3-18 0,1 3-14 0,-6 0-13 15,13 0-20-15,-13 0-18 0,11 6-12 0,-5 3-12 16,-3-1-148-16,-1 2-368 0,-2 3 163 0</inkml:trace>
  <inkml:trace contextRef="#ctx0" brushRef="#br0" timeOffset="37230.61">9094 4660 59 0,'0'0'180'0,"-7"3"6"0,7-3 0 0,0 0-7 15,0 0-18-15,0 0-15 0,0 0-28 0,0 0-17 16,0 0-19-16,0 0-20 0,0 0-13 0,28-6-18 15,-17 4-23-15,3-1-22 0,-1 1-11 0,-1 1-18 16,1-3-8-16,4 1-7 0,-1-1 8 0,-2 3-2 16,-1-4 4-16,5 0 9 0,-5 1 5 0,-2 2 3 15,2-3 11-15,-1 2 11 0,-2-2 13 0,1 1 9 16,-2-1 11-16,2 2-1 0,-3-1 19 0,-1 0 9 16,-1-1 2-16,-1 1 13 0,2 0-9 0,-2-2 6 15,-1 3 7-15,1-2 0 0,-5 5 3 0,8-10 1 16,-6 5-3-16,-2 5 1 0,5-8-9 0,-1 4 2 15,-4 4 1-15,2-10 8 0,-2 10-1 0,0-7 4 16,0 7-8-16,0 0-1 0,0 0-6 0,-3-11-9 16,3 11-5-16,0 0 0 0,-9-3-6 0,9 3-5 15,-16 5-2-15,5 0-3 0,-3 1 0 0,-1 3-4 16,3 2-4-16,0 3 2 0,-1-3-2 0,5 0-6 16,-1 2 2-16,0 1-2 0,4-2-2 0,0-1 1 15,1 2-6-15,4-1 1 0,1-1-2 16,2 1-9-16,3-3-18 0,3 1-15 0,1-2-15 0,2-2-25 15,4 2-14-15,1-1-25 0,-3-3-20 0,5-2-22 16,2-1-15-16,0-1 10 0,-1 0-24 0,0-3-3 16,0-1-104-16,-3 1-311 0,1-1 138 0</inkml:trace>
  <inkml:trace contextRef="#ctx0" brushRef="#br0" timeOffset="37414.18">9605 4659 596 0,'12'-14'-33'0,"-2"4"10"0,-1-7 20 16,-3 1 20-16,1 1 10 0,-5 0 14 0,3-1 18 15,-2 4 9-15,-3 2 19 0,2 3 13 0,-2-1 4 16,0 8-2-16,-2-12-8 0,-1 6-6 0,3 6-7 15,-7-6-6-15,7 6-4 0,-10 0-2 0,10 0 6 16,-14 8-11-16,3-1 1 0,-1 7-3 16,0-2-2-16,1 2-10 0,2-1-2 0,3 2-6 0,-1 0-5 15,3-3-1-15,2 4-2 0,0-2-3 0,2 1-4 16,1-4-15-16,4 5-17 0,-1-6-25 0,4 1-28 16,-1-2-39-16,2 1-16 0,4-4-47 0,2 0-140 15,2-1-325-15,-4-2 143 0</inkml:trace>
  <inkml:trace contextRef="#ctx0" brushRef="#br0" timeOffset="37620.58">9868 4457 81 0,'2'-5'240'16,"-2"5"-18"-16,0-11-17 0,0 11-25 0,2-7-19 15,-2 7-16-15,0 0-14 0,0 0 4 0,0 0-10 0,-15 25-7 16,7-9-7-16,-3 12-11 0,-1-1-9 0,3-4-7 15,-2 4-6-15,2-2-8 0,0 0-7 0,2-2-12 16,-2 1-29-16,6-6-27 0,-1 1-25 16,0-2-32-16,0 2-40 0,1-4-47 0,2-3-45 15,-1 0-119-15,-1-2-337 0,-1-3 150 0</inkml:trace>
  <inkml:trace contextRef="#ctx0" brushRef="#br0" timeOffset="37767.15">9706 4659 4 0,'4'-7'146'0,"-4"7"-23"0,9-6 5 15,-3 3-20-15,3 0-19 0,5 2-35 0,-1-3-25 0,6 2-28 16,0 0-34-16,3 2-76 0,0 2-116 0,7-1 51 16</inkml:trace>
  <inkml:trace contextRef="#ctx0" brushRef="#br0" timeOffset="38005.48">10178 4470 123 0,'0'-9'231'0,"0"9"-22"0,0 0-22 16,0 0-24-16,0 0-18 0,0 0-9 0,0 0-4 15,0 0 0-15,-4 28-11 0,-1-10 0 0,-1 6-1 16,1 4-12-16,0-2-5 0,1 0-14 0,-2-2-8 15,0 0-5-15,1-4-7 0,-2 6-3 0,3-7-13 0,2-1-1 16,-5 0-6-16,4-1-2 0,-1-1-18 16,1-3-18-16,1-1-27 0,-1 0-19 0,0-3-43 15,1 2-32-15,-2-2-35 0,3-2-38 0,-3 0-157 16,4-7-371-16,-8 9 163 0</inkml:trace>
  <inkml:trace contextRef="#ctx0" brushRef="#br0" timeOffset="38583.43">10212 4635 166 0,'0'0'157'0,"14"3"-14"16,-7 0-9-16,-1 2 4 0,0 2-3 0,2 1-4 16,0 1-6-16,-3 0-6 0,1 3-7 0,0-5-3 15,-2 5-7-15,-1-1-10 0,-1-1 0 0,0 1-6 16,-1 0-3-16,0-1 0 0,-1-3-6 0,0 1-5 15,0-8-3-15,-1 11-5 0,1-11 0 0,0 9-4 16,0-9 3-16,0 0 0 0,0 8 10 0,0-8-8 16,0 0 2-16,0 0-7 0,0 0-2 0,0 0-8 15,0 0-6-15,0 0-10 0,0 0-9 0,0 0 2 16,0 0 0-16,5-24-15 0,-1 16-7 0,2 0 0 16,2-1-5-16,1 0-5 0,4-2-1 0,2-2-4 15,0 3 4-15,-1-4 0 0,2 5 2 0,-2-3-2 16,-4 6 3-16,5-6-3 0,-6 7 7 0,2-1-6 15,-5 1 4-15,-1 0-5 0,0 3 4 0,0-2-6 16,-5 4 0-16,7-2-3 0,-7 2 4 0,0 0 6 16,0 0 11-16,0 0 0 0,0 0 5 0,0 0 3 15,-9 24 1-15,4-19-2 0,2 2 5 0,-3 1-2 16,1-2 0-16,1 3-4 0,0-4 1 0,1 1-5 16,3-6-1-16,-2 12 0 0,1-7-1 0,1-5-1 15,-2 12 1-15,2-12-5 0,0 0 5 0,0 9-2 16,0-9 0-16,0 0 0 0,5 6-3 0,-5-6-3 15,7 2-2-15,-7-2 1 0,0 0 4 0,12-3-9 16,-12 3 0-16,8-7-1 0,-3 3-2 16,-1-1 0-16,1-3 4 0,0 1-2 0,-1 3 0 0,1-2 1 15,-5 6-1-15,7-11 9 0,-5 7-1 0,-2 4-8 16,7-7 1-16,-7 7-3 0,2-6-1 0,-2 6-4 16,0 0 1-16,0 0 0 0,0 0 3 0,0 0-4 15,0 0 5-15,10 17 0 0,-10-6-2 0,2-1-20 16,-2-1-18-16,0 2-27 0,1 2-23 0,0-1-30 15,1-1-40-15,0 2-35 0,1-1-26 0,-1 0-135 16,0-2-393-16,1 0 174 0</inkml:trace>
  <inkml:trace contextRef="#ctx0" brushRef="#br0" timeOffset="39391.01">10646 4767 47 0,'8'-14'190'0,"-4"2"5"16,3 2-5-16,-2-3-4 0,1 5-9 0,-1-2-12 15,-1 2-10-15,1-1-6 0,-1 4-15 0,-4 5-16 16,5-7-20-16,-5 7-8 0,6-3-10 0,-6 3-11 16,0 0-4-16,0 0-12 0,0 0-1 0,17 10-7 15,-14-3-3-15,-1 1-2 0,2-1-4 0,2 0-4 16,-1 3-1-16,-1 0-5 0,0-6 3 0,1 2-5 16,-1-1 0-16,4 3 2 0,-3-5-1 0,0 3 4 15,1-4-1-15,1 2-4 0,2-3-4 0,-3 0-1 16,-6-1 2-16,14-1-2 0,-6-1 1 0,-8 2 2 15,13-5-2-15,-7-1-3 0,-1 3 1 16,3-5-3-16,-3 3 3 0,0-3-5 0,-1-2 1 0,1 2-4 16,-2-1 1-16,-1 0-3 0,1 1-1 0,3 0 4 15,-4 2-7-15,-2 6-2 0,0-8-1 0,0 8-6 16,3-6-1-16,-3 6-4 0,0 0 2 0,0 0-1 16,0 0 1-16,0 0-1 0,0 0 12 0,-6 31-10 15,1-19 2-15,-2 3 0 0,1 1 5 0,2-4-4 16,0-2 1-16,0 3-1 0,2-4 4 0,0 1-1 15,0-4 3-15,2 2-4 0,0-8 5 0,0 9 2 16,0-9 0-16,2 6 0 0,-2-6 2 0,7 4 1 16,-7-4 1-16,11 0 1 0,-11 0-1 0,21-3-3 15,-10-1 2-15,1 1-3 0,-1-3 2 0,5 0 4 16,-3-1-6-16,2 0-1 0,-4-1-1 0,3-1 0 16,2-1-1-16,-2 0 0 0,-5-1 1 0,1 4-1 15,-1-3-5-15,-1 2 4 0,3-3-2 0,-6 4 7 16,0-2 3-16,-2 3-7 0,1 4 3 15,-4 2 5-15,5-8 3 0,-5 8 0 0,6-2-1 16,-6 2-4-16,0 0 1 0,0 0-4 0,0 0 7 0,0 0 6 16,0 0 5-16,0 0 0 0,0 0 2 0,0 0-2 15,0 0-3-15,-9 23-5 0,9-23 6 0,-2 9-8 16,2-9 1-16,-3 9-7 0,3-9 2 16,3 9-1-16,-3-9 0 0,2 9 0 0,2-5-1 15,4 0-5-15,-1-2 1 0,0 1-15 0,0-2-7 0,6-1 1 16,-3 1-15-16,2 1-4 0,-1-1-4 0,1-1-2 15,1-3-3-15,-1 2-3 0,0-2-6 16,-2 0 2-16,1-3 3 0,-1 2 5 0,-2-2 2 0,1 1 4 16,-2-3 2-16,-1 1 4 0,-1-1 1 0,2-1 5 15,-3 4 5-15,-1-4 2 0,-1 2 11 0,2 2 5 16,-4 5 14-16,2-10 9 0,-2 10-6 0,3-5-3 16,-3 5-6-16,0 0-7 0,5-6 5 0,-5 6-1 15,0 0 19-15,0 0 4 0,-3 21 10 0,2-10 5 16,-2 1 6-16,1 1 2 0,-2-1-1 0,1 5-8 15,-3-1 0-15,3-4 2 0,-3 2-3 0,0-3-4 16,2 5 1-16,-3-1-3 0,2-5-1 0,0 2-10 16,-1-1-16-16,1-2-11 0,0 1-18 0,-2-2-27 15,1 1-32-15,-3-1-28 0,0-1-36 0,1-3-56 16,-2 2-48-16,-1-2-135 0,3-2-419 0,-2-2 187 16</inkml:trace>
  <inkml:trace contextRef="#ctx0" brushRef="#br0" timeOffset="39542.9">10967 4561 55 0,'-4'-12'90'0,"4"12"-27"0,0 0-21 15,0 0-32-15,0 0-54 0,0 0-46 0,0 0 20 0</inkml:trace>
  <inkml:trace contextRef="#ctx0" brushRef="#br0" timeOffset="39785.81">11466 4509 223 0,'1'-7'238'16,"-1"7"2"-16,4-10 7 0,-2 6-2 0,-2 4-19 0,3-9-18 15,-3 9-19-15,2-7-27 0,-2 7-22 16,0 0-9-16,0 0-7 0,0 0-6 0,0 0 3 0,-2 37 0 15,-1-18-6-15,1 6-14 0,-1-1-4 16,2 1-7-16,-4 0-13 0,2-1-6 0,0 1-5 16,0-6-5-16,1 0-10 0,-3 5-3 0,3-5-14 0,-2-1-32 15,3-1-28-15,1 0-19 0,-2 1-20 0,0-3-20 16,1-4-27-16,0 2-25 0,-1-2-29 0,2-3-40 16,-1 2-12-16,0-3-14 0,1-7-144 15,-2 11-407-15,2-11 180 0</inkml:trace>
  <inkml:trace contextRef="#ctx0" brushRef="#br0" timeOffset="40081.93">11466 4766 42 0,'4'-9'102'15,"1"5"-4"-15,-2-1-2 0,-3 5-11 0,4-6-11 16,-4 6-2-16,0 0 5 0,0 0 0 0,12 3 14 16,-12-3 0-16,6 8 4 0,-1-2 3 0,-1-1-2 15,-1 1-6-15,1-1-12 0,-2 3-4 0,2-2-7 0,0 0 13 16,1 0 3-16,1 1-4 0,1-1 0 15,-1-2-2-15,2 1 7 0,2 0-8 0,-4-2 2 16,3-2-1-16,-2 1-4 0,5-2-1 0,-1 0 5 16,-11 0-2-16,18-4-5 0,-11 1-2 0,1 0 3 15,-3-2 0-15,4-1-9 0,-1-1-6 0,-2-1-5 0,1-2-6 16,-4-3-6-16,-1 3-3 0,-1-2 3 16,1 1-12-16,-4 0-10 0,1-1-12 0,-1 3-11 15,-1-3-12-15,-1 2-11 0,0 0-20 0,-3 3-18 16,1 0-18-16,-3 3-19 0,-1 3-16 0,10 1-24 15,-24 7-24-15,8-2-28 0,0 5-15 0,-1 4-119 0,0 0-356 16,1 4 159-16</inkml:trace>
  <inkml:trace contextRef="#ctx0" brushRef="#br0" timeOffset="40456.74">11619 4885 65 0,'9'-3'202'0,"-2"3"-1"0,2-5-8 16,-2 0-10-16,4-1-15 0,-2 0-12 0,1-1-7 15,0 1-8-15,-1-2-11 0,-2 0-4 0,9-3-10 16,-5 0-7-16,-1 2-4 0,0 0-14 16,-1-4-5-16,2 0-10 0,-6 1-5 0,2 2-4 15,-3 0-11-15,3-2 7 0,-3 3 1 0,0 1-4 0,-3-1-4 16,0 2-3-16,-1 7-1 0,1-13-3 0,-1 13-5 16,-1-9 2-16,1 9-3 0,0-9-5 0,0 9 3 15,0 0-8-15,0-7-5 0,0 7-4 16,0 0-2-16,0 0-3 0,0 0-5 0,1-9-2 15,-1 9-1-15,0 0 0 0,0 0-11 0,0 0 0 16,9-3 6-16,-9 3-5 0,0 0 1 0,16 5-2 0,-10-1-3 16,3 0 1-16,0 2-4 0,0 0 3 0,0 0-3 15,-2 1 5-15,2 2 0 0,-3 1-2 16,-1 0-2-16,1 0 2 0,-2 6 13 0,-2-4-1 16,0 1 4-16,0 0 2 0,-2 2-5 0,0-1 3 15,0 1-2-15,-2-3-10 0,-1-1-8 0,2 0-24 0,-1 1-16 16,1-2-28-16,-1 0-16 0,0 0-37 15,-1 0-44-15,1-4-30 0,2 4-29 0,0-10-161 16,-1 10-423-16,1-10 187 0</inkml:trace>
  <inkml:trace contextRef="#ctx0" brushRef="#br0" timeOffset="40615.08">12092 4815 66 0,'0'0'210'0,"0"0"-8"0,6-6-10 0,-6 6-21 15,0 0-16-15,0 0-27 0,0 0-8 0,4-6-19 16,-4 6-25-16,0 0-29 0,0 0-38 0,0 0-37 16,0 0-25-16,0 0-29 0,0 0-50 0,0 0-65 15,0 0-214-15,0 0 94 0</inkml:trace>
  <inkml:trace contextRef="#ctx0" brushRef="#br0" timeOffset="43938.12">6254 5346 92 0,'1'-12'153'0,"-1"6"-3"0,0 6 3 16,2-11-4-16,-1 5-3 0,-1 6-6 0,-1-12-11 15,1 12-5-15,1-10-8 0,-1 10-8 0,1-10-5 0,-1 10-19 16,0-6-5-16,0 6-7 0,0 0-9 16,0 0-2-16,2-9-12 0,-2 9 1 0,0 0-11 0,0 0-5 15,0 0-1-15,0 0-6 0,0 0-5 16,0 0-4-16,0 0 0 0,0 0-3 0,0 0-4 16,0 0 0-16,0 0-1 0,0 0 2 0,0 0 6 0,-2 31 0 15,1-17 0-15,0-2 3 0,-1 7-5 16,0-2-7-16,-2 3 7 0,1 5 7 0,-1-6-4 15,2 5 1-15,-3 3-2 0,2-2-4 0,1 1 4 16,-1 1 11-16,1 0 0 0,-2-2-1 0,0 1-2 16,3-1-3-16,-3 1 1 0,0 0-10 0,3-6 1 0,-3-1 0 15,1 1 0-15,1-2-1 0,1 2 1 0,-2 5-5 16,0-6 0-16,1-1 8 0,1 1-8 0,-2 7 8 16,-1-1-3-16,3-8-1 0,0 2 2 15,-1 0 1-15,1-2 3 0,-3 2 2 0,2-3-6 16,1-1 2-16,-2-1-4 0,2-2 2 0,-1 1 2 0,0-2 0 15,0 1-1-15,1-2 1 0,0-4-1 0,-2 2-5 16,2 2 1-16,1-10 0 0,-1 8-1 0,1-8 1 16,-3 9-2-16,3-9 0 0,0 7-2 0,0-7-1 15,0 0-2-15,-2 9 0 0,2-9 5 16,0 0 13-16,0 0-17 0,0 0 2 0,0 0 12 0,-4 6-6 16,4-6 5-16,0 0-3 0,0 0 8 0,0 0 0 15,0 0 5-15,0 0 1 0,0 0 9 16,0 0 3-16,0 0 3 0,0 0-7 0,0 0-2 15,0 0-8-15,0 0 2 0,0 0-3 0,0 0 1 16,0 0-9-16,-18-13 2 0,14 10-2 0,4 3-6 0,-13-8 3 16,8 2-6-16,-1 4 10 0,-2-3-12 0,-2 1-2 15,1-2 0-15,0 0 0 0,-1 2-3 0,-2 1-5 16,2-3 6-16,-4 2-6 0,-1-1 2 16,2 3 5-16,-5-1-8 0,-2-2 4 0,0 1-2 15,1 1 0-15,-2 3 4 0,0-4-2 0,-7 0 0 0,2-1-4 16,-3 1 7-16,2 1-8 0,0-2 5 0,1-1-2 15,-5 1-2-15,0 1 0 0,1 1 4 16,-5 0 1-16,0-1-6 0,1 0 3 0,-4 0-1 16,-1 0 2-16,1-1-4 0,-2-2 0 0,-11 2-3 15,14 2 7-15,0-5 4 0,-1 4-5 0,-3-2-1 0,-9-2 3 16,10 3-5-16,-10-3 5 0,12 3 1 0,-12-1-5 16,13-1 3-16,-14-2 2 0,13 5-8 0,-3 0 1 15,-9 1 4-15,-4 1 1 0,1 2 0 16,0 0-1-16,0 2-2 0,0-1 0 0,2 0-1 15,1 2 3-15,12-2-1 0,1 0 0 0,0-2-3 0,5 1 3 16,-3-1 3-16,3 1 5 0,-1 0-11 0,1-2 1 16,4 2 1-16,0 0 1 0,8-1-3 0,0 0 6 15,3 1 1-15,2-1-1 0,2-1-2 0,1 1-1 16,-2 0 3-16,4-1-1 0,1 2 6 0,1-2-3 16,8 2 2-16,-17-4-5 0,11 3 2 0,0-2-3 15,6 3 2-15,-12-3 4 0,7 0-10 0,5 3 3 16,-9-1 4-16,9 1-6 0,-8-3 3 0,8 3 0 15,-7-3-3-15,7 3 2 0,0 0 2 0,-8-4 2 16,8 4-6-16,0 0 0 0,-6-3 2 0,6 3-1 16,0 0 5-16,-7-5-2 0,7 5 0 0,0 0-7 15,-7-3 9-15,7 3-5 0,0 0 5 0,0 0-6 16,0 0-1-16,-8-4 5 0,8 4-9 0,0 0-15 16,0 0-17-16,0 0-18 0,0 0-24 0,0 0-25 15,0 0-34-15,0 0-42 0,0 0-30 16,0 0-23-16,0 0-44 0,0 0-144 0,0 0-458 0,0 0 203 15</inkml:trace>
  <inkml:trace contextRef="#ctx0" brushRef="#br0" timeOffset="45673.43">6101 6207 41 0,'-7'-3'76'16,"7"3"4"-16,-6-3-2 0,6 3-4 0,-8-5-4 15,8 5-4-15,-6-3-7 0,6 3 13 0,-8-5-3 16,8 5-3-16,-8-3-1 0,8 3-6 0,-8-4 3 16,8 4-12-16,-11-4 12 0,11 4-18 0,-7-2 0 15,7 2-1-15,-8-2-1 0,8 2 0 0,0 0 4 16,-9-4-6-16,9 4 3 0,0 0 4 0,0 0-9 15,0 0 1-15,-8-1-4 0,8 1 2 0,0 0-7 16,0 0 0-16,0 0 0 0,0 0 14 0,0 0-10 16,0 0-2-16,31 5 3 0,-12-5 5 0,9 1-3 15,5-1 2-15,3 0-3 0,4 0 1 0,14-1-2 16,2 1 9-16,-2-1-13 0,-1-1-2 0,7 2-2 16,2-1 1-16,2 4-5 0,0-3-2 0,2 1-2 15,30 1 0-15,-32 2 2 0,26-1-9 0,-26 2 0 16,28 1 0-16,-30-2 1 0,26 4-7 0,3-2 0 15,-2 0 3-15,-26 0-2 0,26 2 4 0,-26-1-2 16,30 3-1-16,-25-3-2 0,25 1 0 0,-28-1-4 16,28 1 2-16,-27-2-2 0,24 2 1 0,-28-1 1 15,28 0 0-15,-29-3-4 0,2 1 6 0,0 0-5 16,4 3 1-16,-1-2-3 0,-3 0 1 0,-1-2-6 16,-4-1 4-16,-1 1-3 0,-2-2 0 0,-4 0-3 15,-11-2-2-15,11 1 0 0,-11-3 3 0,-2 2-4 0,0-3 4 16,2 2 1-16,14-2-1 0,-16 3 3 15,13-1-3-15,-14-1-1 0,2 2 3 0,0 0 0 16,-3 0-1-16,0-1 3 0,-2 2-1 0,0 0 0 16,-4-2 2-16,1 2 0 0,-3-1-3 0,-6 2 1 15,-1 1 1-15,0-2-1 0,-1 1 2 0,1 0-4 0,-3-1 0 16,3 2 2-16,-1-2 2 0,1 0 0 0,-3 1 2 16,1 1 1-16,0-3-4 0,2 2 2 15,-2 0-2-15,-1 1 7 0,-1-2-5 0,-3-1 4 16,-1 1-8-16,-1 1 2 0,-2-1 0 0,1-1 0 15,1 0 0-15,-3 0 4 0,3 1-4 0,-5-1 1 16,1 1 1-16,-8-1 1 0,12 0 6 0,-12 0-8 0,10 2 3 16,-10-2-4-16,8 0 4 0,-8 0-4 0,0 0 4 15,9 1-4-15,-9-1 4 0,0 0 1 16,0 0-4-16,0 0 2 0,0 0-1 0,0 0 4 16,11-1 2-16,-11 1 2 0,0 0 2 0,0 0 3 0,0 0 2 15,0 0 2-15,0 0 1 0,0 0-1 0,0 0 5 16,0 0-1-16,0 0 3 0,0 0 0 15,0 0-4-15,0 0 4 0,0 0-6 0,0 0 5 16,0 0 1-16,0 0 0 0,0 0-1 0,0 0 0 0,0 0-1 16,0 0-1-16,0 0 1 0,0 0 3 0,0 0-3 15,0 0 2-15,6 2-4 0,-6-2 2 0,0 0-4 16,0 0 2-16,0 0-2 0,0 0-1 16,0 0-2-16,0 0 1 0,0 0-6 0,0 0 2 15,0 0-4-15,0 0-1 0,0 0-2 0,0 0 0 0,0 0-3 16,0 0 2-16,0 0 0 0,0 0-2 0,0 0 0 15,0 0 0-15,0 0-2 0,-1 9 1 0,1-9-2 16,0 0 1-16,1 13 0 0,-1-7 2 0,0-6 0 16,3 13-2-16,-2-4 2 0,1-2-1 0,-1 4 0 15,0 1 4-15,0 0-3 0,1 0 1 0,0 5 2 16,0-1-1-16,-2 1 8 0,1-1-2 0,0 0-1 16,0 1 7-16,1 1-1 0,-2-3 2 0,0 2 0 15,1 0 7-15,-1-2 3 0,-1-1 2 16,-2-1-3-16,3-3 0 0,-1 3-1 0,1-1 2 0,0-1 3 15,-1-1 2-15,-1 1-7 0,2-3 9 0,0-8-10 16,-2 17 2-16,2-17-6 0,-2 14-1 0,2-14-2 16,0 13 1-16,0-13-2 0,-2 10-3 0,2-10 1 15,0 13-1-15,0-13 0 0,0 0-1 0,0 0-2 16,1 12-1-16,-1-12 2 0,0 0 1 0,0 0 9 16,0 0 16-16,0 0 12 0,0 9 19 0,0-9 14 15,0 0 16-15,0 0-7 0,0 0-7 0,0 0-3 16,0 0-23-16,0 0 8 0,0 0-12 0,22-22 1 15,-14 16 2-15,1-1-22 0,1 3 3 0,-1-3 2 16,0-1-10-16,0 4-2 0,3-4-6 0,0 3-3 16,-1-1 3-16,0 0-3 0,-1 1-7 0,0 1 12 15,0 0-9-15,-1-2-15 0,-5 5-12 0,4-3-11 16,-8 4-14-16,7-2-22 0,-7 2-32 0,8-3-33 16,-8 3-33-16,0 0-37 0,0 0-49 0,0 0-36 15,0 0-13-15,8-2-22 0,-8 2-169 0,0 0-523 16,0 0 231-16</inkml:trace>
  <inkml:trace contextRef="#ctx0" brushRef="#br0" timeOffset="45887.12">10195 6815 197 0,'-11'-5'292'0,"1"-3"-4"16,-2-3-11-16,3 3-9 0,-3-1-14 0,3 2-8 15,-1-3-19-15,0 3-13 0,-4-5-24 0,-1 2-24 16,3 3-17-16,-2 0-11 0,-1-2-20 0,2 4-15 16,-3-2-27-16,3 3-38 0,-4-2-31 0,6 4-37 15,-6-1-34-15,3 1-44 0,1 0-41 0,1 0-47 16,-1 0-42-16,-1 4-173 0,1 0-444 0,0-2 196 16</inkml:trace>
  <inkml:trace contextRef="#ctx0" brushRef="#br0" timeOffset="46817.55">3717 5943 121 0,'0'0'164'15,"-5"-6"-13"-15,5 6-12 0,-5-6-11 0,5 6-4 16,0 0-1-16,-4-8-12 0,4 8-6 0,0 0-7 16,-4-8-8-16,4 8-11 0,0 0-3 0,0 0-10 15,0 0-6-15,0 0-5 0,0 0-5 0,0 0-7 16,-2-5-2-16,2 5-7 0,0 0-2 0,0 0-2 15,0 0-5-15,0 0-7 0,0 0-7 0,0 0-5 16,0 0-1-16,0 0-5 0,0 0 5 0,0 0-10 16,0 0 9-16,0 0-7 0,0 0-1 0,0 0 4 15,0 0-2-15,0 0 0 0,0 0-2 0,0 0 10 16,0 0-5-16,0 0 0 0,0 0-1 0,-11-1-3 16,11 1 0-16,0 0 0 0,-11-2 3 0,11 2-5 15,-9 0-11-15,9 0-13 0,-10 3-28 0,10-3-19 16,-12 1-28-16,12-1-27 0,-9 3-21 0,9-3-83 15,-7 5-252-15,7-5 112 0</inkml:trace>
  <inkml:trace contextRef="#ctx0" brushRef="#br0" timeOffset="47619.67">4014 5982 42 0,'-12'0'177'15,"-6"-4"0"-15,-2 2-18 0,-2-4-4 0,-6 3-7 16,6 0-11-16,-6-4-5 0,3 3-8 0,-6-2-7 16,0 1-2-16,1 0-6 0,-2-1-4 0,-4 2-10 15,1 0-4-15,1-1-9 0,-1 0-9 0,2 2-3 16,1-2-1-16,2-1-1 0,-1 2-4 0,1-3-1 15,4 2-2-15,4 0-7 0,3 2-2 0,-3-3-6 16,2 4-1-16,2-1-6 0,-1-1 0 0,2 1-8 16,0 0 2-16,3 1-5 0,1 0-1 0,2-2 3 15,-3 3 1-15,2-2-8 0,1 2-8 0,1-2-2 16,2 3-3-16,0-1 0 0,8 1 2 0,-14 0-5 16,14 0 1-16,-10-2 0 0,10 2 2 0,-9-1-3 15,9 1-3-15,0 0-2 0,0 0 5 0,0 0-7 16,-11-2 4-16,11 2-5 0,0 0 3 0,0 0-5 15,0 0 5-15,0 0-1 0,0 0 0 0,0 0-1 16,0 0 2-16,-11 1-2 0,11-1-3 0,0 0 3 16,0 0 1-16,0 0-2 0,0 0 1 0,0 0-3 15,0 0 1-15,0 0-4 0,0 0 3 0,0 0 1 16,0 0 1-16,0 0-5 0,0 0 1 0,0 0 2 16,0 0-1-16,0 0 7 0,0 0-8 0,2 10-1 15,-2-10 3-15,0 11 1 0,0-11 5 0,2 15-4 16,0-5-1-16,-1 3 5 0,0 1-4 0,-1 3-1 15,1 1 2-15,3 8 0 0,-3-7 3 0,1 10-6 16,-2 0 4-16,1 4 1 0,0-1 3 0,-1 3-1 16,0-3-1-16,0 1 5 0,-1 0 4 0,0-2-2 15,2 2 4-15,-2-5-3 0,-2-1 4 0,-1-1 0 16,3-7-4-16,-3 2-3 0,6-2 3 0,-5-1 3 16,2 0 3-16,-1-1 8 0,2-2 0 0,-2 2-8 15,0-5-5-15,2 0 1 0,-1 0-1 0,-1-2-1 16,2-1 1-16,0-2-3 0,-2 2 2 0,2-9-5 15,0 12 1-15,0-4-1 0,0-8-1 0,0 10 8 16,0-10-9-16,-1 6 2 0,1-6 0 0,0 0 2 16,4 9-1-16,-4-9 12 0,0 0-11 0,0 0 13 15,0 0 6-15,0 0 9 0,0 0 5 0,0 7 4 16,0-7 16-16,0 0-14 0,0 0-7 0,0 0-3 16,0 0-6-16,0 0-2 0,8-22 2 0,-3 14-10 15,-1-3-3-15,7-2 4 0,-3-1-8 0,-1 4-6 16,4-5-2-16,0 2-6 0,-1 0-2 0,2 1-5 15,-2-1-8-15,0 0-13 0,2 6-13 0,-3 0-12 16,1 0-20-16,0 0-18 0,-1 2-22 0,0 0-21 16,1 0-24-16,-2 5-29 0,-8 0-18 0,13 0-34 15,-8 3-191-15,1 0-464 0,-6-3 206 0</inkml:trace>
  <inkml:trace contextRef="#ctx0" brushRef="#br0" timeOffset="47827.56">3059 6517 209 0,'-11'-12'244'0,"-2"-3"-20"15,-1 1-17-15,1 2-5 0,-2-2 7 0,2 1-18 16,-4-1-15-16,3 1-19 0,-1 2-14 0,1-3-15 16,-4 4-12-16,2 2-16 0,0 1-8 0,4 1-9 15,0-2-22-15,1 4-30 0,0 0-30 0,1 2-29 16,-1 1-38-16,11 1-27 0,-12 1-25 0,3 1-23 15,1 4-35-15,2 0-150 0,-2 3-352 16,-1-2 156-16</inkml:trace>
  <inkml:trace contextRef="#ctx0" brushRef="#br0" timeOffset="48697.9">1959 7154 135 0,'-2'-7'187'0,"2"7"2"0,-3-15-8 16,1 8 0-16,2 7-4 0,-2-11-5 0,2 11-9 15,-3-8-13-15,3 8-19 0,-2-7-11 0,2 7-16 16,0 0-9-16,0 0-14 0,0 0-12 0,0 0-2 16,0 0 0-16,-9 23 1 0,3-4-4 0,-2 5-7 15,1 4-3-15,-2-3-1 0,0 4 0 0,-1 1-4 16,1-3 6-16,0 2-1 0,-2-2-5 0,3-2-5 15,2 3-3-15,-2-2-1 0,-1-2 1 0,1 0-5 16,3-5 3-16,0-1-8 0,0 0 1 0,0 0-5 16,1 0-3-16,-1-3 1 0,4 3-5 0,-2-5-4 15,1-2 1-15,-1 5-3 0,2-4 1 0,-1-3 0 16,0 2-3-16,1-2 3 0,-1 0-2 0,-1-1-2 16,3-8-3-16,0 13-12 0,0-13-17 0,-2 7-19 15,2 1-12-15,0-8-20 0,-3 7-22 0,3-7-22 16,0 0-25-16,-4 7-32 0,4-7-12 0,0 0-26 15,0 0-165-15,-9 2-406 0,9-2 179 0</inkml:trace>
  <inkml:trace contextRef="#ctx0" brushRef="#br0" timeOffset="49033.78">1789 7415 172 0,'-2'-13'188'0,"2"13"-4"0,0-11-2 16,2 5-7-16,-2 6-16 0,1-12-21 0,0 6-15 15,3-3-8-15,1 2-20 0,4 2-2 0,2-3-12 16,2 3-5-16,4-1-10 0,2 2-8 0,-1 1-5 16,3 3-1-16,-1-1-8 0,-3 3-3 0,-3 0-10 15,-3 2 1-15,1 1-5 0,0-1-2 0,-4 2 3 16,0 2-7-16,-3-1 2 0,1 3 4 0,-2-3 3 15,-3 4 5-15,-1-4 4 0,-4 4 0 0,-3 0 0 16,-2 0-1-16,-4 2-2 0,-3 1-5 0,0-3-5 16,-8 4-1-16,6-5-3 0,-2-3 0 0,-7 2-3 15,2-3 0-15,-2 3-1 0,7-4-10 0,4-1-17 16,-1-1-15-16,4-1-27 0,1-2-27 16,0 0-39-16,3 0-37 0,9 0-50 0,-14-2-149 15,10-1-383-15,4 3 169 0</inkml:trace>
  <inkml:trace contextRef="#ctx0" brushRef="#br0" timeOffset="49235.71">2226 7478 58 0,'0'0'209'15,"10"0"-2"-15,-10 0-9 0,0 0-12 0,10-5-18 16,-5 2-15-16,3 1-18 0,3 1-12 0,1-3-15 15,2 1-11-15,4-2-8 0,4 2-24 16,6-1-22-16,-8 2-31 0,2 1-41 0,1 0-37 16,-1-1-43-16,-4 4-41 0,1-1-100 0,-3-2-271 15,0 1 121-15</inkml:trace>
  <inkml:trace contextRef="#ctx0" brushRef="#br0" timeOffset="49506.46">2724 7295 62 0,'0'0'237'15,"-4"-9"-19"-15,1 3-7 0,3 6-13 0,-9-6-12 16,9 6-12-16,-8-1-19 0,8 1-15 0,-13 1-12 16,13-1-13-16,-14 8-5 0,4 1 1 0,-4 4-6 15,1 2-10-15,-2 4-9 0,2-3-7 0,1 1-5 16,1 1-9-16,3-2-5 0,-1 2-6 0,4 0-6 15,0-2-2-15,1 0-4 0,3-3-5 0,2 4-2 16,3-2-6-16,0-2-3 0,2-3-23 0,4 3-18 16,-1-6-29-16,4 5-26 0,4-3-27 0,2-1-32 15,-2-7-41-15,4 3-22 0,1-3-23 0,-1-2-119 16,-2-3-360-16,0 0 160 0</inkml:trace>
  <inkml:trace contextRef="#ctx0" brushRef="#br0" timeOffset="49889.09">2987 7206 62 0,'0'-7'230'0,"0"-6"-3"0,0 7-7 0,0 6-12 15,-1-11-21-15,1 11-21 0,0 0-19 0,0 0-14 16,0 0-7-16,0 0-3 0,0 0-10 0,-13 36-7 16,5-9 0-16,1 2-5 0,-1-1-12 0,1 3 5 15,-1-1-16-15,2-2-5 0,1 0-7 0,-2-3-5 16,3-7-1-16,-1 1-1 0,1-1 0 0,2-1-1 15,-1-2-5-15,1-4 11 0,-1-1-19 0,1 0-3 16,0-2 0-16,2-8-7 0,-2 10 1 0,2-10 0 16,0 0-2-16,-3 11 5 0,3-11 3 0,0 0 0 15,0 0 2-15,0 0 3 0,0 0-8 0,0 0-5 16,0 0-3-16,0 0-4 0,0 0-6 0,0 0-5 16,8-34-5-16,-2 25-2 0,3-6-4 0,-1 8-7 15,-2-3 8-15,2 2-9 0,0 1-2 0,-2 2-2 16,-1 0 1-16,0 3-4 0,-5 2-3 0,11-3 2 15,-11 3 0-15,12 5 4 0,-5-1 4 0,-2 3-3 16,1 1-1-16,-1 4 3 0,2-3-3 0,-2 2-3 16,-1 4-15-16,1 1-31 0,-1 3-20 0,-1-2-21 15,1-6-21-15,1 0-30 0,-2 2-34 0,2-2-33 16,0 1-19-16,2-3-182 0,-1 0-448 0,3-3 198 16</inkml:trace>
  <inkml:trace contextRef="#ctx0" brushRef="#br0" timeOffset="50262.05">3270 7573 137 0,'1'-16'191'0,"1"3"4"16,-1 2 12-16,-1-2 2 0,-4 3-8 0,0 0 4 15,-1 0-5-15,5 10-3 0,-7-12-15 0,5 6-9 16,2 6-15-16,-6-7-14 0,6 7-10 0,0 0-8 16,0 0-4-16,-25 7-10 0,14 0-7 15,-2 3-8-15,2-2-16 0,0 5-8 0,4-4-6 0,-1 1-5 16,0-1-8-16,2 0-3 0,2-1-6 0,0 0-4 15,4-8-4-15,-4 13-2 0,4-13-6 0,2 12-8 16,-2-12-8-16,2 13-8 0,-2-13-6 0,7 10 1 16,-7-10-10-16,6 7 2 0,-6-7 0 15,0 0 2-15,17 2-3 0,-17-2-1 0,0 0 5 16,16-8-8-16,-8 5 6 0,-8 3-4 0,13-10-1 16,-9 4 2-16,-4 6 1 0,11-12 3 0,-6 5 0 0,-5 7 9 15,8-11-10-15,-8 11 3 0,4-8 3 16,-4 8-1-16,4-7 4 0,-4 7-7 0,0 0-4 15,0 0-1-15,0 0 1 0,0 0 2 0,0 0-1 0,0 0 4 16,0 0-5-16,0 0 6 0,12 22 3 16,-12-22-2-16,3 17-7 0,-2-7-25 0,2 2-17 0,-2 1-16 15,0-3-27-15,-1 2-43 0,0-12-50 0,3 20-43 16,-1-9-219-16,-2-11-487 0,3 13 215 0</inkml:trace>
  <inkml:trace contextRef="#ctx0" brushRef="#br0" timeOffset="50641.47">3356 7555 175 0,'3'-8'193'16,"-3"8"-12"-16,0 0-12 0,0 0 11 0,0 0 3 16,0 0-4-16,0 0-10 0,0 0-16 0,2 31-12 15,-2-21-13-15,0 2-8 0,0 0-8 0,-3 0-13 16,2-1-1-16,0-1-8 0,1-10-10 0,0 15-6 15,0-15-5-15,0 13-13 0,0-13-3 0,0 0-4 0,0 13 0 16,0-13-4-16,0 0 3 0,0 0 15 16,0 0 12-16,0 0-3 0,0 0-2 0,0 0-7 15,0 0-4-15,0 0-3 0,0 0-6 0,0 0 2 16,10-33-17-16,-3 16-8 0,0 1-2 0,2-1-5 16,0 1-6-16,3 1 1 0,-1 2-4 0,-4 3 1 15,2 0-6-15,0 2 2 0,-1-1-6 0,0 5-2 16,-1 0-2-16,0 0-3 0,0 3 2 0,-7 1-1 15,0 0 1-15,22 5-4 0,-16-1 1 0,2 0 0 16,-3 3 2-16,3 0 3 0,-3 1 0 0,0 2 0 16,0 0 0-16,-2 2-3 0,-1-3-23 0,1 1-14 15,1 2-26-15,-3-1-22 0,0 2-27 0,-1-2-49 16,1 1-48-16,-1-12-39 0,0 19-183 0,0-19-472 16,-1 14 209-16</inkml:trace>
  <inkml:trace contextRef="#ctx0" brushRef="#br0" timeOffset="51183.63">3656 7577 67 0,'0'0'186'0,"0"0"-6"16,0 0 0-16,0 0-1 0,0 0-5 0,0 0 6 16,9 26-23-16,-7-19-10 0,-2-7-10 0,2 18-7 15,-1-8-10-15,-1-10-9 0,0 16-6 0,0-16-13 16,1 10-8-16,1-2-9 0,-4-2-3 0,2-6-7 15,0 0-3-15,0 0-6 0,2 15 0 0,-2-15 1 16,0 0 11-16,0 0 7 0,0 0 15 0,0 0 7 16,0 0-11-16,0 0-5 0,0 0-6 0,0 0-11 15,0 0-4-15,0 0-16 0,0 0-2 0,19-30-10 16,-13 13-9-16,4 3-9 0,2 0-2 0,-2 2-2 16,4-1-3-16,-4 5-3 0,-2 0-1 0,0 1-6 15,-1 4 0-15,-7 3-3 0,12-4 0 0,-12 4 0 16,13 1-1-16,-13-1-2 0,14 6 4 0,-14-6 1 15,10 11-4-15,-6-5 6 0,2 0-4 0,-1 1 6 16,0 3 5-16,0-2-7 0,2 3 4 0,-1-5-2 16,2 1 0-16,-2 0 3 0,3-1 11 0,1-4-9 15,-1 1 0-15,3 1-1 0,-12-4 0 0,24 0 3 16,-24 0-5-16,26-5 6 0,-13 2-6 0,3-4 4 16,0 0-2-16,-4 0-1 0,0 0 1 0,-5-3 1 15,5 3 6-15,-2-1-3 0,-2-2-5 0,-3 0 1 16,2 3 6-16,-3-4-9 0,-1 3 1 0,-2-2-1 15,-1 10 5-15,2-14-6 0,-2 14-1 0,-2-13-1 16,2 13 1-16,0 0 0 0,-6-11-1 0,6 11 0 16,-13-3 3-16,13 3-2 0,-20 8-1 0,8-3-2 15,-1 7 5-15,-1-2-2 0,0 2 4 0,3-1 5 16,-2 3-12-16,7 1 0 0,-1 1 4 0,2-7-3 16,0 4-17-16,4 0-23 0,3-2-19 0,2-2-28 15,1 0-24-15,-5-9-54 0,16 11-68 16,-4-7-45-16,1-2-151 0,5 0-468 0,0-2 207 15</inkml:trace>
  <inkml:trace contextRef="#ctx0" brushRef="#br0" timeOffset="51409.68">4311 7385 112 0,'2'-7'299'0,"-1"0"-12"16,-1 7-15-16,3-10-27 0,-3 10-29 0,0 0-17 15,2-4-19-15,-2 4-2 0,0 0 4 0,0 0 4 0,0 30 1 16,2-13-11-16,-5 3-13 0,2 5-18 0,-1-1-7 16,2 4-8-16,-2 0-29 0,2-2-1 15,-2 2-6-15,2 2-16 0,0-1 4 0,3-3-20 16,-3 1-27-16,3 0-34 0,-3-3-37 0,0-5-32 16,-2 0-44-16,1 0-63 0,0-3-89 0,-4-2-269 0,-1-1-576 15,1-3 255-15</inkml:trace>
  <inkml:trace contextRef="#ctx0" brushRef="#br0" timeOffset="52334.86">9680 7572 81 0,'2'-7'217'0,"-1"2"-26"15,-1 5-22-15,0 0-17 0,0 0-11 0,0 0-4 0,0 0-7 16,0 0-1-16,0 0-7 0,-8 33-3 0,3-14-8 15,-1 4-8-15,-4 1-9 0,5-5-11 16,-1 0-7-16,1-1-6 0,-1-1-4 0,2 2-9 16,1-7-5-16,-2-1 1 0,3-1-8 0,1-2-5 0,-1-1 0 15,2-7 3-15,-2 7 20 0,2-7 7 0,-3 10 4 16,3-10 6-16,0 0 3 0,0 0-1 0,-1 6-9 16,1-6-4-16,0 0-9 0,0 0-7 0,0 0-4 15,2-27-4-15,2 14 0 0,3-2-12 16,4-8-3-16,2 1-6 0,1-4 1 0,3-1-4 0,2 3-7 15,-1 1 0-15,2 4 0 0,-2-1-3 0,-4 7-3 16,-1 0 0-16,-3 6-6 0,2 1 1 0,-1 3-2 16,-2 0-2-16,1 0-1 0,2 3 0 0,-12 0 2 15,15 6-6-15,-6 0 1 0,1 4 2 0,0 3-3 16,-2 2 6-16,2 3-2 0,-2-1 0 0,-3 3 1 16,0-3 3-16,2 9-4 0,-2-6 5 0,0-1-4 15,-3-1 1-15,2 0 7 0,0 2-2 0,0-3-19 16,0 0-26-16,-2-2-22 0,2 3-28 0,-1-2-42 15,0 1-54-15,1-5-40 0,0 4-54 0,-1-7-142 16,-1 3-457-16,0-4 203 0</inkml:trace>
  <inkml:trace contextRef="#ctx0" brushRef="#br0" timeOffset="52531.6">10157 7811 22 0,'4'-6'269'0,"-4"6"-17"16,0 0-18-16,4-8-18 0,-4 8-21 0,4-7-21 16,-4 7-15-16,6-4-17 0,-6 4-15 0,14-4-13 15,-6 4-14-15,3-2-26 0,5 1-28 0,3-1-30 16,-1 2-31-16,5-2-32 0,-3 2-36 0,9-1-32 16,0 1-34-16,-1 1-140 0,0-2-313 0,0-2 140 15</inkml:trace>
  <inkml:trace contextRef="#ctx0" brushRef="#br0" timeOffset="52752.47">10707 7563 131 0,'-3'-8'206'16,"-5"0"-6"-16,3-1-7 0,0 4-11 0,-1-3-14 16,-1 5-10-16,-1 1-12 0,-4 1-11 0,-2 4-8 15,-1 6 0-15,-10 2-5 0,10 4-7 0,-8 4-8 16,1 2-9-16,4 4-11 0,0-3-6 0,4 1-7 15,4 0-9-15,5 2-5 0,0-5-8 0,6-2-4 16,2 2-5-16,2-3-8 0,5 1-17 0,3 5-23 16,1-8-26-16,1-3-25 0,8 4-41 0,-5-4-48 15,9-2-37-15,0-1-42 0,0-5-116 0,-6-1-368 16,0-4 163-16</inkml:trace>
  <inkml:trace contextRef="#ctx0" brushRef="#br0" timeOffset="53127.93">10910 7525 82 0,'0'-9'245'0,"0"2"-4"0,0 7-15 0,1-14-21 15,-1 14-22-15,0-7-22 0,0 7-18 16,0 0-16-16,0 0-6 0,0 0-3 0,-4 28-4 16,-3-11-5-16,-1 7-2 0,0 6-8 0,2-3-7 15,-6 1-3-15,7-1-7 0,1 1-8 0,-2-7-6 0,4 2-4 16,-2-6-4-16,2-1-1 0,1 0-3 15,1-4-10-15,-2-2-2 0,0 0-3 0,1-4-6 16,1 2-1-16,0-8-1 0,-3 10-2 0,3-10 0 16,-1 8 1-16,1-8 7 0,0 0 9 0,-1 6 4 0,1-6 0 15,0 0-9-15,0 0-5 0,0 0-5 0,0 0-6 16,0 0-8-16,10-32-3 0,-5 22-6 16,8-5-4-16,0 0-6 0,0 1-2 0,3 1 0 15,-2 1 0-15,2 1 1 0,-2 2-1 0,-3 5-5 16,1-3 6-16,-1 7-8 0,-2-2-1 0,1 4 3 0,2 2 0 15,-2 1 2-15,0 1 4 0,-1 2-5 0,0 2 2 16,-1 0-1-16,-2 2-6 0,2 2-25 16,-1 1-15-16,-1-1-23 0,-1 2-21 0,-3-3-25 15,1 2-45-15,1-2-40 0,-2-2-33 0,3 2-191 0,-1-2-463 16,1-2 205-16</inkml:trace>
  <inkml:trace contextRef="#ctx0" brushRef="#br0" timeOffset="53482.96">11310 7709 204 0,'-7'-6'222'0,"1"4"-12"16,6 2-11-16,-18-2-14 0,8 4-5 0,-4 3-12 16,3 1-16-16,-2 4-11 0,1-3-14 0,2 2-12 15,3 0-9-15,1-2-12 0,0 2-10 0,1 1-2 16,2-3-12-16,2-1-6 0,-1 3-7 0,2-9-4 15,2 10-4-15,-2-10-5 0,6 9-4 16,-1-5-1-16,2 0-2 0,0-2-5 0,1-1-2 0,0-1-4 16,-8 0-2-16,19-2-3 0,-11 1 0 0,-3-3-2 15,5 0 2-15,-3 0-3 0,-3 0-3 0,3 0 0 16,-3-1-4-16,2 1 1 0,-6 4-3 0,9-6 0 16,-7 2-2-16,-2 4-2 0,7-4-1 15,-7 4-3-15,0 0-4 0,0 0 1 0,0 0-3 0,0 0 4 16,14 9 1-16,-13-1 6 0,2 2-2 0,-1 2 1 15,-2-3-3-15,0 5 5 0,4 1-1 0,-4 0-6 16,2 0-23-16,-2 2-24 0,0-1-36 0,0-3-57 16,2 0-57-16,-2-2-229 0,-1 0-460 0,1-4 203 15</inkml:trace>
  <inkml:trace contextRef="#ctx0" brushRef="#br0" timeOffset="53864.14">11453 7771 217 0,'0'0'207'0,"0"0"-2"0,0 0 0 0,0 0-20 16,11 12-5-16,-9-5-9 0,-2-7-14 0,0 13-15 16,2-4-9-16,-2 0-12 0,2 1-5 0,-2-3-8 15,1 1-12-15,1 0 0 0,-2-8-3 0,2 13-11 16,-2-13-1-16,0 9-5 0,0-9-6 0,0 8-4 15,0-8 3-15,1 6 2 0,-1-6 5 0,0 0-2 16,0 0-6-16,0 0 1 0,0 0-9 0,0 0-9 16,0 0-6-16,0 0-9 0,0 0-8 0,6-26-3 15,-3 16-11-15,3-7-4 0,-2 5 0 0,3-2 0 16,3 0-5-16,0-1 3 0,0 2-5 0,-1 3 2 16,-1 1-4-16,0 1-2 0,0 1-2 0,-3 1-5 15,2 4 3-15,-1 0 0 0,-6 2-4 0,14 0 3 16,-14 0 0-16,14 7 1 0,-11-1 0 0,2 2 4 15,0 2 1-15,0 1-3 0,-1 4-1 0,-4-2 5 16,2-2-28-16,-2 1-16 0,0 1-18 0,-2 2-34 16,0-4-39-16,0 3-50 0,0-5-50 0,-1 4-218 15,1-4-489-15,1 0 217 0</inkml:trace>
  <inkml:trace contextRef="#ctx0" brushRef="#br0" timeOffset="54408.99">11750 7777 70 0,'3'-6'258'0,"-3"6"-25"0,0 0-23 16,1-8-15-16,-1 8 4 0,0 0-7 0,0 0-9 15,0 0-5-15,0 24-6 0,-1-12-4 0,0-3-8 0,-4 1-12 16,5 3-8-16,0-3-8 0,-3 1-10 0,2 0-7 16,0-1-8-16,1-1-2 0,0-9-10 0,1 11-6 15,-1-5-6-15,0-6-12 0,0 0 1 16,-4 12-4-16,4-12-4 0,3 6 14 0,-3-6 7 15,0 0 14-15,0 0-15 0,0 0 16 0,0 0-11 0,0 0-27 16,0 0 14-16,0 0-11 0,0 0-11 0,0 0-11 16,10-27-8-16,-10 16-7 0,5 3-6 15,7-7-18-15,-3 2 1 0,5 1-22 0,-5-1 7 16,5 1 1-16,-3 6 0 0,-2-2 7 0,4 3-6 0,-4 1-6 16,0 1 2-16,-2 2 5 0,-7 1-8 0,16 2 0 15,-6 3 7-15,0 1 0 0,-1 1 4 0,-1 2-1 16,1 1-4-16,-3-1 8 0,3 0 2 0,-1 1-4 15,2-1 5-15,-4-1 1 0,3 0-7 16,0-1 6-16,3 1 4 0,-2-2 4 0,1-3-6 0,-1-1 3 16,1 0-6-16,3-2 4 0,-6 0-10 0,3-3 12 15,1 0 3-15,-3 0 5 0,0-1-10 0,0-4-2 16,0 3 8-16,-3-3-5 0,1-2-1 0,-3 1-2 16,-1-1 0-16,2-2-6 0,-5 1 0 0,0-3 2 15,0-1-6-15,0 4 3 0,-5-1-4 0,5 2 0 16,-3-1 2-16,2 4 2 0,0 1-1 0,1 6-5 15,-2-11-1-15,2 11-1 0,-7-6-3 0,7 6 2 16,-15 3 1-16,4 3-1 0,-3 4 4 0,0 1 12 16,3 2-12-16,3 1 2 0,-2 0 1 0,2 2 3 15,3-1-7-15,1-2-23 0,0 2-19 0,4-4-17 16,4 1-26-16,0-1-33 0,5 5-28 0,5-6-42 16,1 2-59-16,8-2-48 0,-6-3-201 0,6 0-548 15,-3-5 243-15</inkml:trace>
  <inkml:trace contextRef="#ctx0" brushRef="#br0" timeOffset="54609.88">12421 7670 163 0,'4'-13'317'0,"2"5"2"0,-5-1-6 0,0 4-12 16,-1 5-37-16,2-10-35 0,-2 10-24 0,0 0-16 15,0 0-9-15,0 0 1 0,6 30-15 0,-6-13-9 16,0 8-8-16,0 3-6 0,-4-2-24 0,6 2-9 15,-4-1-40-15,2 3-30 0,0-2-54 0,-2 1-37 16,-1 2-53-16,0-3-44 0,-3 1-76 0,2-2-66 16,-5-3-174-16,1-5-503 0,-4 3 222 0</inkml:trace>
  <inkml:trace contextRef="#ctx0" brushRef="#br0" timeOffset="56168.73">10165 6435 22 0,'-7'-4'67'0,"7"4"-9"15,0 0-4-15,0 0-2 0,0 0-6 0,-5-6 1 0,5 6-4 16,0 0 1-16,0 0-7 0,0 0-1 15,-6-4-1-15,6 4-7 0,0 0 2 0,0 0 0 0,0 0 2 16,0 0-3-16,-5-3 1 0,5 3-4 16,0 0 2-16,0 0 1 0,0 0-10 0,-7-5-3 15,7 5 9-15,0 0-6 0,0 0 10 0,0 0 14 0,-6-5-15 16,6 5 1-16,0 0-6 0,-7-3-1 16,7 3 1-16,0 0-2 0,-10-6 13 0,10 6-8 15,-6-3 5-15,6 3 5 0,-6-4 2 0,6 4 6 16,-11-1-1-16,11 1 1 0,-6-5-5 0,6 5-5 0,-9-2 5 15,9 2 0-15,-6-2-1 0,6 2-2 0,0 0 0 16,-7-4-1-16,7 4 7 0,0 0-1 16,0 0 2-16,-10-4 3 0,10 4 1 0,0 0-8 15,0 0-5-15,0 0-3 0,0 0-1 0,0 0-3 16,29-4-2-16,-9 1-16 0,1 2-10 0,11-1-21 0,1 1-16 16,3 1-31-16,1 0-15 0,0 0-36 0,2 0-29 15,-6 0-122-15,-1 0-293 0,-2 1 130 16</inkml:trace>
  <inkml:trace contextRef="#ctx0" brushRef="#br0" timeOffset="72550.97">5310 3682 37 0,'-8'2'40'0,"8"-2"-2"15,-8 1 2-15,8-1 5 0,-10 0-3 0,10 0-2 16,-14 2-7-16,8-1 9 0,6-1-5 0,-18 3 4 15,10-2-1-15,-1 0 5 0,1 1-6 0,8-2-1 16,-15 3 1-16,7-3-1 0,8 0-2 0,-15 1 2 16,15-1 0-16,-11 2-1 0,11-2 0 0,0 0 4 15,0 0-13-15,-14 0-2 0,14 0 7 0,0 0-16 16,0 0 5-16,-5 4-2 0,5-4 2 0,0 0 0 16,0 0 7-16,0 0-3 0,24 11-1 15,-10-9 5-15,6 1 2 0,2 1 2 0,9-1 13 16,6-1-19-16,0 1 2 0,16 1-3 0,4 1 3 0,0-2 11 15,-1 2-8-15,-1-2-2 0,7 3 0 16,2-1-3-16,25 4 1 0,1 3-1 0,-27-4 0 0,31 6-8 16,-5-2 1-16,2 5 2 0,-26-8 0 15,36 8-4-15,-5-4 1 0,1-4 0 0,0 3 1 16,2-5-1-16,-4 0-1 0,0-2-2 0,-2-3 1 16,-30 2 0-16,2-4-4 0,-6 0-2 0,0 3 3 0,-4 0 1 15,-18-3-3-15,2 0 2 0,-6 1 0 16,1-1-1-16,-8-1-3 0,-6 4 2 0,-6-3-2 0,-1 3 0 15,-1-2-1-15,-3-1 6 0,-2 2 6 16,-7-2 8-16,10 0 6 0,-10 0 2 0,11 0 5 16,-11 0 0-16,0 0 2 0,0 0-4 0,7 1-5 15,-7-1-3-15,0 0-3 0,0 0-3 0,0 0-3 16,0 0-4-16,-27-9-1 0,27 9-4 0,-12-1 0 0,6-1-3 16,6 2-1-16,0 0-16 0,-18-5-24 15,18 5-41-15,-8-3-48 0,8 3-60 0,0 0-200 16,0 0-408-16,-25-3 180 0</inkml:trace>
  <inkml:trace contextRef="#ctx0" brushRef="#br0" timeOffset="79642.59">18631 1969 59 0,'0'0'90'0,"0"0"-1"0,0 0-12 0,0 0 3 15,0 0-3-15,0 0-17 0,0 0-3 0,0 0-11 16,0 0-3-16,0 0-1 0,33-7-13 0,-13 6 12 15,-2-1-9-15,2 0 7 0,7 1-14 0,1 0 12 16,-8 1-12-16,11-2-4 0,0 2-5 0,3-2 0 16,4 2-1-16,-2 0-6 0,-1 0-2 0,2 0-1 15,-1-2 0-15,2 2 3 0,-4-2-1 0,2 1 3 16,-2 2-3-16,-5-3-2 0,-1 2-6 0,0-3 6 16,-9 3 3-16,-1 0-4 0,0 0-9 0,-4 0 13 15,-14 0-3-15,24 0 6 0,-12 0-13 16,-12 0 13-16,18 1-1 0,-18-1-5 0,15-1 6 0,-15 1-8 15,0 0 9-15,14 0-6 0,-14 0 9 0,0 0 7 16,12 0-3-16,-12 0 3 0,0 0 0 16,0 0 10-16,9 4-5 0,-9-4 3 0,0 0-2 15,0 0 6-15,0 0-6 0,0 0 10 0,0 0-3 16,0 0 4-16,0 0-12 0,0 0 3 0,0 0-9 16,0 0 7-16,0 0-11 0,0 0 4 0,0 0-6 15,0 0-4-15,0 0 5 0,0 0-11 0,0 0-2 16,0 0 10-16,0 0-7 0,0 0 0 0,0 0-3 15,0 0 3-15,0 0 0 0,0 0-3 0,0 0 4 16,0 0-7-16,0 0 0 0,0 0 5 0,0 0-5 16,0 0 3-16,0 0-9 0,0 0 11 0,0 0 1 15,0 0-3-15,-17-22-3 0,17 22 0 0,0 0-1 16,0 0 4-16,0 0-2 0,0 0-4 0,0 0 1 16,0 0 1-16,0 0-4 0,0 0 0 0,0 0 1 15,0 0-3-15,0 0 0 0,0 0 8 0,0 0-7 16,0 0 2-16,0 0-4 0,0 0 3 0,0 0-6 15,0 0 5-15,0 0-7 0,0 0 6 0,0 0-5 16,0 0 2-16,0 0-4 0,0 0-10 0,0 0-2 16,0 0-23-16,0 0 3 0,0 0-13 15,0 0-10-15,0 0-6 0,0 0-11 0,0 0-15 16,0 0-9-16,0 0-83 0,0 0-208 0,0 0 92 16</inkml:trace>
  <inkml:trace contextRef="#ctx0" brushRef="#br0" timeOffset="82431.62">19231 1947 8 0,'0'0'24'0,"-13"0"3"0,13 0-2 0,-13-1 6 15,13 1-3-15,-17-1 4 0,17 1-2 0,-15-2-1 16,4 1-2-16,11 1 5 0,-22 0 3 0,12-2 0 15,10 2 1-15,-21-1 1 0,11 0-5 0,0-2-2 16,10 3-1-16,-19-1-1 0,19 1-1 0,-16-1-6 16,16 1 6-16,-12-1-5 0,12 1-4 15,-11-2 1-15,11 2 1 0,0 0-2 0,0 0 2 16,-13 0 1-16,13 0-10 0,0 0 12 0,0 0-9 16,0 0-6-16,0 0 12 0,0 0-4 0,0 0-8 15,0 0 9-15,0 0-2 0,0 0 1 0,37 5 6 0,-17-2-3 16,8-2 4-16,1 0-3 0,5 1-10 0,-1-1 11 15,-1 2-6-15,2-2-8 0,2 1 6 0,-7 0 4 16,6-2-9-16,-5 1 0 0,1 0 2 0,-2 1-2 16,1-2 3-16,-10 2-8 0,2 0 4 15,-3-2 1-15,1 0 1 0,-7 2-3 0,0-1 2 16,1-1-1-16,-2 2-4 0,-12-2 0 0,21 1 8 16,-21-1 6-16,12-1-8 0,-12 1 6 0,10 1 7 15,-10-1 4-15,0 0 6 0,13 1 4 0,-13-1 3 16,0 0-1-16,0 0-5 0,0 0 10 0,9 3-6 15,-9-3 2-15,0 0-1 0,0 0-3 0,0 0 0 16,0 0-7-16,0 0 5 0,0 0-13 0,0 0 4 16,0 0 0-16,0 0 0 0,0 0-9 0,0 0-1 15,0 0-4-15,0 0 7 0,0 0-7 0,10 1-5 16,-10-1 7-16,0 0 4 0,0 0-8 0,0 0 3 16,0 0-5-16,0 0 0 0,0 0-1 0,0 0 2 15,0 0 1-15,0 0-6 0,0 0 5 0,0 0 2 16,0 0-6-16,0 0-1 0,0 0 1 15,0 0-2-15,0 0 4 0,0 0-4 0,0 0-8 0,0 0 7 16,0 0 1-16,0 0-5 0,0 0 4 16,0 0 0-16,0 0-4 0,0 0 5 0,0 0-7 15,0 0 6-15,0 0-2 0,0 0-4 0,0 0 0 16,0 0 0-16,0 0 1 0,0 0 3 0,0 0 2 16,-2 13-7-16,2-13-3 0,0 0 12 0,-4 15-4 0,4-15 3 15,-1 13-3-15,-2-5 3 0,3-8-1 16,-3 19 4-16,3-6-1 0,-1-2-9 0,1-11 16 15,0 21 4-15,0-10-9 0,1 2 6 0,1 0-5 0,-2-13 9 16,2 29-7-16,0-13 3 0,-1-1 4 16,-1-3 0-16,0 3-4 0,3 4 2 0,-2-2-1 15,4 0 6-15,-4-1-3 0,0 0 4 0,1-3-4 16,0 2 1-16,-1 1-5 0,1-4-2 0,0 0 6 16,0 3 1-16,-1-1 0 0,0-2-1 0,2 2-1 15,-3-2-3-15,1-1-2 0,-1 0 2 0,-1 2 0 16,1 3-4-16,0-5 5 0,0 5 0 0,1-2-3 15,-2 0 0-15,1 2-1 0,-2-3-1 0,-1 3 2 16,1-3-3-16,1 0 2 0,0 2 2 0,-1-3-9 16,2-12 6-16,-2 28-2 0,1-16-4 0,1-2 3 15,-2 3-1-15,2-13 0 0,-1 23 0 0,0-13 3 16,1-10-1-16,-3 20-2 0,3-20-1 0,-2 19-6 16,2-19 7-16,0 16-4 0,0-16 4 0,-1 16-3 15,1-16 1-15,-2 15 2 0,2-15-1 16,0 14-2-16,0-14 7 0,3 12-6 0,-3-12 3 0,1 13-2 15,-1-13-2-15,0 0 0 0,1 17 4 16,-1-17-3-16,0 0 3 0,0 0-1 0,4 14 2 16,-4-14-4-16,0 0-3 0,0 0 5 0,0 0-4 15,0 0 2-15,0 14 2 0,0-14-2 0,0 0 2 16,0 0-3-16,0 0 2 0,0 0 1 0,0 0-9 16,0 0 6-16,4 10 1 0,-4-10 1 0,0 0-1 15,0 0-4-15,0 0 4 0,0 0 2 0,0 0-1 16,0 0-1-16,0 0 2 0,0 0-3 0,0 0 0 15,2 12-1-15,-2-12 1 0,0 0-1 0,0 0 0 16,0 0-1-16,0 0 2 0,0 0-1 0,0 0-2 16,0 0 2-16,0 0-3 0,0 0 6 0,0 0-1 15,2 15-4-15,-2-15 2 0,0 0 4 0,0 0 1 16,0 0-6-16,0 0 4 0,0 0-1 0,0 0 6 16,0 0-10-16,0 0 6 0,0 15 1 0,0-15-4 15,0 0 2-15,0 0-2 0,0 0 10 0,0 0 2 16,0 0 7-16,0 0 14 0,0 0 4 0,0 0 4 15,0 0 2-15,0 0 2 0,0 0-4 0,0 0 4 16,0 0 3-16,0 0-3 0,0 0-4 16,0 0 0-16,0 0-3 0,0 0-6 0,0 0 1 0,0 0-3 15,0 0-4-15,0 0-7 0,0 0 2 0,0 0-6 16,0 0-1-16,0 0 3 0,0 0 1 0,27-25-3 16,-27 25-5-16,10-8 1 0,-10 8-6 15,15-10-2-15,-6 6 2 0,-9 4 0 0,18-9-3 16,-8 5 4-16,-10 4-1 0,16-7-3 0,-5 4 4 15,-11 3-3-15,13-5-2 0,-13 5 5 0,13-8-9 16,-5 6 5-16,-8 2 6 0,16-7-11 0,-16 7 3 16,11-4 0-16,-11 4 0 0,0 0-3 0,13-7 0 15,-13 7 3-15,0 0 0 0,13-4-1 0,-13 4 1 16,0 0-15-16,0 0 6 0,13-3-16 0,-13 3-12 16,0 0-16-16,0 0-23 0,0 0-19 0,0 0-22 15,0 0-24-15,0 0 0 0,0 0-40 0,0 0-22 16,0 0-178-16,0 0-413 0,0 0 183 0</inkml:trace>
  <inkml:trace contextRef="#ctx0" brushRef="#br0" timeOffset="82653.98">19709 2909 81 0,'-6'-9'247'0,"6"9"-10"0,-15-19-15 15,7 8 7-15,1-2-3 0,-5-1-10 0,5 5-9 16,-2-4-2-16,0 3-32 0,-1 1-1 0,1 1-21 16,-2-1-16-16,1 1-14 0,4-1-9 0,-3 2-17 15,9 7-9-15,-17-14-19 0,8 11-28 0,9 3-31 16,-13-7-37-16,13 7-40 0,-14-3-44 0,14 3-37 16,0 0-57-16,0 0-204 0,0 0-444 0,0 0 197 15</inkml:trace>
  <inkml:trace contextRef="#ctx0" brushRef="#br0" timeOffset="85980.42">18397 3497 14 0,'-1'-8'176'15,"1"8"-17"-15,-1-11 9 0,0 3-10 0,1 8-5 16,-2-15-7-16,1 7-11 0,1 0-5 0,0 8-9 16,-3-15 0-16,3 10 4 0,0 5-11 0,2-12-3 15,-2 12-7-15,0-8-9 0,0 8-11 0,0 0-5 16,-3-8-13-16,3 8-8 0,0 0-10 0,0 0-8 15,0 0-2-15,0 0-6 0,0 0-1 0,0 0-9 16,0 0 3-16,3 34-3 0,-3-18-1 0,1 2-7 16,-2 6 2-16,1 2-1 0,2-1 1 0,-4-6-1 15,0 7 2-15,1-7-6 0,-1 8 2 0,0-8 2 16,1 5-1-16,0-7-3 0,-1 2 2 0,0-3-5 16,2-1 2-16,-3 2 2 0,3-1-4 0,-1-3 4 15,0 1-6-15,1 0 1 0,0-14 2 0,-4 19-2 16,3-7 2-16,0 0 0 0,1-2-20 15,0-10-10-15,-2 15-25 0,2-15-7 0,-1 12-20 16,1-12-23-16,0 0-14 0,0 0-29 0,1 11-19 16,-1-11-34-16,0 0-136 0,0 0-354 0,0 0 156 0</inkml:trace>
  <inkml:trace contextRef="#ctx0" brushRef="#br0" timeOffset="86474.88">18448 3498 128 0,'3'-13'184'0,"-2"7"1"15,-1 6-10-15,0 0-10 0,2-11-14 0,-2 11-15 16,1-5-18-16,-1 5-13 0,0 0-12 0,0 0-12 16,0 0-9-16,0 0-7 0,0 0-4 0,0 0-7 15,0 0-7-15,16 19-3 0,-9-10-5 0,-1 0-5 16,2 0-1-16,1-1-2 0,0 0-5 0,0 1 4 15,3 3-5-15,-4-5 0 0,3 2-1 0,-3-2 5 16,3-2-7-16,-1 2-3 0,1-1 2 0,-2-2-5 16,0 0 1-16,1 1-3 0,-3-2 1 0,4-1 3 15,2-1-5-15,-13-1-1 0,23 0 0 0,-11-1 2 16,0-2-1-16,6-1-7 0,-6-1 6 0,4 0 2 16,-4 0 3-16,1-3 0 0,3 2-3 0,-5-1 6 15,1-2 3-15,0 3 5 0,-3-4-3 0,2 2 6 16,-2-2-4-16,0 2 0 0,0-1-3 0,-3 0 4 15,0 3-2-15,-4 1 5 0,1-1 2 0,-3 6-1 16,7-8 2-16,-5 4-7 0,-2 4-3 0,7-5-5 16,-7 5-7-16,0 0-2 0,5-3-1 0,-5 3-3 15,0 0-1-15,0 0-3 0,8 10-1 0,-7-2-1 16,-1-8 3-16,3 18 1 0,-4-6 1 0,2 3-9 16,-2 2 5-16,1 0 4 0,-3 1-2 0,2-2 0 15,0 0 0-15,1 1 1 0,-3 1 1 16,2-3-2-16,-1 2 2 0,0 1 0 0,2-2-1 15,-1 1-25-15,1 0-19 0,0-4-23 0,0 2-22 0,-2-2-28 16,5 3-26-16,-2-5-51 0,0 2-27 0,1-1-139 16,-2-12-385-16,2 19 171 0</inkml:trace>
  <inkml:trace contextRef="#ctx0" brushRef="#br0" timeOffset="86878.4">19215 3659 81 0,'4'-6'203'0,"-4"6"-15"0,0 0-16 15,0 0-14-15,5-7-17 0,-5 7-14 0,0 0-13 16,0 0-11-16,0 0 0 0,0 0-2 0,0 0-6 16,-11 26-1-16,6-16-7 0,1-1-9 0,-4 2-5 15,4 0-8-15,-1 0-2 0,3 0-3 0,-1 1-3 16,3 4 2-16,-1 0 0 0,3-3-3 0,1-1-4 15,-1-2-6-15,4 1-2 0,0 0-3 0,3-4-4 16,1 0-1-16,-1-2-2 0,4-1-3 0,0 1 0 16,-1-2 0-16,2 0-2 0,4-4-1 0,-1-2 7 15,3-1-5-15,-3-2 2 0,2 0-2 0,-5-1 2 16,4-2 2-16,-1 2-3 0,-3-6-1 0,-1-1-1 16,-1 3-8-16,-3 1-3 0,-2 0 2 0,-2-2-4 15,-3 0 0-15,-2-3-7 0,-1 2 4 0,0-5-4 16,-5 3-1-16,0 0-6 0,-4 2-4 0,-1 0 5 15,-1 2-2-15,-1 2-2 0,-3 1-5 0,0 3 3 16,2 3-5-16,-4 0 0 0,-1 2-12 0,1 1-26 16,0 1-21-16,-2 4-15 0,0 2-11 0,3 1-36 15,2 2-35-15,2 1-43 0,1 2-187 0,1-1-426 16,4-2 189-16</inkml:trace>
  <inkml:trace contextRef="#ctx0" brushRef="#br0" timeOffset="87270.33">19794 3603 154 0,'0'0'236'0,"-1"-10"-18"0,1 10-20 0,-5-6-19 15,5 6-16-15,-13-6-12 0,7 6-17 0,-5 0-10 16,0 2-13-16,-1 0-7 0,0 2-10 0,0 2-11 0,-1 2-5 15,2-1-13-15,2 2-3 0,1 0-9 0,3 1-1 16,1-1-8-16,1 1 1 0,3 1-6 0,1-1-3 16,1-3-4-16,3 5-1 0,3-3-2 15,1 2-3-15,4 2-4 0,-2-3-1 0,0 0-6 16,4 0 5-16,-2 0-3 0,-6 1-3 0,7 1-4 16,-5-4 2-16,0 1-3 0,0-4 0 0,-1 3-1 15,0-1-4-15,-2 0 1 0,0 2-1 0,-2-2 2 16,-1 2-1-16,-1-4 1 0,-2-5 8 0,-1 11 0 15,0-2 4-15,-4-4 7 0,-3 1 3 0,-1 2 4 16,-6-1-2-16,-1 0-2 0,0-2-3 0,-3 2-3 16,-1-2 0-16,4 1-1 0,-5-2-4 0,2 0-10 15,1-2-23-15,5-2-21 0,1 2-23 0,1-1-28 16,11-1-37-16,-14 3-44 0,14-3-53 0,-10 1-164 0,10-1-418 16,0 0 185-16</inkml:trace>
  <inkml:trace contextRef="#ctx0" brushRef="#br0" timeOffset="87573.59">20088 3606 175 0,'-2'-6'223'16,"2"6"-12"-16,0 0-13 0,0 0-18 0,-4-7-16 16,4 7-17-16,0 0-14 0,0 0-12 0,0 0-13 15,18-2-11-15,-6 2-10 0,8 0-11 0,9-2-4 16,-1 2-9-16,4 0-2 0,-3-1-9 0,0 1-2 16,-8 0-8-16,0 0-2 0,-3 0-6 0,1-1-9 15,-6 1-14-15,1 0-22 0,-3-2-20 0,-1 2-20 16,-10 0-36-16,14 0-31 0,-8-1-33 0,-6 1-33 15,0 0-106-15,0 0-314 0,0 0 139 0</inkml:trace>
  <inkml:trace contextRef="#ctx0" brushRef="#br0" timeOffset="87839.47">20190 3589 92 0,'0'0'138'0,"-5"4"7"0,5-4 3 0,-1 8 0 16,1-8 8-16,-2 13-4 0,2-4-5 16,-3 1-6-16,0 3-6 0,1-2-4 0,2 6 9 15,-1 1-4-15,3 0-12 0,-3 0-9 0,1 9-2 0,-1-9-7 16,-2 1-3-16,3-2-4 0,-1-1-6 0,1 1-8 16,-2 0-10-16,0-4-6 0,-1-1-5 15,2 4-16-15,-2-3 2 0,0-2-2 0,0 4-3 16,1-4-5-16,-2 0-23 0,0-2-26 0,-1 3-25 15,1-2-29-15,-1-1-33 0,0 0-38 0,1-1-42 16,-1-1-38-16,1 0-183 0,4-7-428 0,-10 9 189 0</inkml:trace>
  <inkml:trace contextRef="#ctx0" brushRef="#br0" timeOffset="88015.66">20129 3862 96 0,'12'-6'193'0,"-1"2"-12"0,0 2-7 0,1-2-19 16,8 1-15-16,-3 2-12 0,4 0-12 0,0 1-20 15,-1 0-25-15,2 0-49 0,7 2-43 0,1 0-52 16,-3 1-43-16,1-3-78 0,-7 2-210 0,2-2 93 16</inkml:trace>
  <inkml:trace contextRef="#ctx0" brushRef="#br0" timeOffset="88438.05">20850 3657 95 0,'0'0'209'0,"-5"-11"-7"16,1 7-18-16,-4 0-10 0,8 4-16 0,-16-1-16 16,4 2-4-16,-1 4-6 0,-3 1-10 0,3 0-12 15,0 4-12-15,2-2-13 0,2 4-5 0,0-1-5 16,1 3-6-16,2-3-6 0,3 5-7 0,2-3-4 15,2 0-4-15,1-1-3 0,4 2-3 0,0 2-8 16,1-6 0-16,4 4-1 0,-2-5-5 0,0 0 0 16,0-3-2-16,2 0-4 0,-2-1 1 0,-2-2-3 15,-1 1-2-15,-6-4-1 0,10 3 1 0,-5-2-2 16,-5-1-4-16,8 2-3 0,-8-2-1 0,0 0-1 16,0 0-1-16,0 0-5 0,0 0 2 15,0 0 0-15,0 0-3 0,0 0 0 0,-23-12-1 16,14 11 2-16,-1 1 5 0,-4 0-1 0,-3 0 2 0,3 2 3 15,1 1 5-15,-4 1 2 0,4 1 4 0,-2 4 4 16,-1-3 4-16,3 2 5 0,4-2-3 0,-1 2 0 16,0 1 3-16,2-3 1 0,3 2-3 15,0 1-1-15,2 1 0 0,1-1-2 0,3-1 1 16,0 1-5-16,6 0-2 0,5 1 4 0,4 1-4 16,11-1-2-16,1 1-6 0,3-3-21 0,3 0-27 0,-3-2-30 15,2 0-28-15,-2-2-37 0,-1 0-37 16,1-1-36-16,-4-1-37 0,-7-2-164 0,0 0-434 15,2-2 192-15</inkml:trace>
  <inkml:trace contextRef="#ctx0" brushRef="#br0" timeOffset="88670.15">21181 3677 132 0,'-5'-3'222'0,"-2"-1"-13"0,7 4-15 16,-6-4-18-16,6 4-20 0,0 0-12 0,0 0-15 16,0 0-10-16,0 0-12 0,40 2-8 0,-7 2-8 15,1-3-12-15,1 5-8 0,-1-3-8 0,1-1-1 16,-4 1-12-16,-10-2-12 0,0 3-20 0,-6-4-38 16,-3 1-22-16,-4 1-31 0,3-2-37 0,-5 1-28 15,-6-1-16-15,7 3-117 0,-7-3-293 0,0 0 130 16</inkml:trace>
  <inkml:trace contextRef="#ctx0" brushRef="#br0" timeOffset="88929.49">21385 3678 156 0,'0'0'203'16,"0"0"-14"-16,-7-3-17 0,7 3-14 0,0 0-20 15,0 0-13-15,0 0-8 0,-3 10-6 0,3-10 3 16,-5 17-5-16,2-8 6 0,0 8 1 0,0 2 6 15,-1 7 0-15,0-1-13 0,3-6 27 0,-1 5-13 16,0-6-9-16,1 2-9 0,-2-1-6 16,1 0-9-16,-1 0-12 0,2-2 5 0,0-1 8 0,-1 0-19 15,0 0-4-15,2-6-20 0,-3 2 11 0,3-1-9 16,-1-2-1-16,0 3-7 0,1-12-9 0,-3 13-27 16,2-6-25-16,1-7-32 0,-2 13-31 0,0-8-33 15,2-5-41-15,0 0-40 0,-2 9-40 0,2-9-209 16,0 0-482-16,0 0 214 0</inkml:trace>
  <inkml:trace contextRef="#ctx0" brushRef="#br0" timeOffset="89191.67">21461 3709 146 0,'16'-4'208'0,"2"1"-5"15,5 2-8-15,5-1-15 0,2 1-16 0,-1-1-10 16,2 2-14-16,-4 0-12 0,2 0-12 0,-1 1-13 0,-6-1-10 16,-2-1-9-16,-7 1-8 0,5-1-5 15,-5 2-7-15,-3-1-4 0,1-1-4 0,-11 1-5 16,13 0-4-16,-7-2-1 0,-6 2-7 0,0 0-1 16,13 0-4-16,-13 0-2 0,7-1-1 0,-7 1-13 15,0 0-20-15,0 0-22 0,0 0-24 0,0 0-36 16,0 0-44-16,0 0-33 0,0 0-39 0,0 0-122 0,0 0-348 15,0 0 153-15</inkml:trace>
  <inkml:trace contextRef="#ctx0" brushRef="#br0" timeOffset="89949.85">16833 4689 118 0,'0'0'222'0,"0"-10"-16"0,0 10-16 0,0-8-23 0,0 8-14 15,0 0-22-15,0 0-13 0,0 0-16 0,0 0-6 16,0 0-9-16,0 0-2 0,-1 36 16 0,-3-16-4 16,-1 3-4-16,-2-4-5 0,5 5-5 15,-3 2-13-15,-2-1-5 0,4-5-7 0,-2-2-4 16,1 2-5-16,-1-1 2 0,-3 3-10 0,4-2-6 16,1-2 1-16,-2-1-6 0,4 0-1 0,0 1-4 0,-2-4-19 15,2-1-22-15,0-1-22 0,-1-1-26 0,1-2-34 16,1 2-23-16,1-5-28 0,-1-6-23 15,3 10-21-15,-3-10-114 0,0 0-330 0,6 1 146 16</inkml:trace>
  <inkml:trace contextRef="#ctx0" brushRef="#br0" timeOffset="90351.64">16884 4668 25 0,'0'-11'182'0,"-1"4"-13"16,1 7-11-16,1-12-13 0,-1 12-19 15,-2-8-15-15,2 8-9 0,-3-7-14 0,3 7-5 0,0 0 0 16,0 0-11-16,0 0 3 0,12 16-12 0,-6-8 6 16,0 1-4-16,2 1 2 0,1 3-5 15,-1-1-7-15,3-1 0 0,-2-1-4 0,4 2-1 16,-2-2-6-16,5 1-3 0,-6-3 0 0,5 3-1 16,1-5-2-16,-4 1-5 0,1-2 1 0,-1-3 2 0,2 3-5 15,-4-3-5-15,0 2-4 0,-1-3-1 0,-1-2 3 16,-8 1-4-16,15-3 2 0,-6 0 5 15,-1-1-5-15,2-2-3 0,-1-3 0 0,0 2 0 16,-3-3 7-16,-1 2-1 0,2-3 0 0,-3 0-2 0,2 0 1 16,-4 0 6-16,2 2 7 0,0-1 8 0,-1 2-3 15,-3 2 3-15,2-1-2 0,-2 7-9 0,6-6-5 16,-6 6-8-16,2-6-7 0,-2 6-1 0,0 0-1 16,0 0 6-16,0 0-10 0,11 21-1 15,-11-4 1-15,2 1-1 0,-2 6-1 0,-2 2 2 0,1 1-2 16,-1 0 1-16,0 0 0 0,1 0-1 0,-3-1 2 15,2 1-15-15,1-1-22 0,-3-2-31 0,4 2-25 16,0-7-42-16,0 1-43 0,0 0-46 16,0-1-189-16,0 0-437 0,0-7 193 0</inkml:trace>
  <inkml:trace contextRef="#ctx0" brushRef="#br0" timeOffset="90673.98">17417 5115 106 0,'10'-7'209'0,"3"-3"-3"0,2 1-9 0,0-2-10 0,-3 3-16 15,4-2-11-15,-1-3-10 0,-2 0-15 0,1 2-8 16,-1-1-13-16,-1-1-7 0,0 0-8 16,-1-1-11-16,0 0-6 0,-1-3-3 0,-2 4-14 15,-2-4 1-15,0 3-4 0,-1 1-6 0,-2 0-5 16,-2 3-1-16,-1-1 1 0,1 1 0 0,-2 3-3 0,1 7-9 15,-2-13 0-15,-1 8-6 0,3 5-4 0,-6-7-3 16,6 7-9-16,-10-1 2 0,10 1-3 0,-18 5-5 16,6 3 2-16,-1 1 3 0,-1 2-7 0,4 3-5 15,0 1 2-15,1 0 1 0,2 1-3 16,1 0-2-16,2-3-10 0,3-1-6 0,2 4-14 16,2-1-13-16,4 1-28 0,4-1-26 0,0-2-35 0,3-1-43 15,4-1-30-15,-1-1-172 0,2-2-406 0,8 2 181 16</inkml:trace>
  <inkml:trace contextRef="#ctx0" brushRef="#br0" timeOffset="90925.65">17969 4728 143 0,'0'-13'237'0,"-1"3"-3"0,0 3-13 16,1 7-17-16,0-11-26 0,0 11-20 0,0 0-20 15,0 0-10-15,0 0-1 0,0 0-4 0,0 0-1 16,-4 40-3-16,0-16-6 0,1 3-10 0,0 1-6 0,-1 0-3 16,-1-1-6-16,1 1-11 0,0-1-3 0,0-2-3 15,0 0-9-15,-1-2-9 0,4-3-4 16,-4-1-13-16,5-2-19 0,-2-1-20 0,1 0-22 16,0-1-31-16,-2-4-22 0,1 0-32 0,1-2-30 15,1-3-31-15,0-6-29 0,-3 10-27 0,3-10-116 0,0 0-371 16,-5 8 163-16</inkml:trace>
  <inkml:trace contextRef="#ctx0" brushRef="#br0" timeOffset="91445.57">17835 4906 115 0,'22'-1'144'0,"6"0"-8"0,5 1 6 16,2-2-16-16,0 2-19 0,1 0 0 0,0 0-7 15,2 0-16-15,-5 0-5 0,-1 0-17 0,-2-1 3 16,-8 1-4-16,-1-2-9 0,0 2-2 0,-5 0 1 16,-3 0 5-16,-3-2 9 0,1 1 2 0,-4 0 5 15,-7 1 6-15,11-3 4 0,-11 3-7 0,7-3-10 0,-7 3 0 16,0 0-6-16,0 0-3 0,2-9-8 16,-2 9-5-16,0 0-5 0,-16-3-8 0,16 3 5 15,-24 3 3-15,6 0 6 0,0 5-1 0,-1 0-7 16,2 3 4-16,-2 0 0 0,1 0-2 0,3 0-3 15,3 0-5-15,0 1-1 0,3-2-2 0,2-1-2 0,2 1-2 16,-1 1-2-16,3-2 0 0,3 1-2 16,0-1-1-16,3 3 2 0,3-5-2 0,-1 3-7 15,2-4 5-15,2-3-4 0,-2 2 1 0,5 0 1 16,-2-3-1-16,0 0 0 0,3 0-2 0,-4-1-3 0,-1-2 6 16,3-1-5-16,-5 0-4 0,4-1 4 15,0-3-1-15,-1 1-5 0,-2-1 2 0,0-2-3 16,-1 2 0-16,-1-4-2 0,-1 1-1 0,0-1 0 15,-2 3 0-15,2 2-2 0,-4 5 5 0,4-11-7 16,-3 6 2-16,-1 5 0 0,0 0-5 0,5-8 0 16,-5 8-1-16,0 0-2 0,0 0 0 0,0 0 3 0,0 0 1 15,0 0-5-15,0 0 7 0,0 0-2 16,-5 29 6-16,5-20-2 0,0 2 3 0,2 0-2 16,-1-3 9-16,3 3-7 0,-1-2-6 0,3 1-16 15,-1-1-18-15,1 0-25 0,-1-1-25 0,4 0-30 16,-1-2-20-16,2-2-34 0,2 0-18 0,-3-1-22 15,2-1-118-15,-1-2-357 0,-2 0 158 0</inkml:trace>
  <inkml:trace contextRef="#ctx0" brushRef="#br0" timeOffset="91666.58">18548 4805 39 0,'2'-12'200'0,"-1"1"1"0,-1-1 3 0,1 6-7 0,-1 6-16 16,5-13-23-16,-5 13-21 0,0-8-13 15,0 8-15-15,0 0-9 0,0 0 12 0,0 0-5 16,1 26 9-16,1-10-8 0,-1 4 7 0,-1-1-8 16,-3 7-9-16,1 1-8 0,-1 0-5 0,1-1-10 0,1-3-7 15,-3-3-8-15,1-1-4 0,0-1-12 16,2 6-17-16,-3-5-23 0,0-2-26 0,1-1-35 16,-2 0-42-16,2-1-42 0,2 2-31 0,0-7-27 15,-1 1-173-15,4 0-403 0,1-3 178 0</inkml:trace>
  <inkml:trace contextRef="#ctx0" brushRef="#br0" timeOffset="92037.56">18985 4957 167 0,'0'0'211'0,"3"-6"-16"16,-3 6-21-16,0 0-4 0,0 0-8 15,0 0 6-15,0 0-5 0,0 0-12 0,-12 30-7 16,8-19-3-16,-1 4-24 0,1 1-10 0,2 2-12 16,1 0-7-16,1-2-10 0,0 0-2 0,0-4-8 15,3 4-5-15,1-6-2 0,0 3-11 0,1-4 1 16,1 1-9-16,2-1-6 0,1-1 7 0,2-1-8 16,0-3-6-16,1-1-1 0,0 0 1 0,1-2-7 15,0-1 4-15,0-3-4 0,-2 3 2 0,-1-4-3 16,3 0 1-16,-1-2 2 0,-3-1 7 0,1-1-1 15,1-5 0-15,-3 3-6 0,2-4 5 0,-3-4-7 16,-2 4-6-16,0-3-1 0,-4-1-4 0,2 0-1 16,-2 3 2-16,0-1-10 0,-2 4 4 0,0 1 0 15,-1 1-6-15,-1 1-5 0,-1 1-21 0,-1 3-16 16,-1 1-6-16,-5 2-20 0,-2 2-15 0,0 2-27 16,-6 3-28-16,0 2-29 0,2 0-33 0,1 4-210 15,0 0-445-15,6-2 197 0</inkml:trace>
  <inkml:trace contextRef="#ctx0" brushRef="#br0" timeOffset="92287.64">19374 4945 183 0,'0'0'262'0,"0"0"-20"0,2-7-20 16,-2 7-22-16,0 0-20 0,3-6-19 0,-3 6-18 15,0 0-9-15,0 0-6 0,6 14 1 0,-2-3-6 16,0 1-8-16,2 2-12 0,2 1-4 0,-2 1-13 16,3 3-8-16,-1-2-5 0,2-1-7 0,3 1-6 15,-3 0-9-15,-1 0 2 0,4 0 1 0,-3-4-33 16,0 3-25-16,1-4-36 0,-2 2-39 0,-3-4-33 16,-1 1-41-16,-1-1-34 0,1-3-39 0,-3 0-136 15,-2-7-390-15,0 0 173 0</inkml:trace>
  <inkml:trace contextRef="#ctx0" brushRef="#br0" timeOffset="92497.36">19631 4996 141 0,'0'-4'246'0,"0"4"-17"16,3-9-14-16,-3 9-22 0,0 0-21 0,-2-9-17 15,2 9-2-15,0 0 14 0,-18 11-8 0,3 2-10 16,-6 3-8-16,-2 1-9 0,-4 2-8 0,-2-2-14 15,0 1-13-15,-1 0-7 0,1-1-10 0,3 0-9 16,6-1-9-16,-1 1-23 0,5-4-22 0,-1-1-38 16,3 2-36-16,0-2-41 0,1 2-44 0,3-4-47 15,2-1-50-15,1 1-127 0,4-4-397 0,3-6 175 16</inkml:trace>
  <inkml:trace contextRef="#ctx0" brushRef="#br0" timeOffset="92721.21">19770 4999 167 0,'8'-7'256'0,"-1"0"-11"0,0 1-10 15,-2 3-17-15,-5 3-24 0,6-6-20 0,-6 6-20 16,5-4-18-16,-5 4-15 0,0 0-6 0,8 15 0 16,-4-4-8-16,-3 4-7 0,-1 1-5 0,1 3-10 15,-2 0-9-15,1 1-6 0,-1 0-5 0,-2-1-10 16,2-1-13-16,1 0-17 0,1 0-21 0,-2 0-17 15,1 0-26-15,0 0-29 0,0-3-40 0,0-2-46 16,1-1-21-16,2-4-36 0,-2 4-137 0,0-1-377 16,-1-11 167-16</inkml:trace>
  <inkml:trace contextRef="#ctx0" brushRef="#br0" timeOffset="92887.11">19776 4863 89 0,'0'0'60'0,"0"0"-36"0,-6 17-22 16,8-5-32-16,1 4-31 0,2-6 14 0</inkml:trace>
  <inkml:trace contextRef="#ctx0" brushRef="#br0" timeOffset="93527.78">20192 5041 147 0,'0'0'183'15,"-13"-10"-1"-15,13 10 1 0,-12-3-14 0,5 2-3 16,-5 1-18-16,12 0-9 0,-18 4-2 0,8-2-9 16,-1 2-7-16,0 2-8 0,-1 1-1 0,3 0-11 15,-2 3-10-15,-1 0-8 0,3-1-9 0,1 3-3 16,-1-3-4-16,3 1-10 0,2 0-4 0,0 0-3 15,0-1-6-15,4 0-3 0,0-1-4 0,1-1 6 16,1 1-5-16,3 0-1 0,0-1-13 0,3-1 2 16,1-1-7-16,0-1 1 0,1-2 1 0,1-2-2 15,1 0-4-15,-1-1 2 0,2 0 0 16,-3-3-3-16,3-1 7 0,-4-2-10 0,4-3 0 0,-2-4-12 16,1-1-1-16,-2 0-2 0,-1-3 2 0,-1-1-1 15,1-9 3-15,-2 2-4 0,2-2 3 0,-5-2-3 16,0 4 0-16,0-3 0 0,0 4 2 15,-1-4 8-15,-1 5 1 0,-1-2 6 0,-1 9 5 16,2 2 7-16,0 3 4 0,-2 1 2 0,0 5 5 0,0-2-2 16,0 8-6-16,1-11-3 0,-1 11-4 0,0-7-8 15,0 7-2-15,0 0-5 0,0 0 2 0,0 0 4 16,0 0-5-16,-9 34-4 0,4-10 1 0,0 5-2 16,-2 0 1-16,1 0-2 0,0 1 3 0,1-1 3 15,-2 0-2-15,3 0 2 0,0-3 1 0,3-2-1 16,1 0-3-16,1-7 4 0,3 1-2 0,1-1-1 15,1-1 4-15,0 0-3 0,2-5 2 0,-1-2-4 16,1 0 4-16,1 1-3 0,8-3 3 0,-1 2 1 16,-1-4-4-16,3-1 3 0,0-2 4 15,1-2-4-15,-1 0 6 0,1-2-11 0,1-1 1 16,-4-1-1-16,1-3 2 0,-2 0-5 0,2 0 0 0,-4-5-8 16,1 0-1-16,-2 0-2 0,-1-1 2 0,-1 0 9 15,-2 0-6-15,-2 2-2 0,-2 1 1 0,0 2-1 16,-1-1 2-16,0 2 2 0,-3 7-2 0,2-9-3 15,-2 9 0-15,2-6 7 0,-2 6-3 16,0 0-9-16,0 0 8 0,0 0 2 0,-30 15 3 0,15-5 4 16,2 2 2-16,1 0-5 0,0 2-3 0,2-2 1 15,0 2-5-15,1 1-10 0,5 2-22 0,1-5-23 16,3 1-39-16,4 4-40 0,1-6-59 16,5 3-52-16,1 2-181 0,4-6-468 0,4-1 208 15</inkml:trace>
  <inkml:trace contextRef="#ctx0" brushRef="#br0" timeOffset="94003.9">21245 4982 41 0,'6'-8'165'0,"-2"0"-8"16,1-1 5-16,-2 2 8 0,0-1 8 0,0 3-8 0,-3 5-2 15,4-10-3-15,-4 10-7 0,1-9-4 0,-1 9-7 16,0 0-6-16,-1-9-8 0,1 9-10 0,0 0-10 16,-5-7-8-16,5 7-10 0,0 0-9 15,-16 0-6-15,16 0-1 0,-19 7-12 0,6-1-3 16,2 0-10-16,-4 3-3 0,0 0-6 0,0 3-7 0,1 0-5 15,3 0-2-15,3-2-3 0,2 1-3 0,0 2-3 16,0 2-4-16,6-2 3 0,1 3-3 16,1 0 7-16,4 0-10 0,2 0-5 0,1-2-2 15,3 2-3-15,-3-2 2 0,3 1-6 0,-1-2 1 16,0-1-1-16,1 2-3 0,-1-3-4 0,-4-3 2 0,1 1-2 16,-2-1-1-16,2-2 1 0,-5 0-4 15,0 1 2-15,-1-2 1 0,0 2-2 0,-2-7 3 0,3 9 1 16,-3-9 2-16,-1 10-1 0,1-10 3 0,-6 7 7 15,6-7 0-15,-10 6-8 0,0-2 3 0,2-4-5 16,-2 4-2-16,-3-3-9 0,1 1-9 0,1-2-12 16,-3 0-26-16,1 0-26 0,1 0-23 0,12 0-32 15,-22 0-31-15,11-3-33 0,0 1-199 0,-2 0-441 16,13 2 195-16</inkml:trace>
  <inkml:trace contextRef="#ctx0" brushRef="#br0" timeOffset="96205.4">21334 5246 164 0,'0'0'186'16,"0"0"-3"-16,0 0-14 0,0 0-11 0,0 0-8 16,0 0-3-16,5-21-1 0,-5 21-11 0,9-10-9 15,-1 3-10-15,2 1-11 0,0-1-25 0,2-1-8 16,5-1-9-16,0 0 0 0,3 0-4 0,-1-2-5 16,-3 3-2-16,4-4-4 0,0 3-4 0,-5-2 2 15,3 0-4-15,-2-1 3 0,-3 1 0 0,0 1-4 16,1-2-11-16,-2 2 0 0,-4 1 1 0,-1 2 7 15,0 1 9-15,-4-1 3 0,1 2-5 0,-4 5-7 16,5-10-4-16,-3 6-2 0,-2 4-7 0,-2-10-4 16,2 10-5-16,-6-7-4 0,-2 5-2 0,8 2 7 15,-23 1-12-15,4 0 0 0,0 4-6 0,0 1 8 16,-1 3-3-16,1 0-4 0,2-1 3 0,2 1 0 16,4 0-3-16,0 1 1 0,4 0-2 0,1 1 3 15,2-1 0-15,4 1-9 0,4 2-14 0,1-3-14 16,6 5-26-16,6-4-28 0,6 4-29 0,4-1-40 15,2-3-28-15,2-2-44 0,-3 1-127 0,1-1-387 16,-2-3 171-16</inkml:trace>
  <inkml:trace contextRef="#ctx0" brushRef="#br0" timeOffset="96935.73">21811 5120 177 0,'0'0'178'0,"0"0"-18"15,0 0-15-15,0 0-14 0,0 0 0 0,0 0-11 16,0 0-7-16,0 0-4 0,0 0-5 16,-8 27-2-16,8-19-1 0,-1 0-8 0,1-8 0 0,0 12-9 15,0-12-5-15,0 12-2 0,0-6-4 0,0-6-1 16,1 9 1-16,-1-9 6 0,0 0 4 0,0 7 12 16,0-7 7-16,0 0 12 0,0 0 11 0,0 0 6 15,0 0-14-15,0 0-13 0,0 0-9 0,0 0-6 16,0 0-8-16,0 0-15 0,-1-27-8 0,2 15 0 15,1 3-8-15,1-2-4 0,3 0-5 0,-1-4-15 16,2-1-4-16,2 0-4 0,0 5-8 0,3-4 3 16,-5 4-8-16,1 3 0 0,3-1-11 0,0 4-1 15,-4 0-6-15,4 1 4 0,-3 3-3 0,1 1-3 16,2 2-1-16,-1 2 11 0,0 1-6 0,-2 2 1 16,1 2 4-16,0 1-4 0,-4 0-1 0,1-1 5 15,-1 1-3-15,0 0 5 0,-1-1-1 0,-1-3-1 16,-1 1 0-16,1 0 3 0,0-1-1 0,-2 1 3 15,-1-7-4-15,4 9 5 0,-4-9 0 16,2 6 3-16,-2-6 4 0,3 7-3 0,-3-7 3 16,0 0-3-16,2 3 7 0,-2-3-1 0,0 0 1 0,0 0-1 15,0 0 2-15,0 0-13 0,0 0 11 0,0 0-4 16,12-10-7-16,-8 4-4 0,-1 1-9 0,3-2-2 16,0-2 1-16,4 1-5 0,-2 0-6 15,2 1 4-15,0-1-8 0,-2-1 0 0,1 4 2 16,-3 0-1-16,2 1 2 0,-2 2 2 0,-6 2-9 0,12-3 3 15,-12 3 2-15,11 3 2 0,-11-3 4 0,9 6 0 16,-4-1 3-16,-1 0 0 0,3 1 5 0,-1 1 4 16,-1 1 1-16,2 0 0 0,0 1 1 0,2-2 4 15,-4-3-1-15,3 3 0 0,2 1 6 0,2-4 0 16,-1 0-2-16,2-1 2 0,1 1 7 0,-2-3-6 16,5-2-1-16,-2 1 5 0,-2-2-3 0,0 0-1 15,-1 1 2-15,-2-2 2 0,0-2-3 0,0-1-2 16,-1 0 2-16,-2-1 6 0,1-1-4 0,-1 0 5 15,-3-2-8-15,0 0 0 0,-2-1-1 0,1 3 8 16,-2-3 2-16,0 6-1 0,-1 5 5 0,2-12 0 16,-2 6 0-16,0 6-6 0,0 0-5 0,0-11 1 15,0 11-5-15,0 0 2 0,0 0-3 0,0 0 1 16,0 0-2-16,-13 17 2 0,10-6-1 0,-2-3 0 16,0 2 1-16,3 0-7 0,-2-1-15 0,1 3-20 15,1-1-32-15,-1-1-30 0,3 2-55 16,-1 2-30-16,2-4-33 0,-1 2-193 0,-1-2-448 0,1-10 198 15</inkml:trace>
  <inkml:trace contextRef="#ctx0" brushRef="#br0" timeOffset="97128.86">22484 4832 76 0,'-1'-7'196'0,"1"7"-24"16,0-11-19-16,0 11-21 0,0 0-19 0,0 0-18 16,-1-7-17-16,1 7-21 0,0 0-32 0,0 0-30 15,-3 30-39-15,5-18-39 0,0 5-79 0,1-1-174 16,3 1 78-16</inkml:trace>
  <inkml:trace contextRef="#ctx0" brushRef="#br0" timeOffset="97926.9">22827 5031 55 0,'0'0'201'0,"3"-6"-4"0,-3 6-2 0,0 0-10 15,5-4-15-15,-5 4-17 0,0 0-17 0,0 0-7 16,0 0-2-16,0 0 5 0,0 0-11 0,-27 15-2 16,11-6-7-16,0 1-7 0,-3 2-8 15,1-1-9-15,1 2-6 0,1 1-9 0,3-2-8 0,4-2-2 16,-3 4-6-16,6-4-6 0,1 2-5 0,1-2-5 15,4 2-4-15,0-1 6 0,2-2-14 0,5 0-10 16,1 0-13-16,3 0-12 0,4-1-16 16,4-1-15-16,0-1-18 0,2 0-15 0,2-2-13 0,-5-3-8 15,4 1-5-15,-4-4-9 0,-2 1 8 0,2-2 1 16,-1-1 4-16,-3 0 16 0,3-2-1 0,-5 0 9 16,-2-1 12-16,0-2-3 0,0 0 25 0,-1-1 8 15,-3 1 18-15,-2-2 14 0,1 1 8 0,0-1 0 16,-1 3 17-16,-2 1 9 0,1 1 8 0,-3 6 2 15,4-9-1-15,-4 9-9 0,2-7-3 16,-2 7-2-16,0 0-10 0,0 0-6 0,0 0 13 0,0 0 16 16,0 0 3-16,0 0-1 0,-15 16-7 0,9-6-2 15,1-2-3-15,-1 0-3 0,3 2-5 0,-3 0 1 16,4-2-6-16,-1 1 0 0,3 3-6 0,-1-6 6 16,0 1-2-16,1-7-1 0,4 16-8 0,-3-9 7 15,0 0-2-15,3 2-2 0,-1-4-2 0,0-1-1 16,3 0 1-16,-6-4-2 0,11 4-3 0,-5-4 2 15,2 1-3-15,-8-1 6 0,15 1-5 0,-15-1-1 16,12-4-10-16,-3-2-5 0,-1 1 3 0,-1-3 2 16,0 1-1-16,-1 0-3 0,-1-3-6 0,3 1 1 15,-3-1-2-15,1 0 2 0,-1-1 0 0,-1 2 3 16,1-2-4-16,0 4 2 0,-1-2 2 0,-1 6 4 16,-3 3-2-16,4-12 4 0,-4 12-2 0,2-7-3 15,-2 7 0-15,0 0 4 0,0 0-8 0,0 0 2 16,0 0 1-16,11 15 1 0,-9-8 1 15,-2 2 1-15,3-1-1 0,-1 2 2 0,-1-2-3 0,2-1 3 16,-2 3-2-16,-1-4 3 0,1 2 1 0,-1-8 10 16,2 11-2-16,-1-3-1 0,-1-8 4 0,1 6 8 15,-1-6 8-15,0 0 9 0,3 7 10 0,-3-7 11 16,0 0 6-16,0 0 0 0,0 0 5 0,0 0-18 16,0 0-5-16,0 0-6 0,0 0-2 0,15-18-5 15,-7 10-3-15,-2 1-10 0,2-3-8 0,0 0-2 16,2 1-8-16,-1 0-2 0,2 1 1 15,1 1 2-15,-2-1-2 0,-1 2-2 0,4 2-5 0,-4 1 7 16,0-1-4-16,0 4-4 0,-9 0-1 0,12 0 1 16,-5 3 1-16,0 1-1 0,-2 0 1 0,1 1 2 15,0 1 4-15,1 1-1 0,-4 3-3 0,4-3 1 16,-4 4-1-16,1-3 4 0,-1 2 2 0,-1-3 2 16,1 3-13-16,1-2-32 0,-1 3-32 15,-1-1-37-15,-1-1-35 0,-1-9-60 0,7 12-44 0,-6-2-140 16,3-3-422-16,-4-7 187 0</inkml:trace>
  <inkml:trace contextRef="#ctx0" brushRef="#br0" timeOffset="98736.89">23623 5183 8 0,'1'-6'225'0,"-1"6"-4"0,3-11-9 15,-3 11-23-15,-4-9-20 0,4 9-15 0,-6-8-11 16,6 8-12-16,-16 0-12 0,16 0-9 0,-20 6-6 15,3 2-2-15,3 1-7 0,-2-1-13 0,4 3-9 16,1-3-6-16,-1 3-5 0,4-1-6 16,1 1-5-16,1-1-4 0,0-1-5 0,2 0-2 15,4 2-3-15,0 0-8 0,3 0 1 0,-2-4 1 0,5-2-3 16,0 1-2-16,1-1-3 0,2-1-1 0,3-2 3 16,-2-2-11-16,2 2-1 0,2-4-5 0,-2 2-2 15,5-4-3-15,-4-1 3 0,-2-2-2 16,0 0 3-16,0-4-4 0,-1-2 2 0,-2 2-3 15,1-5 1-15,-1 1-1 0,-1-2 2 0,2-7-1 0,-1-1 0 16,1 1 0-16,-5 5 7 0,2-1 5 0,-2-5 4 16,0 6 0-16,1 0 1 0,-4 0 0 0,2 0 13 15,-1 4 13-15,-2 3 10 0,2 1 7 0,-1 1-5 16,-1 3-6-16,0 7-6 0,0-10 10 16,0 10-11-16,0-10-17 0,0 10-7 0,0 0-7 0,0 0 0 15,0 0-2-15,0 0 1 0,-5 27 0 0,0-12-1 16,-1 4-1-16,0-1 1 0,-2 5 0 0,3 1 1 15,0-3 2-15,0-2 0 0,1-1 4 0,0 0-5 16,3 0 0-16,2-1-2 0,1 1 4 0,1-1-2 16,1-2-2-16,1 0-1 0,1-4 3 0,1-1 3 15,1-3-4-15,1 2 3 0,1-1 0 0,3-3-2 16,-3 2-3-16,4-4 2 0,-2 1 3 0,1-2 2 16,-1-2-14-16,1-3 0 0,0 3 3 0,-2-4 0 15,0-2 2-15,1 1-4 0,0-6-1 16,-2 4-7-16,-1-3-6 0,0-4 3 0,0 0-9 0,-3 1 2 15,1 2 1-15,-4 0 6 0,0 5-1 0,1-1 0 16,-3 0-2-16,-1 7 0 0,5-9-3 0,-2 5 1 16,-3 4-5-16,0 0-1 0,0 0 1 0,0 0 5 15,0 0-2-15,0 0 13 0,-18 22-9 0,10-12-1 16,2 0 3-16,2-1-3 0,-1 1 10 16,2 0-1-16,1 1-5 0,0-3 1 0,1 0 2 0,2 1 1 15,2 0 1-15,1 0 2 0,0-2 2 0,3-1-4 16,2-2-5-16,0 1-2 0,3-3-5 0,0 2 0 15,0-5 3-15,2 1-3 0,-1-1-4 0,-2-1 5 16,2-2 0-16,-1-1 5 0,-3 0-11 16,2-1-2-16,-2-2-8 0,1 0 11 0,-1-1-13 0,1-5 7 15,-3 5-5-15,2-1 5 0,-3 0 1 0,2 1 1 16,-2 3 6-16,-2-1 1 0,0 1 0 0,-4 6 6 16,8-8-7-16,-8 8 3 0,3-4 5 15,-3 4-11-15,0 0 4 0,0 0 12 0,0 0-5 0,0 0 12 16,-2 23-6-16,-1-14 6 0,-2 1-5 0,3 1-4 15,-2-1 3-15,1 0 7 0,1 0-19 0,2 2-23 16,-2-3-20-16,2 0-18 0,0-9-34 0,3 17-29 16,2-9-34-16,3-1-38 0,1-1-192 0,0 1-433 15,5-3 192-15</inkml:trace>
  <inkml:trace contextRef="#ctx0" brushRef="#br0" timeOffset="98965.38">24442 5163 5 0,'0'0'211'0,"-2"-10"-9"0,2 10-2 0,-8-4-2 16,8 4 3-16,-15-2-13 0,2 5-6 0,0 0-16 15,-1 4-11-15,-2-1-14 0,1 1-8 0,0 2-6 16,0 2-6-16,2 2-11 0,0-1-10 0,4-1-11 16,3 0-3-16,2 0-13 0,0 1-7 0,4 0-5 15,2 1-4-15,3-2-12 0,6 4-12 0,-1-4-24 16,6 1-22-16,3-3-25 0,1-2-27 15,-2 1-25-15,10 0-31 0,-1-5-48 0,1 1-31 0,1-4-22 16,-8 1-119-16,-2-2-368 0,4-3 163 0</inkml:trace>
  <inkml:trace contextRef="#ctx0" brushRef="#br0" timeOffset="99197.86">24729 5074 29 0,'2'-7'240'0,"-2"1"-6"0,0 6-13 0,0 0-21 15,0-13-22-15,0 13-17 0,0 0-19 0,0 0-1 16,0 0 4-16,0 0-1 0,-10 19-6 0,6-7-2 16,0 1-9-16,-2 3 4 0,-1 0-5 15,5 1-6-15,-5 1-5 0,3 1-11 0,-3-1-11 0,2-1-8 16,3 7-4-16,-2-5-8 0,1 0-5 0,0-1-8 16,2 7-5-16,-3-9-15 0,3 3-21 0,0-6-26 15,2-1-25-15,-1 3-27 0,0-2-25 0,-3-2-35 16,3-1-44-16,0-10-51 0,-3 14-48 15,-2-6-149-15,5-8-446 0,0 0 197 0</inkml:trace>
  <inkml:trace contextRef="#ctx0" brushRef="#br0" timeOffset="99609.72">24500 5252 156 0,'-4'-6'215'0,"4"6"-19"0,0 0-18 0,14-6-15 15,-2 4-5-15,2 1-16 0,6 2-13 16,1-1-13-16,-1 3-10 0,0 1-11 0,1-4-10 0,1 2-8 16,-4 2-7-16,2-2-11 0,-2-1-4 15,0 2-3-15,0 1-12 0,-5 1-2 0,-1-3-7 16,-3 1-4-16,-1 1 0 0,-1-1-1 0,-3 2 7 16,3 0 2-16,-4 2 5 0,3-2 9 0,-4 1-3 0,1 2-1 15,-1 1-4-15,0 0-2 0,-1-1-7 0,0-1 0 16,0-1-1-16,1 2-4 0,-2 0-3 15,2-1-3-15,-2-7-1 0,5 12-1 0,-2-9-1 16,-2 4 2-16,-1-7-1 0,7 8-2 0,-2-5-1 16,1-2-2-16,4 0-2 0,-2 1 4 0,1 0-1 0,2-3-6 15,1 0 5-15,-4 1-3 0,4-4-3 0,-3-3 1 16,2 1-3-16,5-4 3 0,-7 3-1 16,0 1 0-16,2-2 0 0,-4-4 1 0,-1 4-3 15,0-3 0-15,-3 1-3 0,0-2 3 0,-3 2-5 16,-3-3-2-16,1 2-2 0,-1 2-6 0,-5-3-9 0,1 5-6 15,-5-2-7-15,0 5-10 0,-5-1-15 0,0 2-8 16,-1 1-24-16,0 4-29 0,1 1-22 0,1 3-36 16,0-1-36-16,0 5-134 0,2 1-373 0,-1 0 165 15</inkml:trace>
  <inkml:trace contextRef="#ctx0" brushRef="#br0" timeOffset="100053.83">24970 5480 149 0,'13'-2'219'0,"-2"1"1"16,2-3-3-16,-1 0-4 0,-1 1-12 16,-1-2-15-16,2 0-16 0,1 0-11 0,-1 0-14 0,0 0-14 15,-1-2-12-15,2-2-8 0,1 2-12 0,-3-1-11 16,3-3-3-16,-1 0-7 0,-5 1 2 0,1 1-9 16,3-7-11-16,-3 0-2 0,1 0-6 15,-4 2 0-15,-2 2-11 0,1-2 3 0,-1-1-7 16,-1 3 4-16,-2-1-4 0,-1 3 0 0,0 0-2 15,-3 0-1-15,2 3-2 0,-3 2-2 0,0-2 0 0,1 1-4 16,3 6-3-16,-9-9-3 0,4 5 1 0,5 4-6 16,-7-7-1-16,7 7 1 0,-4-3-5 0,4 3-1 15,0 0-1-15,0 0-4 0,-4-7 0 16,4 7-2-16,0 0 2 0,0 0-4 0,0 0 0 16,0 0 3-16,0 0-5 0,29 7 5 0,-18-6-4 0,3 1-1 15,-3 1 4-15,7 0-5 0,-5-1 5 16,6 2-5-16,-6-2 1 0,1 0-1 0,-5 1 1 15,2 1 2-15,2-2-5 0,-2 2 2 0,-2 0-1 16,1 2 2-16,-1 0-7 0,-3 1 5 0,-2 0 9 16,0 2 1-16,0 0 7 0,0 4 0 0,-3-3 1 0,-1 2 1 15,0 1 0-15,0 2 4 0,-3-2 1 0,1 2-1 16,-4 1-1-16,0-5-4 0,4 1-9 16,-2 1-11-16,1-3-24 0,-1 1-21 0,2 0-24 15,-1-2-31-15,3-9-43 0,-3 19-48 0,3-19-50 16,0 17-223-16,0-17-508 0,0 0 225 0</inkml:trace>
  <inkml:trace contextRef="#ctx0" brushRef="#br0" timeOffset="100977.83">26230 5145 34 0,'0'0'168'0,"-4"-6"-5"16,4 6 1-16,-6-7 4 0,2 2-10 0,4 5-1 0,-4-7 1 15,4 7-16-15,-5-5 1 0,5 5-2 16,0 0-6-16,0 0-11 0,-4-7-7 0,4 7-11 16,0 0-9-16,0 0-11 0,0 0-10 0,0 0-11 15,13-6-4-15,-1 5-8 0,7 0-7 0,8 1-10 16,3 0-7-16,5-2-26 0,-3 0-6 0,1 2-23 0,-1-1-16 15,-3 1-21-15,-6-2-29 0,-3 2-23 16,-4 0-24-16,-2 2-17 0,-3-2-16 0,-3 0-3 0,-3 1-100 16,-5-1-297-16,0 0 132 0</inkml:trace>
  <inkml:trace contextRef="#ctx0" brushRef="#br0" timeOffset="101196.83">26394 5092 80 0,'0'0'101'0,"-13"0"-8"15,13 0-8-15,-14 1-1 0,9 1-7 0,5-2 5 16,-13 5 3-16,6-2 7 0,0 4 1 0,-2 3-13 16,1 4-2-16,-4 2 7 0,3 2-3 0,-5 5 2 15,3 1-1-15,1 1-3 0,0 1-2 0,1 3-10 16,0-3 1-16,1-1-4 0,-2 1-8 0,1 0-8 16,1-1 3-16,3-6-10 0,0 5-2 0,-2 1-5 15,-1-7-2-15,1 5-11 0,0-5-14 0,0 0-17 16,-1 0-37-16,-1-2-27 0,1-1-44 0,-2-1-33 15,-1 0-129-15,-1-3-300 0,1-3 133 0</inkml:trace>
  <inkml:trace contextRef="#ctx0" brushRef="#br0" timeOffset="101523.71">26099 5486 106 0,'12'-1'144'0,"5"-2"-23"16,6 3 5-16,6 0-12 0,0-2 0 0,1 4-14 16,1-4-17-16,-4 1-4 0,3 1-11 0,1-1-3 15,-12 0-9-15,8-2-1 0,-6 2-6 0,0 0-9 16,-2-1 2-16,-5 1 1 0,4-2 0 0,-7 0 9 16,0 0 6-16,-4 2 3 0,0-2 2 0,0 0 6 15,-7 3 1-15,9-4 2 0,-9 4-1 0,10-3-3 16,-10 3 3-16,6-3-11 0,-6 3-8 0,0 0-9 15,6-4-7-15,-6 4-5 0,0 0-6 0,0 0-4 0,0 0 0 16,7 12-3-16,-7-12-2 0,0 12-1 16,0-3 4-16,-2-1-7 0,4 3 1 0,-6 0-1 15,4 0-18-15,0-1-16 0,-3 1-26 0,1 1-22 16,0-1-22-16,0 0-34 0,2-1-31 0,-3 0-25 16,0-2-117-16,1 0-325 0,0-2 144 0</inkml:trace>
  <inkml:trace contextRef="#ctx0" brushRef="#br0" timeOffset="101671.12">26576 5302 118 0,'2'-6'127'16,"-2"6"-37"-16,4-7-29 0,-4 7-30 0,0 0-29 15,12 2-27-15,-12-2-43 0,9 9-72 0,-3 3 32 16</inkml:trace>
  <inkml:trace contextRef="#ctx0" brushRef="#br0" timeOffset="101961.99">26836 5571 5 0,'14'-4'180'0,"-1"-3"0"0,-1 1-9 15,1-3-4-15,3 2-19 0,-5-2-8 0,-2-1-5 16,0 2-11-16,-2-2-7 0,1-4-8 0,-1 0-16 15,-1 4-4-15,0 0 6 0,-4 0-4 0,0 1-3 16,-2 2-9-16,0-2-2 0,0 9-4 0,-2-15-4 16,0 11-8-16,2 4-8 0,-2-10-6 0,2 10-11 15,-10-3 1-15,10 3-7 0,-13 3-4 0,4 4-2 16,-1 2-3-16,-2 3-3 0,0-1 3 0,1 4-6 16,2 1 3-16,3-1 3 0,-2 0-7 0,6 4 1 15,-2-2-2-15,4 1-2 0,0-1 3 0,4-1-5 16,0 0-17-16,6-1-13 0,-1-1-24 0,1-1-35 15,2 0-25-15,3-3-31 0,2 0-27 0,2-4-28 16,-2 0-141-16,-5-3-357 0,5-2 158 0</inkml:trace>
  <inkml:trace contextRef="#ctx0" brushRef="#br0" timeOffset="102187.23">27254 5321 76 0,'2'-7'207'0,"-2"7"-26"0,0-8-17 0,0 8-13 16,4-6-29-16,-4 6-13 0,0 0 1 0,0 0 5 16,0 0-5-16,-12 29-5 0,7-13 1 0,-2 8-7 15,-2-5-12-15,4 4-2 0,1 3-6 0,-4 0-9 16,4-2-5-16,0 0-4 0,0-3-9 0,4-2-3 16,-1 0-22-16,2 0-18 0,1 1-27 0,0-4-34 15,2 1-22-15,0-2-25 0,0-3-21 0,2-3-13 16,1 1-15-16,2-2-119 0,0-1-287 0,0-1 127 15</inkml:trace>
  <inkml:trace contextRef="#ctx0" brushRef="#br0" timeOffset="102600.21">27476 5571 75 0,'5'-11'159'0,"-3"2"-8"16,-2-2-2-16,0 2-1 0,0 9 1 0,-4-13-12 15,1 8-10-15,-1 0-12 0,4 5-8 0,-11-6-3 16,3 6-1-16,8 0 4 0,-19 4-1 0,5 1-7 15,5 2-5-15,-4 0 3 0,4 2-15 0,-1 2-8 16,2 0-3-16,-2 0-9 0,4 3-4 0,-1-3-5 16,5-1-6-16,0 0-4 0,0 2-3 0,2 0-4 15,2-1 0-15,0-3-7 0,4 1 2 16,1-3-5-16,1 1-2 0,1-2-9 0,-1-3-2 0,1 0-2 16,0 0-5-16,-2-2-5 0,4-5-2 0,-1-2 1 15,-2-2-1-15,5-3 2 0,-5 2-6 0,0-7 2 16,-1 0 1-16,2-8-2 0,-2 0 1 0,-1 1-2 15,-1-4 0-15,2 1 4 0,-1-4-7 0,1 4 10 16,-6-4-4-16,1 2 8 0,5 2 10 0,-4 8 10 16,-2 1 2-16,3 1 5 0,-4 7 10 0,0-2 2 15,2 3-4-15,-2 2-7 0,0 7-7 0,0-10-7 16,0 10-1-16,0 0-7 0,0 0 4 0,0 0-6 16,-6 22 5-16,2-5-4 0,-5 7 10 0,3 1 2 15,-2 2-4-15,-1 2-3 0,0-1 4 0,2-1-3 0,0-1-6 16,1-1 5-16,3 0-17 0,-1 0-17 15,0 0-19-15,2 0-24 0,-2-8-18 0,2 2-34 16,2 0-34-16,2-4-41 0,2-3-28 0,-4 0-190 16,2 0-440-16,0-2 196 0</inkml:trace>
  <inkml:trace contextRef="#ctx0" brushRef="#br0" timeOffset="103062.74">27880 5588 119 0,'0'0'147'0,"0"0"-9"16,0 0-12-16,0 0-21 0,0 0-16 0,0 0-24 15,0 0-14-15,0 0-49 0,0 0-25 0,0 0-23 16,0 0-28-16,0 0-43 0,0 0-126 0,0 0 55 15</inkml:trace>
  <inkml:trace contextRef="#ctx0" brushRef="#br0" timeOffset="103534.57">28167 5310 14 0,'0'0'161'0,"-10"-4"-4"15,10 4-8-15,-11-2-14 0,0 3 3 0,-1 3-3 16,3 1-14-16,-4 0-12 0,1 3-15 0,0-1 1 16,-2 6-14-16,1-3-12 0,3 3 1 15,1-2-8-15,4-1-9 0,-3 1-4 0,6 1-3 0,-1-2-2 16,3 2-2-16,1-2-5 0,1 0 1 0,2 2-6 15,3-3-1-15,1-1 0 0,2-1-10 0,-1 0-5 16,1-2 4-16,1 1-3 0,-5-2 0 0,4-2-1 16,-3 0-2-16,1-1 2 0,-8-1-1 0,12-1-2 15,-12 1-1-15,10 3 0 0,-10-3 0 0,0 0-5 16,12-3 3-16,-8 0-2 0,-4 3-1 0,0 0-2 16,4-9-1-16,-4 9-4 0,0 0 0 0,0 0 2 15,0 0-4-15,-13-9-5 0,6 7 3 0,7 2 4 16,-14-3-1-16,0 4 1 0,2 3 1 0,1 1 5 15,-8-2 3-15,-1 6 3 0,5-2 6 0,-4 4-1 16,5-3 0-16,-3 2-2 0,7-1 2 0,0-1-4 16,0 2 2-16,1 2-5 0,3-2 4 0,0 1-2 15,6 0-1-15,1 0-1 0,2 2 3 0,3-3 0 16,5 2-25-16,5-2-30 0,7 2-30 16,1 0-36-16,3-6-41 0,0 2-30 0,-6-4-135 0,0-1-341 15,0 0 151-15</inkml:trace>
  <inkml:trace contextRef="#ctx0" brushRef="#br0" timeOffset="103948.95">28405 5415 36 0,'0'0'187'15,"-1"-6"-10"-15,1 6-20 0,0 0-14 0,-7-4-20 16,7 4-4-16,0 0 2 0,-13 9 6 0,8 1-7 15,-1 0 1-15,-3 5-7 0,2 0-8 16,0 3-9-16,0-1-4 0,1 2-9 0,-1 3-5 0,3-3 0 16,0 1-8-16,1 0-8 0,0-1-6 0,-1-3-6 15,1 3-1-15,1-3-5 0,0 1-5 0,0-5-3 16,-1-1-3-16,3-1-6 0,-2-2-1 0,0-1-3 16,0 0-2-16,2-7 1 0,-4 9 0 0,4-9-4 15,0 9 6-15,0-9 3 0,0 0 15 0,-4 5 7 16,4-5 1-16,0 0-6 0,0 0 3 0,0 0-9 15,0 0 1-15,-5-28-13 0,5 16 5 0,-1-5-12 16,1-2-5-16,3 0-6 0,-1 0 2 0,3-10-10 16,0 4-2-16,5-1-10 0,-2 1 1 15,1 1 1-15,-1-1-2 0,1 7 3 0,0 1-2 0,-2 0-3 16,2 2 3-16,-3 5-2 0,0 1-3 0,0-1 0 16,3 2-3-16,-1 2-8 0,-3 2-6 0,5-1-7 15,-2 2-19-15,2 3-18 0,-10 0-14 0,15 5-20 16,-4 0-17-16,-2 0-28 0,-2 4-11 0,1-1-22 15,-3 3-141-15,-3 0-356 0,1 2 158 0</inkml:trace>
  <inkml:trace contextRef="#ctx0" brushRef="#br0" timeOffset="104324.14">28367 5575 74 0,'-8'1'162'0,"8"-1"-1"16,0 0-3-16,0 0-13 0,0 0-26 0,0 0-4 15,0 0-10-15,0 0-7 0,0 0-11 0,36-2-8 16,-25 1-15-16,2 2-5 0,-1-1-4 0,-1 1-5 16,-6-1-7-16,6 2-2 0,-2-2-5 0,-9 0-7 15,12 1-1-15,-12-1-7 0,12 3-1 0,-8-2 2 16,1 3-3-16,-5-4-3 0,7 7-1 0,-4-4 5 16,1 3 3-16,0 1 2 0,-2 2 2 0,-1 2-2 15,1-2 4-15,-2 3-1 0,0-1-6 0,0-2-2 16,-2 3-1-16,4-3-2 0,-5 0 1 15,3-9-1-15,0 11-1 0,0-11 1 0,-1 9 7 0,1-9 7 16,0 0 13-16,-1 11 11 0,1-11 20 0,0 0-2 16,0 0-6-16,0 0-7 0,0 0 4 0,0 0-14 15,0 0-1-15,17-25-8 0,-11 17-5 0,-1-4-5 16,1-4-1-16,3 3-6 0,2-1-5 0,0-1-9 16,3-7-7-16,0 1-9 0,-5 4 1 0,6-5-21 15,2 3-18-15,-2 5-11 0,-2 0-16 0,3 1-11 16,-3 2-34-16,3 2-13 0,-6 2-32 0,0 1-19 15,0 2-163-15,-3 2-371 0,-7 2 164 0</inkml:trace>
  <inkml:trace contextRef="#ctx0" brushRef="#br0" timeOffset="104615.97">28698 5688 94 0,'0'0'159'0,"0"0"-7"0,15-6-8 0,-6 1-11 15,1-2-12-15,1 2-4 0,0-1-13 0,3-3 0 16,1 1-16-16,-4 0-3 0,2-2-12 0,0 0-4 16,-4 3-2-16,2-2-10 0,-2-1-6 0,-2 1-3 15,-1 1-3-15,0 0-5 0,-1 2 0 0,-1 1 2 16,-2-1-9-16,-2 6 2 0,5-8-6 0,-5 8-5 16,2-6-6-16,-2 6 4 0,0 0 1 0,0 0-8 15,0 0 3-15,-22 1 4 0,12 3-3 0,-3 1 1 16,1 2 4-16,0 3-8 0,-2 0 0 0,2 2 2 15,4-1 4-15,0-1-7 0,1-1-2 0,5 3 1 16,-2-3-5-16,1 2-21 0,7-1-23 0,-1 4-22 16,4-7-41-16,8 5-28 0,1-5-50 15,2 1-117-15,3-1-316 0,5-2 140 0</inkml:trace>
  <inkml:trace contextRef="#ctx0" brushRef="#br0" timeOffset="104827.72">29096 5542 155 0,'-11'5'187'0,"0"0"-14"0,-4 3-9 16,0 3-3-16,1 0-16 0,0 0-11 16,4 1-9-16,-2 2-16 0,6-2-11 0,2 2-4 15,0-2-12-15,3 4-5 0,4 0-6 0,0 1-19 16,6-4-32-16,3-1-34 0,2 0-23 0,5-2-48 0,1-2-12 15,6 1-28-15,-7-4-124 0,2-1-268 0,-5-1 118 16</inkml:trace>
  <inkml:trace contextRef="#ctx0" brushRef="#br0" timeOffset="105032.63">29360 5474 154 0,'1'-8'168'16,"-1"3"-12"-16,0 5-17 0,1-10-19 15,-1 10-13-15,0 0-13 0,0 0-7 0,0 0 5 0,0 0 5 16,-9 34 7-16,3-17-5 0,0 8-11 16,-5 1-4-16,0 4-13 0,1-2-2 0,-2 1-4 0,2 0-4 15,0-5-7-15,0 3-9 0,1-2-12 0,0 0-29 16,-3-3-26-16,6-5-32 0,1-1-36 0,-2 0-32 16,2-6-33-16,0-1-103 0,1-2-280 15,0-3 124-15</inkml:trace>
  <inkml:trace contextRef="#ctx0" brushRef="#br0" timeOffset="105173.32">29233 5684 95 0,'13'-5'134'16,"-3"2"-16"-16,2 0-9 0,-3 0-27 0,0 2-35 0,-2-1-33 15,0-1-36-15,-7 3-75 0,10-3-103 0,-4 2 46 16</inkml:trace>
  <inkml:trace contextRef="#ctx0" brushRef="#br0" timeOffset="105375.35">29388 5457 42 0,'-3'7'183'0,"1"6"-2"0,-2 2-8 0,0 2-14 16,0 2-13-16,-1 5-16 0,-1 1-7 0,-1 0-13 0,4 1-25 16,-3-1-40-16,3 1-35 0,-1-6-46 15,-1 5-37-15,0-2-45 0,-2-6-76 0,5-1-209 16,0-4 92-16</inkml:trace>
  <inkml:trace contextRef="#ctx0" brushRef="#br0" timeOffset="108449.87">29241 5738 39 0,'0'0'52'0,"5"-9"3"15,-5 9-9-15,4-4 6 0,-4 4 2 0,0 0 2 16,4-6 0-16,-4 6 7 0,0 0-2 0,0 0 6 16,0 0-7-16,2-8 2 0,-2 8-3 0,0 0-11 15,0 0-8-15,3-5-12 0,-3 5 10 0,0 0-6 0,0 0 3 16,0 0-11-16,2-8-2 0,-2 8 2 15,0 0-9-15,0 0 0 0,0 0 2 0,0 0 0 16,0 0 4-16,-3-12-3 0,3 12 14 0,0 0 7 16,0 0-12-16,-4-7 18 0,4 7-10 0,0 0-2 15,0 0-4-15,0 0-3 0,0 0-2 0,0 0 0 16,0 0-5-16,0 0 0 0,-3-9 1 0,3 9 3 16,0 0 2-16,0 0-8 0,0 0 4 0,0 0-5 15,0 0-6-15,8-7-6 0,0 5-2 0,4 0-19 16,6 2-2-16,9-3-25 0,2 2-28 0,2-1-27 15,1 0-39-15,-1 4-76 0,2-2-230 0,-4-3 102 16</inkml:trace>
  <inkml:trace contextRef="#ctx0" brushRef="#br0" timeOffset="108768.81">29842 5377 62 0,'-3'-7'209'0,"3"7"0"15,-1-10 2-15,1 10-17 0,-2-7-18 0,2 7-19 16,0 0-13-16,-2-8-16 0,2 8-16 0,0 0-14 16,0 0-11-16,0 0-10 0,0 0-5 0,0 0-7 15,0 0-8-15,-3 28-9 0,3-9-3 0,3 7 0 16,-6 0-4-16,-2 0-6 0,4 0-3 0,-1-1-2 15,0 4-4-15,0-1-1 0,-2 0-3 0,2 0-2 16,0-1-1-16,1-2 1 0,-2 0-2 0,0-4-1 16,3-2-2-16,2 5-7 0,-4-7-18 0,4 1-9 15,-2-1-18-15,-2-1-23 0,2 1-24 0,3-4-7 16,-2-3-42-16,1 2-8 0,-2-3-28 0,0 0-128 0,0-1-322 16,0-8 143-16</inkml:trace>
  <inkml:trace contextRef="#ctx0" brushRef="#br0" timeOffset="109401.53">29804 5641 29 0,'7'-1'109'0,"5"-1"-9"0,0 4 17 0,6 0-11 15,0 3-15-15,2 1-4 0,-2 2-4 0,3 1 1 16,-3 3-14-16,1-2 1 0,-3 3-7 0,-3-1 0 15,0-1-10-15,0 3-5 0,-4-1-11 0,-3-4-5 16,-1 4 5-16,0-3-5 0,0 0-5 0,-2-1-4 16,-2-1 6-16,1-1-6 0,-2-7-7 0,-2 11 2 15,2-11 2-15,-2 11 3 0,2-11 1 0,-7 8 11 16,7-8-7-16,-6 5 5 0,6-5 5 0,-5 1-2 0,5-1-2 16,0 0-5-16,0 0 1 0,0 0-5 15,0 0-8-15,3-20-2 0,3 11 3 0,0-1-11 16,6-4-6-16,2-1 0 0,-3 1-2 0,3 0 3 15,5-5-9-15,-6 2 4 0,4 5 2 0,1-8 3 0,-4 8-6 16,1 0 3-16,-6 2-3 0,1-1 4 0,-1 3 1 16,1-1 0-16,-3 1 2 0,-2-1 6 15,-1 5 2-15,-2 0 5 0,3 0-5 0,-5 4-2 16,4-6 1-16,-4 6-7 0,0 0 1 0,5-3-2 16,-5 3-3-16,0 0 4 0,0 0-1 0,-11 21 0 0,7-12 2 15,-2 5 5-15,-2 0 0 0,3 2-1 16,-3-2 1-16,3-3 0 0,1 0 0 0,2 1 0 0,1 1-1 15,-1-2-1-15,2 0 3 0,-1-1-5 16,4 0 3-16,-1-1 0 0,1-2-4 0,1 2 0 16,-2-2 1-16,4-3-3 0,-2 1-1 0,0-1 5 0,-4-4-1 15,6 6 0-15,-6-6-1 0,9 0-5 0,-9 0 1 16,0 0-3-16,13-6 2 0,-9 0-5 16,0-2 1-16,-2 0 4 0,2-3-3 0,-1-1 2 15,-1 1 0-15,2-4-2 0,-3 2 3 0,2 1 1 0,-1 0-1 16,-2 1 2-16,2 1-2 0,-1 2 8 0,-1 8-2 15,3-11-4-15,-3 11-4 0,1-7-6 0,-1 7 4 16,0 0-1-16,0 0 2 0,0 0 0 0,0 0 3 16,3 22-1-16,-6-11 3 0,2 5 0 15,-1 0-4-15,1 3-19 0,0 0-16 0,1-3-12 0,-2 2-22 16,2-1-23-16,2-2-17 0,-1-2-24 0,0-1-11 16,2 0-100-16,0-2-266 0,-3-3 118 0</inkml:trace>
  <inkml:trace contextRef="#ctx0" brushRef="#br0" timeOffset="110320.51">30431 5797 57 0,'2'-4'150'0,"-2"4"1"0,6-7-3 0,-6 7-12 16,2-4-17-16,-2 4-6 0,0 0-8 16,0 0-15-16,0 0-14 0,4-8 1 0,-4 8-12 0,0 0-4 15,0 0-2-15,0 0-6 0,0 0 1 0,0 0-11 16,0 0 3-16,0 0 15 0,0 0 6 0,0 0-1 15,0 0 8-15,0 0 3 0,0 0-4 0,0 0-5 16,0 0-9-16,0 0-7 0,-3-11-3 0,3 11-4 16,4-12-7-16,-1 3-4 0,-2-1-1 0,4 0-4 15,-1 1-5-15,1-2-1 0,1-5-1 0,3 2-5 16,-5 2-3-16,5-2-4 0,-2 4 1 0,1 1-1 16,-1 0 1-16,-1 3-7 0,3 0-2 0,-1 4-2 15,-2 0-1-15,2 2 1 0,-8 0-4 0,13 4 0 16,-3 1 1-16,0 1 1 0,-2 1-1 0,2 0-5 15,-2 2 8-15,1-1 2 0,1 3 0 0,1 0 8 16,-3 0-6-16,6-1-1 0,-6 0-2 0,1-1 1 16,2-2 0-16,1 0 4 0,3-2 2 0,-1 0-5 15,-4-3-2-15,4 0-5 0,-2-3-3 0,-1 2 4 16,1-2-5-16,-3-2-2 0,-1 1-5 0,-3-3-2 16,1 0-3-16,0-2-1 0,0 1 5 0,-4-2 0 15,2-2-4-15,-3 1 7 0,-1 0-1 0,2 0-4 16,-2-4 7-16,-2 3 3 0,0 0-4 0,0 0 3 15,1 3 1-15,-1-1 0 0,2 8 0 0,-4-11 6 16,1 5-3-16,3 6-3 0,-4-7-6 0,4 7 0 16,0 0-1-16,0 0 5 0,0 0-4 0,0 0 2 15,0 0 2-15,-7 23-1 0,4-11 5 0,1 0-1 16,0 1 2-16,-2 1 2 0,2 2-1 0,-1-2 2 16,-1-2-2-16,1-1 3 0,1 1-2 0,2-1 3 15,-2 0 1-15,2-4-1 0,-2 0 2 0,2-7 3 16,2 11-2-16,-2-11 2 0,0 7-3 0,0-7 2 15,0 0 4-15,0 0 1 0,2 7-4 0,-2-7 2 16,12-3-5-16,-3-3 2 0,1 0-4 0,0 0 7 16,1 0-4-16,4-6-2 0,-4 5 1 0,2-4 4 15,0-1-4-15,-2-1 3 0,1-1-6 0,-3-2 3 16,-1 2 1-16,0 0-2 0,1 0-1 0,-2-2 2 16,-3 6-2-16,1-1-1 0,1 1 5 0,-2 2 3 15,-2 2-8-15,-2 6 1 0,4-8-2 0,-4 8-5 16,4-7 2-16,-4 7 1 0,0 0-1 0,0 0 2 15,0 0-5-15,0 0 6 0,10 17-2 0,-6-9 0 16,-1 2 9-16,-1 1-3 0,1 1 4 0,-2-1 0 16,2 0-2-16,1 2-1 0,-2-5 1 0,2 4 3 15,0-3-1-15,1 0 0 0,0-3-3 0,3 1 7 16,-2-1 0-16,1-2 1 0,1-3-5 0,0 0-4 16,-8-1-6-16,17-2-5 0,-10-1-1 0,4 0 8 15,-2-4-5-15,-1 2 3 0,1-4-2 0,-1 0 3 16,0 0-1-16,-1-2-2 0,-2-1 4 0,-1 1-5 15,0-2 9-15,-3 1-9 0,5 3-1 0,-5 2 7 16,0 0 3-16,-1 7-4 0,4-9 0 0,-4 9-2 16,0-7-2-16,0 7-2 0,0 0 2 0,0 0 0 15,0 0 1-15,0 0 9 0,0 0 8 0,-1 26 3 16,1-15-3-16,-3 0 2 0,2 1-3 0,-2-1-1 16,1 5 5-16,-1-1-4 0,2 1 4 0,-3-2-6 15,1 1-15-15,1-1-15 0,-2 0-20 0,0-2-34 16,2 1-28-16,-2-3-39 0,-1 0-37 0,-3 4-117 15,3-6-320-15,-3 1 142 0</inkml:trace>
  <inkml:trace contextRef="#ctx0" brushRef="#br0" timeOffset="110493.15">30851 5342 14 0,'0'0'28'0,"19"9"-25"0,-1-3-11 15,0 3-8-15,10-2 4 0</inkml:trace>
  <inkml:trace contextRef="#ctx0" brushRef="#br0" timeOffset="110737.57">31420 5334 190 0,'0'0'199'16,"4"-6"-2"-16,-4 6-15 0,1-7-21 0,-1 7-19 15,3-7-20-15,-3 7-11 0,0 0-13 16,0 0-1-16,7 24 6 0,-3-3-2 0,0 8 5 0,-3 1-5 16,3 3-7-16,-3-1-11 0,1 1 0 0,-2-2-4 15,0 0-9-15,-4 0-6 0,4-3-4 0,-5 2-5 16,5-4-5-16,-3 0-5 0,2-7-3 15,-2-1-19-15,2-1-10 0,0-1-23 0,-1 1-24 0,-4-2-23 16,5-4-24-16,-3-1-29 0,0-1-36 16,4-9-7-16,-5 15-11 0,1-11-11 0,-1 0-116 0,-3-1-314 15,8-3 140-15</inkml:trace>
  <inkml:trace contextRef="#ctx0" brushRef="#br0" timeOffset="111086.87">31344 5629 21 0,'4'-6'85'16,"1"2"-2"-16,1-1-8 0,1 2-4 0,-7 3-8 16,18-4-8-16,-10 2-2 0,2 2-5 0,2-1 13 15,-2 2-22-15,0 1 0 0,0 3-4 16,1 0-1-16,-1-1-4 0,-3 4 5 0,1-1 2 16,0 3 6-16,1-1 7 0,-3 3-5 0,0 0 2 15,0-2 12-15,1 7-18 0,-2-6 3 0,0 0-3 0,3 3-11 16,0-3 9-16,1-1-3 0,1-1 5 0,3 1 1 15,-2-3-1-15,1-3-1 0,5 2-7 16,-4-4-3-16,5-1 1 0,-1-1-1 0,-3-3-1 0,-3 1 6 16,3 0 3-16,-3-4 29 0,0-3-2 0,1 2 0 15,-5-3-4-15,1 0-7 0,-1-1-3 0,-4-2-3 16,2-1-3-16,-2-3-6 0,-3 1-1 0,-1-1-8 16,-2 0 0-16,-3 0-8 0,1 5 7 15,-1 2-13-15,-1-1-4 0,-1 1-3 0,-2 3-10 0,1 1-23 16,-1 0-13-16,-2 4-22 0,1 1-21 0,11 1-18 15,-25 3-28-15,14 3-15 0,-4 2-21 0,2 4-119 16,0 2-303-16,3-2 134 0</inkml:trace>
  <inkml:trace contextRef="#ctx0" brushRef="#br0" timeOffset="111500.31">31778 5823 134 0,'13'-5'172'0,"-1"0"-17"0,4-3-8 16,0 0-13-16,-4 0-4 0,2 1-16 0,-1-5-13 16,-4 5-3-16,5-5-11 0,-7 3-5 0,2-1-3 15,0-4-7-15,-4 3-6 0,0 0 0 0,1-4-8 0,-1-2-4 16,-3 4-4-16,1-6-5 0,-3 1-5 0,-1 2-2 16,1 0-2-16,-2 0 1 0,1 3-5 15,1 2-1-15,-3 2 5 0,2 0 4 0,0 3 2 16,1 6-3-16,-3-12 1 0,3 12-9 0,-1-7-4 15,1 7-1-15,-1-8-4 0,1 8-4 0,0 0-1 0,0 0-6 16,-2-8 0-16,2 8-1 0,0 0-2 0,0 0 0 16,0 0-1-16,0 0 1 0,0 0-1 15,13-1-3-15,-13 1 1 0,23 7 2 0,-6-1-3 16,3-2-1-16,-1-1 3 0,3 1-5 0,-3 0 3 16,-1 0-2-16,-1 0-2 0,-4-1 1 0,-2 3-4 0,-2-2 2 15,4 0 1-15,-5-1-3 0,-2 2 1 0,3 3 0 16,-5-2-4-16,-1 5 8 0,1-1 4 15,-1 3 8-15,-2-2 1 0,2 5 1 0,-5 0 4 16,1 0-2-16,1 3-2 0,-2-2 0 0,-1-1-7 16,0 1-17-16,1-2-10 0,1 2-29 0,1-5-43 0,-2 3-48 15,4-2-47-15,-1-2-171 0,-1 0-384 0,0-11 170 16</inkml:trace>
  <inkml:trace contextRef="#ctx0" brushRef="#br0" timeOffset="113041.78">20919 5902 89 0,'-1'-7'192'0,"-1"0"-11"16,2 7-13-16,-2-11-15 0,2 11-18 16,-3-8-12-16,3 8-16 0,0 0-11 0,0 0-9 15,0 0-11-15,0 0-2 0,0 0 2 0,0 0 6 0,-2 31-1 16,3-14-2-16,-1 2-4 0,-3 9-5 0,3-1 4 16,-1 4-6-16,0-2 5 0,1 2-4 15,-2 1-6-15,2-2-5 0,-2 1-3 0,1-1-3 16,-2-1 5-16,3 4 4 0,-2-4-3 0,-1-3-6 15,2 3-3-15,0-1-8 0,2-1-3 0,-4-1 1 0,1-1-8 16,2-4-3-16,0-4-2 0,0 1 5 0,1 0-3 16,0-6-2-16,1 4 0 0,1-2-1 15,1-1 0-15,0 3 0 0,0-4-5 0,0-1-2 16,1 0 0-16,0-1 0 0,-1 0-2 0,2-1-2 0,-2 0 0 16,1-1-5-16,-1-1 0 0,0-3 5 0,-2 2-4 15,-2-6-3-15,4 6 0 0,-4-6 2 0,4 6 0 16,-4-6-1-16,4 5 1 0,-4-5 0 15,0 0 1-15,0 0-2 0,0 0 3 0,0 0-5 16,0 0 1-16,0 0-2 0,0 0 2 0,0 0-3 0,0 0-4 16,0 0 2-16,0 0 2 0,-7-27-3 0,5 21 1 15,-2 1-1-15,0-1 1 0,2-2-2 16,-5 1-1-16,-2-1 1 0,0 1-2 0,-2 0-2 0,-4-3-2 16,-2 5-2-16,-10-5-3 0,1 3 0 0,-2 0 1 15,-5 2 0-15,1 0 0 0,-4 1 4 0,3-1-4 16,-3 1 1-16,-13-2 4 0,10 2 1 0,0 0 0 15,-13-1-2-15,1 3 1 0,-1-2 1 0,2 2 5 16,-4 1-4-16,1 1 1 0,0 0 2 0,-4 1-2 16,-5-2-2-16,2 1 1 0,0 1 0 0,0-2-2 15,0 1-2-15,0-2 6 0,1 1 3 0,6 1-2 16,-1-1 0-16,-4-2 2 0,7 3-1 0,-1 0 1 16,1-2 1-16,10 2-2 0,-10-4 1 0,0 3-2 15,11 1 1-15,-11 0-1 0,11-2-1 16,-11-2 7-16,15 4-8 0,1-1 1 0,0 0-1 0,2 1 2 15,1 0 1-15,0-2-2 0,3 2 0 0,0 0 2 16,7 0-1-16,-5-2-3 0,5 1 4 0,3 1-5 16,1 0-4-16,1 0-2 0,3 0-6 0,3 0-1 15,-2 1-9-15,1 1-11 0,1-2-10 0,0-2-9 16,3 4-9-16,0-2-25 0,8 0-23 0,-14 4-22 16,8-2-16-16,6-2-27 0,-7 5-15 0,7-5-16 15,-6 9-110-15,6-9-345 0,-4 9 152 0</inkml:trace>
  <inkml:trace contextRef="#ctx0" brushRef="#br0" timeOffset="114519.74">20920 6564 80 0,'0'0'115'0,"0"0"-12"0,0 0-9 16,-9-1-2-16,9 1-19 0,0 0-3 0,0 0-10 16,0 0-1-16,0 0-9 0,0 0 9 0,0 0 8 15,0 0-7-15,0 0 11 0,0 0 6 0,26 13-2 16,-10-9 1-16,6-2-3 0,5 0-2 0,5 0-4 15,4-1 1-15,1 1-6 0,15-4 0 0,6 4-4 16,-2-2-4-16,5-2-1 0,0 2-8 0,3-1 2 16,3 1-5-16,26-2-9 0,-30 0 0 0,28 1-5 15,-28 0 1-15,32 2-2 0,-4-1-4 0,1-1 0 16,-1-2-3-16,3 2-4 0,2-1 0 0,5 2-2 16,-4-4-4-16,-1 1 1 0,1 0 3 0,0-2-3 15,2 1 1-15,-2-1-4 0,0 0 0 0,-1 0-3 16,-6 1 2-16,2-1-4 0,-26 2 0 0,-1 3 2 15,31-4 1-15,-6 1 0 0,-26 1-4 0,26-2 1 16,-26 4 0-16,28-1-1 0,-30-1 2 0,1 1-3 16,0-2 0-16,2 0-1 0,-3 0 0 0,4 0 1 15,-3 1 3-15,1 0-2 0,-4 0 0 0,-1-1 0 16,-1 2-1-16,-3-1-1 0,-2-2 2 0,-2 2-2 16,-12-1 3-16,-2 1-3 0,-1 1 0 0,-2 0 3 15,-1 1-2-15,-2-1 0 0,-3-2 0 0,3 3-5 16,-11-1 5-16,-2 1-1 0,0 0-2 0,0 0 0 15,-4-1 3-15,-1 0 0 0,-1 1 1 0,1-1-3 16,-1 1 11-16,-2 0-10 0,0 1 5 0,2-2-7 16,-4 1 3-16,0-2 1 0,3 2 0 0,-11 0-2 15,15 0 0-15,-9 0 2 0,-6 0 2 0,14-3 0 16,-14 3 1-16,11 0 1 0,-11 0 4 0,7-1 4 16,-7 1 6-16,0 0 4 0,11-1 1 0,-11 1 4 15,0 0-1-15,0 0 1 0,0 0 0 0,0 0 1 16,9 0-5-16,-9 0 1 0,0 0-6 0,0 0 2 15,0 0-2-15,0 0-3 0,0 0-3 0,0 0-3 16,0 0 0-16,0 0 1 0,0 0-2 0,0 0-1 16,0 0-1-16,0 0-2 0,0 0 1 0,0 0-4 15,0 0 1-15,0 0-3 0,0 0 2 0,0 0 1 16,0 0-2-16,0 0-1 0,0 0 1 0,0 0-1 16,0 0-1-16,0 0 4 0,0 0-5 0,0 0 1 15,0 0 3-15,0 0 0 0,0 0 5 0,0 0-1 16,0 0 8-16,0 0 3 0,0 0-4 0,0 0 3 15,0 0-6-15,0 0 0 0,0 0 0 0,0 0 1 16,0 0-3-16,0 0-2 0,0 0-4 0,0 0 2 16,0 0-2-16,0 0-4 0,0 0 2 0,0 0 3 15,0 0-6-15,0 0 1 0,5 5-1 0,-5-5 4 16,0 0-2-16,1 10 5 0,-1-10-5 0,0 12-1 16,0-5 0-16,1 2 3 0,-1 1-2 0,-2-1 0 15,2 4 3-15,-1 3-6 0,1 1 4 0,0-1-2 0,1 3 3 16,-2-2 0-16,-1 1 0 0,2 0-2 0,-2 3 3 15,0-2 0-15,-2 1 3 0,2 4 1 16,1-6-4-16,1 1 2 0,0 0 2 0,-3 1-1 16,3 0-2-16,3-4 0 0,-3 3 0 0,-3-3 5 15,3-1-2-15,0-2-2 0,0-2 0 0,3 2-1 0,-2-4-2 16,-1-9 3-16,0 17-1 0,0-17-1 16,0 14 1-16,0-14 0 0,1 11 1 0,-1-11-4 15,1 10 3-15,-1-10 0 0,0 0 4 0,0 12-4 16,0-12-2-16,0 0 4 0,0 0 0 0,2 8 0 15,-2-8 1-15,0 0 2 0,0 0-1 0,0 0 8 0,0 0-7 16,0 0 1-16,0 0-3 0,0 0 3 0,24-16 12 16,-17 6 3-16,2 0-2 0,2-3-5 0,1 3-1 15,0-6-4-15,-3 3 4 0,5 0-4 16,-1-3-1-16,-1 3 1 0,1 0-4 0,-2 1 7 0,1-1 1 16,-1 6-4-16,-1-2 7 0,0 1 2 0,-3 0 2 15,-1 0 3-15,-1 3 3 0,0 1 5 0,-5 4-1 16,6-6-7-16,-6 6-2 0,7-5-2 0,-7 5-1 15,4-5-2-15,-4 5-6 0,0 0-4 16,5-7-3-16,-5 7 0 0,0 0 2 0,0 0-6 0,4-3-5 16,-4 3-21-16,0 0-13 0,0 0-22 0,0 0-26 15,0 0-24-15,0 0-28 0,0 0-39 0,0 0-28 16,0 0-37-16,-42 10-32 0,22-5-154 16,2 0-461-16,-3 1 205 0</inkml:trace>
  <inkml:trace contextRef="#ctx0" brushRef="#br0" timeOffset="114701.98">25307 6883 103 0,'-30'-5'202'0,"-1"1"-9"0,-3-2 4 0,3 2-4 15,2 0 0-15,-1-2 1 0,8 2-5 0,3 0-8 16,3 2-10-16,1 0-10 0,4-3-13 0,1 3-10 0,2-2-17 16,-1 1-8-16,3-1-12 0,1 0-10 0,-2-1-11 15,1 3-17-15,1-4-26 0,5 6-29 0,-9-8-25 16,5 2-31-16,-6 0-38 0,4 0-36 15,-1-1-37-15,-4 0-34 0,-5-3-183 0,-3 3-406 0,0-4 179 16</inkml:trace>
  <inkml:trace contextRef="#ctx0" brushRef="#br0" timeOffset="116189.7">18837 6574 78 0,'0'0'124'0,"-5"-9"-3"0,5 9 2 0,0 0-2 0,-3-6-7 15,3 6-1-15,0 0-3 0,-3-6-1 0,3 6-8 16,0 0-9-16,0 0-5 0,0 0-9 0,0 0-5 15,-7-3-8-15,7 3-1 0,0 0-9 0,-10-2-5 16,10 2-2-16,-13 2-1 0,3-1 0 0,0 0 2 16,-3 2-2-16,-1-1 4 0,-4 0 0 0,1 0 0 15,-1 0 1-15,-2 0 0 0,-7 0-4 16,0 0 1-16,-2-1-3 0,2-1-4 0,-1 4 2 0,-1-2-4 16,-1-2-8-16,-2 0 2 0,0-2-3 15,0 2-2-15,-2 0 5 0,-1-4-5 0,2 4 0 0,-4 0 2 16,0-3-3-16,0 0-5 0,0 0 0 0,0-1 3 15,0-1-3-15,-2 1-2 0,4 1-1 0,0 0-1 16,-1-1-5-16,-1 1 3 0,2 0-3 0,0 2-1 16,0-1 1-16,3 1 7 0,-1 1-8 15,3-4 0-15,-1 4-2 0,4-1 5 0,7 1-7 0,0-2 2 16,0 2-5-16,2 0 2 0,-1 0-3 0,0 0-1 16,2 0 4-16,3 2-3 0,1-2-2 0,2 2-1 15,-2 0 3-15,3-1-4 0,-2 2 0 0,2-2-1 16,0 2 0-16,0 0 0 0,3-1-2 0,7-2 1 15,-10 3-4-15,10-3 3 0,-8 4 2 0,8-4 3 16,-9 3 1-16,9-3-4 0,-5 3 1 0,5-3 0 16,0 0-4-16,-6 6 2 0,6-6 0 0,0 0-1 15,-3 4 0-15,3-4 1 0,0 0-2 16,0 0 1-16,0 0 1 0,0 0-1 0,0 10 1 0,0-10-1 16,0 0 1-16,0 0-1 0,0 0 1 0,0 0 1 15,5 7 2-15,-5-7-4 0,0 0 2 0,3 6-2 16,-3-6 3-16,4 6-2 0,-4-6 6 0,2 5-5 15,-2-5-2-15,7 5 0 0,-7-5 2 0,5 8-1 16,-3-4 0-16,-2-4 2 0,6 11-1 0,-1-2-3 16,0-2 3-16,0 2 1 0,0 1-2 0,0 0 3 15,-1 0-2-15,1 2 2 0,-1 4-1 0,0-1 6 16,0 3 3-16,1 0-6 0,-3 0 1 0,2 10 7 16,-1-1 1-16,0 4-1 0,0 1 0 15,1-2 3-15,-1 4-1 0,-2-1 2 0,5 3-3 0,-3 0 1 16,-1-1-2-16,1-2 2 0,-1 2-1 0,1-3 7 15,-2 1-7-15,4-4 1 0,-1 1 2 0,-1-1-3 16,2-3 1-16,-3-2-2 0,1-4-1 0,-1-1 2 16,1 0-4-16,0-1 1 0,-1-3-1 0,2 1-1 15,-3-4-2-15,-1-2 1 0,3 1-2 0,-2-2 0 16,2 0 3-16,-3-9-4 0,3 13 5 0,-3-13 0 16,3 10-3-16,-3-10 10 0,0 0-10 0,0 0 8 15,1 10 14-15,-1-10 8 0,0 0 3 0,0 0 6 16,0 0 0-16,0 0-3 0,0 0-8 0,0 0-2 15,0 0 0-15,0 0-2 0,5-25-6 0,-2 16-3 16,-1 0-7-16,1 0 2 0,1-4-3 0,1 3-3 16,3-2-1-16,-2-2-4 0,2-4-3 0,3 4-4 15,-1 1-1-15,3 1-2 0,1 0-8 0,0-1-4 16,3 3-6-16,-2 0-5 0,3 0-8 0,-1 3-7 16,-1-1-10-16,0 2-9 0,0 1-8 0,-4 3-19 15,2 0-20-15,-1 3-10 0,-3 0-46 0,-10-1-36 16,18 1-22-16,-10 1-33 0,-1 2-156 0,-7-4-444 15,10 9 197-15</inkml:trace>
  <inkml:trace contextRef="#ctx0" brushRef="#br0" timeOffset="116415.58">17443 7496 14 0,'-30'-7'253'0,"1"0"-2"15,3-2-2-15,-3 1-3 0,3-2-12 0,5 3-14 16,-5-3-18-16,3 0-10 0,5 2-21 0,2-1-15 16,0 1-13-16,1 0-16 0,5 2-15 0,1-1-6 15,2 3-14-15,1 0-22 0,1 1-23 0,5 3-24 16,-8-4-31-16,8 4-37 0,-5-6-36 16,5 6-27-16,0 0-12 0,0 0-37 0,0 0-29 0,0 0-33 15,0 0-112-15,0 0-358 0,18 19 158 0</inkml:trace>
  <inkml:trace contextRef="#ctx0" brushRef="#br0" timeOffset="117569.4">15922 8104 128 0,'-5'-5'158'15,"0"-1"-2"-15,2 0-2 0,3 6-4 0,-7-6-10 16,7 6-13-16,-3-7-11 0,3 7-15 0,0 0-8 15,0 0-9-15,0 0-8 0,0 0 0 0,0 0-11 0,0 0-1 16,1 23 10-16,-1-7-3 0,3 2-4 0,-1-2-3 16,1 4-7-16,-1 0 0 0,1 3-6 15,1 2-4-15,-3-1-5 0,2-5-4 0,-3 2-2 16,2-4-8-16,-1 2 0 0,3-1 0 0,-1 9-2 0,-1-8-3 16,-2 0-2-16,3-1-3 0,-2 0-8 0,2-1-21 15,-2 0-11-15,-1-2-35 0,0 1-14 16,1-3-19-16,-2 0-26 0,0-3-23 0,-2 2-25 15,1-4-137-15,-1-1-326 0,-1-3 145 0</inkml:trace>
  <inkml:trace contextRef="#ctx0" brushRef="#br0" timeOffset="118152.33">15834 8113 99 0,'19'-7'167'0,"1"2"-8"0,11 3-9 0,0 4-13 16,1 3 8-16,2 3-11 0,-1 2-8 0,-1 4-16 0,-1 2-11 15,-3 4-6-15,-5 1-12 0,0 3-4 0,-6-1-2 16,-3 5-12-16,-6-3-5 0,0 2-5 0,-8 2-3 16,-2 1-1-16,-4-2-6 0,-4 1-7 0,-2 1-2 15,-2-6-5-15,-2-1-5 0,-2-1-3 0,-3-4-3 16,-1-2-5-16,-2 0 0 0,5-4-3 0,-7-2-5 15,5-5 0-15,1 0 2 0,0-2-3 0,2-3 2 16,0-2-2-16,5-3 0 0,0 1-3 0,2-3 4 16,3 0 3-16,0 1 4 0,3 1 0 0,3-4 2 15,2 9-1-15,2-12-2 0,5 5 3 0,-1 3 0 16,4-1 3-16,3 1 0 0,0 2 0 0,7 0 0 16,2 0 0-16,9 2-2 0,1-1 2 0,1 2-4 15,1 1-2-15,0-1 1 0,0-4-4 0,1 2 2 16,-2-1 2-16,1-1-4 0,-3-1-4 15,1 0 2-15,-5-2 2 0,1 2-3 0,-9 1 3 0,-1-2-3 16,-4 1 2-16,-2-2 0 0,-2 1-3 0,0-1 5 16,-2-2-5-16,-2 1-3 0,-1-5 2 15,-1 3-7-15,-1-3 6 0,-1-1 2 0,-1 3 1 0,-2-2-1 16,-1 1-2-16,-2 0-1 0,0 1 1 0,-1-1-1 16,0 2 0-16,-2 2 1 0,0-1 5 0,-1 1-5 15,2 5 5-15,-3 0-6 0,-3 0 5 0,2 4 8 16,-2 2-6-16,-4 5 0 0,2 2 0 0,0 0 4 15,1 4 2-15,-1 0-3 0,4-1-2 0,2 1-6 16,4 2 5-16,0 1-2 0,7-1 3 0,-1-1 0 16,3 0 0-16,4-2-2 0,3-2-2 0,3 0-5 15,2 0-24-15,7 2-29 0,0-4-29 0,-3-4-26 16,-1 0-32-16,7 0-20 0,-6-4-19 0,-1-2-16 16,-3 0-107-16,-2-1-327 0,0-4 145 0</inkml:trace>
  <inkml:trace contextRef="#ctx0" brushRef="#br0" timeOffset="118374.81">16704 8282 50 0,'1'-18'183'0,"2"2"9"15,-3 4 9-15,0 2-3 0,-3 1-3 0,3 2-7 16,0 7-18-16,0-10-19 0,0 10-15 0,0 0-15 16,0 0 3-16,0 0-5 0,0 0-5 0,0 0-6 15,0 39-1-15,-2-14 2 0,-1 3-17 0,-1 5-7 16,2 1-2-16,-1 2-7 0,-1-2-9 0,2 11-2 15,-1-10-11-15,1-1-3 0,-3 12-6 0,5-13-7 16,0-4-10-16,0 0-28 0,0 0-22 0,-2-2-24 16,1-2-24-16,0-4-33 0,1-3-27 0,-3 1-25 15,3-3-31-15,0-4-24 0,0-1-162 0,-1-1-402 16,1-4 178-16</inkml:trace>
  <inkml:trace contextRef="#ctx0" brushRef="#br0" timeOffset="118609.96">16676 8475 95 0,'13'-16'175'15,"0"3"-11"-15,2-1-4 0,-1 5-8 0,4 2-6 0,-7 1-8 16,2 0-8-16,-3 5-11 0,2-1-15 0,0 2-5 16,-1 2-12-16,-2 1-7 0,1 1-13 0,-2 3-3 15,-3 1-7-15,-3-1-10 0,0 3 3 16,-4 0 1-16,0 1-6 0,-6 0 4 0,3-1-9 0,-3 1-5 15,-2 3-10-15,0-2-17 0,0-2-13 0,2-2-27 16,2 1-21-16,-2-1-19 0,1-3-33 0,0 1-22 16,2-2-39-16,1 2-106 0,4-6-294 0,0 0 131 15</inkml:trace>
  <inkml:trace contextRef="#ctx0" brushRef="#br0" timeOffset="118823.54">16921 8247 142 0,'3'-6'236'0,"-1"0"-21"16,1 0-23-16,-3 6-22 0,4-5-2 0,-4 5 11 15,0 0-4-15,0 0-6 0,11 12-3 0,-9 0-9 16,1 4-9-16,-1 3-13 0,-4 1-12 0,2 4-12 16,0 4-7-16,-2 2-12 0,2-2-9 0,-4-1-10 15,1 2-29-15,1-5-23 0,-3 2-32 0,2 2-26 16,2-4-42-16,-3 1-49 0,3-7-42 0,1 3-39 15,-3-2-170-15,0-4-409 0,3-3 181 0</inkml:trace>
  <inkml:trace contextRef="#ctx0" brushRef="#br0" timeOffset="119083.77">17095 8629 83 0,'14'-15'156'0,"3"-4"-6"15,1-1 7-15,-3 0-7 0,-2 3-4 0,-3 1-12 16,2-5-7-16,-1 4-6 0,-3 1-3 0,-2-1-2 15,-1 1-9-15,0 0-2 0,-2 4-10 0,-3 1 1 16,0 0-5-16,-4 1-4 0,2 2-8 0,-2-1-7 16,-2 2-9-16,-3 5-2 0,-2-2-7 0,0 3-1 15,-4 2-5-15,-1 3-6 0,-2 3 0 0,3 0 1 16,-1 3-7-16,2 3 1 0,4 4-2 0,-3-1-7 16,6 1 4-16,0 1-4 0,2-1-8 0,0 0 0 15,5-1 0-15,1 1-6 0,4 0 3 0,4-2-5 16,2-1-22-16,2-2-20 0,0 0-32 0,3-3-37 15,2-1-39-15,1-2-39 0,0 2-39 0,0-5-145 16,1-1-391-16,0-1 174 0</inkml:trace>
  <inkml:trace contextRef="#ctx0" brushRef="#br0" timeOffset="119327.69">17397 8286 154 0,'-2'-13'258'0,"2"3"-9"0,-1 1-3 0,1 9-19 16,-1-12-23-16,1 12-25 0,0-9-17 0,0 9-11 16,0 0-5-16,0 0-5 0,0 0-4 0,10 28 5 15,-9-16-12-15,1 3-8 0,0 6-3 0,0-2-14 16,-1 11 4-16,0-2-12 0,0 0-8 0,-1-4-6 0,0 2-9 16,2 0-6-16,-4-6-11 0,2-2-18 15,-1 2-27-15,1-3-22 0,0 0-24 0,1 0-22 16,-2-2-21-16,1-2-26 0,0-1-37 0,-1-2-38 15,2-1-27-15,-3-3-27 0,2-6-180 0,-4 11-444 0,4-11 197 16</inkml:trace>
  <inkml:trace contextRef="#ctx0" brushRef="#br0" timeOffset="119603.96">17316 8503 90 0,'0'0'163'0,"2"-11"-16"0,0 6-3 16,4-1-9-16,-1 0 2 0,6 2-20 15,-2 0-8-15,3 0-9 0,0 1-6 0,6-2-6 0,-3 1-9 16,3 3-5-16,-5-3-8 0,6 4 6 0,-2-4-12 16,-3 3-7-16,-1 0-1 0,-1-1-2 0,0 2-5 15,-2-2 3-15,3 2-3 0,-6 0 2 0,-7 0-1 16,17 0-1-16,-9 0-1 0,-2 2 0 0,-6-2-3 16,13 2-1-16,-7-1-3 0,-1 3-4 0,-5-4-2 15,8 9-1-15,-4-5-3 0,0 1 4 0,1 3 1 16,-1 0 0-16,-3 3-4 0,-1-2-3 15,1 1-6-15,-2 0-14 0,2-1-11 0,-2 2-23 16,0 0-35-16,-1 2-24 0,0-2-22 0,2-1-45 0,-4-1-24 16,3 1-150-16,0-2-357 0,1 1 157 0</inkml:trace>
  <inkml:trace contextRef="#ctx0" brushRef="#br0" timeOffset="119799.98">17549 8263 72 0,'0'0'108'0,"0"0"-20"0,0 0-32 15,0 0-41-15,24 11-40 0,-14-7-28 0,7 4-56 16,0 1 25-16</inkml:trace>
  <inkml:trace contextRef="#ctx0" brushRef="#br0" timeOffset="120359.86">17795 8436 140 0,'-12'2'220'0,"-1"1"-10"15,0 2-11-15,0 1-10 0,3-3-6 0,-1 3-16 16,2 2-11-16,1-2-14 0,0 5-7 0,2-2-16 0,2 2-8 15,0-2-13-15,4 2-9 0,0 0-6 16,2 2-12-16,-1-3-6 0,3 1-4 0,3 0-6 16,1-2-6-16,1 0 2 0,4-1-9 0,1-1-3 15,-4 0-3-15,3-2-10 0,0 0-5 0,0-4-4 0,0 1-8 16,0 0-2-16,-1-4 1 0,-3 2 0 0,-2-2 6 16,1-3-10-16,-3-1 3 0,-1-1-3 0,0 2-2 15,1-5 1-15,-1 1 0 0,-2-3 0 16,-2 0-1-16,3-5-4 0,-3 0 3 0,-3 2 1 0,6 0-3 15,-3 4 4-15,1-3 0 0,-1 4 1 0,-1 2 0 16,2-1-2-16,2-1 3 0,-2 4-4 16,-1 6 0-16,6-10-7 0,-2 9 5 0,-4 1 0 0,12 1 3 15,-4 6-2-15,1-1 0 0,-1 2 5 0,4 6-5 16,-6-3 4-16,0 1 5 0,1-2 0 0,2 6 5 16,-5-6-6-16,-1 0-3 0,1 3 2 0,-1-2 3 15,-1-3-4-15,1-1 2 0,-2-1 0 0,-1-6 9 16,3 10 7-16,-3-10 12 0,1 6 9 0,-1-6 8 15,3 5 3-15,-3-5 1 0,0 0-6 0,0 0-6 16,0 0-4-16,0 0-1 0,0 0-4 0,8-25 0 16,-2 13-3-16,3-1-11 0,0-4-8 0,5-2 2 15,-1 3 3-15,6-3-12 0,2 0-5 0,0 2-6 16,-2 7 1-16,-4-1-8 0,3 3 5 0,0 0 3 16,-1 4 3-16,-5 3-8 0,0 0-3 0,0 2 4 15,0 0-3-15,-2 5 4 0,-1-2 2 0,0 3-1 16,-1 2 0-16,-2 0 0 0,1 1 1 0,-2 0 2 15,0 2-1-15,0 2 0 0,-2-2-2 0,-2 1-10 16,-1-1-31-16,-1 0-25 0,-1 2-33 0,0-2-41 16,-1 2-48-16,-1-2-51 0,-2 2-204 0,4-4-485 15,-2-3 215-15</inkml:trace>
  <inkml:trace contextRef="#ctx0" brushRef="#br0" timeOffset="120635.64">18461 8325 1621 0,'4'-30'51'16,"-3"2"96"-16,-1 9-32 0,2-7-17 0,-2 11-3 15,0 3 9-15,2 2-10 0,-2 3-13 0,0 0-10 16,0 7-14-16,0-10-1 0,0 10 8 0,0 0 7 16,0 0 2-16,0 0 10 0,10 26 9 0,-6-10-1 15,0 0-2-15,0 3-6 0,1 0-6 0,1 6-6 16,-2 0-1-16,0 3-5 0,-1-3-6 0,-2 1-6 15,0 1-6-15,-1-4 0 0,0 2-4 0,0-8-7 0,0-2-20 16,2 2-6-16,-2-5-23 0,-2 2-21 0,2-3-14 16,2 0-23-16,-4 1-16 0,2-1-26 0,-1-2-22 15,1 0-29-15,-3-2-28 0,3-7-30 0,-1 9-31 16,-1-2-164-16,2-7-451 0,-9 5 200 0</inkml:trace>
  <inkml:trace contextRef="#ctx0" brushRef="#br0" timeOffset="121077.35">18390 8432 134 0,'0'0'158'0,"0"0"-11"0,6-10-9 0,2 7-6 16,-3 0-6-16,3 0-7 0,1 0-4 0,3 0-17 16,1 2-8-16,0 1-7 0,0-2-8 0,-1 2-7 15,0 0-6-15,-2 5-6 0,3-4 8 0,-4-1-5 16,0 6 4-16,1-3 11 0,1 3-3 0,-4 4 7 15,2 0 0-15,0-1-2 0,-3 0 1 0,1-1 1 16,-1 3-7-16,-1-1-5 0,1 1-5 0,-1-2 2 16,2-2-14-16,1 3-4 0,-3-1-5 0,2-2 3 15,1-2-7-15,0 1-3 0,1-4-2 0,2 1 0 16,-2-1-5-16,3-4-3 0,0-1-1 0,0 3-1 16,1-5-2-16,-2 0 2 0,0-2-3 0,0-1 0 15,-2 0-1-15,2-4 3 0,2 0-2 0,-4-2 2 16,-1 4 5-16,-1 0-1 0,0-2-3 0,0 2 11 15,-1 0 6-15,-1 0 2 0,0 4-1 0,-3 2-2 16,2-1-2-16,-4 5-9 0,5-7-5 0,-5 7-7 16,0 0 1-16,0 0 1 0,0 0-2 0,0 0 2 15,9 21 6-15,-9-12 4 0,0 8 5 0,-2 2 3 16,-1-1-3-16,1 1-6 0,-1 4 3 0,-1 2-4 16,0-5 0-16,-1-1-1 0,3-1-4 0,-1 2-9 15,-1-4-16-15,2 2-17 0,0 0-14 0,0-1-27 16,1-3-25-16,-2 1-28 0,2-3-35 0,-2 1-40 15,2-3-34-15,0 0-29 0,-3-2-192 0,4 0-484 0,0-8 214 16</inkml:trace>
  <inkml:trace contextRef="#ctx0" brushRef="#br0" timeOffset="121349.81">18965 8315 50 0,'0'-16'250'0,"-2"0"-7"0,1 4-4 0,1 2-10 16,0 3-18-16,0 7-19 0,0-10-22 0,0 10-12 16,0 0-16-16,0 0-5 0,0 0-2 0,0 0 0 15,5 34-6-15,-2-9-4 0,-2 1-4 0,-1 4-3 16,-1 3-9-16,0-3-7 0,-3 2-8 0,0 0-7 16,1 0-8-16,-2-2-6 0,3 3-6 0,-3-3-5 15,1 0-14-15,-1-2 5 0,2 0-8 0,-1-3-8 16,2-5-21-16,-3-2-29 0,2 0-20 0,2-1-18 15,-2 0-17-15,2-4-23 0,0-2-35 0,-2 0-33 16,1 0-24-16,0-4-38 0,2-7-21 0,-1 10-170 16,-3-4-446-16,4-6 197 0</inkml:trace>
  <inkml:trace contextRef="#ctx0" brushRef="#br0" timeOffset="121846.37">18961 8445 30 0,'10'-13'200'0,"1"5"-7"16,0 0-8-16,2-2-2 0,1 7-8 0,-3 1-10 16,0 2-7-16,1 0-11 0,0 2-14 0,-2 4-11 15,0 1-9-15,-2 0-9 0,0 1-5 0,-1 6-14 16,-2-5-6-16,-1 4-6 0,-3-2-5 0,-1 1-6 16,-3-1-4-16,-1 2-7 0,-5 1-1 0,1 0-7 15,0-3-3-15,-2-1-3 0,1-3-6 0,2 1-2 0,-2-2 7 16,2-1-15-16,2-1-1 0,0 2-3 15,0-5-1-15,5-1-3 0,-7 8 2 0,7-8-7 16,-7 3 2-16,7-3-7 0,-4 4 2 0,4-4-4 0,0 0 1 16,0 0 1-16,0 0-1 0,0 0 3 15,19 12-4-15,-8-12-3 0,4 0 1 0,3-2-2 16,5 0-3-16,6-3-3 0,2-3 1 0,-3 1-2 16,3-3 4-16,-2 1 0 0,-2 2-1 0,0-3 5 0,-3-1-3 15,-5 3 2-15,0-2 1 0,7-2-6 16,-10 1 7-16,0-1-3 0,-2 1 6 0,-1-4-5 15,-5 6 2-15,0-2 2 0,-3-1 0 0,2-2-1 16,-5 1 4-16,1 2 6 0,-3 0 5 0,0 2 1 0,-5 0 3 16,2 2-3-16,-2 1 1 0,5 6-1 0,-13-7 1 15,4 7 12-15,-1 1-3 0,-3 3-1 0,-2 4-1 16,1 1 10-16,0 4 5 0,1 1-4 0,2 2-1 16,0 2-3-16,4-1 2 0,0 0-7 0,3 1 0 15,1-1 1-15,4 1-6 0,4 0 1 0,0-3 0 16,4 1-12-16,5-3-14 0,-1 0-22 0,11 2-20 15,-1-5-28-15,-5-1-25 0,9-1-36 0,-5-2-33 16,6-1-41-16,-3 0-35 0,-4 1-156 0,0-4-433 16,-1-2 192-16</inkml:trace>
  <inkml:trace contextRef="#ctx0" brushRef="#br0" timeOffset="123386.62">25219 7951 129 0,'-6'-10'166'15,"-2"-2"-5"-15,1 2 0 0,-4 4-6 0,-4-4-12 16,4 3-11-16,-6 3-3 0,2-1-7 0,-3 4-2 16,4 2-10-16,-5 5-4 0,3 0-10 0,-3 3-6 15,2 2-10-15,1 1-2 0,3 3-4 0,-4-1-4 16,7 3-2-16,2-2-9 0,2 3-5 0,5-1 0 16,4 0-7-16,4 0-1 0,2-1-4 0,4 0 0 15,10 2-6-15,2-3-4 0,2 0-2 0,2-2-4 0,1-3-1 16,-2 0 0-16,-1-1-4 0,-7-5-1 15,3 0 0-15,-6-2-2 0,-3 1-3 0,-2 0 0 16,-1-2-3-16,-2 0 1 0,-4-1 0 0,-5 0-3 16,0 0-2-16,10-4 0 0,-10 4-3 0,0 0 0 0,0 0-2 15,0 0 0-15,-13-15-2 0,3 10-1 0,-2 2-1 16,-4-1 3-16,-4 1-1 0,-1 0-1 16,1 2-3-16,-8 5 9 0,-2-3-9 0,-3 5 8 0,3 2-2 15,-1 1 0-15,3 3 0 0,-2 0 3 0,3 4 6 16,3 0-1-16,5 1 0 0,4-3 1 0,2 0-2 15,4 3 3-15,1-1-4 0,5 1 2 0,4 1-2 16,3 0 2-16,2 0 0 0,11 4 2 0,0-4-7 16,5 0-5-16,5-3-15 0,2-3-28 0,3 0-28 15,2-2-28-15,0-1-35 0,-1-2-41 0,-1 0-33 16,4-4-180-16,-10-1-420 0,3-2 186 0</inkml:trace>
  <inkml:trace contextRef="#ctx0" brushRef="#br0" timeOffset="123751.84">25531 8218 70 0,'2'-5'178'0,"0"-1"-17"15,-2 6-20-15,0 0-1 0,0 0 13 0,0 0 7 16,0 0-6-16,9 18-13 0,-8-8-3 0,-1 5-8 16,0 0-9-16,-1 2-6 0,1-2-8 0,-2 1-9 15,0 0-3-15,2 0-8 0,0-2-1 0,-2-2-16 16,2-2-5-16,0-3-6 0,0-7-5 0,-3 12-3 15,3-12 1-15,1 9 9 0,-1-9 8 0,0 0 14 16,-2 7 3-16,2-7-13 0,0 0-9 0,0 0 2 16,0 0-12-16,0 0-4 0,-7-26-6 0,7 17-7 15,4-1 0-15,-2-3-9 0,3-3-4 0,1-1-9 16,4-1 6-16,-1 1-14 0,7-5-3 0,-5 7-2 16,2 0 1-16,3 3-3 0,-3 0-1 0,1 1 1 15,1 3-3-15,-3 3 1 0,-1 0 0 0,0 3-3 16,-1 1 0-16,0 2-1 0,-1 1-1 0,1 3 2 15,-3 1 4-15,3 3-3 0,-5-1 3 0,4 3-1 16,-5 0-3-16,1 1 1 0,1 4-2 0,-3-1-13 16,1-3-24-16,0 4-28 0,-1 0-24 0,2 0-46 15,-1-1-53-15,0 1-51 0,-2-5-187 0,1-1-467 16,1-1 208-16</inkml:trace>
  <inkml:trace contextRef="#ctx0" brushRef="#br0" timeOffset="124452.99">25971 8133 1550 0,'0'-28'18'0,"-2"9"93"15,2 0 10-15,-2 2-20 0,2 6-3 16,-3 1-20-16,2 3-19 0,1 7-19 0,0 0-4 16,0 0 4-16,0 0 19 0,0 0 9 0,-1 26 5 0,2-7-8 15,-2 7-3-15,2 0-6 0,-2 3-2 0,1-1-1 16,1-1-5-16,-1-1 0 0,0-1 0 0,4-1-4 15,-4-5-4-15,4 0 0 0,-4-2-9 0,2 0-4 16,0-3 2-16,-1 2-4 0,-1-4 1 16,3-3-5-16,-1 0-3 0,-2-2-1 0,0-7 2 0,0 8 0 15,0-8-2-15,2 8 6 0,-2-8 6 0,0 0 1 16,0 0-3-16,0 0-3 0,0 0-3 0,0 0 1 16,0 0-5-16,0 0-4 0,7-20 2 15,-1 8-7-15,0-2-5 0,4-2 0 0,-1 3 2 0,2-3-10 16,3 3 2-16,-1 0-4 0,1 3 4 0,-5 3-4 15,4-1-1-15,-2 3 0 0,1 1 3 0,2 3-2 16,-4 1 0-16,3 1 1 0,1 3 2 0,-3 1-2 16,3 0 2-16,2 5 0 0,-6-3 1 0,7 2 1 15,-7-3 0-15,7 4 1 0,-2-3-2 0,1 1 4 16,1-1 2-16,2 0-2 0,2-3 4 0,-2 0-5 16,4 0 3-16,-3-4-1 0,2 1 1 0,-2-1-1 15,1-2-1-15,-1-1 5 0,-2 1-2 0,0 0 1 16,-2-5 2-16,0 2 0 0,-3 1-4 0,-2-1 10 15,-1-1-9-15,2-3-2 0,-3 1 2 0,-1-2-3 16,0 2 1-16,-5-1 1 0,1-1-1 0,-2-2-5 16,-2 2 3-16,-2-1 0 0,2 2 0 0,-4 0 1 15,1 1-3-15,1 2-2 0,-4 0 0 0,-2 1-4 16,2 3 6-16,-5 2-5 0,-1 0 1 0,-1 5-1 16,-3 2 4-16,-2 1 0 0,2 2-1 0,-1-2 0 15,8 0 3-15,-3 1-1 0,3 1 0 0,3-1 1 0,-2 0-1 16,4-1 1-16,0-1 1 0,1 0-1 15,3 1 2-15,0-8 0 0,3 10 13 0,1-4 2 16,-2-2-16-16,6 0 4 0,-4-2-1 0,-4-2 2 16,11 4-3-16,-4-4 3 0,-7 0-1 0,16-4 0 15,-6 3-2-15,-1-3 4 0,3 0-7 0,-3 0 4 16,-1 2 0-16,-2-1-1 0,3-1-2 0,-9 4-2 16,8-2-2-16,-8 2-2 0,9-2 0 0,-9 2 1 15,0 0 2-15,12 3 4 0,-12-3-6 0,8 7-5 0,-3-1-20 16,-3-1-26-16,0 2-29 0,-2 3-36 15,5 2-52-15,-4-1-56 0,1 0-232 0,0 2-498 16,0-2 220-16</inkml:trace>
  <inkml:trace contextRef="#ctx0" brushRef="#br0" timeOffset="124705.38">26841 8451 67 0,'0'-13'237'0,"2"-6"2"0,-2 3-14 16,3 0-14-16,1-2-3 0,0 0-21 0,-2 2-16 16,5 0-10-16,3 0-23 0,0 1-15 0,1 4-8 15,-1 2-11-15,-3 0-12 0,5 4-8 16,0 1-7-16,-5 3-11 0,6 0-6 0,-3 2-4 0,0 3-6 16,-1 1-7-16,0 1-4 0,-1 4-6 0,-2 2-4 15,3 2 3-15,-5 1-7 0,0-3-6 16,2 3-15-16,-6 2-25 0,4 1-26 0,-4 1-31 15,4-1-42-15,-2-3-40 0,1 1-48 0,1-1-170 0,-2-4-408 16,6-5 182-16</inkml:trace>
  <inkml:trace contextRef="#ctx0" brushRef="#br0" timeOffset="125125.08">27301 8203 216 0,'-7'-8'231'0,"0"3"-15"0,-1 0-12 0,2 3-14 16,-6 2-9-16,3 5-4 0,-5 3-10 0,-1 3-6 15,0 2-12-15,4 0-7 0,-1 3-17 0,2 0-4 16,1 2-19-16,5-2-12 0,0 2-4 0,2 0-9 16,4 0-7-16,0 0-8 0,6 1-2 0,-1-2-9 15,7-1 4-15,1-3-8 0,8 5-6 0,4-7 1 16,0-2-8-16,2-2-4 0,3-2-2 0,-3-4-2 15,0-5-9-15,1 2 3 0,-3-4-6 0,-8 2 1 16,0-4-5-16,-2-1 2 0,1-2-5 0,-3 1-3 16,2-2-1-16,-4-2 6 0,1 0-8 0,-3-1 3 15,-2-2-4-15,0 2 1 0,-3-2-2 0,-3 2 0 16,1 0-4-16,-2 3 2 0,-2 0 1 0,0 2-1 16,0 1 9-16,-4 3-1 0,4 6-1 0,-5-11-2 15,-1 8 8-15,6 3-4 0,-19 0 0 0,6 5 7 16,-5 1-4-16,3 1 2 0,-3 2 4 0,4 1-4 15,0 1-2-15,2 1 5 0,2-2-5 0,4 6 1 16,-1-7-14-16,5 4-14 0,2-1-16 0,0 3-25 0,2-1-17 16,6 1-25-16,2-1-27 0,-1-3-42 15,2 4-42-15,0-6-33 0,-2-1-151 0,-2-1-429 16,1 0 189-16</inkml:trace>
  <inkml:trace contextRef="#ctx0" brushRef="#br0" timeOffset="125855.66">27788 8344 134 0,'5'-9'206'0,"0"3"0"16,0 2-14-16,-5 4-19 0,4-6-21 0,-4 6-5 0,0 0-12 15,0 0 5-15,0 0-1 0,12 10-3 0,-12-10-8 16,1 16 0-16,-1-5-4 0,4 6-6 0,-4-5-4 16,3 3-13-16,-1-2-7 0,-2-1-11 15,0 1-5-15,1-5-6 0,0 3-9 0,-1-3-7 0,0-8-7 16,1 12 1-16,-1-12-2 0,2 10 11 0,-2-10 11 15,0 6 15-15,0-6 18 0,0 0-1 0,0 0-1 16,0 0-7-16,0 0-8 0,0 0-9 0,0 0-11 16,0 0-6-16,4-24-1 0,-4 13-6 15,5-5-10-15,-5 5-5 0,4-5 1 0,-4-2 3 0,4 1-27 16,2-2-15-16,0 2 2 0,1-2 0 0,1 1-6 16,-1 3-7-16,2 1 4 0,-4 4 4 0,3 1-7 15,-3 1 2-15,5 1 3 0,-4 4-1 0,2 0-7 16,-1 3 2-16,-7 0-3 0,20 4 5 0,-11 2 1 15,1 0-4-15,-2 3-1 0,-3-1 5 0,4 4 2 16,-2-3-2-16,0 2 0 0,-2-1 4 0,1 2 0 16,0-2-1-16,-1 1-5 0,0-2 8 0,-3-1-1 15,2-2 1-15,-1-1 2 0,-1 1 0 0,-2-6 0 16,4 8 2-16,-4-1 2 0,0-7 1 0,3 8 4 16,-3-8-1-16,2 4 1 0,-2-4-2 0,0 0 1 15,0 0-2-15,0 0 0 0,0 0-2 0,0 0 1 16,0 0 0-16,-1-27-6 0,1 20 2 0,3-5-6 15,-1 2-9-15,0 0-3 0,5-6-7 0,0 1 1 16,0 4 2-16,-1-1 2 0,3 3-1 0,-1-2 1 16,0 3 2-16,4 2-3 0,-3 1 3 0,0 1 5 15,-1 2-8-15,1 2 2 0,-9 0 2 0,15 5 0 16,-7-2 3-16,1 1 1 0,0 3-2 0,0 0 9 16,1 2-6-16,-4 0 4 0,2-2 1 0,1 3 1 15,1-3 5-15,2 0 2 0,3 3-4 0,2-4 5 16,2 3-3-16,0-5 0 0,9 1 0 0,-6-5 0 15,7 0 3-15,-2 0-1 0,-7-1 0 0,1-2 1 16,-3 0 1-16,1-3-4 0,-1 1 3 0,-4-3 3 16,-1 2 3-16,-2-2-8 0,-2 0 3 0,1-3 1 15,-2 1-4-15,-3-1-2 0,-1-5 15 0,-3 0-14 0,-1 5 1 16,-1-5-1-16,-1 3-3 0,-2 4-4 0,-1-4 5 16,-1 4-4-16,-1 2 9 0,-2 1-10 15,1 3-3-15,-3 2 2 0,-2 2-2 0,-2 4 3 16,-5-1 1-16,1 8 0 0,1-2 0 0,4 2 0 0,2 3-4 15,-1-3-18-15,5 2-22 0,3 3-26 0,1-3-34 16,3 2-34-16,1 1-37 0,4-6-48 0,0 5-47 16,3-5-166-16,1-3-478 0,0 2 211 15</inkml:trace>
  <inkml:trace contextRef="#ctx0" brushRef="#br0" timeOffset="126070.03">28689 8310 73 0,'7'-15'208'0,"2"2"3"0,3-2-2 0,-1 2-1 16,1 1-8-16,-4 5-6 0,1-2-18 0,-3 5-14 16,1-1-20-16,-1 1-14 0,-6 4-15 0,12-3-9 15,-12 3-8-15,12 4-2 0,-7 0-5 0,3 0-9 16,-6 3-4-16,2 2-9 0,-1 1 0 16,1-1-8-16,-2 4-6 0,-1-2-7 0,-1-2-1 0,2 2-8 15,-2-1-31-15,0 1-27 0,1-2-29 0,0 2-32 16,1-2-39-16,1-1-54 0,0-2-47 0,2 4-157 15,-5-10-410-15,9 8 181 0</inkml:trace>
  <inkml:trace contextRef="#ctx0" brushRef="#br0" timeOffset="126309.4">29091 8065 110 0,'3'-13'294'0,"-3"3"-10"0,2-1-13 0,-2 3-11 15,2 3-18-15,-2 5-26 0,0 0-26 0,0-12 1 16,0 12-3-16,0 0-6 0,0 0 6 0,-4 29-6 16,1-12-11-16,-2 1-1 0,0 7-13 0,1-1-15 15,3-4-11-15,-4 5-17 0,1 1-13 0,1 1-9 16,1-8-4-16,1 0-8 0,-2 7-7 0,3-8-26 16,0 0-41-16,-3 0-40 0,7-2-37 0,-4 2-28 15,2-2-34-15,-2-4-34 0,0 0-36 0,-2-4-42 16,1 3-48-16,-2-1-195 0,-1-6-528 0,-2 0 234 15</inkml:trace>
  <inkml:trace contextRef="#ctx0" brushRef="#br0" timeOffset="126461.98">28933 8267 26 0,'0'0'185'0,"11"-10"-16"0,-3 6-20 16,4-2-11-16,-1 0-17 0,8 0-11 0,7 0-23 15,3 1-36-15,1-1-47 0,3 3-51 0,0 0-43 16,3 1-61-16,2 1-163 0,11-5 72 0</inkml:trace>
  <inkml:trace contextRef="#ctx0" brushRef="#br0" timeOffset="126695.5">29711 8003 153 0,'3'-16'244'0,"-2"3"0"0,0 6 0 0,1-2-6 15,-1 2-16-15,-1 7-20 0,0-10-23 0,0 10-25 16,0 0-15-16,0 0-9 0,0 0 2 0,6 24 7 0,-4-7-8 16,0 10-2-16,1 1-8 0,-1 0-8 15,-2 2-4-15,-1-2-6 0,1 3-11 0,0-6-5 16,1 1-9-16,-1-2-5 0,0 2-8 0,0-3-6 16,-1-4-3-16,0-1-17 0,0 2-35 0,1-4-29 0,-3 1-27 15,3-2-26-15,-4 1-24 0,3-5-29 0,-4 0-32 16,-1-1-33-16,1-3-35 0,-1-2-29 15,0 2-148-15,-3-3-440 0,0-4 196 0</inkml:trace>
  <inkml:trace contextRef="#ctx0" brushRef="#br0" timeOffset="127133.65">29690 8220 122 0,'5'-5'186'0,"0"0"-6"0,1 0 1 0,0 0-9 16,0 1-8-16,0 0-15 0,1 2-6 0,0-3-12 15,1 3-6-15,1 0-10 0,-2-1-4 0,3 2-10 16,-10 1-10-16,17 0-6 0,-8 1-1 0,-1 0-3 16,-1 2-5-16,0-2-2 0,2 3 1 0,-2-1 0 15,2 2-4-15,2 0 1 0,-4-2-4 0,1 4-2 16,-2-4-9-16,1 2-2 0,3-1-1 0,-4 0-7 16,2 1-1-16,0-1-5 0,2 0-4 0,-1-1-2 15,0 1-1-15,2-1 0 0,-2 1-8 0,-1-3 2 16,2 0-5-16,0 0-4 0,1-1 3 0,-1-2-4 15,-1 2 2-15,-3-3-5 0,2 1 4 0,-2-1-4 16,2-1-1-16,-2-2 0 0,3 1-3 0,-4-1 0 16,3-1 1-16,-2-1 2 0,1 1-1 0,-3 3 0 15,0-5 1-15,-1 2 2 0,2 3-1 0,-1-1 5 16,-4 5 7-16,4-6 4 0,-4 6-2 0,4-7-3 16,-4 7-8-16,4-3-4 0,-4 3-4 0,0 0-4 15,0 0 10-15,0 0-14 0,2 18 1 0,-2-7 5 16,-1 2 5-16,0 2 4 0,-2 3 3 0,1 0-2 15,-1 2 2-15,0-1 0 0,0-3-1 0,0 3-3 16,-1 6 2-16,2-4 4 0,-1-5-7 0,2 1 0 16,0 1-24-16,-1-2-25 0,0-5-25 0,2-1-33 15,-1 2-36-15,1-1-41 0,-2 0-65 0,4-1-61 16,-5-3-205-16,3-7-539 0,-1 12 238 0</inkml:trace>
  <inkml:trace contextRef="#ctx0" brushRef="#br0" timeOffset="127433.67">30533 7919 239 0,'4'-16'284'0,"-2"5"-9"0,-3 1-10 15,2 2-22-15,1 3-23 0,-2 5-26 16,1-9-20-16,-1 9-18 0,0 0-17 0,0 0-16 15,2 27-11-15,-3 0-4 0,-3 5-6 0,3 1 0 16,-4 12 0-16,0-8-5 0,-3 7-6 0,3-11-3 0,-1 2-3 16,-3-3-4-16,6-2-7 0,-2 2-7 0,0 1-8 15,1-5-3-15,0 3-5 0,-2-3-6 16,2-1 0-16,2-3-9 0,-1-5 0 0,2-2-26 16,-1-1-27-16,2 0-21 0,-1-4-23 0,0-1-26 15,0 2-33-15,1-4-31 0,-2 1-31 0,1-3-33 0,1-7-29 16,-1 11-197-16,-2-4-478 0,3-7 212 0</inkml:trace>
  <inkml:trace contextRef="#ctx0" brushRef="#br0" timeOffset="127905.63">30614 8148 183 0,'15'-13'199'0,"0"2"-3"0,-1 0-4 0,-1 4-11 16,-1 1-18-16,-1 2-16 0,-3 3-15 0,2-1-14 15,-1 2-13-15,-9 0-13 0,11 3-6 0,-6 0-10 0,1 1-4 16,-2 0-12-16,-4-4 0 0,2 11-5 0,-1-4-4 16,-1-7-2-16,-5 16-9 0,0-6-5 0,-1-2-1 15,-1 1-5-15,-4-1-3 0,3-2-1 0,-1 2-4 16,0-5 0-16,3 1-2 0,-2 4-3 0,4-3-3 16,4-5 2-16,-6 3-4 0,6-3-3 0,-8 5-3 15,8-5-1-15,0 0 0 0,-3 6 1 0,3-6 3 16,0 0-2-16,7 9-1 0,-2-6 4 15,4 3-1-15,1-2 1 0,2 0-2 0,5-1 0 0,-2-2 0 16,2 1 1-16,3 0-4 0,-1-2-3 0,-2 1 7 16,3-3-1-16,-7 1 0 0,5-1-3 0,-5-1 8 15,-1-2-7-15,1 1-1 0,-3-3 1 0,3 1-2 16,0-4-1-16,-3 1 5 0,3-2-1 0,-4 2 2 16,0 0 7-16,-3-2-1 0,2-2-9 0,-3 2 4 15,-1 0 4-15,0 0 7 0,-2 3 11 0,1 1 5 16,-2 1 2-16,-1 6-2 0,2-10 0 0,-2 10-13 15,0 0-4-15,0 0 5 0,-13-2-10 0,1 10 12 16,-3 2-1-16,-1 3 2 0,-7 4-1 0,4 3-6 16,4-5-2-16,3-1-2 0,1 4-3 0,4-2 2 15,4 0-3-15,3 2 0 0,3-1-14 0,5-2-20 16,6 1-35-16,0-3-35 0,11 5-44 0,-1-3-51 16,3-1-53-16,-4-3-179 0,-3-3-454 0,0-1 202 15</inkml:trace>
  <inkml:trace contextRef="#ctx0" brushRef="#br0" timeOffset="129549.43">17850 9167 24 0,'-1'-7'241'0,"1"7"-19"15,-1-11-22-15,1 11-22 0,-4-6-22 16,4 6-17-16,0 0-9 0,0 0 3 0,0 0-5 0,-2 22-1 16,-1-5-12-16,-2 7-2 0,-2 7-7 0,3 0-7 15,1 1-18-15,-5 3-7 0,3-2-4 0,0 11-6 16,1-9-1-16,0-1-6 0,1-1 0 15,2-1-2-15,0 2-2 0,3-4-5 0,1 1 0 0,0-1-2 16,1-2-8-16,-2-1-3 0,2-3-2 0,-1-5-2 16,2-1-2-16,0-2-7 0,-3 3 1 0,1-4-3 15,1-3-2-15,-3-3 0 0,1 0-7 0,-2-2 5 16,2 0-5-16,-2-7-2 0,2 10 1 0,0-4 1 16,-2-6-1-16,0 7 5 0,0-7-4 0,0 0 12 15,0 0-12-15,0 0-1 0,0 0-3 0,0 0 0 16,0 0 0-16,0 0 1 0,0 0-4 0,0 0 1 15,-20-17-2-15,14 11 1 0,0 0-2 0,-2-1 1 16,-1 0-2-16,-6-2 5 0,1 1-4 0,-3 1 1 16,-1-1-1-16,-2 1-3 0,-7-4-2 0,-1 3 5 15,0-1-4-15,-3 2 0 0,0 3 3 0,-1-2-1 16,-1 1-3-16,-1 0 2 0,-4 0-3 0,-1 1 5 16,-1 4-2-16,-12 0 2 0,-1 0 1 0,2 0 0 15,-3 2 2-15,2 0 3 0,-3 4-2 0,2 0-2 16,-3-2 2-16,0 2 3 0,1 0-5 0,-1 0 0 0,3-1 11 15,-2 0-9-15,3-3 1 0,15 0 0 16,-3 1-2-16,1-1 1 0,3 0-4 0,2-1 0 16,2 0 0-16,3 0 1 0,0 1-3 0,6-2-1 15,2 0 0-15,1 0-16 0,1 0-15 0,0 0-13 0,6 1-18 16,-1-1-9-16,-3 3-14 0,2-2-13 0,3 3-11 16,1 0-19-16,-3 0-19 0,2 2-3 0,0 1-20 15,1 2-13-15,-2 1-8 0,0 5-118 16,4-1-336-16,1-3 149 0</inkml:trace>
  <inkml:trace contextRef="#ctx0" brushRef="#br0" timeOffset="130582.43">17714 9807 132 0,'0'0'141'0,"0"0"-3"0,0 0 3 0,0 0-4 16,0 0-13-16,38 6-6 0,-9-4-8 0,7-2-8 15,14-1-12-15,7 2-9 0,5-5-3 0,4 3-7 0,28-1-2 16,-4 1-5-16,4-2-5 0,-2 2-9 0,0-3-3 16,0 1-3-16,4 1-9 0,2 0 1 15,-1 0 0-15,-4-2-6 0,-1 3-5 0,-27 1-6 0,2-1 0 16,-2 1 1-16,26-1-3 0,-30 2-1 0,-2-2-1 15,-2 0 0-15,0 0-11 0,-5-1 7 0,2 0 3 16,-3 0-5-16,-11 1 1 0,-2 0 0 0,2 0-7 16,-2-4 5-16,-1 3-4 0,-1 1-2 0,-4-2 5 15,-5 2-3-15,-6-1 6 0,-4 0 7 0,2 0-4 16,-6 1 0-16,0-1 3 0,3 2-1 0,-2-1-3 16,-1 0 2-16,1-2-3 0,-1 3 6 0,0 0-9 15,-2-3 5-15,2 2-5 0,-2 0-1 0,0 1 1 16,-2 0 3-16,-9 0-2 0,14-2-1 0,-14 2 2 15,11 2-1-15,-11-2 4 0,9-2 3 0,-9 2-1 16,0 0 0-16,10 0-2 0,-10 0 2 0,0 0-2 16,0 0-1-16,0 0-3 0,0 0 1 0,9 0 1 15,-9 0 1-15,0 0 1 0,3 6 1 0,-3-6 3 16,2 6 3-16,-2-6 2 0,0 10 0 0,0-3 3 16,2 0-1-16,-2 2-4 0,-2 1 4 0,4 3 5 15,-4 3 7-15,2 0-4 0,-1 3-4 0,2 0 10 16,-1 5-5-16,-3 3 5 0,0-1 4 0,2 2 2 15,-3-1 0-15,-1-1 1 0,5 1 4 0,-8 1 14 16,0-1-8-16,3-2-2 0,-1 4-5 0,2-10-3 16,-2 6-3-16,3-7-7 0,-1 2-1 0,1-2 0 15,-1-1-7-15,4 0 0 0,-3-4 1 0,2 1-4 16,-1 0-5-16,2-5 13 0,0 1-13 0,0 0-2 16,2-1 6-16,-2-2-15 0,0-7 3 0,0 12-4 0,0-12 1 15,0 7 0-15,0-7 2 0,0 0 5 0,0 0-10 16,-2 10 18-16,2-10 18 0,0 0 7 15,0 0-1-15,0 0-2 0,0 0 0 0,0 0-1 16,0 0-5-16,0 0-3 0,15-23-6 0,-9 15-2 0,3-2-1 16,-1 2-3-16,2-5 2 0,4 0-10 0,1 1-5 15,1 1-2-15,0-2 15 0,7-3-9 0,-4 6-12 16,-2-1 2-16,0 3 3 0,-1 1-5 0,1 0 1 16,-7 0-1-16,2 3-4 0,-4-2-4 0,0 4-14 15,-3-3-15-15,0 3-17 0,-5 2-31 0,11-3-28 16,-11 3-19-16,0 0-18 0,0 0-38 0,0 0-35 15,0 0-37-15,0 0-42 0,-22 20-197 0,12-14-535 16,-4 4 237-16</inkml:trace>
  <inkml:trace contextRef="#ctx0" brushRef="#br0" timeOffset="130771.36">20227 10324 144 0,'-10'-7'272'0,"0"-3"-16"0,-2-2-5 0,-1 0-9 15,0 0-13-15,-3-1-12 0,2 1-12 0,-1 1-19 16,0 0-18-16,-3 0-21 0,1-1-11 0,-2 2-13 16,4 1-14-16,-3 2-10 0,1-1-27 0,-5 2-23 15,-3 0-38-15,3 1-30 0,-6 1-36 0,1 0-37 16,5 1-45-16,-1 3-49 0,-5-2-37 0,-4 2-145 16,3-1-397-16,-2 1 175 0</inkml:trace>
  <inkml:trace contextRef="#ctx0" brushRef="#br0" timeOffset="132077.9">16344 9825 57 0,'0'0'142'0,"-3"-6"-16"15,3 6 5-15,-5-8-4 0,5 8-2 0,0 0-4 0,-4-8-10 16,4 8-1-16,-2-9-10 0,2 9-6 15,-6-5-7-15,6 5-6 0,-5-6-7 0,5 6-7 0,-6-5 2 16,6 5-13-16,-11-4-4 0,4 3-3 16,-2 0-7-16,-2 1 3 0,-2 0-5 0,0 0-4 0,-5 1 5 15,-1 1-1-15,2 2-5 0,-3-2-2 0,1 0-3 16,-3 0 3-16,-6 2 0 0,-1-2 1 0,2 1-4 16,-1-1 2-16,1-2-4 0,-1 3-5 0,6-3 2 15,-1 1 3-15,1 2-2 0,-5-3 3 0,0-2-2 16,4 2-3-16,2 0-2 0,-7-1-2 0,-3 1-2 15,4 0-1-15,0 1-5 0,7-2 4 0,1 1-3 16,-3-1 0-16,4-1 4 0,-4 1-9 0,4 2-5 16,-2-2 5-16,1 1-1 0,2-2 6 0,-1 2-9 15,0 0 1-15,3-2 3 0,2 1-2 16,1 1 3-16,1 0-1 0,1 0-2 0,-1-1-1 0,2 1 5 16,9 0-1-16,-19 0 6 0,11 0-1 0,8 0-3 15,-15 0 0-15,15 0 3 0,-11-1-5 0,11 1 2 16,-10 1 0-16,10-1-2 0,0 0 0 0,-10 0-1 15,10 0-3-15,0 0 0 0,-10 1-2 0,10-1-2 16,0 0 1-16,0 0 0 0,0 0-1 0,-4 3-1 16,4-3-3-16,0 0 4 0,-4 10 1 0,4-10-2 15,-1 14-1-15,-1-5 2 0,0 1 8 0,2 0-9 16,0 4 2-16,2 3-5 0,-2 1 8 0,2 1-2 16,-1 7 3-16,0 1 0 0,0-1 2 0,3 2-1 15,-2 0 0-15,0 1 2 0,1 1-5 0,-2 0 4 16,0 2 1-16,3 1 4 0,-1-2 3 0,-1 1-5 15,-1-3 4-15,2 1-1 0,1 0 1 0,-3 0-1 16,-1-3 0-16,1-1-1 0,2-7 3 0,-2 6 0 16,2-1 0-16,-2-5-1 0,-1-2 0 0,0 0-2 15,0 0 1-15,1-1 0 0,-2-4 0 0,2-2-2 16,-1 1-1-16,0-2-2 0,0-1 2 0,0-8-2 16,2 10-2-16,-2-10 5 0,0 9-5 0,0-9 8 0,0 6-3 15,0-6 8-15,0 0 12 0,0 0 5 16,0 9 7-16,0-9 8 0,0 0-13 0,0 0-7 15,0 0 3-15,0 0-7 0,0 0 1 0,8-19-3 16,-2 10-10-16,-1-1 6 0,1-2-5 0,3-1 1 0,-1 2-6 16,5-4-4-16,-1 1 3 0,0-2-4 0,1 1-4 15,-2 1 3-15,3 1 1 0,0 0-7 0,-1 0 14 16,4-2-6-16,-2 2-7 0,0 1-2 0,1 1-2 16,-2-1-14-16,-4 5-13 0,0 0-17 0,0 1-20 15,-3 2-22-15,-3 1-18 0,-4 3-18 0,9-1-18 16,-9 1-17-16,0 0-19 0,7 10-23 0,-4-4-27 15,-3 4-14-15,-7-2-127 0,5 1-400 0,-3 3 178 16</inkml:trace>
  <inkml:trace contextRef="#ctx0" brushRef="#br0" timeOffset="132306.47">15086 10650 104 0,'-22'-15'229'0,"0"-1"-8"0,2 1-7 0,4 2-11 16,1 1 0-16,0 0-17 0,0-2-20 0,0 2-12 15,3 0-18-15,2 4-12 0,0 0-9 0,3 0-15 16,-1 0-11-16,3 5-3 0,-2-3-22 0,7 6-29 16,-5-7-31-16,5 7-38 0,-8-3-30 0,8 3-27 15,0 0-12-15,0 0-25 0,-13 9-26 0,8 0-30 16,-4-2-96-16,-2 4-302 0,-3 3 134 0</inkml:trace>
  <inkml:trace contextRef="#ctx0" brushRef="#br0" timeOffset="132999.97">13472 11414 81 0,'-4'-7'192'0,"6"-1"-15"15,-2 8-22-15,2-9-12 0,-2 9-12 0,9-4-12 16,-9 4-3-16,0 0-5 0,18 11-10 0,-9-3-4 16,-4 3-3-16,4 6-7 0,-1 5 1 0,2 2-8 15,-4-5-7-15,-1 7-8 0,-1-1-8 0,-2-6-6 16,1 0-1-16,1 1-4 0,-4-4 2 0,0 0 1 16,3-2-8-16,-3-3-2 0,0 0-9 0,0-5 5 15,0-6-4-15,-3 13 0 0,3-13 3 0,0 9 10 16,0-9 8-16,0 8 2 0,0-8-10 0,0 0-1 15,0 0-6-15,0 0 2 0,0 0-12 0,0 0 3 16,-13-26-5-16,13 10-1 0,0 5-7 0,0-8 1 16,6-7-2-16,1-2 2 0,3 1-2 0,0-1-8 15,4 1 4-15,-1 2-6 0,3 1 0 0,0 2 0 16,-3 6 0-16,3 1 0 0,-3 5-4 0,-1-1 1 16,-3 6-2-16,0-2-3 0,0 3 0 0,-4 2 1 15,3 2-2-15,-8 0-2 0,13 3 2 0,-5 3 1 16,0 1-2-16,-3 5 4 0,1 5-3 0,-3-1 3 15,2 10 1-15,-5 1 2 0,0-2-1 0,-2 1 1 16,-2 2-2-16,0-1-15 0,0 2-19 0,0-1-18 16,-1-3-26-16,1 2-22 0,2-2-22 0,2 0-29 15,2-1-27-15,0-4-33 0,0-2-135 0,3-4-372 0,3 0 164 16</inkml:trace>
  <inkml:trace contextRef="#ctx0" brushRef="#br0" timeOffset="133417.18">14038 11611 197 0,'-6'-2'225'0,"6"2"-18"0,-10-4-5 0,10 4-20 16,-8-4-16-16,8 4-19 0,0 0-12 15,0 0-20-15,0 0-8 0,0 0-11 0,18-7-6 0,-7 7-11 16,2-2-20-16,5 0-25 0,1 2-31 0,-2 0-33 16,6 2-35-16,-2 0-23 0,-2 0-41 0,3-1-20 15,-1 2-116-15,-5-5-285 0,2 4 127 0</inkml:trace>
  <inkml:trace contextRef="#ctx0" brushRef="#br0" timeOffset="133681.53">14516 11432 132 0,'-8'-4'202'0,"-1"2"-11"15,-1 2-7-15,-1 1-15 0,-1 4-13 0,-2 0-5 16,0 7 1-16,-6 7-9 0,3 1-4 0,-2 2-16 16,6 5-8-16,-1 1-7 0,1-1-10 0,8-1-12 15,-2-2-5-15,5 1-8 0,2-6-5 0,2 6-7 16,5-4-7-16,-2-3-4 0,5 0 3 0,1-3-25 16,3 0-21-16,-1-2-18 0,2-1-27 0,2-2-26 15,2 0-33-15,-2-5-34 0,1 1-24 0,2-4-19 16,-2 0-152-16,-3-2-353 0,-5-3 156 0</inkml:trace>
  <inkml:trace contextRef="#ctx0" brushRef="#br0" timeOffset="134350.01">14765 11345 169 0,'0'-15'217'15,"3"4"-4"-15,-2 0-13 0,-1 3-14 0,0 0-24 16,0 8-18-16,0 0-11 0,0 0-12 0,0 0-9 15,0 0-5-15,0 0-3 0,-1 38-6 0,-3-12-4 16,-3 5-5-16,4 4-2 0,-5 0-1 0,4 1-9 16,-1 14-2-16,-2-18-10 0,4 0 0 0,-1 0-6 15,-2-3-7-15,3-2-3 0,1 0-5 0,0-8 0 16,0 0-5-16,-1-1-2 0,1-6-6 0,2 1-3 16,-2-3-6-16,2-1 2 0,-1-2-2 0,0 0-2 15,1-7 2-15,-1 10-8 0,1-10 9 0,0 0-4 16,0 9-1-16,0-9-2 0,0 0-2 0,0 0 0 0,0 0-3 15,0 0 2-15,15-23-3 0,-7 10-5 16,1-2-3-16,3-1 5 0,0-1-9 0,5-4-4 16,-2 1 0-16,0 6-3 0,-3-2 3 0,-1 4-2 15,1 0 0-15,-2 5 1 0,-2 1 0 0,1 1 8 0,0 3-8 16,-1 2-1-16,-8 0 3 0,19 2 0 16,-8 2-2-16,-1 2 0 0,-2-1 5 0,3 2-3 15,-1 0 4-15,2 0-3 0,-2 0 3 0,3-1 1 16,-2 1-1-16,2-2-2 0,1 0 4 0,3-1 3 15,2-2-2-15,0 1-1 0,0-4 1 0,0 1-2 0,-2-4 3 16,4-1 0-16,-9 3-2 0,6-5 2 16,-1 2 1-16,-4 0-4 0,1-4 9 0,-3 4-6 15,0-3 1-15,-1 1-4 0,-4-3 7 0,-2 3-8 16,1-4 4-16,-3 3-3 0,0-3 0 0,0 3-2 0,-3 1 4 16,1 7 3-16,-3-13-3 0,-2 7 1 0,-1 2-2 15,0 0 0-15,6 4 4 0,-13 1-5 0,2 3 3 16,-2 1 3-16,-2 3-3 0,1 2 8 0,0-1-6 15,0 3 1-15,5-3-5 0,-1 1 10 0,4-1-11 16,-2 1 2-16,6-1-2 0,-2 0 0 0,2-3 1 16,1 1 1-16,1-7 1 0,3 10 2 0,1-5-2 15,-4-5 0-15,8 8 2 0,0-5 1 0,-1-3-2 16,3 3 3-16,-1-3-3 0,-2 0-1 0,-7 0-1 16,16-1 1-16,-7-1-1 0,-9 2-2 0,11 0-1 15,-4 0-1-15,-7 0 0 0,11 2-2 0,-6-1-2 16,-5-1 2-16,9 10 1 0,-5-6-4 0,0 6-10 15,-3 0-19-15,2 1-18 0,0 1-21 0,-2 1-32 16,1-1-34-16,-2 0-43 0,2 2-31 0,-4-2-195 16,0-2-444-16,4 0 196 0</inkml:trace>
  <inkml:trace contextRef="#ctx0" brushRef="#br0" timeOffset="134749.87">15404 11703 84 0,'2'-6'233'0,"-2"6"-19"0,2-9-27 0,-2 9-16 15,0 0-4-15,0 0 0 0,0 0-10 0,0 0 0 16,12 21-15-16,-12-11 1 0,2 1-13 0,-1 0-9 16,-1 2-12-16,0-2-9 0,3 1-6 0,-3-3-6 15,-1 0-10-15,2-1-7 0,-1-1-8 0,0-7-2 16,1 11-6-16,-1-11-6 0,2 6-1 0,-2-6 2 15,0 0 10-15,0 10 4 0,0-10 1 0,0 0-4 16,0 0-8-16,0 0-2 0,0 0-5 0,0 0-10 16,11-24 5-16,-7 15-10 0,3-2-7 0,0-5-1 15,5 1-6-15,-1-1-2 0,4-6-9 0,3 2 3 16,-4 4 3-16,0 1-9 0,-1 1 0 0,2 0 0 16,-2 5-2-16,1-1 2 0,-2 4-4 0,-2 3 0 15,0-1-4-15,-1 4 2 0,-9 0 3 0,17 5-3 0,-10-1 1 16,0 4-1-16,-2 1 0 0,1 2-1 0,-3 1 1 15,1 4 9-15,-2-4-7 0,1 3 3 16,1 1-4-16,-2-1 1 0,2 3 5 0,-3-3-21 16,1-2-29-16,0-1-21 0,-3 1-24 0,2-2-39 0,0 0-51 15,3 0-51-15,-2-2-232 0,-1-3-503 0,-1-6 223 16</inkml:trace>
  <inkml:trace contextRef="#ctx0" brushRef="#br0" timeOffset="135294.12">15827 11681 86 0,'0'0'203'0,"5"-5"2"15,-5 5 7-15,0 0 1 0,0 0-2 0,0 0-15 16,12 15-8-16,-8-9-15 0,-3 4-13 0,-1 0-11 16,1 0-8-16,0 0-9 0,-1 2-9 0,2-3-7 15,-2 1-7-15,0-2-7 0,-2 2-7 0,2-10-9 16,0 12-6-16,0-12-5 0,0 9-6 15,0-9-3-15,2 8 0 0,-2-8 8 0,0 0-5 0,0 0 0 16,-2 9-1-16,2-9-12 0,0 0-2 0,0 0-7 16,0 0 0-16,0 0-9 0,0 0-6 0,7-26-3 15,-2 18-5-15,2-6-12 0,0 0-7 16,3-1-8-16,1 0 9 0,1-3-11 0,2 5 8 0,-2-1-8 16,2 2-3-16,-1 0 6 0,-2 7-6 0,-1-2 1 15,2 2 2-15,-3 3-4 0,-1 0 0 0,-8 2 2 16,19 2 0-16,-9 1 0 0,-2 3 3 0,2-3 0 15,-1 3 2-15,-1 0 0 0,1 1-4 0,-1-1 5 16,0 1 11-16,0-1-10 0,1-3 0 0,1 3 3 16,0-4-4-16,0 0 3 0,2-2 4 0,1 0-5 15,-1-4 4-15,1 0-2 0,-1 0 2 0,-1-1-1 16,1-3 0-16,-5 2-1 0,3-2 1 0,0-1-3 16,-4 0 4-16,2-1-1 0,-2 2 3 0,-1-2-4 15,-2-1-3-15,-1 1 1 0,-1 1 13 0,1 2-14 16,-2-1 2-16,0-1 4 0,0 9-8 0,-3-10 1 15,3 10-4-15,-4-9-3 0,4 9 2 0,0 0 1 16,-19 5-2-16,9 0 6 0,-4 4 0 0,0 2-4 16,2 2 3-16,0 2-1 0,1-2-2 0,1 3 2 15,1-2-1-15,3 0-2 0,5-2 3 0,-1 3 2 16,4-3-10-16,1-2-23 0,3 0-26 0,2-1-24 16,3-1-32-16,3 1-30 0,1-4-44 0,4 0-40 0,0-2-43 15,0-3-172-15,0 0-482 0,1-3 214 16</inkml:trace>
  <inkml:trace contextRef="#ctx0" brushRef="#br0" timeOffset="135519.68">16497 11423 64 0,'1'-16'263'16,"0"3"6"-16,-1 4-3 0,0-1-12 0,2 6-24 15,-2 4-21-15,0 0-25 0,0 0 0 0,0 0 13 0,0 0 14 16,0 0 13-16,-4 36-4 0,0-6-16 15,-2 2-14-15,-1 3-10 0,5-2-18 0,-6 1-9 16,2 10-16-16,1-12-13 0,2-1-11 0,-1 2-13 16,3-3-8-16,1-2-7 0,3-1-30 0,-1-1-40 0,1-5-50 15,2-2-50-15,-2 0-33 0,0 0-45 0,1-1-43 16,0-3-78-16,0 1-62 0,-2-6-179 0,0 4-569 16,-1-4 252-16</inkml:trace>
  <inkml:trace contextRef="#ctx0" brushRef="#br0" timeOffset="136221.2">19571 11325 85 0,'8'-20'216'0,"0"5"9"15,-1 0-3-15,-1 4-6 0,-1 2-20 0,-2 3-25 16,-1 2-14-16,-2 4-18 0,0 0-4 0,0 0-3 16,8 27 0-16,-8-2 1 0,-1 5-9 0,-6 2-9 15,3 16-5-15,-5-1 4 0,4 0-16 0,-4-2-9 16,4-9-4-16,-2 9-6 0,3-9-7 0,-1 10-8 16,1-14-8-16,1 0-5 0,1 2-2 0,-1-2-3 15,3-3-7-15,0 0-2 0,-1-1-3 0,2-2-6 16,-2-1-18-16,2-6-22 0,-1 0-22 0,-1 0-17 15,1-2-21-15,-2-2-19 0,4 1-20 0,-2-3-29 16,1-3-44-16,-1-2-27 0,-1-1-26 0,-1 0-149 16,2-7-419-16,0 0 186 0</inkml:trace>
  <inkml:trace contextRef="#ctx0" brushRef="#br0" timeOffset="136475.31">19693 11504 133 0,'13'-3'147'0,"0"5"-5"0,1-1-18 0,-4 3-4 15,0 1 5-15,-1 5-4 0,-2-2-6 0,-4 7-4 0,-1 1-10 16,-4 0-9-16,0 0-1 0,-5 1-4 0,-1 0-5 16,0-1-4-16,-2-1 1 0,-2 1-7 0,1-4-7 15,-2 1-5-15,-1 0-5 0,4-5-8 16,-4 3-1-16,-2-3-8 0,1-1 1 0,3-1-7 0,1-1-10 15,-2 1-16-15,2-2-33 0,0 0-28 0,0-1-28 16,3-1-28-16,-1 0-28 0,2 0-24 0,0 0-113 16,7-2-298-16,-10 0 132 0</inkml:trace>
  <inkml:trace contextRef="#ctx0" brushRef="#br0" timeOffset="136641.74">19930 11663 137 0,'12'-4'162'0,"5"0"-11"0,-3 0-10 0,3-2-16 16,-3 3-22-16,-3 0 2 0,6 1-19 0,-4 2-18 15,0 0-25-15,-1 2-25 0,1-1-44 0,0 1-23 16,0-1-18-16,-2 1-27 0,2 0-57 0,-5 0-163 16,1-1 72-16</inkml:trace>
  <inkml:trace contextRef="#ctx0" brushRef="#br0" timeOffset="136889.13">20396 11399 63 0,'0'0'192'0,"-1"-9"-3"0,1 9-11 0,-5-9-16 16,5 9-2-16,-8-3-9 0,8 3 0 0,-15 9-9 15,6-1-2-15,-4 4-2 0,-1 2-3 0,4 1-12 16,-2 3-9-16,2-1-7 0,4 0-8 0,-1 2-8 15,5-2-9-15,2 0-10 0,-2 1-2 0,6 1-7 16,1-3 1-16,4 1-14 0,0 0-6 0,5-1-23 16,0-2-18-16,2-1-22 0,0-4-24 0,1 2-24 15,1-2-30-15,-2 0-29 0,2-2-30 0,-5-2-26 16,0-2-23-16,0 3-114 0,-3-6-344 0,1 0 152 16</inkml:trace>
  <inkml:trace contextRef="#ctx0" brushRef="#br0" timeOffset="137567.74">20634 11347 152 0,'0'-19'166'0,"0"1"12"0,0 5 13 0,0 2-3 15,0 2-10-15,-1-1-18 0,1 10-19 0,0-9-17 0,0 9-14 16,0 0-2-16,0 0-2 0,0 0-8 0,9 31-2 16,-8-13-1-16,-1 7-2 0,0 2-2 15,-1 0-12-15,-1 3-2 0,0-1-3 0,0-1-7 16,2 0-1-16,-2-2-5 0,2 0-4 0,0-7-8 15,0-2-7-15,1-1 1 0,-1-3-5 0,0-3-4 0,0 1-2 16,-1-5-4-16,1-6-1 0,1 13-2 16,-1-13-2-16,0 5 0 0,0-5 2 0,0 0-3 15,0 9 1-15,0-9-1 0,0 0-5 0,0 0-3 16,0 0-3-16,8-19 0 0,-4 8-6 0,4-4-6 0,2 1 3 16,1-3-13-16,3 2 5 0,0-1-3 0,1 2 1 15,-2 2-3-15,1-1 2 0,0 2 1 0,-3 6 0 16,-1 2 0-16,-2 0 2 0,-1 4 0 15,-7-1 0-15,18 2 0 0,-8 4 1 0,-1 0 0 0,1 1-3 16,1-1 4-16,-1 5 2 0,0-4 1 0,2 5 2 16,0-1-3-16,-1 0 6 0,3-1-3 0,-3-3-1 15,5 2-1-15,0-1-1 0,0-3 2 0,1-1 2 16,-4-1-4-16,6-1-1 0,-2-1-1 0,-2-1 2 16,2 0-3-16,1-3 7 0,0 0-7 0,-8-1 2 15,1 0-2-15,2-1 3 0,-4-2-2 16,1 0 7-16,0-1-9 0,-2-2 2 0,0-4 0 0,-3 4 2 15,1-2 1-15,-3-2 1 0,-2 3 0 0,0 0-2 16,-1-2-2-16,0 4 2 0,-1-1 2 0,-3 1-1 16,1 4-1-16,-1-1 7 0,4 6-7 0,-12-6 2 15,4 6-1-15,8 0 4 0,-24 6 5 0,6 0-1 16,4 6 2-16,-2-1-5 0,2 0 3 0,0 1 0 16,3 4-1-16,5-7 0 0,-2 5-1 0,6-3 0 15,-3-2-1-15,2 0 0 0,3 2 1 0,1-4 2 16,2 0-4-16,2 0 4 0,-1 0 0 0,2-2-1 15,-1-1 2-15,2 0-4 0,0-4 3 0,1 2-1 16,-8-2-2-16,18-2 2 0,-5 0-2 0,-4 0 4 16,1-2-7-16,1 1 5 0,-2-1-6 0,0-1 2 15,-1 3-1-15,-2 1 3 0,-6 1-6 0,9-6 2 16,-9 6-3-16,9 0 0 0,-9 0 1 0,8 6-1 16,-8-6-1-16,5 7-4 0,-4-1-9 0,-1-6-22 0,3 15-11 15,-3-5-25-15,1 1-32 0,-2 0-22 16,2 0-50-16,-1 2-21 0,1-1-29 0,-1-1-140 15,-1 1-400-15,1-3 177 0</inkml:trace>
  <inkml:trace contextRef="#ctx0" brushRef="#br0" timeOffset="137969.37">21360 11543 93 0,'2'-6'194'0,"-2"6"-18"15,5-5-18-15,-5 5 6 0,0 0-3 0,0 0-9 16,6 17 7-16,-4-4 0 0,-1-3-13 16,-2 2-13-16,1 1-1 0,-1 0-15 0,1 3-4 0,-1-3-11 15,-1-2-6-15,0 0 0 0,0-3-14 0,1 1-7 16,1-2-4-16,0-7-5 0,-1 10-2 0,1-10-6 16,-1 9 4-16,1-9-3 0,0 0 10 15,0 0-6-15,0 0-6 0,0 0-4 0,0 0-4 16,0 0-7-16,0 0-2 0,0 0-7 0,0 0-2 0,12-26-5 15,-6 16-3-15,2-4-3 0,1-1 0 0,0-2-6 16,8-4 1-16,-6 6-6 0,1 0-3 0,2 0-8 16,0 0 6-16,1 3-2 0,-2 1-4 15,-1 3 1-15,-2 2-1 0,-1 0 2 0,0 6-3 0,-2-1 0 16,-7 1 0-16,13 8-2 0,-8-3 2 0,2 3 0 16,-2 3 4-16,-3-1-1 0,2 1 0 0,-1 1-1 15,-3-2 2-15,1 3 2 0,-2-1 0 0,1 4-3 16,-3-1 2-16,2 0-4 0,-2 1-24 0,2-4-28 15,-2 0-25-15,2 0-39 0,-3 0-42 0,1-1-49 16,0-1-48-16,1 1-167 0,-1-5-459 0,2 0 203 16</inkml:trace>
  <inkml:trace contextRef="#ctx0" brushRef="#br0" timeOffset="138487.16">21655 11608 104 0,'0'0'207'0,"0"0"0"0,0 0-11 16,6 14-12-16,-6-14-7 0,3 13-1 0,-3-6-8 16,0 2-11-16,1-1-6 0,-1 2-6 0,0-3-13 15,0-7-7-15,-2 14-5 0,2-14-7 0,0 11-10 16,0-11-7-16,0 8-8 0,0-8-2 16,-2 7-9-16,2-7-4 0,0 0 4 0,0 0 5 0,0 0 3 15,0 0 0-15,0 0-5 0,0 0-5 0,0 0-12 16,0 0-4-16,0 0-8 0,0 0-5 0,0 0-5 15,17-22-2-15,-11 11-10 0,2-3-18 0,2 3 7 16,3-3-15-16,2 0-5 0,-2 3-1 0,1-1 0 16,2 2 4-16,-2 0-5 0,-3 5-4 0,1 0 3 15,0 1 5-15,-4 4-6 0,2-1 1 0,-2 4-1 16,3-3 5-16,-2 6-4 0,0-1 2 0,1 0-2 16,-2 1 5-16,0 1 0 0,0-2 0 0,3 1 4 15,-3-1 9-15,1 0-13 0,3-2 4 0,-1-1 0 16,3 0 1-16,-1-1 2 0,-1 1-3 0,1-2 0 15,-1-3 3-15,-1-1 1 0,1 1 0 0,-3-1 0 16,1-3-5-16,-3 1 0 0,-1-1 5 0,0 0-3 0,-1-2-3 16,-2 1 11-16,2-4-8 0,-4 3-5 15,-1-2 2-15,0-2-1 0,0 4-4 0,-3-1 4 16,-2 1 2-16,4-1-5 0,-1 4-3 0,2 6 0 16,-7-9-1-16,7 9 1 0,-6-6-2 0,6 6 2 0,0 0 2 15,-23 12 1-15,12-3-1 0,1 0-3 0,-2 3 3 16,2 3-1-16,-1-2 0 0,6 2 1 15,1 0-5-15,0 1 2 0,2-1 4 0,3-1-11 16,2-2-25-16,-1-2-31 0,5 1-40 0,-1-1-48 0,4-2-46 16,7 1-49-16,-2-2-228 0,0-2-518 15,3-3 230-15</inkml:trace>
  <inkml:trace contextRef="#ctx0" brushRef="#br0" timeOffset="138710.96">22322 11375 185 0,'0'-6'289'0,"0"6"-22"0,1-11-27 15,-1 11-14-15,0 0 1 0,0 0 7 0,0 0 9 0,0 0-11 16,8 24-16-16,-5-7-14 0,-2 1-13 0,0 8-14 16,2 0-15-16,-1 0-10 0,1 2-17 0,-1 0-10 15,0 2-15-15,-1-1-10 0,1 0-28 16,2-3-44-16,-4 3-34 0,0-4-42 0,2-4-34 0,-1 4-34 15,-1-1-47-15,0-6-64 0,-3-2-75 0,2 1-169 16,-3-6-512-16,-2 1 227 0</inkml:trace>
  <inkml:trace contextRef="#ctx0" brushRef="#br0" timeOffset="140047.7">28043 9065 17 0,'-3'-7'180'16,"3"7"-7"-16,-3-9-16 0,3 9-16 0,0 0-13 16,-1-10-19-16,1 10-12 0,0 0-5 0,0 0 5 15,0 0-3-15,0 0-4 0,0 0 3 0,1 33-4 16,2-15-1-16,0 6-7 0,-1 4 0 0,0 1-7 16,1 3 9-16,2-2-20 0,-4 1-2 0,1 2 2 0,0 1-9 15,-2-4 1-15,0 0-6 0,-2 2-4 16,-2-4 0-16,1 0 2 0,-1-3-8 0,2-4-3 0,-1-1-2 15,3-1-2-15,-5-1-4 0,3 0-2 0,-2-1 1 16,4-1-6-16,-3-4-1 0,1-2-3 0,0 2-5 16,2-3 5-16,-2-1-2 0,2-1-3 0,0-7 0 15,0 13 1-15,0-13-3 0,0 10 0 0,0-10-2 16,0 9 0-16,0-9 0 0,0 0 2 0,-2 8 1 16,2-8 0-16,0 0-3 0,0 0 4 0,0 0 4 15,0 0 0-15,-2 8 1 0,2-8 1 16,0 0-2-16,0 0-4 0,0 0 2 0,0 0-2 0,0 0 0 15,0 0-5-15,-23-11 2 0,16 7-1 0,-1 0-2 16,-4-1-1-16,2 2-5 0,-7 0 3 0,1-2 0 16,-2 1-2-16,-4-1 1 0,2 1 1 0,-11 1 0 15,0 1-4-15,-3-1 1 0,0 1 1 0,-1 0 0 16,-4 1 0-16,4 0-1 0,-4-2 0 0,1 3 0 16,-3-3 0-16,-13 1-2 0,0-2 2 0,2 3 0 15,0-2 2-15,1 1-6 0,-3-2 5 0,14 3 2 16,-12-2-5-16,14 2 4 0,-3-2 4 0,-10-1-1 15,10 2 0-15,-10 0-2 0,12 0-3 0,-12 0 3 16,13 0 6-16,-12 1-3 0,10 1 2 0,-1 0 0 16,1 1 0-16,2 1-1 0,-16 0 1 0,14 2-1 15,1-2 0-15,-1 2-1 0,4 0 3 0,-2 0-4 16,6 1 0-16,-3 0-1 0,6-1-2 0,2-2 3 16,8 1-3-16,-4-1 0 0,4 0 1 0,0 1 6 15,2-2-3-15,3 0-4 0,-3-2 0 0,3 2 3 16,-2-2-4-16,-2 1-1 0,-3-1 0 0,2 1-9 15,0 0-12-15,-4 0-7 0,-6-2-4 0,1 1-6 0,-1 0 0 16,-5-2-3-16,5 3-8 0,0 0-3 16,0 0 7-16,1 0-2 0,6-5-5 0,1 4 6 15,1-3 0-15,0 0 3 0,2 1-1 0,5 0 6 0,2-1-4 16,-1-1-13-16,3 0-7 0,0 0 1 0,5 1-11 16,4 4-12-16,-10-8-24 0,10 8-14 0,0 0-20 15,0 0-25-15,13-16-110 0,-7 13-301 0,5-2 133 16</inkml:trace>
  <inkml:trace contextRef="#ctx0" brushRef="#br0" timeOffset="141343.6">28234 9696 8 0,'-14'-2'96'0,"1"1"-9"16,-3-2 9-16,-3-1-5 0,6 2-10 0,-4 0-1 15,-2 1-27-15,1-1 11 0,4 0 3 0,-3 1-4 16,-1-1 1-16,-1 2-2 0,6 0-3 0,2-2 1 16,-2 1-3-16,1 1-5 0,1 0-6 0,2-2-5 15,-1 0 4-15,-3 0-8 0,4 2-9 0,-1-1 2 16,-4-1 4-16,5 2-2 0,-2 0-6 0,-1-2 2 16,0 2 3-16,1-1-1 0,-3 0-4 0,1 1-1 0,2-1 5 15,-1 1-1-15,1 0-4 0,-1 0 7 16,3-2-5-16,9 2 4 0,-14 0-2 0,14 0 2 15,-10-1-6-15,10 1 6 0,-9 0-4 0,9 0 1 16,0 0-2-16,0 0-3 0,-12 0-1 0,12 0-2 0,0 0 0 16,0 0 0-16,0 0-1 0,0 0 0 0,41 0 5 15,-18 0-6-15,7 0 2 0,22 0-2 16,2-2-1-16,1 2-1 0,3 0 4 0,6-3 0 16,26-1-4-16,-24 1 2 0,26 2-1 0,3 0-2 0,-1-3 2 15,-3 3-3-15,5-2 0 0,1 0-5 0,0 0 3 16,3-1 1-16,0 1-3 0,1 1-2 15,0 1 1-15,-3 1 0 0,-1-2-4 0,-1 1 3 16,0 2 2-16,-7 0-6 0,-22-1 13 0,27-1-1 0,-2 0 0 16,-30 1-1-16,4-2 1 0,24 0 6 0,-29-2-11 15,4 4-3-15,-5-5 2 0,0 2-2 16,-2 0 0-16,-3-1 3 0,-7-1 0 0,-8 2 1 16,-3-1 7-16,1-1 1 0,2 1 0 0,-1 0 2 0,-3 0 3 15,-1 1 1-15,-1-1-6 0,0 1 2 0,-4-1-2 16,-2-1-2-16,-1 2 1 0,-9 0-1 0,0-1 9 15,1 0 2-15,-4 1 6 0,1 0-1 0,-6 0-3 16,2-1-3-16,-1 3 1 0,-1-3-4 0,1 1 1 16,-3 2-4-16,1-2-7 0,0 3 1 0,-1-2-2 15,1 1-3-15,-9 1 3 0,15-1-5 0,-6-1-1 16,-1 2 1-16,-8 0-1 0,13 2 1 0,-13-2 0 16,10 0-2-16,-10 0-1 0,10 1 3 0,-10-1 4 15,0 0-1-15,0 0 3 0,9-1 3 0,-9 1 1 16,0 0 0-16,0 0 0 0,8-2-1 0,-8 2 1 15,0 0-5-15,0 0-1 0,0 0 1 0,0 0 3 16,0 0-6-16,0 0 1 0,0 0-2 0,0 0 0 16,0 0-2-16,0 0 3 0,0 0-3 0,0 0-7 15,0 0-1-15,0 0 2 0,0 0-4 0,0 0 1 16,0 0 0-16,0 0-1 0,0 0-3 0,7 6 8 16,-7-6-8-16,0 7 1 0,0-7 2 0,3 16-1 15,-6-3-1-15,3 2 0 0,-1 0 4 0,-3 2 2 16,2 1-3-16,2 0 0 0,0 7 6 0,-3-1 2 15,2-5-2-15,0 5-1 0,-1 3 5 0,2-3-3 16,-2 1-2-16,2 3 4 0,-4-4-5 0,4 2 2 16,-1-7-1-16,1 7 1 0,-3-2 6 0,2 1-2 15,-2-5-4-15,1-3 0 0,0 2 1 0,1 0-5 16,1-2 2-16,0 1 2 0,-4-1 0 0,3-2 1 16,2-1-9-16,-1-4 6 0,3 2-1 0,-3-1 4 15,-3 1-3-15,3-4-3 0,3-1 3 0,-3-7 1 16,0 14 0-16,0-9-3 0,0-5 2 0,0 0-2 0,0 13 1 15,0-13 3-15,0 0 7 0,0 0 4 16,0 7 12-16,0-7 9 0,0 0 10 0,0 0 4 16,0 0 3-16,0 0-1 0,0 0-4 0,0 0 11 15,0 0 5-15,1-25-16 0,-1 25 0 0,4-12-13 16,-3 3 1-16,3-1-5 0,0 0-1 0,0 1-14 0,2-1-4 16,2 0 14-16,-2 1-8 0,2 0-4 15,-2-1 1-15,4 5-4 0,-2-2-21 0,0-2-19 16,1 3-15-16,-3 1-22 0,-1 1-25 0,0 0-21 15,-1-1-27-15,-4 5-32 0,8-3-42 0,-8 3-43 0,5-4-10 16,-5 4-15-16,0 0-204 0,0 0-524 0,0 0 232 16</inkml:trace>
  <inkml:trace contextRef="#ctx0" brushRef="#br0" timeOffset="141546.37">31207 10092 66 0,'-7'-8'239'16,"-1"-1"-1"-16,1 1-15 0,-5-4-12 0,2 3-20 15,-4-2-17-15,0 0-15 0,-3 0-14 0,2-1-20 16,-3 1-8-16,3 2-15 0,-3 2-14 0,0 2-28 16,-2-4-35-16,-3 4-31 0,-4 1-39 0,-4 2-44 15,2-2-50-15,-2 4-175 0,-1 0-341 0,-1 1 151 16</inkml:trace>
  <inkml:trace contextRef="#ctx0" brushRef="#br0" timeOffset="142411.97">25579 9633 78 0,'0'0'144'0,"0"0"-3"0,0 0-15 0,0 0 1 0,0 0 3 16,-3 27-12-16,3-8-6 0,0 1-2 0,-3 7-2 15,1 2-5-15,-2 3-7 0,0 3-4 0,2-1-3 16,-1 11-5-16,-3-13-6 0,2 3-4 0,0-4-7 15,0-1 1-15,-1-1-3 0,3-2-8 0,-2-1-1 16,2-1-6-16,0-6-2 0,0 1-1 0,0-4-2 16,1-4-2-16,-1 3-4 0,2-4-6 0,-2-1 1 15,-1 0-2-15,3-4 0 0,0-6-2 0,-2 12 1 16,2-12 8-16,0 7 11 0,0-7 4 0,0 0 9 16,0 0-1-16,0 0-3 0,2 5-1 0,-2-5-9 15,0 0-6-15,14-14-2 0,-8 6-5 0,3-3-1 16,3-2-8-16,1-1 2 0,1 2-6 0,-1-3 0 15,6-4-4-15,0 1-2 0,-1 0-3 0,0 0 1 16,2-2-2-16,-2 7-5 0,2-2 0 0,-5 0 1 16,4 5-1-16,1-7-2 0,-1 8-5 0,-2 1 7 15,-3 3-24-15,-1-1-16 0,-1 0-24 0,-6 4-19 16,3 0-14-16,-9 2-15 0,9 4-17 0,-9-4-30 16,7 10-19-16,-4-2-33 0,-3 3-24 0,-6 1-133 15,0 2-390-15,-1 1 172 0</inkml:trace>
  <inkml:trace contextRef="#ctx0" brushRef="#br0" timeOffset="142610.03">25498 10239 156 0,'-29'-11'196'16,"1"-1"-5"-16,-1 0-1 0,4-1-3 0,2-1 2 0,0-2-18 15,6 5-9-15,2 0-14 0,1-2-11 16,3 2-18-16,0-1-9 0,2 3-15 0,2 1-5 15,1 0-7-15,1 2-20 0,3-1-25 0,2 7-26 16,-9-7-22-16,9 7-45 0,-5-7-41 0,5 7-27 16,0 0-27-16,0 0-9 0,0 0-132 0,-16 7-315 15,7-1 139-15</inkml:trace>
  <inkml:trace contextRef="#ctx0" brushRef="#br0" timeOffset="143291.68">24078 11090 1452 0,'-3'-10'-15'16,"2"3"72"-16,-1-1-33 0,2 8 1 0,-2-9-22 16,2 9 11-16,0 0-7 0,0 0 12 0,0 0 12 15,12 21 18-15,-10-10 5 0,2 5-3 0,0 1-1 0,0-1-5 16,1 4-1-16,-1-1 2 0,0-1-6 15,0-2-1-15,-3 0 0 0,1-2 1 0,1-3 0 16,-2 0 0-16,1-1 4 0,-1 0 0 0,0-3 0 16,-1-2 2-16,0-5 3 0,1 9 9 0,-1-9 12 15,0 0-2-15,0 0 1 0,0 0-13 0,0 0-5 16,0 0-6-16,0 0-3 0,0 0-5 0,0 0-2 16,-2-32-5-16,6 16-2 0,3 0-8 0,0 0 2 15,6-7-3-15,1 1 1 0,0-2-6 0,3 0 1 0,1 3-2 16,2 2-4-16,-3 0-1 0,-4 6 1 0,-1 2-4 15,-2 3 1-15,-1 1-5 0,1 2 2 0,-2 3-4 16,2 0 1-16,-10 2-1 0,15 7 2 16,-6 2-2-16,-6-1 1 0,5 7 1 0,-5 1-1 0,1 0 2 15,-1 3-1-15,0 0 1 0,-2 4-4 0,-1 3-1 16,-1-6 8-16,-1 5-12 0,1-5-24 0,1-1-25 16,-3 0-35-16,3 6-47 0,0-7-38 15,0 0-38-15,-2 2-198 0,0-4-444 0,2 0 197 0</inkml:trace>
  <inkml:trace contextRef="#ctx0" brushRef="#br0" timeOffset="143467.41">24518 11294 155 0,'2'-5'211'15,"2"-2"-15"-15,1 0-21 0,0 1-16 0,4-1-21 16,2 3-11-16,5-3-11 0,3 2-19 0,3 2-31 15,5 0-32-15,1 2-42 0,1-1-36 0,3 1-38 16,-1 1-36-16,-2 0-86 0,-1-3-221 0,1 3 98 16</inkml:trace>
  <inkml:trace contextRef="#ctx0" brushRef="#br0" timeOffset="143686.94">25095 11058 13 0,'-6'-8'198'0,"-3"1"-11"15,2 3 0-15,-1-3-12 0,-4 5-6 0,1 4-7 16,-2 2-3-16,-4 4-8 0,2 4-5 0,-8 4-10 16,3 4 5-16,3-1-17 0,2 3-2 0,3-4-9 15,3-1-9-15,3-2-11 0,1 3-9 0,2 1-8 0,4-2-5 16,2 1-7-16,2 0-2 0,4-2-11 16,1-1-21-16,2-1-21 0,0 0-33 0,3-2-23 15,1-1-37-15,-1-2-28 0,2 0-23 0,2-4-29 16,0-1-19-16,0-1-26 0,-5-3-103 0,2-2-337 15,-3 1 149-15</inkml:trace>
  <inkml:trace contextRef="#ctx0" brushRef="#br0" timeOffset="144309.75">25279 11007 103 0,'3'-20'189'0,"-3"5"9"0,2-1 1 0,-2 8-6 0,2 1-18 15,-2 7-15-15,0-12-20 0,0 12-12 16,0 0 6-16,0 0 3 0,0 0-3 0,-7 36-4 15,3-16-8-15,2 6 0 0,-3 2-4 0,1-2-11 0,2 3 1 16,-1-2-9-16,1 1-4 0,0-9 0 16,0 1-8-16,4-1-12 0,0-2 2 0,-2 0-6 15,2 0-7-15,-2-6-9 0,1 2-1 0,1-3-5 16,-2-1-7-16,1-1-4 0,-1-8-1 0,2 10 0 0,1-3-9 16,-3-7 10-16,0 6-5 0,0-6-7 0,0 0-7 15,0 0 9-15,0 0-3 0,0 0-7 16,0 0-2-16,0 0-1 0,16-15-3 0,-10 5-15 15,3-5-6-15,1 2-1 0,-1-1 1 0,1 0 1 0,3 3-8 16,-3 1 3-16,4-1 1 0,0 2 7 0,-2 4-8 16,-2 0 1-16,1 3 11 0,-2 1-8 0,3 2-3 15,-2 1-1-15,2 2 3 0,-3 0 3 0,2 2 0 16,-2 0 2-16,0 1-4 0,0 1 7 0,2-2-2 16,1 1 0-16,3 1 3 0,-3-2 1 0,-1 0-1 15,1-1 3-15,2 0 1 0,0-1 12 0,0-2-16 16,3 1 1-16,0-3-2 0,0-2 7 0,-3 1-2 15,3-2-5-15,2-1-1 0,-5-1 5 0,-1 0 1 16,-2 0-3-16,2-2 1 0,-4 0-1 0,0 0-1 16,-2-2 0-16,-2 0-1 0,-1-1 4 0,-1 1-3 15,-2-2-1-15,-2 1 0 0,1 0 0 0,-1 1 7 16,-1 2-8-16,-2 1 17 0,1 0-19 0,-4 2-4 16,7 4 4-16,-17-1 0 0,5 2 0 0,-1 1 1 15,2 5-2-15,-5 0 5 0,1 0-5 0,2 1 2 16,5-1 4-16,-3 2 1 0,3-1-5 0,2 3 5 15,1-4-5-15,1 2 4 0,2-3 0 0,0 0-1 16,2-6 1-16,4 13 4 0,-1-8-4 0,1 0 1 16,1-1-3-16,-5-4 3 0,11 3-2 0,-6-1 1 15,-5-2-1-15,14 2 1 0,-4-2-1 0,-10 0-2 16,13-1-8-16,-6 1-4 0,-7 0-6 0,16 1-13 0,-12-1-10 16,-4 0-5-16,13 3-9 0,-8 0-22 15,3-1-24-15,-2 3-18 0,-2-1-27 0,0 2-29 0,1 0-35 16,-3 4-210-16,-2-4-456 0,0-6 202 15</inkml:trace>
  <inkml:trace contextRef="#ctx0" brushRef="#br0" timeOffset="144707.69">25942 11275 85 0,'2'-4'210'16,"-2"4"1"-16,5-11-9 0,-5 11-24 15,3-7-21-15,-3 7-11 0,0 0-17 0,0 0 0 16,0 0-1-16,0 0-1 0,0 0-4 0,0 0-10 0,2 22-10 16,-2-15-3-16,0-7-8 0,0 14-14 0,0-7 1 15,0 0-6-15,0-7-8 0,-2 13-5 0,4-6-5 16,-2-7-2-16,0 9-4 0,0-9-5 0,2 6-1 16,-2-6 2-16,0 0 0 0,0 0 2 0,0 0 2 15,0 8-8-15,0-8-5 0,0 0-2 0,0 0-1 16,0 0-3-16,0 0-7 0,6-23 0 0,-4 15-6 15,3-1-2-15,2-1 0 0,0-1 0 0,4-3-5 16,0 0-1-16,1 0 0 0,1 1-1 0,1 0-2 16,-3 3-1-16,-1 3-2 0,2-3 8 0,-7 6-12 15,1 0 1-15,-2 1-1 0,-4 3-1 0,10 0 0 16,-10 0 3-16,11 7-4 0,-9-2 7 0,1 4 0 16,-1-1 4-16,0 3-1 0,-2-1-1 0,2 0 2 15,-2 4-4-15,0-2 1 0,-4 3 1 0,4 2-2 16,-2-4-18-16,2-2-23 0,-1 3-28 0,-3-3-32 15,0-1-48-15,0 2-46 0,3-2-51 0,-1 0-195 16,-3 0-472-16,0-4 209 0</inkml:trace>
  <inkml:trace contextRef="#ctx0" brushRef="#br0" timeOffset="145255.65">26187 11282 98 0,'0'0'196'0,"0"0"5"0,0 0-9 16,0 0-6-16,0 0-1 0,4 15-10 0,-4-15-10 0,0 13-14 16,0-13-10-16,-2 12-8 0,2-4-14 0,0 1-7 15,0-9-9-15,0 11-5 0,0-5-11 16,0-6-8-16,0 8-7 0,0-8-4 0,0 9-5 16,0-9 4-16,0 0 1 0,2 7 8 0,-2-7 5 0,0 0-2 15,0 0-6-15,0 0-10 0,0 0-4 0,0 0-11 16,0 0-3-16,16-13-6 0,-11 7-2 15,3-2-6-15,0-2-3 0,3-3-5 0,4 2-6 16,1-3-1-16,-5 3-2 0,7 2 0 0,-9 2-7 0,5 1 2 16,-5-1-2-16,0 4-2 0,3 0-2 0,-2 2-6 15,-3 1 10-15,-7 0-7 0,16 2 0 0,-10 0 3 16,3 1-2-16,-2 4 3 0,3-2 1 0,0 0 4 16,1 2 1-16,1-2 3 0,1-1-6 0,-1 1 4 15,5-3-2-15,0 1 3 0,0-2-3 0,3-1 3 16,-4 0-2-16,2-2-2 0,-4 0 5 0,-1-2-3 15,0 0 0-15,1-1-1 0,-5-1 5 0,0 1-5 16,0-3 4-16,0 0-7 0,-3 2-3 0,-1-3 5 16,-1 2 1-16,1 0 0 0,-4 0 2 0,1 0-7 15,-2 7 17-15,-2-15-14 0,1 8 2 0,1 7 3 16,-5-12-9-16,1 7 3 0,-1 0-3 0,5 5-1 16,-17-2 20-16,5 4-15 0,1 2 3 0,0 2 1 15,-5 3 1-15,1 2 0 0,1 0 4 0,3 1-4 16,1 0 2-16,2-1 0 0,3 0-4 0,-3 3 0 15,6-2-2-15,0 0 3 0,2 0-5 0,4-1-5 16,0 0-20-16,0-2-25 0,5 3-19 0,1-6-20 0,1 1-24 16,0-2-20-16,1 2-23 0,0-2-38 15,2-1-14-15,-5-1-27 0,0-1-25 0,2-2-174 16,-2 0-461-16,-9 0 204 0</inkml:trace>
  <inkml:trace contextRef="#ctx0" brushRef="#br0" timeOffset="145483.74">26810 11110 30 0,'4'-24'228'0,"2"6"11"0,-3 3 3 0,-1 4 1 16,0 1-6-16,0 3-18 0,0 1-22 0,-2 6-20 15,2-6-10-15,-2 6 0 0,0 0 17 0,0 0 13 16,-2 29 1-16,0-13-4 0,0 1-6 0,-2 9-22 16,-1-1 4-16,1 0-18 0,4 0-14 0,-4 2-6 15,4-4-13-15,-3-3-15 0,3 5-7 0,3-2-11 0,-1 3-9 16,0-7-5-16,2 0-10 0,1-2-7 15,-1 2-26-15,0-3-35 0,-1 1-38 0,1-1-28 16,1 0-48-16,-3-3-42 0,-1-2-38 0,-1 4-24 0,0-1-41 16,0-4-67-16,-5-1-192 0,0 0-567 0,0-1 251 15</inkml:trace>
  <inkml:trace contextRef="#ctx0" brushRef="#br0" timeOffset="146224.01">30938 10739 152 0,'-4'-16'253'0,"3"4"-8"15,1 0-3-15,-1 2-11 0,0 4-17 0,1 6-20 0,-2-12-24 16,2 12-20-16,0 0-17 0,0 0-10 0,0 0-6 16,0 0 10-16,-2 30-3 0,2-5 3 15,-2 3-8-15,2 1 7 0,-1 2-14 0,-1 0-2 16,0 1-5-16,0 1-9 0,-2 0 2 0,2-1-13 16,0-4-14-16,-1-1-2 0,0 2-13 0,1 0 3 0,1-3-3 15,-1 1-11-15,0-3-2 0,2 2-4 0,-2-9-25 16,2 2-15-16,-2 0-26 0,1-3-31 15,1 1-19-15,-1 0-24 0,1-2-21 0,-1-3-40 16,-1 4-33-16,1-5-38 0,1-2-38 0,-1 0-172 0,-2-4-481 16,3-5 213-16</inkml:trace>
  <inkml:trace contextRef="#ctx0" brushRef="#br0" timeOffset="146458.72">30963 10882 147 0,'17'-13'173'0,"-1"1"-8"16,3 5-3-16,0-1-4 0,-4 3-3 0,6 3-12 16,-8 3-10-16,-1 3-4 0,0 2-13 0,-2 1-9 15,-2 2-2-15,-2 3-8 0,-1 4-7 0,-2-1-7 16,-3 2-1-16,-4 0-6 0,-3-1-4 0,-3 2-10 16,-1-1-3-16,-7 2-5 0,3-5-8 0,-7 3-2 15,0-1-7-15,3-5-1 0,-7 2-3 0,7-5-19 16,1 1-23-16,-1-2-23 0,1 0-33 15,0-1-34-15,6-4-37 0,-1 2-21 0,1-3-49 0,2 1-107 16,3-2-338-16,7 0 150 0</inkml:trace>
  <inkml:trace contextRef="#ctx0" brushRef="#br0" timeOffset="146612.57">31311 11009 112 0,'11'-2'145'0,"-1"0"-10"16,-1 1-18-16,1 0-8 0,0-1-31 0,3 2-27 16,0 0-37-16,-1 2-52 0,0-2-83 0,-2 0-131 15,2 0 59-15</inkml:trace>
  <inkml:trace contextRef="#ctx0" brushRef="#br0" timeOffset="146836.91">31615 10849 205 0,'-7'-3'217'0,"-2"0"-10"0,-1 3-9 15,-3 2-11-15,0 4-5 0,-3 2-5 0,1 4-2 16,-1 0-12-16,4 4-8 0,-1 0-6 0,-2 5-10 16,9-2-16-16,-1-2-13 0,5 1-9 0,3 1-6 15,2 0-12-15,-1-1-8 0,5 0-4 0,2-1-18 16,5-1-30-16,0-2-31 0,1-1-23 0,0-2-34 15,2 1-34-15,1-2-48 0,2-3-48 0,-1 0-36 16,-3-2-121-16,-2-5-382 0,-3 0 169 0</inkml:trace>
  <inkml:trace contextRef="#ctx0" brushRef="#br0" timeOffset="147441.21">31912 10775 96 0,'4'-17'215'0,"-2"5"2"0,2 5-12 15,-1 0-26-15,-2 2-17 0,-1 5-19 0,0 0-5 16,0 0 2-16,0 0-2 0,4 20-11 16,-4-2 3-16,0 8-4 0,-4 2-4 0,-2-1-8 15,4 4-7-15,0-1 0 0,1 0-6 0,-1-2-4 0,2 1-11 16,-2-2-3-16,-1-2-12 0,1 1-2 0,0-12-8 16,1-3-10-16,1 2-1 0,-1-4-3 0,-1-2-3 15,1 2-7-15,1-9 0 0,-2 11-8 16,2-11 8-16,-2 7-4 0,2-7-6 0,-1 6 4 0,1-6-7 15,0 0 3-15,0 0-5 0,0 0 2 0,0 0-11 16,0 0 1-16,0 0-8 0,0 0-13 0,13-24-1 16,-5 15-5-16,2-3 1 0,4-3 0 15,1 4-1-15,0 1 8 0,-4 3-4 0,4-2-2 16,-1 2 1-16,-1 3-2 0,0 2 0 0,-2-1 1 0,1 3 2 16,-2 0 0-16,1 1-2 0,1 3 5 0,1 0 1 15,-1-1 2-15,1 1 2 0,0 1-1 0,5-1 0 16,2 0 0-16,-3-1 1 0,5 0 5 15,-2-1-2-15,-1 0-2 0,3-1 3 0,-3-2-4 0,-1-2-1 16,0 1 5-16,-3-3-1 0,-3 1 3 0,-1-2-5 16,1 0 9-16,-3 0-5 0,-2-2-7 0,0 0 16 15,2 0-16-15,-7 0 4 0,1-2-4 0,-1 3 0 16,-2 0 0-16,0 7-2 0,-2-12 1 16,-3 6-3-16,-7 2 2 0,2 1 4 0,-3 0-4 0,-5 3 3 15,1 2 0-15,-3 0-3 0,0 2 5 0,7 0 2 16,-1 0-5-16,4 1 3 0,-2-1-2 0,6 1 0 15,0-1 1-15,2 1 1 0,0 1-1 0,-1-2-1 16,5-4-1-16,-3 11 5 0,3-11 0 0,0 10-1 16,0-10 3-16,6 8-4 0,-2-5 1 0,3 1 9 15,-1-2-11-15,-1 1 4 0,3 0-2 0,-3 0 2 16,1 0-3-16,1 1-3 0,-1 1 4 0,2-1-4 16,0 1 2-16,-2 3-2 0,2-2-20 0,-3 1-23 15,0 0-23-15,-1 0-14 0,1 1-21 0,-4 2-39 16,2 0-37-16,-2-4-41 0,-1-6-201 0,0 13-457 15,1-8 203-15</inkml:trace>
  <inkml:trace contextRef="#ctx0" brushRef="#br0" timeOffset="147817.9">32455 11018 176 0,'4'-7'202'0,"-3"3"-14"0,-1 4-25 0,7-6-14 15,-7 6-13-15,0 0-6 0,0 0 1 0,12 10-4 16,-9 0 0-16,-1 1-1 0,1 1-11 0,-2 3-8 16,1 3-3-16,-1-3-4 0,-1-3-8 0,1-2-10 15,-2 2-6-15,1-3 0 0,0 1-15 0,2-3-4 16,-2-7-3-16,2 10-5 0,-2-10 0 0,0 9 3 16,0-9 6-16,0 0 1 0,1 6-4 0,-1-6 3 15,0 0-14-15,0 0-2 0,0 0-7 0,0 0-1 16,14-15-6-16,-8 8-6 0,0 1 3 0,1-4-4 15,6-3-2-15,-5 4-3 0,5-3-3 0,2 1-2 16,-2-3-1-16,1 3 2 0,-5 3-9 0,0 2 5 16,-1 1 30-16,-2 0-5 0,-1 2-8 0,-5 3-6 15,9-3-1-15,-9 3-10 0,0 0-2 0,7 8 6 16,-3-2 4-16,-3 3-2 0,-1 1 2 0,2-1-4 0,-4 2-6 16,1 1 7-16,-3 0-5 0,4 1 7 15,-2-1-25-15,1 0-29 0,-1 0-33 0,-2 0-27 16,3-1-35-16,-1-2-70 0,0 1-56 0,0 0-198 15,-1-5-495-15,3-5 220 0</inkml:trace>
  <inkml:trace contextRef="#ctx0" brushRef="#br0" timeOffset="148355.63">32720 11083 121 0,'0'0'236'0,"0"0"-19"16,0 0-14-16,0 0-8 0,0 0-9 15,0 0-2-15,0 0-6 0,0 0-6 0,0 0-9 16,0 0-16-16,0 0 2 0,0 0-1 0,0 0-10 16,0 0-13-16,0 0-7 0,0 0-13 0,0 0-11 15,21 60-8-15,-21-60-3 0,0 0-8 0,0 0-6 16,0 0-1-16,0 0 7 0,0 0 8 0,0 0 6 16,0 0-4-16,0 0-18 0,0 0-7 0,0 0-4 15,0 0-5-15,0 0 0 0,0 0-14 0,0 0-7 16,0 0-13-16,60-33 21 0,-60 33-9 0,29-24-6 15,-29 24 1-15,28-25-15 0,-13 13 4 0,-15 12 1 0,30-20-6 16,-30 20 0-16,0 0-22 0,30-14 12 0,-30 14 1 16,0 0-3-16,0 0-1 0,30-4 6 15,-30 4 1-15,0 0-3 0,0 0-11 0,0 0 14 16,0 0 0-16,0 0-1 0,35 26 2 0,-35-26-3 16,0 0-5-16,27 18 7 0,-27-18 9 0,0 0-3 0,32 10 0 15,-32-10 1-15,30 6-2 0,-30-6-7 0,0 0 0 16,0 0-12-16,48-7 16 0,-48 7 6 0,0 0-11 15,0 0 0-15,36-18-1 0,-36 18-13 16,0 0-4-16,21-20 11 0,-21 20-5 0,0 0 0 16,0 0-2-16,9-27-5 0,-9 27 4 0,0 0-5 15,0 0 0-15,0 0 4 0,0 0-1 0,0 0 2 0,-11-45 0 16,11 45 1-16,0 0-8 0,0 0 9 0,0 0-10 16,0 0 11-16,0 0-9 0,0 0 15 0,0 0 0 15,0 0 4-15,0 0-12 0,0 0 11 16,0 0 0-16,-75 53 6 0,75-53-6 0,0 0-2 0,-8 32 9 15,8-32-12-15,0 0-25 0,0 0-24 16,10 41-41-16,-10-41-33 0,0 0-38 0,0 0-40 16,30 31-40-16,-30-31-216 0,21 11-503 0,-21-11 223 0</inkml:trace>
  <inkml:trace contextRef="#ctx0" brushRef="#br0" timeOffset="148563.57">33376 10796 252 0,'0'0'277'0,"0"0"-19"0,0 0-23 0,12-38-27 16,-12 38-23-16,0 0-2 0,0 0-1 0,0 0 14 15,0 0-1-15,0 0-27 0,0 0 11 0,1 110 1 0,-2-79-24 16,1 1 2-16,0-32-29 0,3 65-9 0,-2-33-14 16,2 2-6-16,-1-4-18 0,-2-30-33 0,9 61-41 15,-3-32-48-15,-2-4-38 0,-4-25-47 16,4 39-62-16,-4-39-80 0,4 35-219 0,-4-35-525 15,0 0 234-15</inkml:trace>
  <inkml:trace contextRef="#ctx0" brushRef="#br0" timeOffset="148721.1">33580 11259 98 0,'0'0'293'15,"0"0"-16"-15,0 0-12 0,0 0-19 0,0 0-21 16,0 0-28-16,0 0-20 0,18-40-28 0,-18 40-41 15,0 0-45-15,0 0-46 0,0 0-38 0,0 0-59 0,0 0-62 16,0 0-170-16,0 0-338 0,0 0 149 16</inkml:trace>
  <inkml:trace contextRef="#ctx0" brushRef="#br0" timeOffset="-212930.95">3989 11997 63 0,'0'0'84'0,"0"0"-2"0,0 0 0 0,0 0-3 16,0 0 4-16,0 0-22 0,0 0 11 16,0 0-1-16,0 0-1 0,0 0 1 0,0 0-11 15,0 0-1-15,0 0-3 0,0 0 2 0,0 0-6 16,0 0 5-16,0 0 1 0,2-9 0 0,-2 9-6 16,0 0-1-16,0 0-3 0,0 0-1 0,1-7-14 0,-1 7 11 15,0 0-8-15,-3-10-6 0,3 10 3 0,0 0 6 16,0-13-1-16,0 13 1 0,-2-7-2 15,2 7-2-15,0-10 4 0,0 10 15 0,-1-9 2 16,1 9-1-16,-2-9-5 0,2 9-7 0,0-10-2 0,0 10-4 16,-1-12-3-16,1 12-1 0,0-10-2 0,0 10 1 15,0-9 0-15,0 9 0 0,-2-7-1 0,2 7-2 16,0 0-2-16,-2-8-5 0,2 8-3 16,0 0-3-16,0 0 0 0,0 0-6 0,0 0 0 0,0 0-4 15,0 0-2-15,0 0 3 0,0 0-4 0,0 0-1 16,0 0 1-16,0 0 0 0,0 27-2 15,4-16 7-15,-4 2-3 0,-1-1 4 0,0-1 2 16,1 6-2-16,0 1 3 0,1-3 1 0,-2 2-1 16,1-2-4-16,-2 3 1 0,2 0 2 0,2-1-3 0,-2 1 0 15,0-1 0-15,0-1 1 0,1 1-1 0,-1 1 2 16,-1-2-5-16,2 0 2 0,0 1-1 0,0-2 6 16,-2 2 1-16,2 1-1 0,-1-6-1 15,0 6-2-15,0-1 7 0,2-2-1 0,-4 1-5 0,1-1 3 16,0-3-3-16,2 0-2 0,-1 1-4 0,-1 3 4 15,0-4-1-15,1 1 1 0,0-1-3 0,0 0 1 16,0 1 5-16,-2 0 1 0,1 3 3 0,1-5 0 16,0 2-4-16,-1 1 4 0,-1-4-3 0,2 2-1 15,-1 1 2-15,1-3 3 0,-1 3 0 0,0 0 3 16,1-2-3-16,-2 1-1 0,1-1 2 0,1 0-3 16,0-1-1-16,-1 1-2 0,1 1-1 0,0-2 1 15,-2 2-3-15,2-4 2 0,3 4-1 0,-4-2 1 16,1 1 1-16,-2 0 1 0,2-1-3 15,-2 0 1-15,2 1 3 0,-2 0-1 0,2-1-4 0,0 0-1 16,0-1-2-16,0 1 1 0,0 0-1 0,-2 1 1 16,2 0-1-16,0-2 1 0,1 1-3 0,-1-1 0 15,-1 2-1-15,1-3 3 0,-1 3 2 0,-2-2-1 16,6 2-4-16,-3-2 1 0,0 1 2 0,0 0 3 16,0 0-4-16,0-3 6 0,-3 2-3 15,6 1 4-15,-6 0-8 0,3-1 4 0,0-9-3 0,3 15 1 16,-6-9 1-16,3-6-1 0,-1 13-1 0,1-13 1 15,0 13 0-15,0-8 1 0,0-5 3 0,1 12-2 16,-1-6-5-16,0-6 3 0,-1 13 0 0,1-13-1 16,-1 11 3-16,1-3 0 0,0-8-2 0,-2 10 1 15,2-10-3-15,0 12 1 0,0-6 1 0,0-6 2 16,-1 12-3-16,1-5 1 0,0-7-2 0,0 15 3 16,0-8-3-16,-1 0 4 0,1-7-2 0,0 14 0 15,1-9 2-15,-1-5-5 0,0 14-20 0,0-14 2 16,0 13 4-16,-1-3 3 0,0-3-3 0,1 3 5 15,-2-2 3-15,2-8 4 0,-1 16-2 0,-2-8 4 16,3 0-1-16,0 3 2 0,0-1 5 0,-1-2-5 16,1 1-3-16,-2 3 13 0,3-2-5 0,-2 1 0 15,-2-2-1-15,2 1 3 0,-1 0-4 0,0 1-3 16,1-2 5-16,-1 2-2 0,2-1 4 0,-3 1 0 16,0 1 2-16,3-1-2 0,0 0 2 0,-1 1-2 15,0-1-1-15,1 0-2 0,-3-2 6 0,2 1-1 16,-1 1-4-16,1 0 2 0,1-1-4 0,-1 1 1 15,-1 0 5-15,1 0-9 0,-1-1 7 0,-1-1-3 16,3 1 1-16,-1 0 0 0,1 1 1 0,0-3 0 16,0 3 6-16,-3-2-2 0,3 2 0 0,-2-1 3 15,0 1-3-15,-1-3 1 0,1 1 0 0,1 1-1 16,0-3-3-16,1-7 2 0,0 13 1 0,0-4-6 16,-1-2-1-16,1-7 6 0,-2 14-1 0,2-4-4 15,-1-5 0-15,1-5 7 0,-1 14-11 0,1-14 2 16,-2 10 0-16,1-3-3 0,1-7 0 0,0 10 3 15,0-10-1-15,-1 11-4 0,1-11 3 0,-1 10-3 16,1-10 6-16,-2 8-6 0,2-8 0 0,-2 10 0 16,2-10 3-16,-2 7 2 0,2-7 2 0,0 0 3 15,-1 8-8-15,1-8-2 0,0 0 0 0,0 0 4 16,-3 8 1-16,3-8-5 0,0 0-4 0,0 0-2 16,0 0-6-16,0 0-14 0,0 0-10 0,0 0-15 15,0 0-32-15,0 0-32 0,0 0-43 0,0 0-41 16,0 0-51-16,0-29-40 0,-2 18-192 0,1-8-523 15,1-2 232-15</inkml:trace>
  <inkml:trace contextRef="#ctx0" brushRef="#br0" timeOffset="-211347.02">4073 11881 18 0,'0'0'92'0,"0"0"-5"16,0 0-4-16,-8 3 3 0,8-3-5 0,0 0 8 15,0 0-14-15,0 0-9 0,0 0 7 0,0 0-1 0,0 0-5 16,0 0-2-16,0 0-1 0,0 0-1 16,0 0-7-16,0 0-3 0,0 0-2 0,0 0-2 15,0 0-6-15,0 0-5 0,0 0 4 0,0 0-3 0,0 0-10 16,0 0 7-16,0 0-3 0,0 0-4 0,0 0-1 16,0 0-2-16,0 0 0 0,0 0-2 15,0 0-2-15,0 0-4 0,0 0-1 0,0 0-1 16,0 0-6-16,0 0 9 0,0 0-4 0,0 0 3 0,28-5-1 15,-16 5-5-15,0-1-1 0,1 0 4 0,1-1-4 16,3 2 0-16,2 0-5 0,-2-2 4 0,4 4 14 16,1-4 2-16,-2 2-6 0,1-1-1 0,2 0-5 15,5-1 0-15,3 2 0 0,0 0 1 0,0 0-3 16,0 0-1-16,-1 0-1 0,1-1 2 0,0 2-5 16,1-1 0-16,-4 3 2 0,1-2 2 0,1-1-1 15,-5 2-2-15,4 0-4 0,-7-1 4 0,5 0-3 16,-5 1-1-16,7-1 4 0,-9 1-2 15,3-1-2-15,5 0 4 0,-2 2-1 0,1-2 3 0,-6 0 2 16,-1 0-3-16,8 3 4 0,-8-2-4 0,1 0-1 16,6-1 2-16,5-1 0 0,-1 0 3 0,2 2-2 15,2 0-4-15,0-2-2 0,2 2 1 0,2 0 0 16,-4-2-2-16,1 0 1 0,3-1 0 16,-2 0 0-16,1 1 0 0,-1-2-3 0,3 0 3 0,12-3 0 15,0 3 1-15,-12 2-2 0,-1-2 9 0,14 0-8 16,1-3 8-16,-3 0-1 0,3 0 0 0,-1 1 3 15,2-1-5-15,-2 2 4 0,2 0-1 0,-4-3 2 16,0 3-3-16,-1-1-1 0,2 0-1 0,-14 2-2 16,16-2-1-16,0 1 2 0,-2 0 0 0,1 0 0 15,-1 0 1-15,2 2-4 0,-2-2 1 0,4 1 3 16,0-4 0-16,3 5-4 0,-1-3-2 0,-3 1 0 16,1 0 2-16,-1-4-3 0,-3 3 0 0,2 1-2 15,0-1 4-15,2 0 0 0,-1-1-1 0,-3 3-2 16,2-4 2-16,-2 2 0 0,2-2 2 0,-2 2 0 15,2-1-1-15,-3 2 0 0,0-1 7 0,0 0-3 16,-15 1 2-16,3 2-3 0,13-4 1 0,-15 3 1 16,3 0-1-16,-1 0-2 0,-2-1 1 0,17-1 3 15,-20 4-3-15,4-3-3 0,13 2 0 0,-17-1-1 16,2 0 2-16,2-2-1 0,3 2 0 0,-2-1 0 16,0 0 0-16,2 0-1 0,12 1 4 0,-14 0-5 15,-2-2 1-15,1 1-2 0,0 0 2 0,-1 1 0 16,-2-1 2-16,1 1-2 0,0 0-3 0,-4-1 1 15,2 2 1-15,1-4-2 0,-2 5-1 0,2-3 1 16,-2 2 1-16,3 1 3 0,-3-3-3 0,1-1 1 16,-2 3 0-16,2-2 0 0,0 3 1 0,-2-2 0 15,0-1 2-15,0 1-3 0,-3 1 2 0,3-1-2 16,-1 1 3-16,-3 0-1 0,-6-1 3 0,-2-1-4 16,10 3 6-16,-2-3-6 0,-1 2 1 0,-4 1 2 15,-2-1 2-15,0 1-3 0,0-2 3 0,1 0-3 16,-1 1 5-16,-1 2-2 0,-2-2 3 0,0 1 0 15,-3 0-1-15,-2-1 4 0,1 1-4 0,-2-1 2 16,-12 1-2-16,19 0 2 0,-19 0 3 0,11 0-1 0,-11 0-1 16,13-1 3-16,-13 1 0 0,0 0 5 15,13 0-6-15,-13 0 4 0,0 0 1 0,0 0-4 16,0 0 3-16,0 0-7 0,0 0 6 0,13-2-7 16,-13 2 1-16,0 0-3 0,0 0-1 0,0 0 4 15,0 0-3-15,0 0-1 0,0 0 1 0,0 0-1 0,0 0-4 16,0 0 0-16,0 0 3 0,0 0 0 0,0 0-6 15,0 0 2-15,0 0 0 0,0 0-3 16,0 0 2-16,0 0-1 0,0 0 0 0,12-1-3 16,-12 1-1-16,0 0-6 0,0 0-15 0,0 0-17 15,0 0-16-15,0 0-6 0,0 0-3 0,0 0-15 16,0 0-31-16,0 0-35 0,-27 19-46 0,27-19-37 16,-24 12-184-16,5-4-448 0,-4 2 199 0</inkml:trace>
  <inkml:trace contextRef="#ctx0" brushRef="#br0" timeOffset="-209773.43">4005 13721 67 0,'0'0'68'0,"0"0"-1"0,0 0-2 0,0 0-3 16,0-8-8-16,0 8 2 0,0 0-4 15,0 0 0-15,0 0 6 0,-4-8-9 0,4 8 2 16,0 0-2-16,-4-6 2 0,4 6-5 0,0 0-4 16,-4-7-7-16,4 7-2 0,0 0-1 0,-2-7-5 0,2 7 4 15,0 0-8-15,0 0-2 0,-7-6-7 0,7 6-2 16,0 0 5-16,-5-6 3 0,5 6-6 15,0 0 7-15,0 0 0 0,0 0-2 0,-5-5-2 16,5 5 0-16,0 0-2 0,0 0 16 0,0 0-10 16,0 0-2-16,0 0 8 0,-2-9-4 0,2 9 10 0,0 0-14 15,0 0-1-15,0 0 2 0,0 0 1 0,0 0-1 16,0 0 0-16,0 0-5 0,0 0 2 16,0 0 3-16,0 0-3 0,-6-5 0 0,6 5-3 15,0 0-5-15,0 0 0 0,0 0-3 0,0 0 1 0,0 0 4 16,0 0 13-16,0 0-9 0,0 0 4 0,6 25 5 15,-5-20-1-15,-1-5-3 0,-1 19-4 16,1-9 1-16,-2 2 5 0,1 0-1 0,0 0 2 16,1 0 0-16,-3 6-2 0,2-3 1 0,-1 0 1 15,0-2-2-15,-2-1-15 0,3 1 5 0,-2-1-3 0,2 0-3 16,0-1 0-16,0 1 2 0,1-1 1 0,-3-1-5 16,2 1 4-16,1 0-1 0,1 1-3 0,-1-1 4 15,0 1-3-15,0-2-7 0,1 4 8 0,1-5-3 16,-2 1 5-16,1 2 2 0,1 0 2 15,-2 0-4-15,-1-1 3 0,1 2 1 0,0-3 3 0,0 0-6 16,0 2 1-16,0-2-1 0,0 1 4 0,0-4-9 16,0 2 2-16,0 0 1 0,0-9 1 0,1 14-1 15,-1-6 1-15,0-1 2 0,0-7-2 0,2 13-5 16,-1-7 1-16,-1-6 2 0,1 13 0 0,-1-13-2 16,-1 10-3-16,1-10 3 0,0 10-3 15,0-10 3-15,0 9 1 0,0-9-4 0,4 6 3 0,-4-6 0 16,0 0 1-16,0 10-2 0,0-10 0 0,0 0 1 15,0 0 3-15,1 7-1 0,-1-7 2 16,0 0-5-16,0 0 4 0,0 0-3 0,0 0 1 16,0 0 3-16,0 0-2 0,0 0 0 0,0 0 1 15,0 0-5-15,0 0 2 0,0 0-1 0,0 0-2 0,0 7 3 16,0-7-1-16,0 0-1 0,0 0-1 0,0 0 1 16,0 0 0-16,0 0-1 0,0 0 4 15,0 0 0-15,4 6-2 0,-4-6-3 0,0 0 4 16,0 0-6-16,0 0 6 0,0 0-4 0,0 0 1 15,0 0 4-15,0 0 0 0,0 0-1 0,0 0 1 16,6 1 1-16,-6-1-2 0,0 0-3 0,0 0 0 0,0 0 2 16,0 0 2-16,0 0-2 0,0 0-2 15,0 0 1-15,0 0 1 0,9 0-2 0,-9 0 5 0,0 0-1 16,0 0-1-16,0 0-3 0,0 0 1 16,0 0 4-16,0 0-2 0,0 0 2 0,0 0 1 15,0 0-4-15,0 0-3 0,0 0-7 0,0 0-8 0,0 0-3 16,0 0-10-16,0 0-19 0,0 0-26 0,0 0-13 15,-11-21-16-15,7 15-13 0,4 6-6 0,-4-14-29 16,0 4 10-16,3 4-4 0,0-2-89 16,-1-2-253-16,0 1 112 0</inkml:trace>
  <inkml:trace contextRef="#ctx0" brushRef="#br0" timeOffset="-208317.14">3906 13734 66 0,'0'0'94'0,"-1"-7"-4"16,1 7-6-16,0 0 0 0,0-9-10 0,0 9 5 15,0 0-3-15,0 0-11 0,0 0 0 0,0-10-12 16,0 10 8-16,0 0-12 0,0 0-4 0,0 0-5 15,0 0-1-15,0 0-12 0,0 0 0 0,0 0 1 16,0 0-4-16,0 0 5 0,0 0-1 0,0 0 7 0,0 0-10 16,0 0 6-16,0 0-18 0,5 24 4 15,-5-24 2-15,1 9-5 0,1-3 2 0,-2-6-6 16,0 11 1-16,1-5-2 0,-1-6-4 0,-1 11 4 16,1-11 0-16,0 11-2 0,0-11 0 0,0 7-3 15,0-7-2-15,1 7 5 0,-1-7-3 0,0 0-2 16,0 0 5-16,0 11-3 0,0-11-1 0,0 0 0 15,0 0 0-15,0 0-6 0,1 6 5 0,-1-6-4 16,0 0 8-16,0 0-9 0,0 0 9 0,0 0-5 16,0 0 1-16,0 0-9 0,0 0 0 0,2 8 6 15,-2-8 0-15,0 0 0 0,0 0 1 0,0 0 5 16,0 0-4-16,0 0-2 0,0 0 1 0,0 0 5 16,0 0-3-16,0 0 2 0,0 0-15 0,0 0 11 15,0 0 16-15,0 0-6 0,0 0 9 0,-3-27 9 16,3 27-1-16,1-8 0 0,-1 8 3 0,0 0-7 15,0-10 9-15,0 10 0 0,0 0 6 0,-1-9-2 16,1 9 1-16,0 0-9 0,0 0-2 0,0 0 3 16,0 0-11-16,-3-9-1 0,3 9-3 0,0 0-3 15,0 0-5-15,0 0 5 0,0 0 0 0,0 0 4 16,2 27-8-16,-2-17-3 0,0 8 2 0,-2 1 5 16,4 4 0-16,-1-3 3 0,0 6 6 0,-3 3-3 15,0-3 1-15,2 1 13 0,2 1-7 0,-2-3 2 16,-2 1-1-16,-1 0-4 0,3-1 2 0,-2-5-7 15,2 0 8-15,-1 0 0 0,1-1-3 0,1 0 0 16,-1 0-4-16,0-4-2 0,2 2-1 0,0-1 1 16,-1-4-1-16,1 5-3 0,0-2 4 0,0-2-2 15,-1-3-4-15,2 0 5 0,-2 0-3 0,1 0 0 16,0-1-1-16,3-3 2 0,-4 0-3 0,-1-6 0 16,2 13-1-16,0-8 1 0,0 2-1 0,-2-7-4 15,3 9 2-15,-3-9-1 0,2 6 1 0,-2-6-3 16,3 7 4-16,-3-7-3 0,4 7 0 0,-4-7 1 15,0 0-1-15,2 5-1 0,-2-5 1 0,3 7 0 16,-3-7-3-16,6 3 2 0,-6-3-1 0,4 4 3 16,-4-4-5-16,4 6 2 0,-4-6 0 0,5 5 1 15,-5-5-3-15,7 2 2 0,-7-2-1 0,11 3 1 16,-5 1-1-16,1-2 5 0,4 1-1 0,-11-3-3 16,18 4 4-16,-6-1-5 0,-1-1 3 0,-1-2-1 15,8 1-2-15,-5-1 1 0,2 3 1 0,2-2-1 16,2 0-4-16,-1 1 2 0,1-2 2 0,2 0 1 15,-5 0-1-15,2 0 0 0,0 2 5 0,1-4-3 16,-2 2-4-16,1 0 2 0,1 2 2 0,-1-2-6 16,1 1 0-16,-2 0 0 0,2-1 4 0,1 0-2 15,-1 3 2-15,11-2-1 0,-3 0-1 0,2-2 2 16,0 4 1-16,2-3-1 0,-2-2 0 0,5 1 0 16,-4 2-2-16,4-2 3 0,0 2-2 0,1 2 6 15,0-3-2-15,0 1 5 0,1-2-6 0,1 0 9 16,1-1-4-16,3 1 4 0,10 2 2 0,0-2-2 15,0 4 5-15,-12-5-1 0,14 2 0 0,-1-3 0 16,0 1 2-16,1 2-2 0,0 0-1 0,-2-2 3 16,1 2 2-16,-13 1-1 0,17-1-3 0,-1 1 3 15,0-2-4-15,3 5-1 0,-2-4 1 0,2 0 1 16,3 1-4-16,-3-1 2 0,2-2-4 0,2 3 5 16,0 1-6-16,1 1 6 0,0 0-1 0,2-3 2 15,-1 0-1-15,-2 0 1 0,5 0 3 0,-2-2-2 16,3 4 3-16,24-4-1 0,-30 4-2 0,5-4 1 15,23 4-2-15,-27-2 0 0,2 0-2 0,-2 2 0 16,3-2-2-16,28-1 4 0,-33 1-1 0,3-1 1 16,2 3-6-16,25 0 7 0,-28-2-2 0,28 0 1 15,-28 3-3-15,4-6-2 0,24 5 3 0,-30 1-6 16,30-6 0-16,-29 3 6 0,2 4-3 0,4-5-4 16,28-2 3-16,-30 1-1 0,29 0-2 0,-33 1 3 15,30 1-2-15,-29-1-1 0,1 1-2 0,28 0 1 16,-32-2-3-16,3 0 2 0,29-6 1 0,-36 7-6 15,10 1 0-15,1-4 3 0,-1 4 3 16,1-1-2-16,-3 0 4 0,-1-1-4 0,3 1 4 0,-2 1-2 16,-3 0 0-16,0 0 1 0,1 0 4 0,-4 1-5 15,1-1-1-15,1 2-1 0,-1-2 0 0,-1 1 5 16,-1-2 2-16,1 5-1 0,-5-1-5 0,-2 2 2 16,-11-5-3-16,10 0 2 0,-11 1 2 0,0 2-3 15,-1 0 1-15,2-3 0 0,-6 4 5 16,1-4-4-16,-2 2-4 0,-5 2 6 0,3-4-3 0,-3 3-3 15,0-1 1-15,-9 0 5 0,0-4-1 0,-1 5-9 16,3-1 8-16,-3 0-7 0,0-1 6 0,-1 2 0 16,-2-2-5-16,-3-1 7 0,1 1-3 0,-3 0-6 15,2 0 5-15,-12-1 2 0,13 0-6 16,-13 0-5-16,0 0 1 0,14 1 1 0,-14-1-11 16,0 0-12-16,0 0-18 0,0 0-28 0,0 0-34 0,0 0-27 15,0 0-46-15,0 0-45 0,0 0-41 0,-37-17-242 16,19 7-548-16,-4-3 243 0</inkml:trace>
  <inkml:trace contextRef="#ctx0" brushRef="#br0" timeOffset="-205379.17">9910 11601 39 0,'0'0'94'0,"-14"0"-11"0,14 0-7 0,-11-3-4 0,11 3 3 16,-9 0-5-16,9 0-2 0,-10 0-8 0,10 0-5 16,0 0-3-16,0 0-5 0,-11 0-4 0,11 0 0 15,0 0-9-15,0 0 0 0,0 0 3 16,0 0-11-16,0 0 7 0,0 0 1 0,0 0 6 0,0 0-7 15,0 0 7-15,25 12-4 0,-14-12 0 0,7 1-2 16,0 2-5-16,4-3-1 0,8 1-2 0,4-3-6 16,-2 3 6-16,0-1-8 0,2-3 3 0,-1 1-4 15,3 0-4-15,-3-2 4 0,3-2 0 0,0 5-13 16,1-3 9-16,0 3-5 0,1 0 1 0,-1-3 2 16,2 2-3-16,-2-3 1 0,2 4-5 0,0-2 2 15,-3 1 3-15,2-2-5 0,-4 3 4 0,0 0-7 16,-1 1 3-16,4-2 2 0,-3 2 3 0,3 0-8 15,1 0 8-15,-4 2-8 0,3 0 3 0,0-3-3 16,-2 4 2-16,-1 1-1 0,1-2 2 0,-2 0 3 16,-2 0-8-16,-1-1 3 0,0 1-2 0,-2-1 5 0,1 1-6 15,-2-2 5-15,0-1-2 0,-7 1-4 16,3 3 5-16,-4-3-6 0,2 0 6 0,-2 1-6 16,1-1 5-16,-1-1 0 0,0-1-3 0,0 0 1 15,-6 3 6-15,4-5-4 0,1 6 4 0,-4-4-9 0,3 2 5 16,-4-1 5-16,-2 1-1 0,1 0-4 0,-1 0 1 15,-3-3 0-15,1 3 4 0,-9 0-5 0,14 1 5 16,-8-3 9-16,-6 2 0 0,9-2 1 16,-9 2 6-16,9 0 2 0,-9 0-1 0,0 0-2 15,12-3-6-15,-12 3 3 0,6-1-2 0,-6 1-2 0,0 0 4 16,7-6-1-16,-7 6-2 0,0 0 4 0,0 0-1 16,9 0 1-16,-9 0 3 0,0 0-4 0,0 0-3 15,0 0-3-15,0 0-2 0,0 0-2 0,0 0-4 16,0 0 0-16,0 0 1 0,0 0 2 0,0 0-5 15,0 0 2-15,0 0-4 0,8 4 1 0,-8-4 0 16,0 0 0-16,0 10 1 0,0-10 4 0,5 8-5 16,-5-1-3-16,0-7 6 0,2 11 2 0,-2-5 3 15,0-6-4-15,1 16 5 0,0-6-2 0,1-1 5 16,-4 1-1-16,1-1 2 0,0 4-4 0,1 0 1 16,0 1 0-16,0 3 2 0,1-2 2 0,-1 1-4 15,0 0 6-15,1 3-3 0,-1-2-2 0,-1 0-1 16,0 0 4-16,1 2-2 0,0-2 1 0,-2 2 7 15,2 0 1-15,0-2 0 0,-2 3 0 0,-1-2 2 16,6 1-1-16,-6 1-1 0,2 0 3 0,0-1 2 16,-2 0 0-16,3-1-3 0,-3 2 1 0,0-1-1 15,3 0 3-15,-4 5-4 0,2-3 1 0,0-2-2 16,4 6 1-16,-4-1 0 0,2-3 1 0,-1-4-1 16,-1 2-3-16,2 5 0 0,-2 0-1 0,2-5 3 0,-1 6-5 15,1-7-3-15,1 1 4 0,-2 0-5 16,1 7 4-16,0-7-4 0,1 7 5 0,-1-7-4 15,-1 7-3-15,0-2 1 0,-1-6 1 0,2 0 0 16,0 1-3-16,0-1-2 0,0-1 0 0,0 1-3 0,0-1 3 16,2 0-2-16,-1 1 10 0,-1-2-12 0,0 0 1 15,-1 2 2-15,2 0-2 0,0 1 0 0,3-2 2 16,-4 1-2-16,1-1 0 0,1-1-2 16,-1 1 6-16,-1 1-9 0,2 5 6 0,1-4-1 0,0 1 5 15,-1-2-6-15,-2 1-4 0,0-1 1 0,0 1-2 16,0 7 4-16,1-7 1 0,-1 0 8 0,0 7-9 15,0-7 2-15,-1-2-3 0,1 2 2 0,1 1-1 16,-2-1 1-16,1 5-1 0,0-5-3 0,-5 0 2 16,5 1 1-16,0-2-1 0,-3 7 2 0,2-1 11 15,1-5 7-15,0 1-8 0,-1-1 0 0,1 0 0 16,0 2-2-16,1 3 4 0,-2-7 6 0,1 1-5 16,0 0 0-16,0 2 14 0,1-1-17 0,-1 6 4 15,1-2-2-15,2-4-5 0,-3 8 3 0,0-2 11 16,3-5-5-16,-3-1 9 0,2 0-11 0,-2-2 1 15,0 2 0-15,0-1 12 0,-2 0-12 0,2-1 3 16,0-1-5-16,-3 1-5 0,3-1 3 0,0 3 1 16,-3-6 2-16,3-3-17 0,0 2 43 0,0-2 3 15,-2 1-6-15,2 1-11 0,0-2 1 0,-1 1-2 16,1-3-6-16,0 2-2 0,1-2-6 0,-1 1-4 16,0-1 1-16,0-8 2 0,-3 13-4 0,3-7 8 15,0-6-6-15,0 13 2 0,0-7-6 0,0-6-3 16,-1 13 12-16,1-13-13 0,0 11 0 0,0-11 3 15,0 12 1-15,0-7-6 0,0-5 0 0,0 9-1 16,0-9 1-16,0 8-17 0,0-8 19 0,1 8-1 16,-1-8-6-16,2 7 6 0,-2-7-4 0,1 8 12 15,-1-8-12-15,0 0 0 0,-4 12 0 0,4-12 0 16,0 8-10-16,0-8 11 0,0 10 0 0,0-10 1 16,0 10 3-16,0-10-5 0,0 11 1 0,0-3 1 15,0-8-1-15,1 13 1 0,-2-8 4 0,1-5-6 16,0 11 12-16,1-4-18 0,-1-7 8 0,2 11-7 15,-2-4 4-15,0-7 1 0,1 10 6 0,-1-10-2 16,1 9-17-16,-1-9 13 0,1 10 4 0,-1-10-1 16,3 5-5-16,-3-5 4 0,0 0-4 0,3 9 5 0,-3-9 0 15,0 7 3-15,0-7 9 0,0 0-20 0,0 9 8 16,0-9-15-16,0 0 14 0,2 9 2 16,-2-9-7-16,0 6 4 0,0-6-3 0,0 0 3 15,0 0 9-15,1 9-10 0,-1-9-4 0,0 0 5 16,1 6-3-16,-1-6-1 0,0 0 6 0,3 9-2 0,-3-9 3 15,0 0-3-15,1 7 2 0,-1-7 0 0,0 0-11 16,0 0 4-16,0 8 7 0,0-8-3 16,0 0 6-16,0 0-15 0,3 9 12 0,-3-9-17 15,0 0 13-15,0 0-1 0,0 0 1 0,0 0 2 16,0 0 3-16,-4 7 3 0,4-7-7 0,0 0 5 0,0 0 1 16,0 0 8-16,0 0-14 0,-4 7 0 15,4-7 2-15,0 0-7 0,0 0 9 0,0 0-5 16,0 0 2-16,0 0 0 0,0 0-5 0,0 0-4 15,0 0 15-15,0 0-3 0,0 0 0 0,0 0 3 0,0 0-1 16,0 0-2-16,-9 1 0 0,9-1-9 0,0 0 8 16,0 0-2-16,0 0-1 0,-8 2-20 15,8-2 21-15,0 0 1 0,-10 3-1 0,10-3 2 16,0 0-3-16,-11 1 3 0,11-1 1 0,-8 2-2 16,8-2-1-16,-9 1-5 0,9-1 7 0,-9 1-1 0,9-1 1 15,-8 2-3-15,8-2-2 0,-8 0-4 16,8 0 15-16,0 0-4 0,-13 2-15 0,13-2 17 0,-10 1 1 15,10-1 5-15,-8 3-12 0,8-3 4 16,0 0-12-16,-11 0 13 0,11 0-4 0,0 0-1 0,-10 1-12 16,10-1 10-16,0 0-8 0,0 0 12 0,-13 0-3 15,13 0 0-15,-7 0 0 0,7 0 0 0,0 0-3 16,-11 2 4-16,11-2 11 0,0 0-18 0,-13 0 5 16,13 0 4-16,-7 1-6 0,7-1-4 15,-10 1 7-15,10-1 4 0,0 0-4 0,-10 0 0 0,10 0 5 16,0 0-9-16,-11 0 0 0,11 0 0 0,-12 0 3 15,12 0 2-15,-11-1 1 0,11 1-2 0,-9 1-2 16,9-1 5-16,-13-1-5 0,13 1 0 0,-10-1-10 16,10 1 10-16,-9-2 10 0,9 2-9 0,-11 0 5 15,11 0 16-15,-10-2-6 0,10 2-20 0,-10 0-6 16,10 0 11-16,-11 0 0 0,11 0 3 0,-12-3-9 16,12 3 3-16,-10 0 2 0,10 0 2 0,-12-2 4 15,12 2-7-15,-9 0 0 0,9 0-1 0,0 0 0 16,-14 0-3-16,14 0 13 0,-10-2-1 0,10 2-4 15,-10-1 4-15,10 1-8 0,-9 0 3 0,9 0 3 16,-11 0-4-16,11 0-3 0,0 0-4 0,-12-1 14 16,12 1-8-16,-12 0 15 0,12 0-9 0,-9 1-3 15,9-1-2-15,-9 1 3 0,9-1-5 0,-10-1 6 16,10 1-1-16,-11 0-3 0,11 0 7 0,-11 1-10 16,11-1 3-16,-11 0-5 0,11 0 8 0,-10-1 2 15,10 1 3-15,0 0-19 0,-17-1 16 0,17 1-5 16,-9 0 2-16,9 0-6 0,-9 0 2 0,9 0-17 15,-9 1 15-15,9-1 4 0,-11 0 6 0,11 0-4 16,0 0-1-16,-13 1 1 0,13-1-1 0,0 0 17 16,-13-1-14-16,13 1-3 0,0 0-4 0,-10 1-2 15,10-1 6-15,0 0 3 0,-9 0-2 0,9 0 1 16,0 0-17-16,-13 2 14 0,13-2-3 0,-9 0 8 16,9 0-5-16,-10 2 0 0,10-2 4 0,-13 1-3 15,13-1 1-15,-12 2 2 0,5-1-4 0,7-1 0 16,-12 0-4-16,5 1 7 0,7-1-3 0,-13 0 7 15,13 0-21-15,-14 3 16 0,8-1-4 0,-2 1 7 16,8-3-5-16,-16 3-5 0,7-3 14 0,2 2-11 16,7-2-8-16,-13 3 2 0,6-3 7 0,7 0 8 15,-13 3-4-15,7-1 2 0,6-2 0 0,-12 1-1 16,12-1-5-16,-9 0 6 0,9 0-1 0,-9 0-3 16,9 0-2-16,0 0-1 0,-11 0 3 0,11 0 3 0,-9 3-9 15,9-3 4-15,0 0 7 0,-8 1-4 0,8-1 3 16,0 0-8-16,-9 3 0 0,9-3 8 15,-8 3-13-15,3 0-8 0,5-3-15 0,-9 3-31 16,9-3-23-16,-10 3-24 0,10-3-23 0,-5 3-29 16,5-3-32-16,-9 0-34 0,9 0-36 0,0 0-46 0,0 0-189 15,0 0-540-15,-13-6 240 0</inkml:trace>
  <inkml:trace contextRef="#ctx0" brushRef="#br0" timeOffset="-205214.55">10975 14370 65 0,'-12'2'75'16,"12"-2"-29"-16,-9 0-38 0,9 0-41 0,-16 1-35 0,10-1 16 15</inkml:trace>
  <inkml:trace contextRef="#ctx0" brushRef="#br0" timeOffset="-202675.57">6324 11845 13 0,'0'0'91'0,"0"0"-13"0,0 0-9 16,2-9-4-16,-2 9-8 0,0 0-12 0,0 0 10 16,0 0 5-16,0 0-14 0,0 0 2 0,2-7-13 15,-2 7 6-15,0 0-2 0,0 0 5 0,0 0-3 16,0 0 7-16,0 0-2 0,0 0-8 0,0 0 2 15,0 0 8-15,0 0-4 0,0 0-6 0,4-7 1 16,-4 7-4-16,0 0-1 0,0 0 4 0,0 0-10 16,0 0 17-16,0 0-2 0,0 0-1 0,0-9-4 15,0 9 8-15,0 0-4 0,0 0 0 0,0 0-8 16,0 0 3-16,0 0-3 0,0 0 0 0,0 0 0 16,0 0 1-16,0 0-7 0,0 0-1 0,0 0-3 15,0 0-3-15,0 0 4 0,0 0-16 0,0 0 7 16,0 0-1-16,0 0-3 0,0 0 1 0,0 0-8 15,0 0 1-15,0 0-2 0,0 0 0 0,0 0 3 16,0 0 2-16,0 0 3 0,0 0 8 0,0 30 13 16,0-23-1-16,0 3-4 0,0-3-5 0,1 3 5 15,0-2-1-15,-1 1 2 0,2 2-4 0,0-1-2 16,-2-2 5-16,2 4 3 0,0-3 3 0,0 2-2 16,0-3-3-16,1 4 0 0,-1-4-4 0,1 3 1 15,-2 0-4-15,2-2 0 0,2 3-4 0,-2-3 3 16,0-1 0-16,0 3 1 0,0-1-5 0,1-2 3 15,0 3 0-15,1-1-1 0,0 5 4 0,0-4 0 16,-1 0-1-16,1-1 0 0,1-1-2 0,-3 1-3 16,1-1-3-16,2 1 0 0,-2-2 3 0,2 4 0 15,-3-3 6-15,3 2-5 0,-1-2-2 0,1 1 2 0,-1 2-2 16,-1-3 4-16,2 1-2 0,-2-2 0 0,0 1-2 16,2 0 2-16,-1 1 4 0,-1 0-6 15,0-1-1-15,0 0-1 0,1 0 2 0,-1 0 1 16,2 0-4-16,-2 0 3 0,1-1-4 0,0 1 0 0,1-3-1 15,-3 4 1-15,4-1 2 0,-1-2 0 0,-3 0-4 16,3 1 3-16,1 0 1 0,-4-2 2 16,5 3-1-16,-2-1 0 0,1 1-2 0,-1-2 2 15,-2 1-2-15,5 0 0 0,0-2-2 0,-3 2 3 16,2 0 2-16,2 0 7 0,-2-1 0 0,0 1-3 0,2 1-4 16,1-2 2-16,-2 0-4 0,3 1 3 0,-3-1 2 15,-2 0-3-15,5 2 8 0,-2-3-3 16,0 2 0-16,2 0-2 0,-2-1 12 0,0 0-9 15,0 0-2-15,2 1-3 0,2-1 2 0,-3 0 2 16,0-1-6-16,-1 0 1 0,1 2 3 0,2-2-2 0,0-1-7 16,-3 1 5-16,2 1 6 0,-1-2-4 0,2 1 0 15,2-1 0-15,-2 0 10 0,-1 0 1 16,2-2-5-16,-3 2-7 0,3-1 10 0,-1-1 8 16,3 1 2-16,-3-1-2 0,5 1-2 0,-5 0-3 15,6-1 0-15,-2-3-8 0,-3 4 3 0,-1-2-4 0,1 1 3 16,0-2-4-16,-1 2 4 0,1-2-1 0,0-1 8 15,4 1-3-15,-2 4-11 0,3-5-9 0,-5 0 9 16,3 0 6-16,1 2-10 0,-5-2 3 0,1 2 13 16,-1-2-18-16,4 1-2 0,-1-1 2 15,-5 0 2-15,3 0 3 0,-1 0 5 0,6 0-9 0,-2 0-3 16,1 2 13-16,1-4-8 0,-1 2 1 0,0-1-22 16,-2-1 16-16,2 0 2 0,-5 2 1 0,2-1-1 15,-2-1 2-15,1 0-3 0,-1 2 2 0,2-1-3 16,1-2-16-16,-4 1 19 0,2 0-1 0,4 0-3 15,0-2 1-15,1 1-5 0,-1-1 0 0,3-1 16 16,-3 3-13-16,-2-1-2 0,2 0-1 0,0 1-4 16,-5 0 9-16,0-3-5 0,-1 1 1 0,1 0-2 15,0 2 0-15,0 0 1 0,0-2 0 0,0 0-5 16,-1 1 7-16,0-1 0 0,-1 1 1 0,1-1-5 16,-1-1 4-16,-1 1 0 0,-1 1-4 0,3 0 12 15,-2-3-14-15,0 3 7 0,3-2 2 0,-4 0-2 16,1 1-2-16,2 0 0 0,-2-2 1 0,-1 1 1 15,1 1 7-15,0-2-7 0,-1 2 3 0,0-2-1 16,1 1-2-16,-2 0-2 0,0-1 1 0,1 0-1 16,-2 0-1-16,2-1 3 0,3 0-1 0,-2 0-2 15,-1 1-1-15,-1-2 2 0,6-2 1 0,-4 3-5 16,1-1 1-16,-2 1-2 0,7-3 4 0,-2 1 0 16,0-1-6-16,-2 5 9 0,-2-3-12 0,-3 2 13 15,1 1-5-15,1-2 0 0,0 0-1 0,0 1 0 16,0 0 0-16,0-1-1 0,0 0 3 0,-3-1 3 15,2 1-1-15,-3 1-4 0,-5 6-2 0,10-11 7 16,-7 4-9-16,2 0 3 0,3 0 4 0,-2-1-2 16,-1-1-1-16,-5 9-8 0,10-11-4 0,-4 3 7 15,-2 1 7-15,1-3-3 0,0 3 4 0,1-2-1 16,-3 1 1-16,1 0 3 0,-4 8-1 0,8-11 0 16,-4 2-1-16,-4 9 3 0,7-12 0 0,-3 4-5 15,1 0 0-15,2-1 3 0,-1 2-3 0,-2 0 2 16,1-2-4-16,-5 9 9 0,8-13-9 0,-3 3 4 15,1 2-3-15,-2 0-1 0,1-2 3 0,0 1-6 16,1 0 2-16,-3-1-1 0,4 1 6 0,-4-2-2 16,0 5 2-16,1-4-2 0,-2 0-18 0,2 0 18 15,-2 0-1-15,1 1 0 0,0-1-1 0,1 1 0 16,-3 2-9-16,3-1 12 0,0-1-3 0,-2 0 5 16,1 1-15-16,-1 0 15 0,0 1-3 0,-2-2-3 15,2 2 6-15,0-3-4 0,-1 3-3 0,-1 7 7 16,2-15-1-16,0 9-5 0,-2 6-1 0,1-13 0 15,1 6 12-15,-2 0-12 0,0 7-2 0,0-15 11 16,0 8-22-16,2 0 19 0,-2 7-2 0,0-13 1 16,0 5-4-16,0 8 2 0,-4-17 0 0,4 11 7 15,0 6-5-15,-3-13-2 0,2 7 1 0,1 6-1 16,-1-11-1-16,1 11-1 0,-1-12-2 0,1 12 5 16,-3-9-1-16,3 9 4 0,-1-8-17 0,1 8 10 15,0-10-1-15,0 10 7 0,-3-9-5 0,3 9 0 16,-1-8 3-16,1 8-2 0,-3-8 2 0,3 8 4 15,0 0-10-15,0 0 3 0,0-10-2 0,0 10 4 0,0 0-2 16,0 0 3-16,-2-8 3 0,2 8-8 16,0 0-14-16,0 0 17 0,-2-12 1 0,2 12 1 15,0 0-5-15,2-16 0 0,-2 16 1 0,1-10 0 16,-1 10-3-16,3-12 1 0,-3 12-1 0,0 0-1 0,1-13-7 16,-1 13-17-16,2-7-29 0,-2 7-19 0,3-9-39 15,-3 9-19-15,1-6-38 0,-1 6-33 0,0 0-31 16,0 0-47-16,0 0-37 0,0 0-39 15,0 0-192-15,-10-11-597 0,10 11 264 0</inkml:trace>
  <inkml:trace contextRef="#ctx0" brushRef="#br0" timeOffset="-201935.34">7177 11978 5 0,'-2'-10'176'0,"2"10"0"0,-2-11-7 0,1 5-6 0,1 6-4 16,-2-8-8-16,2 8-4 0,-2-7-9 0,2 7-5 15,0 0-10-15,0 0-11 0,0-10-13 0,0 10-11 16,0 0-9-16,0 0-10 0,0 0-11 0,0 0-3 16,0 0-1-16,0 0 2 0,0 0-4 0,4 27 0 15,-2-15 3-15,2 4 5 0,0 2 5 0,-1 1-4 16,0 6 1-16,1 1-2 0,0 1-6 0,-3 1-1 16,0-2-4-16,-1 1 5 0,3 0-1 0,-4-1 4 15,3-1-5-15,-3 0-1 0,1-6-5 0,0 0 1 16,-1-1-3-16,1 1 0 0,1-3-8 15,-1 1 3-15,0-5-6 0,0-1-7 0,1 0-1 0,1-2-1 16,-1 1-3-16,-1-3 1 0,0-7 1 0,0 12-3 16,1-7 2-16,-1-5-12 0,1 10 1 0,-1-10 0 15,2 9-4-15,-2-9 4 0,1 6-1 0,-1-6-4 16,0 0-9-16,0 0-15 0,0 0-13 0,-3 10-10 16,3-10-17-16,0 0-12 0,0 0-19 0,-2 7-15 15,2-7-24-15,0 0-24 0,-10 1-30 0,10-1-22 16,0 0-20-16,0 0-165 0,-13-8-422 0,13 8 186 15</inkml:trace>
  <inkml:trace contextRef="#ctx0" brushRef="#br0" timeOffset="-201643.32">7227 12117 5 0,'6'-9'146'0,"0"1"-6"16,3 2-1-16,1 1-6 0,2 1-6 0,-2-2-10 15,2 4-7-15,-1 1-9 0,1 0-5 0,-2 2-3 16,-1 2-9-16,-3 0-11 0,4 2-1 0,0 1-5 16,-4 2 7-16,0 2-2 0,2 0-7 0,-7-1-2 15,3 4-4-15,-4-3-1 0,0 2-2 0,-3-2 7 16,0 2 1-16,-5 4-2 0,2-1 0 0,-3-3-4 16,-3 2 4-16,1-2 1 0,-1-2 1 0,-2 0 1 15,4-1-4-15,-4-4-5 0,2 0-5 0,-1 1-2 16,2 0-6-16,1-2-6 0,0-1-2 0,-2-1-3 15,4 0-1-15,3-1-7 0,5-1-20 0,-12 0-25 16,12 0-31-16,-9 0-46 0,9 0-58 0,0 0-50 16,-4-6-195-16,4 6-434 0,0 0 192 0</inkml:trace>
  <inkml:trace contextRef="#ctx0" brushRef="#br0" timeOffset="-201290.09">7650 12028 115 0,'0'0'220'16,"-9"-5"-6"-16,9 5-10 0,0 0-11 0,-5-5-9 15,5 5-15-15,0 0-13 0,-7-4-12 0,7 4-12 16,0 0-12-16,0 0-12 0,0 0-9 0,0 0-9 16,0 0-8-16,0 0-11 0,-6-3-3 0,6 3-9 15,0 0-1-15,0 0-8 0,0 0-4 0,23-3-7 0,-12 0-2 16,1 1-2-16,1 0-5 0,1-1-3 16,0 2-2-16,0-1 0 0,4 1-5 0,0-3 0 15,-6 2-2-15,2 1-2 0,-1 0-12 0,1-2-16 16,-4 3-20-16,1-1-29 0,-1 1-18 0,-10 0-33 0,13 0-29 15,-6 0-29-15,-7 0-38 0,13 0-137 0,-13 0-372 16,0 0 166-16</inkml:trace>
  <inkml:trace contextRef="#ctx0" brushRef="#br0" timeOffset="-201038.91">7808 11878 45 0,'-6'-9'213'0,"6"9"-7"0,-5-6-4 0,5 6-13 16,0 0-13-16,-4-5-16 0,4 5-17 0,0 0-16 16,0 0-15-16,0 0-7 0,0 0-1 0,0 0 18 0,-7 19-6 15,6-9-7-15,0 3-4 0,-2-2 0 16,2 1-6-16,1 4-12 0,-3-4-5 0,5 5-3 16,-4-4-6-16,4 4-6 0,-2-1-5 0,-2-3-5 15,2 3-7-15,0-4-5 0,-2 5-2 0,2-4-6 16,0-2-18-16,-1 1-26 0,-1 2-31 0,2-4-35 0,0 4-32 15,-1-4-45-15,1 2-54 0,0 1-223 0,0-13-464 16,-2 19 206-16</inkml:trace>
  <inkml:trace contextRef="#ctx0" brushRef="#br0" timeOffset="-200862.39">7874 12182 68 0,'0'0'154'0,"0"0"-30"0,0 0-31 15,0 0-38-15,0 0-33 0,0 0-36 0,0 0-70 16,0 0-91-16,0 0 40 0</inkml:trace>
  <inkml:trace contextRef="#ctx0" brushRef="#br0" timeOffset="-195858.07">6494 14571 10 0,'0'0'49'0,"0"0"7"0,0 0-1 0,0 0 1 15,0 0-3-15,0 0 5 0,0 0 0 0,0 0 2 0,0 0-9 16,0 0 0-16,0 0 0 0,0 0-4 16,0 0-4-16,0 0 5 0,0 0 2 0,0 0-9 15,0 0 8-15,0 0-8 0,0 0 14 0,0 0 0 16,0 0-5-16,0 0 2 0,0 0-2 0,0 0-3 15,0 0-8-15,0 0 5 0,0 0-11 0,0 0 6 0,0 0-6 16,0 0-2-16,0 0 3 0,0 0-5 0,0 0-7 16,0 0 0-16,0 0 2 0,0 0-8 15,0 0-8-15,0 0 8 0,0 0 1 0,0 0-5 16,0 0-3-16,0 0 5 0,0 0-3 0,0 0 0 16,0 0 3-16,0 0-1 0,0 0-2 0,0 0-6 0,0 0 5 15,0 0-5-15,0 0 2 0,0 0-1 0,0 0-2 16,0 0 1-16,0 0 2 0,0 0 1 15,0 0-4-15,0 0 1 0,0 0-2 0,0 0 0 16,0 0 5-16,0 0-5 0,0 0 3 0,0 0 4 16,0 0-3-16,0 0 6 0,0 0-3 0,0 0 4 0,0 0-1 15,0 0 0-15,0 0-4 0,0 0 5 0,0 0-2 16,0 0-3-16,0 0 2 0,0 0 1 16,0 0-2-16,0 0 3 0,0 0-1 0,0 0-3 15,0 0 2-15,0 0 4 0,0 0 5 0,0 0-3 16,0 0-1-16,0 0 4 0,0 0 0 0,0 0-1 0,0 0 3 15,0 0-10-15,0 0 5 0,0 0-9 0,0 0 3 16,13-19-2-16,-13 19-1 0,1-7-2 16,-1 7 3-16,3-6-4 0,-3 6 2 0,0 0 0 15,4-11-2-15,-4 11 0 0,4-6 2 0,-4 6-1 16,3-9-2-16,-3 9-1 0,2-5-2 0,-2 5-5 0,5-6 8 16,-5 6-2-16,2-9 2 0,-2 9 0 0,4-7-2 15,-4 7 0-15,5-7 3 0,-3 1-3 16,-2 6-8-16,3-7 9 0,-3 7 0 0,4-6 1 15,-4 6 1-15,4-6-1 0,-4 6-3 0,3-7 5 16,-3 7 0-16,3-11-2 0,0 7 4 0,-3 4-4 16,4-9 1-16,0 4-2 0,-4 5 0 0,6-9-1 15,-3 4 7-15,-3 5-1 0,5-7 1 0,-3 2 1 16,-2 5-1-16,5-7 0 0,-5 7-1 0,4-9-2 16,-1 5 1-16,-3 4-2 0,5-9 1 0,0 5 1 15,-1-1-5-15,-2-2 1 0,-2 7 4 0,8-8 0 16,-4 1-3-16,2 0 3 0,-2 2 2 0,-4 5-4 15,9-8-3-15,-5 3 0 0,1 0 1 0,-1-1-2 16,1 1 4-16,3-2 1 0,-3 2 1 0,0 1-3 0,-1-3 6 16,1 1-4-16,-1 2-5 0,1-1 3 15,0 0-3-15,-5 5 4 0,8-8-3 0,-5 4 0 16,1-2-2-16,-4 6 2 0,7-9 2 0,-5 5-8 16,-2 4 5-16,9-6 1 0,-5 0-3 0,1 2 2 0,0-1 2 15,2 1 0-15,-1 0 0 0,2-3-1 16,-2 2 1-16,1-2 2 0,0 2-1 0,-1-1-4 15,1 1 4-15,1 0-3 0,-2-2-1 0,3 0 5 16,-3 3-1-16,2-3-1 0,-3 1-1 0,3 0 4 16,1 0-1-16,-4 1-2 0,4-1 0 0,0 1-3 15,-2-2 1-15,-2 2-1 0,2 1 3 0,-1 0-6 0,2-1 5 16,-3 2 1-16,0-2-1 0,0 2 3 16,2-1-1-16,0 1 1 0,-2-3-1 0,2 2 0 15,1-1 2-15,-2 1 0 0,1-1 3 0,-1 1 7 16,0 1-2-16,0-3 0 0,1 2 1 0,-1 0-3 15,-1-1 2-15,2 0-3 0,-1 1-2 0,2 1 0 16,-1 0 1-16,0-1-2 0,1-1 1 0,2 0-4 0,-5 1 3 16,0 1-2-16,1 0 2 0,2-2-2 15,0 2-2-15,-1-3 9 0,0 3-10 0,2-3 0 16,-2 3 0-16,2-1-3 0,-1 0 4 0,1 0-3 16,-2 0 3-16,1 1-1 0,-1 0 2 0,0-1-2 0,1 1-2 15,-2 1-1-15,1-3 6 0,-1 3-4 16,2-2 2-16,-2 1 0 0,1 0 4 0,-1 1-2 15,0 0-3-15,3-1 5 0,-2 0-3 0,-1-1-2 16,1 3 4-16,-2-4 0 0,3 1-4 0,0 0 6 16,1-1-1-16,1 2-4 0,-3 0 3 0,-1-1-1 15,4 0 0-15,2-1-1 0,-4 2-1 0,2 1 0 16,1-3 2-16,-1 0 0 0,0 0-1 0,1 2 1 16,-1-3-2-16,2 3 1 0,-2-2 3 0,0 3-4 15,0-3 3-15,2 2 1 0,-2 0-1 0,-1-1 7 16,2 2 0-16,0 0 2 0,-5 0-3 0,3-1-9 15,1-1 3-15,-2 2-4 0,-8 2 1 0,14-4-1 16,-6 3-5-16,2 1 6 0,-2-1 0 0,-8 1-6 0,16-3 4 16,-8 1 3-16,1 1 6 0,1 1-10 15,-1-1 2-15,-9 1 2 0,18-2 6 0,-8 2-13 16,-1 0 5-16,1-4-4 0,-2 4 2 0,2-2-2 16,-1 2 2-16,-9 0 8 0,15 0-4 0,-7-2-5 15,-8 2 1-15,19 2 0 0,-11-4 0 0,1 2 2 0,2 0-1 16,0-2 2-16,0 2 0 0,-2 0-1 0,0 0 1 15,1 0 2-15,0 0-2 0,1 0 0 16,-4 0 1-16,5 2 0 0,-12-2 2 0,18-2-5 16,-7 2 4-16,-1 2 3 0,-2-2-2 0,4 2-1 15,-2-4 5-15,0 4-2 0,0-2-2 0,1 2 1 16,-2 0 4-16,2-2-2 0,-1 2 3 0,-3-2-2 16,2 0-2-16,-2 3 5 0,-7-3-5 0,13 0-2 15,-13 0 1-15,14 3-3 0,-8-1 2 0,1-1-3 16,1 1 4-16,2-1-2 0,-1 2-4 0,0 1 4 15,0-1-1-15,-1 0-4 0,0-2 1 0,-1 2 10 16,0 0-12-16,2 0 9 0,1 2-1 0,-2 0 3 16,0-2 2-16,-1 1-4 0,2-1 4 0,-2 2-4 15,3-1-3-15,-4-1 3 0,2-1 2 0,-2 0-2 16,2 2-4-16,0-1-2 0,-2-1 4 0,1 1-1 16,-1 1 4-16,1-2-4 0,0 2 0 0,-1 0 2 15,0-1-3-15,0 0-2 0,0 0 0 0,-1 1 3 0,2 1-2 16,-2-1 2-16,5-1-4 0,-4-1 5 15,3 3-3-15,-2-2 4 0,-1 3 0 0,4-3 0 16,-3 0-4-16,-1 1 2 0,4 1-1 0,-1 0 1 16,-2-1-4-16,-1-1 1 0,3 2 8 0,-1-3-4 15,-2 1 3-15,1-1-2 0,-1 1-3 0,0 1 1 16,1-1 0-16,-1 0 3 0,1 1 7 0,-2-1-16 16,1 1 8-16,-2 1 1 0,-4-5 0 0,11 6-2 15,-4-3-3-15,-1 2 2 0,-2-1 4 0,1 1-3 16,0-2-2-16,-5-3 3 0,9 7-3 0,-4-2-1 15,2 0 0-15,-4 0 6 0,4-1-2 0,-3 0-10 16,1 0 11-16,0 1-7 0,-5-5 4 0,10 7-1 16,-6-2-1-16,1-1 2 0,0-1-1 0,-1 3 4 15,0-1-6-15,-4-5-2 0,10 8 2 0,-6-3 0 16,0-2-1-16,0 2 3 0,-4-5-1 0,7 10 14 16,-2-6-9-16,-1 0 7 0,0 1-1 0,0 1-11 15,-4-6-1-15,6 9 3 0,-1-5 2 0,-1 2 1 16,1 0-3-16,-1-1-3 0,1 0 6 0,-5-5 0 15,5 8-2-15,-2-4 2 0,1 1 0 0,-4-5-4 16,9 7 15-16,-7-4-14 0,1 3-5 0,-3-6-2 16,7 6 6-16,-4-1 2 0,-3-5-5 0,7 6 5 15,-5-3 2-15,-2-3-7 0,6 9 3 0,-3-3-5 16,-3-6-1-16,5 7 8 0,-2-1-4 0,0-2 2 16,-3-4-5-16,6 8 5 0,-4-4 3 0,-2-4-3 15,5 10-4-15,0-5 2 0,-2-2 6 0,-1 3-9 16,-2-6 6-16,7 8-3 0,-6-3-3 0,3 0 5 15,-4-5-4-15,5 10-3 0,-2-6 3 0,-3-4 3 16,5 10-1-16,-3-5-4 0,1-1 0 0,-3-4 0 16,5 11 6-16,-4-9-4 0,-1-2 1 0,4 9-1 15,-4-9 2-15,3 9 1 0,-1-5-1 0,-2-4 2 16,4 9-7-16,-4-9 3 0,5 7-4 0,-4-2-4 16,-1-5 11-16,3 8-2 0,-3-8-4 0,4 7 2 15,-3-1-3-15,-1-6 3 0,3 8 3 0,-3-8 4 16,3 8-4-16,-3-8-2 0,3 9 13 0,-3-9-17 0,3 8-5 15,-1-4 10-15,-2-4-1 0,3 9 4 16,-2-3 1-16,-1-6-4 0,5 9-5 0,-2-4 7 16,-3-5-4-16,2 10 4 0,-2-10-14 0,1 9 13 15,2-1 4-15,-2-2-7 0,-1-6 7 0,2 10 0 16,0-2 3-16,-2-8-2 0,3 10-2 0,-1-4 1 16,-2-6 3-16,3 12 2 0,-2-7-2 0,0 2 4 15,-1-7-2-15,3 11 7 0,-2-7-11 0,-1-4-2 16,4 9-2-16,-4-9 5 0,2 9-5 0,-2-9 2 15,3 8-7-15,-3-8 3 0,1 5 4 0,-1-5 1 16,3 8-1-16,-3-8 3 0,0 0-13 0,1 7 13 16,-1-7-2-16,0 0-8 0,4 5 5 0,-4-5 0 15,0 0-1-15,3 7-1 0,-3-7 7 0,0 0 1 16,0 0-3-16,2 6 2 0,-2-6-7 0,0 0 1 16,3 7 2-16,-3-7 0 0,0 0-10 0,0 0 8 15,0 0-3-15,0 0 3 0,1 6-3 0,-1-6 1 16,0 0 1-16,0 0 2 0,0 0 4 0,0 0-4 15,4 6-9-15,-4-6 10 0,0 0-3 0,0 0-7 16,0 0 4-16,0 0-7 0,0 0-21 0,0 0-15 16,0 0-22-16,0 0-19 0,0 0-28 0,0 0-26 15,0 0-31-15,-17 0-27 0,9 0-30 0,8 0-44 16,-20-3-33-16,7 3-189 0,-1-3-532 0,-2-1 236 16</inkml:trace>
  <inkml:trace contextRef="#ctx0" brushRef="#br0" timeOffset="-195073.38">7474 14092 104 0,'-3'-11'165'0,"3"11"-7"0,-2-10-3 0,2 10-5 15,-3-10-10-15,0 5-8 0,3 5-2 0,-1-8 0 16,1 8-7-16,-3-8-12 0,3 8-10 0,0 0-14 0,0 0-8 16,0 0-12-16,0 0-6 0,0 0-5 15,0 0-1-15,0 0-2 0,0 0-7 0,5 29 2 16,-2-15-2-16,-1 5 7 0,2-1-2 0,0 2 1 16,-1 6-1-16,-2-2 3 0,1 2 3 0,1-2 0 15,0-4-2-15,-2-1 1 0,-1 7-6 16,0-1-3-16,1-8 0 0,1 2-8 0,-1 0-1 0,0-1-6 15,5-3-2-15,-3 1-1 0,1-3-4 0,-3-1-1 16,2-2-3-16,-2 0 0 0,1 0-5 0,1 0 4 16,-2-2-6-16,-1-3-2 0,3 2-1 0,-2 0 0 15,-1-7-11-15,0 0-10 0,0 13-8 0,0-13-7 16,0 0-7-16,1 5-15 0,-1-5-22 0,0 0-20 16,0 0-26-16,0 0-28 0,0 0-14 0,0 0-19 15,-10-32-16-15,9 22-5 0,0-3-120 0,-1-4-344 16,1 1 153-16</inkml:trace>
  <inkml:trace contextRef="#ctx0" brushRef="#br0" timeOffset="-194787.36">7524 14150 59 0,'8'-9'121'16,"-4"4"-6"-16,2 0-9 0,1 2-11 0,3-2 5 15,0 3-1-15,2-1-9 0,0 1 0 0,-1 1-10 16,0 1-4-16,-1 1-5 0,2 1-4 0,-2 1-8 15,-1 2 4-15,1 0-4 0,-2 1-5 0,-2 4-6 16,1-4 0-16,-4 4-3 0,1-1 0 0,-2 1-3 16,-2 1 2-16,0 0-3 0,-3 1-2 0,0-1 5 15,-2 1 0-15,-2 2-1 0,-1-3-7 0,2 0-3 16,-2 0 1-16,-1-2-1 0,-2 3-1 0,-2-1-4 16,-1-1-1-16,3-4-4 0,1 3-2 0,-4-2-3 15,3-1 0-15,1 0-1 0,-1-2 0 0,2 0-6 16,-2-1-20-16,4 1-11 0,2-2-20 0,5-2-29 15,-10 3-33-15,10-3-38 0,-10 0-43 0,10 0-96 16,0 0-302-16,0 0 134 0</inkml:trace>
  <inkml:trace contextRef="#ctx0" brushRef="#br0" timeOffset="-194433.26">7777 14150 118 0,'3'-3'188'0,"-3"3"-8"0,0 0-13 0,0 0-18 16,5-4-11-16,-5 4-20 0,0 0-14 0,0 0-10 16,0 0-5-16,0 0-10 0,0 0-9 0,9-3-2 15,-9 3-4-15,0 0-8 0,12-1 0 0,-12 1-7 16,11 2-1-16,-11-2 0 0,13 2 3 0,-13-2-2 15,14 0-1-15,-6 1-2 0,-8-1-3 0,14 0 0 16,-7 0-4-16,1 0 0 0,-8 0-2 0,14-1-7 16,-3-2 1-16,-3 2-4 0,2-2 3 0,-2 1-5 15,1 1-4-15,0-2-3 0,1 1-2 0,0 0-1 16,1-1-2-16,-2 0-3 0,-1 0-12 0,0 2-13 16,-8 1-17-16,11-4-15 0,-11 4-20 0,11-1-7 15,-11 1-24-15,6-2-12 0,-6 2-24 0,0 0-22 16,4-5-21-16,-4 5-90 0,0 0-290 15,0 0 128-15</inkml:trace>
  <inkml:trace contextRef="#ctx0" brushRef="#br0" timeOffset="-194226.8">7887 14033 151 0,'-7'-8'171'0,"7"8"0"0,-4-7-9 15,4 7-14-15,-3-5-17 0,3 5-16 0,0 0-10 16,0 0-14-16,0 0 4 0,0 0 3 0,0 0 9 15,3 26-1-15,-2-14-8 0,0 3-5 16,2 2-12-16,-3-1-4 0,0 1-3 0,0 1-6 16,-1 0-3-16,1 0-15 0,-2 0-4 0,1 1-4 0,0-1-1 15,-1 0-26-15,1-1-26 0,-1-1-42 0,-1-1-23 16,3-3-60-16,-1 1-55 0,-2-1-132 0,1 0-349 16,1-3 154-16</inkml:trace>
  <inkml:trace contextRef="#ctx0" brushRef="#br0" timeOffset="-194064.5">7988 14221 112 0,'-9'-6'82'0,"9"6"-29"0,0 0-38 0,0 0-59 16,-19 10-48-16,13-8 22 0</inkml:trace>
  <inkml:trace contextRef="#ctx0" brushRef="#br0" timeOffset="-192928.91">4253 12218 84 0,'-4'-7'194'0,"4"7"-13"0,-4-7-9 16,4 7-21-16,-3-6-9 0,3 6-19 0,0 0-16 16,0 0-13-16,0 0-7 0,0 0-3 0,0 0-8 15,0 0-4-15,0 0-6 0,0 0-10 0,11 25-1 16,-7-11-3-16,-1 0-1 0,0-2-5 0,1 3 2 16,-1-3 1-16,0 3 8 0,1 1-1 0,-1-4-5 15,-2 1 0-15,1-1 2 0,1-1-10 0,-2-1-3 16,2 0-5-16,-1-1-6 0,0-2-1 0,-1 0-1 15,3-1-3-15,-4-6-2 0,2 12 1 0,-1-7-4 16,-1-5 1-16,3 8-4 0,-3-8-1 0,0 0 6 16,1 6 8-16,-1-6 10 0,0 0 9 0,0 0 10 15,0 0 8-15,2 7 2 0,-2-7-4 0,0 0-1 16,0 0-4-16,0 0-1 0,0 0-8 0,0 0-5 16,-9-24-3-16,9 24 10 0,-2-15-17 0,2 5-7 15,0-2-3-15,3-5-3 0,-2 5 4 0,4-5-9 16,0 0-2-16,2-1-1 0,1 4-1 0,2-3-5 15,1 0 6-15,1 5-4 0,1-1-7 0,-3 2-2 16,1 3-1-16,0 1 1 0,-1 3-2 0,1 1 1 16,1 2 0-16,-1-1-5 0,1 5 2 0,1 0-3 15,-3 3 6-15,1-1-5 0,0 3 0 0,-1 2 2 16,0 3-1-16,-1-1 5 0,1 4-4 0,-4-6 0 16,1 6 1-16,-2-2 2 0,-1-2-14 0,0 5-15 15,-2-2-17-15,3 3-15 0,-4-1-22 0,1 1-27 16,-2 0-38-16,-2-3-45 0,2 2-37 0,0-3-210 15,-3-4-477-15,0 2 210 0</inkml:trace>
  <inkml:trace contextRef="#ctx0" brushRef="#br0" timeOffset="-192488.58">4756 12335 20 0,'0'0'203'0,"0"0"-18"0,0 0-13 16,0 0-15-16,0 0-19 0,0 0-14 0,0 0-13 15,0 0-10-15,0 0-12 0,0 0-7 0,0 0-6 16,0 0-6-16,0 0-5 0,0 0-14 0,23 6-20 16,-18-4-17-16,-5-2-15 0,14 2-31 0,-7 0-19 15,2 0-20-15,2-1-28 0,-3 1-26 0,-2-1-94 16,-6-1-237-16,16 1 106 0</inkml:trace>
  <inkml:trace contextRef="#ctx0" brushRef="#br0" timeOffset="-192201.5">5019 12081 196 0,'0'0'193'0,"0"0"-3"0,0 0-18 0,0-9-16 15,0 9-19-15,0 0-13 0,0 0-7 0,0 0 11 16,0 0 1-16,8 24-7 0,-6-12-13 0,1 3-2 15,2 5-4-15,0 2-6 0,-3 4-2 0,-2-6-8 16,1-1-10-16,0 1-3 0,-2-1-10 0,0 6-4 16,1-6-7-16,1-2-8 0,-1 0-3 0,-1 0-2 15,1-5 1-15,0-1-20 0,1 0-16 0,-1-1-22 16,-1 1-12-16,2-1-19 0,-1 0-15 0,1-3-19 16,-1 1-19-16,0-8-24 0,2 11-25 0,-2-11-13 15,1 8-22-15,-1-8-119 0,0 0-329 0,-3 8 146 16</inkml:trace>
  <inkml:trace contextRef="#ctx0" brushRef="#br0" timeOffset="-191719.07">4957 12273 54 0,'-1'-8'136'16,"1"8"-7"-16,2-9-11 0,-2 9-12 0,4-9-4 15,0 6-7-15,2 0-5 0,2-1-6 0,2 4-3 16,-1-4-9-16,2 1-5 0,-2 3 0 0,3 0 1 15,-1-2-16-15,2 1 1 0,0 2-8 0,-1 1-3 16,-1 0-3-16,-1 1 0 0,1 2-7 0,-1-1 1 16,0 1-3-16,-2 0 2 0,-2-2-2 0,2 4 5 15,-2 0-4-15,-1-3-3 0,0-1-4 0,-1 5 2 16,1-4 6-16,-1 1 3 0,1 0-2 0,0-1-1 16,-5-4-8-16,8 7 7 0,-3-4 0 0,0 1 1 15,0-1-2-15,-5-3 1 0,13 3 3 0,-5-1 1 16,-2-1 3-16,-6-1-4 0,19-3-2 0,-12 2 0 15,3-4-1-15,-1 1 3 0,-3 3-3 0,3-5 2 16,-1 0-1-16,2-1 0 0,-2 0 2 0,-3 0 8 16,0-1 1-16,0 1-4 0,-1 1 16 0,-2 0-9 15,1-1-3-15,0 1-5 0,-3 6 1 0,3-10 0 16,-3 10 1-16,0-9 0 0,0 9-4 0,4-6-2 16,-4 6-7-16,0 0-4 0,2-8-9 0,-2 8 0 15,0 0-7-15,0 0 2 0,0 0-1 0,0 0 0 16,0 0-1-16,3 23-1 0,-1-13 1 0,-1 1 0 15,-1 4 4-15,1 0 3 0,-1 2 2 0,0-1-1 16,4 0 2-16,-5-3-5 0,-2-2 2 0,6 4-2 16,-2 2 3-16,0-5-5 0,-1 0 1 0,0 0-16 15,2-2-15-15,-1 1-20 0,-2-3-21 0,3 3-24 16,-2-6-23-16,0-5-32 0,3 12-32 0,-1-7-32 16,1 0-32-16,-3-5-153 0,4 5-420 0,-4-5 186 0</inkml:trace>
  <inkml:trace contextRef="#ctx0" brushRef="#br0" timeOffset="-191444.96">5508 12136 27 0,'-3'-15'217'16,"2"2"0"-16,1 3 0 0,-2 1-4 0,2 9-10 15,-1-13-13-15,1 13-18 0,0-10-19 0,0 10-20 16,0 0-13-16,0 0-11 0,0 0-5 0,0 0 8 15,13 23-3-15,-5-5-10 0,-4 1-3 0,2 4-3 16,-4 3 1-16,2 2-4 0,0-1-5 0,-4 1-7 16,1 1-3-16,-1-2-9 0,0-8-8 0,2 1-4 15,-1 5-3-15,-1-5-6 0,0-3-3 0,0 1-5 16,0-1-8-16,-1-2-21 0,-1-3-17 0,1 0-25 16,1-1-23-16,-2-2-24 0,2-1-26 0,-2 0-24 0,2-8-29 15,-1 11-36-15,1-11-35 0,-5 8-168 16,5-8-432-16,-8 3 193 0</inkml:trace>
  <inkml:trace contextRef="#ctx0" brushRef="#br0" timeOffset="-190930.36">5572 12228 83 0,'3'-3'138'0,"3"-1"-7"16,-6 4-10-16,11-3-8 0,-11 3-5 0,9-1-8 0,-9 1-16 15,0 0-2-15,12 6-9 0,-10-2-7 16,1 4-1-16,-2-3-3 0,-1-5-5 0,0 14-1 0,-1-7-11 16,1-7 2-16,-3 14-6 0,2-7-4 15,-2 0-7-15,3-7-3 0,-4 11 2 0,3-6-3 16,-3 1-8-16,4-6 4 0,-4 7-6 0,4-7 0 0,-2 6-5 16,2-6 2-16,0 0-4 0,-3 8 4 0,3-8-7 15,0 0-3-15,0 0 3 0,2 11 5 16,-2-11 2-16,0 0 5 0,3 6 0 0,-3-6 8 15,7 3 3-15,-7-3 2 0,9 0-1 0,-9 0 1 0,12 0-1 16,-4-2 0-16,1 1-4 0,3-5-1 0,0 2-1 16,1-2-3-16,4 1-4 0,-3-2 2 0,5-3-2 15,-7 4 3-15,5-1-3 0,1-2-4 0,-2-4 0 16,-1 1 0-16,-3 1 3 0,0-2 9 16,0 1-14-16,-3 4 0 0,2-3 0 0,-2 2 0 0,-2 0 14 15,-1 0 3-15,-2 0-2 0,-3 1 2 0,2 2 0 16,-2-2 4-16,-1 8 9 0,-1-10 9 0,1 10-3 15,-3-9 6-15,3 9-11 0,-4-6-5 0,4 6-4 16,0 0-5-16,-14 1 2 0,14-1-1 0,-15 10 3 16,7-1 4-16,0 3 1 0,-3 1 2 0,1 1-6 15,1 1-1-15,4-1-2 0,0 2 3 0,-2-1-2 16,6 2-6-16,0-3 0 0,-1-1-1 0,1-3-3 16,2 0 0-16,2 0-16 0,0 1-26 0,0-4-23 15,5 2-27-15,-2-2-31 0,1-1-29 0,1 0-34 16,3-2-36-16,0-1-30 0,0 0-160 0,0-5-425 15,1 2 188-15</inkml:trace>
  <inkml:trace contextRef="#ctx0" brushRef="#br0" timeOffset="-190781.89">6045 12311 54 0,'2'-6'190'15,"-2"6"-7"-15,0 0-10 0,0 0-14 0,0 0-17 16,0 0-16-16,0 0-15 0,0 0-22 0,0 0-32 15,0 0-30-15,0 0-41 0,0 0-39 0,0 0-54 16,-18 14-83-16,13-10-206 0,5-4 92 0</inkml:trace>
  <inkml:trace contextRef="#ctx0" brushRef="#br0" timeOffset="-178981.46">3955 11813 11 0,'0'0'38'0,"0"0"-6"0,0 0 1 15,0 0-5-15,0 0-2 0,0 0 3 0,0 0-8 16,0 0 1-16,0 0-3 0,0 0-5 0,0 0 0 16,0 0-3-16,0 0 3 0,-10 2-3 0,10-2-3 15,-5 4-1-15,5-4 0 0,0 0-1 0,-8 5 3 16,8-5 0-16,0 0 2 0,-6 3 4 0,6-3-5 15,0 0 3-15,0 0-2 0,0 0 5 0,-7 4-3 16,7-4 2-16,0 0-2 0,0 0-2 0,0 0 1 16,0 0 3-16,0 0-5 0,0 0 6 0,0 0-5 15,0 0 2-15,0 0-2 0,0 0 0 0,0 0 6 16,0 0-13-16,0 0 4 0,0 0 0 0,0 0-5 16,0 0 2-16,-6 4-2 0,6-4 8 0,0 0-8 15,0 0-1-15,0 0-1 0,0 0 2 0,0 0 0 16,0 0 0-16,0 0-9 0,0 0 11 0,0 0 1 15,0 0-6-15,0 0 1 0,0 0-5 0,0 0 16 16,16 6-4-16,-16-6-8 0,0 0 0 0,7 4-4 16,-7-4 3-16,0 0-2 0,6 4 3 0,-6-4-2 15,0 0 7-15,8 2-11 0,-8-2 5 0,0 0-1 16,0 0 2-16,0 0 8 0,5 4-7 0,-5-4-1 16,0 0 5-16,0 0-6 0,0 0-1 0,0 0 8 15,0 0-1-15,0 0 11 0,0 0-1 0,0 0-10 16,0 0 6-16,0 0 0 0,0 0 2 0,0 0 12 15,0 0-3-15,0 0-2 0,0 0-11 0,0 0 5 16,0 0 4-16,0 0-1 0,0 0-1 0,0 0 2 16,0 0 1-16,0 0-4 0,0 0 1 0,0 0-3 15,0 0 1-15,0 0-6 0,0 0 6 0,0 0 2 16,0 0-6-16,0 0-1 0,0 0 8 0,0 0-9 16,0 0 6-16,0 0-11 0,0 0 2 0,0 0-10 15,0 0 6-15,0 0 5 0,0 0-4 0,0 0-4 0,0 0 3 16,0 0 4-16,0 0 3 0,0 0-9 15,0 0 1-15,0 0 0 0,0 0-1 0,0 0-2 16,0 0 1-16,0 0-3 0,0 0 6 0,0 0 1 16,0 0 0-16,5 7-2 0,-5-7 1 0,0 0 4 15,0 0 0-15,6 3-3 0,-6-3 0 0,0 0 3 0,9 0 4 16,-9 0-7-16,0 0 2 0,12 2 7 16,-5-2-1-16,-7 0-4 0,15-2 9 0,0 2-3 15,-7-2 1-15,2 1-5 0,3-1 2 0,1 1-2 16,0 1 10-16,-3-3-12 0,8 1 0 0,-8-1 2 15,1 0 1-15,1 1-4 0,-1 1 1 0,2 1-6 0,-3-2 2 16,1 2 2-16,-1-2 7 0,-2 1-11 16,2-2 8-16,0 3-7 0,-2-1 3 0,-9 1-5 15,13-1 2-15,-13 1 0 0,11 0 0 0,-11 0 0 16,9 0 0-16,-9 0-1 0,0 0 3 0,9-2-7 0,-9 2 8 16,0 0-2-16,0 0 3 0,9 2 0 15,-9-2 11-15,0 0-1 0,0 0 11 0,0 0 3 16,0 0 0-16,0 0 5 0,0 0 5 0,0 0-3 15,0 0 4-15,0 0-7 0,0 0 1 0,0 0-1 16,0 0 2-16,0 0-6 0,0 0-1 0,0 0-3 0,8 1-2 16,-8-1-1-16,0 0 1 0,0 0-2 0,0 0-1 15,0 0-6-15,0 0 2 0,0 0 1 0,0 0-2 16,0 0 5-16,0 0-7 0,0 0-5 16,0 0 3-16,0 0-2 0,0 0 0 0,0 0-3 0,0 0 3 15,0 0-2-15,0 0-4 0,0 0 1 0,0 0-2 16,0 0 1-16,0 0 1 0,0 0-2 0,0 0 3 15,0 0-6-15,0 0 1 0,0 0 2 0,0 0-2 16,0 0 1-16,0 0-5 0,0 0-5 16,0 0-8-16,0 0 3 0,0 0-20 0,0 0-13 0,0 0-8 15,0 0-21-15,-26 4-17 0,26-4-15 0,-6 3-15 16,6-3-18-16,-7 7-94 0,2-3-252 0,5-4 112 16</inkml:trace>
  <inkml:trace contextRef="#ctx0" brushRef="#br0" timeOffset="-176563.45">6347 11811 6 0,'-11'4'9'16,"11"-4"0"-16,0 0 3 0,0 0-1 0,0 0-2 15,0 0 8-15,0 0-6 0,0 0-1 0,0 0 2 16,0 0 0-16,0 0-7 0,0 0 3 0,0 0-2 16,0 0 2-16,-5-5 1 0,5 5-3 0,0 0-5 15,0 0 6-15,0 0-4 0,0 0 3 0,0 0 0 16,0 0 1-16,0 0-4 0,0 0 4 0,0 0-4 16,0 0-1-16,0 0 0 0,0 0-1 0,0 0-1 15,0 0 2-15,0 0 1 0,0 0-3 0,0 0 0 16,0 0 9-16,0 0-9 0,0 0-3 0,0 0 3 15,0 0-2-15,0 0 2 0,0 0 0 0,0 0 2 16,0 0 1-16,0 0-4 0,0 0 2 0,2 16-3 16,-2-16 1-16,0 0 1 0,0 0 2 0,0 0-4 15,4 9 4-15,-4-9-6 0,0 0 0 0,0 0 3 16,3 6 2-16,-3-6 2 0,0 0 0 0,2 5-7 16,-2-5-3-16,0 0 7 0,3 8 2 0,-3-8-6 15,2 6 2-15,-2-6 0 0,3 9-1 0,0-3-6 16,-3-6-6-16,1 10-15 0,0-5-31 0,-1-5 14 15</inkml:trace>
  <inkml:trace contextRef="#ctx0" brushRef="#br0" timeOffset="-140693.47">7880 5012 35 0,'0'-10'165'0,"0"10"-1"0,0-9-10 16,0 9-5-16,-3-8 0 0,3 8-6 0,-1-9-5 15,1 9-3-15,0 0-12 0,-3-8-6 0,3 8-11 16,0 0-9-16,0 0-8 0,-1-8-18 0,1 8 3 16,0 0-10-16,0 0-5 0,0 0-4 0,-15 13 0 15,10-9-3-15,-2 6-3 0,-2-1-2 0,0 5-3 16,0 0-4-16,-1 0 1 0,1 3-7 0,0 0-6 15,-4 4 1-15,6-5-4 0,2-1-1 16,0 0-5-16,2-1 3 0,-1 1-5 0,4-3 0 0,1 0-3 16,-1-2 0-16,3 1-3 0,-2-3 1 0,6 2-2 15,-1-3-1-15,4 0 2 0,-1-1 0 0,3-3-2 16,6 0 0-16,-4-1-1 0,0-1 0 0,4-1-1 16,0-3-4-16,1 0 5 0,-4-2-1 0,3-4-3 15,-7 3 4-15,5-3-1 0,-3 0-1 0,-4-1-1 16,1 3 9-16,-4-3 4 0,-1-2 0 0,-1 1-1 15,-1-5 0-15,-2 4-3 0,-2-3 2 0,-6-1-3 16,1-2 0-16,-3 2 5 0,-3 0-11 0,-1 1 1 16,-6-4-7-16,5 6 4 0,-1-1-2 0,0 3-2 15,-1 2-2-15,3 3 0 0,0 2-5 0,1 1-10 16,2 0-9-16,-3 0-12 0,1 3-8 0,2 3-17 16,0 3-15-16,1 1-15 0,1 1-19 0,2 0-39 15,2 5-14-15,3-1-7 0,2 2-14 0,4 4-124 16,4-1-334-16,3-2 147 0</inkml:trace>
  <inkml:trace contextRef="#ctx0" brushRef="#br0" timeOffset="-140243.5">8195 5253 56 0,'0'0'200'0,"0"0"-3"0,0 0-1 15,0 0-15-15,0 0-18 0,0 0-13 0,13-8-12 16,-13 8-2-16,4-7-5 0,-3 1-13 0,-1 6-13 15,3-12-11-15,-1 6-6 0,0-3-10 0,0 1-9 16,1-2-4-16,1-2-3 0,-3 1-9 0,1 2-6 16,1-2-8-16,1-2 3 0,0-3-8 0,-3 0-4 15,3 0-3-15,-3-1-2 0,2 1-1 0,-2 6-6 16,1-1-1-16,-2 1-4 0,2 2 3 0,-1 1-7 16,2 1 3-16,-3 6-2 0,3-9 2 0,-3 9-1 15,0 0-1-15,0-10-1 0,0 10-2 16,0 0 1-16,0-6 0 0,0 6-3 0,0 0 0 0,0 0 0 15,0 0-3-15,0 0 0 0,0 0-2 0,0 0 0 16,0 0 1-16,0 0-2 0,0 0 4 0,3-7-5 16,-3 7 9-16,0 0-8 0,0 0-6 0,11 0 4 15,-11 0 1-15,17 0 1 0,-9 0 1 0,2 0-4 16,-10 0 7-16,19 3-8 0,-10-3 2 16,0 2 2-16,-1 0-2 0,0-1-2 0,-1 1 0 15,1 1 1-15,-2 0 0 0,2 0 0 0,-3 3 4 0,0-2-6 16,3 3 3-16,-4 2 2 0,-1-1-1 15,2 2 4-15,0 1 2 0,-2-1 2 0,1 1-1 0,-4 1 3 16,2 4-1-16,1-3-5 0,0 3-11 16,-1 0-14-16,-1-1-22 0,1 2-13 0,-2-1-45 15,5 3-36-15,-3-4-28 0,0 6-30 0,-1-4-132 0,1 0-354 16,0 1 157-16</inkml:trace>
  <inkml:trace contextRef="#ctx0" brushRef="#br0" timeOffset="-139780.41">7147 5424 181 0,'0'0'199'0,"-3"-6"-5"0,3 6-3 0,0 0-15 16,0 0-12-16,0 0-16 0,0 0-16 0,0 0-14 16,0 0-11-16,7-12-11 0,6 7-10 0,6-1-9 15,8-3-6-15,2 1-4 0,2 0-11 0,0 3-8 16,-1-3-23-16,-1 4-20 0,-3-1-26 0,-8 2-30 15,1 1-26-15,-6 1-35 0,1 0-28 0,-3 1-18 16,-5 1-106-16,0 3-286 0,-6-4 127 0</inkml:trace>
  <inkml:trace contextRef="#ctx0" brushRef="#br0" timeOffset="-139544.92">7150 5373 8 0,'-6'6'124'16,"6"-6"12"-16,-2 10 9 0,2 2 11 0,2 4-11 16,-1 1 2-16,-1 2-1 0,1 0-6 0,-2 6-4 15,1 1-17-15,0 0-14 0,1-2-3 0,-1-5-8 16,0 7-10-16,-1-6-5 0,0 5-5 0,-1-6-9 16,2 1-7-16,-4 5-4 0,3-7-8 0,2 0-2 15,-2-2-7-15,-1 1-4 0,0-2-21 0,2 2-20 16,-1-5-22-16,1 0-30 0,-1-1-38 0,1-1-37 15,-3-1-26-15,3 2-139 0,0-11-324 0,-2 9 143 16</inkml:trace>
  <inkml:trace contextRef="#ctx0" brushRef="#br0" timeOffset="-139243.43">7159 5709 90 0,'7'-3'128'0,"4"-2"3"0,-1 3-11 0,3-2-9 15,0 0-7-15,4 1-8 0,-4 1-9 0,6-2-8 16,2 1-8-16,-3 2-6 0,1-3-10 0,-1 3-7 16,1-2-2-16,-1 3-8 0,-5 0-7 0,0-1-5 15,-2-1 1-15,-2 2-1 0,-1-2-11 0,-1 0-2 16,-7 2 7-16,10-4-9 0,-10 4 6 0,8-6-5 16,-4 3 5-16,-4 3 8 0,4-5 7 0,-4 5 1 15,0 0-3-15,4-7-5 0,-4 7 0 0,0 0-8 16,0 0-2-16,0 0 8 0,0 0-2 0,0 0 3 15,0 0 1-15,1 18-4 0,-4-7 7 0,2-2-6 16,0 1-2-16,-2-1 2 0,2 2-11 0,0 0 6 16,-1-1-28-16,1 2-17 0,1-1-29 0,0 2-33 15,0-2-39-15,0 1-139 0,-1-1-290 16,1-11 128-16</inkml:trace>
  <inkml:trace contextRef="#ctx0" brushRef="#br0" timeOffset="-138781.58">7662 5706 148 0,'6'-7'174'0,"-1"-1"-12"15,1-1-5-15,2 1-9 0,-3-1-2 0,-1-1-8 16,-1 2-8-16,0-3-6 0,0 2-9 15,-2 0-3-15,0-2-5 0,-2 3-10 0,1-2-8 0,-1 0 0 16,-3 1-6-16,4 9-10 0,-5-13-8 0,1 9-1 16,-1 0-10-16,-3-2-3 0,8 6-4 0,-13-2-7 15,13 2-7-15,-15 2 0 0,7 1-8 16,-1 2-1-16,3 3-2 0,-3 0-4 0,1 2 0 16,3 0 1-16,0 1-3 0,0 3-2 0,4-2-2 15,1 1 1-15,2 3-1 0,1-5-1 0,2 1-3 0,3 1-9 16,2-2-9-16,1-1-17 0,2 1-23 15,2-1-26-15,0-2-45 0,2-2-14 0,-1-1-31 0,-2-2-20 16,-3 0-135-16,2 0-346 0,-1-1 154 0</inkml:trace>
  <inkml:trace contextRef="#ctx0" brushRef="#br0" timeOffset="-138552.25">7903 5443 113 0,'2'-9'233'0,"-2"2"-11"0,0 7-19 16,0-9-24-16,0 9-20 0,0 0-18 0,0 0-15 15,0 0-7-15,0 0 2 0,0 0 0 0,5 31-9 0,-2-14-2 16,-3 3-13-16,1 7-5 0,0-2-10 16,-1-6-6-16,-1 7-7 0,2 0-3 0,-2-1-12 15,2 0-3-15,-1-1-13 0,2 1-21 0,-2-8-23 16,1 1-35-16,0-1-41 0,1 2-53 0,0-2-38 15,1-2-188-15,-1-3-391 0,2 2 173 0</inkml:trace>
  <inkml:trace contextRef="#ctx0" brushRef="#br0" timeOffset="-137659.53">8231 5600 147 0,'-8'-2'187'0,"2"-1"-12"0,6 3-12 16,-18 0-14-16,11 0-13 0,-4 3-11 0,2 3-11 15,-1 0-10-15,2-1-7 0,-2 4-8 0,4-1-7 16,-2 2-25-16,3-1 1 0,0 1-13 0,1-1-2 16,2 3-4-16,0-3-6 0,4 2-3 0,0-3 3 15,2 1-4-15,1-1-5 0,-1-1 4 0,4 0-3 16,-1-3-8-16,1 0-6 0,1 0 10 0,1-2-4 16,3-2 1-16,-4 1-6 0,1-4-1 0,1-1-4 15,-2 0 6-15,2-2 0 0,-2-1 0 0,-2-1-2 16,-2-2-5-16,2-1 2 0,-2-1 1 0,-1-3-9 15,-1-2 13-15,0 0-3 0,0-1 0 0,1 1 8 16,-4-1 4-16,1-1-5 0,-2-1 0 0,-2 1-3 16,2 1 3-16,-2 1 7 0,2 4 5 0,-2 0 4 15,1 4 6-15,-1 3 3 0,3 6-15 0,-2-12-2 16,2 12-8-16,-3-6 0 0,3 6-6 0,0 0-1 16,0 0 2-16,-6 19-5 0,2-9 3 0,1 7-1 15,1 2-2-15,-2 7 7 0,1 0-7 0,1-1 1 16,2 2-2-16,0-1-6 0,0-1-13 0,4 0-16 15,-1-1-25-15,1-5-34 0,-1 0-45 0,5 0-45 16,-2-4-188-16,1 2-397 0,1-3 175 0</inkml:trace>
  <inkml:trace contextRef="#ctx0" brushRef="#br0" timeOffset="-136977.49">8626 5703 45 0,'8'-8'188'0,"3"1"-4"15,-1 0-8-15,2-1-8 0,1 2-9 0,1-4-9 16,-3 4-6-16,-1 0-15 0,1-3-11 0,0 4-2 16,-2-2-7-16,-1 0-5 0,2 1-2 0,-5 1-4 15,0-1-2-15,-2 1-10 0,-1-3-6 0,0 0-4 16,0 2-3-16,-2 6 3 0,-1-14-11 0,1 14 4 15,-6-12-12-15,-1 7-5 0,1 0-5 0,-3 3 1 16,1 0-8-16,8 2-7 0,-20 5-3 0,9 0 2 16,-1 8-4-16,-1 0 0 0,1 0-5 0,2 3-1 15,4-2-2-15,-1 2-3 0,2 1 0 0,4-1-1 16,1 0-4-16,3 0-3 0,-1-3-9 0,3-1-14 16,7 1-12-16,-1-1-21 0,2-2-23 0,1 1-18 15,2-1-24-15,1-2-27 0,0-4-19 0,1 1-12 16,0-1 0-16,-2-2 1 0,-2-2 11 0,-1 0 6 15,0-1 9-15,0-2 16 0,-4-1 11 0,-2 2 17 16,1-3 24-16,-3 1 20 0,0-4 24 0,-1-1 16 16,0-1 45-16,-1 1 7 0,-2-2 18 0,0-1 25 15,-1 1 5-15,1-1 16 0,2 2 15 0,-4 1 7 16,1-1 7-16,0 10 6 0,0-14-5 0,0 14-11 16,0-7-20-16,0 7-13 0,0 0-10 0,0 0-7 15,0 0-5-15,0 0-8 0,0 0 2 0,0 0 2 16,8 30-4-16,-4-13 1 0,-1 1-2 0,-2 0-2 15,0 0-2-15,1 1-5 0,-1-3-2 0,-1 1-6 16,3-2-2-16,-1-4-4 0,-2 1-1 0,3-2-3 16,-2-1-4-16,-1 1-1 0,1-5-3 0,-1-5-1 15,0 10 3-15,0-10-1 0,4 10 13 0,-4-10 19 16,0 0 14-16,0 0-1 0,0 0-8 0,0 0-9 16,0 0 3-16,0 0-15 0,0 0-1 0,-18-30-3 15,16 15-6-15,-1-2-3 0,-1-10 1 0,3 2-18 16,0-3-12-16,2-2-14 0,1-1-1 0,1-2-6 15,1 2-8-15,4 0-1 0,1 1 3 0,1 2-8 16,0 2 0-16,4 2 5 0,-1 2-6 0,-5 6-8 16,3 3-17-16,-3 4-17 0,2 2-15 0,0 2-20 15,-2 2-18-15,-8 3-10 0,15 3-19 0,-15-3-31 16,17 11-12-16,-10-1-22 0,-4 1-135 0,1 7-395 16,-2-1 175-16</inkml:trace>
  <inkml:trace contextRef="#ctx0" brushRef="#br0" timeOffset="-136617.12">8925 5717 51 0,'0'0'178'0,"0"0"-8"15,0 0-13-15,0 0-7 0,0 0-12 0,0 0-14 16,0 0 3-16,0 0-17 0,24-12-10 0,-13 7-6 16,-1 3-11-16,2-3-3 0,-1 3-4 0,-1 0-6 15,3-1-7-15,-3 3-9 0,-2 0-10 0,-8 0-5 16,15 2-2-16,-9-1-4 0,0 5 2 0,0 1 1 15,0 2 8-15,-1 0-2 0,-1 0 1 0,0 4 7 16,-4-2-6-16,1 2 1 0,-1 0-3 0,2-1-3 16,-2-1-6-16,1 1-3 0,-1-3-4 0,0 1 1 15,0-3-3-15,1-1-3 0,-1-6 5 0,0 10-4 16,0-10 3-16,0 7 17 0,0-7 19 0,0 0 5 16,0 0-4-16,0 0-11 0,0 0 2 15,0 0-3-15,0 0 1 0,3-34-8 0,-2 21-1 16,-1-2-5-16,1-3-4 0,1-2-6 0,5-5 0 0,-4-2-7 15,2-2-1-15,0 2-10 0,3 0-12 0,2 1-3 16,-1-1-8-16,1 4-14 0,4 0-14 0,-5 8-12 16,-1 0-23-16,2 7-23 0,0-1-34 0,1 4-36 15,-3-2-19-15,3 7-20 0,-11 0-175 0,13 7-415 16,-6 1 185-16</inkml:trace>
  <inkml:trace contextRef="#ctx0" brushRef="#br0" timeOffset="-136325.72">9372 5734 188 0,'9'-7'184'15,"-1"0"-16"-15,0-2-10 0,1 3-10 0,1-4-10 0,0-2-8 16,-2 1-16-16,3-1-3 0,-2 2-11 0,-1-4 1 16,-2 3-10-16,1 0 1 0,-4 2-5 15,0-1-1-15,-2 0-9 0,-2 1 5 0,1 9-6 0,-5-13-6 16,1 6 8-16,-2 3-12 0,1 1-3 15,-2-1 1-15,7 4-9 0,-14-3-1 0,14 3-6 0,-19 7 0 16,10 0-1-16,-2 1-1 0,-1 3-1 0,2 2 0 16,0 3-5-16,-1-3-3 0,4 4 0 0,0-1-4 15,5 1-2-15,1-1-2 0,2-3-3 0,1-1-9 16,6 2-22-16,0-4-18 0,4 2-18 0,2-1-28 16,1-3-34-16,4-1-32 0,-1-3-34 15,3 0-28-15,1-3-20 0,7-1-142 0,-2-1-388 0,-6-3 172 16</inkml:trace>
  <inkml:trace contextRef="#ctx0" brushRef="#br0" timeOffset="-136133.62">9763 5592 181 0,'0'0'170'0,"-5"-13"2"16,1 7 0-16,-1 2-8 0,-2 2-9 0,7 2-7 0,-17 0-2 16,6 3 4-16,0 1-15 0,0 3-8 0,-1 0-4 15,1 5-12-15,-1 2-10 0,1-1-12 16,1 1-3-16,2 0-10 0,2-2-10 0,3 0-3 0,2 0-4 15,1 0-8-15,2 2-17 0,3-6-18 16,2 4-30-16,0-4-25 0,4 0-28 0,4-1-26 16,0-1-36-16,5-4-37 0,1 0-34 0,0-2-115 0,0-4-340 15,8-2 150-15</inkml:trace>
  <inkml:trace contextRef="#ctx0" brushRef="#br0" timeOffset="-135933.49">9978 5473 8 0,'0'-17'214'0,"1"2"8"0,-2-1 7 0,1 4 2 0,0 12 2 16,-1-18-19-16,1 18-17 0,1-9-26 16,-1 9-19-16,0 0-19 0,0 0 0 0,0 0-11 15,0 0-3-15,-2 34-8 0,0-9-4 0,0 0-5 16,2 0-9-16,0 1-10 0,-3 2-4 0,2-2-8 16,0-1-8-16,1 0-8 0,0 0-23 0,0-5-25 0,2-2-32 15,-1 1-29-15,1-1-32 0,-2 0-39 0,2-6-63 16,0 0-50-16,0-1-174 0,-1-3-444 15,-1-8 197-15</inkml:trace>
  <inkml:trace contextRef="#ctx0" brushRef="#br0" timeOffset="-135770.75">9910 5623 185 0,'-4'-9'231'0,"4"9"-14"0,0 0-17 0,-1-8-22 16,1 8-17-16,0 0-16 0,0 0-20 0,0 0-18 15,0 0-12-15,7-6-20 0,-7 6-25 0,0 0-40 16,0 0-62-16,28 7-68 0,-14-5-149 0,6-5-289 16,2 2 129-16</inkml:trace>
  <inkml:trace contextRef="#ctx0" brushRef="#br0" timeOffset="-135330.85">10429 5415 153 0,'-1'-10'244'0,"1"10"-20"0,0-9-18 15,0 9-21-15,0 0-18 0,0 0-22 0,0 0-11 16,0 0 1-16,0 0 2 0,6 27-3 0,-4-7-7 15,0 6 2-15,2 6-10 0,-1-1-6 0,-3 1-28 16,1 2-5-16,0-1-7 0,-2-3-8 0,1 0-1 16,-3 0-11-16,2-4-5 0,0 2-3 0,-2-4-1 15,1-4-5-15,0-2-5 0,0-1-9 0,0-1-8 16,1 0-30-16,0-5-25 0,1 1-34 0,0-2-34 16,0-1-37-16,0-9-23 0,0 9-28 0,0-9-20 15,0 0-133-15,-1 6-375 0,1-6 166 0</inkml:trace>
  <inkml:trace contextRef="#ctx0" brushRef="#br0" timeOffset="-134699.37">10400 5643 57 0,'4'-7'126'0,"1"0"-6"0,0 2 0 0,3 0 0 16,2 1 1-16,1 1-3 0,0 1-5 0,3 3-7 15,-3-1-9-15,4 3-4 0,-2 0-11 0,5 1-5 0,-6 3-7 16,3-1-3-16,-4 2-3 0,0 0 4 15,-2 1-9-15,-2 1 2 0,0-2-5 0,-2 1-2 16,4 0 0-16,-7 1 2 0,0-4 1 0,-2 4-1 16,0-3 3-16,0-7-5 0,0 14-5 0,0-14-2 15,-4 11-2-15,1-7-5 0,3-4-2 0,-2 7-4 0,2-7-1 16,-3 6-1-16,3-6-5 0,0 0-3 16,0 0 4-16,0 0-8 0,0 0 0 0,0 0-5 15,0 0-6-15,0 0-9 0,0 0-4 0,15-15-3 16,-6 5-7-16,5-1-1 0,0-1-2 0,1-2-5 15,6-5 2-15,2 4-2 0,0-3 1 0,-2 2 2 0,-5 3 2 16,5-4 1-16,-7 5 2 0,-1 0 3 0,1 2-4 16,-4-2 3-16,-1 2 1 0,1 3-1 15,-4 1 5-15,2-1 1 0,-3 4 2 0,0-1 5 16,-5 4 8-16,7-9 7 0,-7 9-6 0,5-4-2 16,-5 4 0-16,0 0 3 0,0 0 1 0,0 0-5 0,0 0 6 15,0 0 7-15,-17 26-6 0,7-13 3 0,0 3-3 16,-2-2 1-16,2 2 3 0,1-1-6 15,3 0-4-15,-3-4 0 0,5-1-3 0,0 0 0 16,0 0 4-16,2-3-2 0,2 0 0 0,0-7 2 16,0 15-3-16,0-15 3 0,1 9-1 0,3-6 0 15,-4-3-4-15,10 7 4 0,-2-6 0 0,-1 1 1 16,2-3-5-16,3 0 3 0,-6-3 1 0,4 0 4 16,0-1-5-16,-2-2 0 0,1 0 1 0,-2-1-1 15,0 0 0-15,1-3 1 0,-3 1 1 0,-2 0 2 16,-1-1-1-16,1-6 3 0,-1 7 7 0,0 2 2 0,-2-2 1 15,0 10-2-15,1-11 1 0,-1 11-5 0,0-8-4 16,0 8-4-16,1-7-9 0,-1 7 3 0,0 0-4 16,0 0 11-16,0 0-10 0,0 0 2 15,-1 32-1-15,0-18 1 0,-2 2 7 0,2 0-6 16,0 0-1-16,-1 1 3 0,4-2-12 0,-2-1-15 0,2 1-16 16,1-2-22-16,-1-1-33 0,1-2-44 15,1 0-41-15,2-1-56 0,-2-1-136 0,-4-8-399 16,9 7 177-16</inkml:trace>
  <inkml:trace contextRef="#ctx0" brushRef="#br0" timeOffset="-133815.78">11107 5741 105 0,'0'0'222'0,"0"0"-13"0,1-9 2 16,-1 9-2-16,0 0 2 0,0 0-4 0,0 0-2 15,0 0-13-15,-10-10-13 0,10 10-21 0,0 0-11 16,-3-8-11-16,3 8-18 0,0 0-13 0,1-15-6 15,1 7-8-15,-1 0-21 0,0-2-6 0,3 1-5 16,0-2-7-16,2 1-13 0,-3-1-10 0,2 0 2 16,1-4-10-16,3 2-6 0,-1-3-6 0,-2 7-2 15,1-2-3-15,1 5-2 0,-4-4-1 0,0 6-7 16,1 0-12-16,-5 4 2 0,11-1 2 0,-11 1 6 16,12 3-7-16,-4 2 3 0,1 1-2 0,-4 2 4 15,2 4-1-15,-1-3 1 0,1 4 2 0,-4 1 2 0,0-2 1 16,1-2 3-16,1 0-3 0,-2 2 0 15,4-3 3-15,-5-1 0 0,2-2 3 0,0-1 2 16,1 0 1-16,2-1-1 0,0-1 1 0,1-1 1 16,5-4 0-16,0-1 1 0,5 1-4 0,-3-5 1 15,-1 2 2-15,4-3-7 0,-7 2 6 0,1-1-1 16,-3 0 2-16,2-5-3 0,0 1 2 0,-3-1 2 16,-1 1-2-16,-3-1-3 0,1-3-2 0,-2 3 7 15,-3-1-7-15,2 3-1 0,-1-2 1 0,0 2 1 16,-1 4-3-16,0 6 0 0,0-9-3 0,0 9-3 15,0 0-2-15,0 0 5 0,0 0-6 0,0 0 4 16,0 0 1-16,-4 27 2 0,1-9 1 0,1-2 0 0,0 3 1 16,-1 7 10-16,2-1-12 0,0-6 0 15,1 0 4-15,-2 0 0 0,2-3 4 0,0-1-2 16,0-3 11-16,0 0-6 0,0-2-3 0,2-2 8 16,-2-1-8-16,0-7 0 0,2 10 2 0,-2-10 0 0,5 8 2 15,0-8 2-15,-5 0-5 0,0 0 3 16,15-4 0-16,-8-2-5 0,2-2 2 0,-2 0 2 15,0-3-6-15,2 0 3 0,3-5-4 0,0 0 0 16,-3 0 0-16,3-1 1 0,-2-1-2 0,9-1-1 16,-10 4 0-16,0 0-3 0,3 2 3 0,0-3-1 15,0 2-1-15,-7 4 2 0,3-1 2 0,-3 0 0 0,1 2 2 16,-1 4 0-16,-2-2-3 0,-1 3-3 16,-2 4 0-16,7-5-1 0,-7 5-1 0,0 0 3 15,0 0 2-15,0 0 4 0,-3 21 2 0,1-11 3 16,-1 0-1-16,1 4 2 0,0-3-2 0,-3 1-2 15,5-1 0-15,-2-1-1 0,-1 0-1 0,3-1 2 16,2-1 8-16,1 0-5 0,0-5 0 0,3 3-2 16,-1-3 3-16,6 0 0 0,3-1 0 0,2-3-2 15,6-1-1-15,-4-3 1 0,9-1-2 0,0 0-1 16,-7-1 1-16,-2-3 2 0,2 1-2 0,-2 0 1 16,-2-2-3-16,0-1 6 0,-3-1-4 0,1 2 0 15,-5-2 0-15,0-1-5 0,-1 1 3 0,-2 3 0 16,-1 0 2-16,-2 2-2 0,-1 2 0 0,0 0 1 15,-2 6-1-15,2-10-3 0,-2 10-4 0,0 0 3 16,0 0-3-16,0 0 5 0,0 0 1 0,0 0 1 16,-6 26 10-16,2-15 4 0,-1 0 4 0,0 1-4 15,0 4 0-15,-1-1 2 0,4-3-1 0,-3 5 5 0,1-5-10 16,2 5 2-16,0-5-3 0,-3 5 3 16,4-5-3-16,-1-1-27 0,2 1-20 0,-2-3-24 0,0 2-24 15,0-1-38-15,-1-1-53 0,2-2-52 16,0 0-226-16,1-7-490 0,-4 12 217 0</inkml:trace>
  <inkml:trace contextRef="#ctx0" brushRef="#br0" timeOffset="-133405.78">12111 5286 163 0,'0'0'269'0,"4"-8"-7"0,-4 8-16 0,0 0-18 16,0-5-20-16,0 5-19 0,0 0-20 0,0 0-9 15,0 0 6-15,6 16-6 0,-4 2 9 0,0 6-9 16,-2 5-3-16,0-3-16 0,0 3-5 0,0 0-11 16,-2-1-4-16,2-1-15 0,-2-1-10 0,-1 2-10 15,1-2-2-15,1 2-16 0,1-3-15 0,0-6-25 16,0 0-34-16,0 0-27 0,0-2-20 0,-2-1-38 15,0 0-26-15,2-5-32 0,0-1-38 0,0-3-35 16,0-7-21-16,-5 11-199 0,2-8-479 0,3-3 213 16</inkml:trace>
  <inkml:trace contextRef="#ctx0" brushRef="#br0" timeOffset="-133087.72">12084 5514 42 0,'5'-5'119'0,"0"2"-9"0,-5 3-4 0,13-2-2 0,-13 2-1 16,16 4-3-16,-10 1-5 0,3 1-4 0,-3 4 4 16,2-1-6-16,-2 2 1 0,1 4 0 0,-2-1-2 15,1 1-4-15,2-3-10 0,-2-2-9 0,-1 2-1 16,1-3-4-16,0 0-9 0,4-3 2 16,-3 0 7-16,1 0 4 0,1-2 1 0,3-4 1 15,-2 0 0-15,3 0-1 0,-3-3-7 0,2-2-4 0,-1 1 9 16,0-1-6-16,-3-3 4 0,3 0-7 0,-3-1 3 15,-2-2-7-15,1-1 2 0,-3-3 0 0,2 2-2 16,-6-4-6-16,0 1 0 0,0 3-7 0,-2-2-2 16,-3 1-6-16,0-3-1 0,1 4-7 0,-1 4-5 15,1-4-11-15,-4 5-16 0,2 3-18 0,-3 2-17 16,-1 0-27-16,-3 6-11 0,2 2-13 0,-7 4-38 16,1 2-28-16,0 1-38 0,0 6-164 0,-3 2-395 15,9-3 175-15</inkml:trace>
  <inkml:trace contextRef="#ctx0" brushRef="#br0" timeOffset="-132722.43">12385 5698 187 0,'17'-9'205'0,"0"3"-3"0,1-3-5 0,-3-1-6 16,3-1-8-16,-2-2-10 0,0 0-17 0,-3 0-15 15,3-1-12-15,-3 0-8 0,-1-3-11 16,3-6 2-16,-3 9-11 0,-5-4-3 0,0 3-11 0,-1-2-1 15,-2-1-7-15,-4 3-2 0,0 0 5 0,-4 4-3 16,2-2-10-16,-3 3-3 0,-1-1-1 16,0 5-2-16,6 6-11 0,-11-10-3 0,5 7-14 0,6 3 0 15,-11-6 1-15,11 6-2 0,-12-4-10 0,12 4-9 16,0 0-8-16,0 0 6 0,0 0-14 16,-12 4-3-16,12-4-5 0,0 0 3 0,0 0-4 0,0 0-1 15,22 18 0-15,-11-14-2 0,0 3 4 0,5 1 1 16,-1-1 0-16,4 0-1 0,-4 3-2 15,1-1 2-15,-3 0-2 0,-3-1 3 0,3 7-1 0,-5 1 1 16,0-2 4-16,-4 1 9 0,-1 2 6 0,1 1 5 16,-2-1-2-16,-2 1-2 0,0-1 0 0,-2-1 2 15,2 1-7-15,-2-5-24 0,2 1-28 0,-2-2-25 16,0 0-43-16,1 0-46 0,4 1-56 0,-1-3-231 16,-2-9-482-16,2 15 213 0</inkml:trace>
  <inkml:trace contextRef="#ctx0" brushRef="#br0" timeOffset="-107815.97">8737 11654 5 0,'0'0'12'15,"0"0"-4"-15,0 0-1 0,0 0 0 0,0 0 4 0,0 0-2 16,0 0-1-16,0 0 3 0,0 0 3 0,0 0-3 16,0 0-2-16,0 0 2 0,0 0 2 0,0 0 0 15,0 0-7-15,0 0 1 0,0 0-3 0,0 0 2 16,0 0-2-16,0 0 0 0,0 0-1 16,0 0 1-16,0 0 2 0,0 0-5 0,0 0-5 0,0 0-2 15,0 0-1-15,0 0 1 0,0 0-7 0,0 0-14 16,0 0-29-16,0 0 14 0</inkml:trace>
  <inkml:trace contextRef="#ctx0" brushRef="#br0" timeOffset="-83951.11">6439 11794 25 0,'0'0'63'0,"0"0"3"0,0 0-1 16,0 0-6-16,0 0-2 0,0 0-15 0,0 0-1 15,0 0-3-15,0 0-2 0,0 0-10 0,0 0-4 16,0 0-5-16,0 0 4 0,0 0-11 0,0 0 9 15,0 0-2-15,0 0-9 0,0 0 4 0,0 0 2 16,0 0-6-16,0 0 2 0,0 0 0 0,0 0-1 16,0 0 4-16,0 0-8 0,0 0 3 0,0 0-3 15,0 0-2-15,0 0 0 0,0 0-1 0,0 0 3 16,0 0-3-16,0 0 0 0,0 0 1 0,0 0-1 16,-24-3-3-16,24 3 2 0,-4 5 6 0,4-5-2 15,0 0-5-15,-4 5-2 0,4-5 1 0,0 0 3 16,0 0 0-16,-3 6 2 0,3-6 14 0,0 0-1 15,0 0 3-15,0 0-1 0,0 0 2 0,0 0 5 16,0 0 0-16,-3 6 8 0,3-6 0 0,0 0-4 16,0 0-1-16,0 0-4 0,0 0-1 0,0 0 0 15,0 0-2-15,0 0 6 0,0 0 1 0,0 0-10 16,0 0 5-16,0 0 4 0,0 0-9 0,0 0 0 16,0 0 8-16,-10-12-7 0,10 12 3 0,0 0-5 0,0 0 1 15,0-11 3-15,0 11-8 0,0 0 0 16,-3-11 10-16,3 11-3 0,-1-8 8 0,1 8 2 15,0 0-4-15,-1-11 1 0,1 11 3 0,-2-7-4 0,2 7-5 16,0-10 1-16,0 10-1 0,0 0-2 0,2-11-3 16,-2 11 2-16,0-10-3 0,0 10 3 0,2-8-6 15,-2 8 3-15,3-10 0 0,-3 10 2 16,2-9 2-16,-2 9-2 0,0-8-3 0,0 8-6 0,3-7 9 16,-3 7-2-16,1-11-6 0,-1 11 3 0,1-8 4 15,1 2-2-15,-2 6-4 0,1-9-6 0,0 2 12 16,-1 7-8-16,4-11 4 0,-1 5 0 15,-2-1 8-15,-1 7-7 0,5-12-2 0,-2 6 2 0,-2 0 0 16,3-4-5-16,-2 4 2 0,-2 6-3 0,4-13 1 16,-3 7-2-16,-1 6 5 0,4-13-2 15,-2 9 1-15,-1-4-4 0,-1 8 3 0,2-13 0 0,0 5 2 16,-1 2-6-16,-1 6 7 0,0-14-4 0,1 7 1 16,-1 7 2-16,2-15 2 0,-2 9-8 0,0 6 2 15,1-12 1-15,0 5-1 0,-1 7-4 0,-1-10 4 16,2 3-6-16,-1 7 4 0,0-12-6 0,1 7 6 15,-1 5-4-15,0-12 4 0,0 12 0 0,0 0 0 16,0-12-1-16,0 12 1 0,0-10-2 0,0 10 1 16,2-10 0-16,-1 4 3 0,-1 6-3 0,0 0 1 15,2-13 3-15,-2 13-1 0,3-10-2 0,-2 4-1 16,-1 6-2-16,0-9 2 0,0 9-1 0,4-10 1 16,-4 10-1-16,1-8-2 0,-1 8 2 0,3-7 1 15,-3 7-3-15,0 0 2 0,1-10-3 0,-1 10 1 16,3-4 3-16,-3 4-3 0,0 0 1 0,2-10-2 15,-2 10 3-15,0 0 0 0,2-8 2 0,-2 8 3 16,0 0-4-16,4-8 3 0,-4 8-4 0,0 0 0 16,1-8 2-16,-1 8 2 0,0 0-4 0,1-7-2 15,-1 7 2-15,0 0-1 0,0 0-1 0,0 0 1 16,0 0-2-16,1-9 0 0,-1 9 1 0,0 0-1 16,0 0-2-16,0 0 0 0,0 0 1 0,0 0 5 15,0 0-5-15,0 0 3 0,0 0-4 0,0 0 4 16,0-8-4-16,0 8-1 0,0 0 0 0,0 0 3 15,0 0-3-15,0 0-1 0,0 0 3 0,0 0 1 16,0 0-3-16,0 0-5 0,0 0 3 0,0 0 3 0,0 0 0 16,0 0-6-16,0 0 7 0,0 0-3 15,0 0 3-15,0 0 0 0,0 0-2 0,14 2 5 16,-14-2-2-16,0 0 0 0,11 1 0 0,-11-1-5 16,0 0 3-16,15 3 2 0,-9-2 0 0,3-1 0 15,3 0-1-15,-2 0 5 0,0 1-5 0,3 0 1 16,-2-1 1-16,1 0-1 0,2 0 1 0,-1 2-4 15,-1-4 1-15,5 2-3 0,1 0 0 0,0-1-1 16,2 0 0-16,2-1 0 0,-1-1-3 0,2 1 6 0,5-2-2 16,0 2-3-16,0-3 1 0,-1 2-2 0,-4 3-2 15,2-5 3-15,2 3-1 0,1-3 2 0,-7 3-2 16,8-3 4-16,-1 1-4 0,0-1 1 16,-1 0 3-16,3 0 1 0,-1 4 0 0,2-5 0 0,-2 3-2 15,-1-4 2-15,2 3 0 0,-4 0 0 0,4 0-6 16,-2 4 4-16,1-4-1 0,-1 1-1 0,0 0-2 15,1-1 0-15,0 3 0 0,-2-1 0 16,1-2 0-16,-1 1-1 0,1 1 2 0,0-1-2 0,-1-1 3 16,1 1 4-16,-5 1-5 0,-2 1 0 0,0-2 1 15,0 1-3-15,-1 0 1 0,2 0 0 0,1 1 4 16,-3 1 1-16,2-2 0 0,1 1-2 0,-1 0 3 16,-3-2-1-16,0 2-6 0,0 1 11 0,0-3-4 15,0 3-3-15,-4 0 6 0,1 0-8 0,-3-1 12 16,2 1-9-16,-3 0 3 0,-1 0 0 0,2 1-3 15,-1-1 1-15,-1 2 6 0,1 0-5 0,-2-2 2 16,1 1 1-16,-3 1-2 0,2-2 0 0,2 1 0 16,-2 0-3-16,0-1 6 0,2 2-5 0,-2-2 6 15,3 0-3-15,-3 0 0 0,1 0-1 0,0-2-1 16,-2 4 6-16,0-4-5 0,1 2 4 0,1 0 1 16,-11 0-7-16,18 0 4 0,-8 0-1 0,-2-1-1 15,2 1 0-15,1 0-1 0,0 0 5 0,-2 0-6 16,4 0-2-16,-4-1 4 0,-9 1-1 0,16-2-1 15,-7 2 4-15,-1 0-2 0,1 0 4 0,2 0 0 16,0-1-3-16,-4 0 2 0,5 0-2 0,-3 1-1 16,-2-2 1-16,-7 2 1 0,13-1 0 0,-13 1-4 15,13 0 8-15,-5-1 1 0,-8 1-8 0,12-1 1 16,-12 1 1-16,11-2 0 0,-11 2-3 0,10 0 2 16,-10 0 0-16,10 0 2 0,-10 0-4 0,0 0 2 15,9 0 0-15,-9 0 2 0,0 0-2 0,9 2 0 16,-9-2-1-16,0 0 2 0,6 2 0 0,-6-2-1 0,0 0 0 15,0 0-5-15,7 4 3 0,-7-4 4 16,0 0 0-16,0 0 1 0,0 0 2 0,3 5-4 16,-3-5 12-16,0 0 2 0,0 0 4 0,0 0-5 0,0 6 0 15,0-6 1-15,0 0 2 0,0 0-3 16,0 0-4-16,0 0 1 0,-3 13-2 0,3-13 2 0,0 0-4 16,-3 9 6-16,3-9-2 0,-1 10 5 15,1-10-3-15,-1 10 1 0,1-10 4 0,-2 12-6 0,1-5 0 16,1-7-6-16,-1 13 8 0,0-6-2 0,1-7-3 15,0 13 2-15,-2-6-2 0,4 3 6 0,-4-1-1 16,2 0 3-16,-1 2 3 0,-2-2-2 16,2 0 1-16,-1 1-3 0,0 2 1 0,0-2-4 0,0 0 1 15,1 0-3-15,0 0 5 0,0-1 1 0,-2 2-2 16,-1-2 0-16,4 1-4 0,0-3-1 0,-1 1 4 16,1 1-3-16,0 1 2 0,0-10 0 0,0 17 3 15,1-8-3-15,-1-1 0 0,2 3 1 0,-2-3 0 16,2 1-7-16,-1-1 6 0,2 1-3 0,-2-2 3 15,0 0-5-15,-1 0 4 0,2 3-3 0,-2-10 3 16,1 15-5-16,-1-6-1 0,1 0 1 0,-1-1 2 16,2-3-2-16,-1 3 0 0,-1 2-1 0,1-3 0 15,0 0-2-15,-1-7 0 0,2 16 4 0,-2-9-3 16,0-7 0-16,0 13-1 0,1-7 1 0,-1 1 4 16,0-7-1-16,1 13-5 0,-1-7-3 0,0-6 4 15,2 12-5-15,-2-12 5 0,0 7-1 0,0-7 1 16,0 10 0-16,0-10-1 0,1 6-2 0,-1-6 6 15,0 10-3-15,0-10 1 0,0 9 0 0,0-9 0 16,-3 11 2-16,3-11-1 0,-1 8 1 0,1-8-2 16,-3 11 1-16,1-5 0 0,2-6-3 0,-3 9 4 15,3-9-2-15,-4 8 0 0,4-8-4 0,-2 7-10 16,2-7-6-16,0 0-11 0,0 0-21 0,-6 4-19 16,6-4-23-16,0 0-26 0,0 0-27 0,0 0-20 15,-15-7-26-15,15 7-163 0,-12-4-381 0,0 0 169 16</inkml:trace>
  <inkml:trace contextRef="#ctx0" brushRef="#br0" timeOffset="-83530.47">6963 11177 100 0,'0'0'137'0,"-15"16"10"0,5-2 3 16,-4 6-3-16,-4 6-4 0,-3 3-13 0,-8 10-10 15,-2 4-14-15,2-3-1 0,2 1-16 0,-1 0-11 0,8-10-4 16,-7 10-7-16,6-10-7 0,3 0-10 0,2-1-27 15,2-2-29-15,0 1-31 0,3-3-47 0,1-1-54 16,2-2-106-16,5-9-264 0,-2-2 117 0</inkml:trace>
  <inkml:trace contextRef="#ctx0" brushRef="#br0" timeOffset="-83311.61">7200 11191 115 0,'-21'28'166'0,"10"-12"-7"0,-4 7-5 0,-5 1-15 16,1 3-11-16,0 1-13 0,1 2-13 0,2-2-10 16,1 3-8-16,1-3-9 0,0 0-5 0,5 0-25 15,-2-1-25-15,2 0-17 0,1-2-40 0,2-6-33 16,2 0-43-16,0-1-96 0,0-1-224 0,3-4 100 15</inkml:trace>
  <inkml:trace contextRef="#ctx0" brushRef="#br0" timeOffset="-83111.36">7385 11301 56 0,'-3'20'156'0,"-2"-4"-19"0,-6 5-5 16,-1 6-8-16,-3 1-17 0,2-1-14 0,2 2-6 16,-6-2-6-16,6 3-16 0,-2-3-16 0,1-2-25 15,2-6-24-15,4-1-26 0,-1 0-29 0,2-2-32 16,-1-1-71-16,2-4-170 0,3-1 76 0</inkml:trace>
  <inkml:trace contextRef="#ctx0" brushRef="#br0" timeOffset="-82916.99">7601 11298 73 0,'0'0'171'0,"0"0"-7"0,-15 35-7 16,5-19-19-16,-2 10-14 0,-3-6-10 0,-1 3-11 15,2 2-10-15,3 0-11 0,-2-2-6 0,3 1-9 16,2-6-18-16,2 0-18 0,-2-2-30 0,0-1-28 15,5 1-24-15,0-5-33 0,0 1-130 0,-2-3-232 0,5-9 104 16</inkml:trace>
  <inkml:trace contextRef="#ctx0" brushRef="#br0" timeOffset="-82724.88">7832 11267 165 0,'0'0'170'16,"-14"29"-12"-16,2-14-10 0,-3 7-15 0,-2 0-6 16,1 1-19-16,0 3-6 0,3-2-13 0,-2 2-4 15,2-2-11-15,-1 1-12 0,0-4-25 0,3 3-26 16,4-7-29-16,-1 0-26 0,0-1-44 0,3 0-133 16,0-5-237-16,3 0 106 0</inkml:trace>
  <inkml:trace contextRef="#ctx0" brushRef="#br0" timeOffset="-82523.81">8006 11294 36 0,'0'0'167'0,"0"0"3"0,4 19-11 0,-8-9-10 15,0 10-13-15,-7 4-16 0,1 3-9 0,-2 0-7 16,-2 2-8-16,3 0-9 0,-2-1-11 0,-1-3-4 15,3 3-14-15,0-4-31 0,-2-3-21 0,2 2-16 16,-1-6-40-16,5-3-30 0,-1 2-35 0,-1-1-106 16,1-6-237-16,6-3 106 0</inkml:trace>
  <inkml:trace contextRef="#ctx0" brushRef="#br0" timeOffset="-82336.19">8220 11294 73 0,'0'0'169'0,"2"15"-8"0,-4-4-11 0,-5 6-16 0,2 2-13 0,-4 5-6 15,-1 0-12-15,-3 4-9 0,2-1-9 0,-2-1-11 16,-1-1-11-16,2-2-29 0,-3 0-41 16,5-6 0-16,2 0-44 0,0-4-39 0,2-1-114 15,1-4-220-15,1-3 97 0</inkml:trace>
  <inkml:trace contextRef="#ctx0" brushRef="#br0" timeOffset="-82154.47">8447 11246 109 0,'-11'29'164'15,"3"-17"-10"-15,-3 4-13 0,0 1-9 0,1 0-13 16,-8 5-9-16,0 1-9 0,3 2-11 0,-3 1-25 15,3 1-23-15,-2 1-24 0,2-3-25 0,-2 1-46 16,0-3-48-16,-2 2-80 0,1-2-196 0,-1 0 87 16</inkml:trace>
  <inkml:trace contextRef="#ctx0" brushRef="#br0" timeOffset="-80535.5">7449 9432 22 0,'-3'-10'126'15,"2"-2"0"-15,-2 2-2 0,1 0-10 0,1 1-3 16,1-1-2-16,-3 3-5 0,3 7-7 0,0-14 1 15,0 14 0-15,0-12-3 0,0 12 0 0,0-12-5 16,0 12-2-16,3-7-3 0,-3 7-9 0,0 0-6 16,-3-10-2-16,3 10-11 0,0 0-7 0,4-6-7 15,-4 6-3-15,0 0-6 0,0 0-5 0,0 0 0 16,0 0-2-16,0 0-1 0,0 0 2 0,2 23-1 16,-2-13-1-16,0 5 3 0,2 2-1 0,-4 1 0 15,2 6 1-15,0 2-2 0,-1 2 1 0,0-2-2 16,-4 1-7-16,5-2 5 0,-1 1 3 0,2-1-1 15,-1 0 5-15,0 0-3 0,0-6 8 0,1 2-4 16,-2 3-4-16,2-5-2 0,-1 1 1 0,3-1-2 16,-3 6 5-16,1 0 1 0,-1-1-2 0,2-5-5 15,1 6 1-15,-2 3 9 0,2-8-11 0,0 6-4 16,-2-7 4-16,3 10-3 0,-2-10 4 0,1 6 1 16,-2-6-4-16,0 0 2 0,2 0-2 0,-1 1-3 15,0-1 3-15,-1 5-4 0,-1-6 0 0,-1 2-1 0,1-1-1 16,0-2-1-16,1-1 0 0,0 3-2 15,-1-1 14-15,3-1-7 0,-6-1 6 0,3 1-3 16,0-2 1-16,-1 1 2 0,0 1 0 0,1-6-4 16,0 2-1-16,1-2 7 0,-1 2-9 0,0 3-4 0,-1-5 1 15,2 2 0-15,-1-1-2 0,1 1 0 0,0-1 1 16,-2 1-2-16,1-2 0 0,0 6 0 16,1-5-1-16,-1 1-1 0,2 2 0 0,-4-5-2 15,2 3 7-15,0-3-7 0,0 3 4 0,2-1-4 0,-1-3 3 16,-2 2-2-16,1 2 5 0,0-1-3 0,-2-1-3 15,4 0 0-15,-4 0 4 0,2-3-6 0,0 2 2 16,0 0-3-16,2 1 2 0,-2-5 3 16,-2 3-1-16,1 0-4 0,0 1-1 0,2-2 1 15,-1 1 3-15,0-2 8 0,0 2 0 0,3 1-15 0,-3-2 5 16,0-8-1-16,0 16 10 0,-2-9-10 0,2 1 1 16,2 2-1-16,-2-10 7 0,-2 13-4 15,1-5-1-15,2-1 2 0,-1-7 2 0,0 14 8 0,-1-7-10 16,1-7 3-16,0 14-4 0,1-9 6 0,-1 3-2 15,0-8-12-15,0 14 9 0,0-8-5 0,0-6 2 16,0 12 2-16,0-4-2 0,0-8-3 0,0 12 6 16,0-6-9-16,0-6 6 0,2 10 8 0,-2-10-16 15,-2 10 7-15,2-10-4 0,2 8 3 0,-2-8 1 16,-2 10 3-16,2-10-4 0,2 9 5 0,-2-9-4 16,-2 10 0-16,2-10 1 0,0 9 0 0,0-9-5 15,0 10 6-15,0-10-1 0,-1 8-1 0,1-8-2 16,1 7 2-16,-1-7-2 0,0 0 0 0,0 0 1 15,-1 10-5-15,1-10 4 0,0 0-3 0,0 0 16 16,3 7-16-16,-3-7 3 0,0 0 0 0,0 0 5 16,0 0-2-16,0 0 3 0,0 0 4 0,0 0-7 15,0 0 2-15,0 0-1 0,0 0 8 0,0 0 0 16,0 0-5-16,0 0 1 0,0 0 2 0,0 0-10 16,0 0 7-16,0 0 2 0,0 0-5 0,0 0-2 15,0 0 3-15,0 0-5 0,0 0-1 0,0 0 6 16,0 0-1-16,0 0 4 0,0 0-1 0,0 0-7 15,0 0 2-15,0 0-3 0,0 0 5 0,0 0-7 0,0 0 1 16,0 0-1-16,0 0 3 0,0 0-4 16,0 0 2-16,0 0 1 0,0 0-6 0,0 0-4 15,0 0 11-15,0 0-7 0,0 0 0 0,0 0-3 16,0 0 4-16,0 0 3 0,0 0 3 0,0 0-12 16,0 0 13-16,0 0-11 0,0 0 2 0,0 0-10 15,0 0-3-15,0 0-20 0,0 0-1 0,0 0-20 16,0 0-14-16,0 0-23 0,0 0-41 0,0 0-32 0,0 0-34 15,0 0-35-15,0 0-26 0,0 0-29 0,0-29-169 16,4 19-500-16,-1 0 221 0</inkml:trace>
  <inkml:trace contextRef="#ctx0" brushRef="#br0" timeOffset="-80365.36">7531 10975 30 0,'0'0'225'0,"0"0"-12"0,-5-10-10 16,5 10-12-16,0 0-17 0,0 0-20 0,-4-7-18 16,4 7-15-16,0 0-31 0,0 0-37 0,0 0-51 15,-4-7-49-15,4 7-54 0,0 0-140 0,0 0-261 16,0 0 116-16</inkml:trace>
  <inkml:trace contextRef="#ctx0" brushRef="#br0" timeOffset="-79028.49">6492 14567 4 0,'0'0'38'0,"0"0"-10"0,0 0-3 0,0 0-5 15,0 0-8-15,0 0-5 0,0-8-13 0,0 8-2 16,0 0-4-16,0 0-6 0,0 0-20 0,0 0 9 16</inkml:trace>
  <inkml:trace contextRef="#ctx0" brushRef="#br0" timeOffset="-77385.72">6498 14532 14 0,'0'0'50'0,"0"0"-8"0,0 0-7 0,0 0 9 15,0 0-8-15,0 0-1 0,0 0 5 0,0 0-6 16,-2-6 4-16,2 6-1 0,0 0-12 0,0 0 12 16,0 0-8-16,0 0 2 0,0 0-5 0,0 0 7 15,0 0-1-15,0 0-9 0,0 0 6 0,0 0-6 16,0 0-1-16,0 0-3 0,0 0 4 15,0 0-4-15,0 0-4 0,0 0 4 0,0 0 3 0,0 0-10 16,0 0 5-16,0 0 2 0,0 0-1 0,0 0 0 16,0 0-10-16,0 0 20 0,0 0-12 0,0 0 7 15,0 0-13-15,0 0 8 0,0 0 0 0,0 0-1 16,0 0-10-16,0 0 6 0,0 0 2 16,0 0-9-16,0 0 4 0,0 0 1 0,0 0-10 0,0 0 6 15,0 0-10-15,0 0 10 0,0 0 0 0,0 0 2 16,0 0-7-16,0 0 3 0,0 0-4 0,0 0 2 15,0 0-4-15,0 0 1 0,0 0 1 0,0 0-3 16,0 0-4-16,0 0 13 0,0 0-6 0,0 0 4 16,0 0-1-16,0 0-2 0,0 0 1 0,16 13-4 15,-12-9 6-15,-1 3-7 0,-1-1-5 0,1 0 13 16,1 3-8-16,-2-3 8 0,1 2 4 0,1 2-3 16,-3-3-4-16,1 4 15 0,0-2-12 0,1 0 3 15,-1-3 0-15,0 4 3 0,-1 0 0 0,1-1-6 16,0 1 0-16,0-3 1 0,-1 4 6 0,1-3 4 15,0 4 3-15,-1-3-2 0,0-2-6 0,1 4 4 16,-1-2-4-16,-1 3-1 0,0-2 2 0,1 1-1 16,1-1-5-16,-1 1 4 0,-1-1 0 0,0 0-2 15,1 1-1-15,-1-1 3 0,-1 2 5 0,0-2-3 16,1 2-11-16,0-5 3 0,0 3 4 16,0 1 0-16,0-1 3 0,0 0 1 0,-2-1-4 0,4 0 2 15,-4 0-2-15,1 0 7 0,1-9-17 0,-1 10 8 16,-1-3 2-16,2-7-3 0,-1 13-1 0,0-7-5 15,1-6 6-15,0 13 2 0,0-13-3 0,0 7 1 16,0-7 2-16,0 0-8 0,0 12-16 16,0-12 22-16,1 6-1 0,-1-6-2 0,0 8 0 0,0-8 8 15,0 0-7-15,0 9-3 0,0-9 1 0,0 0 4 16,0 0-1-16,1 8 5 0,-1-8-8 0,0 0 8 16,0 0-4-16,0 0-4 0,-2 11-5 0,2-11 11 15,0 0-2-15,0 0-5 0,1 10 4 0,-1-10-2 16,0 0 2-16,0 8-4 0,0-8-2 15,1 10 3-15,-1-10 1 0,2 6 1 0,-2-6-4 0,2 6 2 16,-2-6 2-16,5 5 1 0,-5-5-4 0,5 7 2 16,-5-7-3-16,0 0 1 0,5 4 2 0,-5-4-2 15,7 5 1-15,-7-5 3 0,6 3-4 0,-1 0-1 16,-5-3 4-16,13 1 0 0,-6 1 2 16,0 2 0-16,5-4 2 0,-3 1-3 0,1-1 2 0,-1 0 1 15,4 0-3-15,-3 2 1 0,3-2 0 0,-1 0-3 16,1 0 0-16,3 0 5 0,-4 0-11 0,6-2 10 15,1 1-3-15,2 1 2 0,-2-2-6 0,3 0 4 16,-2 0-3-16,2 2-6 0,6-1 3 0,-6 1 6 16,-2 0 0-16,3 0-2 0,-2-2 1 15,0 4 0-15,-1-1-1 0,2-1-2 0,-2 0 1 0,0 0-1 16,1 2-6-16,-2 2 6 0,1-3 2 0,1 1-4 16,-2-2 2-16,0 2 3 0,-1-1-1 0,2 2-2 15,-2-2 3-15,0 1-2 0,0 0 1 0,-1 2 1 16,2-4-2-16,-1 0-5 0,-2 2 10 15,2 1-5-15,0-2 1 0,4-1 1 0,-3 2-1 16,-1-3 1-16,2 4-3 0,-2-2 3 0,3-1 5 0,-1 0-5 16,-2 1-2-16,2-1 0 0,1 0-1 0,-3-2 1 15,1 3-3-15,1-4 2 0,-3 2 4 0,1 2-2 16,1-1-2-16,-1-1-2 0,0 0 2 16,0 0 1-16,0 0 2 0,0-1 2 0,-4 1-4 15,0 0-2-15,3-1 8 0,-4 1-8 0,1 1 0 16,-1 0-1-16,0-1 4 0,1 0-1 0,-2 1 2 0,-1-1-5 15,-1 0 5-15,1 1 2 0,0-1-9 16,-1 1 6-16,1 0-1 0,1-1-1 0,0-1 2 16,-1 1-3-16,1 0 3 0,1-1 2 0,-2 2-2 15,0 0 4-15,1-2 5 0,-1 2-9 0,-2-1 6 16,3-1-5-16,1-2 0 0,-3 4-4 0,3-1 5 0,-3-1-4 16,-2 1 3-16,3-2 3 0,-1 1-1 0,2 1-2 15,-1 0 0-15,0-1-2 0,-1 0 6 0,1-1-9 16,-2 1 5-16,-1-1 1 0,6 1 4 15,-4-1 0-15,-1 1 0 0,0-1-7 0,-1 3 5 16,-1-3-3-16,4 1 5 0,0-2 0 0,-1 2-3 16,1-4-1-16,0 3 4 0,-1 1 1 0,3 0-8 0,-1-2 5 15,-1 1-5-15,1 1 5 0,-1-1-6 0,-3 0 1 16,3 0 10-16,-3 3-10 0,2-3-6 16,2-1 11-16,-3 3-5 0,-2 0 1 0,5-2 1 15,-5 3-2-15,-7 0-1 0,15-3-4 0,-8 2 9 16,2 1-3-16,-1-3 1 0,1 3-2 0,3 0-5 15,-1-2 7-15,-2 1-3 0,5-3 2 0,-1 2-6 0,-1 0 8 16,1 1-2-16,-1 0 2 0,2 1-2 0,-3-4-3 16,2 3-1-16,-7-1 3 0,5 1 0 15,-5 0 6-15,-6 1-4 0,14-3-3 0,-8 2 1 16,-6 1 1-16,11-3 1 0,-11 3-3 0,10-1 3 16,-10 1 0-16,8-1-4 0,-8 1 2 0,0 0 0 15,0 0-3-15,9-1-3 0,-9 1 3 0,0 0 0 0,0 0 2 16,0 0-1-16,10 0-6 0,-10 0-9 15,0 0-10-15,5 4-2 0,-5-4-13 0,0 0-11 16,0 0-14-16,0 0-17 0,0 0-16 0,6 3-8 16,-6-3-11-16,0 0-12 0,0 0-104 0,0 0-253 15,0 0 113-15</inkml:trace>
  <inkml:trace contextRef="#ctx0" brushRef="#br0" timeOffset="-76849.42">8919 14613 30 0,'-7'-9'138'0,"7"9"-8"0,-6-10-3 0,6 10-9 15,-12-12-15-15,6 9-4 0,-4-3-9 0,10 6 5 16,-14-8 0-16,6 4 5 0,8 4-3 0,-14-7-5 16,14 7-5-16,-10-4-10 0,10 4-4 0,-13-5-11 15,13 5-4-15,-9-4-3 0,9 4-5 0,-5-1-7 16,5 1-2-16,-7-4-1 0,7 4-4 0,0 0-5 16,0 0-7-16,0 0 3 0,-10-2-10 0,10 2-2 15,0 0 2-15,0 0-4 0,0 0-2 0,0 0 1 16,0 14-8-16,0-14 7 0,3 17 0 0,-2-5-1 15,2-3 0-15,-2 5 1 0,0-2 0 0,0 6-6 16,1-3 2-16,-1 2 7 0,2 1-2 0,-1 0 0 16,0 1 1-16,-2-1 2 0,0 1-3 0,-2 0 1 15,2 6 0-15,-1 0-1 0,-2-8-4 0,2 1 5 16,-2-1-5-16,3-2 3 0,-1 2-2 0,2-3 0 16,-2-1-4-16,0-2 7 0,0-1-4 0,-2 1 3 15,2-4-3-15,0 4 1 0,-1-3-3 0,1-1 2 16,1-7-1-16,-2 12 3 0,2-12-7 0,-2 10 5 15,1-5-3-15,1-5 1 0,-3 8-3 0,3-8 3 16,-2 7-1-16,2-7-5 0,-5 7 2 0,1-1 2 16,-1-2-9-16,-2 1-6 0,2-1-2 0,-4 4-8 15,2-1-11-15,-3-3-13 0,-1 3-12 0,1-1-24 16,-1-1-26-16,2-1-25 0,1-4-48 16,-4 4-121-16,0-1-324 0,1-1 144 0</inkml:trace>
  <inkml:trace contextRef="#ctx0" brushRef="#br0" timeOffset="-76265.05">6846 14699 115 0,'0'0'128'0,"0"0"-12"0,0 0-10 16,-3-5 0-16,3 5-3 0,0 0-3 0,-11 27-10 15,3-9-6-15,-5 5-6 0,0 4-6 0,-3 0-10 16,0 1-4-16,1-2-6 0,2 2-3 0,-2-1-11 15,1-2 4-15,1-2-11 0,2 3-3 16,0-3-17-16,-1-1-27 0,5-6-27 0,4 0-24 0,-3-2-25 16,1-1-117-16,-1-3-226 0,2-1 100 15</inkml:trace>
  <inkml:trace contextRef="#ctx0" brushRef="#br0" timeOffset="-76059.52">7086 14665 109 0,'1'21'148'0,"-5"-5"-14"0,-1 12-10 0,-4 0-5 16,-2 5-16-16,-6 9-10 0,6-9-10 0,-1 0-5 16,2 0-8-16,-1-1-12 0,2 1 0 15,1-4-29-15,0-1-13 0,3-3-25 0,1-9-36 16,3 1-28-16,1-1-110 0,0-6-197 0,1-1 87 15</inkml:trace>
  <inkml:trace contextRef="#ctx0" brushRef="#br0" timeOffset="-75861.58">7324 14793 125 0,'-3'12'148'0,"-1"0"-12"0,-3 6-8 0,-1 5-11 16,-1-1-11-16,-1 3-6 0,1-3-17 0,0 2-7 16,-1 0-9-16,0 0-4 0,2-7-10 0,-1 5-28 15,0-3-14-15,3-1-27 0,0 1-36 0,3-4-29 16,1-2-101-16,0-1-197 0,0-1 88 0</inkml:trace>
  <inkml:trace contextRef="#ctx0" brushRef="#br0" timeOffset="-75670.14">7636 14759 21 0,'0'0'160'0,"0"0"-18"0,-2 24-2 16,-3-5-15-16,-4 3-13 0,0 7-10 0,-6 1-10 15,1 0-6-15,4 1-16 0,-6-2 0 0,2 0-22 16,4-2-10-16,-1-2-23 0,2-2-35 0,5-5-26 15,0 0-21-15,-2-3-115 0,1-3-196 0,2-4 87 16</inkml:trace>
  <inkml:trace contextRef="#ctx0" brushRef="#br0" timeOffset="-75469.77">7886 14754 121 0,'0'19'155'0,"-5"-6"-10"0,-2 5-3 0,-4 4-14 16,0 3-21-16,-1 1-13 0,1-1-3 15,-1 2-13-15,1-3-5 0,2 2-12 0,1-10-4 16,0 8-16-16,1-5-9 0,0-1-41 0,3-2-36 0,2-2-42 16,-2-2-111-16,3-2-214 0,-1-2 95 0</inkml:trace>
  <inkml:trace contextRef="#ctx0" brushRef="#br0" timeOffset="-75281.86">8069 14775 103 0,'0'0'152'0,"0"0"-12"0,0 0-9 0,-4 24-14 15,0-7-8-15,-2 1-6 0,-2 6-11 0,2-5-9 16,-2 6-10-16,-1-1-16 0,2-5 2 0,1-1-6 15,0-1-13-15,-1 0-26 0,2-2-27 0,2-2-34 16,0-3-27-16,2-1-125 0,0 1-215 0,1-10 94 16</inkml:trace>
  <inkml:trace contextRef="#ctx0" brushRef="#br0" timeOffset="-75099.76">8310 14753 111 0,'7'19'145'0,"-7"-19"-16"0,-7 27-8 0,3-11-11 16,-1-1-10-16,-1 3-15 0,2 2-10 0,-1 0-1 15,-1-1-11-15,-1 0-15 0,-2 5-20 0,6-8-31 16,-4 2-27-16,2-3-32 0,1-2-34 0,-1-3-54 16,0-1-162-16,2-3 72 0</inkml:trace>
  <inkml:trace contextRef="#ctx0" brushRef="#br0" timeOffset="-74931.83">8562 14727 50 0,'-1'23'145'0,"-3"-9"-17"16,-2 5-3-16,-3 0 0 0,0 8-29 0,0-1-8 15,-3 1-23-15,2-2-25 0,1-2-20 0,0-5-34 16,4-2-34-16,0 0-34 0,0-1-41 0,0-2-134 15,2-4 59-15</inkml:trace>
  <inkml:trace contextRef="#ctx0" brushRef="#br0" timeOffset="-74752.97">8782 14730 20 0,'0'0'161'0,"0"0"-13"0,0 0-6 15,0 0-13-15,1 20-18 0,-5-8-6 0,1 1-12 16,-1 4-6-16,-1 2-16 0,-4 5-9 16,0 0-29-16,1 2-41 0,-6 1-28 0,2-1-47 15,-2 2-90-15,-6-1-187 0,1 1 83 0</inkml:trace>
  <inkml:trace contextRef="#ctx0" brushRef="#br0" timeOffset="-73924.41">7494 15222 22 0,'0'0'132'16,"-4"-9"0"-16,4 9-18 0,-3-5 9 0,3 5-5 16,0 0-3-16,-4-6-2 0,4 6-14 0,0 0-10 15,0 0-2-15,0 0-9 0,-5-4-7 0,5 4-8 16,0 0-3-16,0 0-12 0,0 0-7 0,0 0-5 16,0 0-3-16,0 0 1 0,0 0 0 0,8 19 5 15,-5-8 5-15,-1 2-4 0,2 7 2 0,-3 8 3 16,4-1-2-16,-3 5-1 0,1-4-1 15,-3 5-1-15,3 1 5 0,-2-2 2 0,3 0 2 0,0 1 1 16,-3 0-2-16,3 3 6 0,-1 0 25 0,2-2-1 16,-3-1-2-16,1 3 4 0,-3 0-3 0,2 11-4 15,1-15-6-15,-3 3 0 0,1 1-8 0,-1 10 0 16,3-11-1-16,-4 1-3 0,1-3 4 0,1 14-8 16,1-11 6-16,-2 9-7 0,-1-12-6 0,2 1 6 15,-2 2-7-15,1-1-3 0,-2-2-6 0,2-1 0 16,0-2-1-16,2-1-4 0,-1-1-4 15,3-1 0-15,-2-3-1 0,3-6-3 0,-3 0-4 0,3-1-5 16,0-1 3-16,-2 0-8 0,1 0 9 0,-2-5-7 16,0 0 3-16,0 1-3 0,-2-1 1 15,4-1-4-15,-4 2 0 0,0-3-2 0,3 2 2 0,-3-5-5 16,1 2 7-16,-1-8-5 0,0 15 1 0,0-11 3 16,0-4-7-16,2 10-8 0,-2-10-14 0,0 7-3 15,0-7-11-15,0 0-11 0,0 0-17 16,-3 8-34-16,3-8-41 0,0 0-53 0,0 0-50 15,0 0-265-15,0 0-548 0,0 0 243 0</inkml:trace>
  <inkml:trace contextRef="#ctx0" brushRef="#br0" timeOffset="-72133.33">11765 12727 19 0,'0'0'23'0,"-8"2"-5"0,8-2-2 0,0 0-1 16,0 0 3-16,0 0-5 0,0 0-8 0,0 0 3 15,0 0 3-15,0 0 4 0,0 0-10 0,0 0 5 16,0 0-6-16,0 0 4 0,0 0-3 0,0 0 0 0,22-8 2 15,-22 8-6-15,0 0 4 0,0 0 0 16,5-6 2-16,-5 6 7 0,0 0 3 0,0 0 2 16,4-6 9-16,-4 6 3 0,0 0-8 0,0 0 8 15,0 0 1-15,0 0 0 0,2-8 4 0,-2 8 1 16,0 0 3-16,0 0 2 0,0 0 2 0,0 0-21 16,0 0 12-16,0 0-7 0,0 0 10 0,0 0-6 15,0 0 2-15,-12-10 3 0,12 10 3 0,0 0 4 16,0 0 9-16,0 0-5 0,0 0-4 0,0 0 2 0,0 0-10 15,-4-4 1-15,4 4-20 0,0 0 6 0,0 0 5 16,0 0-8-16,19-1-3 0,-13 0 2 0,5 1 3 16,1-2-5-16,1 1 1 0,1-2-7 15,5 3 5-15,-2-2-7 0,3 0 9 0,-2-1-13 0,4 0 0 16,-4 2 1-16,2-2 9 0,1 0-10 0,-2 1 6 16,0 0-8-16,1-1 2 0,-4 1-2 0,2-1 1 15,-5 3-4-15,-1-1 0 0,1-1-3 0,-3 2 7 16,2-1-5-16,-1 1 0 0,-2 1 5 0,-9-1-2 15,14 0-3-15,-7 0 2 0,-7 0-4 0,10 0 6 16,-10 0-17-16,12 2 25 0,-12-2-6 0,7 1-10 16,-7-1 8-16,7 2 1 0,-7-2 5 0,0 0-8 15,11 2-7-15,-11-2 1 0,0 0 4 16,0 0 5-16,3 4-6 0,-3-4 8 0,0 0-8 0,0 0-1 16,0 0-1-16,0 0 10 0,8 1-10 0,-8-1-1 15,0 0 9-15,0 0 2 0,0 0-4 0,0 0-2 16,0 0 0-16,0 0 6 0,0 0-3 0,0 0 3 15,0 0-3-15,0 0 2 0,6 3 4 0,-6-3 2 16,0 0 2-16,0 0-9 0,0 0 1 0,0 0 2 16,5 4 3-16,-5-4 2 0,0 0 5 0,0 0 2 15,2 6 7-15,-2-6-6 0,0 0 0 0,7 5-3 16,-7-5 5-16,0 0 0 0,3 9 10 0,-1-5 7 16,-2-4-6-16,2 10-2 0,-2-3-3 0,0-7 6 15,0 12 1-15,0-5 0 0,0 4 0 0,0 0 1 16,0-1-5-16,-2 1 1 0,0 1-3 0,0-1 0 15,2 0 2-15,-4 4-2 0,4 3-2 0,0-3 8 0,-2 2-4 16,0-2 0-16,2 2 2 0,0-1-2 16,-2 1 0-16,2-1-3 0,0 1-3 0,-3-1 1 15,3 0 2-15,-1-3 2 0,1-2-7 0,0 6 0 16,-1-7-3-16,-1 1-1 0,2-2-2 0,0 1 0 16,0 0 0-16,0-1-3 0,-2 0 2 0,2-9 5 15,0 16-13-15,0-9 1 0,0-7 2 0,0 11-3 16,0-11 1-16,0 10-1 0,0-10-1 0,0 11 1 15,0-11 0-15,0 10-1 0,0-10-2 0,0 9-3 16,0-9 1-16,0 11 0 0,0-11 4 0,-2 8-4 16,2-8-1-16,-2 8-1 0,2-8 2 0,0 8 0 15,0-8 0-15,0 0-4 0,0 11 4 0,0-11-2 0,0 0 5 16,2 6-4-16,-2-6 1 0,0 0 0 16,0 0-1-16,0 0-1 0,0 0-1 0,0 8 0 15,0-8 1-15,0 0-1 0,0 0 0 0,0 0 2 16,0 0 1-16,-5 9-1 0,5-9 0 0,-3 4-1 15,3-4 0-15,-6 5-2 0,6-5 4 0,-8 4 0 16,8-4-1-16,-5 3 1 0,5-3 0 0,-9 3-3 16,9-3 4-16,-12 4 0 0,3-2-4 0,1-1 0 15,1 0 1-15,7-1 2 0,-16 0-2 0,3 2-2 16,1-2 2-16,0 0-1 0,-2 0 1 0,1 2-4 16,1-2 3-16,-1 0 0 0,-1 0 2 0,1 0 0 15,-3 1-4-15,-2-2 3 0,5 2 4 0,0-1-5 16,0-1 1-16,-1-1-3 0,3 2 2 0,-1 0-1 15,-2-2 1-15,3 1-1 0,-3-2 1 0,3 1 1 16,-2 0 2-16,1 2-2 0,3 0-1 0,-2 0 0 0,0 0 6 16,2-1-3-16,-2 1 0 0,-1 0 3 15,2 0 2-15,0 0-2 0,-2 1 0 0,4-1 2 16,8 0-1-16,-13-1 0 0,13 1 5 0,-12 1 2 16,12-1 5-16,-12 0-5 0,12 0 1 0,-7 0 0 15,7 0-2-15,-10 0-5 0,10 0-1 0,0 0-1 0,0 0-2 16,0 0-9-16,-8 2-17 0,8-2-10 0,0 0-10 15,0 0-10-15,0 0-10 0,0 0-13 16,0 0-18-16,0 0-15 0,0 0-24 0,0 0-16 16,0 0-15-16,0 0-22 0,14 12-19 0,-14-12-114 15,0 0-343-15,0 0 152 0</inkml:trace>
  <inkml:trace contextRef="#ctx0" brushRef="#br0" timeOffset="-71357.88">12089 12724 62 0,'-11'24'147'0,"4"-9"-19"0,-4 1-6 0,-3 8-18 16,-3 0-11-16,1-1-9 0,0 2-5 0,0 1-10 16,-2-1 0-16,4-1-13 0,1-1-9 0,-1-1 0 15,4 1-17-15,0-7-25 0,3-1-23 0,-1 1-29 16,3-4-29-16,1-2-92 0,-1 3-180 0,0-5 81 16</inkml:trace>
  <inkml:trace contextRef="#ctx0" brushRef="#br0" timeOffset="-71154.19">12127 12833 8 0,'-9'18'175'0,"-2"6"-19"0,0 0-11 0,-3 5-13 0,0 0-12 16,0 0-11-16,1 0-8 0,1-1-16 0,2-2-5 15,-3 1-19-15,6-3-31 0,-2-7-29 0,2 1-40 16,1-2-39-16,1-2-103 0,-3-4-197 0,4 0 87 16</inkml:trace>
  <inkml:trace contextRef="#ctx0" brushRef="#br0" timeOffset="-70945.56">12259 12776 137 0,'0'0'195'0,"0"0"-13"0,-13 25-11 0,1-8-14 0,-2 6-16 15,-5 2-11-15,1 3-13 0,0 0-16 0,-3-1-3 16,6 3-14-16,-3-4-6 0,1 0-7 0,4 0-10 16,0-1-27-16,1 0-23 0,2-2-37 0,1-6-36 15,1-1-37-15,2 0-49 0,-4-1-92 0,3-4-258 16,1-2 115-16</inkml:trace>
  <inkml:trace contextRef="#ctx0" brushRef="#br0" timeOffset="-70773.91">12075 13120 145 0,'-15'14'143'16,"1"-4"-12"-16,5 3-8 0,-3 1-15 0,1-3-12 15,3 1-8-15,2-2-16 0,-3 0-32 16,4-1-29-16,0 1-39 0,-2-2-45 0,3 0-70 0,-4-3-155 16,8-5 69-16</inkml:trace>
  <inkml:trace contextRef="#ctx0" brushRef="#br0" timeOffset="-70575.51">12015 12775 17 0,'-26'23'174'0,"14"-8"-18"0,-5 11-11 0,-3 1-17 16,-2 1-8-16,1 4-9 0,4-3-12 0,1 3-14 16,-3-4-19-16,5 0-25 0,3-5-29 0,-1 0-31 15,7-8-22-15,1-2-40 0,0 0-89 0,3-4-182 0,1-9 81 16</inkml:trace>
  <inkml:trace contextRef="#ctx0" brushRef="#br0" timeOffset="-70388.01">12019 12784 71 0,'-11'24'145'0,"-3"1"-7"15,1 3-18-15,0 1-13 0,-1 0-7 0,1 2-15 16,-1-2 2-16,3 3-29 0,0 0-34 0,3-4-27 0,0-1-31 16,1-4-45-16,1-5-58 0,0-3-148 0,2-3 66 15</inkml:trace>
  <inkml:trace contextRef="#ctx0" brushRef="#br0" timeOffset="-70211.41">12021 13146 94 0,'-17'25'105'0,"0"-4"0"16,3 1-9-16,-1 1-23 0,4-1-20 16,0-5-15-16,1 1-28 0,2-3-27 0,0 0-77 0,-2 0-100 15,7-6 45-15</inkml:trace>
  <inkml:trace contextRef="#ctx0" brushRef="#br0" timeOffset="-70052.58">11983 13218 2 0,'-10'8'90'16,"1"-1"-27"-16,1 3-23 0,0-3-29 0,1 3-46 15,-1-1-37-15,2-2 16 0</inkml:trace>
  <inkml:trace contextRef="#ctx0" brushRef="#br0" timeOffset="-69254.2">12349 13011 18 0,'0'0'127'16,"0"0"-10"-16,-13-4 1 0,13 4 0 0,0 0 0 15,-10-3-3-15,10 3-3 0,0 0-1 0,0 0-5 16,-10 1-3-16,10-1 3 0,0 0-7 0,0 0-3 16,-7-2-10-16,7 2-5 0,0 0-6 0,0 0-8 15,0 0-5-15,0 0-9 0,0 0-3 0,0 0-7 16,0 0-6-16,0 0-4 0,-12 1-1 0,12-1-8 15,0 0 0-15,0 0-4 0,0 0-4 0,0 0 1 16,0 0-3-16,0 0 1 0,0 0-6 0,0 0 4 16,0 0 0-16,0 0-3 0,0 0 1 0,0 0 1 15,0 0 4-15,0 0 1 0,0 0 6 0,0 0-1 16,0 0 1-16,-9 1 0 0,9-1 1 0,0 0-1 16,0 0-1-16,-6 3 3 0,6-3-2 0,0 0 2 15,0 0-1-15,0 0 0 0,0 0-4 0,-6 4 0 16,6-4 0-16,0 0 4 0,0 0-6 0,0 0-2 15,0 0 0-15,0 0 3 0,0 0 0 0,0 0-1 16,0 0 2-16,0 0 2 0,0 0-4 0,0 0-1 0,0 0-2 16,0 0 0-16,0 0 3 0,0 0-7 15,0 0 6-15,0 0 9 0,0 0 6 0,0 0-3 16,29-4 0-16,-9 1 0 0,11 2-1 0,0-3-8 16,5 0 2-16,1-2-2 0,18 2-3 0,1-3 0 15,-1-3-2-15,5 3 0 0,3-1-1 0,27 1-3 0,-27 3-2 16,31-9 3-16,-31 6-1 0,27 1-3 15,-29 5-2-15,29-4 1 0,-28 2 0 0,-5 0-1 16,1 1 3-16,-5 0-1 0,2-1-6 0,-3 0 5 16,-13 5-2-16,-1-2 1 0,-4-2-1 0,3 1 1 15,-4 1-4-15,-1-2 1 0,-1 0 1 0,-2-1 1 16,-9 2 2-16,-1 0 6 0,1-1 6 0,-2 0-2 16,0 1 5-16,-7 0 6 0,0 1-1 0,-4-1-3 15,-7 1 1-15,13-2 5 0,-13 2 3 0,11 0 8 16,-11 0 5-16,8-1 0 0,-8 1-4 0,0 0-1 15,0 0-5-15,0 0-4 0,6-3-5 0,-6 3-22 0,0 0-17 16,0 0-27-16,0 0-25 0,0 0-28 16,0 0-32-16,-29 3-41 0,29-3-40 0,-19 4-62 15,9-2-231-15,-4-1-538 0,0 2 238 0</inkml:trace>
  <inkml:trace contextRef="#ctx0" brushRef="#br0" timeOffset="-67459.38">3908 12855 47 0,'0'0'105'16,"0"0"-4"-16,0 0-17 0,-6-6 4 0,6 6-18 0,0 0 3 15,0 0-5-15,0 0-1 0,-2-9-16 16,2 9-3-16,0 0 1 0,0 0 7 0,0 0-6 15,0 0 6-15,0-10-3 0,0 10 0 0,0 0-1 16,0 0-2-16,0 0-4 0,-3-9-1 0,3 9-3 16,0 0-6-16,-6-6-4 0,6 6 4 0,-6-4-9 15,6 4 2-15,-8-4-9 0,8 4 4 0,-13-4-2 16,6 2 0-16,-1 1-5 0,-4 1-2 0,-2 0-14 16,1 0 6-16,-6-2-2 0,0 2 4 0,-1 2-2 15,-7-4 4-15,0 5 12 0,-1-3-17 0,0 2-1 16,0-1 2-16,-2 2 2 0,1 1-1 0,-2-1 2 15,4 0-1-15,-2-2-1 0,1 2 4 0,6 1-1 16,-1-3 8-16,4 1-5 0,0 0 3 0,-3 0-7 16,3 0 2-16,2-2 4 0,1 2 4 0,2-1 1 15,1-1-1-15,-5 2-7 0,5-1 8 0,3 0-7 16,0 1-3-16,-1-1 0 0,1 0 4 0,3 0-4 0,7-1 1 16,-13 1 4-16,13-1 0 0,-13 2-1 15,13-2-1-15,-11 0 3 0,11 0 0 0,-12 0 5 16,12 0-3-16,-11 0 2 0,11 0-5 0,-8 0 2 15,8 0-10-15,-7 2 10 0,7-2 0 0,0 0-6 16,-10 0 2-16,10 0-3 0,0 0-4 0,0 0-2 16,0 0 0-16,0 0 1 0,0 0-3 0,-7 3 2 15,7-3-3-15,0 0 3 0,-3 8-6 0,3-8 3 16,-1 7-5-16,1-7 4 0,-3 10-4 0,3-10-1 16,-1 15 4-16,1-6 4 0,1 2-1 0,-2-1 0 15,1 1 4-15,-3 0-9 0,5 1 4 0,-2 5 4 16,0-2-8-16,0 3 4 0,1 0 2 0,-2 0 1 0,2 0 1 15,-1 2-1-15,2-1 3 0,0 0 1 16,-2 0-1-16,0 0 5 0,1-1-6 0,-1 0 5 16,3-1-4-16,-2 0-1 0,-1 0 0 0,1-2 2 15,1 1-3-15,-1-1-1 0,1 1 1 0,2 0 0 0,-3-5-2 16,2 2 3-16,-1-3-3 0,0-1 2 0,-1 2-2 16,-1-3 4-16,3 1 3 0,-3-2-4 15,0 3-2-15,0-10 0 0,1 10-7 0,1-5 7 16,-2-5-3-16,2 8 2 0,-2-8-1 0,1 6-1 15,-1-6 1-15,0 0 3 0,3 9-3 0,-3-9-1 16,0 0 3-16,0 7-4 0,0-7 2 0,0 0 0 0,0 0-1 16,0 0-2-16,0 0 1 0,0 0 1 15,0 0 4-15,0 0-5 0,0 0 1 0,0 8 1 16,0-8-4-16,0 0 1 0,0 0 1 0,0 0 1 16,0 0-1-16,0 0 1 0,3 5-3 0,-3-5 8 15,0 0-2-15,0 0 1 0,0 0-4 0,0 0 0 16,11 3 0-16,-11-3-2 0,9 0 1 0,-9 0-2 15,12-1 1-15,0 1 2 0,-3-2-4 0,4 1 10 16,1-1-5-16,2 2-1 0,-2-2-1 0,4 1-1 16,0 0 1-16,4 1 1 0,-3-1-2 0,3-2-3 15,-1 1 3-15,9-1 3 0,-1 0-6 0,2 0 3 16,-2-1 2-16,2 1-1 0,-3 0-2 0,3 2-1 16,-6-2 4-16,5 0-1 0,-9 3 0 0,2-3-2 15,-2 1 9-15,-1-2-7 0,1 1-6 0,-2 3 9 16,-1-3-6-16,1 1 4 0,-1 0-5 0,2 0 3 15,2 0 1-15,-3-1 1 0,2 0-2 0,-2 0 0 16,0 0 1-16,3-2-5 0,-6 1-6 0,2 0-5 0,-4 4-9 16,-1-1 6-16,0-3-5 0,0 3 4 15,-3-2-2-15,-1-1-11 0,0 3-11 0,-3-1-8 16,-6 2-7-16,12-1-3 0,-12 1-8 0,7 0-15 16,-7 0-18-16,0 0-31 0,7-5-32 0,-7 5-125 15,0 0-313-15,0 0 139 0</inkml:trace>
  <inkml:trace contextRef="#ctx0" brushRef="#br0" timeOffset="-67091.83">3297 12898 73 0,'0'0'144'0,"0"0"10"0,0 25-7 0,-2-8-24 16,0 9-6-16,-3 2-11 0,-2 1-10 0,-1 1-6 16,0 2-9-16,-4-2-10 0,3 0-2 0,3 0-11 15,-2-5-3-15,-1 3-9 0,-1-3-11 0,2 1-12 16,2-2-24-16,2-4-28 0,2-3-21 0,-3 1-35 16,3-3-32-16,0 2-84 0,-2-6-218 0,5-1 96 15</inkml:trace>
  <inkml:trace contextRef="#ctx0" brushRef="#br0" timeOffset="-66885.53">3482 12928 44 0,'0'0'151'0,"0"0"-3"0,0 0-4 0,0 0-12 0,-10 30-10 16,5-11 2-16,-4 8-21 0,0 2-9 0,0 1-3 15,1 2-17-15,2-2-5 0,-3 0-9 0,4-3-4 16,-2 2-18-16,2-4-18 0,3-1-23 0,-2-5-40 16,1 0-23-16,2-3-36 0,1 2-108 15,0-6-227-15,0-2 101 0</inkml:trace>
  <inkml:trace contextRef="#ctx0" brushRef="#br0" timeOffset="-66689.95">3574 12895 103 0,'0'0'150'0,"0"0"-6"15,0 0-3-15,-10 32-6 0,1-7-26 0,0 6-11 16,-3 3-3-16,1-1-9 0,1 1-10 0,-3 12-11 16,4-15-6-16,1 0 7 0,3 0-13 15,0 0-24-15,1-2-25 0,2-5-36 0,-1-5-35 0,2 1-37 16,0-4-98-16,1-3-218 0,1-4 96 0</inkml:trace>
  <inkml:trace contextRef="#ctx0" brushRef="#br0" timeOffset="-66495.34">3635 13018 20 0,'-15'31'160'0,"8"-12"-20"15,-1 9-2-15,-4 2-14 0,0 0-13 0,1 4-8 16,0-1-10-16,1 1-11 0,1-1-5 0,1-2-19 16,-1-4-18-16,3-2-35 0,3-6-21 15,3 0-33-15,-1-8-32 0,2 1-87 0,-2-2-181 16,2-3 80-16</inkml:trace>
  <inkml:trace contextRef="#ctx0" brushRef="#br0" timeOffset="-66315.66">3710 13049 98 0,'-16'18'149'0,"11"-6"-8"0,-3 4-18 16,-2 9-12-16,-1-1-15 0,3 4-11 16,-2-2-6-16,3-1-10 0,-2 2-10 0,4-4-3 15,-2 2-33-15,3-8-23 0,1 2-35 0,1-3-31 16,0-4-99-16,1-1-179 0,1-3 79 0</inkml:trace>
  <inkml:trace contextRef="#ctx0" brushRef="#br0" timeOffset="-66147.03">3744 13103 118 0,'-8'19'130'0,"-4"3"-12"0,0 3-17 0,-1-2-13 15,2 4-4-15,-2 1-3 0,3-2-28 0,-2-1-21 16,2 0-21-16,4-1-31 0,-1 0-26 0,3-6-79 16,-1-2-136-16,0 0 60 0</inkml:trace>
  <inkml:trace contextRef="#ctx0" brushRef="#br0" timeOffset="-64819.86">1671 13235 30 0,'0'0'101'16,"-9"-2"-12"-16,9 2-5 0,0 0-5 0,-10-3 4 15,10 3-3-15,-10-2 1 0,10 2 4 0,-10-2-8 16,10 2-2-16,-11-3-2 0,11 3-4 0,-12-1 4 16,12 1 4-16,-12-1-1 0,12 1-3 0,-10-3-7 15,10 3-4-15,-10-2 8 0,10 2-16 0,-13-2-1 16,8 0-8-16,5 2-3 0,-13-1-6 0,13 1 1 15,-13-3-2-15,13 3 4 0,-13 0-3 0,13 0 0 16,-10-1 0-16,10 1 2 0,-9-3 4 0,9 3 1 16,-13-4 0-16,13 4-2 0,-7 0-4 0,7 0-4 15,0 0 1-15,0 0-5 0,-9-1-4 0,9 1-2 16,0 0-4-16,0 0-2 0,0 0-3 0,0 0-3 16,0 0 0-16,0 0-3 0,0 0 1 0,0 0 1 15,0 0-5-15,32 4 0 0,-19-3 2 0,5 0 2 16,-1-1-5-16,4 0 4 0,0 0 1 0,0 2 4 15,7-1 2-15,0-1-4 0,2-1 29 0,-1 1-6 16,4 1-2-16,-3 0-2 0,4-1 0 0,-1 0-5 16,3 2-1-16,-4-4 4 0,0 2-5 0,-1 0 1 15,-1 2-3-15,0-2 0 0,-3 0 2 0,-1-2 2 16,5 2 7-16,-9 0-2 0,-1-1 2 0,1 1-3 16,-1 0 0-16,6-4 3 0,1 1 7 0,-7 1-8 15,9-2 0-15,-10 3 3 0,8-2-7 0,0 1-2 16,-7-1-1-16,-1 0 6 0,2 1-13 0,0 0-1 15,-2-1 2-15,10-1-4 0,-7 3 1 0,5-4 1 16,0 3-3-16,0 0-3 0,-6 1 1 0,-2-3-1 16,2 3-1-16,6-1-3 0,-6 1 1 0,-2-3-4 15,2 1 4-15,-2 2-3 0,1 0 1 0,-2 2-1 16,-5-1 1-16,4 0-1 0,-5-1-4 16,1 1 5-16,-1 1-3 0,0-1-1 0,2 0 0 15,-1 0 2-15,-3 1 0 0,-11-1 0 0,26-3-2 0,-15 4-1 16,2-2 5-16,-1-1-3 0,-1 4 0 0,-11-2-3 15,20-2 9-15,-8 1-7 0,-12 1 1 0,22 0 0 16,-12-3 0-16,-10 3 1 0,19 2-1 0,-19-2 1 16,17 0 0-16,-17 0 1 0,0 0-2 15,19 0 6-15,-19 0-7 0,11-2 1 0,-11 2-4 16,0 0 5-16,0 0-2 0,0 0-2 0,20 0 1 16,-20 0 6-16,0 0 1 0,0 0 3 0,0 0 0 0,0 0 5 15,0 0-1-15,0 0 8 0,0 0-2 0,12 3 9 16,-12-3-7-16,0 0-8 0,0 0 12 15,0 0 5-15,0 0-6 0,0 0 3 0,0 0-5 16,0 0 2-16,0 0-4 0,0 0-1 0,0 0-8 16,0 0 0-16,0 0 2 0,0 0-3 0,0 0-1 15,0 0-4-15,0 0-5 0,0 0 8 0,0 0-4 16,0 0 2-16,0 0 3 0,0 0-10 0,0 0-13 16,18-3-22-16,-18 3-26 0,0 0-28 0,0 0-29 15,0 0-32-15,0 0-52 0,0 0-54 0,0 0-267 16,0 0-566-16,0 0 250 0</inkml:trace>
  <inkml:trace contextRef="#ctx0" brushRef="#br0" timeOffset="-63392.5">1499 13115 180 0,'0'0'172'15,"0"0"-14"-15,0 0-11 0,0 0-16 0,0 0-10 16,0 0-8-16,0 0-14 0,0 0-6 0,0 0-8 16,0 0-13-16,0 0-2 0,0 0-1 0,-23 13-5 15,19-8-4-15,1 2-5 0,-2 3-11 0,-1-1 5 16,1 0-1-16,-1 1 4 0,4 1-14 0,-3 0 29 15,1 1-10-15,-3 4-5 0,4-1-2 0,-1 0-4 16,0 0-6-16,4 1-5 0,-1-4-1 0,1 1-1 16,-1-1-3-16,2 1-5 0,2-3-2 0,0 0-1 15,1-1 2-15,-2 2-6 0,3-4 8 0,1 2-10 16,-1-5-1-16,3 2 2 0,-3-2-1 0,6 0 0 16,-2 1 0-16,-2-5 0 0,5 2-1 0,-5-1-1 15,4-1 5-15,-3 0 0 0,2-3 1 0,0 2 1 16,1-2 3-16,-3 0 0 0,-1-1 3 0,1-4-2 15,2 4 0-15,-1-4 5 0,-3 0 0 0,2 0 4 16,-3-4-1-16,1 2 4 0,-3 0 1 16,-2-2-5-16,1 2 0 0,-2-2-3 0,2 1 1 15,-4-1 2-15,0-1 1 0,2 2 3 0,-3 0-1 0,1-1-1 16,-7-4-4-16,4 6 0 0,-1 0 2 0,0 0-6 16,-1 0 1-16,-3 0-4 0,1 2 0 0,0 1 3 15,0 0-8-15,0 1 2 0,0 2-5 16,-3 1-2-16,2 2-3 0,-1 0-2 0,3-1-4 15,8 2 2-15,-23 7-11 0,10-3-24 0,1 1-30 16,3 2-25-16,-2-1-27 0,2 1-41 0,0 0-52 16,2-1-54-16,0 4-207 0,2-5-503 0,5-5 222 0</inkml:trace>
  <inkml:trace contextRef="#ctx0" brushRef="#br0" timeOffset="-62620.45">961 12140 73 0,'-8'-11'191'0,"8"11"2"16,-5-3-15-16,5 3-7 0,-8-4-14 0,8 4 9 15,-10 0-12-15,10 0-18 0,-15 1-7 0,7 3-7 16,-2 1-10-16,1 3-7 0,9-8-7 0,0 0-4 16,-40 25-14-16,40-25-4 0,-23 22-10 0,23-22-3 15,-18 31-10-15,18-31-7 0,-11 27-3 0,11-27-3 16,-3 31-5-16,3-31-3 0,0 0 0 0,5 32-6 15,0-22-2-15,1-2-1 0,4 1-1 0,5 2 0 16,-1-3-3-16,3 4-2 0,1-5 0 0,0 1-3 16,1 0 0-16,-4-2-2 0,3 0-1 0,0 1-2 15,-7-1-1-15,0 2-2 0,-1-3-1 0,-3 1 0 16,-1 2 1-16,-2-3 0 0,1 2 1 0,-3 2-3 16,-2-3 2-16,0-6 8 0,-9 18 6 0,1-9 6 15,-2 0-1-15,-3 4 6 0,1-5 4 0,-5 2-1 16,-1-4 0-16,0 0-3 0,-1 1-2 0,19-7-4 15,0 0 3-15,-55 14-5 0,55-14-1 0,-39 7-5 16,39-7-14-16,0 0-19 0,-38 1-19 0,38-1-24 16,0 0-25-16,0 0-35 0,0 0-33 0,0 0-30 15,-42-8-35-15,42 8-13 0,0 0-143 0,0 0-402 16,0 0 178-16</inkml:trace>
  <inkml:trace contextRef="#ctx0" brushRef="#br0" timeOffset="-62269.84">1087 12373 125 0,'10'-1'195'0,"-10"1"-4"0,0 0-11 0,0 0-12 16,0 0-11-16,0 0-11 0,4 9-8 0,-4-9-12 0,-1 9-12 16,1-9-8-16,0 10-11 0,0-10-12 0,1 11-5 15,0-5-5-15,2 0-6 0,-3-6-9 0,5 10-2 16,0-4-3-16,-1-2-7 0,5-1 1 15,-2 0-3-15,0-1-1 0,3-2 2 0,4 0 4 16,-1-2 2-16,0-1-3 0,-3 0-3 0,9-3 2 16,-4-1 0-16,-5 0 5 0,2 1-7 0,0-3 6 15,2-1 4-15,-6 0 3 0,-2 0 1 0,-1 1-2 0,-1-1-10 16,0 0 4-16,-7 0-7 0,2 1-2 0,-3 0-6 16,-2 1-5-16,-1-2-3 0,0 1-2 15,-7 0-6-15,3 0 0 0,-1 4-12 0,0-2 4 16,3 4-7-16,-3 4-21 0,1 0-16 0,3-1-18 15,-2 3-12-15,1 2-16 0,3-1-14 0,-3 1-17 16,1 1-24-16,2 0-40 0,6 0-29 0,-2 1-26 16,2-7-155-16,6 11-414 0,-6-11 184 0</inkml:trace>
  <inkml:trace contextRef="#ctx0" brushRef="#br0" timeOffset="-61506.88">1393 12207 31 0,'0'0'199'0,"6"-13"1"15,-2 6 3-15,-3 2 4 0,-1 5-5 0,3-7-11 16,-3 7-17-16,0-8-18 0,0 8-15 0,0 0-20 16,0 0-13-16,2-5-13 0,-2 5-9 0,0 0 0 15,0 0-1-15,7 22-2 0,-6-6-5 0,0-1 0 16,-1 0-3-16,0 2 0 0,4-1-9 0,-1 1-3 16,-1-3-6-16,-1-3 1 0,2 1-9 0,2-1-4 15,-4-2-3-15,3 1-5 0,0-4-3 0,1 1-1 16,-5-7-2-16,10 9 0 0,-5-3-6 0,-5-6 2 15,13 3-2-15,-13-3 3 0,14 0-1 0,-14 0-5 16,16-5-4-16,-16 5 5 0,15-7-3 0,-8 3-3 16,0-3 1-16,1 1 0 0,-3-3 5 0,1 1-4 15,-2-2 1-15,-2-1 1 0,0-2 6 0,2 2-6 16,-4-4 0-16,1 4 3 0,-1-1-3 0,-1 0 5 16,1 12 2-16,-2-19 4 0,2 19 2 0,0-14-14 15,0 14 16-15,-2-8-5 0,2 8-3 16,0 0-5-16,0 0-13 0,0 0-1 0,-4-11 0 15,4 11-5-15,0 0-15 0,0 0 14 0,0 0 0 0,0 0 0 16,4 33 2-16,-4-21 4 0,4-1-4 0,-4 2 0 16,2-3-1-16,1 4 3 0,1-3-2 0,1-1 14 15,-3-1-15-15,5 0-3 0,-1 0 5 0,-1-5 2 16,3 3-1-16,-8-7 0 0,12 9 1 0,-5-6 8 16,-7-3-12-16,17 1 4 0,-7-1-7 15,1 0 5-15,-11 0 2 0,17-4 0 0,-9-1 0 0,-8 5 2 16,13-6-2-16,-5 1 1 0,-8 5-1 15,12-13 1-15,-7 7-6 0,0-6 5 0,-1 3-11 16,-1-3-7-16,-1-1 6 0,-2-2-2 0,0 0-3 16,-3 2-1-16,-3-2-2 0,1 0-11 0,0 5 19 15,-3-1-3-15,3 2-4 0,-4 1 1 0,4 0 8 16,-3 1-1-16,2 0-1 0,6 7 3 0,-13-9 0 16,7 5-4-16,6 4-1 0,0 0 3 0,-8-7-6 0,8 7 3 15,0 0-7-15,-6-7 0 0,6 7-15 16,0 0 11-16,0 0 6 0,0 0-1 0,0 0 1 15,0 0-2-15,0 0 4 0,39 7 0 0,-26-5-2 16,8-3 4-16,-4 2 3 0,-1-2-4 0,4 2-4 16,-7-1 9-16,1 1-6 0,-2-1 7 0,-1 0-5 15,-2 3-3-15,-9-3 1 0,17 4-1 0,-12-2 1 16,-5-2 6-16,14 7-2 0,-9-3 3 0,1 4 2 0,-2-1 10 16,1 3 4-16,0-1 0 0,-1 3 2 15,-1-3 6-15,1 2-5 0,-3 6 4 0,0-5-4 16,0-1 1-16,0 1 0 0,1 3-5 0,-1-5 0 15,-1 3-6-15,2-3-37 0,0 0-4 0,-2 1-34 16,1-1-24-16,2-1-25 0,-3 0-36 0,0-9-34 16,7 12-56-16,-3-8-38 0,-4-4-184 0,8 6-503 15,-8-6 223-15</inkml:trace>
  <inkml:trace contextRef="#ctx0" brushRef="#br0" timeOffset="-61102.06">2158 12066 136 0,'0'0'250'0,"0"0"-16"0,-5-11-11 0,5 11-14 0,-8-1-17 15,8 1-12-15,0 0-11 0,-18 15-10 0,10-6-3 16,0 4-11-16,-1 3-7 0,1 1-14 0,2 2-7 16,-1-2-7-16,1 0-9 0,2 2-11 15,2-2-2-15,2 2-12 0,-2-2-8 0,4-5-12 0,2 0 0 16,-1-2-12-16,5 1 6 0,0-4-3 0,1 0-6 15,3-1 2-15,1-3-5 0,5 1 1 0,0-3-6 16,1-1-12-16,3-4 10 0,-3 0 4 0,10-3-10 16,-11 0-2-16,0 1-3 0,0-3 3 15,-3-1 7-15,2-2-3 0,-4 0-8 0,-2 4 10 0,1-3 6 16,-2-3 1-16,-1 0-4 0,-5 4-1 0,1-2 1 16,-4 1-1-16,-1 11 4 0,-1-22 13 0,1 22-2 15,-4-18 4-15,-1 9 1 0,-4 0 5 0,9 9-2 16,-14-13 0-16,14 13-10 0,-14-5 1 15,14 5-11-15,-14 0-20 0,14 0 17 0,-18 10-4 16,9-3-3-16,0 3 4 0,3 0-5 0,-2 4-4 0,2 2 4 16,2 1-12-16,1-1 3 0,2-3-25 15,2 5-20-15,2-1-34 0,1-5-30 0,3 2-47 16,2-2-43-16,1-2-63 0,8-1-60 0,-2 0-282 16,3-1-639-16,0-3 282 0</inkml:trace>
  <inkml:trace contextRef="#ctx0" brushRef="#br0" timeOffset="-59664.97">14106 12843 14 0,'0'0'165'0,"0"0"-7"0,0 0 0 16,0 0-6-16,0 0-9 0,0 0-18 0,0 0-8 15,0 0-13-15,0 0-13 0,0 0 1 0,0 0-12 16,-25 8-2-16,18-3-6 0,1 2-2 0,-1 3-6 16,-2-2-7-16,0 6-3 0,2 0-4 0,1-4-5 15,0 2-4-15,4 0 2 0,-2-1-6 0,0 1-5 16,4-2 0-16,2 2-3 0,0-2 0 0,2 1-2 16,-1 1 3-16,4-6-8 0,-1 0-3 0,3 0 0 15,0-2 1-15,1 1-3 0,2-3-1 0,-1 1-1 16,3-3 2-16,-2-3-2 0,6 1-2 0,-3-5-1 15,3-1 1-15,-7 2 4 0,3 1-7 0,1-6 1 0,-2 3 0 16,-1-5 0-16,-5 5 4 0,3-1 0 0,-6 0 0 16,0-2 3-16,-1 1 0 0,-2 0 2 15,-2-1-3-15,0 0-2 0,-3 0-1 0,-1 0-1 16,-4 0-6-16,0 1 4 0,-3-1-5 0,-3 1-3 0,4 4 0 16,-7 1-1-16,5 1 0 0,-1 2 15 0,1 0-2 15,0 0-3-15,1 2-3 0,-1 2-4 0,1 2-21 16,3-2-21-16,-1 3-19 0,5 1-28 0,-4 2-29 15,7-3-42-15,2-5-48 0,-3 15-137 16,8-7-367-16,1 0 163 0</inkml:trace>
  <inkml:trace contextRef="#ctx0" brushRef="#br0" timeOffset="-59341.5">14778 12804 266 0,'1'-6'261'0,"-1"6"-3"0,3-11-4 16,-3 11-16-16,0-8-20 0,0 8-21 0,0 0-25 16,2-8-18-16,-2 8-17 0,0 0-17 0,0 0-7 15,0 0-17-15,0 0-10 0,0 0-8 0,4 25-2 16,-2-13-7-16,-2 0-7 0,-2 5 0 15,4 0-6-15,-2 0-5 0,0 1-2 0,1-3-7 0,-2 3-1 16,1 0-4-16,0 0-6 0,0-1-1 0,0-2 0 16,0 3-6-16,0-1 0 0,0-1 0 0,1-3-4 15,0-1-21-15,-1-1-18 0,0-1-23 0,1 1-20 16,-2 0-23-16,1-2-29 0,-1 0-37 0,0-2-41 16,1-7-29-16,-2 12-195 0,0-7-448 0,2-5 198 15</inkml:trace>
  <inkml:trace contextRef="#ctx0" brushRef="#br0" timeOffset="-59036.22">14757 12801 36 0,'11'-5'169'0,"-2"3"-6"0,2-1-11 16,1 4 6-16,1 1-19 0,-2 0-12 0,3 3-12 15,-3 2-5-15,6 0-7 0,-4 3-8 0,2 2 0 16,-3-2-9-16,-4 0-6 0,2-1-8 0,-1 5-4 16,-3-2-6-16,-1-1-2 0,-2 0-2 0,-2 2 1 15,-1-3 1-15,-1 2-1 0,-2-1 3 0,-4 2 1 16,0 2 0-16,-3-2-5 0,-2-1-3 0,1 1-2 16,-4-3-5-16,2 0-4 0,-2 1-3 0,-1-2-4 15,5-3-4-15,-1 1-4 0,-2-1-2 0,1 0-7 16,0-1-20-16,3 0-20 0,0-1-24 0,1 0-30 15,0 0-40-15,9-4-39 0,-11 7-37 0,6-4-171 16,-1 1-391-16,6-4 173 0</inkml:trace>
  <inkml:trace contextRef="#ctx0" brushRef="#br0" timeOffset="-58163.71">14985 12931 159 0,'8'-3'193'0,"-8"3"-13"16,23-1-9-16,-10 2-7 0,-1 2 1 0,1 2-6 15,-1 2-12-15,0 2 1 0,0 1-12 0,1 3-11 16,-2 1-7-16,-2 0-6 0,-1 2-6 16,2-2-1-16,-5 2-10 0,-1-3-9 0,-1 2-2 0,-2-3-10 15,0 0-1-15,-2 0-8 0,1 0-4 0,-4-1 2 16,0-4-8-16,-2 3-1 0,-2-4-1 0,3 1-6 15,-1-5 1-15,0 2-4 0,6-4-6 0,-11 3 0 16,11-3-3-16,0 0-3 0,-14-7-5 0,9-2-1 16,1 4-4-16,4 5-8 0,0-24-3 0,4 7 3 15,1-1-5-15,4 2-6 0,2-9-8 0,5 2-7 16,4 4 1-16,1-2-6 0,3 2 2 0,0 0 0 16,-1 3-2-16,1 1 0 0,1 1 0 0,-1 0 1 15,0 0 3-15,-5 6 2 0,-1-2-2 0,1 2 4 16,-2-1 0-16,-3 4 3 0,-3-1 5 0,-1 2-6 15,0 0 4-15,-5 1 3 0,1 1 5 0,-6 2 7 16,9-3 6-16,-9 3 7 0,7-4-1 0,-7 4-1 16,0 0-1-16,0 0 0 0,0 0 0 0,0 0 1 15,0 0 0-15,-26 0 4 0,15 4 1 0,-1 0 4 16,3 2 1-16,-4 0-1 0,1 5 2 0,-1 1 2 16,-1 2 3-16,3-2-4 0,0 3-1 0,1-2 8 15,3-3-11-15,2 2 1 0,-1-2-1 0,2 1-3 16,4-1-6-16,-2 1 0 0,2-11-2 0,5 18 6 15,-3-11-5-15,5-2-3 0,2 3 3 0,-3-4-8 16,4 1 3-16,0-3 0 0,1-1-11 0,-11-1 4 16,23 1-2-16,-14-3 3 0,-9 2-7 0,23-5 4 15,-16 0-5-15,1-1 1 0,3 1-3 0,-3-3 5 16,-1 1-5-16,1-2 3 0,-3-1-4 0,1 0 2 16,-3 1-6-16,1-2 10 0,0 0-5 0,-1 5 0 15,-1 0-2-15,-2 6 2 0,4-13 0 0,-3 8 3 16,-1 5 4-16,2-8-12 0,-2 8-9 0,0 0 10 15,0 0-3-15,0 0-4 0,0 0 4 0,0 0-3 16,0 0-2-16,0 0 5 0,3 21 1 0,-1-14-1 16,0 3 7-16,1-3-7 0,-2-1 1 0,6 5 5 15,-2-1 1-15,2 0 1 0,-1-3 0 0,2 0 4 16,0-2 6-16,3 0 1 0,-2-3-6 0,3-2-7 16,3 0 6-16,2-2-2 0,-3 0 3 0,-4-2-5 15,3 0 7-15,-3-3-4 0,1 1 0 0,-3-1 2 16,1 0-4-16,-1-2 3 0,0 0-3 0,-1 1 2 15,-3-1 1-15,4-1 2 0,-4 1 12 0,-3-2 1 16,2 2-12-16,-2 0 15 0,0 2-6 0,-1 7-2 16,1-12-5-16,1 8 3 0,-2 4-5 0,0 0-9 15,0-10-2-15,0 10-2 0,0 0-1 0,0 0 9 16,0 0-8-16,0 0 7 0,0 0 2 0,-9 23 1 16,5-13 3-16,0 0 9 0,0 1-16 0,0 0-6 15,2-1 11-15,-2 3-6 0,1-1 4 0,3 4-26 16,-1-6-13-16,0 3-30 0,1-2-36 0,-1 0-38 15,1-11-41-15,-2 20-43 0,4-13-52 0,-4 2-263 16,2-9-582-16,-2 10 257 0</inkml:trace>
  <inkml:trace contextRef="#ctx0" brushRef="#br0" timeOffset="-57997.75">15664 12643 93 0,'0'0'185'0,"1"-10"-38"0,-1 10-16 16,0 0-14-16,0 0-38 0,0 0-42 0,10 22-42 15,-7-8-54-15,2 4-63 0,-1 2-130 0,5 5 58 16</inkml:trace>
  <inkml:trace contextRef="#ctx0" brushRef="#br0" timeOffset="-57757.98">15908 12979 88 0,'6'-7'263'16,"-6"7"-4"-16,1-8-8 0,1 2-11 0,-2 6-10 15,1-13-14-15,0 5-11 0,-1 1-12 0,0 7-13 16,4-18-2-16,0 9-15 0,-1 0-14 0,0-2-9 16,1 3-18-16,4 1-7 0,-8 7-5 0,10-11-11 15,-5 7-11-15,-5 4-13 0,12-4 0 0,-12 4-12 16,0 0-9-16,19 7 4 0,-14-1-15 0,4 3-3 15,-4 0-9-15,0 1 0 0,2 5-3 0,-4-1-4 16,-1 2-8-16,0-2-23 0,2 1-39 0,-5 2-37 16,1-3-36-16,-4 2-53 0,1-5-68 0,1 0-287 15,2-11-571-15,-8 20 253 0</inkml:trace>
  <inkml:trace contextRef="#ctx0" brushRef="#br0" timeOffset="-57542.51">15747 12650 195 0,'1'-7'254'0,"-1"7"-26"0,1-10-26 0,2 7-20 16,-3 3-33-16,0 0-30 0,9-7-41 0,-9 7-46 0,0 0-55 15,14 5-58-15,-9-2-142 0,1 1-241 0,-6-4 107 16</inkml:trace>
  <inkml:trace contextRef="#ctx0" brushRef="#br0" timeOffset="-54686.3">7482 9299 117 0,'0'0'172'0,"0"0"-8"0,-6-2-8 16,6 2-8-16,0 0-6 0,-10-3-10 0,10 3-7 15,0 0-5-15,0 0-8 0,-9-1-11 0,9 1-10 16,0 0-6-16,0 0-4 0,0 0-5 0,-9 7 1 15,5-3-5-15,4-4-5 0,-5 11-5 0,1-5-7 16,0 4-3-16,4-3-5 0,-2 0-5 0,2-7-5 16,-2 12-1-16,4-4-1 0,-1 1-1 0,-1-2-6 15,2-1 2-15,-2-6-6 0,7 10-2 0,-2-4 1 16,-1 0-1-16,2-3-5 0,1 0 0 0,3 0 0 16,0-1-3-16,0 0 0 0,3-1 2 0,-3 0-1 15,2-3-6-15,-1 0 4 0,1 0-1 0,-1-2-3 16,1 2-1-16,-2-1 0 0,-2-3 6 0,-1 0-7 15,-2 2 2-15,4-3-2 0,-2-2 1 0,-1 0 1 0,-2-1 4 16,0 1-4-16,0-4 3 0,-4 1-1 16,-2 1 3-16,0-2-2 0,-1 3 4 0,-1-2-4 15,-5-2-2-15,3 4-2 0,-7-3 1 0,-1-1-3 16,4 7 1-16,-7-2-4 0,2 4 1 0,1 0-2 0,2 1 3 16,0 3-15-16,-2 2-11 0,3 1-17 0,-1 2-13 15,1-1-22-15,2 4-31 0,2 2-21 0,-1-2-32 16,6 3-43-16,-2 1-164 0,2-1-395 0,4-3 175 15</inkml:trace>
  <inkml:trace contextRef="#ctx0" brushRef="#br0" timeOffset="-54204.24">8060 8939 66 0,'-9'-10'233'16,"1"3"-16"-16,-1 1-7 0,0 1-17 0,1 3-13 15,0 1-21-15,-1 1-10 0,-1 3-14 0,1 4-11 16,0 0-11-16,-3 7-6 0,5 2-6 0,0 2-7 16,-3 8-9-16,2-2-6 0,3 4-7 0,3-3-8 15,0-6-3-15,2 8-4 0,3-7 4 0,-1-2-12 16,2 6-7-16,8-2-2 0,-5-5-3 0,1-1-6 15,1-6-2-15,1-1-2 0,2 2-2 0,-1-2-3 16,-1-1-1-16,2-4-1 0,-1 3-2 0,0-1-3 16,-2-4 1-16,2 0-4 0,-4 0 5 0,0-2 0 15,-7 0-3-15,12-3 3 0,-12 3-3 0,9-6 3 16,-7 3-5-16,-2 3-4 0,7-15-2 0,-6 6 2 16,0-1 1-16,1-1-4 0,-2-5 0 0,0 6 0 15,1-7-1-15,0 2 2 0,0 3-2 0,3-1-3 16,-1-3 2-16,-1 6 3 0,2 0-4 0,0 1-2 15,-2 2-2-15,1 0-2 0,1 3-2 0,-4 4 0 16,9-6-1-16,-9 6 1 0,9 0-1 0,-9 0 3 0,13 6-4 16,-8 0 5-16,3 2 0 0,-1 3-2 15,-1 4 5-15,0 2-2 0,-3-2 3 0,2 1-3 16,0 1-4-16,-2 0-13 0,1-4-18 0,0 2-19 16,1 0-23-16,-4-3-28 0,2-1-37 0,3-1-40 0,-1 0-43 15,-2-3-144-15,1-2-401 0,-4-5 178 16</inkml:trace>
  <inkml:trace contextRef="#ctx0" brushRef="#br0" timeOffset="-53838.37">8466 9090 62 0,'-5'-8'225'0,"0"2"-12"16,-3 2-10-16,-1 0-10 0,3 3-11 15,-5 1-21-15,-1 4-1 0,0-1-14 0,1 5-3 0,3 0-7 16,-2 5-8-16,1-1-12 0,2 2-10 0,3-2-11 15,1 0-8-15,1 0-8 0,2-3-6 0,1 3-6 16,1-1-9-16,4 0-4 0,0-2-5 16,1-1-2-16,3-2-8 0,0 0-11 0,0-4-6 15,0 1-8-15,1-3 0 0,1 0-6 0,-3-3 1 0,1 0-2 16,1-2-1-16,-4-1 2 0,2-1 2 0,-5-2-2 16,4 0-2-16,-3-1-1 0,0-1 4 0,-2 1-3 15,-1-1 2-15,-2 0 0 0,3 1 4 0,-3 2 5 16,0 8 6-16,1-12 2 0,0 7 12 0,-1 5-14 15,0 0-6-15,0-9-4 0,0 9-1 0,0 0-5 16,0 0 2-16,0 0-2 0,0 0 0 0,0 0 0 16,9 19-1-16,-6-10-2 0,-2 2 6 0,1 0-4 15,2 4 3-15,0-1-5 0,1 0-19 0,-1-2-16 16,0-1-14-16,2 1-32 0,-1 3-32 0,1-3-43 16,0-2-43-16,0-1-52 0,-4-3-150 0,3-1-431 15,-3 1 191-15</inkml:trace>
  <inkml:trace contextRef="#ctx0" brushRef="#br0" timeOffset="-53601.82">8641 8926 80 0,'-1'-16'229'16,"-3"5"11"-16,3-1-2 0,1 4-10 0,0 8-21 15,-1-12-23-15,1 12-23 0,-1-6-15 0,1 6-15 16,0 0-7-16,0 0 3 0,19 22-12 0,-14-6-3 15,2 1-10-15,0 3-1 0,-1 5-8 0,2 1-6 16,-2 0-11-16,1 0-1 0,-1-2-7 0,-1 3-9 16,-2-2-7-16,-1-8-3 0,2 4-19 0,-1-3-22 15,1 0-28-15,-3-1-20 0,1-3-26 0,0 2-31 16,-2-5-35-16,3 0-39 0,-4-1-34 0,1-3-194 16,-5 3-431-16,1-5 190 0</inkml:trace>
  <inkml:trace contextRef="#ctx0" brushRef="#br0" timeOffset="-53437.3">8594 9013 140 0,'0'0'138'0,"5"-9"-13"0,-5 9-8 16,8-5-13-16,-2 3-13 0,3 2-6 0,-9 0-30 15,22 4-16-15,-9 1-30 0,4 2-25 0,-1 1-27 0,-1 3-24 16,-1-2-63-16,-1 4-141 0,1-3 64 15</inkml:trace>
  <inkml:trace contextRef="#ctx0" brushRef="#br0" timeOffset="-53173.83">8855 9184 27 0,'2'6'115'0,"2"-2"-9"15,1 1 5-15,-1-1-10 0,-4-4 17 0,9 6 11 16,-5-5 0-16,-4-1 3 0,10 0-2 16,-10 0-12-16,12-4-2 0,-6 1-9 0,4-7-4 15,-2 6-4-15,1-3-3 0,-1-2-1 0,0-1-7 16,-1 0-7-16,-1 0-6 0,-1-2-4 0,2 1-4 0,-4-4-4 15,0 3-1-15,-3-4-5 0,-1 7-3 0,-1-4 11 16,0 4-6-16,-4-1 1 0,2 2-4 16,-1-1 3-16,-2 6-6 0,2-2 0 0,5 5-6 15,-11-5-7-15,3 6 0 0,-1 5-7 0,-1 0-2 0,1 4 0 16,-1 4 9-16,1 2-11 0,0 1 0 0,1 0-3 16,3 0-3-16,1 2 1 0,2 1-4 15,2-2-2-15,3-1-16 0,1 0-14 0,3-3-20 16,2-1-21-16,-1-2-34 0,2-1-36 0,0-3-43 0,4-2-61 15,-4-1-205-15,-1 2-467 0,2-4 207 0</inkml:trace>
  <inkml:trace contextRef="#ctx0" brushRef="#br0" timeOffset="-53011.93">8710 9011 174 0,'-2'-4'188'0,"2"4"-24"0,-7-6-12 16,7 6-31-16,-3-5-36 0,3 5-33 0,0 0-42 16,12-6-58-16,-12 6-102 0,12-4-162 0,-6 1 72 15</inkml:trace>
  <inkml:trace contextRef="#ctx0" brushRef="#br0" timeOffset="-51194.82">7598 14750 83 0,'0'0'199'0,"0"0"-16"16,0 0-21-16,0-9-13 0,0 9-11 0,0 0-2 0,0 0-10 16,0 0-12-16,0 0-12 0,0 0-8 15,0 0-11-15,0 0-8 0,0 0-7 0,0 0-21 0,0 0-11 16,0 0-13-16,0 0-14 0,0 0-13 16,0 0-24-16,0 0-19 0,0 0-17 0,0 0-8 15,0 0-34-15,0 0-5 0,0 0-12 0,0 0-89 0,-5-7-230 16,5 7 101-16</inkml:trace>
  <inkml:trace contextRef="#ctx0" brushRef="#br0" timeOffset="-50282.69">7508 10090 61 0,'0'0'127'0,"0"0"-13"16,0 0-5-16,0 0-13 0,0 0-6 0,0 0-5 16,0 0-15-16,0 0 3 0,0 0-21 0,0 0 0 15,0 0-6-15,0 0-4 0,0 0-2 0,0 0-13 16,0 0 1-16,0 0 4 0,0 0-10 0,0 0 2 16,0 0-6-16,0 0 11 0,0 0-8 0,0 0-7 0,0 0 0 15,10 10-11-15,-10-10-14 0,0 0-4 16,0 0-12-16,0 0-10 0,0 0 0 0,4 4-15 15,-4-4-3-15,0 0-7 0,4 7-11 0,-4-7-14 16,2 9-53-16,-2-9-149 0,-1 11 66 0</inkml:trace>
  <inkml:trace contextRef="#ctx0" brushRef="#br0" timeOffset="-49604.56">7931 14754 51 0,'0'0'115'0,"0"0"-18"0,0 0-20 0,0 0-13 15,0 0-27-15,0 0-14 0,0 0-16 0,2-14-21 16,-2 14-21-16,0 0-36 0,0 0-76 16,-2-10 34-16</inkml:trace>
  <inkml:trace contextRef="#ctx0" brushRef="#br0" timeOffset="-48890.21">7714 10471 71 0,'0'0'86'0,"0"0"-14"0,0 0-2 16,0 0-10-16,0 0-6 0,-3-8-7 0,3 8-6 15,0 0-5-15,0 0-10 0,0 0-17 0,0 0-1 16,0 0-14-16,0 0-15 0,0 0-2 0,-1 20-24 16,1-20-34-16,-3 17-87 0,1-6 38 0</inkml:trace>
  <inkml:trace contextRef="#ctx0" brushRef="#br0" timeOffset="-47970.56">7795 14582 69 0,'0'0'76'16,"0"0"-8"-16,0 0-10 0,0 0 1 0,0 0-9 16,0 0 0-16,7 4-7 0,-7-4 2 0,0 0-9 15,0 0-1-15,0 0-6 0,6 3-4 0,-6-3-4 16,0 0 0-16,0 0 0 0,0 0-6 0,0 0 5 15,0 0-7-15,0 0-2 0,0 0 1 0,0 0-3 16,0 0-1-16,0 0-2 0,0 0 9 0,0 0-17 16,0 0 13-16,0 0-1 0,0 0 4 0,0 0 2 15,0 0 9-15,0 0 2 0,0 0-6 0,0 0-1 16,0 0 1-16,0 0 6 0,0 0 3 0,0 0-3 16,0 0 9-16,0 0 1 0,0 0-16 0,0 0-8 15,0 0 5-15,0 0-5 0,0 0 7 0,0 0-4 16,0 0-7-16,0 0 0 0,0 0 0 0,0 0 5 15,0 0-3-15,0 0-9 0,0 0 5 0,0 0-1 16,0 0 0-16,0 0 2 0,0 0-4 0,0 0 7 16,0 0-10-16,0 0 2 0,0 0 1 0,0 0 10 15,0 0-15-15,0 0 3 0,0 0-25 0,0 0-14 16,0 0-6-16,8 1-17 0,-8-1-18 0,0 0-16 16,0 0-76-16,0 0-185 0,0 0 82 0</inkml:trace>
  <inkml:trace contextRef="#ctx0" brushRef="#br0" timeOffset="-39558.56">7464 9403 88 0,'0'0'168'0,"0"0"-7"0,0 0-6 16,0 0-12-16,0 0-17 0,0 0-15 16,0 0-9-16,0 0-23 0,0 0-24 0,0 0-27 15,0 0-16-15,0 0-17 0,0 0-6 0,0 0-11 0,0 0-45 16,17-2-12-16,-17 2-95 0,0 0-189 0,0 0 83 15</inkml:trace>
  <inkml:trace contextRef="#ctx0" brushRef="#br0" timeOffset="-38626.7">7712 16021 30 0,'0'0'54'0,"0"0"-6"16,0 0-4-16,0 0-4 0,13-3-26 0,-13 3-12 15,0 0-41-15,0 0-42 0,0 0 19 0</inkml:trace>
  <inkml:trace contextRef="#ctx0" brushRef="#br0" timeOffset="-37757.89">7748 9305 20 0,'0'0'112'0,"0"0"0"16,0 0 0-16,0 0-11 0,0 0-7 0,0 0-3 15,0 0-1-15,0 0-9 0,0 0-7 0,0 0 1 16,0 0-15-16,0 0-1 0,0 0-7 0,0 0-4 15,0 0-7-15,0 0-8 0,0 0 1 0,0 0-14 16,0 0-25-16,0 0-17 0,0 0-8 0,0 0-9 0,0 0-11 16,0 0-17-16,0 0-33 0,1 21-66 15,-1-11-181-15,-5 1 80 0</inkml:trace>
  <inkml:trace contextRef="#ctx0" brushRef="#br0" timeOffset="-35981.16">7624 16671 16 0,'0'0'89'16,"0"0"-9"-16,0 0 2 0,0 0 12 0,0 0-29 15,0 0-1-15,-5-6-5 0,5 6 16 0,0 0-30 16,0 0-2-16,0 0 3 0,0 0 0 0,0 0-8 15,-14 2 4-15,14-2 3 0,0 0 4 0,0 0 6 16,-12 3 0-16,12-3 6 0,0 0-5 0,-11 3 4 16,11-3-4-16,-6 2 4 0,6-2-2 0,-10 0 6 15,10 0-9-15,-7 4-3 0,7-4-10 0,0 0 1 16,-10 4-10-16,10-4 8 0,-8 3-6 0,3 0 3 16,5-3 1-16,-8 6-4 0,4-2 3 0,1 0-2 15,-1 2-1-15,4-6 2 0,-3 12-8 0,2-6-3 16,-2 3 5-16,2-1-2 0,1-8 6 0,1 16-6 15,-1-9-4-15,0-7-2 0,2 17 0 0,-2-8-2 16,1 0-3-16,0-2-1 0,0 0 2 0,-1-7-2 16,6 14 0-16,-4-5 7 0,1 0-5 0,2 1-3 15,-3-3 1-15,1-1 0 0,2 3 3 0,-1-3-6 16,-2 0-1-16,2 0-1 0,0-1-1 0,1 1 5 16,3-3-3-16,-3 3-1 0,1-3-4 0,1-1 0 15,-7-2 0-15,14 4 0 0,-7-5 4 0,-7 1-3 16,17-3 3-16,-11 1-6 0,5 0 3 0,0-2-2 15,-1-3-2-15,1 1 2 0,-2-1-3 0,3-3-1 16,-4 1 2-16,1 1 1 0,1 0-2 0,-5-3-2 0,2 3 3 16,-1-1 4-16,-1 3-7 0,-1-1 1 0,2 0 0 15,-3 0-4-15,1-2 5 0,-3-1-3 16,-1 0 1-16,3 1 1 0,-5 0-4 0,4-2 4 16,-2 2-2-16,-3 1 1 0,3 8-3 0,-2-14 2 15,-1 6-1-15,0-1 3 0,-2 0-4 0,0 2 3 16,0-3-4-16,-1 2 2 0,-1 0 2 0,2 0-3 15,-2 2 1-15,-1-2 2 0,-1 2-3 0,0 2 4 16,0-1-3-16,-1 1 0 0,2 1 4 0,2 1-1 16,-3 0-3-16,9 2 1 0,-17-3 0 0,2 3-2 15,7 2 4-15,8-2 4 0,-16 1-2 0,7 2-1 16,-2 1 5-16,1 1 6 0,0 2 5 0,1-1-2 16,0 1-1-16,-2 0-4 0,3 2-3 0,0-1 4 15,1 2-4-15,0-2-2 0,2 1 2 16,-1-2 1-16,-2 1-3 0,5 2 1 0,0 0-3 0,-1-1 0 15,3 2-3-15,-2-1 1 0,3-10-1 0,0 17-1 16,0-17 1-16,-1 16 1 0,1-7-3 0,0-9-11 16,4 14-7-16,-2-7-5 0,-2-7-22 0,3 9-15 15,-3-9-16-15,8 11-24 0,-8-11-43 0,4 5-34 16,-4-5-39-16,7 6-146 0,-7-6-391 0,0 0 174 16</inkml:trace>
  <inkml:trace contextRef="#ctx0" brushRef="#br0" timeOffset="-34938.06">7761 10214 19 0,'0'0'91'0,"-3"-5"-24"0,3 5-20 0,0 0-12 15,0 0-10-15,0 0-14 0,0 0-12 0,0 0-13 16,0 0-33-16,0 0-51 0,-4 20 23 0</inkml:trace>
  <inkml:trace contextRef="#ctx0" brushRef="#br0" timeOffset="-34211.18">7614 14966 64 0,'0'0'109'0,"4"4"-7"15,-4-4-12-15,0 0-2 0,0 0-1 0,5 7-22 16,-5-7-10-16,0 0-16 0,4 6-8 0,-4-6-24 16,3 6-31-16,-3-6-22 0,0 0-66 0,2 8-120 15,-2-8 53-15</inkml:trace>
  <inkml:trace contextRef="#ctx0" brushRef="#br0" timeOffset="-33614.06">7859 10107 17 0,'0'0'64'0,"0"0"-7"0,0 0-5 0,-2-6-6 16,2 6-7-16,0 0-9 0,0 0-8 0,0 0-2 15,0 0-12-15,0 0-15 0,0 0-19 16,0 0-28-16,15 13-58 0,-15-13 26 0</inkml:trace>
  <inkml:trace contextRef="#ctx0" brushRef="#br0" timeOffset="-18506.07">4175 12830 1 0,'0'0'4'0,"0"0"-2"15,0 0 0-15,0 0-3 0,0 0-1 0,0 0 5 16,0 0-3-16,0 0 4 0,0 0 2 0,0 0-10 16,1 11 7-16,-1-11-5 0,0 0-1 0,-6 5-3 15,6-5 1-15</inkml:trace>
  <inkml:trace contextRef="#ctx0" brushRef="#br0" timeOffset="16327.22">9859 8228 8 0,'-13'-2'47'0,"-2"4"-1"15,2-4 1-15,1 0 1 0,1 0-8 0,2-1 22 16,2 1-5-16,-3-2-1 0,3 1 6 0,7 3 2 16,-10-4 0-16,6 1 0 0,4 3 5 0,0 0-12 15,0 0-12-15,9-20-3 0,1 14-4 0,9-3-8 16,7-1-1-16,3-1 1 0,7 0-3 0,14-3-1 15,2 2-5-15,7 3 6 0,0-1-4 0,5 2-6 0,25-1 2 16,-26 3-3-16,28 2-3 0,-29 1 1 16,5 5 0-16,-3-2-1 0,0 4 0 0,28-3 3 15,-30 4-6-15,5 1 2 0,-2 0 2 0,26 2-5 16,-30-2 0-16,3 1-1 0,2 1 0 0,-2-4-2 16,-3 1 2-16,1-2 1 0,-7 0-2 0,1 1-3 15,-4-4 6-15,-12 0 1 0,1-1-7 0,-3-2 3 16,2 0 3-16,-4 1 5 0,0-2-4 0,0 0 1 15,-4-2 0-15,-2 1-7 0,-3-1 8 0,-8 2-2 16,-1-1 1-16,-7 2 7 0,3-2 1 0,-3 2-5 16,0 0-2-16,-1-2 7 0,-2 2-3 0,-4 2 0 0,-4 1 2 15,10-4-2-15,-10 4-6 0,9-3 7 16,-9 3-11-16,5-4 2 0,-5 4 2 0,0 0-6 16,0 0-1-16,0 0-8 0,8-2-15 0,-8 2-6 15,0 0-5-15,0 0-9 0,0 0-5 0,0 0-17 0,0 0-7 16,0 0 1-16,-11 25-12 0,4-17-15 0,0 0-15 15,-3 7-72-15,-3-3-196 0,-2 2 87 16</inkml:trace>
  <inkml:trace contextRef="#ctx0" brushRef="#br0" timeOffset="59318.14">6240 11972 59 0,'0'0'50'0,"0"0"-6"0,0 0-2 0,0 0-8 0,0 0-4 16,2-8-2-16,-2 8 0 0,0 0-8 0,0 0 2 15,0 0-5-15,0 0 1 0,0 0-1 0,0 0-4 16,0 0-5-16,0 0 4 0,0 0-3 16,0 0 2-16,0 0-2 0,0 0-5 0,0 0-7 15,0 0-7-15,0 0 2 0,0 0-2 0,0 0-9 0,0 0-9 16,0 0-11-16,0 0-21 0,0 0-65 0,-11 21 29 15</inkml:trace>
  <inkml:trace contextRef="#ctx0" brushRef="#br0" timeOffset="60168.93">6257 12014 2 0,'1'-7'20'0,"-1"7"-1"15,0 0-4-15,0 0 1 0,0 0-5 0,0 0 0 16,0 0 1-16,0 0 2 0,0 0-6 0,0 0-1 0,0 0 1 15,0 0 12-15,0 0 5 0,0 0-13 0,0 0 10 16,0 0-7-16,0 0-4 0,0 0 10 16,0 0-1-16,0 0-10 0,0 0 0 0,0 0 1 15,0 0-5-15,0 0 0 0,0 0-2 0,0 0 7 0,0 0-11 16,0 0 4-16,0 0-3 0,0 0 3 0,0 0-5 16,0 0 3-16,0 0 1 0,0 0 0 15,0 0-1-15,0 0-4 0,0 0 1 0,0 0 0 16,-12 15 6-16,12-15-10 0,0 0 6 0,-2 6 0 15,2-6-3-15,0 0 2 0,-3 5 3 0,3-5-3 16,0 0-1-16,0 0-2 0,0 0-3 0,0 0 5 16,0 0-3-16,0 0 1 0,-2 8 1 0,2-8 9 0,0 0-8 15,0 0 5-15,0 0-4 0,0 0 4 16,0 0-4-16,0 0-3 0,0 0 2 0,0 0-1 16,0 0 6-16,0 0 3 0,0 0-2 0,0 0 4 0,0 0-1 15,0 0 4-15,0 0 2 0,0 0-4 0,0 0-4 16,0 0 10-16,0 0 0 0,0 0-1 0,0 0 2 15,0 0-4-15,0 0-2 0,0 0 0 16,0 0-3-16,0 0 0 0,0 0 2 0,0 0-7 16,0 0 5-16,0 0 1 0,0 0-4 0,0 0 1 0,0 0 1 15,2 18-2-15,-3-6-1 0,0 2 2 0,-3-3 8 16,3 6-11-16,-2 1 12 0,2-1-20 0,-3 0-3 16,3 2-14-16,-2-3-8 0,1 1-16 15,2-2-42-15,-3 0-95 0,-1-1 42 0</inkml:trace>
  <inkml:trace contextRef="#ctx0" brushRef="#br0" timeOffset="60394.86">6416 12355 43 0,'0'9'40'0,"0"2"-10"0,-1-1-11 16,0 0-16-16,0 2-26 0,1-4-24 0,-3 3 11 16</inkml:trace>
  <inkml:trace contextRef="#ctx0" brushRef="#br0" timeOffset="60583.56">6526 12485 4 0,'0'7'-1'0,"2"2"-1"16</inkml:trace>
  <inkml:trace contextRef="#ctx0" brushRef="#br0" timeOffset="60775.96">6652 12611 14 0,'-3'10'54'0,"0"-1"-9"0,1 1-9 16,-1 2-8-16,2-2-17 0,0-1-11 0,1 2-11 16,-4-2-19-16,3 0-32 0,-1-1 15 0</inkml:trace>
  <inkml:trace contextRef="#ctx0" brushRef="#br0" timeOffset="60949.6">6740 12786 32 0,'0'10'29'0,"-3"-3"-11"0,2 1-19 15,-1-1-12-15,1 1-15 0,-4 0 7 0</inkml:trace>
  <inkml:trace contextRef="#ctx0" brushRef="#br0" timeOffset="61141.4">6916 12834 53 0,'-1'7'34'0,"1"-7"0"0,0 18-18 0,0-8-14 16,0-3-12-16,1 0-12 0,0 1-24 0,-1-8 12 16</inkml:trace>
  <inkml:trace contextRef="#ctx0" brushRef="#br0" timeOffset="61316.18">7163 12854 11 0,'-2'8'53'15,"0"2"1"-15,1 1-12 0,-2 0-17 0,2 0-18 16,0 1-21-16,-1-1-16 0,1 0-32 0,2-1 14 15</inkml:trace>
  <inkml:trace contextRef="#ctx0" brushRef="#br0" timeOffset="61520.46">7532 12794 9 0,'0'0'118'0,"0"0"-6"0,0 0-11 16,-5 24-8-16,1-12-15 0,2 1-5 0,-1 3-1 16,-1 1-11-16,2-1-1 0,-2 3-19 0,1-6-16 15,2 0-21-15,-2 3-1 0,0 0-17 0,0 0-27 16,1-1-19-16,0-3-63 0,1 0-132 0,0-4 58 16</inkml:trace>
  <inkml:trace contextRef="#ctx0" brushRef="#br0" timeOffset="61715.43">7814 12821 30 0,'-2'19'93'0,"2"-19"-5"0,-4 17-3 0,0-6-9 16,1 4-9-16,-1 1-17 0,-2 1-4 0,3 0-23 15,-3 3-13-15,1-2-16 0,0 0-18 0,0-2-22 16,3 1-36-16,-1-6-90 0,2-1 40 0</inkml:trace>
  <inkml:trace contextRef="#ctx0" brushRef="#br0" timeOffset="61913.7">8122 12790 38 0,'0'0'44'0,"-5"23"-14"16,5-23-15-16,-3 10-21 0,1-3-15 0,-1-1-21 15,-1-1 9-15</inkml:trace>
  <inkml:trace contextRef="#ctx0" brushRef="#br0" timeOffset="62178.15">8344 12695 59 0,'0'10'95'0,"0"3"-13"0,0 2-1 16,-3 3-9-16,-1 2-3 0,0 0-10 16,-1 7-22-16,-1-1 3 0,-1 1-14 0,2-1-27 15,-1-2-10-15,1-6-26 0,1 0-15 0,3 0-35 16,-3 0-93-16,0-3 41 0</inkml:trace>
  <inkml:trace contextRef="#ctx0" brushRef="#br0" timeOffset="63640.13">9287 11833 42 0,'5'6'78'0,"1"0"-13"0,2 0-14 0,0 5-29 16,2-2-33-16,-3 1-31 0,-1-1-44 0,0 2 19 16</inkml:trace>
  <inkml:trace contextRef="#ctx0" brushRef="#br0" timeOffset="68452.68">6188 14552 10 0,'0'0'22'16,"0"0"-1"-16,0 0-13 0,-9-5 10 0,9 5-2 15,0 0-2-15,0 0 1 0,0 0-2 0,0 0-4 16,0 0 0-16,0 0 4 0,0 0-6 0,-9-3 3 0,9 3 1 15,0 0-2-15,0 0-2 0,0 0 1 16,0 0 0-16,0 0 0 0,0 0 2 0,0 0-1 16,0 0 3-16,0 0 2 0,0 0-1 0,0 0-3 15,0 0 6-15,0 0-14 0,0 0 3 0,0 0 3 16,0 0 0-16,-11-1 0 0,11 1-2 0,0 0 3 16,0 0-7-16,0 0-3 0,0 0 3 0,0 0 1 0,0 0-3 15,0 0-1-15,0 0 4 0,0 0 0 16,0 0 0-16,0 0-3 0,0 0 5 0,0 0-3 15,0 0-4-15,-9 0 9 0,9 0-8 0,0 0 7 16,0 0-6-16,0 0 5 0,0 0-6 0,0 0 8 16,0 0-3-16,0 0-7 0,0 0-2 0,0 0 6 15,0 0 7-15,-8 2-1 0,8-2 10 0,0 0-3 16,0 0-3-16,0 0 8 0,0 0 2 0,0 0-2 16,0 0-2-16,0 0-6 0,0 0 3 0,0 0-6 15,0 0-2-15,0 0 11 0,0 0-3 0,0 0 0 16,0 0-6-16,0 0 3 0,0 0 5 0,0 0 0 15,0 0-7-15,0 0 12 0,-11 0-4 0,11 0-1 16,0 0-5-16,0 0-1 0,0 0 2 0,0 0 13 16,0 0-11-16,0 0-4 0,0 0 6 0,0 0-3 15,0 0 1-15,-7-4 0 0,7 4-3 0,0 0 2 16,0 0-11-16,0 0 11 0,0 0-4 0,0 0 1 16,0 0-1-16,0 0 11 0,-8-1-4 0,8 1 4 15,0 0-11-15,0 0 8 0,0 0 0 0,0 0-5 16,0 0 3-16,0 0 5 0,0 0 4 0,0 0-5 15,0 0-1-15,0 0-5 0,0 0 3 0,0 0-9 16,0 0 8-16,0 0-5 0,0 0 1 0,0 0 2 16,0 0-3-16,0 0-3 0,0 0 14 0,-10-1-11 15,10 1-6-15,0 0-3 0,0 0 6 0,0 0 3 16,0 0-10-16,0 0 7 0,0 0 2 0,0 0-1 16,0 0-4-16,0 0 5 0,0 0 3 0,0 0 3 15,0 0-2-15,0 0 3 0,0 0 0 0,0 0-6 16,0 0 9-16,0 0-6 0,0 0 8 0,0 0-6 15,0 0 0-15,0 0-3 0,0 0 1 0,0 0 8 16,0 0-6-16,0 0-5 0,0 0 3 0,0 0-7 16,0 0 4-16,0 0 5 0,0 0-1 0,0 0-2 15,0 0-4-15,0 0 8 0,0 0-1 0,0 0-5 16,0 0-3-16,0 0 2 0,0 0-5 0,0 0 11 16,0-9-12-16,0 9 4 0,0 0-7 0,0 0 2 15,0 0 3-15,0 0-3 0,0 0 1 0,0 0 1 16,0 0-1-16,0-11 5 0,0 11-4 0,0 0 0 15,0 0-2-15,0 0-1 0,0 0 0 0,0-10 1 16,0 10 3-16,0 0-2 0,0 0 0 0,1-7 0 16,-1 7-3-16,0 0 3 0,0 0-3 0,0 0 5 15,0 0-5-15,0-9 1 0,0 9 5 0,0 0-4 16,0 0-5-16,0 0 10 0,0 0 3 0,0-9-9 16,0 9 2-16,0 0-2 0,0 0 0 0,3-9 2 15,-3 9-4-15,0 0 1 0,0 0-1 0,2-6 2 16,-2 6 1-16,0 0 1 0,4-9-3 0,-4 9-3 15,0 0 3-15,1-6 4 0,-1 6-7 0,0 0 4 16,0 0 1-16,3-9-1 0,-3 9 2 0,0 0-1 16,0 0 0-16,2-10 2 0,-2 10-3 0,0 0 0 15,3-8 1-15,-3 8-1 0,0 0-1 0,3-8 3 16,-3 8 2-16,0 0-3 0,2-6 0 0,-2 6 2 16,4-5-2-16,-4 5-4 0,0 0 4 0,3-8-6 15,-3 8 8-15,2-7-4 0,-2 7-2 0,8-5 0 16,-8 5 2-16,3-6 5 0,-3 6-4 0,4-7 1 15,-4 7 7-15,4-6-3 0,-4 6-4 0,4-6 3 16,-4 6 4-16,5-9-5 0,-5 9 2 0,4-5-2 16,-4 5 3-16,5-8-1 0,-5 8 0 0,5-7-2 15,-5 7-4-15,5-6 6 0,-2 1-6 0,-3 5 2 16,4-5-3-16,-4 5 5 0,0 0 1 0,5-10 0 16,-5 10-1-16,4-6-10 0,-4 6 10 0,2-6-5 15,-2 6 6-15,7-6-2 0,-7 6 1 0,3-6 1 16,-3 6 2-16,4-5-2 0,-4 5 1 0,4-9 1 15,-4 9-3-15,4-6-3 0,-1 1 3 0,-3 5 1 16,5-10-3-16,-2 5-4 0,1 0 4 0,-4 5 0 16,5-10 0-16,-2 6-2 0,-3 4 5 0,6-7-1 15,-6 7-2-15,6-7-4 0,-6 7 2 0,3-6 8 16,-3 6-3-16,7-7 2 0,-7 7-7 16,5-8 0-16,-5 8 1 0,6-5 3 0,-3 1-1 0,-3 4-3 15,7-9 3-15,-4 3-3 0,3 3 3 0,-6 3-3 16,7-9 3-16,-5 5-3 0,-2 4 3 0,7-6 1 15,-5 1-7-15,-2 5 1 0,8-9 2 0,-3 6-3 16,-5 3 1-16,5-9 4 0,-1 5 0 0,-4 4-1 16,6-7 2-16,-2 2 1 0,-4 5-12 0,7-7 5 15,-2 5 3-15,-5 2 0 0,6-10 2 0,-2 8 0 16,-4 2 0-16,8-6-4 0,-5 0 1 0,-3 6 3 16,8-6-1-16,-8 6 3 0,5-8-4 0,-5 8 1 15,7-6-2-15,-5 3 1 0,-2 3 0 0,8-9 0 16,-4 8 2-16,-4 1-3 0,7-10-1 15,-3 6 1-15,-4 4 1 0,9-7-1 0,-5 1 1 0,-4 6 3 16,8-7-2-16,-3 3 4 0,-2 1-1 0,-3 3-10 16,8-10 8-16,-3 7-8 0,-1-2 8 0,1 0-2 15,2 0-1-15,-2 1 3 0,0-1 0 0,0 0-1 16,0 1-2-16,-1-2 0 0,-4 6 2 0,10-9 0 16,-3 5 4-16,-1-3-3 0,-6 7-1 0,11-11 3 15,-6 7-4-15,-5 4 2 0,11-8 3 16,-11 8-5-16,9-10 1 0,-3 6 7 0,-6 4-5 0,9-10-3 15,-5 5 4-15,-4 5-3 0,9-9 3 0,-5 2 3 16,-4 7-4-16,10-6 0 0,-4 1 1 0,-6 5 1 16,8-10 3-16,-2 6-2 0,-6 4-12 0,12-8 9 15,-12 8 0-15,8-8 0 0,-3 5 2 0,-5 3 2 16,0 0-4-16,10-10 2 0,-10 10 0 16,9-8-11-16,-9 8 3 0,7-6 6 0,-7 6-5 0,8-5 4 15,-8 5 1-15,10-7 3 0,-10 7 1 0,8-7-6 16,-8 7 0-16,9-5-3 0,-9 5 3 0,8-6-3 15,-8 6 3-15,10-2 3 0,-10 2-3 16,9-6-2-16,-9 6-1 0,11-8 4 0,-4 4 0 16,-7 4 3-16,11-6-4 0,-11 6 1 0,11-6-1 15,-11 6 2-15,11-5-3 0,-11 5 0 0,9-6 0 0,-4 3 1 16,-5 3 1-16,10-7 0 0,-1 1-4 16,-2 5-2-16,-1-4 5 0,0 0-1 0,4 0 1 15,-3 3-1-15,2-2 6 0,1-1-6 0,-2 0-1 16,1 1 1-16,0 0 0 0,1-1 2 0,-2 0-2 15,1 0 1-15,1-1 1 0,-1 1-5 0,0-1 6 16,0 3-1-16,1-2-5 0,-1 0 6 0,-2 0 0 0,4 1-2 16,-4 0 2-16,0 0-2 0,-1 1 1 0,2-1 3 15,1 0-10-15,-3 1 6 0,1 0-1 16,-2-3 1-16,3 2-6 0,-1 3 7 0,-1-3-2 16,1 2 3-16,2-1 0 0,-3-1-1 0,0 2-1 15,1-1-1-15,2 0-2 0,-9 3 1 0,11-4 1 0,-6 1 2 16,-5 3 1-16,12-4 0 0,-6 2-2 15,-6 2 2-15,12-4-4 0,-6 1 5 0,-1-1-7 16,3 2 6-16,-2-1-4 0,2 1 4 0,-2-2 3 16,2 1-8-16,0 2-2 0,-2-3 5 0,2 1-2 15,-2 1-3-15,4-2 2 0,-3 2 5 0,1 1-2 16,2-1 0-16,-10 2-1 0,12-5 3 0,-5 2-2 16,2 1 1-16,-3 1-2 0,2-3 2 0,-8 4 0 15,15-4-7-15,-6 1 10 0,-2 1-1 0,2-1 2 16,-1 1-3-16,-1-2-2 0,-7 4 4 0,19-6-2 15,-9 2-3-15,0 0 3 0,-1 1-2 0,3-1 1 16,-2 0 1-16,2 0 0 0,-1 2 0 0,-11 2-2 16,17-8-2-16,-3 5 2 0,-4-1-3 0,3 1 8 15,-4 0-3-15,2 1 1 0,1-2 0 0,-2 3-4 16,-1-2 3-16,0-2 2 0,-2 4-2 0,0-3-2 16,-1 1 4-16,-6 3-3 0,14-3 3 0,-6 1 1 15,0 2 0-15,1-2 0 0,2-1-1 0,-4-1 1 16,3 2-1-16,-1 1 2 0,-2-2-7 0,2 1 3 15,2 0-1-15,-11 2 1 0,14-1-3 0,-7-1 3 16,0 1-2-16,-7 1 2 0,14-1 0 0,-8-1-1 16,-6 2 3-16,18-2 0 0,-7 0-3 0,0 1 2 15,0-2 1-15,-2 3-1 0,0-3-1 0,3 2 3 16,-2-4-1-16,1 3-2 0,2-1-1 0,-1 0 0 16,-1 1-1-16,1-1 2 0,-1-1-3 0,2 1 2 15,-3 1 2-15,0-1 0 0,-1 2-2 0,3 0 1 16,-2-1 2-16,1 2-4 0,-11 0 0 0,15-1-1 15,-8 1 1-15,-7 0 3 0,16 1-2 0,-10-1-3 16,-6 0 1-16,14 0 0 0,-14 0 0 0,12 2 2 16,-6-1-3-16,0 2 1 0,-6-3-1 0,13 1 4 15,-13-1 0-15,10 0-1 0,-3 1-2 0,-7-1 4 16,11 1 0-16,-11-1-5 0,8 1 2 0,-8-1 0 0,11 2 2 16,-11-2-3-16,11 1 6 0,-11-1-3 15,10 3-1-15,-5-2-1 0,-5-1 0 0,14 1 1 16,-6 0 0-16,-8-1 2 0,0 0-2 0,21 0-2 15,-10-1 1-15,-11 1 1 0,19 1 0 0,-19-1 3 16,19-1-5-16,-11 0 1 0,-8 1 3 0,23 1 0 16,-11-2-1-16,-12 1 0 0,21 0-1 0,-11-1-1 15,-10 1 3-15,18 1-3 0,-8-1 2 0,-10 0-6 16,18 0 6-16,-18 0-4 0,13 1 4 0,-13-1-1 16,11 0 1-16,-11 0-1 0,12 1-2 0,-12-1 2 15,11 2 1-15,-11-2-3 0,0 0-1 0,14 1 4 16,-14-1-2-16,9 3 2 0,-9-3-1 0,11 1-1 15,-11-1 0-15,7 2-1 0,-2 1 1 0,-5-3-3 16,9 3 4-16,-2-1-3 0,-7-2 0 0,11 2 1 16,-11-2 0-16,8 3 0 0,-8-3 1 0,5 3 6 15,-5-3-5-15,9 2-4 0,-9-2 5 0,9 3-2 16,-9-3-1-16,8 1 1 0,-8-1 0 0,0 0 0 16,6 4 2-16,-6-4-4 0,0 0 1 0,10 3 0 15,-10-3 1-15,5 0 0 0,-5 0 8 0,0 0-2 16,9 3-6-16,-9-3 0 0,0 0 1 0,9-2 1 15,-9 2 1-15,0 0-1 0,13 0 1 0,-13 0-4 16,9-1 3-16,-9 1 0 0,13-2 2 0,-13 2-5 16,9 0-2-16,-9 0 2 0,0 0 1 0,13-1 0 15,-13 1 3-15,7-1-4 0,-7 1 2 0,0 0-2 16,10 0 8-16,-10 0-8 0,0 0 2 0,11 0-3 16,-11 0 0-16,0 0 1 0,0 0-1 0,10 0-8 15,-10 0-14-15,0 0-14 0,0 0-23 0,0 0-15 16,7 9-27-16,-7-9-27 0,0 0-24 0,0 0-28 15,0 14-137-15,0-14-344 0,0 0 153 0</inkml:trace>
  <inkml:trace contextRef="#ctx0" brushRef="#br0" timeOffset="70632.27">8445 13421 64 0,'0'0'74'0,"0"0"-4"0,0 0-4 0,0 0-3 15,0 0-1-15,0 0-8 0,0 0-6 0,0 0 0 0,0 0-8 16,3-12 0-16,-3 12-1 0,0 0-4 0,0 0-1 16,0 0-1-16,0 0 28 0,0 0-31 15,0 0 1-15,3-6-2 0,-3 6-1 0,0 0-1 0,0 0-11 16,0 0 4-16,0 0 2 0,0 0-6 16,0 0-2-16,0 0-8 0,0 0 13 0,6-4-4 0,-6 4-4 15,0 0-1-15,0 0 2 0,0 0-1 0,0 0-5 16,0 0 0-16,0 0 3 0,0 0-7 0,0 0 0 15,0 0 4-15,0 0 1 0,0 0-5 16,0 0-2-16,0 0-1 0,0 0 1 0,0 0 6 16,0 0-7-16,0 0 2 0,7-3-9 0,-7 3-3 0,0 0-7 15,0 0 4-15,0 0-4 0,2-7 1 16,-2 7 0-16,0 0 3 0,0 0 2 0,0 0-4 16,0 0 1-16,0 0-7 0,0 0 7 0,0 0-5 15,0 0 3-15,3-7 1 0,-3 7-3 0,0 0 11 16,0 0-5-16,0 0 1 0,0 0 2 0,0 0-2 0,0 0 1 15,0 0 6-15,0 0-1 0,0 0 1 0,0 0 1 16,0 0 1-16,0 0 1 0,0 0 5 16,0 0 5-16,0 0 6 0,0 0-3 0,0 0-4 15,0 0-2-15,-9-9 1 0,9 9 10 0,0 0 3 16,0 0-7-16,0 0 4 0,0 0 4 0,0 0-4 16,0 0 8-16,0 0 1 0,0 0-10 0,0 0-10 15,0 0 10-15,-5-4-10 0,5 4 11 0,0 0-6 16,0 0 7-16,0 0-9 0,0 0-3 0,0 0 6 15,0 0-4-15,14-4 1 0,-14 4 4 0,0 0 7 16,10-2-2-16,-10 2-3 0,0 0 1 0,15 2 1 0,-8-1-1 16,-7-1 0-16,10 1 3 0,-2 1-9 0,-2 0 0 15,-6-2-1-15,12 2 7 0,-7 1-1 0,4 0 1 16,-3-1 3-16,-6-2 3 0,12 3 10 16,-7-1-17-16,2 1-2 0,0-1 6 0,-2 1-2 15,1 1 3-15,2-3 1 0,1 3 0 0,0 0 2 0,0 0-2 16,-2-1-14-16,0 1 2 0,0-1-4 0,0-1 0 15,-1 2 2-15,3-1-6 0,-4 0 6 0,2 1-1 16,0-1-2-16,2 1 10 0,0-1-1 16,-2 3-5-16,0-3 1 0,1-1-4 0,1 3-1 0,-3-2 1 15,2-1 2-15,0 3 2 0,-2-2 0 0,0 0 4 16,2 0-4-16,0 1-4 0,-2-1 4 0,-1-1 0 16,2 1-1-16,-7-3 6 0,12 5-3 0,-7-2 5 15,2 0 2-15,-1 0 2 0,1 0-7 0,0 0 1 16,0-1-1-16,-1 0 4 0,2 2-7 0,-3-2 1 15,2 1-3-15,0 0 5 0,-1 0-2 16,-6-3-1-16,12 4-1 0,-5-1-9 0,0 0 11 0,-1-1-4 16,1 0 1-16,2 1 2 0,-3-1 2 0,0 1-2 15,1 1 0-15,2-1-2 0,-4-1 0 0,1 2 2 16,-6-4-4-16,11 4 1 0,-5-1-1 0,0 1-5 16,-1-1 10-16,-5-3 0 0,12 4-2 15,-8-1 1-15,-4-3-3 0,10 6-2 0,-6-3 4 0,-4-3 2 16,10 6-4-16,-6-5-1 0,2 3 2 0,-6-4-2 15,10 5 7-15,-4-2-5 0,-1 1 3 0,0-1-3 16,-5-3 2-16,9 6 1 0,-6-2 0 16,-3-4-3-16,7 5 0 0,-2-1-2 0,0-1 1 15,-1 0-3-15,-4-3 4 0,9 8 2 0,-5-5-3 16,1 0 0-16,-5-3 2 0,9 8-3 0,-5-3 1 0,1-2 0 16,-5-3-3-16,7 8 1 0,-4-4-4 15,1 0 6-15,-4-4 1 0,8 8-3 0,-5-3 0 16,1-2 1-16,1 3 1 0,0-2-2 0,-1 1 0 0,0 0-7 15,1-2 8-15,-5-3 1 0,5 10-1 16,0-4-1-16,-1-1-2 0,-4-5 10 0,7 8-6 0,-4-2-1 16,1-2 2-16,-1 2 2 0,1-1-1 0,-4-5 0 15,9 9-1-15,-8-4 0 0,3-1 0 0,-4-4-3 16,6 9 5-16,-5-4-4 0,3 1 2 16,-4-6-4-16,5 9 3 0,-2-3-2 0,2 0 0 15,-5-6 2-15,5 9-2 0,-2-6-1 0,1 2 2 16,-4-5-2-16,5 9 1 0,-3-2-2 0,2-1 4 0,-1 0-2 15,0 0 2-15,0 0-7 0,-2-1 3 0,2 2 1 16,-3-7 0-16,2 13 2 0,0-6 1 0,0 1-1 16,-1-2 6-16,1 1-11 0,0 0 2 15,-2-7-1-15,4 12 0 0,-2-7 4 0,-2-5-5 16,3 8 1-16,1-3 2 0,-1 0-4 0,-3-5 4 0,5 9 0 16,-3-2-1-16,1-3-2 0,-3-4 6 15,5 10-6-15,-2-4-3 0,-1-1 3 0,1 0 3 16,-3-5-1-16,5 12-1 0,-4-7 2 0,2 1-2 0,-3-6 1 15,5 12 1-15,-3-8-1 0,1 2-2 16,-1-1 0-16,-2-5 0 0,4 10-1 0,-1-4 5 0,-1-1-4 16,1 0 0-16,2 0 1 0,-5-5 2 0,6 9-5 15,-3-4 6-15,1 2-2 0,0-2 0 0,1-1-3 16,-5-4 7-16,7 7-9 0,-4-2 1 16,-1 0 2-16,2 1-2 0,0-2 5 0,0 3-2 0,0 0-2 15,0-2 1-15,1 2-1 0,0 0 2 16,-3-1 3-16,2 0-3 0,0 0 2 0,0 0 3 15,-1-1-6-15,0 1 1 0,4-2 0 0,-4 3 3 0,1-1-5 16,0-2 2-16,1 3 0 0,-1-3 5 16,1 1-10-16,0 0 4 0,0 1 2 0,-1 0-4 0,0-2 2 15,1 2-2-15,-1-1-1 0,0-3 0 16,2 5 3-16,-2-2-1 0,1-1 1 0,0 2 0 16,1 1 0-16,-1-1 3 0,0-3-5 0,1 1 1 15,1 2 1-15,-4-2 0 0,3 1 1 0,-1 2 2 0,1-4 2 16,-1 1-3-16,-5-4-1 0,6 9 0 15,0-5 0-15,-2-2 1 0,-4-2-1 0,5 5 0 0,-5-5 1 16,7 4-5-16,-7-4-9 0,4 3-6 16,-4-3-5-16,0 0-21 0,0 0-13 0,0 0-26 15,0 0-18-15,0 0-33 0,9 1-36 0,-9-1-162 16,0 0-360-16,0 0 160 0</inkml:trace>
  <inkml:trace contextRef="#ctx0" brushRef="#br0" timeOffset="71957.39">6241 14269 13 0,'-4'-5'64'0,"1"-1"-1"16,3 6-1-16,-8-9-3 0,5 5-1 0,3 4-11 15,-5-9-6-15,5 9-5 0,-4-5-2 0,4 5-5 16,0 0-2-16,0 0-2 0,0 0-10 0,0 0 11 16,0 0-2-16,0 0-4 0,-3 19 7 0,3-11-19 15,0-8 6-15,2 21 1 0,-1-12-5 0,-1 2 1 16,3-1-12-16,-2-1-1 0,1 3-15 0,1-2-4 15,0 0-11-15,0 0-19 0,-2-4-50 0,3 4-110 16,1 0 50-16</inkml:trace>
  <inkml:trace contextRef="#ctx0" brushRef="#br0" timeOffset="72166.27">6489 14090 47 0,'3'26'65'0,"-2"1"-10"16,0-1-6-16,2 1-7 0,-2 0-10 0,2-7-10 16,1-3-9-16,-2 2-22 0,6-3-14 0,-4-2-27 15,-1-2-52-15,1-2 24 0</inkml:trace>
  <inkml:trace contextRef="#ctx0" brushRef="#br0" timeOffset="72368.42">6793 13930 41 0,'3'27'81'0,"-3"-27"-4"15,-3 22-16-15,2-10 2 0,-1 6-9 16,5-2-9-16,-3 0-10 0,0 2-9 0,2-1-15 16,-1-2-14-16,1-4-21 0,1 1-14 0,0-1-34 15,2-3-77-15,-1-2 34 0</inkml:trace>
  <inkml:trace contextRef="#ctx0" brushRef="#br0" timeOffset="72559.15">7131 13773 54 0,'0'0'89'0,"4"17"-13"0,-2-6-8 0,1 7-10 16,-2-4 0-16,0 3-10 0,1-1-10 0,0 3-22 15,-1-8-13-15,3 2-11 0,-1-1-8 0,2-2-12 16,1 2-48-16,1-5-83 0,-1 1 37 0</inkml:trace>
  <inkml:trace contextRef="#ctx0" brushRef="#br0" timeOffset="72752.12">7455 13622 39 0,'0'0'92'0,"0"0"-7"15,0 0-11-15,0 0-1 0,7 33-11 0,-7-33-15 16,-3 29 2-16,5-12-1 0,-1-1-19 0,-1-5-20 16,0 5-6-16,1-4-13 0,5-2-9 0,-2 1-18 15,3-2-8-15,0-3-39 0,0-1-90 0,2-2 41 16</inkml:trace>
  <inkml:trace contextRef="#ctx0" brushRef="#br0" timeOffset="72934.47">7798 13497 48 0,'0'0'89'15,"0"0"3"-15,0 0 11 0,0 0-27 0,1 31-4 16,-3-14-10-16,-2 7-4 0,-3 1-1 16,1 2-10-16,0-4-6 0,2-5-19 0,1 2-12 15,2-1-18-15,1 0-10 0,0-5-20 0,-1-1-27 16,5-3-43-16,-2 1-117 0,2-3 51 0</inkml:trace>
  <inkml:trace contextRef="#ctx0" brushRef="#br0" timeOffset="73113.63">8120 13521 39 0,'-1'12'101'0,"-2"5"-9"15,-3 8-11-15,1-2-9 0,-2 3-5 16,3-2-4-16,2-4-22 0,-1 3-17 0,1-3-22 16,2-4-22-16,0 0-12 0,1-3-57 0,-1 3-95 15,0-6 42-15</inkml:trace>
  <inkml:trace contextRef="#ctx0" brushRef="#br0" timeOffset="73308.58">8315 13544 72 0,'-2'18'89'16,"-1"1"-12"-16,-1 9-9 0,-1 2-7 0,-2-6-7 16,3 4-7-16,0-2-5 0,4-2-20 0,-2-4-11 15,0-4-8-15,2 1-24 0,3-4-15 0,1-3-46 16,1 0-89-16,-5-10 41 0</inkml:trace>
  <inkml:trace contextRef="#ctx0" brushRef="#br0" timeOffset="73479.22">8618 13609 90 0,'-4'25'84'0,"-4"3"-12"0,-1 8-12 0,-4 10 0 15,0 2 7-15,3-1-14 0,-2-1-29 0,3-14-14 16,0 3-14-16,2-2-3 0,0-1-29 0,0-2-44 16,3-1-84-16,-2-5 37 0</inkml:trace>
  <inkml:trace contextRef="#ctx0" brushRef="#br0" timeOffset="73659.1">8723 14160 16 0,'-14'34'34'0,"0"-1"-6"0,1-1-14 0,2-2-11 16,1-1-13-16,4-6-5 0,0 2-15 15,0-9 8-15</inkml:trace>
  <inkml:trace contextRef="#ctx0" brushRef="#br0" timeOffset="73838.89">9033 14202 89 0,'0'0'71'16,"-7"17"-8"-16,3-7 1 0,0 1-17 0,0 0-16 15,-3 4-20-15,3-2-24 0,-2 0-14 0,2-1-29 16,0 1-61-16,0-4 26 0</inkml:trace>
  <inkml:trace contextRef="#ctx0" brushRef="#br0" timeOffset="73999.57">9277 14237 44 0,'-7'11'34'0,"2"0"-23"15,0 0-27-15,-1 5-15 0,-2-3 7 0</inkml:trace>
  <inkml:trace contextRef="#ctx0" brushRef="#br0" timeOffset="100963.4">4418 12709 16 0,'0'0'34'15,"-14"8"-1"-15,8-6-1 0,6-2-5 0,-12 5-3 16,5-3 0-16,1 1-7 0,-1 0 0 0,1-1 7 15,-3 0-5-15,1 1-2 0,8-3 9 0,-12 4 2 16,3-4 9-16,9 0-6 0,-12 3-7 16,12-3-1-16,-10 0-4 0,10 0-2 0,-10 2 0 0,10-2 1 15,0 0-3-15,-10 0 0 0,10 0-5 0,0 0-1 16,0 0 14-16,0 0-16 0,0 0-5 0,-8 1 1 16,8-1 3-16,0 0-3 0,0 0 1 0,0 0 2 15,0 0-9-15,23 2 3 0,-13-2 5 16,2 0-1-16,5-1 2 0,1-1-6 0,11 2 1 0,0-2 3 15,2-1 10-15,3 1-8 0,4-3 4 0,1 2 3 16,11-1-25-16,-12-1 18 0,14-1 3 0,1 0 5 16,-1 1 2-16,1-1-2 0,-1 1-5 0,3-2 3 15,-3 0-3-15,-1 0 4 0,3 0 3 16,0-1-5-16,-3 1 4 0,1-1-2 0,-2 0-6 16,0-1 1-16,-11 3 12 0,10-3-1 0,-12 3-24 0,0-3 16 15,0 2 3-15,-2 1-4 0,-1-1-3 0,-3 2 8 16,2-2-14-16,-3 2 0 0,-1-1 0 15,-7 2 10-15,-2 2-7 0,2-1 4 0,0 1-8 16,-2-1-3-16,-3 2 8 0,1 1-2 0,-6 0-12 16,2-1 11-16,-2 1 3 0,-2 0-2 0,2 1 6 15,-6-1-2-15,-6 0-2 0,12 0 2 0,-12 0 4 0,7 0 8 16,-7 0 11-16,0 0 1 0,10 3 18 0,-10-3-2 16,0 0 4-16,0 0 0 0,0 0-3 15,0 0-4-15,0 0-8 0,0 0-4 0,0 0-4 16,0 0 0-16,0 0-14 0,0 0-22 0,0 0-12 15,0 0-17-15,-29 0-23 0,29 0-28 0,0 0-25 0,-5 3-86 16,5-3-215-16,0 0 95 0</inkml:trace>
  <inkml:trace contextRef="#ctx0" brushRef="#br0" timeOffset="126589.56">6218 11894 17 0,'0'0'37'0,"0"0"-2"0,-4-7-3 16,4 7-1-16,0 0-4 0,0 0 10 0,0 0-9 15,0 0 8-15,0 0-4 0,0 0 2 0,-1-9 5 16,1 9 0-16,0 0-5 0,0 0 4 0,0 0-2 15,0 0 0-15,-1-9-6 0,1 9-4 0,0 0-5 16,0 0 4-16,0-9-3 0,0 9-2 0,0 0 2 16,0 0 4-16,-1-9-6 0,1 9 8 0,0 0-2 15,0 0 4-15,0 0-3 0,0 0-6 0,-4-5 3 16,4 5 1-16,0 0-4 0,0 0 2 0,0 0-9 16,0 0 0-16,0 0 1 0,0 0 3 0,0 0-12 15,0 0 2-15,0 0-1 0,0 0 4 0,0 0-6 16,0 0 6-16,0 0-12 0,0 0 0 0,0 0-2 15,0 0 6-15,0 0-6 0,0 0 6 0,0 0 1 16,0 0-8-16,0 0 0 0,0 0 8 0,0 0-8 16,0 0 6-16,0 0-3 0,0 0 5 0,-3 22-2 15,3-22 2-15,-1 13-3 0,1-8 7 0,0-5 0 16,0 15 10-16,0-9-4 0,0-6 0 0,0 14-3 16,1-7 5-16,-1-7 2 0,0 13-2 0,-1-5-11 15,1 1 8-15,0-9-5 0,0 15-2 0,0-10 5 16,0-5-6-16,1 13 2 0,2-7-1 0,-3-6 4 15,2 8 4-15,-2-8-5 0,3 9-1 0,-2-4 1 16,-1-5-3-16,4 11-4 0,-3-8 9 0,-1-3-6 16,2 13 0-16,-1-7 9 0,1 1 0 0,0-1-1 15,0 1 1-15,1 0-3 0,-1 1 2 0,1-1-4 16,2 3-1-16,-3-2-1 0,4 1 5 0,-4-3-7 16,1 2 2-16,-1 0-5 0,2 0 3 0,-1-1 1 15,-1-2-2-15,3 3-3 0,-2-2 2 0,-1 1 0 16,2-1 3-16,-1 0 3 0,1 1 0 0,-2-1 0 15,1-1-2-15,-3-5 1 0,5 8-3 0,0-3-2 16,-5-5 2-16,6 9-1 0,-2-6 6 0,0 2-7 16,0 1 5-16,1-2-1 0,-1 0-1 0,1 1-4 15,-1 0 6-15,-4-5-1 0,6 8 6 0,-3-2-7 16,-1-1 0-16,2 2-1 0,0-2 1 0,-1 1-2 16,2 0 0-16,-2 1 1 0,3 1 2 0,-3-1-2 15,0-3-4-15,2 4 0 0,-2-3 0 0,2 2 10 16,-3 0-8-16,2-2-5 0,0 2 1 0,-1-1 2 15,0 0 1-15,0 0 0 0,1 0 0 0,0-1 2 0,-4-5-1 16,6 12-5-16,-4-7 4 0,2-1 4 16,-4-4-3-16,4 13-3 0,-1-9 1 0,-1 2 1 15,-2-6-2-15,4 9 3 0,-1-4 2 0,-3-5-2 16,5 9 0-16,-1-4 2 0,-2 0-2 0,-2-5 0 16,4 9 3-16,-4-9-8 0,4 9 4 0,-3-5 3 15,-1-4-3-15,4 9 2 0,0-3-1 0,-4-6 3 16,5 7-1-16,-4-3-2 0,3 3 3 0,-4-7-7 15,5 9 5-15,-4-1-5 0,2-3 2 0,-2 1-2 16,-1-6-1-16,3 11 5 0,-1-5-1 0,1-1-1 0,0 2 3 16,-3-7 1-16,5 10 2 0,-3-6-7 0,-2-4 0 15,5 8-2-15,-1-5-1 0,-4-3 0 0,5 8 2 16,-3-4 3-16,-2-4 2 0,6 8-1 16,-2-6-4-16,1 2 2 0,0 1 4 0,-5-5-4 15,6 4-4-15,-2 0 8 0,-4-4-2 0,7 4-3 0,-7-4-12 16,4 7-14-16,-4-7-11 0,5 3-17 15,-5-3-13-15,6 4-19 0,-6-4-16 0,0 0-12 16,0 0-112-16,0 0-243 0,0 0 108 0</inkml:trace>
  <inkml:trace contextRef="#ctx0" brushRef="#br0" timeOffset="127480.13">6328 12173 45 0,'0'0'63'0,"0"0"-3"0,0 0-7 16,0 0-7-16,0 0-1 0,0 0-5 16,0 0 1-16,0 0-7 0,0 0-1 0,0 0 12 15,0 0 5-15,0 0-3 0,0 0 2 0,0 0-7 16,9 25 4-16,-8-20-6 0,1 1 0 0,0 3 5 0,1-1 8 15,-2 1 0-15,2 0-2 0,-2 2-7 16,2-1 4-16,-1 1-5 0,1 3-5 0,0-3-6 16,0 2 5-16,-1 3 0 0,2-5-3 0,-1 1 7 15,1 0-13-15,0 2-4 0,-1-2 4 0,4 0 6 16,-1 2 3-16,-2-2 0 0,0-1-5 0,1 0-3 0,-1 1-4 16,1 0 1-16,1-1-6 0,-2-1 4 15,0 1-1-15,0 1 0 0,2-1 3 0,-1-2-4 16,2 2 0-16,-2-2 1 0,1 3-3 0,-1-3 0 15,1 1 4-15,-1-1-7 0,0 0 9 0,1-1-8 0,-2 0 1 16,1-1 0-16,-1 1-2 0,2-1-2 0,-1 1-1 16,0 0-2-16,-1-2 1 0,0-1 0 15,0 1-4-15,0 2 1 0,0-4-3 0,2 3 3 16,2 0 0-16,-3-3-1 0,0 4-1 0,0-2 3 16,0-2-4-16,-1 2-3 0,0 2 1 0,0-3 3 0,1 0-6 15,0 3 2-15,-3-2 0 0,6 0-2 0,-4 0 2 16,1-1 0-16,-1-1 1 0,1 2-1 0,-4 0-1 15,3-1 0-15,0 1-3 0,2 0 3 16,-2 0 1-16,0-1-2 0,2 1 0 0,-3-1-1 16,3 3 1-16,-1-3-3 0,0 1 5 0,1 0-1 0,-3-2-2 15,3 2 1-15,0-2 2 0,0 1-3 0,-1-1 2 16,1 1-3-16,-1-1 2 0,0 0 0 0,-1-1 0 16,2 1 0-16,-1 2 2 0,-5-6-4 15,9 5 2-15,-2-3-1 0,-2 1 1 0,-5-3 3 0,10 6-5 16,-6-3 2-16,1 0-1 0,-5-3-3 0,9 6 7 15,-3-2-5-15,-1-2 1 0,-5-2 5 0,13 5-1 16,-7-3 0-16,3 1-2 0,-2 0 13 0,3-2 1 16,1 2 5-16,0-2-3 0</inkml:trace>
  <inkml:trace contextRef="#ctx0" brushRef="#br0">7146 12994 1776 0,'5'1'64'0,"2"-2"-185"0,0 3 344 0,0-2-444 0,-1 2 220 0,2-2-10 0,1 0 2 0,1 0 27 0,-1 0-11 16,2 2-32-16,-2-2 40 0,3 0-17 0,-1 3 18 16,-3-5 0-16,2 2-15 0,-2 2-25 0,-8-2 40 15,18-2-10-15,-11 2 10 0,5-1-57 0,-1 2 87 16,1-2-86-16,1-1 65 0,0-2-25 0,-2 3 0 16,0-2 5-16,0 1-21 0,1 0-6 0,-4 1-16 15,0-2-13-15,-8 3-23 0,12-3-13 0,-5 1 30 16,-7 2 3-16,10-1-11 0,-10 1-101 0</inkml:trace>
  <inkml:trace contextRef="#ctx0" brushRef="#br0" timeOffset="133906.28">6557 12853 14 0,'0'0'18'15,"0"0"0"-15,0 0-3 0,-4-6 0 0,4 6-5 16,0 0 6-16,0 0-7 0,0 0 0 0,0 0-3 16,0 0 3-16,0 0-1 0,0 0-2 0,0 0-2 15,0 0 0-15,0 0 0 0,0 0 1 0,0 0 1 16,0 0 2-16,0 0 0 0,0 0 2 0,0 0 0 16,0 0 2-16,0 0 0 0,0 0 0 0,0 0-1 15,0 0 1-15,13 17-4 0,-13-17 5 0,4 5-3 16,-4-5 1-16,6 4-5 0,-6-4 4 0,5 3-4 15,-5-3 10-15,7 5 7 0,-4-1-3 0,-3-4 1 16,7 5-2-16,-3-1-3 0,-4-4-2 0,10 4 1 16,-6-2 2-16,-4-2 2 0,9 8-4 0,-4-5-1 15,0 0 2-15,2-1 1 0,-7-2-6 0,11 5 3 16,-6-3-1-16,0 1-1 0,-5-3 4 0,13 4-6 16,-7-4 2-16,-6 0 2 0,12 3 2 0,-5 0 5 15,-2 1-7-15,2-3 4 0,-7-1-3 0,13 4 1 16,-6-3-2-16,4 2 6 0,-6-2-6 0,5 1 3 15,-1 0 5-15,-3-1 3 0,2 1-6 0,2-1 2 16,-2 0-1-16,2 2-2 0,-2-3-8 0,2 2 3 16,0 0-3-16,-2-2 3 0,2 2-4 0,0-1 6 0,-3-1 0 15,0 3-2-15,5-3 1 0,-5 3 1 0,2-3-7 16,3 1 6-16,-2 0-4 0,-2-1 7 16,3 2 0-16,-3-2-5 0,2 0 4 0,-3 0-1 15,4 3-10-15,-3-2 6 0,1 1 1 0,0-1-4 16,-2-1 1-16,4 1 3 0,-4-1-3 0,5 1-5 0,-5 0 2 15,1 0-1-15,1 0 4 0,-1 1 2 16,-8-2-10-16,15 0 1 0,-6 1-1 0,0 0 9 16,-1 0 1-16,-8-1 2 0,16 2-9 0,-9 0 8 15,0-2-4-15,1 1 6 0,1 1-8 0,1-1 5 16,-10-1-5-16,19 1-4 0,-12-2 7 0,0 2-4 16,2 1 0-16,-9-2 2 0,16 2-4 0,-9 0 2 15,2-1 1-15,0 1 2 0,0-1-9 0,-1 2 2 16,1-2-2-16,0 4 2 0,-3-4-1 0,0 3 7 15,2-3-7-15,-2 1 1 0,1 2 0 0,-1-1 4 0,2-2-4 16,-1 2 4-16,1-2-2 0,-1 1 4 0,0 0-11 16,2 0 9-16,1-1-2 0,1-1 1 0,-1 2 2 15,0-1 1-15,0-1-3 0,-1 1 1 16,2-1 2-16,-1 0 2 0,0 2-3 0,-2-2 5 16,3 2-2-16,-1-2 2 0,2 0-5 0,-2-1 7 0,2 0-1 15,-2 1-4-15,0-2-2 0,3 1 0 0,-2 1 3 16,1-1-4-16,1-1-2 0,-4 2 2 15,3 2 0-15,-1-4 1 0,0 4-4 0,0-2 6 16,0-2-1-16,0 1 0 0,-2 0 3 0,1 1-5 0,0-1-1 16,1-1 3-16,0 2 2 0,0 0 0 0,0-3 0 15,-2 3 3-15,-1 0-5 0,3-3-1 0,-1 2-1 16,-2-2 2-16,4 1-2 0,-5 1-1 16,4-2 2-16,1 0 3 0,0 1-3 0,-2-1-3 0,3 0-2 15,0 1 6-15,1-2-1 0,-4 0-1 0,1 0 0 16,1 2 7-16,-1-3-10 0,1 1 7 0,-1 0-4 15,-2 2 2-15,2 1 2 0,0-3 0 0,-1 2 2 16,-1 0-1-16,3-1 2 0,-3-1 8 0,1 1-7 16,-1 0-4-16,-1 3 1 0,-1-3-5 0,3-1 0 15,-1 0 0-15,2 2 1 0,0-1-1 0,-1 0 0 16,1-1 2-16,0 1-2 0,-2-2 9 0,1 1-8 16,2 3-3-16,-2-2-4 0,-1-1 5 0,4 2 0 15,-3-1 1-15,-1-1-5 0,4 1 0 0,-2-1 6 16,1-2-4-16,0 2-1 0,0 1 0 0,-1-2 0 15,6-3 4-15,-5 3-5 0,-1 2 2 0,-5-1-1 16,3-1 4-16,3 2-3 0,-2-1-1 0,-1 0 0 16,4 0 2-16,-3-1 2 0,0 1-2 0,0 0-1 15,1-2-1-15,-4 2 1 0,4 0-1 0,-1 0-1 16,-4 1 2-16,1-1 0 0,4 1 2 0,-2-2-2 16,0 0 1-16,1 1-3 0,0-1-1 0,-1 0 4 15,2 0-1-15,-2 1 0 0,0 0-1 0,1-1-3 16,0 1 3-16,-1-2-1 0,0 1 2 0,1 0-1 15,0-1-1-15,-1 0-3 0,1 2 1 0,-1-1 7 16,-1-1-4-16,2 2-2 0,-1-2 23 0,0 1-18 16,1-1-1-16,-1-1-3 0,2 1-1 0,1 0-1 15,-4 0 6-15,2-1-6 0,-1 1 2 0,3-1 1 16,-1 0-1-16,1 1-4 0,-2-1 4 0,0 1 1 16,-1 0-3-16,-3-1 3 0,2 4-1 0,0-4-2 15,1 1 4-15,0-1-2 0,-2-1 3 0,2 0 0 16,1-1-5-16,-2 2 1 0,0-1 0 0,0 2 5 15,0 0-6-15,-1-1 2 0,-2 2 3 0,0 0-2 16,0 0 2-16,2-1-3 0,-2 0 3 0,-1 1-5 16,2-3 1-16,0 1 1 0,-2 1 0 0,1 2 1 15,-1-3-2-15,1 1 1 0,-1 0-1 0,3-2-2 16,1 1 3-16,-4 2-1 0,0-1 2 0,0 0 0 16,1 0-4-16,0-1 2 0,-1 1 1 0,2 1-2 15,1-2 0-15,0 0-1 0,0-2 6 0,2 1 3 16,-2-2-9-16,1 1 2 0,-1 2-1 0,0-1-1 15,1 0 2-15,-3-1-1 0,1 2 9 0,0-1-7 16,-1 0 0-16,2 2 1 0,-3-3 0 0,0 1-4 16,2-2 0-16,-1 3 6 0,-5 7 1 0,7-15-4 15,-5 10 0-15,-2 5-1 0,5-14 1 0,-2 4-2 16,1 0 3-16,0 3-1 0,0-5-4 0,-1 3 3 16,4 1 8-16,-1-2-9 0,-3 1 1 0,3-1 0 15,-2 0 1-15,2 1 1 0,1-1-3 0,0 1 2 16,-2-1-2-16,1 0-1 0,-1 1 5 0,1 2-2 15,-2-2-2-15,1 1 5 0,-2 0 0 0,-1 3-2 16,1-1 0-16,1-2-4 0,-2 3 2 0,1-1 3 16,2-4-4-16,-2 3 3 0,1-3-2 0,0 2 0 15,0-1-1-15,1 1 2 0,-1-1 2 0,-1 0-1 16,2 0 3-16,-3 0-3 0,2-1-1 0,0 1 0 16,0-1-1-16,0 1 2 0,0-1-4 0,-2-1 0 15,3 1 6-15,-1 1-5 0,0 0 3 0,0 0 1 16,-3 1-1-16,0 1 2 0,2 0-2 0,-2-1 5 15,0 1-7-15,2-3 6 0,-1 1 2 0,1-1-10 16,-3 3 3-16,0 7 6 0,4-17-8 0,-4 12 0 16,2-1 1-16,-2 6 1 0,0-11 0 0,0 3 1 0,0 8 1 15,0-15 2-15,0 9 0 0,0 6 1 16,0-11 3-16,0 11 5 0,0-13 9 0,0 8-5 16,0 5 2-16,0-14-4 0,0 8-2 0,2-1 2 15,-2 7-1-15,0-12 0 0,0 12-4 0,-3-10 1 16,3 10 1-16,0 0-4 0,0-13 1 0,0 13 5 0,0-13-10 15,0 13 1-15,0 0-2 0,1-16-1 0,-1 16 0 16,0-9 3-16,0 9-1 0,0 0-3 0,2-10 1 16,-2 10-1-16,0 0-1 0,0 0 1 15,0 0-8-15,0 0-11 0,0-13-5 0,0 13-20 16,0 0-9-16,0 0-15 0,0 0-29 0,0 0-30 0,0 0-34 16,-9 45-144-16,1-26-328 0,-1-2 145 15</inkml:trace>
  <inkml:trace contextRef="#ctx0" brushRef="#br0" timeOffset="134993.81">6517 12700 24 0,'-2'11'63'0,"-2"1"-19"0,1 4-3 15,-2-1-7-15,1 3 4 0,-2 1-4 16,1-1-4-16,-1 0-1 0,2 1-11 0,0 1 1 0,0-1-7 16,0 7-12-16,0-7-10 0,2 4-23 0,-2 1-25 15,-2 0-61-15,4-6 27 0</inkml:trace>
  <inkml:trace contextRef="#ctx0" brushRef="#br0" timeOffset="135214.07">6842 12723 32 0,'0'0'82'0,"0"0"-7"0,0 0-5 0,0 0-9 15,0 0-9-15,-6 31-10 0,-1-17 0 16,2 0-2-16,-3 5-14 0,5-2-1 0,-3-1-7 0,4 1-15 15,1-2-13-15,1 1-22 0,1 2-10 0,1-6-39 16,1 0-88-16,1 0 39 0</inkml:trace>
  <inkml:trace contextRef="#ctx0" brushRef="#br0" timeOffset="135409.64">7123 12858 56 0,'-2'8'59'0,"-1"1"-14"16,0 3-5-16,0-2-2 0,0 2-22 0,0 0-6 16,3 0-15-16,0-2-19 0,2 1-16 0,0 1-42 15,0-2 19-15</inkml:trace>
  <inkml:trace contextRef="#ctx0" brushRef="#br0" timeOffset="135596.84">7440 12809 16 0,'-9'18'54'0,"0"5"3"0,0 0-12 15,0 2-1-15,3-7-18 0,2-1-11 0,-1 0-7 16,2-3-18-16,2 3-15 0,1-8-14 0,1 2-42 16,-1-11 20-16</inkml:trace>
  <inkml:trace contextRef="#ctx0" brushRef="#br0" timeOffset="135787.74">7740 12811 73 0,'-2'7'66'16,"-2"1"-3"-16,-1 2-15 0,0 0-2 0,1 1-24 16,0-2-13-16,-1 0-21 0,4 2-41 0,-2-2-57 15,3-9 26-15</inkml:trace>
  <inkml:trace contextRef="#ctx0" brushRef="#br0" timeOffset="135988.16">7956 12779 36 0,'-3'10'71'0,"-1"2"-4"0,-3 5-1 0,1-3-8 16,1 0-11-16,0 2-21 0,1 0-15 16,1-4-13-16,1-1-22 0,2 0-36 0,0-1-64 0,0-2 29 15</inkml:trace>
  <inkml:trace contextRef="#ctx0" brushRef="#br0" timeOffset="136191.67">8221 12647 48 0,'0'0'73'0,"0"0"-3"0,4 19-2 0,-6-8-8 16,1 1-4-16,-3 3-8 0,2 0-10 0,-2 0-1 15,0 1-9-15,-1 0-19 0,4-3-10 16,-2-2-19-16,2-1-19 0,1 1-41 0,1-2-86 15,-1-2 39-15</inkml:trace>
  <inkml:trace contextRef="#ctx0" brushRef="#br0" timeOffset="136403.94">8479 12523 95 0,'0'0'107'0,"0"0"-14"16,4 24-17-16,-5-12 0 0,1 4-1 0,-3 1-14 15,-1 0 2-15,3 2-11 0,-2-2-3 0,2 2-11 16,0-2-18-16,0 0-26 0,-1-1-23 0,1 2-34 16,0-2-56-16,-3-1-126 0,3-1 55 0</inkml:trace>
  <inkml:trace contextRef="#ctx0" brushRef="#br0" timeOffset="136623.54">8601 12396 51 0,'1'7'98'15,"0"4"-7"-15,0 1 6 0,-1 5-21 0,3 0-7 16,-3 0-14-16,0 1 2 0,2 1-14 0,1 0 9 16,-2-1-39-16,0-1-24 0,2 0-30 0,1-2-24 15,-3-1-33-15,2-4-106 0,-2-1 47 0</inkml:trace>
  <inkml:trace contextRef="#ctx0" brushRef="#br0" timeOffset="136831.81">8901 12249 87 0,'-1'16'93'0,"-1"2"-10"15,1-1-6-15,0 2-4 0,1 2-5 0,0-3-11 16,0 1-1-16,0-1-24 0,0 1-22 0,1-2-24 15,0 1-31-15,1-2-52 0,-4-2-103 16,4-4 46-16</inkml:trace>
  <inkml:trace contextRef="#ctx0" brushRef="#br0" timeOffset="137038.94">9132 12121 4 0,'-6'15'94'0,"2"2"-12"0,-1 3-11 16,0-2 0-16,3 2-8 0,-2-3-4 0,3 1-3 16,1-2-38-16,1 0-18 0,-1 0-27 0,0-3-56 15,2-3-87-15,0 0 38 0</inkml:trace>
  <inkml:trace contextRef="#ctx0" brushRef="#br0" timeOffset="137225.87">9228 12072 22 0,'-10'18'78'0,"3"0"-26"16,1 0-17-16,1-1-34 0,1-2-33 0,0-5-33 16,4-10 14-16</inkml:trace>
  <inkml:trace contextRef="#ctx0" brushRef="#br0" timeOffset="142044.59">4127 13252 14 0,'0'0'16'16,"0"0"-1"-16,-6 3-1 0,6-3-3 0,0 0 0 15,0 0-2-15,0 0-1 0,0 0-3 0,0 0 5 16,0 0 0-16,0 0-3 0,0 0 4 0,0 0-3 16,13 8-3-16,-13-8-1 0,5 3 3 0,-5-3-1 15,10 2-2-15,-10-2 3 0,9 0-1 0,-9 0-2 16,10 1-5-16,-1-1 4 0,-9 0-3 0,13 0 0 15,-4-1 3-15,2 1-2 0,0-2-2 0,0 2 4 16,3-2-4-16,-1 0 2 0,1 2-2 0,0-2 5 16,5 0 2-16,-2 1-10 0,2-1 1 0,0 2 4 15,-2-2 1-15,2 1-4 0,-2 1-5 0,1-2 1 16,-2 2 1-16,-2 0 3 0,4 0-6 0,1 0 0 16,0-1 1-16,0 1 0 0,0 0-19 0,0-2 22 15,-3 0-17-15,3 2-22 0,-6-2 9 0</inkml:trace>
  <inkml:trace contextRef="#ctx0" brushRef="#br0" timeOffset="142358.81">4871 13227 8 0,'0'0'24'0,"0"0"-1"16,17 1-4-16,-17-1-1 0,11 2 2 0,0-1-6 15,0 1 0-15,-1-2-4 0,1 2-3 0,1-2-1 16,0 1-1-16,1 3-7 0,-1-1-4 0,1-3-8 16,1 0-11-16,-1 2-26 0,5 0 12 0</inkml:trace>
  <inkml:trace contextRef="#ctx0" brushRef="#br0" timeOffset="142689.9">5400 13223 33 0,'12'1'52'0,"-12"-1"-8"15,10 2 4-15,-2-1-5 0,4-1-9 0,-3 0-1 16,2-1-12-16,1 1 6 0,0 0-5 0,1-2 11 16,-2 1-9-16,2 1-8 0,0-1-6 15,-2 1-5-15,3 0-2 0,-1 0-2 0,6-1-14 16,-2 1-12-16,2 0-15 0,0 0-23 0,-1 0-66 15,1 0 29-15</inkml:trace>
  <inkml:trace contextRef="#ctx0" brushRef="#br0" timeOffset="142938.87">6135 13190 85 0,'0'0'85'0,"0"0"-5"16,0 0-9-16,0 0-6 0,0 0-6 0,0 0-2 15,0 0-8-15,0 0 2 0,0 0-1 0,0 0-18 16,0 0 5-16,0 0-12 0,0 0 0 0,10-4 1 0,-10 4-4 16,12 3-3-16,-12-3 1 0,15 0-5 15,-3 1-16-15,-3 0-9 0,-2 0-17 0,2 1-16 16,2-1-21-16,-1 1-58 0,-3 0-131 0,1-1 58 15</inkml:trace>
  <inkml:trace contextRef="#ctx0" brushRef="#br0" timeOffset="143305.54">6713 13227 11 0,'0'0'75'0,"0"0"0"0,0 0-12 0,0 0-3 16,0 0-4-16,0 0-4 0,0 0 0 0,29 4 3 16,-22-4-11-16,-7 0 7 0,16 0-9 0,-4 0 0 15,-1 0 0-15,2-1-5 0,-1 1-6 0,-1 0-15 16,-1 0 5-16,2 0 5 0,-1 0-6 0,-1 0-5 16,1 0-1-16,-2 0-6 0,-3 1-10 0,-6-1-6 15,15 2-21-15,-7-2-15 0,-2 3-27 0,-6-3-55 16,11 3-136-16,-7-1 60 0</inkml:trace>
  <inkml:trace contextRef="#ctx0" brushRef="#br0" timeOffset="143647.04">7450 13214 36 0,'0'0'80'0,"0"0"-6"0,0 0-12 15,0 0-3-15,-16-9-10 0,16 9-7 0,0 0-3 16,0 0 2-16,0 0-10 0,0 0 10 0,0 0-1 15,0 0-4-15,0 0 1 0,0 0-3 0,0 0-3 16,0 0 3-16,29 2-4 0,-29-2 5 0,19 1-16 16,-8-1-5-16,-11 0 6 0,24 0-6 0,-13 0-1 15,2-1-15-15,-1-1-8 0,0 4-15 0,1-2-17 16,-1 1-13-16,0-1-16 0,1 0-47 16,-1 1-127-16,-1-2 55 0</inkml:trace>
  <inkml:trace contextRef="#ctx0" brushRef="#br0" timeOffset="143948.81">8225 13155 19 0,'0'0'116'0,"0"0"-9"16,0 0-17-16,0 0-7 0,0 0-14 16,0 0-6-16,0 0-2 0,0 0-11 0,0 0 0 0,0 0-6 15,0 0-1-15,0 0-6 0,19-1-1 0,-19 1-9 16,10-1 15-16,-10 1-22 0,14-2-4 0,-14 2-3 16,16-4 11-16,-5 2-15 0,0 1 7 0,2-2-5 15,-13 3-7-15,23 0 10 0,-11-1-9 0,0 1-23 16,0 0-30-16,-2 1-11 0,-1-1-22 15,-1 3-64-15,-3-1-155 0,-5-2 69 0</inkml:trace>
  <inkml:trace contextRef="#ctx0" brushRef="#br0" timeOffset="144257.27">8744 13182 64 0,'0'0'82'0,"0"0"-7"0,0 0-6 0,0 0 0 15,0 0-5-15,0 0-12 0,0 0-1 16,0 0-13-16,0 0 6 0,0 0-8 0,0 0-1 15,0 0 1-15,28-6-5 0,-21 6-6 0,-7 0 1 16,16 0-3-16,-9 0 4 0,-7 0-10 0,18 2 1 16,-6-2-8-16,-2 1 5 0,-1 0-3 0,2 0-14 0,-2 0-15 15,-1 2-23-15,0-2-21 0,-1 0-73 16,-7-1-144-16,11 4 64 0</inkml:trace>
  <inkml:trace contextRef="#ctx0" brushRef="#br0" timeOffset="144621.84">9173 13194 64 0,'0'0'93'0,"0"0"-5"16,0 0-18-16,0 0-2 0,0 0-3 0,0 0-9 15,0 0 1-15,-9-22-7 0,9 22-11 0,9-4-4 16,-9 4-4-16,13-4-1 0,-13 4 12 0,15-3-17 15,-7 1-3-15,-8 2 2 0,16-2-10 0,-5 1-2 16,-11 1 4-16,20-1-3 0,-8 0-7 0,-2 0 4 16,-10 1-16-16,23 2-17 0,-14-2-15 0,2 1-21 15,-2 1-75-15,-2 1-146 0,-7-3 65 0</inkml:trace>
  <inkml:trace contextRef="#ctx0" brushRef="#br0" timeOffset="145069.29">9700 13121 73 0,'0'0'87'0,"0"0"-8"0,0 0-5 0,0 0-10 16,0 0-7-16,0 0-3 0,0 0-5 0,0 0-11 15,0 0-6-15,0 0 2 0,9-12 0 16,-9 12 6-16,0 0-17 0,15 0 7 0,-15 0-16 0,0 0-2 16,17 2 7-16,-17-2 4 0,0 0-23 0,17 0 8 15,-17 0-4-15,13 2 4 0,-13-2-13 0,14 2-21 16,-9 0-11-16,0-1-25 0,2 1-59 15,-7-2-132-15,0 0 59 0</inkml:trace>
  <inkml:trace contextRef="#ctx0" brushRef="#br0" timeOffset="145343.87">10018 13094 8 0,'11'-4'100'0,"-11"4"6"0,0 0-23 0,13-5-9 16,-13 5-3-16,14-3-7 0,-6 0-8 0,-8 3 1 15,15-4-8-15,-3 2-7 0,-12 2 2 0,14-2-4 0,-14 2-4 16,17-2-4-16,-17 2-5 0,15 2-1 0,-15-2-20 15,15 0-17-15,-15 0-16 0,14 1-14 0,-14-1-28 16,15 5-61-16,-8-3-139 0,-7-2 62 16</inkml:trace>
  <inkml:trace contextRef="#ctx0" brushRef="#br0" timeOffset="145578.87">10474 13071 80 0,'0'0'84'16,"14"-4"-5"-16,-14 4-5 0,13-1-13 0,-3 0 0 15,-10 1-11-15,15-2-5 0,-15 2 4 0,15 0-13 16,-15 0-18-16,13 4-15 0,-13-4-13 0,11 1-17 15,-6 0-16-15,-5-1-51 0,10 3-101 0,-10-3 45 0</inkml:trace>
  <inkml:trace contextRef="#ctx0" brushRef="#br0" timeOffset="145790.61">10801 13036 8 0,'10'-3'71'16,"-10"3"-8"-16,0 0-6 0,17-1-16 0,-17 1-16 16,12 0-9-16,-12 0-22 0,11-2-10 0,-11 2-28 15,15 1-47-15,-4 0 22 0</inkml:trace>
  <inkml:trace contextRef="#ctx0" brushRef="#br0" timeOffset="145957.75">11089 12991 54 0,'0'0'52'0,"10"-2"-6"0,-10 2-12 15,0 0-21-15,15 0-18 0,-15 0-28 0,0 0-35 16,13 0 16-16</inkml:trace>
  <inkml:trace contextRef="#ctx0" brushRef="#br0" timeOffset="146863.87">11093 13004 95 0,'7'-6'115'0,"-7"6"-3"0,10 0-9 16,-10 0-6-16,9-3-8 0,-9 3-11 0,11-2 3 0,-4 2-22 15,4-3-8-15,-4 2 2 0,5 1-4 16,0-2-14-16,1 2-8 0,1-1-22 0,-1 0-20 16,1 1-24-16,0-2-28 0,-1 4-88 0,-2-2-168 15,2 0 75-15</inkml:trace>
  <inkml:trace contextRef="#ctx0" brushRef="#br0" timeOffset="147053.81">11551 13025 145 0,'9'-3'152'0,"-1"-1"-14"0,2 0-15 0,1-1-11 16,0 3-10-16,2-1-11 0,-2 0-17 16,1-2-29-16,-2 4-34 0,-4-1-32 0,6 0-41 15,-5 1-90-15,-7 1-165 0,8-1 74 0</inkml:trace>
  <inkml:trace contextRef="#ctx0" brushRef="#br0" timeOffset="152523.41">4268 13263 2 0,'0'0'12'0,"0"0"3"0,0 0 1 0,0 0-6 16,0 0-1-16,0 0-1 0,0 0 2 0,0 0-2 15,0 0-4-15,0 0 0 0,0 0 4 0,0 0-5 16,0 0 7-16,0 0-6 0,0 0 3 0,0 0-6 16,0 0 4-16,0 0-6 0,0 0 1 0,0 0 0 15,0 0-2-15,0 0 6 0,0 0-5 16,0 0 1-16,0 0-6 0,0 0-4 0,0 0-10 0,0 0-22 16,0 0 9-16</inkml:trace>
  <inkml:trace contextRef="#ctx0" brushRef="#br0" timeOffset="163210.94">4529 13090 7 0,'0'0'9'0,"2"-8"-6"0,-2 8 3 16,0 0 5-16,0 0 3 0,0 0-8 0,0 0 1 15,0 0-3-15,0 0 0 0,0 0-4 0,0 0 4 16,0 0-3-16,0 0 1 0,0 0 4 0,0 0-5 16,0 0 1-16,0 0-1 0,3-6 1 0,-3 6-5 15,0 0 2-15,0 0-1 0,0 0 0 0,0 0 4 16,0 0 1-16,0 0-3 0,0 0-3 0,0 0-1 15,0 0-10-15,0 0 12 0,0 0-9 0,0 0-12 16,0 0 6-16</inkml:trace>
  <inkml:trace contextRef="#ctx0" brushRef="#br0" timeOffset="167649.14">11158 12949 12 0,'0'0'21'0,"0"0"-1"0,0 0-5 0,0 0 6 0,2 5-6 16,-2-5-1-16,0 0 3 0,0 0-3 16,0 0-7-16,0 0 0 0,0 0 4 0,0 0 0 0,-2 12-5 15,2-12-2-15,0 0-5 0,0 0 0 0,0 0-4 16,0 0-10-16,0 0 7 0,0 0-20 0,-1 9-30 16,1-9 13-16</inkml:trace>
  <inkml:trace contextRef="#ctx0" brushRef="#br0" timeOffset="173293.43">4323 13266 35 0,'0'0'18'16,"0"0"10"-16,0 0-2 0,-10 0-3 0,10 0 1 15,0 0-1-15,0 0-4 0,-9 0 0 0,9 0-5 16,0 0-4-16,0 0-1 0,-10 2 4 0,10-2-5 0,0 0 2 15,0 0-2-15,0 0-1 0,-7 3-5 16,7-3 2-16,0 0 0 0,0 0 4 0,0 0-2 16,0 0 5-16,0 0 0 0,0 0-3 0,0 0 3 15,30 5-2-15,-18-6 1 0,0 1 0 0,2-2 0 16,0 1 0-16,4 0 5 0,-3-1 3 0,3 2-10 0,-3-3 1 16,-2 1-3-16,1 1 2 0,-1-2 2 15,-2 2-3-15,0 0-4 0,-1-2 6 0,1 2 2 16,0 0-2-16,-2 0-1 0,-2-1 1 0,-7 2 1 15,13-1-4-15,-8-1 4 0,-5 2-3 0,9 0 7 16,-9 0-5-16,0 0 3 0,10 0-7 0,-10 0 4 16,0 0 4-16,0 0 6 0,8-4-4 0,-8 4-8 0,0 0 6 15,0 0-3-15,0 0 2 0,0 0-6 0,0 0-3 16,0 0 5-16,0 0-2 0,0 0-2 0,0 0-14 16,9 4-13-16,-9-4-13 0,0 0-8 15,4 8-61-15,-4-8-112 0,2 11 51 0</inkml:trace>
  <inkml:trace contextRef="#ctx0" brushRef="#br0" timeOffset="173657.42">5234 13211 7 0,'0'0'82'16,"0"0"-13"-16,0 0 2 0,0 0-1 0,0 0-12 15,0 0-10-15,0 0-3 0,0 0-6 0,0 0-3 16,0 0-6-16,9-3 7 0,-9 3-11 0,0 0-3 15,9-1 6-15,-9 1-1 0,0 0-4 0,10-3-3 16,-10 3 7-16,9-1 0 0,-9 1-1 0,12-2-19 16,-12 2-1-16,9-2 0 0,-9 2-2 0,10-1 6 15,-10 1 1-15,13-1-5 0,-8-1-5 0,-5 2 5 16,11 0-9-16,-11 0-18 0,13 2-19 0,-7-2-13 16,-6 0-12-16,11 3-56 0,-7 0-129 0,-4-3 58 15</inkml:trace>
  <inkml:trace contextRef="#ctx0" brushRef="#br0" timeOffset="176845.36">4405 13214 4 0,'0'0'6'0,"0"0"-3"0,0 0 7 0,0 0-5 15,0 0 0-15,0 0 1 0,0 0 0 0,0 0-1 16,0 0 1-16,-13 5 1 0,13-5-5 0,0 0 5 15,0 0-1-15,0 0 0 0,0 0-1 0,-10-2 2 16,10 2-5-16,0 0 1 0,0 0 2 0,0 0-3 16,0 0-1-16,0 0 0 0,-7-5 1 0,7 5 1 15,0 0-2-15,0 0-1 0,0 0-1 0,0 0 3 16,0 0-4-16,0 0 5 0,-7-1-3 0,7 1 3 16,0 0-6-16,0 0 3 0,0 0 0 0,0 0 0 15,0 0-4-15,0 0 2 0,0 0 2 0,0 0-3 16,0 0 8-16,0 0-6 0,-9 3 4 0,9-3-3 15,0 0 1-15,0 0 0 0,0 0 0 0,0 0 1 16,0 0-2-16,0 0-3 0,0 0-3 0,0 0 6 16,0 0 0-16,-8 4 1 0,8-4 3 0,0 0-11 15,0 0 11-15,0 0-6 0,0 0 0 0,0 0 0 16,0 0 1-16,0 0-2 0,0 0 0 0,0 0 0 16,0 0 3-16,0 0 3 0,0 0-3 0,0 0 6 15,0 0 2-15,0 0-4 0,0 0 6 0,0 0-2 16,0 0-1-16,0 0 6 0,0 0-4 0,0 0 5 15,0 0-3-15,22 4 0 0,-22-4 1 0,0 0 6 16,13-1 4-16,-13 1 1 0,11 1-2 0,-11-1-1 16,14-3-7-16,-5 2-1 0,-1 0 5 0,1 0 1 15,1-1-13-15,0 2 4 0,0 0 3 0,1 0 3 16,0 0-6-16,-1 0 9 0,1 0-7 0,1-2-3 16,0 1 4-16,2 1-14 0,-3-2 7 0,1 0-2 15,1 2 3-15,0-2-6 0,-1 2 6 0,1-2 1 16,-1 0 6-16,0 2-11 0,-1 0 7 0,1-1-5 15,-1 2 2-15,-4-2 1 0,-7 1-8 0,15 0 6 16,-8 0-6-16,-7 0 6 0,10 0 0 16,-10 0 6-16,10 1 9 0,-10-1-2 0,0 0 9 0,9-1 1 15,-9 1 3-15,0 0-6 0,0 0 0 0,8-1 2 16,-8 1 4-16,0 0-8 0,0 0-3 0,0 0 1 16,0 0-1-16,6-4-7 0,-6 4-3 0,0 0 5 15,0 0-4-15,0 0 0 0,0 0-7 0,0 0 8 16,0 0-14-16,0 0-14 0,0 0 0 0,0 0-10 15,0 0-1-15,0 0-6 0,0 0-15 0,0 0 1 16,0 0-17-16,4 10-50 0,-4-10-123 0,-1 9 55 16</inkml:trace>
  <inkml:trace contextRef="#ctx0" brushRef="#br0" timeOffset="177424.99">5101 13223 45 0,'0'0'68'0,"0"0"3"16,0 0-3-16,0 0-6 0,0 0-9 0,0 0 5 16,-9-12 1-16,9 12-8 0,0 0-2 15,0 0-6-15,0 0-2 0,0 0 0 0,0 0-7 0,0 0-6 16,0 0 4-16,0 0-8 0,3-8-6 15,-3 8 1-15,0 0 0 0,10-5-1 0,-10 5-3 0,9-4 11 16,-2 2-22-16,-2-1 6 0,3 0 0 0,0 0-4 16,0 1-4-16,2 0 5 0,-4-2-3 0,3 2 6 15,0-2 14-15,1 1-20 0,1 0 2 0,-1-1 1 16,0 2 2-16,0-1-5 0,1-2-2 16,-2 2 9-16,-3 1-3 0,0-1-6 0,-6 3 16 0,9-4-10 15,-2 3 7-15,-7 1-2 0,7-3 7 0,-7 3-1 16,0 0 6-16,7-3-2 0,-7 3 1 0,0 0 2 15,5-3-6-15,-5 3 6 0,0 0 2 16,0 0-5-16,0 0-1 0,0 0 1 0,0 0-7 16,0 0 1-16,0 0-1 0,0 0-8 0,5-5 0 0,-5 5-1 15,0 0 2-15,0 0-6 0,0 0 3 0,0 0-10 16,0 0-12-16,0 0-10 0,0 0-5 0,0 0-13 16,0 0-4-16,0 0-17 0,0 0-8 15,-10 21-18-15,7-15-9 0,1 1-67 0,-1 1-180 16,-1 0 80-16</inkml:trace>
  <inkml:trace contextRef="#ctx0" brushRef="#br0" timeOffset="177926">5634 13214 42 0,'0'0'77'0,"0"0"5"0,0 0-15 0,0 0-5 16,0 0-7-16,0 0 1 0,0 0 4 0,0 0-7 0,0 0-3 15,0 0-4-15,0 0-3 0,0 0 4 16,0 0-11-16,0 0-13 0,0 0-2 0,4-5 6 15,-4 5-4-15,0 0-6 0,0 0 0 0,0 0 4 16,0 0-4-16,7-4 11 0,-7 4-19 0,7-2 0 16,-7 2 17-16,9-3-18 0,-9 3-5 0,8-2 8 0,-8 2 0 15,11-4 3-15,-3 4 8 0,0-2-21 0,-2 0 7 16,-6 2 3-16,15-4-1 0,-6 3-5 16,-2-1 2-16,3 0 3 0,-3 0-1 0,1 1-7 15,4-1 2-15,-5 1 7 0,-7 1-5 0,13-2 2 16,-8 1-5-16,-5 1-1 0,13-1 11 0,-13 1-8 15,10-3 4-15,-10 3 3 0,7-2-4 0,-7 2 1 16,0 0 11-16,9-3-5 0,-9 3-2 0,0 0 2 16,0 0-3-16,10 0-6 0,-10 0 4 0,0 0-5 15,0 0 3-15,0 0-3 0,0 0 6 0,0 0-7 16,0 0-3-16,0 0-8 0,0 0 1 0,0 0-15 16,0 0-8-16,6 3-15 0,-6-3-16 0,0 0 0 15,0 0-11-15,-5 15-26 0,5-15-64 0,-4 10-175 16,4-10 77-16</inkml:trace>
  <inkml:trace contextRef="#ctx0" brushRef="#br0" timeOffset="178876.16">6118 13240 2 0,'0'0'88'0,"0"0"-4"0,0 0 0 16,0 0-2-16,0 0 0 0,0 0 0 0,0 0-13 16,0 0-1-16,0 0 5 0,0 0-16 0,0 0 8 15,0 0-2-15,0 0-6 0,0 0 1 0,0 0-14 16,0 0 7-16,0 0-5 0,0 0-8 0,0 0-4 15,0 0-3-15,0 0 0 0,7-7 2 0,-7 7-6 16,4-3-8-16,-4 3 3 0,0 0-7 0,5-7 0 16,-5 7 1-16,4-5 0 0,-4 5-4 0,0 0 1 15,5-6-4-15,-5 6 1 0,0 0-6 0,6-4 1 16,-6 4 4-16,0 0-6 0,0 0 1 0,5-4-4 0,-5 4 2 16,0 0-2-16,0 0 4 0,0 0 13 15,5-5-30-15,-5 5 9 0,0 0 5 0,0 0 5 16,0 0-6-16,0 0-1 0,0 0 2 0,0 0 0 15,0 0 3-15,0 0-3 0,0 0-2 0,0 0 0 16,0 0-6-16,0 0 1 0,0 0-11 0,0 0 7 0,0 0-3 16,0 0-11-16,0 0 4 0,0 0-1 15,0 0 1-15,7-4 2 0,-7 4 1 0,0 0 13 16,0 0-18-16,0 0 0 0,0 0-7 0,0 0 12 16,0 0 3-16,0 0 7 0,0 0-5 0,0 0 10 15,0 0-7-15,0 0 5 0,0 0-3 0,0 0 6 16,0 0-7-16,0 0 5 0,0 0 3 0,0 0-5 15,0 0 7-15,0 0-12 0,0 0 6 0,0 0 1 16,0 0 0-16,0 0 4 0,0 0-2 0,0 0 2 16,0 0-1-16,0 0-14 0,0 0 16 0,0 0 3 15,0 0-1-15,0 0-9 0,0 0 6 0,0 0 3 16,0 0-1-16,0 0 3 0,0 0-1 0,0 0-2 16,0 0 1-16,0 0 6 0,0 0-4 0,0 0 1 15,0 0 0-15,0 0 0 0,0 0 2 0,0 0 1 16,0 0-14-16,0 0 13 0,0 0 5 0,0 0-5 15,0 0 7-15,0 0-4 0,0 0-4 0,0 0 1 16,0 0 2-16,0 0-3 0,0 0-2 0,0 0 3 16,0 0-4-16,0 0-4 0,0 0 5 0,0 0 2 15,0 0-3-15,-16-5 0 0,16 5 1 0,0 0 2 16,0 0-5-16,0 0-2 0,0 0-2 0,0 0 6 16,0 0-6-16,0 0 4 0,0 0-4 0,0 0 0 15,0 0 4-15,0 0-2 0,0 0 1 0,0 0-2 16,0 0 2-16,0 0-4 0,0 0 2 0,0 0-1 15,26 4 8-15,-26-4-2 0,0 0-2 0,12 0-2 16,-12 0-3-16,7 0 6 0,-7 0-3 0,0 0-1 16,12 0 5-16,-12 0 6 0,6-2-14 0,-6 2 7 15,0 0-8-15,9 0 14 0,-9 0 3 0,0 0-15 16,0 0 6-16,0 0-3 0,9 2 8 0,-9-2-9 0,0 0 10 16,0 0-4-16,0 0 0 0,0 0 7 15,0 0-2-15,0 0 1 0,0 0 0 0,0 0-1 16,0 0 11-16,0 0-13 0,0 0-6 0,0 0 4 15,0 0-3-15,0 0 4 0,0 0-6 0,9-4 1 16,-9 4-3-16,0 0-13 0,0 0-15 0,0 0-20 16,0 0 2-16,0 0-8 0,0 0-25 0,0 0-16 15,0 0-29-15,-8 18-67 0,2-9-204 0,1 1 90 16</inkml:trace>
  <inkml:trace contextRef="#ctx0" brushRef="#br0" timeOffset="179899.63">9187 13175 41 0,'0'0'35'0,"0"0"-2"0,0 0-2 0,0 0 0 0,0 0-3 15,-5-3-1-15,5 3-1 0,0 0-8 0,0 0-4 16,0 0 8-16,0 0 0 0,0 0 2 0,0 0-4 15,0 0 8-15,0 0 5 0,0 0-10 0,32 0-3 16,-24 0 3-16,2-1 0 0,-10 1 4 0,18-2-1 16,-7 2 7-16,1-1-11 0,-1-1 1 0,2 0-1 15,0 0 9-15,-1 1 0 0,1-2-4 0,0 1 2 16,-3 0-2-16,2 1-11 0,1-1 5 0,-3 0 0 16,-2 0 2-16,-1 1-5 0,-7 1 3 0,14-2 5 15,-7 1-2-15,-7 1-4 0,11 0 3 0,-11 0-1 16,8-2 5-16,-8 2 2 0,0 0 4 0,7-2-8 15,-7 2 11-15,0 0-4 0,0 0-2 0,0 0-3 16,0 0-8-16,6-5 6 0,-6 5-7 0,0 0 5 16,0 0-6-16,0 0-4 0,0 0-5 0,2-7-12 15,-2 7-13-15,0 0-23 0,0 0 10 0,0 0-15 16,0 0-17-16,0 0-8 0,13 7-24 0,-13-7-83 16,10 3-190-16,-3-1 85 0</inkml:trace>
  <inkml:trace contextRef="#ctx0" brushRef="#br0" timeOffset="180311.31">9937 13117 14 0,'0'0'89'16,"0"0"-2"-16,0 0-11 0,0 0-1 0,0 0-3 16,0 0-2-16,0 0-7 0,9 0 5 0,-9 0 0 15,0 0-2-15,0 0-4 0,0 0 0 0,0 0 2 16,8-6-4-16,-8 6-4 0,0 0 1 0,4-3-9 16,-4 3-1-16,0 0-4 0,9-3-1 0,-9 3-4 0,6-4-6 15,-6 4-1-15,8-3-2 0,-8 3-10 16,7-4 4-16,0 1-3 0,-7 3-1 0,7-5-2 15,-7 5-1-15,8-4-5 0,-8 4 0 0,9-3-1 16,-9 3 4-16,9-2-4 0,-3 1-2 0,-6 1-3 0,12-1 3 16,-4-2-2-16,0 2 10 0,0-1-15 15,2 2 5-15,2-1-4 0,-2 0 3 0,0 0-2 0,2-2-6 16,-4 3-2-16,-8 0-3 0,15-1-22 0,-6 1-8 16,-2-2-16-16,-7 2-7 0,17 0-2 15,-11 2-12-15,1-2-9 0,-7 0-7 0,15 1-5 0,-7 1-6 16,0-2-55-16,-8 0-170 0,11 0 76 0</inkml:trace>
  <inkml:trace contextRef="#ctx0" brushRef="#br0" timeOffset="180562.14">10497 13022 81 0,'0'0'93'16,"0"0"-7"-16,0 0-6 0,8-4-2 0,-8 4-8 15,0 0-5-15,7-3-7 0,-7 3-8 16,9-2 4-16,-9 2-6 0,12-2-6 0,-6 0-3 0,-6 2-4 16,17-2-6-16,-10 2-3 0,1-2-4 0,-8 2-13 15,17 0-14-15,-11 0-15 0,-6 0-26 0,14 2-14 16,-5-1-79-16,-2 0-152 0,-7-1 68 0</inkml:trace>
  <inkml:trace contextRef="#ctx0" brushRef="#br0" timeOffset="180757.4">10961 13022 61 0,'0'0'49'0,"8"1"-13"15,-8-1-17-15,9 2-22 0,-9-2-24 0,11 4-30 16,-8-2 13-16</inkml:trace>
  <inkml:trace contextRef="#ctx0" brushRef="#br0" timeOffset="180948.98">11297 12996 67 0,'9'-5'121'0,"-1"3"-11"0,-1 0-6 0,0 0-14 15,-1-1-9-15,-6 3-9 0,9-3-24 0,-9 3-18 16,10 0-21-16,-10 0-21 0,0 0-19 0,11 6-85 15,-11-6-123-15,0 0 54 0</inkml:trace>
  <inkml:trace contextRef="#ctx0" brushRef="#br0" timeOffset="199041.74">7537 9293 14 0,'0'0'8'0,"0"0"3"0,-4-6-2 16,4 6-3-16,0 0 5 0,0 0-3 0,0 0 0 16,0 0-2-16,0 0 3 0,0 0-2 0,0 0-3 15,0 0-1-15,-2-7 0 0,2 7-4 0,0 0 3 16,0 0 2-16,0 0-1 0,0 0-6 0,0 0-1 15,0 0 5-15,0 0 5 0,0 0-5 0,0 0 1 16,0 0-4-16,0 0 0 0,0 0-2 0,0 0 6 16,0 0-5-16,0 0 3 0,0 0 1 0,0 0-1 0,0 0-4 15,0 0 3-15,0 0 2 0,0 0 4 16,0 0-5-16,0 0 5 0,0 0-3 0,0 0 1 16,0 0-6-16,0 0 5 0,0 0-3 0,0 0 5 15,0 0-4-15,0 0-2 0,0 0 3 0,0 0-2 0,0 0 1 16,0 0-5-16,0 0 10 0,0 0-7 0,0 0 3 15,0 0 1-15,0 0-2 0,0 0 1 0,0 0-2 16,0 0 0-16,0 0 0 0,0 0 4 16,0 0-6-16,0 0 4 0,0 0-5 0,0 0-1 0,0 0 4 15,0 0 2-15,0 0 2 0,0 0-8 0,0 0 5 16,0 0 2-16,0 0-2 0,0 0 6 0,0 0-4 16,0 0-1-16,0 0-7 0,0 0 5 15,0 0 2-15,0 0 1 0,0 0-1 0,0 0-1 0,0 0-5 16,0 0 7-16,0 0 3 0,0 0-3 0,0 0-3 15,0 0 2-15,0 0-3 0,0 0 2 0,0 0-5 16,0 0-1-16,0 0 7 0,0 0 2 0,0 0-4 16,0 0 1-16,0 0-2 0,0 0 3 0,0 0-1 15,0 0 1-15,0 0 1 0,0 0-7 0,0 0 0 16,0 0 2-16,0 0-3 0,0 0 5 0,0 0-3 16,0 0 2-16,0 0-3 0,0 0-3 0,1 23-5 15,-1-23-14-15,0 0 7 0</inkml:trace>
  <inkml:trace contextRef="#ctx0" brushRef="#br0" timeOffset="-169964.42">3863 12790 36 0,'-8'-3'36'0,"8"3"-8"0,-7-3 1 0,7 3-5 15,-12-3 0-15,3 1-5 0,9 2-4 0,-14-2-1 16,6 0-5-16,0-1 7 0,-1-1-4 15,-1 1-3-15,-1-2-3 0,2 1 4 0,-1-1-3 16,0 0-3-16,-2 2-2 0,4-3-3 0,-3 2 2 0,1 0-1 16,-1-1-5-16,-1 2 0 0,2-3-1 0,-1 3-4 15,-1 0 0-15,0 1 6 0,-2-2-18 0,1 2 1 16,0 1 4-16,-1-1 0 0,1 2 3 16,1 0 3-16,0 0-16 0,1 0-29 0,-3 0 14 15</inkml:trace>
  <inkml:trace contextRef="#ctx0" brushRef="#br0" timeOffset="-169408.62">2945 13004 5 0,'1'7'6'0,"2"0"-3"16,-2 0 2-16,2 4-4 0,-2-1 4 0,1-1 2 16,0 2-8-16,-1 2 2 0,1-3 3 0,-1-1-4 15,0 4 3-15,1-2-5 0,0 1 6 0,-1-2-9 16,2 0 6-16,1 0 1 0,-2 1-2 0,-1 1 1 15,1-2 2-15,0 1-6 0,1-2 5 0,-2 2 0 16,2-2-5-16,-1 3 4 0,1-3-8 0,0 2 14 16,-2-1-8-16,1 1 5 0,0 2-3 0,1-3-2 15,-1 1-1-15,0-1 4 0,-1 3-1 0,1-2 2 16,-1 0-1-16,2 1-2 0,-2-2-1 0,0 0 1 16,0 0-3-16,1 1 5 0,3-3 2 0,-4 3-7 15,0-3 4-15,2-1-2 0,-2-1 2 0,3 1 0 16,-2-1-1-16,1 1-2 0,1-2 1 0,1 1 2 15,-1-1-10-15,2-1 10 0,2 3 1 0,-2-2-10 16,1-1-7-16,1 0 3 0</inkml:trace>
  <inkml:trace contextRef="#ctx0" brushRef="#br0" timeOffset="-168575.16">3230 13235 17 0,'-9'50'23'0,"0"-4"-9"0,3-11-9 15,-2-2-16-15,3 1-9 0,-5-3 4 16</inkml:trace>
  <inkml:trace contextRef="#ctx0" brushRef="#br0" timeOffset="-168346.55">3449 13053 39 0,'-14'29'67'0,"-3"2"-21"0,6-4-11 0,-3 1-10 16,3-2-9-16,4-1-17 0,-1 3-13 0,4-9-22 16,2-2-38-16,-1-4 16 0</inkml:trace>
  <inkml:trace contextRef="#ctx0" brushRef="#br0" timeOffset="-168165.04">3578 13125 18 0,'-6'24'33'0,"-1"2"-14"15,2-3-16-15,-1-7-16 0,3 3-12 16,-1-2 5-16</inkml:trace>
  <inkml:trace contextRef="#ctx0" brushRef="#br0" timeOffset="-167681.12">3251 13631 83 0,'-8'-8'148'0,"4"2"-22"0,3 0-14 0,1 6-25 16,-4-7 1-16,4 7-9 0,0 0-8 15,0 0-12-15,-5 32-3 0,4-5 1 0,-3 8-10 0,0 14 1 16,-1 5-5-16,-1 0-10 0,2 2-8 0,-1 0 6 16,-2-2-13-16,3 1-16 0,-1-5-5 0,2-1-13 15,3-13-8-15,-3 0-28 0,-1 8-12 16,2-9-19-16,-1-2-2 0,0-1-63 0,-1-1-160 15,2 1 71-15</inkml:trace>
  <inkml:trace contextRef="#ctx0" brushRef="#br0" timeOffset="-167414.37">3076 14267 57 0,'0'12'82'0,"-2"0"11"16,1 5-20-16,0 0-7 0,1-1-4 0,0 0-6 0,-2 0-9 15,4-4-1-15,-2-2-6 0,0 0 0 16,4-1-13-16,-3-2 1 0,0-2-7 0,-1-5-2 16,7 10 5-16,-2-9 1 0,2 2-2 0,5-3 1 15,-2-3-6-15,8-2 0 0,-1-4-9 0,7-2 2 16,3-3-5-16,0 0-23 0,-1-1-16 0,0 0-19 15,-3-2-15-15,-5 6-4 0,1 1-42 0,-2-2-122 16,-1 6 54-16</inkml:trace>
  <inkml:trace contextRef="#ctx0" brushRef="#br0" timeOffset="-146638">4530 13195 10 0,'0'0'38'16,"0"0"-3"-16,-4-5 0 0,4 5-10 0,0 0-1 15,0 0-17-15,-5-5 3 0,5 5-10 0,0 0-4 16,0 0 1-16,0 0 3 0,0 0-11 16,0 0 3-16,0 0 2 0,-15 6 2 0,15-6-7 15,-8 4 9-15,8-4-5 0,-8 4 2 0,3-2 1 0,5-2 0 16,-10 4 3-16,10-4-3 0,-8 4-2 0,8-4 4 15,-7 3 0-15,7-3-6 0,-9 4 4 0,9-4 3 16,-10 3 1-16,3-1-3 0,7-2 1 0,-10 2-2 16,10-2 0-16,-10 4 3 0,10-4-3 15,-10 1 2-15,10-1 1 0,-11 2 1 0,11-2-2 16,-11 0 8-16,11 0-10 0,-10 0 2 0,10 0 6 0,0 0-5 16,-12 0-1-16,12 0 4 0,-10 0 0 0,10 0 3 15,-10 0-3-15,10 0-4 0,-9-2 10 16,9 2 2-16,-9-2-5 0,9 2 9 0,0 0 0 15,-8-3 2-15,8 3 0 0,0 0-7 0,0 0 3 16,0 0 2-16,-9-1-4 0,9 1-2 0,0 0 1 16,0 0-4-16,0 0 2 0,0 0 3 0,0 0-7 0,0 0 0 15,0 0-2-15,0 0 2 0,0 0 1 0,0 0-6 16,0 0 3-16,0 0-2 0,0 0 1 0,0 0 2 16,0 0-4-16,29 2 5 0,-17-2 3 15,2 2-1-15,4-2-8 0,4 0 4 0,6 0-5 16,1 0 8-16,2 0-2 0,-2-3-1 0,7 1-5 0,-5 2 1 15,-1 0-2-15,1 0-1 0,0 2-7 16,-3-4 0-16,0 3 1 0,1-1-5 0,1-1 1 0,-10 1-2 16,8-3-10-16,-1 2-28 0,-5 2 13 15</inkml:trace>
  <inkml:trace contextRef="#ctx0" brushRef="#br0" timeOffset="-144571.54">8323 13250 2 0,'0'0'15'0,"0"0"-3"0,0 0 0 15,0 0-3-15,0 0 8 0,0 0-2 0,0 0 1 16,0 0-8-16,0 0 4 0,0 0-6 16,0 0 2-16,0 0 3 0,0 0-3 0,0 0 1 15,0 0-5-15,0 0 6 0,0 0-4 0,0 0-1 0,0 0-4 16,0 0-5-16,0 0 7 0,0 0 4 0,0 0-4 15,13-1-1-15,-13 1 5 0,0 0-3 0,17-2-4 16,-17 2 5-16,19-2-2 0,-9 2 1 16,-10 0-1-16,25-2 4 0,-12 0-2 0,5 1 1 15,1 0 0-15,1-2-4 0,-1 2-3 0,-1-1-3 16,3 0 7-16,1 1-3 0,5-3 3 0,-7 1 1 0,9 1-3 16,0-1 1-16,-1-1-8 0,-1 2 8 0,2 1 5 15,1-5-5-15,-1 4 0 0,-7-2 8 0,6 2-3 16,-3 0-1-16,-3 1-4 0,7-3-3 15,-2 0 5-15,-4 1 1 0,3 1-4 0,-4 0 2 16,6 1 2-16,1-1-3 0,-1-1-3 0,0 2 5 16,-6 1-3-16,6-4 10 0,-6 2-19 0,6 2 7 0,-5-2 2 15,-1 1-4-15,5-1 8 0,-6 0-10 0,2 1 2 16,-2 0 12-16,-1 0-9 0,2 2 1 0,-2-2-2 16,0 0 5-16,3 1-2 0,-3-1-3 15,-1 1 2-15,3-1 2 0,-3-2 1 0,0 0 2 16,-1 2-5-16,0 0 1 0,1 0 2 0,-3 0-4 0,3-1 7 15,-5 1-9-15,0 0 4 0,4-2-3 16,-6 1 4-16,0 1 0 0,2 0-2 0,-4-1 1 0,3 2 2 16,-13 0-1-16,18 0-2 0,-9-3 3 15,1 1-3-15,-10 2-1 0,14-3 0 0,-14 3 6 16,14-1-2-16,-14 1-10 0,14-3 15 0,-6 2-4 16,-8 1 2-16,11-3-8 0,-11 3 7 0,0 0 0 0,13-5-1 15,-13 5 3-15,9-4-4 0,-9 4 2 16,0 0 0-16,12-2-2 0,-12 2 1 0,0 0-1 0,0 0 0 15,10-3-5-15,-10 3 1 0,0 0-1 16,0 0 5-16,0 0-3 0,13-4 0 0,-13 4 2 16,0 0-1-16,0 0 3 0,12-2-3 0,-12 2-2 0,0 0 3 15,13-2-2-15,-13 2 1 0,10-2-3 0,-10 2 7 16,0 0-6-16,0 0-3 0,21-4 2 0,-8 3 11 16,-13 1-10-16,19-6 0 0,-8 4-3 0,-11 2 3 15,27-1 2-15,-14-2-6 0,0 3 8 16,5-2-1-16,-7 0-5 0,8 0 4 0,-1 0-2 15,0 0 2-15,0 1 1 0,-3 1-6 0,5-2 14 0,-3 2-15 16,1-1 9-16,1-1 1 0,-1-2-10 16,3 2 5-16,-2 1-8 0,0 1 7 0,0 0 0 15,2 0 1-15,-3-1 0 0,2 0-4 0,-2 1 3 16,2 1-3-16,0-1 3 0,-1 1-3 0,0-3-2 16,1 0 5-16,0 2 4 0,-1 0-6 0,0 0 5 0,0 0 2 15,0 0-9-15,-1 0 5 0,1-2-3 0,3 2 3 16,-4-1-2-16,1 1 1 0,-1 0-7 15,0 0 6-15,0-2 2 0,0 4-3 0,-1-2-3 16,3-2 2-16,0 2 3 0,-1 0 4 0,-6-1 4 16,5 1-11-16,0-1 4 0,0 1-3 0,-5-3 1 15,-13 3 4-15,28 3-7 0,-17-5 4 0,-11 2-1 0,27-1 3 16,-16-1-6-16,1 2 7 0,-12 0-3 0,20 2-1 16,-20-2-1-16,0 0 1 0,20-2 2 15,-20 2 1-15,0 0 1 0,14 2 1 0,-14-2-6 16,0 0 1-16,10-2-3 0,-10 2 7 0,0 0 0 15,0 0-5-15,0 0 3 0,0 0-2 0,0 0 5 16,13-1-4-16,-13 1 10 0,0 0-10 0,0 0-1 16,0 0-1-16,0 0 5 0,0 0-3 0,0 0 1 15,0 0 0-15,0 0-2 0,0 0-2 0,0 0 5 16,0 0-1-16,0 0 1 0,0 0-3 0,0 0 5 16,0 0-3-16,0 0 1 0,0 0-3 0,0 0-9 15,0 0-12-15,0 0-13 0,0 0-39 0,0 0-79 16,0 0 36-16</inkml:trace>
  <inkml:trace contextRef="#ctx0" brushRef="#br0" timeOffset="-130092.02">7680 14898 20 0,'0'0'45'0,"0"0"-3"0,0 0-8 15,0 0-3-15,0 0-2 0,0 0-4 0,0 0-3 16,0 0 5-16,0 0-7 0,0 0-3 0,0 0 5 16,0 0-14-16,0 0 8 0,0 0-5 0,0 0 2 15,0 0-1-15,0 0-1 0,0 0 0 0,0 0-5 16,0 0-2-16,7 20-8 0,-7-20-17 0,-8 9-18 16,4-4-22-16,-1 1-65 0,-3-1 29 0</inkml:trace>
  <inkml:trace contextRef="#ctx0" brushRef="#br0" timeOffset="-128238.13">7974 15088 64 0,'0'0'70'0,"0"0"-10"0,0 0-10 0,-1-6-1 15,1 6 0-15,0 0-6 0,0 0-9 0,0 0-9 0,0 0 3 16,0 0-4-16,0 0 1 0,0 0-2 15,0 0 18-15,0 0-26 0,0 0 4 0,0 0-8 16,0 0-1-16,0 0 0 0,0 0-3 0,0 0-4 16,0 0-7-16,0 0-13 0,0 0-5 0,0 0-2 15,0 0-12-15,0 0-7 0,0 0-7 0,0 25-28 16,0-25-84-16,0 0 38 0</inkml:trace>
  <inkml:trace contextRef="#ctx0" brushRef="#br0" timeOffset="-126807.21">7985 14776 29 0,'0'0'58'0,"8"3"-1"16,-8-3-3-16,0 0-15 0,0 0-2 0,0 0-3 15,5 4-2-15,-5-4 0 0,0 0-6 0,0 0-5 16,0 0-1-16,0 0-7 0,0 0 8 0,0 0 0 0,0 0-9 16,0 0 2-16,0 0 3 0,0 0-8 0,0 0-5 15,0 0-5-15,0 0-5 0,0 0-13 16,0 0-21-16,0 0-41 0,0 0-88 0,0 0 39 15</inkml:trace>
  <inkml:trace contextRef="#ctx0" brushRef="#br0" timeOffset="-112280.57">7441 14757 5 0,'0'0'48'0,"0"0"-11"16,0 0 1-16,0 0-16 0,0 0-2 15,0 0-11-15,0 0-3 0,0 0-13 0,0 0-10 16,0 0-11-16,0 0-28 0,0 0 13 0</inkml:trace>
  <inkml:trace contextRef="#ctx0" brushRef="#br0" timeOffset="-98940.31">2553 9379 45 0,'0'0'128'0,"0"0"-31"0,-8-10-21 0,8 10-11 0,0 0-20 15,0 0-35-15,0 0-32 0,0 0-52 16,17 32-81-16,-9-21 36 0</inkml:trace>
  <inkml:trace contextRef="#ctx0" brushRef="#br0" timeOffset="-57520.15">4032 13519 8 0,'0'0'59'16,"0"0"-3"-16,-16-5-16 0,16 5 6 0,0 0-1 16,0 0-2-16,0 0-12 0,0 0-2 0,0 0-1 15,0 0 3-15,0 0-2 0,0 0-13 0,0 0-1 16,0 0 1-16,0 0-10 0,0 0 5 0,-6-3 5 15,6 3-7-15,0 0 0 0,0 0-14 0,0 0-10 16,0 0-5-16,0 0-19 0,0 0-39 0,0 0-84 16,0 0 38-16</inkml:trace>
  <inkml:trace contextRef="#ctx0" brushRef="#br0" timeOffset="-56439.97">12397 12966 47 0,'0'0'51'0,"0"0"-3"0,0 0 2 0,0 0-10 16,0 0 0-16,0 0-4 0,0 0 1 15,0 0-7-15,0 0 2 0,0 0-6 0,0 0-6 16,0 0 3-16,0 0-8 0,0 0-1 0,0 0 6 16,0 0-12-16,0 0 1 0,0 0-1 0,0 0 1 0,0 0 2 15,0 0 1-15,0 0-5 0,0 0 2 0,0 0-3 16,0 0-1-16,0 0-2 0,0 0 3 16,0 0-10-16,0 0-9 0,-5 6 4 0,5-6-4 0,0 0-4 15,-3 7-12-15,3-7-7 0,-4 8-12 0,4-8-28 16,-5 8-82-16,5-8 36 0</inkml:trace>
  <inkml:trace contextRef="#ctx0" brushRef="#br0" timeOffset="-39009.63">11482 13073 23 0,'0'0'39'0,"0"0"-13"0,0 0-10 0,0 0-5 16,0 0-14-16,0 0-16 0,0 0-20 0,0 0 8 15</inkml:trace>
  <inkml:trace contextRef="#ctx0" brushRef="#br0" timeOffset="54706.95">7423 9343 31 0,'0'0'25'0,"0"0"1"0,0 0-3 0,2-5-6 16,-2 5 1-16,0 0-4 0,0 0-3 0,0 0 0 15,0 0-2-15,0 0 3 0,0 0-2 16,10 1-1-16,-10-1-6 0,0 0 6 0,0 0-7 0,0 0 4 15,0 0-8-15,0 0 6 0,0 0-7 0,11 4 7 16,-11-4-5-16,0 0-6 0,7 3 2 0,-7-3-2 16,0 0-3-16,6 4-1 0,-6-4 0 0,0 0-2 15,0 0 2-15,5 2 2 0,-5-2 4 0,0 0 2 16,0 0 7-16,0 0 0 0,0 0 8 0,0 0-1 16,8 2 9-16,-8-2 3 0,0 0-5 0,0 0 3 15,0 0-6-15,0 0-1 0,0 0 2 0,0 0-4 16,0 0 1-16,0 0 3 0,0 0-1 0,0 0-2 15,0 0-2-15,0 0-4 0,0 0 3 0,0 0-2 16,0 0 3-16,0 0-4 0,0 0 3 0,0 0-1 16,0 0-2-16,0 0-2 0,-27 0 11 0,27 0-2 15,0 0-1-15,-15 0 4 0,8 0-3 16,7 0 0-16,-14 0 3 0,4 0-2 0,10 0 1 0,-19 0-1 16,6-2 7-16,2 2-9 0,-2-1-2 0,0 1-1 15,2-1 6-15,-3 1-4 0,1-1-2 0,-1-1 0 16,0 4 0-16,0-2-1 0,1-2 1 0,0 1-1 15,-2 1-2-15,2 0-1 0,-1 3 4 0,1-3-1 16,-1 0-2-16,3 1-1 0,0 0 7 0,0-1-12 16,1 1 7-16,-1 1-5 0,1-2-2 0,10 0 1 15,-15 0-3-15,8 0-3 0,7 0 11 0,-12 0-6 16,12 0-2-16,-9 1 0 0,9-1 5 0,0 0-6 16,-12 3 2-16,12-3-2 0,0 0-1 0,0 0-14 15,-6 2 0-15,6-2-9 0,0 0-3 0,0 0 5 16,0 0-2-16,0 0-13 0,0 0 0 0,0 0-12 15,0 0-5-15,15 12-27 0,-15-12-91 0,8 2 41 16</inkml:trace>
  <inkml:trace contextRef="#ctx0" brushRef="#br0" timeOffset="55116.33">7127 9313 29 0,'-12'2'37'16,"12"-2"-1"-16,-11 0 0 0,11 0-3 16,-14 1-7-16,7 0 1 0,7-1-1 0,-12 2-6 15,4-2 0-15,8 0-4 0,-11 0-2 0,11 0 1 16,-10 2-1-16,10-2 0 0,-10 2-6 0,10-2 2 15,-7 0-4-15,7 0-1 0,0 0-5 0,0 0 5 0,-8 3 3 16,8-3-5-16,0 0 8 0,0 0-13 16,0 0 4-16,0 0 11 0,0 0-5 0,-9-7 2 15,9 7 2-15,0 0-2 0,0 0 2 0,-4-6 5 16,4 6 5-16,0 0-2 0,0 0-7 0,0 0 3 16,-4-8 2-16,4 8-6 0,0 0 0 0,0 0-1 0,0 0 2 15,0 0 6-15,0 0-4 0,0 0 2 16,0 0-5-16,0 0 1 0,-9 13-2 0,9-13-3 15,-1 13 5-15,0-6-5 0,1 2 6 0,0-1-8 16,0 2 6-16,0-1-9 0,2 0-1 0,1-1-18 0,0 2-12 16,-1-1-18-16,3 1-72 0,2-1-126 0,-4 1 56 15</inkml:trace>
  <inkml:trace contextRef="#ctx0" brushRef="#br0" timeOffset="57598.07">4458 13262 8 0,'0'0'10'0,"0"0"-5"0,-14 2 2 15,14-2-1-15,0 0 0 0,-7 5 2 0,7-5-2 16,0 0 2-16,-8 3-5 0,8-3 3 0,-4 5-9 16,4-5 9-16,-7 5-4 0,7-5 4 0,-8 4-1 15,8-4-4-15,-9 3-1 0,9-3 4 0,-5 2-4 16,5-2 3-16,-9 3 1 0,9-3 3 0,-6 2-6 16,6-2 0-16,0 0-3 0,-7 2 0 0,7-2 1 15,0 0 3-15,-8 2-2 0,8-2-1 0,0 0 0 16,0 0 0-16,-10 4-2 0,10-4 7 0,-5 1-3 15,5-1 1-15,-6 3-3 0,6-3 4 0,-9 3-1 16,9-3 3-16,-8 0 1 0,8 0-3 0,0 0 8 16,-11 0 2-16,11 0 0 0,-11 1 1 0,11-1-4 15,-11-1 3-15,11 1-7 0,-9-3 3 0,9 3-7 16,-9 0 12-16,9 0 4 0,0 0-4 0,0 0 1 16,-10-1 2-16,10 1-17 0,0 0 5 0,0 0-4 15,0 0 3-15,0 0-1 0,-8-4 0 0,8 4 1 16,0 0-3-16,0 0 6 0,0 0-7 0,0 0 7 15,23-5-7-15,-23 5 5 0,15 0-3 16,-7-2-4-16,2 2 2 0,3 0-1 0,-1 2 2 0,0-2 0 16,2 0-2-16,4 3 5 0,3-3-2 0,-1 2-3 15,2-1 1-15,5 2-3 0,2-3 1 0,-1 1 4 16,3-1 0-16,1 1 0 0,-1 1 1 0,2-2-4 16,-1 0 5-16,1-2-2 0,4 1-5 0,-3 0 0 15,2-1-3-15,0 1 1 0,0 0-7 16,0-2-2-16,1 1 6 0,-4-1-4 0,1 3-1 0,1-1-3 15,-2 1 3-15,0-1-3 0,-1-1 1 0,0 2 1 16,0 2-2-16,0 0 2 0,-2-1 1 16,-2 1 3-16,1 0 3 0,-1 2 2 0,0-3-2 0,-1 5 0 15,1-2 5-15,-2-1-3 0,2 2 2 0,-1-2-6 16,0 2 3-16,-6-2 1 0,7 2 0 16,-7-1-2-16,8-3 3 0,1 2 4 0,-1-2-2 0,2 1 2 15,0-2-7-15,-1 1 3 0,0-1 8 0,3-1-3 16,-1-1 0-16,1 0-1 0,0-1 2 0,4-3 2 15,-2 1-4-15,-2-1 0 0,3-1-1 16,1 1 4-16,-3 0-8 0,1-1 2 0,-2 0 4 16,2 1-3-16,-2-2 2 0,-1 1-1 0,-2 1 0 15,2-1 6-15,-5 1-10 0,3 2 5 0,-10 2-2 0,8-2-2 16,0 1 1-16,2-1 4 0,-2 1 0 0,-5 1 0 16,5 1-6-16,0 1 2 0,-1-3 3 15,-5 2 0-15,1 1-5 0,3 0 6 0,3-2 0 16,-3 2-3-16,-4 0 4 0,6-1-3 0,-6-1-3 15,5 2 4-15,1 0 3 0,-8-2-3 0,1 2 1 16,6 0 0-16,-1 0 5 0,-5-1-3 0,1 0-9 16,-1-2 3-16,-1 3 4 0,0 0 1 0,0-3 1 15,-2 3 0-15,3-4 5 0,-3 2 3 0,0-2-11 16,-1 2 9-16,0 0-6 0,-3-1 3 0,3 1 0 16,1-1 4-16,0 1 0 0,1 0 1 0,1-1-1 15,-1 3-4-15,-1-1-2 0,1 0 4 0,1-1-5 16,0 0 4-16,2 1-7 0,-2 1 2 0,2-3 5 15,5 3-4-15,-4-1 2 0,-4-1-2 0,4 2 2 0,-1 0-4 16,0 2 4-16,-1-4-2 0,1 4-3 16,-2-2 4-16,2 1-7 0,-2 2 8 0,0-3-9 15,1 4 4-15,0-3 1 0,-3 0-11 0,2 3 5 16,1-3 2-16,-2 0-1 0,0 1-1 0,-1 0 3 16,1-1-2-16,0 1 2 0,-2-2 3 0,1 1-4 15,-3 1-1-15,0 0 1 0,2 0 1 0,-3 1 2 16,3 1-5-16,-3-3 6 0,2 4-9 0,2-3-1 15,-5 0-2-15,6 3 4 0,-6-2 0 0,0-1-1 16,3 0 0-16,2 1-9 0,1-1-17 0,-2-2 8 16</inkml:trace>
  <inkml:trace contextRef="#ctx0" brushRef="#br0" timeOffset="58181.39">8011 13253 36 0,'-4'-6'79'0,"4"6"-10"0,0 0-9 16,0 0-3-16,11-7-8 0,-11 7-3 15,14-5-2-15,-4 3-6 0,0 0-10 0,3 1-2 16,1-2 4-16,4 2-18 0,1-1 10 0,0 0 1 0,2 1 0 16,7-2-9-16,0-1-3 0,-1 2-2 0,0-1-3 15,1 2-4-15,0-2 6 0,-8 2-22 0,11-3 1 16,-4 3 14-16,2 1-17 0,-1-1 2 0,-2 0-9 16,3-1 12-16,2 1 1 0,5-1 2 15,-2 0-3-15,3-2 8 0,-1-1-9 0,0-1 5 16,1 2-2-16,2-1 4 0,-1-3-3 0,-3 5 2 15,5-3-3-15,1 2-1 0,-3 2 4 0,15-4 4 0,-3 2-6 16,-13-2 3-16,0 2 0 0,2 1 1 0,12-4 0 16,-14 3 4-16,0-1-2 0,2 2 1 0,-2 0-1 15,1-1 0-15,-1 0 3 0,0 0-6 16,-2 0 4-16,-1 3-3 0,1-3-9 0,-1 2-3 16,-4-1 6-16,-1 0-2 0,1 3 0 0,-2-3-2 15,-1 3-3-15,-7-1-13 0,0-2 0 0,0 3-20 0,-3-2-55 16,-4 2 25-16</inkml:trace>
  <inkml:trace contextRef="#ctx0" brushRef="#br0" timeOffset="58696.05">10054 13062 21 0,'34'-4'57'0,"0"0"-1"0,2-1-16 0,0-1 8 15,1-1-11-15,0 3-3 0,4 2-2 0,-3-1-4 16,2 1-1-16,11-2-6 0,-14-2 2 0,0 2-8 15,0 2 1-15,0-2-10 0,-2 2-7 0,-1 0 5 16,-2-1 1-16,-2-2-6 0,-2 1-3 0,-1 2 1 16,-8 1-5-16,4 0 2 0,-3 2-2 0,1-2-5 15,-5 1 0-15,4 0-5 0,-20 0 0 0,24 0-8 16,-14-2 22-16,-10 2-12 0,18 0 5 0,-18 0 3 16,0 0-1-16,18-1-2 0,-18 1 5 0,0 0-2 15,0 0-3-15,14 1 1 0,-14-1 1 0,0 0-5 16,0 0 14-16,0 0-4 0,0 0 3 0,0 0-3 15,0 0 4-15,0 0 0 0,0 0-1 0,0 0 0 16,0 0 1-16,0 0 0 0,0 0 4 0,0 0 9 16,0 0 8-16,0 0-3 0,0 0 3 0,0 0-6 15,9 11 3-15,-9-11-5 0,0 0 0 0,15 2 5 16,-15-2-3-16,14 0 0 0,-14 0 0 0,20 0-7 16,-20 0-2-16,24-1 0 0,-13 0-4 0,-11 1 4 15,27-4-4-15,-8 4-1 0,-1-1-7 0,1 1-5 16,2 2-8-16,-1-2-16 0,-6 0-29 0,-1 2-69 15,-13-2 31-15</inkml:trace>
  <inkml:trace contextRef="#ctx0" brushRef="#br0" timeOffset="58893.34">11386 13037 33 0,'13'-3'55'0,"1"0"-10"0,-1 1-10 0,0-1-13 15,1 1-6-15,-1 0-9 0,-13 2-8 0,25-4-17 16,-17 1-15-16,2 3-35 0,-10 0 16 0</inkml:trace>
  <inkml:trace contextRef="#ctx0" brushRef="#br0" timeOffset="60903.41">11627 13075 2 0,'0'0'53'15,"0"0"-13"-15,0 0-6 0,0 0-11 0,0 0-4 16,0 0-10-16,0 0-14 0,0 0-7 0,0 0-16 16,0 0-29-16,-13 1 13 0</inkml:trace>
  <inkml:trace contextRef="#ctx0" brushRef="#br0" timeOffset="61157.98">11600 13068 28 0,'0'0'47'0,"0"0"-8"0,0 0-3 16,0 0-6-16,0 0-7 0,0 0 1 15,0 0-2-15,0 0-4 0,0 0-4 0,0 0 0 16,0 0-8-16,0 0-1 0,0 0-3 0,0 0-4 0,0 0-5 16,0 0 0-16,0 0-2 0,0 0 1 0,0 0-3 15,0 0 3-15,0 0-6 0,0 0 8 16,0 0-4-16,0 0-1 0,0 0-4 0,0 0 2 16,0 0-3-16,0 0-13 0,0 0-31 0,0 0 14 0</inkml:trace>
  <inkml:trace contextRef="#ctx0" brushRef="#br0" timeOffset="82476.18">1515 13368 10 0,'0'0'40'0,"0"0"-7"0,0 0 5 16,0 0-10-16,-3-6 3 0,3 6-3 15,0 0-6-15,0 0 4 0,0 0-4 0,0 0 4 16,0 0-7-16,0 0-5 0,0 0-1 0,0 0 8 16,0 0-9-16,-4-5 3 0,4 5 1 0,0 0-5 15,0 0 5-15,0 0-4 0,0 0 0 0,0 0 5 0,0 0 4 16,0 0 10-16,0 0-21 0,0 0 3 15,0 0-2-15,0 0-1 0,0 0 0 0,0 0-2 16,0 0-2-16,0 0 3 0,0 0-5 0,0 0 3 16,0 0-2-16,0 0 7 0,0 0-10 0,0 0 1 15,0 0-6-15,0 0 1 0,0 0 2 0,0 0 3 16,0 0 2-16,0 0-7 0,0 0 4 0,0 0 1 16,0 0-6-16,0 0 3 0,0 0-6 0,0 0 7 15,0 22 0-15,0-22-2 0,0 0 4 0,0 11 5 0,0-11-7 16,2 11-1-16,-2-11 0 0,0 10-3 15,2-4 1-15,-2-6 3 0,2 11-1 0,-1-6 0 16,1 2-2-16,-2-7 0 0,2 13 5 0,-2-8-5 16,0-5 2-16,1 13-1 0,0-8 5 0,-1-5 0 15,2 14 6-15,-2-7-3 0,0 0 0 0,0-7 2 16,0 14-1-16,4-8-8 0,-3 1 7 0,0 1-8 16,0 0 9-16,1 0 0 0,-1 3 1 0,0-2 1 15,0 1-10-15,1-2 8 0,-4 1-6 0,6 1-3 16,-2 0 3-16,0 0 5 0,1 1-1 0,-3 0 0 15,4-2-1-15,-4 4 3 0,2-3 2 0,0 2 0 16,0 1-2-16,-1-4-5 0,1 2 0 16,-1-1 0-16,-1 5 1 0,2 1 3 0,0-3-3 0,-2-1 3 15,0 0-3-15,0 0 9 0,0-3 0 0,0 4-11 16,0-2 20-16,2 1-12 0,0-1-13 0,-2 1-1 16,0 0 3-16,1 0-1 0,0 0 2 0,-2 2 1 15,1-3 4-15,1 1-1 0,0 2-2 0,3 1-3 16,-2-2-1-16,1 3 18 0,0 1 3 0,-2-1 4 15,2-1-5-15,-1 2-2 0,1-1-1 0,-1 1-1 16,1 0 0-16,-2 1 4 0,1 1 19 0,0-2-25 16,2-1-3-16,-3 3 7 0,2 0 2 0,-3-1 12 15,1 1-11-15,-1-1-4 0,0 0-3 0,2-2 7 16,4 2-10-16,-5 1 0 0,0-3 0 0,2 2-7 16,-3 0 0-16,1-2 7 0,1 3 2 15,0 4 6-15,1-3 7 0,-1 5-5 0,-1 1 0 0,-1-9 3 16,3 9 1-16,-3-6-6 0,2 6 0 15,0-6-1-15,-2 6-1 0,1 0 1 0,0-2-1 0,-1 4 3 16,-1-1 0-16,1 0-4 0,0 0 0 0,0-3-4 16,0-4-18-16,0 4-2 0,-1-5 3 0,-1-1-4 15,0-1 1-15,2 3 10 0,4-3-3 0,-3 1 1 16,-2-3 0-16,3 3-5 0,1-2-2 0,-1 0 6 16,0 1 6-16,-1-7-5 0,1 3 4 0,0-1 4 15,0 0-8-15,0 0 3 0,-1-1-2 16,0 0-3-16,0 2 4 0,1-2-3 0,2 0-4 15,-4-2 5-15,2 4 3 0,-1-2-2 0,3 0 2 0,-1 2 7 16,3 4-2-16,-3-2-1 0,-1-3 1 16,0 3 12-16,1 0-7 0,0 2-1 0,0-5-1 0,-1 3-6 15,2-2 12-15,0 0-10 0,-2 2 2 0,1-1-1 16,-3 0 0-16,1 0-1 0,3 3 2 16,-1 0-4-16,3 2 5 0,-2-4-2 0,0 2-6 15,0-4 2-15,0 1-7 0,-1-4 0 0,1 2 7 16,-2-3-12-16,0 1-14 0,2-4-8 0,-4-6-9 15,2 15-18-15,1-10-9 0,-3-5-5 0,4 10-15 16,-4-4-15-16,0-6-12 0,3 11-58 0,-3-11-185 16,0 0 83-16</inkml:trace>
  <inkml:trace contextRef="#ctx0" brushRef="#br0" timeOffset="82870.42">1464 15752 32 0,'0'0'185'0,"0"0"-10"0,-9-1-6 0,9 1-18 15,0 0-7-15,0 0-18 0,0 0-16 0,0 0-11 16,0 0-8-16,0 0-8 0,0 0-8 0,0 0-4 16,0 0-6-16,0 0-2 0,0 0-2 0,44-7-7 15,-26 3-1-15,2-1-5 0,12-2-6 0,-1-4 0 16,3 2-5-16,1-5-3 0,-1 0-6 0,16-5 3 15,-3 1-11-15,-11 4-3 0,0 1-20 0,-4 2-17 16,1 2-15-16,-4 3-23 0,-8 2-25 16,-2 1-32-16,-1 5-30 0,-7 1-18 0,0 2-85 15,-5 3-267-15,0 0 118 0</inkml:trace>
  <inkml:trace contextRef="#ctx0" brushRef="#br0" timeOffset="83089.05">1703 15971 110 0,'-9'4'188'0,"3"-2"-6"0,-3 0 8 16,9-2-17-16,-10 4-8 0,10-4-16 0,0 0-17 15,-7 0-9-15,7 0-12 0,0 0-13 0,0 0-11 16,22-16-5-16,-7 6-8 0,3 1-9 0,9-8-7 16,2 2-17-16,1-1-17 0,1 0-22 0,2 5-9 15,-4-4-29-15,-2 1-2 0,0 4-20 0,-2 1-18 16,-6 3-13-16,-2 3-11 0,-3 3-16 0,-1-1-10 15,0 4 3-15,-4 1 6 0,-2 1-78 16,-1 2-211-16,-4 4 93 0</inkml:trace>
  <inkml:trace contextRef="#ctx0" brushRef="#br0" timeOffset="83258.23">2039 15932 310 0,'-15'15'-6'0,"-7"1"26"0,7-4 32 0,-8 3 16 16,4-5 26-16,2-1 9 0,-1 3 13 0,3-7 8 16,1-1 1-16,3 3 3 0,1-3 3 0,3-1-8 15,7-3-2-15,-11 4-13 0,11-4-4 0,-8 4-5 16,8-4-6-16,0 0-13 0,0 0-7 0,0 0-5 15,0 0-9-15,0 0 0 0,0 0-16 0,0 0 1 16,38-18-8-16,-23 8-15 0,12-1-16 0,-5 3-36 16,-4 1-25-16,1 3-27 0,-3 0-35 0,-3 3-35 15,-1 1-11-15,0 3 3 0,-1 2-112 0,-4 3-295 16,1 0 130-16</inkml:trace>
  <inkml:trace contextRef="#ctx0" brushRef="#br0" timeOffset="83413.78">1945 16222 43 0,'-11'9'168'15,"0"-3"-2"-15,6-3 6 0,1 2-2 0,-1-1-6 16,5-4-8-16,-8 5-10 0,8-5-8 0,-6 2-13 16,6-2-10-16,0 0-14 0,0 0-11 0,20-22-5 15,-3 12-13-15,6-9-21 0,1 0-18 16,1-1-32-16,4 4-19 0,0-3-32 0,-1 1-30 16,1 3-28-16,-2 1-45 0,-3 1-112 0,-7 3-287 15,7-6 128-15</inkml:trace>
  <inkml:trace contextRef="#ctx0" brushRef="#br0" timeOffset="90536.39">3202 14944 1727 0</inkml:trace>
  <inkml:trace contextRef="#ctx0" brushRef="#br0" timeOffset="92807.97">2950 15060 14 0,'0'0'111'0,"-12"6"-6"0,4 1-4 16,0 3-5-16,2 0-2 0,-3 5 0 0,3-1-10 16,-1 2-5-16,3 0-13 0,2 1-5 15,-1 0-8-15,3-5-2 0,3-1-9 0,-1 0 5 16,1-3-9-16,1-1-3 0,0 3 1 0,2-3 1 16,0-3-3-16,1-1-2 0,2 1 3 0,-2-2 6 0,1 1 4 15,-8-3-13-15,19-5-3 0,-12 2 0 0,3-2 12 16,0-2-14-16,-1-2-3 0,-1-1 2 0,-1 1-5 15,0-8-1-15,-5 7 6 0,2-3 4 0,-3-2 1 16,-1 2-6-16,-2 0-4 0,-3-1 3 16,-3-1-5-16,-1 0-1 0,-1 3-4 0,-3 0 4 15,-1 2-4-15,4 4-2 0,-2-1-3 0,0 4 3 16,1 0-9-16,0 0 5 0,1 2-12 0,-1 2-7 0,2 1-3 16,2 0-19-16,-1 3-23 0,3 1-5 0,0 0-25 15,2 1-29-15,2 3-22 0,1-3-105 16,2 4-261-16,2-4 116 0</inkml:trace>
  <inkml:trace contextRef="#ctx0" brushRef="#br0" timeOffset="93182.21">3076 14893 18 0,'0'0'105'0,"0"0"-6"15,0 0-6-15,6 23 11 0,-3-7-12 0,1 9 3 16,3 1-11-16,-1 3 0 0,-2 0-15 0,0-1-1 16,-1 2-4-16,1-2-12 0,-1-2 11 0,0 1-12 15,1-9-10-15,-3-1-3 0,-2-1-3 0,2-3-1 16,-1-3-9-16,1-1 6 0,-1-1-5 0,0-8-4 16,0 12 11-16,0-12 5 0,3 8 5 15,-3-8 2-15,0 0-3 0,0 0-6 0,0 0 2 16,0 0-14-16,0 0 4 0,0 0 2 0,0-29-9 0,0 17 1 15,4-3-6-15,-3 4 2 0,5-5-9 0,-2 2 3 16,1 2-1-16,-1 1-5 0,2 2 3 0,0 3-8 16,-2 0-1-16,5 3 1 0,-4-3-4 0,3 6 0 15,0-1 0-15,2 2-3 0,2 5 6 0,-2-1-2 16,2 5 7-16,-2 0-7 0,1 3-13 16,-2 2-14-16,3 0-10 0,-3 4-16 0,0-3-26 15,3 6-25-15,-5-5-16 0,-1 1-16 0,-1-3-76 16,-1 0-230-16,0-2 102 0</inkml:trace>
  <inkml:trace contextRef="#ctx0" brushRef="#br0" timeOffset="93849.4">3423 15234 15 0,'0'0'131'16,"0"0"4"-16,0 0-10 0,0 0 11 0,0 0-17 15,0 0-8-15,0 0-3 0,0 0 3 0,0 0 3 16,0 0 8-16,0 0 11 0,0 0-1 0,0 0-6 16,0 0-12-16,0 0-11 0,0 0-9 0,0 0-6 15,0 0-11-15,-4-12-5 0,4 12-8 0,-3-10-9 16,0 5-3-16,3 5-8 0,-1-16-1 0,-1 7-6 16,2-2-4-16,-1 0-5 0,2-1-3 0,1 1-10 15,0-1-7-15,1 0 4 0,2 3-10 0,0-1-3 16,0 2 0-16,3 1-2 0,-3 1-1 0,1 3-4 15,2 2-2-15,2-1 1 0,-10 2 2 0,17 5-2 16,-6-1 3-16,-2 3 3 0,0 0 0 16,-1 0-1-16,2 1 6 0,-2 0-3 0,0 0-2 0,-3-1-1 15,1-1 5-15,-2-2-2 0,0 3 3 0,1-4 0 16,-5-3 2-16,5 6-5 0,-1-2 4 0,-4-4 4 16,0 0-2-16,7 4 1 0,-7-4-2 0,0 0 3 15,0 0-3-15,0 0 0 0,0 0 1 16,0 0-2-16,0 0-2 0,0 0-6 0,11-10-11 15,-11 10 0-15,1-9 1 0,-1 9 0 0,2-9 1 16,-2 9-2-16,2-8-1 0,-2 8 3 0,2-7-2 16,-2 7-2-16,7-4 5 0,-7 4 1 0,9-3 1 15,-9 3 2-15,9 0 2 0,-9 0 0 0,16 1-4 16,-7 1 5-16,1-2 1 0,1 2 1 0,-3 0 7 16,3-2-5-16,-3 2 2 0,-8-2 0 0,13 0-3 15,-13 0 8-15,13-3-7 0,-6 0 4 0,-1-1-2 16,-1 1 2-16,-1-3 0 0,0-1 0 0,-2 0-1 15,1 2 4-15,-3 5-5 0,0-16 3 0,-1 7-1 16,1-1-1-16,-3 3-2 0,1-2 1 0,0 2 0 16,2 7 0-16,-2-12 8 0,2 12-4 0,-4-10 2 15,4 10-1-15,-1-8-6 0,1 8-6 0,0 0 6 16,-2-6-5-16,2 6 3 0,0 0-4 0,0 0 6 16,0 0 0-16,0 0-3 0,11 26 4 0,-8-15-7 15,3-2-7-15,-3 1-13 0,1 2-9 0,1-3-19 16,-1 1-6-16,1-1-11 0,-1 0-20 0,-1 0-13 15,1-3-20-15,-2 0-2 0,1 0-6 0,0-1-7 16,-3-5 8-16,4 5-70 0,-4-5-217 0,0 0 97 16</inkml:trace>
  <inkml:trace contextRef="#ctx0" brushRef="#br0" timeOffset="93964.19">3809 15131 457 0,'-7'-22'-28'0,"3"15"2"0,-3-4 22 16,0 3 3-16,-1-6-3 0,-3-1 7 0,-1-2 4 16,2-1 8-16,-3 2 9 0,3-1-1 0,-2 0 14 15,3 3 6-15,2-1-10 0,1 5-1 0,1 1 7 16,0 4-12-16,0-4-18 0,5 9-21 0,-4-5-2 15,4 5-28-15,0 0-4 0,0 0-50 16,0 0-103-16,16 16 46 0</inkml:trace>
  <inkml:trace contextRef="#ctx0" brushRef="#br0" timeOffset="94188.21">3977 14915 124 0,'0'0'170'0,"0"0"-11"16,0 0-11-16,-23 12-9 0,18-7-7 0,-2 3-8 16,1 1 1-16,-2 2-12 0,3-1-3 0,1 3-15 15,0-3-8-15,2 1-9 0,-1 1-7 0,3 1-6 16,3-4-7-16,1 4-5 0,0-2-5 0,3 0-3 16,2-1-13-16,1-3-13 0,2 1-26 0,1 1-27 15,1-1-27-15,3-1-25 0,1 1-35 0,-1-1-21 16,2 1-116-16,-5 0-279 0,-1-1 124 0</inkml:trace>
  <inkml:trace contextRef="#ctx0" brushRef="#br0" timeOffset="95062.05">3038 15888 30 0,'-11'3'141'0,"1"3"-5"16,-5 5 4-16,2 2 3 0,1 3-18 0,-2 8-6 15,4 0-14-15,1-1-11 0,1 3-7 0,3 1-14 16,4-2 1-16,4-6-11 0,-1 1-3 0,2-4-3 16,2 1-10-16,3-4-4 0,2-1-1 0,1 1-4 15,1-4-2-15,2 1-2 0,-2-4-3 0,6-2-3 16,1-3 0-16,-1 0-3 0,1-3 1 0,1-3-2 15,-2 0-1-15,-1-5-7 0,0 3 0 0,-4-3 2 16,-3 1-7-16,2-4 3 0,0-1-5 0,-7 0 5 16,0 2-9-16,0-5 2 0,-4 4-2 15,1 1-1-15,-3-5 2 0,-2 4-5 0,0 2 1 16,-1-1-2-16,1 3 3 0,-3-1-2 0,2 4 1 16,3 6-3-16,-4-12-3 0,2 8 4 0,2 4-6 15,0 0 0-15,0 0-2 0,0 0 0 0,0 0-3 16,0 0 2-16,0 0 0 0,3 32 7 0,3-16 0 0,-3-1 2 15,3 2-3-15,1-1 3 0,5 0-1 16,-5-2-1-16,0-3-1 0,2 0 0 0,-2-2 3 16,0-2 3-16,1 0-2 0,-3-2 1 0,2-1 6 15,0-1-2-15,-2 0-3 0,-5-3 2 0,10 1 7 16,-10-1-9-16,0 0 5 0,11-6-6 0,-11 6 5 16,4-9-2-16,-2 2-2 0,-2-3 2 0,0 0 2 15,-2 0-1-15,2-2-6 0,-1 1 5 0,0-5-3 16,-1 0-10-16,1 4-5 0,1-1 2 0,0 3-2 15,0-1 2-15,0 5 0 0,0 6-3 0,0-10 0 16,0 10-2-16,5-8 9 0,-5 8-7 0,0 0 3 16,12 0 0-16,-12 0-1 0,14 9 0 0,-7-5 4 15,-1 1 11-15,3 1-9 0,-4 0 6 0,0-1 1 16,0 1 0-16,0-2 1 0,0 2 1 0,-1-1-3 16,-4-5 3-16,8 7 12 0,-8-7 6 0,3 4 4 15,-3-4 8-15,0 0 13 0,4 4-1 16,-4-4-6-16,0 0-5 0,0 0-2 0,0 0 2 15,0 0-7-15,8-12-5 0,-7 5 3 0,3-2-8 16,0-1 1-16,1 1-5 0,0-3-1 0,3 3-9 0,-3-1 5 16,1 3-5-16,2-2 0 0,-2 3 2 0,1 1-5 15,-1 2 1-15,-1-1-5 0,4 3 7 0,-9 1-6 16,13 0-2-16,-13 0-4 0,16 7-8 0,-5-4-10 16,-2 1 1-16,1 4-22 0,-2-1-17 0,1 1-27 15,0 0-24-15,3 4-30 0,-3-6-23 16,-1 3-98-16,-1-2-288 0,-1-4 127 0</inkml:trace>
  <inkml:trace contextRef="#ctx0" brushRef="#br0" timeOffset="95286.24">3621 15769 72 0,'-5'-5'173'16,"3"-1"-16"-16,2 6-19 0,-4-7-14 0,4 7-14 15,0 0 6-15,0 0-3 0,0 0-8 0,15 21 0 16,-6-7-9-16,-1 3-6 0,2 6-6 0,2-1-2 16,-2 5-14-16,0-5-6 0,-1 3-6 0,0 0-7 15,2-2 0-15,-4-4-7 0,0-3-18 0,1 3-37 16,2 4-36-16,-3-4-23 0,2-2-16 16,-4-6-39-16,1 0-24 0,0-1-86 0,0-3-255 15,-6-7 114-15</inkml:trace>
  <inkml:trace contextRef="#ctx0" brushRef="#br0" timeOffset="95713.75">3712 15902 53 0,'19'-6'59'0,"2"-2"-1"16,-3 0-9-16,1 1 16 0,-1 0-25 0,-3 0 14 15,2 1-14-15,-7 1 2 0,0 1 4 0,0 1-3 16,-5 2-4-16,-5 1 0 0,11-2 26 0,-11 2 6 16,9 2 4-16,-9-2-1 0,6 5-1 0,-4 1-3 15,-2 2 11-15,0 0-7 0,0 2 3 0,0 3-9 16,2-1 1-16,-2 1-6 0,1-4-11 0,0 1-4 16,2 0-9-16,-1 0-1 0,1-1-5 0,-2-2-4 15,3 0 0-15,0 0-4 0,1-4 1 0,-1 2-4 16,-4-5-2-16,9 3 2 0,-9-3-2 0,10 0 4 15,-10 0 1-15,11-3-8 0,-5-2-2 0,-2-1 1 16,-1 0-4-16,0-3 2 0,0 1-3 0,-1-1-3 16,-1-1 3-16,-1 3-3 0,0-3-1 15,0 10-1-15,0-14 0 0,2 8 2 0,-2 6-3 16,0-11-2-16,0 11-6 0,1-7-2 0,-1 7 3 0,0 0-3 16,7-3 7-16,-7 3-3 0,0 0 1 0,0 0 1 15,19 16-4-15,-12-8 1 0,-1-2-6 16,5 3-17-16,-4-2-18 0,4 3-31 0,-2-3-3 0,0 0-38 15,2 0-23-15,1 0-12 0,-1-2-90 0,2-5-260 16,-3 1 115-16</inkml:trace>
  <inkml:trace contextRef="#ctx0" brushRef="#br0" timeOffset="96329.9">4203 15743 168 0,'-4'-6'164'0,"4"6"-15"0,-5-6-16 15,5 6-9-15,-6-2-15 0,6 2-2 0,0 0 0 16,-8 14 9-16,6-5-10 0,0 3-15 0,-3 4-1 16,5-1-6-16,-1 1-13 0,3-1-4 0,2 0-9 15,0-2 0-15,0-1-6 0,3 2-4 0,0-4-3 16,2-2-4-16,-2 2-18 0,2-3-17 0,0-1-16 16,1-1-18-16,-3-3-25 0,4 1 4 0,1-3-24 15,1-2-11-15,1-1-1 0,-3-3-15 0,1-1-5 16,4-3 3-16,-3 0 22 0,0-3-10 0,-3 2 21 15,0-5-15-15,-2-1 13 0,-2 0 10 0,-2 0 6 16,0-8 7-16,0 0 15 0,-3 0 3 16,-1-1 13-16,2-2 7 0,-2 0 3 0,0-1 7 15,-2 2 14-15,4 1 11 0,-2 1 7 0,0 5 20 16,0 4 7-16,0 3 13 0,0 4 9 0,0 9-8 16,0-14-9-16,0 14-10 0,0 0 4 0,0 0 0 15,7-3 11-15,-7 3 0 0,6 18 2 0,-2-1-3 16,3 11 0-16,-2 0-2 0,-1 1-2 0,3-1 2 15,-3 0-9-15,1-1 1 0,-2-1-9 0,1-7-2 16,1-1-11-16,1 0 3 0,0-2-6 0,1-3 2 16,-1-3-4-16,1 3 2 0,2-5-6 0,-3 1 1 15,2-3-1-15,0-1 1 0,-1-1 8 0,-2-1 6 16,-5-3 1-16,14 0-1 0,-5-3-2 0,-1-1-1 16,1-2 1-16,-3-2-6 0,2-2 0 0,2-1-5 15,-4-4 1-15,1 1-5 0,-2-2-5 0,0-2-2 16,-4 5-2-16,2 1 1 0,-3 1-1 0,0 1 2 15,-1-1 3-15,-1 3 5 0,2 8-3 0,-1-10-5 16,1 10-6-16,1-7-6 0,-1 7-2 0,0 0-2 16,0 0 0-16,0 0 0 0,0 0 0 0,4 21 4 15,-4-10-4-15,3 5 3 0,-1 1-4 0,0 0 4 16,0 2-2-16,-1 0 3 0,2 0-1 0,0-1-2 16,-1 2-1-16,-1-1 2 0,2-2-2 15,-2-1-1-15,2-3-12 0,-2 0-19 0,0-2-25 0,-1 1-21 16,-1-3-28-16,0 2-42 0,-3-2-44 15,1-4-56-15,-3 3-126 0,6-8-402 0,-18 8 178 0</inkml:trace>
  <inkml:trace contextRef="#ctx0" brushRef="#br0" timeOffset="96475.68">4402 15553 22 0,'7'-9'11'0,"2"0"-17"0,-3 0-6 0,-1 0 3 16</inkml:trace>
  <inkml:trace contextRef="#ctx0" brushRef="#br0" timeOffset="102409.77">4660 9405 68 0,'-7'-4'100'16,"7"4"-8"-16,-4-5 0 0,4 5-3 0,-5-5-9 16,5 5-5-16,-4-5-8 0,4 5-12 0,-8-5 13 15,8 5-20-15,-5-5 1 0,5 5-1 0,-8-5-2 16,3 1 0-16,5 4-11 0,-14-7 2 0,8 5-6 15,0-2 5-15,6 4-5 0,-12-4 7 0,6-1-6 16,1 1 0-16,5 4-4 0,-11-6-9 0,6 3 4 16,-2-1-4-16,7 4-3 0,-11-6-4 0,5 3-2 15,-2 2 6-15,8 1-2 0,-15-3-9 0,7 2 3 16,-1 1 5-16,9 0-5 0,-15 0-1 0,15 0 0 16,-10-1 5-16,10 1-5 0,-13-2 1 0,13 2-2 15,-12 2 3-15,12-2-3 0,-11 1-4 0,11-1 6 16,-11 2-2-16,11-2 4 0,-9 0-10 0,9 0 6 15,0 0-1-15,0 0-11 0,-10 0 6 0,10 0 4 16,0 0-5-16,0 0 1 0,0 0-6 0,0 0 0 16,0 0 16-16,0 0 9 0,0 0 7 0,22 10 2 15,-4-5 8-15,1-1 1 0,2-1 0 0,7 1-4 16,3-1-2-16,1 1 0 0,1-2-3 0,0 1-1 16,3-3-2-16,-1 1 2 0,4 2 5 0,-3-3-4 15,2 1 1-15,2 0-4 0,-1-2 0 0,12 0 1 16,-14 0-9-16,3-1 1 0,-2 1-4 0,3-2-2 15,9-1 0-15,-10 2 0 0,-2-2-3 0,0 2 2 16,2-1-2-16,1 2-3 0,-4-2-1 0,0-1 2 16,2 2-3-16,-4-1-1 0,1 1 0 0,0 0-4 15,1 0 2-15,-1-1 2 0,1 2-6 0,0-2 10 16,0 0-14-16,1 2 1 0,-3-1 1 0,3-1 1 0,-1 1-4 16,0 0 6-16,1 2-3 0,-3-3 1 15,-2 1 1-15,2 0-3 0,-3 0-4 0,0 4 6 16,-3-2-5-16,2-2 1 0,-3 4 0 0,0-2 0 15,-6 0 8-15,-1 0-6 0,0 0 1 0,7 0-4 0,-1-3 1 16,0 3 4-16,-5-1 2 0,-1 1-2 0,6-1 0 16,1-1 3-16,-6 1-4 0,6 0 3 0,0 0-4 15,-8 1 2-15,2-3-3 0,6 1-3 16,-6 1 5-16,-2 1 0 0,1-1-3 0,0-1 1 16,-1 2-2-16,1 0 7 0,0 0-5 0,-1-4-2 0,2 1 5 15,0 2-1-15,-3-1-1 0,3-1 7 0,5-1-5 16,-8 1 1-16,-1-1 2 0,1 1 0 0,-3 1-1 15,4-1-1-15,-8 1-1 0,8 0 4 16,-1-4-5-16,-7 5 6 0,1 0-2 0,1 1 1 0,-1-2-1 16,0 2-2-16,0-2 1 0,-1 1-2 15,-1 1-1-15,0 0 4 0,-1 0-1 0,1 0 0 0,-1 0-2 16,1 1-3-16,-4 1-1 0,0-1 2 0,1 1 8 16,-8-2-5-16,14 3-3 0,-6-2 6 0,0-1 5 15,-8 0-5-15,12 4-3 0,-4-3 4 0,-8-1-3 16,11 2-1-16,-2-2 5 0,-1 2 0 0,-8-2-5 15,14 1 4-15,-6-1-3 0,-8 0 2 0,14 2-4 16,-8-2-11-16,-6 0 2 0,14 1-9 0,-7-1-7 16,0 1-11-16,-7-1-13 0,14 0-2 0,-7 0 3 15,-7 0 8-15,15 3-1 0,-6-2 3 0,-9-1-5 16,14 0-5-16,-4 0-4 0,-2 1-14 0,0 0-21 16,-8-1-21-16,10 3-75 0,-10-3-202 0,6 3 89 15</inkml:trace>
  <inkml:trace contextRef="#ctx0" brushRef="#br0" timeOffset="105477.2">4765 9271 36 0,'-9'-2'84'0,"9"2"-7"0,-14-1-1 0,6 1-3 0,-3-1-11 0,-1 1-23 15,2 1 18-15,-4-1-7 0,1 1-8 16,-4 1 0-16,0 0 1 0,-4 0 2 0,1 1-11 15,-1-1 7-15,1 1-13 0,-1-1 8 0,-8 1-2 16,1 1 0-16,1-2 1 0,-3 1-4 0,-1 1-6 0,-2 0 1 16,-2 0-2-16,3 0-6 0,-3 0 5 15,-3 1-2-15,0-1 5 0,1-1-10 0,-2 1-4 16,3-1 2-16,-3 0-5 0,2-2-1 0,-1 1 4 16,1 2-4-16,1-3-2 0,0 2 5 0,3-2-11 0,2 2 12 15,-2-3 2-15,1 1 0 0,-1 1 3 0,2-1 4 16,-1 1-3-16,0 1-3 0,-1-2-3 0,5 0-5 15,-1-1 7-15,-2 2-14 0,2-1 12 16,-2 0-3-16,-1-1-4 0,2 0 18 0,-1 2-4 0,-3-2-2 16,5-3-5-16,-4 2 3 0,3 1 5 0,0-2-10 15,-5 0 1-15,2-1-6 0,0 2 15 16,0 1-3-16,-2-4 3 0,1 3-2 0,-1-1-3 0,0 0-4 16,1 2 2-16,2-1-2 0,-2-1-2 0,2 1 0 15,1-2-1-15,2 0-1 0,-3-1-1 0,1 6-4 16,3-2 5-16,-4-3 0 0,1 3 2 0,-2 1-7 15,2 1 6-15,-1-1-3 0,0-1-4 0,1 1-1 16,-1 0 5-16,0 3-4 0,1-2 1 0,0 1-2 16,1 1 0-16,-1 0 1 0,2-2 1 0,0 1-2 15,0 1-12-15,3-3 5 0,-2 0-1 0,7 1 3 16,-9 1-1-16,10-1-4 0,-7-2 10 0,6 1-7 16,1-2 4-16,1 2 2 0,0-2-4 0,0-1 10 15,6 2-7-15,-5 0 1 0,4-2-4 0,-5 1-8 16,7-1 9-16,-3 0 5 0,2 2 3 0,-1-3 2 15,2 2 2-15,1-3-6 0,-2 3 4 0,4 0-3 16,-1-2 6-16,0 1 5 0,1 1 6 0,9 1-7 16,-13-4 2-16,13 4 0 0,-12-2-4 0,7-1 6 15,5 3-1-15,-10-2-6 0,10 2 2 0,0 0-2 16,-10-1 3-16,10 1-1 0,-5-4-4 0,5 4 1 16,0 0-1-16,0 0 0 0,0 0-3 0,0 0 0 15,0 0-4-15,0 0 4 0,-8-4-4 0,8 4 1 16,0 0-4-16,0 0 7 0,0 0-4 0,0 0-6 15,0 0 1-15,0 0 4 0,0 0 0 0,0 0-5 16,0 0 5-16,0 0-6 0,0 0 3 0,0 0 3 0,0 0 0 16,0 0-2-16,0 0 0 0,0 0 3 15,0 0-3-15,0 0-1 0,0 0 6 0,0 0-7 16,0 0 4-16,0 0-1 0,0 0 0 0,-2 12 0 16,2-12 0-16,0 0-4 0,0 0 7 0,0 0-3 15,0 0 1-15,0 0 4 0,0 9 2 0,0-9-11 0,0 0 6 16,0 0-1-16,0 0 0 0,0 0 0 15,0 0 1-15,0 0 0 0,0 0-1 0,0 0 1 16,0 0 1-16,0 0-4 0,0 0 6 0,0 0-2 16,0 0 1-16,0 0-1 0,0 0 1 0,0 0 0 0,0 0 1 15,0 0-1-15,0 0-2 0,0 0 3 0,0 0-2 16,0 0-2-16,0 0 5 0,0 0-2 0,0 0-2 16,0 0 2-16,0 0 2 0,-7 3-4 15,7-3 0-15,0 0 3 0,0 0-3 0,0 0-8 0,-16-3 15 16,16 3 0-16,0 0-1 0,0 0-4 0,-8-2 3 15,8 2 0-15,0 0 3 0,-9-3-4 0,9 3-5 16,0 0 2-16,-10-1 1 0,10 1 0 0,0 0-3 16,-8-3 2-16,8 3-3 0,0 0 4 0,0 0-2 15,-10-1 4-15,10 1-4 0,0 0 11 0,0 0-11 16,0 0-1-16,-9-2 0 0,9 2 1 0,0 0 2 16,-6-4-2-16,6 4 0 0,0 0 0 15,0 0 3-15,0 0-3 0,0 0 1 0,-9-3-1 0,9 3 3 16,0 0-2-16,0 0-3 0,0 0 3 0,0 0-1 15,-6-4-4-15,6 4 3 0,0 0-1 0,0 0-1 16,0 0-3-16,0 0 4 0,0 0 2 0,0 0-1 16,0 0-2-16,0 0 3 0,0 0 0 0,0 0-1 15,0 0 2-15,0 0-3 0,0 0-8 0,0 0 13 16,0 0-3-16,0 0 4 0,0 0-2 0,0 0 0 16,0 0-2-16,0 0 4 0,0 0-5 0,0 0-5 15,0 0 5-15,0 0 1 0,0 0-3 0,-3-7 3 16,3 7-2-16,0 0 1 0,0 0 3 0,0 0-1 15,0 0-3-15,0 0 3 0,0 0 5 0,0 0-6 16,0 0-1-16,0 0 3 0,0 0-6 0,0 0 4 16,0 0-3-16,0 0 0 0,-4-7 2 0,4 7 2 15,0 0-2-15,0 0-2 0,0 0 3 0,0 0-2 16,0 0 0-16,0 0 2 0,0 0 3 0,0 0-8 16,0 0-1-16,0 0 2 0,0 0-3 0,0 0 3 15,0 0-2-15,0 0 1 0,0 0 2 0,0 0-6 16,0 0 0-16,0 0 7 0,0 0 2 0,0 0-8 0,0 25 5 15,0-25-1-15,2 15 0 0,-2-5-1 16,0 2 2-16,-2-1-1 0,2 2 0 0,-3-1 2 16,2 4 0-16,0-4 4 0,-1 1-2 0,-1 2-3 15,3-2-2-15,0-1 2 0,-2 4 2 0,0-4-2 0,2 5 2 16,0-6-1-16,0 2 0 0,2-1-2 0,0 3 6 16,-2-1-7-16,0 1 1 0,2 1 0 15,-2 0-1-15,0 0 3 0,0 0-1 0,3 1 1 0,-1 1 4 16,1 0-3-16,-3 8 2 0,0-6-4 15,-3 4 5-15,2 2-7 0,-2 0 5 0,0 3-1 0,3-1 7 16,-4-1-1-16,2 0-6 0,0 0 4 0,-1 1-4 16,-1-4 2-16,3 1-2 0,-1-4 0 15,0-2 0-15,-5 7-1 0,7-7-1 0,-3 0 2 0,3 7 2 16,-4-3 4-16,3 3-10 0,0-7 4 0,-3 1 2 16,4-1-4-16,0 0 3 0,-2 0 1 0,2-2-1 15,0 1 0-15,0 0-2 0,2-1 0 0,-2 0 4 16,0-1-5-16,0 1 4 0,0 1-3 15,2-1 4-15,0-2-2 0,-2 0 1 0,0 5-2 16,1-1 3-16,2-1-1 0,-5 0-1 0,4 0 6 0,-2 1-9 16,0 7-1-16,1-6 0 0,-1 6 10 0,-1-6-7 15,-1-2 0-15,1 2 0 0,1-1 0 0,-1 1-3 16,1-4 8-16,-2 4-6 0,0-2 4 16,2 0-2-16,0 0-1 0,0 1-1 0,-2-1 0 0,2 1 0 15,-1 0 2-15,0-1 2 0,0 3-3 0,2-3 2 16,-1 1-6-16,-1 1 6 0,2-1-1 0,-2-2-1 15,-1 1-3-15,1 0-3 0,1-1 8 0,-1 0 0 16,-1-1-2-16,2 2 1 0,0-1-1 0,-3 1 2 16,6 0 0-16,-3 0-6 0,-3 0 7 0,3 0 1 15,0 0-6-15,0 0 3 0,-2 2 4 0,0-3-4 16,1 2-2-16,1 6 1 0,-1-5 3 0,-2-2-3 16,-1 0 2-16,4 8-1 0,-1-8-2 0,1 1 1 15,-3-2 0-15,2 0-2 0,0 0 7 0,-2 2-1 16,3-2-2-16,0 1-5 0,0 0 5 0,0-2 2 15,-2 1-2-15,0 1-4 0,2-5 2 0,0 2 0 16,0 1 0-16,0 1 0 0,2-2-4 0,-2 1 5 16,0-1 2-16,0-4-4 0,2 6 0 0,-2-5 0 15,0 0 2-15,4 4 1 0,-4 0-5 0,1 2 8 16,-1-1-7-16,2 0 5 0,-2-1-1 0,1 1-2 16,-2-2-2-16,-1-3 2 0,2 3 0 0,-1 3 0 15,1-8 0-15,-1 1-1 0,2 1-2 0,0-1-7 16,-1 1 13-16,0 0-3 0,0 0-2 0,2-1 2 15,-2-1 1-15,0 3-2 0,1 0-1 0,0 1-3 16,-1 3 5-16,2-4 0 0,-2 4 0 0,3 0-1 16,0-5-1-16,-2 0 3 0,1 5-2 0,-2 1-5 15,2-1 9-15,1-1-11 0,1 1-3 0,-2-1 1 16,-1 1 0-16,1 0 1 0,0-1-3 0,-2 1 7 0,2 0-3 16,0 1-1-16,0-1 0 0,1-2 2 15,-3 0 1-15,1-1 0 0,-1-2 2 0,3 4 2 16,-3-5-6-16,0 3 4 0,4-2-1 0,-1-1-1 15,1 1 4-15,-1-1-5 0,-3 0 3 0,0 0 2 16,4 0-2-16,-2 1-1 0,1 0-1 0,-3-2 3 0,4 3 2 16,-2-3-3-16,-1 2-1 0,1 1 7 15,0-2-1-15,-2 1-1 0,0 1-1 0,3-2 1 16,-3 3-2-16,2-4 2 0,-2 2 0 0,2-1 3 16,-2 1-1-16,0 1-7 0,2-3 7 0,-2 2-6 0,1 0 5 15,1-1-5-15,0 0-1 0,0 2 9 16,0 3-9-16,2-2 1 0,0 0 1 0,5 3 0 15,-7-5 3-15,2 2 1 0,-2-1 0 0,2 0 0 16,2 2 2-16,-5-3-9 0,3 0 8 0,2 3-3 16,-2 1-1-16,-4-4 3 0,0 1 5 0,4-2-5 15,-4 1-4-15,2 2-3 0,-2-4 9 0,0 2-1 16,-2-2-4-16,2-1 1 0,0 0 4 0,0 1-3 16,0-3 2-16,0-7-4 0,0 11 0 0,0-6 4 15,0-5 0-15,0 0-7 0,-4 12-9 0,4-12 3 16,0 6-16-16,0-6-9 0,0 0-11 0,0 0-20 15,0 0-14-15,-1 15-6 0,2-10-8 0,-1-5-5 16,0 0-8-16,0 14-2 0,0-14-68 0,-1 10-192 16,1-10 84-16</inkml:trace>
  <inkml:trace contextRef="#ctx0" brushRef="#br0" timeOffset="105669.99">1629 13317 7 0,'0'0'100'0,"0"0"-23"0,0 0-25 16,0 0-24-16,0 0-20 0,0 0-17 0,0 0-36 15,0 0-47-15,0 0 22 0</inkml:trace>
  <inkml:trace contextRef="#ctx0" brushRef="#br0" timeOffset="109179.97">1545 9578 10 0,'1'5'12'0,"-1"-5"2"0,4 7-2 0,-4-7-2 0,2 7-1 16,-2-7-3-16,2 8 0 0,-2-8 7 0,0 0-5 16,0 9 6-16,0-9 9 0,0 0 20 0,0 0-10 15,3 7 15-15,-3-7 9 0,0 0-4 0,0 0 3 16,0 0 6-16,0 0-9 0,0 0 1 16,0 0-5-16,0 0 0 0,0 0-7 0,0 0 6 15,0 0-14-15,0 0 12 0,0 0-1 0,0 0-6 0,0 0 2 16,0 0 4-16,0 0 4 0,-12-21-3 0,12 21-6 15,-3-12-2-15,3 5-4 0,0 7 0 0,-1-16-4 16,-1 9-1-16,0-4 8 0,0 3-6 16,2-5-9-16,2 2-1 0,-2-4 0 0,0-2 2 15,4-1 7-15,-4 1-7 0,1-2 3 0,2 0-6 16,0 2 6-16,-1-8 1 0,-2 9-3 0,0-1 6 0,2 0-6 16,-2 0-6-16,2-1 7 0,0 2-5 0,-2-2 4 15,-2 0-1-15,7 0-5 0,-5-2 1 0,-2 1-1 16,4 3-3-16,-5-3-3 0,4 0 5 15,1 4 0-15,-1-4 0 0,-1 4-6 0,0-2 12 16,0 3 4-16,-1-2-6 0,2-1 0 0,-1 4-6 16,0-1 2-16,0 2-5 0,2-1 2 0,-4 0-2 15,4-2-2-15,-2 3 3 0,0 1-7 0,2-1-1 0,-2 1 3 16,0-1 4-16,4 1 1 0,-4-1-5 16,0 1-5-16,1 0 5 0,1 1 1 0,0 1 0 15,0-3-1-15,0 5 0 0,-2-3 5 0,2 5 3 16,1-3-4-16,-2 0-3 0,3 2-2 0,-2-4-2 15,1 0 7-15,-1 2-3 0,1 1 4 0,0 0 3 16,-1 0 2-16,1 0 4 0,-2-3-8 0,3 5-1 16,-3-4-2-16,1 1-1 0,0 2 1 0,3 0 10 15,-5 6-4-15,2-14 2 0,-2 14-2 0,2-8 4 16,-2 8-3-16,3-5 1 0,-3 5 1 0,0 0-4 16,0-8-2-16,0 8-3 0,2-8 4 0,-2 8 2 15,0 0-5-15,0 0 4 0,0-10-3 0,0 10 0 16,0 0-4-16,0-9 1 0,0 9-3 0,0 0 2 15,0 0-4-15,0-9 7 0,0 9-8 0,0 0 0 16,0 0-2-16,0 0 3 0,0 0 1 0,0-8-2 16,0 8-6-16,0 0 4 0,0 0-5 0,0 0 2 15,0 0-2-15,0 0 0 0,0 0-5 0,0 0-16 16,0 0-14-16,0 0-20 0,0 0-9 0,0 0-8 0,0 0-7 16,0 0-17-16,0 0-9 0,0 0-37 15,0 0-5-15,11 19-11 0,-7-13-139 0,-2 2-324 16,-2-8 143-16</inkml:trace>
  <inkml:trace contextRef="#ctx0" brushRef="#br0" timeOffset="114957.62">1600 8810 31 0,'0'0'41'0,"0"0"-7"16,0 0-4-16,0 0 3 0,0 0 0 0,0 0-7 15,0 0 2-15,0 0 6 0,0 0 2 0,-13-17 3 16,13 17-2-16,0 0-10 0,0 0-6 0,0 0 5 16,-3-9 7-16,3 9-2 0,0 0 3 0,0 0 0 15,0 0-1-15,-2-10-7 0,2 10 9 0,-3-6 3 16,3 6-7-16,0 0 8 0,-2-8-18 0,2 8 7 15,0 0-9-15,0-11 5 0,0 11-7 0,0-11-1 16,0 11 7-16,0-13-6 0,0 13 18 0,0-10 7 16,0 4 1-16,0 6-23 0,0-14 1 0,0 6-3 15,0 8-1-15,0-13 0 0,2 7 3 0,-2 6 3 16,0-18-9-16,0 10 2 0,1-2-4 0,-1 1-4 16,2 0 7-16,-2-1-5 0,0 10-2 0,0-13 1 15,0 4-2-15,0 9 8 0,0-12-10 0,0 6 11 16,0 6-14-16,0-11 5 0,0 11-1 0,-2-10-2 15,2 10 3-15,2-10-3 0,-2 10-12 0,0-8 14 16,0 8 2-16,0 0 0 0,-3-10 3 0,3 10 6 16,0 0-9-16,-2-8 10 0,2 8-4 15,0 0 5-15,0 0-5 0,0-10-13 0,0 10 4 0,0 0 8 16,0 0-11-16,-4-7 6 0,4 7-5 0,0 0 8 16,0-8-1-16,0 8-7 0,0 0 5 0,-4-8-4 15,4 8-1-15,0 0 8 0,-1-7-6 0,1 7 5 16,0 0 2-16,0 0-13 0,0 0 2 0,-4-8 1 15,4 8 2-15,0 0 0 0,0 0-7 0,-4-5 6 16,4 5-8-16,0 0 7 0,0 0 1 0,0 0 0 16,0 0-1-16,0 0 3 0,-3-8 0 0,3 8-4 15,0 0 8-15,0 0-1 0,0 0-6 0,0 0 0 16,0 0-7-16,0 0 10 0,0 0-2 0,0 0 0 16,0 0 0-16,0 0-4 0,0 0 7 0,0 0-1 15,0 0-8-15,0 0 9 0,0 0-7 0,0 0 0 16,0 0 2-16,0 0-2 0,0 0 3 0,0 0-8 15,0 0 11-15,0 0-3 0,0 0-6 0,0 0-1 16,0 0 7-16,0 0-14 0,0 0-4 0,0 0-4 16,0 0-5-16,0 0-9 0,0 0 1 0,0 0 2 15,0 0 11-15,0 0-22 0,0 0-9 0,0 0 3 16,0 0-4-16,0 0 6 0,0 0 0 0,0 0-2 16,0 0 1-16,0 0 2 0,0 0 1 0,0 0 0 15,0 0 8-15,0 0-1 0,0 0-3 0,0 0 10 16,0 0-4-16,0 0 10 0,0 0-2 0,0 22 8 15,0-22 3-15,0 0-5 0,0 0 7 0,0 0 2 16,0 0-3-16,0 0-4 0,0 0 7 0,0 0 9 16,0 0 2-16,0 0 8 0,0 0-7 0,5-27 3 15,-5 27 3-15,0-8 6 0,0 8 3 0,0 0 12 16,0-12 7-16,0 12-21 0,-2-12-2 0,2 12 2 16,0-10-9-16,0 10 6 0,-3-11 15 0,3 11 2 15,0-8 2-15,0 8-3 0,0 0-4 0,-1-9-3 16,1 9 2-16,0 0-4 0,0 0 3 0,-4-7-17 15,4 7 4-15,0 0 4 0,0 0 0 0,0 0 1 16,0 0-8-16,0 0 3 0,0 0-5 0,0 0-4 16,0 0 7-16,0 0 1 0,0 0-8 0,0 0 1 15,0 0 10-15,0 0-10 0,0 29 7 0,0-19-8 16,2-3-1-16,0 6 10 0,-1-3-13 0,-1 2 14 16,3 0-11-16,-3 0 4 0,0 1 4 0,-1-2-7 15,-1 0-2-15,4 2 3 0,-4-3-8 0,1 2 2 16,-1 0-3-16,0 2-17 0,0 2-5 0,-2-1-32 15,1 3-26-15,-3 7-59 0,-2-8-160 0,-1 1 71 16</inkml:trace>
  <inkml:trace contextRef="#ctx0" brushRef="#br0" timeOffset="115365.76">1587 8399 59 0,'-4'17'62'0,"1"2"-7"0,0 9 5 0,-1 2-16 16,-3 2 3-16,5 4-2 0,-6 9-19 0,-2 1-8 0,1-1-24 16,2-9-22-16,0-4-36 0,1 3-69 15,-1-3 31-15</inkml:trace>
  <inkml:trace contextRef="#ctx0" brushRef="#br0" timeOffset="126449.61">1665 15990 8 0,'0'0'73'0,"0"0"-14"0,0 0-11 0,0 0-30 16,0 0-16-16,0 0-19 0,0 0-16 0,0 0-34 15,0 0 16-15</inkml:trace>
  <inkml:trace contextRef="#ctx0" brushRef="#br0" timeOffset="127173.11">7734 9400 67 0,'0'0'59'0,"0"0"-14"0,0 0 3 0,0 0-8 16,0 0-6-16,0 0-6 0,0 0-6 0,0 0-4 16,0 0 1-16,0 0-16 0,0 0-14 0,0 0-18 15,-12 23-29-15,9-15-61 0,-2 0 27 0</inkml:trace>
  <inkml:trace contextRef="#ctx0" brushRef="#br0" timeOffset="130039.97">1485 8479 25 0,'0'0'41'15,"0"0"-5"-15,-13-2-3 0,13 2 4 0,0 0-1 16,0 0 5-16,-12 2-9 0,12-2-7 0,0 0 8 16,-9 3-19-16,9-3 7 0,0 0-1 0,0 0-3 15,-9 4-3-15,9-4 2 0,0 0-2 0,0 0 4 16,0 0-3-16,0 0 1 0,-6 1-2 0,6-1-6 15,0 0 6-15,0 0 11 0,0 0 4 0,0 0-1 16,33 1 3-16,-17-1 19 0,13-2-12 0,3 0-11 16,2-1 4-16,6-3 3 0,11 4-3 0,3-3-6 15,2-2 1-15,-1 5-4 0,1 0 1 0,1-1 2 16,-4 0-6-16,7 1 1 0,-4-1-11 0,4 2 8 16,3-4-5-16,0-2-2 0,2 5 5 0,26-5-3 15,-27 2 4-15,2-1 0 0,25-7-4 0,-27 5-12 16,2-1 11-16,-1 1-2 0,2-2 2 0,22 1 0 15,-29 2-8-15,2 0 2 0,0 1-1 0,3 1-3 16,-2 1 9-16,1 0 2 0,-2 3-5 0,2-4-3 16,-2 2-8-16,0-4 7 0,1 3-7 15,-2-4 0-15,1-1 1 0,-1-2-9 0,2 0 7 0,2 1 2 16,-1-3-6-16,1-2 15 0,-1 1-6 0,24-6-2 16,-32 9 13-16,0 0-4 0,4 0 1 0,-6 0-6 15,1 1-2-15,-2 4 3 0,-15-1 4 0,14 2-6 16,-16 1 3-16,15-2 5 0,-15 2-11 0,0 3 14 15,-3-1-16-15,2 2 7 0,-2 0 0 0,-2-2 0 16,-1 1-19-16,-7 4 21 0,-3-2-5 0,2 1 3 16,-3-2-4-16,1 0 4 0,-2 1 0 0,-5 1 1 15,0-2 0-15,-1 0 3 0,1 1-5 0,-3-1-10 16,1 0 2-16,-4 0-13 0,-7 0-13 0,14 0-10 16,-14 0-28-16,10 0-20 0,-10 0-78 0,0 0-182 15,0 0 80-15</inkml:trace>
  <inkml:trace contextRef="#ctx0" brushRef="#br0" timeOffset="130799.13">5344 7733 95 0,'0'0'108'0,"-5"-8"-7"16,5 8-6-16,-2-7 1 0,2 7 2 0,-4-7-8 0,4 7-12 15,0 0 2-15,0 0-16 0,-4-5-7 0,4 5-10 16,0 0 1-16,0 0-12 0,0 0-2 0,0 0-5 16,-2 21-3-16,2-10 1 0,0 5 2 0,0 4-3 15,-1 6 2-15,1 1-2 0,3 2 1 0,-3 5-2 16,0-5 1-16,2 6-4 0,-2-3 5 0,3 0-5 16,-3-2-3-16,3 2 8 0,-1-2-1 0,1-2-1 15,0-2-2-15,0 1 0 0,-2 0 1 0,2-9-4 16,-2 2 2-16,0-1-10 0,1-1 3 0,0 2-1 15,1-4 0-15,-2 4 3 0,2-4-4 0,-2 0-2 16,0 0 2-16,-1-3-4 0,1-1 2 0,-1-1-3 16,0 1 1-16,-1 0-2 0,1-2-1 15,0-2-3-15,0 3-11 0,-1-2-6 0,0-1-12 0,-1-1-7 16,2-7-8-16,-2 12-15 0,2-12-13 0,-3 9-13 16,3-9-6-16,0 0-13 0,0 8-5 0,0-8-2 15,0 0-77-15,0 0-199 0,0 0 88 0</inkml:trace>
  <inkml:trace contextRef="#ctx0" brushRef="#br0" timeOffset="131242.01">5657 7642 50 0,'0'0'116'0,"-1"-10"2"15,1 10-11-15,-1-8-4 0,1 8-13 0,0 0-13 16,0 0-7-16,0 0-10 0,0 0 0 0,0 0-8 15,0 0 5-15,0 0 5 0,0 0-8 0,-2 27 2 16,2-11-1-16,0 3-6 0,0 4 1 16,-3 5-6-16,3 0 9 0,-4 6 5 0,3-1-4 0,-3 2-6 15,1 12-3-15,0 0-2 0,0-13 1 0,0 13-5 16,-2-2 1-16,4 3-4 0,-4-15-1 0,5 13 1 16,-2-11-5-16,1 2-8 0,1-1 8 0,-1 0-6 15,1-2-2-15,1 2-4 0,3-1 2 0,-3-3-2 16,4 0-3-16,-1-3-2 0,0-1 0 0,0-2-1 15,1-1 2-15,-1 0-8 0,0-6-14 0,-1-1-20 16,0-1-14-16,-2 0-22 0,2-6-22 0,-3 2-24 16,1-3-15-16,-2-1-23 0,-1-1-109 0,0 0-275 15,2-8 122-15</inkml:trace>
  <inkml:trace contextRef="#ctx0" brushRef="#br0" timeOffset="131755.71">5688 8299 53 0,'0'0'100'16,"0"0"6"-16,0 0-8 0,0 0-5 0,0 0-14 15,0 0-8-15,-5-6-21 0,5 6 6 0,0 0-8 16,0 0 5-16,0 0-10 0,0 0-3 0,25 4 7 0,-11-2-10 16,9 0-3-16,4-2-4 0,8 2 0 15,-1-2 2-15,6 0-4 0,13-2 1 0,8-2 4 16,4-1-6-16,27-1-3 0,-27 1 4 0,32-3 0 15,-2-2-8-15,-2 0-6 0,5 3 6 0,3-4 1 0,0 1 1 16,0-1-7-16,-1 2-3 0,-5 3 2 0,-1-3-2 16,-6 1-4-16,-20 4-4 0,28-3 7 0,-4-1 2 15,-26 4-5-15,28-3-3 0,-30 6 1 16,2-2 3-16,1 1 3 0,-1 2-5 0,-1-1-2 0,-2 2-5 16,-2-2 10-16,0-1-3 0,-4 1-5 0,2 0 3 15,-3-1 1-15,-4 4 6 0,-2-4-11 0,-11 2 6 16,0 0-4-16,-2-1-1 0,-2 1 1 0,-2-2-2 15,-1 4 5-15,-5-2-4 0,-7 0 5 0,-2 1 0 16,-4-1-4-16,-4 3-3 0,1-2-15 0,-3 1-15 16,-1-1-11-16,-1 1-13 0,-6-2-12 0,10 4-15 15,-6-2-21-15,-4-2-103 0,3 6-223 0,-3-6 99 16</inkml:trace>
  <inkml:trace contextRef="#ctx0" brushRef="#br0" timeOffset="132665.65">8787 8263 8 0,'5'2'69'0,"3"3"-3"0,3-2-9 0,2 1-2 16,5 0-1-16,2 1-3 0,2-3-2 0,6 0-8 16,4 0 7-16,0 1-14 0,3-3 0 0,0-2-4 15,0 1 2-15,-2 0-3 0,3 0 1 0,0-2-8 16,0 2-2-16,3 1-1 0,-3-2-2 0,0 1-1 15,0 2 10-15,-2-1-11 0,4-1 1 0,-2 1 1 16,1 1 0-16,3 1-4 0,-2-2-1 0,15 2-2 16,-14 2 1-16,1-3 8 0,12 1-6 0,1 0 5 15,2 2-8-15,-2-1 6 0,1-1-2 0,1-2 8 16,4 1-10-16,-2 3 7 0,3-1-3 0,3-1-1 16,1-3-2-16,2 1-8 0,-1 0 8 0,2-1 13 15,27 2-22-15,-32-1 1 0,27-1 8 0,-30 1-2 16,5-1 3-16,1-2 3 0,1 2-7 0,25-2 3 15,-27 4 1-15,1-1-1 0,-1 2-3 0,1-1 5 16,-3-1 3-16,-1 0-13 0,-2 1 10 0,0 1-11 16,-2-4 3-16,0 2 5 0,-2 2-1 0,1-1-1 15,1 0 2-15,-2-1 3 0,-1 0-5 0,-2-2 2 16,2-1 2-16,-4 2-5 0,-12 1 1 0,0 2 1 0,-2 1-8 16,5-2 0-16,-7 1 6 0,0 3-1 15,-1-4-2-15,-4 1-1 0,-1 0-2 0,3 0-4 0,-2 2 6 16,-3-1-3-16,-3 2-4 0,-3-4 8 15,1 1-4-15,-2 0-2 0,2 2 3 0,-3-3-1 16,0 6 3-16,-5-5-5 0,1 2-5 0,-3-1-10 0,1 1 5 16,-4-4 2-16,-3 3-20 0,3 0-10 15,-2-1-1-15,2 1-6 0,-3 1-8 0,1-2 10 16,-6-2-8-16,9 7-10 0,-4-5-1 0,-2 2 8 16,3 1-4-16,-2-1-8 0,3 0-18 0,2-1-50 0,0 1-145 15,2-3 64-15</inkml:trace>
  <inkml:trace contextRef="#ctx0" brushRef="#br0" timeOffset="133348.01">12468 8482 47 0,'0'0'78'0,"0"0"-14"0,0 0 4 0,0 0-4 16,0 0 3-16,0 0-11 0,52-3 6 0,-23 1-3 15,2-1-2-15,2 0-10 0,7 1 0 0,-2 0-7 16,16-6-2-16,-2 3 0 0,-14 1-9 0,0 0 11 16,2 3-14-16,-1-1-6 0,-4 1 2 0,-1-3 2 15,0 4-13-15,-3-5-1 0,0 4 6 0,1-3 7 16,-3 1-7-16,0-1-4 0,-8 1-3 0,-2 0 0 16,0-2-3-16,-2 2 9 0,-3 2-6 0,-5-1-6 15,2 1 5-15,-11 1-14 0,16-2 13 0,-11 0 0 16,-5 2-14-16,10-2-3 0,-10 2-18 0,8 0 9 15,-8 0-25-15,0 0-5 0,0 0-13 0,0 0-12 16,0 0-2-16,0 0-55 0,0 0-139 0,0 0 61 16</inkml:trace>
  <inkml:trace contextRef="#ctx0" brushRef="#br0" timeOffset="134594.11">13232 8390 50 0,'0'0'110'0,"0"0"-8"0,0 0-4 0,0 0-1 16,0 0-12-16,0 0-5 0,0 0-15 0,0 0-6 16,0 0-13-16,0 0 6 0,0 0-4 0,0 0-1 15,-4 13-4-15,4-13-9 0,4 16 2 0,-2-7 7 16,-2 3-8-16,3-1 6 0,1 5-12 0,-4 0 10 15,2 0-2-15,0 3-1 0,-2-1-4 0,3 1 0 16,-3 1-7-16,0 0 5 0,0-2-6 0,0 8-6 16,0-7 4-16,0 8-3 0,2-8 1 0,-4 0 1 15,4 8-1-15,-4-9-11 0,4 2-2 0,-2-1 6 0,0 2-3 16,0 4 5-16,0-6-9 0,0 0 3 16,0-1-2-16,2 1 10 0,-2-1-14 0,2 0 1 15,0 0 2-15,1 0-3 0,-3 1-1 0,2 2 3 0,-1-4 2 16,1 8 0-16,-2-6-3 0,2-1 3 15,-2 2 5-15,2-1-12 0,0 0 4 0,-2 7 3 0,3-6-6 16,-1 4-1-16,-2-4 9 0,0-1-7 16,2 0-2-16,0 2 5 0,-2-2 4 0,0 7 2 0,0-7-5 15,0 8 2-15,-4-8-2 0,2 8-1 0,-1-3 0 16,-1 0-5-16,4-3 4 0,-2 3 2 0,0-5-1 16,1 6 1-16,-4-6-2 0,3 2-4 0,0 3 5 15,0-5-1-15,2 1-3 0,-3 3 0 0,1-3 1 16,2-1 1-16,-2 7-4 0,0 0 2 0,2-1 1 15,-2 1 3-15,-3 0-2 0,3 2 5 0,-2-1-4 16,1-2-1-16,1 2 1 0,-3 0-2 0,3-1 3 16,0 1-4-16,-2-2 1 0,2 1 4 0,-1 1-4 15,1 4 0-15,0-4-6 0,-3 1 6 0,2 1 1 16,1-3-3-16,-2 0-3 0,2 1 6 0,0 1 2 16,-1-5 1-16,1 5-3 0,2-2-4 0,0-2 3 15,-2 3 3-15,2-1-4 0,-2 1 5 0,2 2-1 16,0 0 4-16,0 0 4 0,-2-1 4 0,-1 2 1 15,3 0-2-15,-5 0-2 0,1-1-3 0,2 1-1 16,-3-2-1-16,-1 3-1 0,1-2 0 0,1 3 2 16,-3-1-2-16,2 0-5 0,-1 0 4 0,1-1-1 15,1 0 4-15,0-1-3 0,0-3 0 0,0 3-2 16,4-2 4-16,-4-2-1 0,2 2 3 0,-1 1-3 16,3-1 4-16,-2-1-3 0,0 0 4 0,-2 2-1 15,4-3-2-15,-4 2 3 0,3 0-5 0,-4 0 3 16,3-3-3-16,0 4 4 0,-3 1-2 0,3 1 1 15,-2-1-7-15,0 1 2 0,1-2 2 0,1 1-2 16,0-2-4-16,0 1-1 0,2-5-1 0,0-5 5 16,0 2-2-16,0 5-5 0,2-6 7 0,-2 6-2 15,2 1-5-15,-2 4 5 0,0-3 2 0,0-2-5 16,2 2 0-16,-2-1 2 0,0-6 1 0,0-2-2 16,0 1 0-16,0 1 2 0,0 5-2 0,0 1 1 15,0-7 2-15,0 7-4 0,-2-2 2 0,2-6-5 16,-2 0 2-16,2 1 0 0,-2 0 5 0,2 0-8 0,-3 0 6 15,3-1-3-15,0 0 3 0,-2-2-5 16,2 0 2-16,2-1 2 0,-4 2-2 0,2-1 0 16,0 1-1-16,2-2 6 0,-2 2 8 0,3-2-1 15,-3-1-1-15,-3-2 6 0,6 4-4 0,-3-5-6 0,0 1 1 16,0 1 0-16,-3-3 1 0,3 3-3 0,0 0 1 16,0-3-3-16,0 1 1 0,0-3 1 15,3 1-4-15,-3 0 1 0,0-1 2 0,0 1-2 16,2-3-2-16,-2-6 3 0,2 13-4 0,-2-6 2 15,0 0 0-15,0-7 3 0,2 15-4 0,-2-8 3 0,3 2-2 16,-1 1 1-16,0-5-1 0,-2 3-2 0,2-1 0 16,-2-7 2-16,2 12-3 0,0-7 1 15,-2-5 10-15,0 9-10 0,0-9-1 0,3 9 1 16,-3-9 1-16,2 6 1 0,-2-6-1 0,4 7 0 0,-4-7-2 16,5 7-7-16,-5-7-5 0,3 5-2 0,-3-5 1 15,6 7-13-15,-4-3 3 0,-2-4 1 0,5 6 0 16,-1-1-2-16,-2 0 0 0,-2-5-2 0,6 9-3 15,-2-6 6-15,-4-3-4 0,6 9-6 16,-1-4 5-16,-3 0 5 0,2 0 1 0,0 1 2 0,2 1 1 16,-2 3 1-16,1 0 5 0,-1 0 1 0,-2-1 1 15,-2 1 4-15,4-2-2 0,-1 2 1 0,-1-2 6 16,-2-1-4-16,2 0 3 0,0-1-3 0,-2-6 3 16,0 11 1-16,0-11 6 0,0 10-4 0,0-10 1 15,0 0 0-15,0 9-3 0,0-9 1 0,0 0 1 16,3 5 1-16,-3-5-3 0,0 0-22 0,0 0-22 15,0 0-33-15,2 8-24 0,-2-8-33 0,0 0-107 16,0 0-266-16,0 0 117 0</inkml:trace>
  <inkml:trace contextRef="#ctx0" brushRef="#br0" timeOffset="136947.67">4898 7869 110 0,'0'0'115'0,"0"0"-2"16,0 0-1-16,-1-9 1 0,1 9-12 0,0 0 0 16,0 0-10-16,0 0-6 0,0 0 1 15,0 0-7-15,0 0-9 0,0 0 4 0,0 0-1 16,0 0-7-16,0 0-2 0,0 0 3 0,0 0-2 0,0 0-3 16,0 0-2-16,0 0-6 0,0 0-2 15,0 0-7-15,-7-5-1 0,7 5-4 0,0 0-3 16,0 0-4-16,0 0-1 0,0 0-4 0,0 0-3 15,0 0-1-15,0 0-8 0,0 0-2 0,0 0 0 0,0 0 0 16,21-4-1-16,-10 0-2 0,0 3 1 0,1-2-3 16,0 0 2-16,6-4-2 0,-2 5 2 0,2-4-3 15,-6 5-5-15,1-2 3 0,4 0-1 16,-4-2-1-16,-1 2 0 0,-1-1 1 0,1 4-3 16,-2-3-2-16,-2 3 3 0,-2-3-12 0,-6 3-8 0,13-1-14 15,-13 1-14-15,7 3-8 0,-7-3-21 0,8 1-25 16,-8-1-20-16,4 10-25 0,-4-1-140 0,0-9-308 15,-8 18 136-15</inkml:trace>
  <inkml:trace contextRef="#ctx0" brushRef="#br0" timeOffset="137459.84">6062 7646 112 0,'0'0'120'0,"-29"0"-3"0,29 0-13 0,-13 0-7 16,13 0 6-16,-9 1-7 0,9-1-4 0,0 0-3 16,-13 0-3-16,13 0 2 0,-7 0-8 0,7 0-6 15,-10 2-8-15,10-2-2 0,0 0-4 0,0 0-5 16,-11-2-7-16,11 2 4 0,0 0-5 0,0 0-4 15,-9-1-8-15,9 1 5 0,0 0-1 0,0 0-5 16,0 0 0-16,0 0 0 0,0 0-3 0,0 0-1 16,0 0-7-16,0 0 3 0,0 0-6 0,0 0-1 15,0 0-5-15,0 0-1 0,27-10 4 0,-14 7-6 16,4-1 1-16,2 0 1 0,-1-1-5 0,-2-2 2 16,2 5-5-16,-1-3 7 0,1 4-5 0,-5-3-8 15,0 3-10-15,0 1-12 0,-2-1-25 0,0-1-16 16,-1 1-18-16,-1 2-8 0,0 1-21 0,-1 0-11 15,0 0-11-15,-3 0-14 0,1 2-78 0,-6-4-244 16,8 3 108-16</inkml:trace>
  <inkml:trace contextRef="#ctx0" brushRef="#br0" timeOffset="137719.12">6125 7501 42 0,'0'0'125'0,"0"0"-10"0,0 0-23 0,-7-5 10 0,7 5-12 15,0 0-7-15,0 0 5 0,0 0 3 0,0 0-8 16,0 0-3-16,-8 11-4 0,8-11-4 16,-2 12 2-16,1-4-14 0,1 3 0 0,0-1 0 15,1 6-2-15,1 3-8 0,-2-2-3 0,2-1-5 0,3 3-11 16,-2 0 0-16,-1 0 3 0,4 5-31 0,-1 1-20 15,-1-1-23-15,1 3-41 0,-2-1-41 0,-3 0-117 16,2 1-258-16,-1-1 115 0</inkml:trace>
  <inkml:trace contextRef="#ctx0" brushRef="#br0" timeOffset="139473.68">13551 13269 90 0,'0'0'87'0,"0"0"-12"0,0 0-5 16,0 0-15-16,0 0-8 0,0 0 10 0,0 0-12 15,0 0-6-15,0 0-3 0,0 0-4 0,0 0-7 16,0 0 2-16,0 0-1 0,0 0-5 0,0 0 1 0,0 0 1 16,0 0-9-16,0 0-3 0,0 0-1 0,0 0-1 15,0 0 2-15,0 0-4 0,0 0 4 0,0 0-8 16,0 0-1-16,0 0 2 0,0 0 2 16,0 0-2-16,0 0 0 0,0 0 2 0,0 0 2 0,-2 7-2 15,2-7-1-15,0 0 0 0,0 0-13 0,0 0-3 16,0 0-4-16,0 0-10 0,0 0-9 0,0 0 6 15,6 6-3-15,-6-6-2 0,0 0-12 16,5 7-6-16,-5-7-9 0,2 5-34 0,-2-5-101 16,0 0 44-16</inkml:trace>
  <inkml:trace contextRef="#ctx0" brushRef="#br0" timeOffset="156652.07">4913 13315 13 0,'8'4'14'0,"-8"-4"-19"16,5 4-5-16,-5-4 3 0</inkml:trace>
  <inkml:trace contextRef="#ctx0" brushRef="#br0" timeOffset="166781.73">9031 13209 8 0,'0'0'29'0,"0"0"-5"0,0 0-1 0,0 0-6 15,0 0 4-15,0 0-8 0,0 0 8 0,0 0-3 16,0 0 3-16,0 0-3 0,0 0 3 0,0 0-2 16,0 0-1-16,0 0-1 0,24-8 2 15,-24 8 2-15,13-2-1 0,-5 1-1 0,-8 1-3 0,17-3 0 16,-4 2 1-16,0-2 9 0,8 1 13 0,-5-4-18 15,5 2 7-15,0 0-18 0,0 1 15 0,-1-3-2 16,2 3-5-16,-1-2 4 0,-1 2-5 0,2-2 1 16,-2 0-3-16,3 0 2 0,-1 2-3 0,5-4-3 15,0 4-6-15,-8 1 8 0,1-1-9 16,1 2 11-16,-1-3-7 0,1 2 9 0,-5-2-7 0,3 4 0 16,-1-4-6-16,0 2 6 0,1 0-7 0,-1 2 2 15,1-2-4-15,-1 2 4 0,-1 0 0 0,-3-1 4 16,-1-1-4-16,2 2 8 0,-1 0-11 0,-2 0 5 15,2 0-1-15,-1 0-2 0,-1 2 7 16,1-1 0-16,-1-2-5 0,0-1 5 0,-1 2-5 0,1 0 6 16,0-2-2-16,-1 2 18 0,2-1-22 0,-1 1-3 15,0-3 3-15,0 2 1 0,-2 0-6 0,4-2 0 16,-2 2 9-16,-1 0-6 0,2-2 2 0,-1 0-1 16,1 3 3-16,0 0-2 0,1-3-5 0,-1 2 3 15,-1-5 2-15,-1 5-2 0,1 1 3 0,-2-1 3 16,4-1-9-16,-2 0 15 0,0 2-9 0,0-1 0 15,-1 1-2-15,2 0-6 0,-1-3 4 0,1 3 5 16,-1-1-10-16,0-3 2 0,0 4 3 0,-1-1-8 16,1-2 10-16,-1 3 2 0,-1-1-3 0,1 0 1 15,0 1 8-15,-4 0-13 0,3-2 3 0,-10 2 2 16,18 0-5-16,-10 0 13 0,-8 0-19 0,15-2-2 16,-7 4 4-16,-8-2 8 0,15 0 0 0,-4-2 0 15,-2 4-5-15,1-2-2 0,0 2-1 0,-4-1 4 16,5-1 1-16,-3 0 4 0,-8 0-7 15,15 0 1-15,-4-1 8 0,-2 2-6 0,-9-1 13 0,15-1-9 16,-3 2-13-16,-3-2 19 0,2-1-6 0,1 2 4 16,-2-2-3-16,0 1 2 0,3-1-4 0,-3 1 7 15,2 1-5-15,-2-4 3 0,-1 2-1 0,4 0 3 16,-3 0-6-16,0 1 1 0,3-2 3 0,-2 2-1 16,0-1-2-16,1 1-2 0,-3-2 2 0,2 1-2 15,1-1 4-15,-1 3 1 0,1-2-4 0,1-1 1 16,-3 2 4-16,3-2-2 0,-3 2-4 0,2 0 8 15,-1-2-6-15,0 1 5 0,-1-1 1 0,3 2-13 16,-4 0 6-16,3-1 2 0,-1 0 3 0,-1 1-5 16,0 0 1-16,0-1 3 0,1 2-7 0,-1-3 5 15,0 2-2-15,-4-1 1 0,2 0 2 0,3 2 0 16,-11 0 0-16,15-2-1 0,-5 0 0 0,-3 1 3 16,2 0-2-16,2-1-2 0,-1 1-4 0,0-1 14 15,0 0-8-15,-1 0-5 0,-1 0-1 0,2 1 7 16,0-1-3-16,1 2 3 0,-4-2-5 0,2-1 0 15,3 3-7-15,-2 0 5 0,-1-2 2 0,0 1 4 16,1 1 5-16,0-2-2 0,0 1-2 0,-1 0-7 16,0-1 1-16,3 2 2 0,-4 0-1 0,2-2 0 15,-2 0-3-15,0-1 1 0,3 0 0 0,-4 3 0 16,3-2 0-16,-1 1 13 0,-1 1-14 0,2-3 6 16,-1 0-3-16,-2 2 0 0,3-1 1 0,-3 0 0 15,1 1 0-15,0 0-1 0,-2-2-2 0,-6 3 1 16,16-2-1-16,-9 1 1 0,-2-1-4 0,-5 2 2 15,13-1-5-15,-6-2 8 0,-7 3-2 0,11-1 8 16,-11 1-5-16,11-1 1 0,-11 1 7 0,12 0-7 16,-12 0 3-16,9-3-4 0,-9 3 12 0,11-1-10 15,-11 1 4-15,11-1-5 0,-11 1-1 0,10-3 0 16,-10 3 0-16,11-1 0 0,-11 1 4 0,8 0-6 16,-8 0 1-16,0 0-6 0,13-2 12 0,-13 2 0 15,10-1-3-15,-10 1 0 0,8-1-6 0,-8 1 7 16,8-1-3-16,-8 1-3 0,0 0 0 0,11-3-2 15,-11 3 3-15,0 0 0 0,9-1-3 0,-9 1 2 16,0 0 0-16,0 0-4 0,8-2 4 0,-8 2-1 16,0 0-9-16,0 0-12 0,0 0-17 0,0 0 1 15,0 0-10-15,0 0-16 0,0 0-8 0,0 0-12 16,0 0-3-16,0 0-16 0,0 0-4 0,0 0-17 16,0 0-68-16,-22 16-207 0,17-15 92 0</inkml:trace>
  <inkml:trace contextRef="#ctx0" brushRef="#br0" timeOffset="167344.18">10852 13084 14 0,'0'0'106'16,"0"0"5"-16,0 0 1 0,0 0-13 0,0 0-12 16,-6 2 2-16,6-2-22 0,0 0-10 0,0 0 1 15,0 0 0-15,0 0-10 0,0 0 0 0,0 0-11 16,0 0-9-16,0 0 8 0,0 0-7 0,0 0-1 15,0 0 0-15,0 0-1 0,0 0 2 0,28 1-2 16,-18-2 0-16,3 1-1 0,-1-1-3 0,2 1-2 16,2 0 0-16,4-1-3 0,-4-1 1 0,3 2 3 15,0-1-6-15,2-1 1 0,-1 0-6 0,2 0 6 16,-3-1-5-16,3-1-2 0,-1 2 5 0,0-1 1 16,1-1-2-16,-1 0 1 0,0 2 6 0,0-1-11 15,-1-1 1-15,0 2 5 0,-1-1-7 0,1-1 8 16,-4 1-6-16,3 1-2 0,-2-1-3 0,-3 1-1 15,-2 0 0-15,2 1 3 0,-3 0 0 0,0 0 3 16,0-2-3-16,-1 2 3 0,0 0 3 0,0-1-2 16,-4 1-4-16,1 0 4 0,1 0 6 0,-8 1-2 15,13-4-8-15,-7 4 4 0,1-3 0 0,-7 3-6 16,14-2 4-16,-9 0 0 0,-5 2-6 0,13-3 2 16,-7 1-1-16,-6 2 3 0,10-3-5 0,-10 3 7 15,6-2-6-15,-6 2 2 0,0 0-5 0,10-1-10 16,-10 1-12-16,0 0-13 0,0 0-17 0,0 0-13 15,0 0-23-15,0 0-15 0,0 0-11 0,0 0-15 16,0 0-87-16,0 0-232 0,0 0 103 0</inkml:trace>
  <inkml:trace contextRef="#ctx0" brushRef="#br0" timeOffset="167709.01">10952 13065 11 0,'0'0'140'0,"-11"0"-10"0,11 0-10 0,0 0-14 15,0 0-11-15,0 0-11 0,-6-5-9 0,6 5-9 0,0 0-3 16,0 0-2-16,0 0-14 0,26-5-1 0,-15 3 0 15,1 0-9-15,2 1 2 0,4 0-3 16,0-2-13-16,5 1 5 0,-3-1-6 0,8-2 5 16,-1 1-9-16,1 1 1 0,1-2 1 0,-3 0-1 15,-4 1-11-15,7 1 8 0,-9 0-3 0,1-1 8 0,0 3-7 16,1-3-6-16,-2 2 1 0,-2-2-2 16,-2 3 0-16,-2-2-4 0,3 0 4 0,-3 1 3 15,-2-1-7-15,-2 2-15 0,0-1-19 0,0 0-6 16,-4 0-11-16,-6 2-10 0,13-2-2 0,-13 2-12 15,8-1-16-15,-8 1-14 0,0 0-64 0,0 0-181 16,0 0 80-16</inkml:trace>
  <inkml:trace contextRef="#ctx0" brushRef="#br0" timeOffset="167933.86">11127 13032 44 0,'21'-8'82'0,"-11"6"-13"16,0-3-8-16,3 1 0 0,-2 2-7 0,8-2-6 16,-6 2 0-16,5-3-10 0,-1 1-28 0,-1 1 1 15,-2-1-14-15,-1 1-9 0,-1 0-24 0,0 1-44 16,-1 0-86-16,-5-1 39 0</inkml:trace>
  <inkml:trace contextRef="#ctx0" brushRef="#br0" timeOffset="168159.9">10921 13090 22 0,'25'-11'104'16,"-11"5"-9"-16,1 0-5 0,5 1-15 0,0-2-8 15,0 0-10-15,2 2-5 0,-1-1-3 0,0 0-16 16,-1 0-21-16,2 0-10 0,-4 1-24 0,2 2-12 16,-3-1-23-16,-5 2-35 0,-1 0-97 0,-3 0 43 15</inkml:trace>
  <inkml:trace contextRef="#ctx0" brushRef="#br0" timeOffset="179758.51">4414 13279 14 0,'0'0'22'0,"0"0"-4"0,0 0-3 0,0 0 5 16,0 0-3-16,-7-3 2 0,7 3-10 0,0 0 7 15,0 0-4-15,0 0 5 0,0 0-6 16,0 0-1-16,0 0-5 0,0 0 8 0,0 0-4 15,0 0 0-15,0 0-1 0,0 0-5 0,0 0 3 16,0 0-3-16,0 0 0 0,0 0 8 0,0 0-7 0,0 0 0 16,0 0-5-16,0 0 4 0,0 0 4 0,25-1-2 15,-25 1 1-15,15 0-6 0,-4-2 7 16,1 2 2-16,1-1-3 0,0-2 0 0,4 3-3 16,1-3 0-16,1 3 1 0,-1-3 1 0,3 3 4 15,-2-4-8-15,9 2 11 0,-10 0-13 0,2 0 4 16,1-1 0-16,8 0-3 0,-8 1 6 0,7 0-6 0,1 2 1 15,-2-6 4-15,4 5 0 0,-2-2 1 16,-2 0-8-16,2 3-2 0,1-2 2 0,-2-2 4 16,-5 4-17-16,-1 0 9 0,6-3-5 0,0 3-4 15,-9 1-5-15,3 0-8 0,-2 2-21 0,-1-1-52 16,2 0 24-16</inkml:trace>
  <inkml:trace contextRef="#ctx0" brushRef="#br0" timeOffset="180055.89">5573 13226 16 0,'13'-2'26'16,"5"-1"-5"-16,2 1-11 0,-2 0-2 0,9-4-10 15,0 0 1-15,2 1-3 0,0 2-9 0,-1 0-13 16,2 0 6-16</inkml:trace>
  <inkml:trace contextRef="#ctx0" brushRef="#br0" timeOffset="180355.81">5993 13201 2 0,'0'0'55'0,"0"0"-1"0,0 0-13 15,0 0-1-15,0 0-9 0,32-3 0 0,-19 3-6 16,5-1 13-16,0 1-12 0,4 0-8 0,-1-2-2 15,0 2-3-15,8 3-4 0,1-2-6 0,-2 0-4 16,0 0-15-16,0 2-5 0,-8 0-4 0,1-5-32 16,-1 4-61-16,2 0 27 0</inkml:trace>
  <inkml:trace contextRef="#ctx0" brushRef="#br0" timeOffset="180561.17">6678 13201 8 0,'12'-1'28'0,"6"0"-8"0,-2 0-15 0,0 0-16 16,-1 1-11-16,0 1 6 0</inkml:trace>
  <inkml:trace contextRef="#ctx0" brushRef="#br0" timeOffset="182825.64">6289 13332 6 0,'0'0'5'0,"11"2"-2"16,-11-2 3-16,9 0-3 0,-9 0-1 0,9-1 1 16,-9 1 3-16,0 0-4 0,10-1-2 0,-10 1 6 15,0 0-4-15,0 0 1 0,0 0-1 0,12-1 0 16,-12 1 4-16,0 0-2 0,0 0 7 0,0 0-2 15,0 0 3-15,0 0 3 0,7 1 4 0,-7-1-3 16,0 0 0-16,0 0 2 0,0 0-4 0,0 0 4 16,0 0-2-16,0 0-5 0,0 0 1 0,0 0 1 15,0 0 4-15,0 0-6 0,0 0 1 0,0 0-12 16,0 0 7-16,0 0 1 0,7-5 6 0,-7 5-6 16,0 0 1-16,0 0-3 0,0 0-5 0,0 0 5 15,0 0 5-15,0 0-12 0,0 0-9 0,7-3 4 16,-7 3-5-16,0 0-8 0,8-1-7 0,-8 1-24 15,0 0-54-15,10-1 24 0</inkml:trace>
  <inkml:trace contextRef="#ctx0" brushRef="#br0" timeOffset="184429.77">6225 12007 5 0,'0'0'13'0,"0"0"-1"16,5 7 5-16,-5-7-7 0,2 5-3 0,-2-5-1 15,3 8 2-15,-3-8-2 0,5 6 0 0,-5-6-3 16,2 10 10-16,1-6-10 0,-3-4-2 0,5 10 4 16,-4-5-2-16,-1-5 0 0,3 7-1 0,0-1 2 15,-3-6-2-15,4 7-4 0,-4-7 8 0,5 7-4 16,-2-3 3-16,-3-4-8 0,4 7 7 0,-4-7-3 16,3 7 3-16,-1-2-6 0,-2-5 2 0,4 10-1 15,-4-10-5-15,3 9-2 0,-2-4-14 0,-1-5-24 16,5 10 12-16</inkml:trace>
  <inkml:trace contextRef="#ctx0" brushRef="#br0" timeOffset="186691.02">7616 9403 33 0,'0'0'47'0,"0"0"-8"0,0 0-4 15,0 0-18-15,0 0-2 0,0 0-10 0,0 0-15 16,0 0-21-16,0 0-32 0,0 0 14 0</inkml:trace>
  <inkml:trace contextRef="#ctx0" brushRef="#br0" timeOffset="191707.5">13333 13159 53 0,'2'-4'63'0,"-2"4"-5"0,0 0-10 15,0 0-10-15,0 0-6 0,0 0-10 0,0 0-10 16,0 0-6-16,0 0-6 0,0 0-5 0,9-1-10 0,-9 1-13 15,0 0-20-15,0 0-51 0,0 0 23 16</inkml:trace>
  <inkml:trace contextRef="#ctx0" brushRef="#br0" timeOffset="192708.11">13360 13161 21 0,'0'0'46'0,"0"0"-2"16,0 0-16-16,0 0 5 0,0 0-6 0,0 0-3 16,0 0 1-16,0 0-5 0,0 0 4 0,0 0-7 15,0 0-4-15,0 0-2 0,0 0 9 0,0 0-7 16,0 0-7-16,0 0-1 0,0 0-5 0,0 0 10 15,0 0 3-15,0 0-7 0,0 0 0 16,0 0-5-16,0 0 11 0,0 0-1 0,0 0 2 0,0 0 2 16,0 0 0-16,0 0-4 0,0 0 2 0,0 0-1 15,0 0 3-15,0 0 1 0,0 0-2 0,0 0 5 16,0 0 1-16,0 0-2 0,0 0-5 0,0 0 8 16,0 0-6-16,0 0 11 0,0-14-1 0,0 14 6 15,0 0 0-15,0 0 2 0,0 0-5 0,0 0 11 16,0 0 5-16,0 0-8 0,0 0 7 0,0 0-5 15,0 0-9-15,0 0 2 0,0 0-3 0,0 0 1 16,0 0 1-16,0 0 3 0,0 0-6 0,0 0-1 16,0 0-7-16,2-8 1 0,-2 8-7 0,0 0-1 15,0 0 6-15,0 0-7 0,0 0 1 0,0 0-2 16,0 0 1-16,0 0-1 0,0 0-6 0,0 0 6 16,0 0 0-16,0 0-2 0,0 0 1 0,0 0-4 15,0 0-9-15,0 0 14 0,0 0-2 0,0 0-3 16,0 0-3-16,0 0 2 0,0 0-3 0,0 0 1 15,0 0 1-15,0 0 1 0,0 0 8 0,0 0-15 16,0 0-5-16,0 0 6 0,0 0 1 0,0 0 5 16,0 0-6-16,0 0 4 0,0 0-1 0,0 0-1 15,0 0-4-15,0 0 0 0,0 0 0 0,0 0 4 16,0 0-1-16,0 0-1 0,0 0 7 0,0 0-2 16,0 0 4-16,0 0-13 0,0 0 4 0,0 0 12 0,0 0-5 15,0 0-4-15,0 0 12 0,0 0 0 0,0 0-7 16,0 0-2-16,0 0 0 0,0 0 10 15,0 0 2-15,0 0 2 0,0 0-14 0,0 0 16 16,0 0-3-16,0 0-1 0,0 0 10 0,0 0-6 0,0 0-1 16,0 0-4-16,0 0 7 0,0 0 1 0,0 0 0 15,0 0-6-15,0 0 10 0,0 0-1 0,0 0-1 16,0 0 0-16,0 0-9 0,0 0 7 0,0 0 1 16,0 0 0-16,0 0-4 0,0 0-2 0,0 0 1 15,0 0 2-15,0 0 0 0,0 0-4 0,0 0 0 16,0 0-4-16,0 0-1 0,0 0-1 0,0 0 0 15,0 0-1-15,0 0-1 0,0 0 0 16,0 0-5-16,0 0 1 0,0 0 4 0,0-11-3 0,0 11-2 16,0 0 0-16,0 0-1 0,0 0-2 0,0 0 0 15,0 0 5-15,0 0-3 0,0 0-1 0,0 0-3 16,0 0 3-16,0 0-3 0,0 0 4 0,0 0-2 16,0 0-1-16,0 0-2 0,0 0 0 0,0 0 3 15,0 0 2-15,0 0-6 0,0 0 6 0,0 0-2 16,0 0 0-16,0 0 1 0,0 0-1 0,0 0-2 15,0 0 2-15,0 0-1 0,0 0 3 0,0 0-4 16,0 0-3-16,0 0 7 0,0 0-4 0,0 0 0 16,0 0 6-16,0 0-3 0,0 0-7 0,0 0 5 15,0 0-1-15,0 0 1 0,0 0-1 0,0 0-3 16,0 0 2-16,0 0 1 0,0 0-5 0,0 0-10 16,0 0-12-16,0 0-10 0,0 0-12 0,0 0-20 15,0 0-12-15,0 0-7 0,0 0-7 0,0 0-12 16,0 0 1-16,0 0-5 0,0 0 2 0,0 0-1 15,0 0-9-15,0 0-67 0,0 0-200 0,0 0 89 16</inkml:trace>
  <inkml:trace contextRef="#ctx0" brushRef="#br0" timeOffset="195525.87">4189 13272 1 0,'-9'0'5'0,"9"0"-2"16,0 0 6-16,-12 0-1 0,12 0 2 0,0 0-3 15,-10 1 2-15,10-1 5 0,0 0-2 0,0 0-2 16,-10-1 0-16,10 1 0 0,0 0-4 0,-12 1 3 15,12-1 2-15,0 0 0 0,0 0 2 0,0 0 0 16,0 0 3-16,-10-2 1 0,10 2-4 0,0 0 2 16,0 0 0-16,0 0 1 0,0 0-1 0,-9-2-1 15,9 2 3-15,0 0 0 0,0 0 2 0,0 0-1 16,0 0 2-16,-5-3-5 0,5 3 0 0,0 0 5 16,0 0-1-16,0 0-4 0,0 0 2 0,0 0 2 15,0 0-8-15,0 0 8 0,0 0-2 0,0 0-4 16,0 0-2-16,0 0-5 0,0 0 5 0,0 0-7 15,0 0 6-15,0 0-4 0,0 0-1 0,0 0-5 16,0 0 8-16,0 0 3 0,0 0-13 0,0 0 4 16,0 0 13-16,0 0-15 0,0 0-2 0,0 0 1 15,0 0-11-15,0 0 20 0,0 0-4 0,18-9 1 16,-18 9-4-16,9-3 2 0,-9 3-3 0,11-1 5 16,-11 1-5-16,13-3-1 0,-5 3 0 0,3-1 8 15,-2-1-7-15,3 2 6 0,1-2-2 0,0 0 3 16,-1 2-4-16,1-3-10 0,5 2 11 0,-1-1 0 15,0 1-4-15,0-2 5 0,-3 3-5 0,4-2 0 16,0 1 3-16,1 1-5 0,-1 0 2 0,2-3 2 16,-3 2-1-16,3-1 3 0,-1 1-1 0,1 0 0 15,0-2 0-15,2 2-7 0,-3-1 5 0,3 0 1 16,1 0-3-16,-3 1 7 0,3-3 0 0,-2 2-5 16,2 2-5-16,-3-1 6 0,2-2-1 0,0 3-3 15,-2-1 1-15,3 1 3 0,-1 0 0 0,6 0 2 16,-8-1-8-16,3 1 7 0,-1-2-2 15,-1 0 3-15,0 1 0 0,0 1-4 0,-2-3 2 0,0 2 1 16,-1 1-5-16,-4 0 6 0,0 0-1 0,-1 0-1 16,0 0 3-16,1 0-6 0,-1 0 5 0,-1-1-8 15,0 1-5-15,-1 0-10 0,2 0-6 0,-4 1-8 16,1-1-5-16,-1 1-7 0,-1 0-52 0,-2 1-105 16,-1 2 48-16</inkml:trace>
  <inkml:trace contextRef="#ctx0" brushRef="#br0" timeOffset="196045.43">5183 13250 19 0,'0'0'35'0,"0"0"-1"0,0 0 2 0,0 0-2 0,0 0 16 16,23 7-21-16,-23-7 12 0,13 1-5 0,-6 0-7 16,2-1 2-16,1 0-6 0,1 0-8 0,2-1 15 15,-3 2 1-15,4-1-6 0,-1 0-5 16,2 1-1-16,1-2 3 0,3 2-4 0,-3-1-6 15,3 2 2-15,-6-2 12 0,5 0-26 0,0 1 6 16,-1 0 6-16,-3 1-2 0,2-2-6 0,3 2 4 0,-6-1 0 16,6 2-5-16,-2 0-4 0,1 1 2 15,0 2-4-15,-7-3 7 0,7 0-3 0,1 1 8 0,-2-1-8 16,1 2 2-16,1-3 1 0,0-2 5 16,4 0-9-16,4 0 13 0,-5 0-6 0,6 0 3 15,-9 0-3-15,1-4 3 0,2 3-3 0,-3-3 4 0,2 2 2 16,-2-1-15-16,0 1 7 0,0 0 6 15,-3 0-5-15,-1 0-1 0,-1 2 6 0,0-1 1 16,-1 0-11-16,0-1 0 0,-2 2-1 0,1 0 1 16,0 0-3-16,-3-2-2 0,2 2 5 0,-3 0 5 0,-8 0-5 15,15 0-3-15,-3-1 3 0,-5 2 7 16,-7-1-11-16,14 0 0 0,-8 2-11 0,-6-2-9 0,12 0-15 16,-6 2-7-16,-6-2-9 0,9 1-14 15,-9-1-56-15,9 4-132 0,-9-4 58 0</inkml:trace>
  <inkml:trace contextRef="#ctx0" brushRef="#br0" timeOffset="196438.02">6143 13260 40 0,'0'0'60'0,"15"-1"-8"0,-4 0-3 15,1-2 10-15,1 2-13 0,5-1-5 0,0 0-4 16,1 2-6-16,3-3 2 0,-2-1-6 0,2 1 7 16,-1 0-10-16,6 2-1 0,-5-2-5 0,5 1 15 15,1-1-13-15,-6 1 0 0,7-1-3 0,-10 4-6 0,3-2 6 16,-3 2-5-16,1-1 2 0,-1 2 8 15,1-1-6-15,-7 0-12 0,6 1-1 0,-5-2 1 16,4 1 3-16,-5-1 0 0,1 2 1 0,-3-2-6 16,1 0 0-16,-3 2 4 0,-2-1 5 0,-7-1-3 15,15 0-4-15,-9 1-5 0,-6-1-3 0,11 0 9 16,-11 0 1-16,0 0 2 0,9-1 0 0,-9 1-4 16,0 0 3-16,9 0-1 0,-9 0-9 0,0 0-4 15,0 0-11-15,0 0-13 0,10 0-14 0,-10 0-23 16,0 0-48-16,0 0-123 0,0 0 54 0</inkml:trace>
  <inkml:trace contextRef="#ctx0" brushRef="#br0" timeOffset="197361.48">7448 13230 21 0,'0'0'25'0,"0"0"5"16,0 0-6-16,0 0 5 0,0 0-7 0,0 0 0 16,0 0-6-16,0 0 2 0,0 0-2 0,0 0 1 15,0 0 5-15,24-4 2 0,-24 4-4 0,11-2 4 0,-3 2-2 16,2 2-8-16,1-2 4 0,0 0 2 16,3 0 1-16,0 0 2 0,5-3-1 0,1 3 1 15,8-2-7-15,-1 0-2 0,-1 0-4 0,2 1 3 16,3-1-4-16,0 0 1 0,-1 1 7 0,4-3-5 15,-2 1-5-15,-2 2-2 0,2-2 3 0,-1 1 11 16,0-2-14-16,1 4 4 0,-3-2-7 0,0 1 5 0,1-1-5 16,-1 0 5-16,-2 0-5 0,-5 0-2 15,-2 1 3-15,2 1-4 0,0-1 4 0,6-1 0 16,-8 1 1-16,1-1 2 0,-1 1-2 0,2 1-3 0,0-2 1 16,-1 0 4-16,-1 0-9 0,0-1 9 0,2 0-4 15,-3 1-2-15,1-2-2 0,1 2 7 16,-2 0-6-16,0-1 2 0,-1 0-1 0,0 0 4 0,-4 2-4 15,0-1 3-15,-1 1-3 0,1 1-9 16,-3-1-3-16,2 1-7 0,-3 0-11 0,-2 0-12 0,-8 0-14 16,14 0-36-16,-14 0-97 0,9 2 43 0</inkml:trace>
  <inkml:trace contextRef="#ctx0" brushRef="#br0" timeOffset="197683.96">8706 13163 36 0,'12'1'48'0,"2"-1"-6"0,-1 0-1 0,5 0-4 15,-3 2 2-15,3-2-4 0,0 3-4 0,1-1-2 16,-1-1 2-16,1 0-11 0,1-1 2 0,0 2-5 0,0-4 2 16,-1 1-2-16,1 1-1 0,1-3 2 0,0 3 4 15,1-3-15-15,-3 1 0 0,0 1 2 0,-1-3-3 16,3 2-7-16,-1 0 1 0,-3 0-8 16,4-1-3-16,-4 0-7 0,0 1-5 0,-5 0-1 15,2 0 1-15,-1 0-5 0,-3 0-3 0,-1 1-33 0,-1 1-69 16,-8 0 31-16</inkml:trace>
  <inkml:trace contextRef="#ctx0" brushRef="#br0" timeOffset="197915.37">9320 13133 2 0,'0'0'13'0,"0"0"4"0,0 0 4 15,0 0 4-15,0 0 1 0,0 0-1 0,0 0 1 16,0 0-8-16,0 0-1 0,0 0 1 0,0 0-8 16,0 0 3-16,0 0-1 0,11-3 6 15,-11 3-3-15,10 2-5 0,-2-2 1 0,-8 0 3 16,17 2-4-16,-7-2 1 0,3 2-3 0,-1-1 5 15,1-1-6-15,0 2 0 0,5-1 3 0,-5 0-6 0,6-1 4 16,-2 2-1-16,1-2-3 0,-2 1 2 0,0 0 1 16,0-1-4-16,2 2 3 0,0-3-1 15,-4 1-2-15,-1 0-3 0,2 0 2 0,-3-2-1 16,6 2-7-16,-6-1-4 0,1-2-2 0,-1 2-5 16,2-1-5-16,-4 2-4 0,2-1-2 0,-1 1-24 15,-1-2-57-15,0 2 25 0</inkml:trace>
  <inkml:trace contextRef="#ctx0" brushRef="#br0" timeOffset="198139.49">9919 13147 30 0,'9'-1'29'0,"5"0"-4"0,-2 0-5 0,2-3-3 16,-1 3-5-16,2-1-2 0,-2 2-7 15,0-1-6-15,6-1-2 0,-6 1 4 0,2 1-11 0,-2-1-10 16,1 1-22-16,-3-2 10 0</inkml:trace>
  <inkml:trace contextRef="#ctx0" brushRef="#br0" timeOffset="199233.87">9844 13155 31 0,'0'0'40'0,"0"0"-19"0,0 0 6 16,0 0 3-16,0 0-2 0,0 0 1 0,0 0-6 15,0 0-2-15,0 0-2 0,0 0 0 0,0 0-4 16,-6-6 0-16,6 6 3 0,0 0-3 0,0 0 0 16,0 0-10-16,0 0 9 0,0 0-5 0,0 0 2 15,0 0-2-15,0 0-1 0,0 0 7 0,0 0-7 16,0 0 4-16,0 0-2 0,0 0 4 0,0 0-5 16,0 0 3-16,0 0 2 0,0 0-1 0,15-3-7 15,-9 2 12-15,5-1-4 0,1 0 5 0,0 0 3 0,7 0-3 16,-1-2 0-16,0 1-6 0,2 0 3 15,11-2 4-15,1 0-9 0,1 2 5 0,2 0 1 16,0-1-6-16,1 0 2 0,1 1 1 0,4 1-5 16,-1 0-1-16,-4-2-6 0,3 3 7 0,-4 0 0 0,-2 0 3 15,-1 1-4-15,-3 1-3 0,-1-1 6 0,-8 1-8 16,1-1-3-16,-2 1 4 0,-2 1 3 16,-2-1-9-16,1 0 3 0,-4 1 2 0,0-2-1 15,-2 0 3-15,0 0-8 0,-2 2 4 0,-8-2 0 16,14 1 4-16,-5-1-4 0,-9 0 6 0,12 0-9 0,-6 0-5 15,-6 0-18-15,9 2 1 0,-9-2-15 16,0 0-6-16,13 0-4 0,-13 0-6 0,0 0 1 0,0 0-44 16,0 0-106-16,0 0 47 0</inkml:trace>
  <inkml:trace contextRef="#ctx0" brushRef="#br0" timeOffset="199443.12">10691 13094 15 0,'16'-3'46'0,"0"2"-2"0,3-3-1 0,1 2-9 15,0-3-8-15,3 1-12 0,-4 0-11 0,3 1-5 16,6-3-16-16,-6 3-17 0,-4-1-37 0,1 2 17 15</inkml:trace>
  <inkml:trace contextRef="#ctx0" brushRef="#br0" timeOffset="199661.86">11186 13036 38 0,'11'-3'63'0,"0"1"-2"16,0 0-9-16,2-1 4 0,0 1-14 0,0 1-4 16,0-3-5-16,0 3-4 0,1 0 0 0,-1-2-10 15,0 1-4-15,-1 1-9 0,-1-2-9 0,-1 4-10 16,-2-2-4-16,-8 1-7 0,13 1-7 0,-13-1-4 16,11 2 0-16,-6-1-20 0,-5-1-57 0,9 3 26 15</inkml:trace>
  <inkml:trace contextRef="#ctx0" brushRef="#br0" timeOffset="199864.06">11429 13029 21 0,'0'0'29'0,"0"0"0"16,4 5 3-16,-4-5 3 0,0 0 2 0,0 0-1 15,0 0-4-15,12 0-3 0,-12 0 6 0,11 0-4 16,-11 0 0-16,10 0 2 0,-10 0 0 0,14 0 0 16,-14 0-5-16,14-2 8 0,-6 1-4 0,4 0-2 15,-1-2-3-15,0 1 0 0,-1 1-8 0,1-1 2 16,2-2-8-16,-5 3-7 0,3-1-3 0,-1 0 7 15,-1 1-9-15,-2 0-9 0,-7 1-4 0,16-3-5 16,-16 3-1-16,10 0-11 0,-10 0-12 0,10-1-4 16,-10 1-6-16,9-2-34 0,-9 2-92 0,0 0 41 15</inkml:trace>
  <inkml:trace contextRef="#ctx0" brushRef="#br0" timeOffset="200025.79">11650 13017 14 0,'0'0'36'0,"10"-2"-8"16,-10 2-19-16,0 0-4 0,8-2-21 0,-8 2-16 16,0 0 7-16</inkml:trace>
  <inkml:trace contextRef="#ctx0" brushRef="#br0" timeOffset="200381.6">10822 13126 2 0,'0'0'68'0,"0"0"-3"0,29-8-8 0,-20 7-4 0,2-2-3 16,2 0-7-16,6 1-5 0,-1 0-1 15,2-1-8-15,-1 0 2 0,-1 2-2 0,1-4-7 16,2 2-2-16,0 0-7 0,2 0-5 0,-1 1-13 16,-2-1-4-16,7-2-9 0,-7 1 5 0,-1 3-11 0,0-3-11 15,-4 2-5-15,-2-1-31 0,1 3-76 16,-4-3 34-16</inkml:trace>
  <inkml:trace contextRef="#ctx0" brushRef="#br0" timeOffset="200601.42">11217 13087 9 0,'11'-1'34'15,"-2"0"7"-15,1 0-11 0,1-1-11 0,0 2-8 0,-1-1-6 16,2-1-11-16,-2 2-19 0,0 0-25 0,0-2 12 16</inkml:trace>
  <inkml:trace contextRef="#ctx0" brushRef="#br0" timeOffset="201037.86">11500 13057 39 0,'0'0'37'0,"18"-3"-5"0,-10 2-14 0,2-2-9 16,-2 2-12-16,-8 1-19 0,18-3-25 0,-10 3 11 15</inkml:trace>
  <inkml:trace contextRef="#ctx0" brushRef="#br0" timeOffset="205627.66">4242 13266 24 0,'0'0'40'0,"0"0"-8"0,-5-4 7 0,5 4-2 16,0 0-9-16,0 0 5 0,0 0-9 0,0 0 9 15,0 0-11-15,0 0 2 0,-11-3-3 0,11 3-2 16,0 0 7-16,-7-2-8 0,7 2 6 0,0 0-6 15,0 0 0-15,-7-3 0 0,7 3-7 0,0 0 7 16,-12-1-6-16,12 1 1 0,0 0-4 0,-12 2-3 16,12-2 0-16,-10 3 3 0,3-2 0 0,7-1-6 15,-9 4 0-15,3-3-1 0,6-1 0 0,-11 4 6 16,11-4 6-16,-11 1-3 0,11-1 3 0,-8 0-1 16,8 0 2-16,-10 0 4 0,10 0 0 15,-9 2-5-15,9-2 6 0,0 0 5 0,0 0-6 16,-9 1 9-16,9-1-3 0,0 0-1 0,0 0-1 0,0 0 3 15,0 0-9-15,0 0-2 0,-9 1-4 16,9-1 5-16,0 0-5 0,0 0 3 0,0 0-13 0,0 0 7 16,0 0 0-16,0 0-2 0,0 0-1 15,0 0 2-15,0 0-3 0,0 0-3 0,0 0 6 16,0 0 1-16,0 0-7 0,0 0-2 0,0 0 2 0,0 0 14 16,0 0-10-16,0 0-10 0,0 0 13 0,0 0-11 15,0 0 6-15,0 0 20 0,0 0-27 16,0 0 0-16,0 0 3 0,0 0 0 0,0 0 4 15,21 6 4-15,-21-6-8 0,15 0-2 0,-5 0 0 16,-1 0 7-16,1 0-2 0,1 2 1 0,1-2 8 0,-1-2-5 16,0 2 4-16,2-3 3 0,-2 2-10 0,2 1 3 15,-1-2 6-15,-2 1 6 0,1-2-5 0,-3 3-2 16,0-1 1-16,-8 1 0 0,14-2-4 0,-8 2 5 16,-6 0-5-16,9 0 4 0,-9 0-4 0,0 0-4 15,10-3 8-15,-10 3-4 0,0 0-3 16,0 0-1-16,9-1 7 0,-9 1-3 0,0 0-9 0,0 0-2 15,0 0 16-15,0 0-12 0,8-2-2 0,-8 2 15 16,0 0-17-16,0 0 3 0,0 0-15 0,8 6-18 16,-8-6-20-16,5 3-9 0,-5-3-11 0,6 10-26 15,-2-6-72-15,-2 4-183 0,1-3 81 16</inkml:trace>
  <inkml:trace contextRef="#ctx0" brushRef="#br0" timeOffset="206095.87">4922 13271 85 0,'5'-3'86'0,"-5"3"-11"0,0 0-1 16,0 0 11-16,0 0-6 0,0 0-5 0,0 0-11 16,0 0-3-16,0 0-8 0,0 0 5 15,0 0-22-15,0 0 10 0,0 0-7 0,12-2 3 16,-6-1-5-16,-6 3-6 0,12-1 1 0,-1-3-2 16,0 0 8-16,0 2-14 0,7-1 1 0,-5 1 1 0,6-4-7 15,0 1 4-15,2 2-4 0,-1 0-5 0,1-1 1 16,-1 0-5-16,2 0 5 0,-3 2 0 0,1-2-1 15,-1 0-7-15,-1 0 7 0,1 1-9 0,-3 1 11 16,-2 0-4-16,-3-1 0 0,0 3 3 0,-1 0-3 16,-4-2-1-16,-6 2 11 0,12-2-1 15,-6-1 6-15,-6 3 9 0,0 0 8 0,10 0-3 0,-10 0 2 16,0 0-2-16,0 0-1 0,11-1-3 0,-11 1 1 16,0 0-5-16,0 0-5 0,0 0-11 0,0 0 5 15,0 0-3-15,0 0 3 0,0 0-5 16,0 0-8-16,0 0-9 0,0 0-16 0,0 0-25 15,0 0-9-15,0 0-20 0,0 0-10 0,0 0-28 16,0 0-10-16,-3 15-125 0,3-5-264 0,-1-2 117 0</inkml:trace>
  <inkml:trace contextRef="#ctx0" brushRef="#br0" timeOffset="206497.39">5794 13308 57 0,'0'0'96'0,"0"0"0"0,13-3-4 15,-13 3-11-15,10-1-7 0,-2 1 1 0,2-3-3 16,1 2 3-16,0-1-5 0,1-1-3 15,-3 1-2-15,4-1-3 0,0 1-8 0,-2-1 7 16,0-1-15-16,1 2-8 0,-1-1-3 0,0 0-2 0,-1 1-3 16,-2 0 4-16,2 2 3 0,2-1-3 15,-2-1-4-15,-4 2 2 0,4-4 0 0,0 0 2 0,-3 4-5 16,-7 0 3-16,12-3-2 0,-12 3 3 16,9-1 4-16,-9 1 0 0,6-2 1 0,-6 2 2 15,0 0 5-15,6-2-6 0,-6 2-2 0,0 0-5 0,0 0 7 16,0 0 1-16,0 0-10 0,0 0 1 0,11-3-9 15,-11 3 0-15,0 0-1 0,0 0-8 0,0 0-7 16,3-4-18-16,-3 4-31 0,0 0-36 0,0 0-18 16,0 0-20-16,11 0-17 0,-11 0-13 15,7 4-109-15,0-1-278 0,0-1 123 0</inkml:trace>
  <inkml:trace contextRef="#ctx0" brushRef="#br0" timeOffset="206913.94">6571 13315 61 0,'0'0'158'0,"0"0"0"0,0 0-6 0,0 0-10 15,0 0-16-15,8-4-7 0,-8 4-13 0,7-3-12 16,-7 3-8-16,13-3-11 0,0 1 1 0,-2-1-9 0,2 1-8 15,1-2 2-15,3 1-10 0,2 1-7 16,0 1-1-16,-1 1-8 0,0-2-5 0,2-1 0 16,-2 1-2-16,3 2-2 0,-2-2-4 0,0 2-2 15,-2-2 2-15,-3 2-6 0,-1-1 7 0,1 1-5 16,-3 0 4-16,3-1-1 0,-2 1 0 0,-1 0-3 0,2-2 1 16,-3 1 4-16,-2 1 5 0,2-3 1 0,-2 3 9 15,-8 0 3-15,11-3 3 0,-3 3 9 16,-8 0-2-16,10-3 6 0,-10 3-6 0,9-1 2 15,-9 1 9-15,5-3 15 0,-5 3-9 0,0 0-4 16,0 0-6-16,8-4-6 0,-8 4-3 0,0 0-9 0,5-3-1 16,-5 3-6-16,0 0-4 0,0 0-6 0,0 0-9 15,0 0-13-15,0 0-27 0,0-9-31 0,0 9-35 16,0 0-31-16,0 0-39 0,0 0-17 16,0 0-22-16,0 0-23 0,0 0-120 0,3 20-373 15,-3-20 166-15</inkml:trace>
  <inkml:trace contextRef="#ctx0" brushRef="#br0" timeOffset="208070.84">7279 13249 5 0,'0'0'23'0,"0"0"8"0,-9 0-2 0,9 0 4 15,-6 1-3-15,6-1 5 0,0 0-4 0,-12 2 5 16,12-2-3-16,-6 1 4 0,6-1 3 0,-7 2-2 16,7-2-3-16,0 0-2 0,0 0-6 0,-9 3 0 15,9-3 8-15,0 0-1 0,0 0 2 0,0 0 6 0,-11 0 3 16,11 0-3-16,0 0 1 0,0 0-1 16,0 0 0-16,0 0-3 0,0 0-2 0,0 0-3 15,0 0-4-15,-6 2 3 0,6-2-7 0,0 0 3 16,0 0-1-16,0 0-6 0,0 0 4 0,0 0-4 15,0 0 0-15,0 0-4 0,0 0-2 0,0 0 2 16,0 0 4-16,0 0 0 0,26-3 4 0,-14 0-1 16,2 1-2-16,1 0 8 0,4-3 2 0,8 0 1 15,-5 0-2-15,7 1 4 0,-4-4 4 0,3 2-4 16,-1 0-3-16,1-2 1 0,-3 2-1 16,-3 0 0-16,-1 1 1 0,-1-1-4 0,-3 1-3 0,0-1 2 15,-4 3-3-15,0-2-2 0,-3 5 2 0,-1-4 6 16,-1 3-6-16,-8 1 2 0,10-3 5 0,-5 0 1 15,-5 3 4-15,10-1 1 0,-10 1 4 0,0 0-3 16,8-2-2-16,-8 2 3 0,0 0-4 0,0 0 0 16,5-3-2-16,-5 3-5 0,0 0 2 0,0 0-8 15,0 0-5-15,0 0 4 0,0 0-7 0,0 0-5 16,4-5 7-16,-4 5-10 0,0 0-8 0,0 0-14 16,0 0-17-16,0 0-19 0,0 0-14 0,0 0-7 15,0 0-23-15,0 0-26 0,0 0-13 0,-4 23-22 16,4-23-14-16,0 18-124 0,-1-7-316 0,1-3 140 15</inkml:trace>
  <inkml:trace contextRef="#ctx0" brushRef="#br0" timeOffset="208511.29">8220 13189 22 0,'6'-3'141'0,"-6"3"-7"0,0 0 0 0,0 0-9 16,0 0-15-16,0 0-11 0,0 0-11 0,0 0-8 0,0 0-8 15,0 0-2-15,0 0-14 0,0 0 4 16,0 0-8-16,9 4-1 0,-9-4 0 0,9 1-1 16,-9-1 2-16,9 0-1 0,-9 0 0 0,13 1 4 15,-3-2-6-15,-10 1-2 0,25 1-1 0,-8-2-2 16,0 0-4-16,1 1-3 0,-1 0-4 0,1-1-2 15,3-2 0-15,-2 2 1 0,-2 1-9 0,2-2 3 16,-3 1-3-16,2 0-4 0,0 1 0 0,-6 0-4 16,2-1-3-16,-2 2 2 0,-1-1 4 0,0-1-2 15,1 2 1-15,-6-1 1 0,-6 0 1 0,12-1 4 16,-12 1 2-16,10 1 3 0,-10-1 8 0,7 0 6 16,-7 0-4-16,0 0 1 0,0 0 0 0,0 0-4 15,11 0-2-15,-11 0-3 0,0 0-2 0,0 0-2 16,0 0-4-16,0 0-1 0,0 0-5 0,0 0 2 15,0 0-2-15,0 0-5 0,0 0-3 0,0 0-8 0,10-1-13 16,-10 1-17-16,0 0-19 0,0 0-28 16,0 0-18-16,0 0-18 0,0 0-4 0,0 0-11 15,1 10-20-15,-1-10-10 0,1 8-16 0,1-2-104 16,-2-6-301-16,4 12 134 0</inkml:trace>
  <inkml:trace contextRef="#ctx0" brushRef="#br0" timeOffset="208905.33">9106 13214 65 0,'0'0'161'0,"7"-2"-5"15,-7 2-1-15,0 0-10 0,0 0-11 0,0 0-7 16,0 0-15-16,0 0-5 0,0 0-8 0,0 0-3 15,0 0-1-15,0 0-2 0,6-1-2 0,-6 1-5 16,0 0-4-16,0 0-7 0,0 0-5 0,0 0-6 0,0 0 3 16,0 0-11-16,0 0-7 0,0 0 0 15,0 0-3-15,7-3-6 0,-7 3-1 0,0 0-1 16,10-1-3-16,-10 1-2 0,5-4-2 0,-5 4-5 16,6-4 1-16,-6 4-3 0,0 0-3 0,9-2-4 0,-9 2 1 15,9-2-5-15,-9 2 0 0,8-3-2 16,-8 3 0-16,8-3 2 0,-8 3-4 0,9-4-2 15,-2 2 1-15,-7 2 0 0,11-1 0 0,-11 1-2 16,9-3-3-16,-9 3 7 0,8-3-9 0,-8 3 1 16,8-1-10-16,-8 1-11 0,8 0-12 0,-8 0-14 0,0 0-14 15,0 0-12-15,0 0-19 0,21 1-22 0,-21-1-18 16,11 4-13-16,-11-4-21 0,9 7-21 16,-2-3-98-16,-7-4-306 0,12 6 135 0</inkml:trace>
  <inkml:trace contextRef="#ctx0" brushRef="#br0" timeOffset="209187.66">9677 13197 121 0,'0'0'149'0,"0"0"-4"15,0 0 5-15,0 0-23 0,0 0-8 0,0 0-8 16,0 0-13-16,0 0-9 0,0 0-10 0,7-2-2 16,-7 2-10-16,0 0-4 0,13-1-7 0,-13 1-3 15,10 0-8-15,-10 0-7 0,14-2-2 0,-6 0 0 16,0 2-6-16,1-1-3 0,2-2-4 0,-1 2 0 16,2-1-11-16,-1 1-14 0,2 1-23 0,0-1-22 15,0 0-23-15,1 1-15 0,4-1-11 0,-1 2-26 16,1-1-100-16,-4 0-239 0,-1 1 106 0</inkml:trace>
  <inkml:trace contextRef="#ctx0" brushRef="#br0" timeOffset="209391.19">10346 13181 11 0,'0'0'128'16,"0"0"-2"-16,0 0-14 0,0 0-14 0,0 0-7 16,18-5-4-16,-18 5-17 0,17-4-6 0,-8 3-29 15,3-4-18-15,0 5-29 0,1-3-23 0,-2 1-22 0,1 0-66 16,0 1-132-16,-1-1 58 0</inkml:trace>
  <inkml:trace contextRef="#ctx0" brushRef="#br0" timeOffset="209553.07">10871 13098 11 0,'20'-3'52'0,"-10"-1"-26"15,3 2-28-15,-1-1-13 0,-1 1-15 0,1-3 6 16</inkml:trace>
  <inkml:trace contextRef="#ctx0" brushRef="#br0" timeOffset="209709.71">11219 13079 47 0,'12'2'123'0,"-12"-2"-11"0,0 0-12 0,0 0-10 16,14-2-11-16,-14 2-18 0,0 0-29 0,14 0-32 15,-14 0-43-15,6 2-58 0,-6-2-108 0,0 0 48 16</inkml:trace>
  <inkml:trace contextRef="#ctx0" brushRef="#br0" timeOffset="-209994.62">15862 15407 40 0,'-2'5'45'0,"2"-5"-9"16,-2 8-3-16,2-8-1 0,-1 6 15 0,1-6 0 15,-2 9-3-15,2-9-9 0,-1 10-5 0,1-10 2 16,-3 10-9-16,3-10 4 0,-2 11 3 0,-1-5 4 15,0 1-4-15,3-7-7 0,-3 11 8 0,3-11-6 16,-4 12 1-16,3-9-3 0,1-3-1 0,-1 10-9 16,1-10 7-16,0 0 0 0,-3 6-3 0,3-6 3 15,0 0 2-15,0 0 1 0,0 0 19 0,0 0 11 16,-4 8 11-16,4-8-4 0,0 0-8 0,0 0 0 16,0 0-5-16,12-31-4 0,-7 16-10 0,5-2-3 15,0-9-6-15,4-1 5 0,3-3-3 0,2 3-4 16,9-14-5-16,-3-1 12 0,3 3-12 0,2 2 2 15,0-4-7-15,2 1 1 0,-2-1 2 0,1-2-8 16,-1 1 1-16,0 0 9 0,0-1-11 16,-1 1-8-16,-1 3 5 0,0 1 7 0,-1-1-8 0,-10 10 1 15,2 0 3-15,1-3 1 0,-1 2-2 0,2 5 4 16,-2-4-9-16,-1 4 8 0,1-2 4 0,-1 3-15 16,2-1 7-16,-2 3-1 0,-1-1-3 0,2 3 2 15,-3-1 4-15,-1 7-2 0,-4-2 2 16,2 3-3-16,0 0-6 0,-2 1 7 0,-2 2 2 15,-2 1-10-15,0 0 1 0,1 1 6 0,-3 5-3 0,-5 3 1 16,9-12 3-16,-9 12 6 0,8-8-8 0,-8 8 2 16,5-9-4-16,-5 9 2 0,4-5-3 15,-4 5 15-15,0 0-11 0,0 0 1 0,7-10 3 16,-7 10-2-16,0 0 1 0,0 0-3 0,4-6 1 16,-4 6 2-16,0 0-7 0,0 0 7 0,0 0 1 15,0 0-3-15,3-10-1 0,-3 10-3 0,0 0 1 0,0 0 6 16,0 0-6-16,0 0 2 0,0 0 6 0,0 0-8 15,0 0 0-15,0 0 3 0,0 0-1 16,0 0 2-16,0 0-1 0,0 0-2 0,-2-14 2 0,2 14 2 16,0 0-4-16,0 0 4 0,0 0 2 15,0 0 0-15,0 0 1 0,0 0 1 0,0 0-1 16,0 0-4-16,3-4 5 0,-3 4-5 0,0 0 3 0,0 0-1 16,0 0-2-16,0 0 2 0,0 0-5 15,0 0 0-15,0 0-2 0,0 0 6 0,0 0-9 0,0 0 1 16,0 0 1-16,0 0 2 0,0 0-2 15,0 0 5-15,0 0-8 0,9 21 5 0,-9-21-2 16,5 10-2-16,1-2 4 0,1 0-5 0,-2 2 6 16,0-1 0-16,0 3-1 0,2-1 3 0,1 3 4 15,3 0-4-15,-5 2-4 0,3-3 7 0,-1 3-9 0,6 5 10 16,-4-5-7-16,0 1-1 0,2 0-6 16,-2-3 11-16,3 9-2 0,2 0 5 0,0-2-1 15,2 5-1-15,-3-5-2 0,3 1 0 0,-4 3-4 16,3-1 4-16,-3-1 0 0,2 0 2 0,1 2 1 15,-2 1 1-15,2-2-4 0,-2 5-1 0,3-1 0 0,-3 0 2 16,3 0-2-16,-6 0-3 0,3 0 8 0,-1 2-7 16,-2-1 4-16,2-2-4 0,-1 1 3 15,0-2-1-15,0-1-3 0,2 0 2 0,1-1 0 16,1-2-2-16,0 2 0 0,2-3 0 0,0 1 3 16,-3-8 0-16,6 3-1 0,2 1-2 0,-7-9 4 15,3 1-2-15,0-2-1 0,1-1 1 0,-2-1-1 0,1-3-2 16,-2-1 1-16,1 0 1 0,1 2 1 15,-3-5-2-15,-2 2 0 0,-1-2 2 0,-13 1-2 16,18 0 0-16,-18 0 1 0,12 1 2 0,-12-1-2 16,7-5 3-16,-7 5 1 0,0 0 4 0,12-3-9 15,-12 3-1-15,2-9 2 0,-2 9-1 0,0 0 3 16,2-16-1-16,-2 16 0 0,-2-14-3 0,1 5 0 16,0-2-6-16,-2 2 9 0,2-4 3 0,1 2-4 15,-1-2 1-15,-2-3-5 0,4-1 1 0,2-2 6 16,1-5 0-16,-2 4-4 0,5-7 3 0,-3 1-1 15,2-1-1-15,2-2-1 0,3 0 3 0,-3-3-6 16,3 2 4-16,2-4-4 0,5-9 5 0,-3 10 1 16,8-10-9-16,-7 12 8 0,5-11 0 0,-3 10-6 15,8-9 5-15,-8 10-2 0,3 2 1 0,-3-3 0 16,4 1 1-16,0 2 1 0,-4-1 1 0,5 5-1 16,-5-4-2-16,2 4 2 0,0 0-2 0,-4 2 3 15,0 0 2-15,-7 5-6 0,5 3 6 0,-3-2-6 16,-2 0 7-16,1 2-11 0,-3 0 3 0,1 1 1 15,-3 5 2-15,-1-2-1 0,0 4 1 0,2-2-1 16,-1 0 1-16,-5 9 2 0,6-13-3 0,-4 8 0 16,1 0 10-16,-3 5-6 0,0 0 2 0,6-14-6 15,-5 10 3-15,-1 4 1 0,5-10 3 0,-5 10-2 16,3-10-7-16,-3 10 5 0,0 0 0 0,2-11-1 16,-2 11 1-16,0 0 1 0,2-7 0 0,-2 7 2 15,0 0-4-15,0 0-4 0,0 0 0 0,0 0 4 16,0 0 0-16,0 0-1 0,4-10-1 0,-4 10 5 15,0 0-9-15,0 0 3 0,0 0 1 0,0 0 0 16,0 0-2-16,0 0 0 0,0 0-2 0,0 0 6 16,0 0-3-16,0 0 4 0,10 22-2 0,-7-12-1 15,-1-1 3-15,3 2-3 0,-2 1 8 0,3 5-2 16,-5 0 3-16,1 1-4 0,0 1 6 0,-2 0-2 16,1 0-2-16,2 4 0 0,0 2-1 0,0 2 5 15,0-7-6-15,1 5 3 0,-3 1 1 0,4 2 3 16,0-2-15-16,-1 0 11 0,-1 0-2 0,3 2 0 15,0-3-2-15,1 3 3 0,2 0 2 0,1-1 4 16,3 1 2-16,1-4-4 0,4 4 3 0,-2 1-3 16,6-1-3-16,2 1 7 0,2-2-6 0,6 9 4 15,-7-10-1-15,9 8 4 0,-11-9-6 0,2-1 1 16,2-2-6-16,-1 2 3 0,-1-2-2 0,-1 1 2 16,-2-1 1-16,0-2-5 0,0 2-3 0,-4-1 4 15,-2 0-2-15,-6-5 1 0,4 4 1 0,-5-2-2 16,-1-2 0-16,0 2-2 0,4 4 1 0,-4-7 1 15,-1-1-1-15,-4 3 2 0,1-8-4 0,1 4 5 16,-1-4-5-16,-1 1 5 0,-1 0 0 0,1-4 4 16,-3 0-9-16,0-6 2 0,1 9-2 0,-1-9 3 15,1 7 1-15,-1-7 1 0,0 0-2 0,0 0 1 16,0 0 1-16,0 0-3 0,0 0-1 0,0 0 4 16,0 0-4-16,-5-33 2 0,7 21-4 0,-1 0 3 15,0-7-1-15,2 0-1 0,1 0 0 0,4-6-1 16,0-3-1-16,1 3-2 0,1-5 3 0,3-1-2 15,0 0 0-15,3-13 4 0,0 13 0 0,8-13-4 16,-1 0-1-16,0 2 3 0,1 2-3 0,-2-2 2 16,4-1-3-16,-3 3-1 0,0-1 1 0,0 0 0 15,-4 9 1-15,-2 4 3 0,2-3-4 0,-4 1 0 16,4-1 3-16,-2-1 0 0,-2 1 1 0,8-13 0 16,-6 14-2-16,1-1-3 0,-3-1 3 0,4 1 0 15,-2 0 1-15,-1-1 0 0,0 5 7 0,-1 1-11 16,0 0 1-16,-2 5 5 0,-1-3-3 0,-4 6 4 15,2 1-4-15,-3 1 2 0,2 0 4 0,-4 2-6 16,4 1 3-16,-4 3 0 0,2 0 1 0,-1-1-1 16,-1 2 2-16,-1 1-3 0,-4 8 2 0,6-11 5 15,-6 11-2-15,4-8-3 0,-4 8 3 0,0 0-2 16,5-10 4-16,-5 10-4 0,0 0-4 0,0 0 2 16,8-6-1-16,-8 6 0 0,0 0 0 0,0 0-2 15,0 0 0-15,0 0 1 0,0 0-7 0,10 19 11 16,-8-10-4-16,0 0 2 0,1 1-1 0,-1 1 1 15,1 2 1-15,1 2-4 0,-1 1 6 0,-1 2-2 16,0 3 1-16,1-2-5 0,1 5 0 0,1 1 3 16,-1 2 0-16,-2-2 3 0,3 2-6 0,2 1 3 15,-6-2-5-15,1 3 10 0,2 0-4 0,-1 0 2 16,-1 0 1-16,1-1-2 0,0 1-1 16,-1 1 2-16,1 1-2 0,3-1 3 0,0 2 0 0,1-1 1 15,-1 0 0-15,4 1-4 0,2-1 3 0,1-2 0 16,-2 1 5-16,2-1-1 0,2 0-8 15,-2 1 2-15,0-4 0 0,2 0-1 0,1 0 2 16,3-2-4-16,-4 0 3 0,-2 0 0 0,0-1-9 16,-2 2-25-16,-2 0-41 0,-4-6-33 0,-1 6-33 15,1-1-41-15,-2 2-169 0,-5-8-378 0,1 0 168 0</inkml:trace>
  <inkml:trace contextRef="#ctx0" brushRef="#br0" timeOffset="-206442.84">19882 14890 5 0,'0'0'84'16,"0"0"0"-16,0 0-9 0,0 0-5 0,0 0-11 16,0 0-13-16,0 0-8 0,0 0 2 0,0 0-1 15,0 0-6-15,0 0 15 0,0 0-5 0,0 0 5 16,9 25 0-16,-4-17-6 0,1 4-1 0,-1 4 2 15,2-1-4-15,1 3-3 0,1-1-8 0,-1 0 0 16,4 5 7-16,-1 1 5 0,0 0 2 0,-2-6-5 16,4 5 15-16,0 0-6 0,-1 0-9 0,-3-6 0 15,7 6 2-15,-7-5-7 0,-2 0 1 0,5-2 1 16,-3 1-8-16,1 1 0 0,0-2-9 0,-2 1 2 16,0-7-4-16,-2 1 5 0,2 1-11 0,-2-3 8 15,-2 1-4-15,1-3-5 0,-2 1 2 0,-1-2-6 16,-2-5 6-16,4 6-2 0,-4-6 3 0,5 5 4 15,-5-5-1-15,4 6 11 0,-4-6 2 0,0 0 8 16,4 6 0-16,-4-6-8 0,0 0 2 0,0 0-7 16,0 0-4-16,0 0 1 0,0 0 1 15,-4-25-1-15,2 17-6 0,4-1 0 0,-1-3-1 0,3-5 2 16,0 2-13-16,0 1 7 0,2-4-1 0,5-5-1 16,0 0-1-16,3-2 1 0,-1 0-1 0,-1 0-2 15,4-4-1-15,0-3-2 0,10-10-2 0,-1 1-1 16,1-4-1-16,3-3-7 0,1 4 0 15,0-3 8-15,1 4-4 0,0-1 1 0,-1 1-3 0,0-1 1 16,-1 2-1-16,-2 1 2 0,-8 13 0 0,3-2 1 16,-2-1 1-16,-2 2-1 0,0-2 1 0,-1 3 7 15,1-3-6-15,-2 2-4 0,1 0 7 0,-2 0-2 16,1 1-1-16,-5 1-1 0,1 2 4 0,-2 1-4 16,-2 8 1-16,0-1-6 0,-3 2 6 0,-1 4 7 15,-1 1-2-15,1 2-1 0,-3 0-4 16,0 2 3-16,1-1 1 0,0 1-2 0,-2 6 4 0,3-6-2 15,-3 6 3-15,0 0-3 0,2-9-4 0,-2 9-2 16,0 0 2-16,0 0 5 0,0 0-1 0,2-9-4 16,-2 9 4-16,0 0-5 0,0 0 7 0,0 0-2 15,0 0-7-15,0 0 8 0,2 23-5 0,-1-17 2 16,1 3-2-16,-1 3 1 0,0-1 1 0,2 1 5 16,1 6-1-16,-1-2-3 0,0-1 0 0,1 2-8 15,1 2 10-15,1-2 0 0,-3 4 0 0,5 3 2 16,-3 1 2-16,2-1 5 0,1 3-4 0,2-1-2 15,-1 2 3-15,1-1-4 0,3 4 5 0,-1-2-1 16,0 4 3-16,-1 0-1 0,0 0-1 0,8 8 2 16,-5-9 0-16,1 1-1 0,1 11 2 0,-4-10-2 15,2 0-2-15,0-1-4 0,5 9 5 0,-5-12-1 16,-1 1-3-16,2-1 1 0,-2-2-1 0,1 1 1 16,-1-3 5-16,1 0-8 0,-3-3 2 0,0 0-2 15,2 1 1-15,-4-7-2 0,-1 1 3 0,2 0 1 16,-2-1-3-16,1-2 0 0,-1 1 1 0,1-2 5 15,-2-4-5-15,0 0-4 0,-1-2 0 0,2 2 2 16,-3-1-6-16,-1-3 8 0,-2-2 4 0,2-1-5 16,0 3-4-16,-4-6 6 0,5 6-1 0,-5-6 0 15,5 4-6-15,-5-4 6 0,0 0-2 0,0 0 0 16,0 0 3-16,13-10-4 0,-8 2 2 16,0-1 1-16,-1-3 0 0,2-2 4 0,-1-3-5 15,1 1-5-15,0-2 2 0,2-6 4 0,-1 7 0 0,1-10-2 16,0-1-3-16,1 2-14 0,1-2-6 0,1-3 1 15,-3 0-9-15,5-3 8 0,-3-1-5 0,6-9 0 16,-1-4-9-16,1 4 10 0,-4 1-2 16,3-1 4-16,-3 13-5 0,3-14 6 0,0 12 0 0,-1 1 1 15,0-3 4-15,3 3 5 0,-2 0 0 0,-2 4 2 16,4-4 3-16,-3 2-5 0,2 0 2 0,-3 1 5 16,2 0-3-16,0 2 7 0,-3-1-5 15,1 1 3-15,-1 2-2 0,0-1 1 0,-1 4-1 0,-4 5 5 16,3-2-1-16,-3 1-1 0,1 4 0 0,-2-3 6 15,2 5-6-15,-3 1-2 0,1 1 2 0,-1-1 6 16,-1 4 6-16,-4 7 1 0,8-15 2 0,-7 9-2 16,-1 6-4-16,5-11 7 0,-5 11-3 0,0 0 0 15,3-9-1-15,-3 9 1 0,0 0-6 0,0 0 3 16,0 0-2-16,4-7 3 0,-4 7-4 0,0 0-2 16,0 0-1-16,0 0 4 0,0 0-8 0,9 22 6 15,-6-13 1-15,0 2 0 0,2 1 3 0,-3 3-1 16,1 2 2-16,1 2-2 0,-1 1-2 0,4 3 2 15,1 2-2-15,-4 2 5 0,2-2 0 0,0 3-1 16,-2 3 1-16,1-5 2 0,3 2-5 0,-2-1 0 16,3 2 4-16,-2 0 0 0,0 0-6 15,4 2 4-15,-4-2-3 0,1 3 3 0,2-6-5 0,0 4 5 16,-2 0 6-16,4-5-1 0,-1 6 2 0,1-3-6 16,0-1 0-16,1 2-2 0,0-2 2 0,-4-1-5 15,1 2 3-15,2-3 2 0,-2-1-1 0,1 1-4 16,0-2-8-16,-4-5 10 0,1-2-4 0,-2 2 4 15,2-1-6-15,0-3 2 0,-2 2-5 0,1-1 7 16,0-1-1-16,-1-3-1 0,2 0 5 0,-3-2-1 16,0 3-7-16,2-5 5 0,-2 1 1 0,-1-2-1 15,0 0-2-15,-1-2-2 0,3 1 3 0,-6-5-4 16,5 8-5-16,-5-8 10 0,6 5-2 0,-6-5-2 16,5 3-3-16,-5-3 9 0,0 0-1 15,0 0 0-15,9-12 2 0,-6 8-4 0,-3 4-1 0,5-14 2 16,-1 3-1-16,1 2 1 0,-2-4-10 0,1 3 5 15,1-6-11-15,-1 0-2 0,2 0-5 0,1-3-4 16,-1-6 1-16,1-1-2 0,2 0-1 0,-2-1-6 16,4-2-5-16,-2 2 2 0,0-2 8 15,2 0-5-15,1-2 1 0,-2 2 14 0,0-2-5 0,-1-1-3 16,0-1-4-16,4 1 9 0,-2-2 0 0,-1 1 6 16,1 0-5-16,-2-1 5 0,-2 1 0 0,5 1 6 15,-5-1-5-15,4 1 1 0,-2 0 10 0,-2 0-5 16,1-2 1-16,0 4 5 0,0-4 0 0,0 3 1 15,3 2 4-15,-3 1-3 0,-1 3 6 0,-2 6 2 16,0 4 5-16,0-4 3 0,-1 8 5 0,2-4-9 16,-3 3 2-16,1 2-1 0,0 1 4 0,-4 9 1 15,3-11-2-15,-3 11-2 0,4-7-3 0,-4 7-3 16,0 0-2-16,0 0 2 0,0 0-5 0,0 0 8 16,0 0-6-16,18 22 3 0,-11-7 7 15,-6 3-10-15,5 5 6 0,-2 3 0 0,-1 2 2 0,0 1-4 16,2 1 1-16,2 2-1 0,-2 0 2 0,-1 2-1 15,0-1 5-15,-2 0-11 0,5 2-3 0,-1-1 7 16,-2 1-1-16,6 13 2 0,-1-14 0 0,-3-2-2 16,1 5-6-16,3-5 6 0,1 3-1 15,1-2 2-15,-2-1-3 0,3 0 4 0,1-1-1 16,0-1-4-16,-1 0 5 0,3 2-4 0,-1-2 0 0,1 1 1 16,0 0-1-16,1-3 2 0,-1-2 0 0,0 3-1 15,0-7-4-15,2 0 2 0,-2 2-2 0,2-5-8 16,1 1 9-16,-7-5-5 0,2-1 4 15,0-1-2-15,-2 1 0 0,0-4 4 0,-3 0-5 16,-1-3 2-16,-2-4 0 0,-1 4-2 0,2-4 3 0,-5 1-1 16,-2-4 1-16,7 5 2 0,-7-5-2 0,0 0-3 15,0 0 2-15,0 0-1 0,4-17-2 0,-4 8 4 16,0-1 0-16,0-2-3 0,0-3-1 0,2-3 0 16,2-6 1-16,2-1-1 0,-3-3 1 0,2 0 3 15,3 2-1-15,-2-3-3 0,4-3 0 0,-3 2 0 16,0-1 0-16,1 0-1 0,1-4-4 0,1 2-3 15,0-3 2-15,7-11 0 0,-2 4 1 0,4-4 3 16,2 6-5-16,-6 9 1 0,7-9 2 0,-7 9-1 16,3 1-1-16,1 3 2 0,-3-3 0 0,0 2 0 15,0-1 3-15,0 2 1 0,0 0 0 0,-4 0 0 16,2 1-4-16,-1 3 2 0,-1-1-6 0,-2 1 11 16,-4 5-2-16,3 0-9 0,0 1 9 0,-4 1 0 15,2 1 3-15,-3 0-6 0,4 0 3 0,-4 0 1 16,1 5-2-16,-1 1 3 0,-1-2-3 0,1 5-1 15,-4 7 1-15,6-15 2 0,-5 9-4 0,-1 6 8 16,4-11-6-16,-4 11-1 0,4-7 2 16,-4 7-2-16,5-8-4 0,-5 8 6 0,0 0-5 0,0 0-10 15,0 0 15-15,0 0-1 0,0 0 3 0,0 0-3 16,0 0 2-16,0 0 1 0,9 29-1 0,-6-13-2 16,-1 1 7-16,2 4-4 0,-3-2-2 0,-1 5 3 15,2 4-4-15,-1 1 5 0,-1 1-1 0,1-1 2 16,0 2-1-16,2 2-5 0,-3-1 3 0,0 1-1 15,4-1 1-15,-2 3-3 0,0 0 6 0,3-1-3 16,-4 0 0-16,5 10 5 0,-3-10-7 0,1 3 1 16,1-3 5-16,0 0 0 0,4 2 1 0,1-2-3 15,-1 0 4-15,3-1-6 0,0 2 6 0,6 7-7 16,-5-10 4-16,1-5-3 0,3 4 4 0,-1-5-1 16,2-2-5-16,-4 0-1 0,2-3 7 0,0-1-2 15,-4-5-3-15,-1 1 5 0,1-1-1 0,-5-4 1 16,2-1-4-16,-2-1 1 0,-1 0-6 15,2 0 2-15,-3-3 0 0,-1-2 0 0,1 0 4 0,-2 1 3 16,-3-5-4-16,0 0 3 0,5 6-3 16,-5-6 3-16,0 0-1 0,0 0-2 0,0 0 4 0,0 0 0 15,0 0-4-15,2-21 0 0,-1 12 3 0,-1-1-3 16,3-1 2-16,0-7-9 0,-1 0 5 0,1 1 0 16,3-2-1-16,1-8 0 0,1-2 4 0,1 0-2 15,2-2-1-15,0 2-3 0,1-3 9 16,0-1-9-16,4 1 5 0,-1-11-6 0,0 11 1 0,-1-1 0 15,7-12 1-15,-5 14 1 0,-1 1-2 0,-1-3-1 16,1 0 2-16,0 0-2 0,6-9 0 0,-10 11 1 16,3-2 1-16,-1 2-3 0,0-1-2 15,-2 0 5-15,2 2 1 0,-5-2-7 0,1 0 8 0,-2 1-1 16,4-1-2-16,-4 2 5 0,0-2-4 0,3 4 2 16,0 2 1-16,0-1-4 0,3 4 2 0,-5 5 0 15,-1 0 0-15,-4 0-1 0,2 2 0 0,0 7 0 16,-2-1 2-16,1 1-2 0,-4 9 4 0,5-12-6 15,-5 12 4-15,2-10-11 0,-2 10 8 0,0 0-1 16,4-8 0-16,-4 8-2 0,0 0 1 16,0 0 2-16,0 0 4 0,0 0-5 0,12 22 2 0,-7-12 3 15,-4 2-1-15,2 1-2 0,0 4 2 0,-1 2-5 16,-1 0 5-16,2 6-1 0,-1-5 4 0,1 7-7 16,1 3 1-16,-2-1 4 0,-1-1-1 0,6 2 3 15,-6-1 1-15,0-1 1 0,3 3-2 0,0 1 0 16,-2-2 1-16,1 2-1 0,5-1 0 0,-3 2-1 15,2-2-3-15,0 0 6 0,-3-1-2 0,2 3 0 16,2-2-1-16,-4-4 5 0,3 1-2 0,1-2-3 16,2 0 2-16,-2-2-2 0,-1 0 5 0,0 1-3 15,3-3 0-15,-4-2-2 0,0-2 4 0,1-1-1 16,-3 1-1-16,4 1-1 0,-3-2 1 16,3 1-3-16,-2-2 2 0,1 0-4 0,0 2 3 0,-2-2 0 15,2 0 2-15,-1-2-6 0,-2-1 4 0,2-3-1 16,-2 0 2-16,0 0-1 0,-2 1-3 0,3-3 3 15,-1 2-1-15,-2 0 2 0,-1-4-3 16,3 3-1-16,-2-5 3 0,-2-4-4 0,5 9-2 16,-5-9 6-16,0 0 0 0,2 5-1 0,-2-5 0 0,0 0 0 15,0 0-2-15,2 8 2 0,-2-8-3 0,0 0-2 16,5 7-10-16,-5-7-9 0,5 3-18 0,-5-3-25 16,6 3-24-16,-6-3-16 0,0 0-20 0,10 4-32 15,-10-4-23-15,3 2-109 0,-3-2-313 0,0 0 140 16</inkml:trace>
  <inkml:trace contextRef="#ctx0" brushRef="#br0" timeOffset="-205291.06">25002 15185 58 0,'0'0'67'0,"0"0"-7"0,0 0-6 16,0 0-9-16,0 0 3 0,0 0-10 0,0 0-1 0,0 0 6 15,0 0-10-15,0 0-4 0,0 0 14 0,0 0-9 16,0 0-13-16,0 0 7 0,0 0-6 16,-1-8-4-16,1 8 2 0,0 0-8 0,0 0 10 15,0 0-11-15,-12-1 3 0,12 1-3 0,0 0 1 16,0 0-3-16,-11 1 4 0,11-1-7 0,0 0 5 0,-8 2-3 15,8-2 1-15,0 0 5 0,-10 1 0 0,10-1-5 16,0 0 9-16,0 0-13 0,0 0 5 16,0 0-13-16,0 0 14 0,0 0-2 0,0 0 16 0,0 0-8 15,0 0 11-15,0 0-5 0,0 0-2 16,27 9 3-16,-15-7 4 0,-1 0-4 0,0 0-4 16,3 1 3-16,-1-2 0 0,6 0 0 0,-6 1 2 0,5-1 1 15,1 1-3-15,-2 0 1 0,1 0 4 0,-2 0-7 16,-1-2 7-16,-2 1-12 0,0 0 1 15,-1 1 0-15,-1-4 0 0,-3 4-1 0,-1-2-5 16,-7 0 4-16,12 0 0 0,-12 0-8 0,9 0 2 16,-9 0 1-16,9 2 3 0,-9-2 0 0,0 0-1 0,0 0 2 15,10 0 0-15,-10 0-2 0,0 0 2 0,0 0 0 16,0 0-3-16,8 1 6 0,-8-1-3 16,0 0-2-16,0 0 3 0,0 0-3 0,0 0-5 15,0 0-2-15,0 0-1 0,0 0-14 0,0 0-8 16,0 0-12-16,0 0-23 0,0 0-25 0,0 7-11 0,0-7-32 15,0 0-102-15,0 0-239 0,0 0 106 0</inkml:trace>
  <inkml:trace contextRef="#ctx0" brushRef="#br0" timeOffset="-203108.37">19579 14960 8 0,'11'3'-2'0,"-11"-3"-1"0</inkml:trace>
  <inkml:trace contextRef="#ctx0" brushRef="#br0" timeOffset="-202773.98">21021 14867 57 0,'0'0'52'0,"0"0"-21"0,0 0-19 0,0 0-22 16,0 12-14-16,0-12-26 0,0 0 12 0</inkml:trace>
  <inkml:trace contextRef="#ctx0" brushRef="#br0" timeOffset="-202424.83">22192 14927 38 0,'0'0'76'15,"0"0"-9"-15,0 0-7 0,0 0-10 0,0 0-21 16,0 0-5-16,0 0-37 0,0 0-43 15,0 0-60-15,23 7 27 0</inkml:trace>
  <inkml:trace contextRef="#ctx0" brushRef="#br0" timeOffset="-201738.22">23710 14816 8 0,'0'0'102'0,"0"0"-6"0,0 0-9 0,0 0-11 16,0 0-15-16,0 0 1 0,0 0-17 0,0 0-25 15,0 0-23-15,0 0-32 0,0 0-52 0,0 0-93 0,0 0 41 16</inkml:trace>
  <inkml:trace contextRef="#ctx0" brushRef="#br0" timeOffset="-201447.68">24708 14659 58 0,'0'0'105'0,"0"0"-20"0,0 0-10 16,0 0-24-16,0 0-26 0,0 0-25 0,0 0-32 15,0 0-30-15,0 0-66 0,-15 18 30 0</inkml:trace>
  <inkml:trace contextRef="#ctx0" brushRef="#br0" timeOffset="-199922.5">25110 15339 56 0,'-10'0'76'15,"10"0"6"-15,0 0 2 0,0 0 6 0,-9-2 0 0,9 2-6 16,0 0 2-16,0 0-14 0,0 0 9 0,0-12-10 15,0 12 0-15,2-10 10 0,-2 10-10 16,7-17-4-16,-1 5-16 0,1-3 1 0,1 0-6 0,0 0 0 16,3-2-2-16,3-5-14 0,-1 1 6 15,3-2-7-15,0-1-2 0,0 1-5 0,-1-2-3 0,4-3-3 16,-3 0 0-16,1-4-2 0,8-7-4 0,-4-3 4 16,-6 10-5-16,2-14-1 0,3 0-2 0,-3 0-2 15,0 1 4-15,-2 1-6 0,-5 11 4 16,6-11 3-16,-9 8-5 0,2 6 3 0,-1-6-3 15,2 4 1-15,-1 0 2 0,-1 3-9 0,-1 0 5 0,0 4 5 16,-2 0-10-16,-1 8 6 0,0 2-3 0,-2 2-2 16,-1 1 6-16,3 3-3 0,-2 0 0 0,0 3-1 15,-2 6-3-15,1-10 3 0,-1 10-6 0,4-11 2 16,-4 11 1-16,3-4 2 0,-3 4-6 16,0 0 5-16,0 0 1 0,0 0-2 0,0 0 0 0,11 14 9 15,-7-7-3-15,-2 2 1 0,0 1 1 0,0 2 0 16,1 1-11-16,4 1 11 0,-4 4 7 0,-2-1-8 15,6-1 7-15,-3 3 7 0,3 0-4 16,2 7 1-16,0 1 4 0,2-1-6 0,1 1 4 16,1 0-2-16,1 3 2 0,-1-3-2 0,0 1 1 15,3 3-5-15,-4 1 4 0,2-5 1 0,-1 4-2 0,1-2 1 16,-2 2 8-16,0 0 2 0,2 0 0 0,-4 1-1 16,4-3-5-16,-5 0 0 0,4-4-7 0,1 2 5 15,-3-2-2-15,1-3 2 0,1 3 1 0,-5-9-5 16,2 3 3-16,1-4-3 0,-2 0-3 15,0-1 2-15,-2-3 3 0,0 2-7 0,1-2 4 0,0 0-5 16,-2-3 0-16,3 0-4 0,-5 1 1 0,1-3-2 16,2-2 0-16,-3 0 5 0,1 1-2 0,-1 0-3 15,-4-5 2-15,5 6-2 0,-1-4 2 0,-4-2-4 16,6 5 2-16,-6-5 4 0,0 0 0 16,8 3-4-16,-8-3 5 0,0 0-3 0,0 0-1 15,0 0 1-15,0 0-1 0,0 0 0 0,0 0-1 0,2-15-6 16,-2 15-2-16,0-11 8 0,0 11 0 0,-2-9-1 15,2 9 0-15,0-11-1 0,2 3 2 0,-2 8-3 16,-2-18 2-16,4 9-1 0,0-3-2 16,-2-3 2-16,2-2 1 0,-1-1-3 0,1 0 0 15,2-10-2-15,4 0 0 0,0 1-3 0,1-3-6 0,4-1-1 16,5-12-2-16,3 0-6 0,-1 1-5 0,4-4-5 16,-1 5 1-16,4-4-4 0,-5-2 5 0,5 2 1 15,0 2-3-15,-2 2 0 0,4-2 11 0,-12 10-2 16,9-11-1-16,-2 5 1 0,-7 9 0 15,0 2 7-15,-1-3 1 0,-1 3 2 0,-3 0 0 16,1 1 0-16,-2 1 4 0,-1 4-4 0,-1-3 6 0,1 2 3 16,-2 7-4-16,-4 0 3 0,1 0 1 0,1 3 3 15,-2 3-11-15,1-3 11 0,0 3-6 0,-1 0 5 16,-3 2-2-16,3 2 7 0,-2 1 3 16,-2 5 1-16,4-9-1 0,-4 9-4 0,0 0 3 15,2-8-2-15,-2 8-5 0,0 0 3 0,0 0-2 16,7-1 0-16,-7 1 3 0,0 0 0 0,8 15 7 0,-4-6 0 15,0 7 3-15,1 1-3 0,3 9 1 16,-3 2 1-16,2 2 3 0,0 2 2 0,-1 3 4 16,1-1 6-16,-1 13-5 0,0-12 2 0,-2 12-4 15,5-2 2-15,-5-9-6 0,3 15 6 0,4 0-1 16,-2-2-1-16,0-1-1 0,2-2-4 0,0-1-3 0,0-1 3 16,1-12 1-16,3 11-3 0,-1-12-7 0,-1-1 0 15,2-1-8-15,-2-4-33 0,3 1-24 0,-5-2-40 16,2 0-41-16,-4-7-44 0,-6 2-127 15,3-1-336-15,-4-3 149 0</inkml:trace>
  <inkml:trace contextRef="#ctx0" brushRef="#br0" timeOffset="-197822.83">15734 15494 47 0,'-8'-1'54'0,"8"1"-9"16,-19 0 1-16,8 2-2 0,-7-1-8 0,-1 1 1 15,-1 3-5-15,-8 1-3 0,-1 3-5 0,-2-2 4 16,1-1 1-16,-2 1-1 0,-2 0 0 0,1 0 2 15,-1 2-8-15,1-1 0 0,2-1-7 0,-5 0 6 16,4-1-2-16,0 1 2 0,1-2-5 0,1-1-1 16,3 3-1-16,6-4 7 0,0-2 3 0,4 3 5 15,-2-3-6-15,0 1 0 0,2 1 2 0,1-2-2 16,3 2-5-16,-4-1 13 0,4 0 0 0,-3 3 8 16,3-1-12-16,1 0 3 0,-3 0-8 0,4-1 5 15,-2 0-4-15,2 2-4 0,0-1-2 0,1 2 3 16,1-2-3-16,0 1-3 0,0-1-9 0,4 0 10 15,-1 4-7-15,-1-1 0 0,1 0-3 0,-2 0 6 16,4 2 1-16,0-1-4 0,2 1-6 0,-2-1 5 16,-1-1 0-16,3 0-2 0,0-1 11 0,2-6-10 15,-1 14-1-15,-2-6-3 0,3 0 1 0,0 2-2 16,3-1 2-16,-2 1 5 0,-1 0 1 0,4 3 0 16,0 0-4-16,-2 3 8 0,1 0-8 0,3 1 4 15,3 6 1-15,0 0 7 0,-2 2 6 0,2 0-7 16,-3 4 4-16,4 3-2 0,-1 0-2 0,0 1 6 15,1 0 1-15,3 12-1 0,-7-10-30 0,10 11 6 16,-6 1-2-16,1-2 1 0,-3-10 6 0,-1 11 1 16,5-1-1-16,0-15 7 0,-1 15-5 0,1-13 3 15,-3 2 4-15,4 10 1 0,3 0 3 0,-4 3-2 16,-1-1 5-16,-2 0-5 0,-1 1 3 0,-4-1-8 16,6 0 5-16,-5-13-3 0,-5 2 0 0,4 10-2 15,0-12-4-15,-3 1 41 0,0-5-10 0,2-1-2 16,-1 0-5-16,1 0 1 0,-2-9-10 15,0-1 2-15,3-1-5 0,-1 0 1 0,1-6-3 0,-4 3 1 16,1-3-1-16,0-3-3 0,2-1-1 0,-2 0 3 16,2 0-5-16,-3-7-1 0,3 9 2 15,-3-9-5-15,3 8 3 0,0-3 2 0,-1-1-5 16,-2-4-1-16,8 7 0 0,-8-7-1 0,3 5-1 0,-3-5 5 16,10 4-5-16,-10-4 1 0,17 4 1 15,-6-6-2-15,3 4 1 0,6-5-1 0,2 2 7 16,4-2-5-16,7-3 0 0,-1 2 3 0,6-2-3 15,14-2 1-15,3 0-2 0,3 2 4 0,2-2-3 16,5 3 2-16,26-8 0 0,-25 9-1 0,25-3-7 0,1 0 7 16,-1 6 1-16,2-5-1 0,-2 4-2 15,3 2-1-15,1 3 7 0,1 2-9 0,6-3 3 16,4 1 6-16,3-6-6 0,6 2 2 0,0 2 0 16,5 1-3-16,-6-1-6 0,-6-4-4 0,3 5 5 15,-1-5-2-15,3 0-2 0,3-4 6 0,6 0-4 16,-6 2 3-16,3-5-3 0,-8 4 1 0,3-2-1 15,-3 0 5-15,-4 3 0 0,-2 1 4 0,-2 0-8 16,-11-1 5-16,0 0-1 0,-28 3-4 0,30 2 6 16,-29-5 2-16,-3 0-4 0,5 1 3 0,24 0-6 15,-27 1-1-15,-4 1-13 0,1 2-5 0,-4-3-15 16,2 3-2-16,-4-1-17 0,-2 1-14 0,-16-2-19 16,0 4-10-16,-1-2-14 0,2 0-14 0,-2 1-8 15,1 2-107-15,-3-1-262 0,-1 1 116 0</inkml:trace>
  <inkml:trace contextRef="#ctx0" brushRef="#br0" timeOffset="-197309.08">20245 16730 96 0,'0'0'153'0,"0"0"-19"0,0 0-9 0,-7-6-14 15,7 6-13-15,0 0-4 0,0 0 4 0,0 0 5 16,-3 37-1-16,4-12-9 0,1 2-6 0,0 4 0 16,0 1-10-16,3 15-5 0,1-11-3 0,2 12-10 15,-4 2-6-15,1-2-7 0,1 1-4 0,-1-4-1 16,-2 1-3-16,-2-11-6 0,-1 10 2 0,0-9-9 16,0 0-18-16,1-3-13 0,2 2-18 0,-2-3-26 15,4-1-15-15,-4-2-26 0,3 0-32 0,0-2-147 16,-2-1-292-16,-2-7 130 0</inkml:trace>
  <inkml:trace contextRef="#ctx0" brushRef="#br0" timeOffset="-197002.82">20611 17021 131 0,'0'0'187'0,"-3"-14"-10"0,3 14-16 16,-2-9-20-16,2 9-13 0,0 0-12 0,0 0-13 15,0 0-9-15,0 0-9 0,0 0 1 0,0 0-10 16,11 38-10-16,-7-19-1 0,-1 9-8 0,0 0-3 15,0-2-6-15,2 3-8 0,0-2-1 0,-1 5-8 16,1-3-2-16,-1 0-26 0,0 3-33 0,-3-6-41 16,2 7-45-16,-1-6-50 0,-2 2-90 0,2-5-277 15,-1-5 123-15</inkml:trace>
  <inkml:trace contextRef="#ctx0" brushRef="#br0" timeOffset="-196557.92">20667 17247 86 0,'0'0'127'0,"0"0"-6"0,0 0-9 0,58 1-5 16,-28 0-7-16,5 2-10 0,2-4-6 0,15 4-5 16,1-3-5-16,0 2-8 0,4-2-6 0,-1 2 2 15,1-1-3-15,2-1 6 0,2 0 3 0,6-2 10 16,29 1-6-16,-2-6-6 0,2 3 0 0,1-2-2 15,8 0 5-15,10 0 9 0,1-5-4 0,6 1-2 16,6-2-16-16,3-1 9 0,-4 2-6 0,-1-2-7 16,7 1 0-16,0-1-4 0,-1 0-6 0,-8 6 0 15,-6-2-9-15,0 0 0 0,-7-4-4 16,4 6 1-16,-7-2-7 0,0 2-3 0,-2-4-13 0,2 5-7 16,-6-8-17-16,-2 9-23 0,1-5-21 15,-7 3-12-15,-3-4-40 0,-26 4-26 0,2 3-32 0,22-2-26 16,-30 2-100-16,0-2-321 0,-1 4 142 0</inkml:trace>
  <inkml:trace contextRef="#ctx0" brushRef="#br0" timeOffset="-195167.36">27028 15034 34 0,'-4'-7'85'16,"4"7"9"-16,0 0-3 0,0 0-32 0,0 0-6 15,0 0-5-15,0 0 8 0,0 0 7 0,0 0 1 16,-6 26 1-16,4-15-1 0,-3 5-3 0,5 1 0 15,-4 2 0-15,-1 6 1 0,1 3 1 0,-1 2-7 16,5 1 2-16,-5 1 0 0,1-1 0 0,2 1-1 16,0 4-4-16,-2-1-4 0,1 0-2 0,3 13-3 15,-2-1-7-15,2-15 6 0,0 3-9 0,0 1-6 16,-2-1 1-16,0-1-1 0,2 2-2 0,-2-1-6 16,2-2 1-16,0-1-9 0,-3-3 12 0,3 2-10 15,-1-3-2-15,-1 3-2 0,2-4 0 16,-4 2 0-16,2 0 5 0,0-3 2 0,2 0-2 0,-3 2 4 15,-1-1-8-15,2 0-6 0,-2-1 3 0,-1-6 2 16,-2 6-4-16,-2-2 1 0,3 0 0 0,1-7-2 16,1 1-2-16,-2-1 3 0,0 0-1 0,4-1-1 15,-3-4-3-15,3 2 1 0,-2-1 3 16,2-2-2-16,0 0-20 0,-4 0 4 0,4-1-1 16,-2 1 5-16,2-1 0 0,-1 0 5 0,-1-2-2 15,2 5 1-15,-3-2 2 0,1 1-2 0,-3-3 6 0,4-1-3 16,-3 3-2-16,2-3 3 0,-1 2-1 0,-1 0-4 15,-2 1 5-15,2-3-3 0,-1 2 9 0,1-2-6 16,0 0-2-16,0 1 0 0,-3-2-1 16,5 1 5-16,-3 0-3 0,0 0 2 0,0 0-1 15,-1-2 2-15,1 0-10 0,0 1 12 0,-2-3-4 16,2 3 3-16,-2-1 1 0,-2-3-1 0,4 2 4 16,-2-1-5-16,0 0 0 0,0-1 0 0,0 0 1 15,-1 0-2-15,2 1 1 0,1 1 4 0,-5 0-2 16,4-2-2-16,-1 3 3 0,3-2-1 0,-3 1-9 0,-1-2 6 15,10-3 5-15,-17 9-4 0,10-7 3 16,-2 3-4-16,0-1 1 0,0-1-4 0,-3 1 4 16,2-1 4-16,-1 1-2 0,-1-1 0 0,1 1-4 15,-1-2-1-15,-5 2 3 0,3-1-1 0,-2 0 5 16,-4 0-4-16,-9 3 4 0,0-2-5 0,4 2-3 16,-4-1 6-16,-2 1-1 0,-3 0-6 0,-3-1 4 15,-1 2 1-15,1-2-5 0,-13 5-1 0,-1-2 0 16,12-2 5-16,1 0-5 0,0 0 7 0,-2 0 0 15,1 1 0-15,3-1-6 0,-18 5 0 0,21-5 0 16,-3 1 1-16,0-1 1 0,-16 1-1 0,16-1-1 16,0-1-6-16,-1 1 14 0,3 2-2 0,-3-5-5 15,-3 4 6-15,-12 0-7 0,3 1 7 0,-5 3-5 16,0-2 3-16,2-1-2 0,1 0 2 0,-2 1-2 16,-1 2-1-16,2 0 0 0,-2 1 2 0,2-2-3 15,15 0 3-15,4-2-2 0,-2 2-3 0,5-3-24 16,11 0-19-16,0-2-32 0,3 0-39 0,0 0-23 15,2 1-115-15,-3 2-278 0,6-5 123 0</inkml:trace>
  <inkml:trace contextRef="#ctx0" brushRef="#br0" timeOffset="-194379.09">19801 17629 25 0,'0'0'104'0,"-19"-3"-9"0,19 3 7 16,-15-4 16-16,15 4 6 0,-14-2 3 0,14 2-11 15,-11-1-10-15,11 1-7 0,0 0 2 0,0 0-14 16,-12-2-6-16,12 2-7 0,0 0-6 0,0 0-6 16,0 0-8-16,0 0-9 0,0 0 0 0,0 0-9 15,0 0-8-15,0 0 6 0,0 0-8 0,0 0 2 16,35-8-1-16,-21 5-8 0,0 3-1 0,4-3-8 15,0 2-7-15,-18 1-13 0,26 1-12 0,-11-1-16 16,-15 0-14-16,25 3-22 0,-12-3-20 0,1 2-10 16,-4-1-13-16,2 3-17 0,-5-1-70 0,-7-3-219 15,0 0 98-15</inkml:trace>
  <inkml:trace contextRef="#ctx0" brushRef="#br0" timeOffset="-194152.57">19808 17504 128 0,'0'0'121'16,"0"0"-8"-16,-7-5-11 0,7 5-9 0,0 0-6 16,0 0 0-16,0 0 20 0,0 0-17 0,7 35-5 15,-3-17-5-15,-1 7-10 0,3 1-8 0,-1 2-2 16,2 1-6-16,-2-2-11 0,-1-1 1 0,1 2-46 15,0-1-17-15,0 0-20 0,-3 0-27 0,4-1-35 16,-5-5-100-16,-1 5-216 0,4-6 97 0</inkml:trace>
  <inkml:trace contextRef="#ctx0" brushRef="#br0" timeOffset="-193477.22">20211 17708 120 0,'0'0'126'0,"0"0"-6"0,-4-7-6 0,4 7-9 0,0 0-9 15,0 0-22-15,0 0-3 0,0 0 4 0,0 0-5 16,0 0 0-16,0 0-7 0,0 0 4 0,9 31-11 15,-9-20 0-15,4 0-5 0,-2 1-11 0,2 3-4 16,0 1-3-16,-3-4-2 0,-1 0-7 0,2 0 6 16,0 0-5-16,1 0-5 0,-2 4-11 15,3-5-26-15,-2 0-21 0,1 1-25 0,2 0-25 16,-3-1-33-16,2 0-89 0,0-1-226 0,-4-10 100 16</inkml:trace>
  <inkml:trace contextRef="#ctx0" brushRef="#br0" timeOffset="-193141.29">20353 17842 140 0,'0'0'147'0,"0"0"-14"0,0 0-19 0,0 0-4 16,0 0-7-16,21 20-8 0,-21-20-2 0,18 2-9 15,-5-2-3-15,-1 0-4 0,0-1-10 0,2-1-2 16,2-2-4-16,3-1-1 0,0 0-5 0,-2-1-3 16,1-2-4-16,-7 1 1 0,-1 2-3 15,2 0-1-15,-3 0 3 0,-4 0 0 0,-1 1 2 16,-4 4-9-16,0 0-9 0,1-15-1 0,-1 15-1 16,0 0-2-16,-13-14-5 0,5 11 0 0,-2-1-3 0,-4 1 1 15,0 0-4-15,0 3-3 0,-4 0 0 0,2 2-1 16,2 2-1-16,1 0-4 0,-1 3-10 15,-2 3-7-15,7-4-29 0,-2 2-25 0,2 0-22 16,4 3-19-16,1-2-27 0,3 0-36 0,-1 2-100 16,2-11-288-16,2 20 127 0</inkml:trace>
  <inkml:trace contextRef="#ctx0" brushRef="#br0" timeOffset="-192814.86">20686 17713 24 0,'1'-8'174'0,"-1"8"-13"15,0 0-16-15,0 0 4 0,0 0-6 0,0 0-14 0,15 14-7 16,-10-3-7-16,2 0-10 0,1 3-9 0,1-1-7 16,-1 3-7-16,2-1-7 0,-2-1-9 15,1 1-4-15,-1-1-4 0,-1-2-8 0,-1-4 1 0,2 3-3 16,0-4-8-16,0 0 2 0,-1 0-2 15,-2-3 2-15,-5-4 13 0,8 4 4 0,-8-4 4 16,0 0-6-16,0 0-6 0,0 0-4 0,20-13-6 16,-16 4-5-16,-4 9 3 0,8-22-3 0,-3 9-4 15,-3-3-3-15,1 0-3 0,-2 1-5 0,-1 15 3 16,-1-25-3-16,-1 13-7 0,2 12-3 0,-5-22-15 16,3 14-16-16,2 8-26 0,-3-15-36 0,3 15-30 15,0 0-40-15,-5-13-30 0,5 13-180 0,0 0-393 16,0 0 174-16</inkml:trace>
  <inkml:trace contextRef="#ctx0" brushRef="#br0" timeOffset="-192589.96">21100 17563 88 0,'0'0'143'15,"17"-4"-11"-15,-17 4-7 0,19 0-16 0,-6-3-14 16,-13 3-7-16,29 1-21 0,-9-1-52 0,5-6-45 16,-3 0-109-16,-1 5-150 0,6-5 66 0</inkml:trace>
  <inkml:trace contextRef="#ctx0" brushRef="#br0" timeOffset="-192445.91">21744 17381 88 0,'4'-10'171'0,"-4"10"-32"0,0 0-31 0,0 0-65 0,0 0-60 15,0 0-72-15,0 0-97 0,0 0 44 0</inkml:trace>
  <inkml:trace contextRef="#ctx0" brushRef="#br0" timeOffset="-190036.14">16586 15059 19 0,'0'0'3'0,"0"0"-7"0,0 0-4 16,0 0 2-16</inkml:trace>
  <inkml:trace contextRef="#ctx0" brushRef="#br0" timeOffset="-188947.88">16841 15137 59 0,'0'0'72'0,"0"0"-6"16,0 0 5-16,0 0-10 0,0 0 0 0,0 0-3 16,0 0-5-16,0 0-8 0,0 0-3 0,0 0-8 15,0 0 11-15,0 0-20 0,0 0 6 0,0 0-11 16,0 0 4-16,0 0-12 0,0 0-4 0,0 0-17 16,0 0-22-16,0 0-18 0,0 0-68 0,0 0-126 15,0 0 56-15</inkml:trace>
  <inkml:trace contextRef="#ctx0" brushRef="#br0" timeOffset="-179940.97">16514 15207 4 0,'0'0'60'0,"-4"-8"-1"0,4 8-2 16,0 0-3-16,-3-6-5 0,3 6-1 0,0 0 4 16,0 0-5-16,0 0-1 0,0 0-6 0,0 0 1 15,-4-9 1-15,4 9 5 0,0 0-19 0,0 0-7 16,0 0 6-16,0 0-7 0,0 0 10 0,0 0-19 15,0 0 2-15,0 0 3 0,0 0-3 0,0 0-19 0,0 0 18 16,0 0 0-16,0 0-5 0,0 0-4 0,0 0 7 16,0 0-4-16,0 0-3 0,0 0 3 15,0 0 0-15,0 0-8 0,0 0 9 0,0 0 0 16,0 0 9-16,0 0-12 0,0 0-2 0,0 0 3 16,0 0-1-16,7 33 0 0,-7-33-5 0,2 9 14 15,-2-9 2-15,2 11-5 0,-2-11 9 0,2 17-7 16,0-9 6-16,0 2 7 0,2 1-2 0,-3 4 16 15,2 3 5-15,-3 0-5 0,1 0-1 0,0 2-5 16,0-2-4-16,-2 1 1 0,0 0-3 0,1-2-3 16,1 2-2-16,-1-3-4 0,0-5 3 0,1 1 0 15,-1 0-3-15,2-3-4 0,-1-2-1 0,0-1-1 16,-1-6 5-16,2 11-4 0,-2-11-1 0,1 9 1 16,-1-9 1-16,4 5 7 0,-4-5 2 0,0 0 6 15,1 8 4-15,-1-8 6 0,0 0 1 0,0 0-2 16,0 0-4-16,0 0 2 0,0 0-11 0,0 0-2 15,0 0 2-15,0 0-8 0,0 0 2 0,0 0-4 16,0 0 4-16,0 0-8 0,0 0 1 0,0 0-1 16,0 0-2-16,1-26-1 0,-1 26-6 0,2-7-6 15,-2 7-18-15,0 0-9 0,0 0-12 0,-2-11-15 16,2 11-7-16,0 0-3 0,0 0-8 0,0 0-3 16,0 0-6-16,-1-9-6 0,1 9-12 0,0 0-9 15,0 0-4-15,0 0 8 0,-6-5-60 0,6 5-181 16,0 0 80-16</inkml:trace>
  <inkml:trace contextRef="#ctx0" brushRef="#br0" timeOffset="-178697.72">16498 15267 30 0,'0'0'34'16,"0"0"-4"-16,-4-15 0 0,4 15-2 0,0 0 0 15,0 0-2-15,0 0 4 0,0 0-5 16,0 0-1-16,0 0 0 0,0 0-1 0,0 0-4 16,0 0 1-16,0 0-2 0,0 0-4 0,0 0 0 0,0 0-1 15,0 0-4-15,0 0 7 0,0 0-3 0,0 0-9 16,0 0 11-16,0 0-4 0,0 0-3 0,0 0 5 16,9 32 2-16,-7-23 1 0,-1 0-1 0,1 2-1 15,1 0 3-15,1-2-1 0,-1 2 3 16,-1-2 0-16,4 4 0 0,-3-2 13 0,-1 1-2 15,2 0-9-15,-2-1 6 0,0-1-7 0,1 1 0 16,-1 0 0-16,0 0-1 0,1 0 4 0,2-2-3 0,-2 1 2 16,-2-1 5-16,0-1-5 0,-1-8-10 0,3 11 4 15,-2-6-2-15,-1-5 7 0,2 11-15 0,-2-11 7 16,1 7-8-16,-1-7 3 0,0 0-2 16,0 7 5-16,0-7-14 0,0 0 18 0,0 0-2 15,0 0-2-15,0 0 0 0,1 8-5 0,-1-8 4 16,0 0 3-16,0 0 0 0,0 0-10 0,0 0 17 15,0 0-7-15,0 0-6 0,0 0 5 0,0 0-3 0,0 0 1 16,0 0-4-16,0 0 2 0,0 0-1 0,0 0 1 16,0 0-6-16,0 0-5 0,0 0 3 15,0 0-8-15,0 0-6 0,0 0-12 0,0 0-4 16,0 0-20-16,0 0 3 0,0 0-1 0,0 0-13 16,0 0 4-16,-6 4-7 0,6-4 4 0,0 0-10 15,0 0 1-15,0 0-44 0,0 0-120 0,-12 0 54 16</inkml:trace>
  <inkml:trace contextRef="#ctx0" brushRef="#br0" timeOffset="-176323.86">18101 15200 7 0,'0'0'13'0,"0"0"-6"0,0 0 5 16,0 0-2-16,0 0-3 0,0 0-2 0,0 0 2 15,0 0-5-15,0 0 4 0,0 0-3 0,0 0-1 16,0 0 6-16,0 0-10 0,0 0 5 0,0 0-3 16,0 0 1-16,0 0 2 0,0 0-2 0,0 0-3 15,0 0 2-15,0 0 2 0,0 0-2 0,0 0 3 16,0 0-3-16,0 0 3 0,0 0-5 0,0 0 1 16,0 0 6-16,0 0-6 0,0 0 3 0,0 0-1 15,0 0-5-15,0 0 2 0,0 0 2 0,0 0 2 16,0 0-2-16,0 0-3 0,0 0 5 15,0 0-5-15,0 0 8 0,0 0-2 0,0 0-2 16,0 0-2-16,0 0 0 0,0 0 3 0,0 0-3 0,0 0 2 16,0 0-3-16,0 0 4 0,0 0-2 0,0 0 0 15,0 0-1-15,0 0-5 0,0 0 8 0,0 0 1 16,0 0-7-16,0 0 2 0,0 0 2 16,0 0 0-16,0 0-3 0,0 0-5 0,0 0 0 15,0 0-6-15,0 0-14 0,0 0 7 0</inkml:trace>
  <inkml:trace contextRef="#ctx0" brushRef="#br0" timeOffset="-174015.31">18054 15203 26 0,'0'0'33'0,"-6"4"6"16,6-4-8-16,0 0 0 0,0 0-1 0,0 0 0 16,0 0-2-16,0 0 1 0,0 0-7 0,0 0 5 15,0 0-1-15,0 0 1 0,0 0-3 0,0 0 2 16,0 0 0-16,0 0-7 0,0 0-6 0,0 0 10 15,0 0-10-15,0 0 1 0,0 0 6 0,0 0 0 16,0 0-8-16,0 0 5 0,0 0-3 0,0 0 5 16,0 0-6-16,0 0 2 0,0 0 0 0,0 0-5 15,0 0 5-15,0 0 1 0,0 0-1 0,0 0 5 16,0 0-4-16,0 0 12 0,0 0-17 0,0 0 3 16,0 0 8-16,0 0-9 0,0 0 1 0,0 0-6 15,0 0 7-15,0 0 3 0,0 0-6 0,0 0-4 16,0 0 10-16,0 0-5 0,0 0-2 0,0 0 4 15,0 0-7-15,0 0 1 0,0 0 0 16,0 0 3-16,0 0 1 0,0 0 1 0,0 0 7 0,0 0-15 16,0 0 4-16,0 0-9 0,0 0 12 0,0 0-8 15,0 0 1-15,0 0 2 0,0 0-3 0,0 0 4 16,0 0-12-16,0 0 6 0,0 0 1 0,0 0-3 16,0 0 4-16,0 0 7 0,0 0-12 0,0 0 2 15,0 0-1-15,0 0 0 0,0 0-4 0,0 0 8 16,0 0 3-16,0 0-2 0,0 0-7 0,0 0 7 15,0 0-5-15,0 0 0 0,0 0 6 0,0 0-7 16,0 0 17-16,0 0-18 0,0 0 2 0,0 0 5 16,0 0-5-16,0 0 0 0,0 0-2 0,0 0 1 15,0 0 4-15,0 0-9 0,0 0 9 0,0 0-1 16,0 0-5-16,0 0 0 0,0 0 6 0,0 0-5 16,0 0-6-16,16-17 11 0,-16 17-5 0,4-4 0 15,-4 4 3-15,6-5-1 0,-6 5 0 0,5-4 1 16,-5 4-4-16,0 0-9 0,7-6 15 0,-7 6-22 15,5-2 26-15,-5 2-8 0,0 0 0 16,7-4 3-16,-7 4-4 0,0 0-1 0,0 0-1 0,8-2 3 16,-8 2-4-16,0 0 3 0,0 0 1 0,12 7-3 15,-12-7 6-15,5 6-7 0,-5-6 5 0,6 7-2 16,-4 0 8-16,1 2-2 0,0-3 0 0,-2 4-10 16,0-3 5-16,0 2 3 0,-1 0 2 0,-1 1-3 15,0 1 4-15,1 0-8 0,-3 0 4 0,2-1-1 16,0-5 2-16,1-5-6 0,-2 11 3 0,1-5 10 15,1-6-15-15,-4 10 4 0,3-6 4 0,1-4-2 16,-6 10 3-16,6-10 4 0,-5 10-3 0,1-7-6 16,4-3 9-16,-5 7 5 0,5-7-9 0,-6 4 3 15,6-4-9-15,0 0 7 0,-7 4-2 0,7-4-5 16,0 0 4-16,0 0 2 0,-8 3 3 16,8-3-11-16,0 0 7 0,0 0 1 0,0 0-8 0,0 0 3 15,0 0-5-15,0 0 14 0,0 0-18 0,0 0 12 16,0 0 1-16,0 0-7 0,0 0 0 0,14 7 1 15,-14-7-3-15,13 2 3 0,-5 0-13 0,6-2-13 16,-1 2-25-16,4-2-16 0,1 0-17 0,4 0-84 16,0 3-183-16,-2-2 81 0</inkml:trace>
  <inkml:trace contextRef="#ctx0" brushRef="#br0" timeOffset="-173419.16">19568 15131 77 0,'0'0'106'0,"13"-4"-1"15,-7 2-19-15,-6 2-1 0,12-3-10 0,-5 3-2 16,-7 0-13-16,11 3-4 0,-5-1-5 0,-1 1-6 16,1 1 1-16,-6-4-2 0,8 9-7 0,-5-4-1 15,-2 1-11-15,-1-6 4 0,0 12-2 0,0-12-1 16,-5 16-4-16,2-8-10 0,-1-1 11 0,1-2-5 16,3-5-6-16,-5 11 0 0,3-6-9 0,2-5 10 15,-1 9-7-15,1-9 5 0,0 0-12 0,1 10 11 16,-1-10-4-16,4 7-1 0,0-1-3 0,1-2 0 15,-5-4 5-15,8 7-8 0,-3-2 5 0,0-2-5 16,0 1 3-16,0-1 7 0,1 2-13 0,0 0 8 16,-1-1 3-16,-1 1-9 0,0-1-3 0,-4-4 10 15,7 9-6-15,-7-9 3 0,4 5 4 0,-4-5-3 16,1 5-5-16,-1-5 3 0,0 0 3 0,-12 10 3 16,5-7-1-16,-1 0-10 0,1 0 10 0,-5 1-2 15,1-1 1-15,-2 0-2 0,3 0-4 0,-4-3-9 16,1 2-12-16,0-1-14 0,-2 0-21 0,2 3-40 15,1-3-85-15,-2-1-196 0,14 0 87 0</inkml:trace>
  <inkml:trace contextRef="#ctx0" brushRef="#br0" timeOffset="-172678.31">20630 15157 98 0,'0'0'95'16,"0"0"-13"-16,0 0-7 0,0 0-9 0,0 0-7 16,0 0-4-16,0 0-8 0,0 0-3 0,0 0-8 15,0 0 8-15,5 32-9 0,-2-22 3 0,1-1-10 16,2 0-8-16,0 0 13 0,2 0-9 0,0 0 5 16,-1-1-14-16,2-2 3 0,1-2 9 0,2-1-8 15,2-1-7-15,3-2-1 0,1-1 3 0,-1 0-2 16,0-3-2-16,0 0-3 0,-5 0-3 0,0 1 0 15,-1-6 2-15,1 3-4 0,-4 1 1 0,2-3 2 16,-4 1 2-16,-2-3 1 0,1 4 6 0,-2-2-9 16,1 2-7-16,-2 1 11 0,-2 5-7 0,1-10 6 15,-1 10 8-15,2-8-1 0,-2 8 3 0,0 0-2 16,0 0 4-16,0 0-10 0,0 0 0 0,0 0 2 16,-2 35-1-16,1-19-8 0,-3 4 6 0,6 6-2 15,0 1 1-15,2 2-6 0,0-4-21 0,1 3-42 16,3-3-46-16,-6 3-76 0,7-4-199 0,-4 1 88 15</inkml:trace>
  <inkml:trace contextRef="#ctx0" brushRef="#br0" timeOffset="-171932.99">21989 15159 4 0,'0'0'94'0,"0"0"-4"0,0 0-10 0,0 0-7 16,0 0-8-16,0 0-8 0,0 0-8 0,0 0-1 16,0 0-4-16,0 0-6 0,0 0 3 0,0 0-6 15,0 0 1-15,-12 21-1 0,8-17-2 0,4-4-6 16,-2 9 10-16,2-9-17 0,0 9 9 0,0-9-7 16,1 11 6-16,-1-11-6 0,5 9 2 0,-5-9-2 15,5 8-3-15,2-4-1 0,-1-1 4 0,0 3-7 16,1-2-4-16,-1 1 5 0,-1-3 3 15,0 3-1-15,1 1 14 0,1-1-6 0,-1-3-6 0,0 2 3 16,0 0-1-16,-1 0 4 0,-5-4-1 0,12 5-11 16,-7-1 1-16,-1-2 1 0,-1 3 2 0,-3-5-2 15,7 7 0-15,-7-7 2 0,2 8-1 0,-2-8 0 16,-3 11-4-16,-3-3-5 0,0 1 2 0,0-2 1 16,-5 4-2-16,-3 0-1 0,4-3-5 0,-4 2-26 15,0-2-21-15,4-1-27 0,-4 1-23 0,2 0-14 16,1-4-98-16,-5 1-223 0,5 0 98 0</inkml:trace>
  <inkml:trace contextRef="#ctx0" brushRef="#br0" timeOffset="-171771.72">22134 15111 67 0,'13'-6'91'0,"4"0"-9"15,-5 2-5-15,2 2-16 0,3-2-26 0,-3 3-18 16,-2 1-24-16,-2 1-64 0,1 0-76 16,1 3 34-16</inkml:trace>
  <inkml:trace contextRef="#ctx0" brushRef="#br0" timeOffset="-171089.07">22838 15085 36 0,'-15'0'90'0,"15"0"-3"0,0 0-8 16,-13 8 0-16,7-4 0 0,0 4 3 0,-2 0-6 15,-1 2-6-15,-1 4 3 0,-2-1-8 0,4 2-6 16,-2 1 1-16,3-2-6 0,2 3-1 0,-2-3-9 16,2-3-1-16,0 2-2 0,2-1-7 0,1-3 5 15,3 3-7-15,-1-2 4 0,1-4-4 0,4 3-1 16,0-1-5-16,2 0-2 0,2-4 2 0,1-1-2 16,0 3-3-16,-1-3 4 0,4 0-6 0,-1-2-4 15,-1-1 0-15,3 0 2 0,-1-3 4 0,-2-1-7 16,0 1 0-16,-2 0-5 0,1 0 2 0,-5-1 0 15,0-2 4-15,-5 6 1 0,4-9 0 0,-4 9-6 16,-7-11 4-16,-3 6-3 0,-1 2 7 0,-5-3-10 16,-3 1 1-16,1 3 1 0,-2 2-2 0,-2 0-7 15,2 2-1-15,-7 4 0 0,6 0 1 0,-4 3-4 16,6 3-9-16,2-2-42 0,2 3-39 0,5 2-50 16,-2-2-107-16,4 3-270 0,3-5 119 0</inkml:trace>
  <inkml:trace contextRef="#ctx0" brushRef="#br0" timeOffset="-170241.18">23608 15094 53 0,'0'0'96'15,"0"0"-12"-15,0 0-8 0,0 0-10 0,0 0 0 0,0 0-1 16,0 0-15-16,0 0-3 0,0 0-1 15,14-5-1-15,-3 2-6 0,-3 3-1 0,2-1-4 16,4-1-6-16,4-1-5 0,-5 2-2 0,5-5-3 16,-5 6 2-16,1-1-4 0,-1-1-6 0,-2 2 2 15,0-1-3-15,0 1 8 0,-1 1-16 0,-2-1 7 16,-8 0 5-16,12 3-8 0,-8-3-1 0,-4 0 7 16,10 3-4-16,-10-3 3 0,6 10 7 0,-4-5 9 15,-2-5 2-15,1 16-1 0,-2-7 4 0,0 2 4 16,0 0-5-16,-1 1 4 0,-2 4-4 0,1-3 0 15,-1 2-4-15,-1-4-2 0,2 2-1 0,2-1-10 16,-2-1 2-16,2 6 8 0,-2 0-10 0,1-2 2 0,1-3-15 16,2 4-29-16,-1-5-32 0,1 1-20 15,-1 0-31-15,0 2-88 0,-1-5-216 0,0 2 96 16</inkml:trace>
  <inkml:trace contextRef="#ctx0" brushRef="#br0" timeOffset="-169452.93">24300 15165 30 0,'0'0'136'0,"2"-9"-6"0,-2 9-13 16,0 0-21-16,0 0-2 0,1-8-23 0,-1 8 5 15,0 0-13-15,0 0-1 0,0 0-5 0,0 0-12 16,0 0-5-16,0 0-2 0,0 0-7 0,0 0 2 16,0 0-4-16,0 0-4 0,0 0-7 0,0 0 1 15,0 0 3-15,10 13-7 0,-10-13-1 0,7 5 0 16,-7-5 0-16,6 6-3 0,-6-6-3 0,6 5 4 15,-2-1-6-15,-4-4-1 0,12 4-1 0,-9 0 2 16,7 1 0-16,-5-1-2 0,3 0 7 0,0 1-9 16,2-1 4-16,0 0-2 0,1 2-9 0,-1-2 10 15,0 2 4-15,2 0-2 0,-2 0-6 0,-1 1 4 16,-1-3 3-16,-2-1 9 0,0 1-11 0,1 1 2 16,-3-1-2-16,1-1-4 0,0 0 4 0,-5-3 9 15,4 10-12-15,-4-10 6 0,0 0-1 0,-7 10 0 16,-1-7-3-16,8-3 1 0,-16 9-5 0,2-8 4 15,3 5 0-15,-7-3 12 0,1-3-13 0,0-2-1 16,4 2-7-16,0-1 9 0,1-5 1 0,2 5-2 16,0 0-4-16,3-7-6 0,0 2-6 0,1-2 9 15,1-1 7-15,5 0-10 0,0-1 7 0,2 0-1 16,1 0-1-16,3-5-10 0,3 1 10 0,1 1 2 16,0 0 8-16,3 0-14 0,1 0 6 0,-1-2-1 15,2 2-5-15,0 1 4 0,-1 0 1 0,-1-2-2 16,1 4 0-16,0-3-5 0,-1 0 1 0,1 3 6 15,-5 0-4-15,-1 1 7 0,2 0-5 0,-4 2 4 16,-3 1-3-16,-2 0 3 0,-1 6-2 0,-1-11 0 16,1 11-5-16,-8-7 2 0,2 5 0 0,-6 0 10 15,1 2-11-15,-3 4 2 0,0-3 10 0,-3 4-8 16,0 2 8-16,1 2-18 0,2-2 10 0,-1 3-21 16,5-1-35-16,3 0-29 0,0 2-44 0,-3 1-72 15,6-1-217-15,3-2 96 0</inkml:trace>
  <inkml:trace contextRef="#ctx0" brushRef="#br0" timeOffset="-168781.09">25394 15126 47 0,'-7'-10'122'16,"3"6"0"-16,0-1-2 0,-1 1-13 0,5 4-3 16,-9-8-8-16,4 7-12 0,5 1-6 0,-13 1-7 15,13-1-11-15,-19 6-8 0,11 1 1 0,-1-2-8 16,3 3-3-16,0-1-5 0,4-1 2 0,0 1 2 16,-2 0-15-16,4-7 6 0,2 14-8 0,0-6-10 15,2-2 6-15,1-1-4 0,2 0 0 0,0-1-6 16,4 1 4-16,1-2-2 0,-2-1 2 0,3 0-6 15,0-2 3-15,-1-2 0 0,2 1-2 0,-3-1-2 16,1-1 1-16,-5 0-1 0,1 1 2 0,-1-2 2 16,0 1 1-16,-4-2-9 0,-3 5 3 0,8-8-5 15,-6 2 2-15,-2 6-1 0,0-10 5 0,0 10-2 16,-2-10-1-16,2 10 1 0,0 0-2 0,0-9-1 16,0 9 1-16,0 0 0 0,0 0-1 0,0 0 2 15,0 0-3-15,0 0 2 0,-9 24 2 0,7-12-6 16,2 3 3-16,0 2 1 0,0 7-4 0,0-5-24 15,2 6-24-15,1-1-33 0,-1-5-31 0,-2 5-122 16,2-5-254-16,0-2 112 0</inkml:trace>
  <inkml:trace contextRef="#ctx0" brushRef="#br0" timeOffset="-168355.41">26410 14925 74 0,'-5'-7'118'16,"5"7"-3"-16,0 0-17 0,0 0-9 0,0 0 3 15,0 0-4-15,0 0-8 0,9 27 1 0,-9-15-10 16,0 4 0-16,-2 1-9 0,0-2-7 0,4 2-9 16,-4 1-6-16,2-2-1 0,-3 0-5 0,6 1-11 15,-3 1-21-15,0-7-26 0,2 5-23 0,-4-3-34 16,2-1-107-16,0 0-204 0,-3-1 91 0</inkml:trace>
  <inkml:trace contextRef="#ctx0" brushRef="#br0" timeOffset="-168106.01">26519 15121 109 0,'0'0'103'0,"14"-2"-9"0,-5-1-2 0,0 0-6 0,0-2-7 16,2 4-4-16,-4-2 3 0,-1 0-20 0,-1-1 15 15,2-2 0-15,-7 6-13 0,7-8-10 0,-7 2-4 16,0 6-5-16,0 0-7 0,0 0 2 0,-5-13-6 16,-4 9-1-16,9 4-22 0,-15-1-10 0,1 2-18 15,1 2-24-15,-4 1-24 0,-2 4-33 0,-8 2-68 16,2-1-182-16,-2 2 81 0</inkml:trace>
  <inkml:trace contextRef="#ctx0" brushRef="#br0" timeOffset="-156607.25">4046 13279 11 0,'0'0'19'0,"0"0"-4"16,0 0-1-16,0 0-6 0,0 0 1 0,0 0 3 16,0 0-13-16,0 0 9 0,0 0 1 0,0 0-4 15,0 0 1-15,0 0-2 0,0 0-1 0,0 0 4 16,0 0-1-16,0 0-4 0,0 0 1 0,-3-8 5 15,3 8-6-15,0 0 4 0,0 0-2 0,0 0 2 16,0 0 2-16,0 0 3 0,0 0-3 0,0 0-2 16,-2-8 3-16,2 8-2 0,0 0 3 0,0 0-10 15,0 0 11-15,0 0-5 0,0 0-1 0,0 0 7 16,0 0-10-16,0 0 1 0,-4-6 6 0,4 6-9 16,0 0 8-16,0 0 2 0,0 0-3 0,-7-4-6 15,7 4 4-15,0 0 4 0,0 0-2 0,-5-4 3 16,5 4 2-16,0 0 3 0,0 0-3 0,0 0-1 15,0 0 11-15,-5-6-4 0,5 6-5 0,0 0 1 16,0 0-6-16,0 0 1 0,-7-7-1 0,7 7 1 16,0 0-6-16,0 0 0 0,-6-3 5 0,6 3 0 15,0 0 0-15,0 0-2 0,-7-3-1 0,7 3-2 16,0 0 0-16,0 0 3 0,-6-4 0 0,6 4-2 16,0 0-2-16,-7-4 2 0,7 4 5 0,0 0 4 15,0 0-4-15,-6-4 5 0,6 4-3 0,0 0-2 16,0 0 3-16,-8-4 10 0,8 4-13 0,0 0 0 15,0 0 7-15,-7-3-18 0,7 3 10 0,0 0 3 16,0 0-9-16,0 0 1 0,-6-3 0 0,6 3 6 16,0 0-8-16,0 0-5 0,0 0 5 0,0 0 4 15,0 0-3-15,0 0 2 0,0 0 1 0,0 0-7 16,0 0 10-16,0 0-5 0,0 0-3 0,-6-4 0 16,6 4-2-16,0 0 3 0,0 0 0 0,0 0-4 15,0 0 0-15,0 0 0 0,0 0-1 0,0 0 6 16,0 0-2-16,0 0-1 0,0 0 17 0,28 3-20 15,-21-2-4-15,-7-1 8 0,12 3-3 0,-6-3 6 16,-6 0-3-16,16 1 0 0,-5-1-1 0,-3 2-6 16,3-2 9-16,0 2-2 0,0-2 4 0,3 1-2 15,-1 1 5-15,1-2-10 0,-3 2 12 0,1-1-6 16,2 0 3-16,-2 0 2 0,0 1-10 0,0-2-10 16,-2 1 11-16,3 0 2 0,-2 1-3 0,2-2-1 15,-1 0 5-15,-1 1-1 0,3-1 0 0,-2 0-4 16,0-1 5-16,0 1 2 0,0 1-6 0,1-2 7 15,-2 1-12-15,-1-2 12 0,1 1-2 0,0 0-5 16,-1 1 7-16,-1-2-8 0,-9 2 5 0,13-2 20 16,-6 2-11-16,-7 0-11 0,14 1 0 0,-14-1-3 15,13 1 1-15,-5-1 0 0,-8 0 0 0,10 0 2 16,-10 0-6-16,10 0-5 0,-10 0 2 0,8 0 11 16,-8 0-3-16,0 0 8 0,11 2-9 0,-11-2 2 15,0 0 4-15,0 0-5 0,9 0 1 0,-9 0-2 16,0 0 15-16,0 0-13 0,0 0 1 0,8 1-5 15,-8-1 3-15,0 0 2 0,0 0-4 0,0 0 6 16,10 0-9-16,-10 0 1 0,0 0 5 0,8 3-3 16,-8-3 5-16,0 0-5 0,8 3 8 0,-8-3 1 15,5 2-14-15,-5-2-5 0,6 2 15 0,-6-2-5 16,6 3 3-16,-6-3 3 0,0 0-3 0,8 1-3 16,-8-1 5-16,8 2-3 0,-8-2 17 0,0 0-16 15,10 0-1-15,-10 0 1 0,8 0 4 0,-8 0-17 16,7 2 18-16,-7-2-8 0,11 0 0 0,-11 0 3 15,12 0 3-15,-5 2-2 0,-7-2 5 0,11-2-4 16,-11 2 1-16,14 0-4 0,-14 0 5 0,12-2 3 16,-6 2-6-16,-6 0-1 0,10-2-3 0,-10 2 2 15,9-4-1-15,-9 4 6 0,12-2-3 0,-5 0 1 16,-7 2-6-16,12-3 3 0,-5 0 5 0,1 2 2 16,0-1-8-16,0 0-6 0,-1-1 6 0,-7 3 4 0,16-2 2 15,-9-1-7-15,1 1 2 0,1 1-4 16,-9 1 2-16,14-3 6 0,-4 2-6 0,2-2 19 15,-3 0-17-15,4 2-5 0,-1 0 11 0,1-1-5 16,5-1 0-16,-4 3 11 0,0-3-15 0,4 2-3 16,0 1 10-16,-3 0-3 0,1 0-1 0,-4 0 3 15,2 2-2-15,-1 0 2 0,0-2-2 0,0 3-2 16,-2-1 4-16,2 0 0 0,-1 1-1 0,0 1-4 16,1-1-1-16,-1 0 8 0,2-1-4 0,-3 1 3 15,1 0-6-15,-1-1 0 0,-1 1-3 0,3-2 6 16,-3 1-7-16,1-1 1 0,-1 1 20 0,0-2-33 15,-2 0 14-15,2 2 0 0,-2-1 4 0,2-2-9 16,-10 1 4-16,16 1-1 0,-7-4 0 0,2 3 5 16,-3 0-4-16,-8 0 4 0,15 0-2 0,-8-2 1 15,2 1 1-15,-9 1-1 0,16-2 3 0,-5 1-3 16,-3 0 0-16,-1-1 3 0,2 1-1 0,0 0-6 0,2 0 3 16,-1 1 7-16,0-2-2 0,0 2-6 15,-2-1 4-15,-8 1-6 0,16-2 6 0,-7 0-5 16,2 2 2-16,-1 0-2 0,-10 0 10 0,15 0-10 15,-3 0 6-15,-2-2 5 0,-2 1 2 0,-8 1-11 16,15 0 3-16,-9 0-2 0,-6 0 3 0,13 3 0 0,-4-3-5 16,-3 0 7-16,-6 0-5 0,13 2 3 15,-5-4 3-15,-8 2-3 0,16 0 0 0,-8 0 0 16,-8 0 0-16,15 0 0 0,-4-2 3 0,-4 2-8 16,-7 0 4-16,16-3 1 0,-9 2 3 0,0 0-14 15,-7 1 8-15,14-3 1 0,-8 2 2 0,-6 1-3 0,12-4 5 16,-5 3-1-16,-7 1 2 0,14-3 4 15,-6 2-7-15,1 1 0 0,-9 0 6 0,14-2-1 16,-7 2-4-16,-7 0 1 0,12-2-3 0,-5 1-3 16,-7 1 4-16,11 0 3 0,-11 0-4 0,12 0-10 15,-12 0-3-15,11 1-13 0,-6 0-11 0,-5-1-12 16,13 3-37-16,-8-2-92 0,-5-1 41 0</inkml:trace>
  <inkml:trace contextRef="#ctx0" brushRef="#br0" timeOffset="-155316.82">4947 13331 13 0,'18'-2'9'0,"2"-1"0"0,-1 1 1 16,2 0-4-16,0-1 0 0,0 1 1 0,-2-2-2 15,1 4 4-15,1-2-2 0,1-1-1 0,-2 0 2 16,3 2 0-16,3 0 1 0,1-2 0 15,2 3-1-15,-1-2-1 0,0-1 4 0,1 2-6 16,3 1 1-16,-2-3-1 0,0 2 3 0,1-1-2 0,-1 2 2 16,-1-2-7-16,2 1 10 0,1-1-13 0,-4 1 4 15,1 0 0-15,0-1 1 0,3 0 3 0,-1 0 5 16,1-1-8-16,1 0 0 0,-2 2 2 0,1-1-4 16,-1-2 2-16,-1 2 2 0,-2-1-2 15,0 3 0-15,-7 0 0 0,-1-2-2 0,1 4 1 0,-5-4 0 16,4 2 2-16,-4 0 0 0,-2 0 3 0,0 0-13 15,0 2 4-15,1-5 0 0,-2 1-3 0,-1 0 8 16,-2 2-3-16,0 0-1 0,-2 0 1 16,-8 0 0-16,13 0 4 0,-13 0-5 0,11 2 0 15,-11-2-1-15,9-2 2 0,-9 2-2 0,0 0 4 16,9 2-5-16,-9-2 5 0,0 0-2 0,0 0 3 0,0 0-1 16,9 0-3-16,-9 0 5 0,0 0-6 0,0 0-1 15,0 0-1-15,0 0 3 0,0 0-3 0,0 0 1 16,10-2 2-16,-10 2 3 0,9 0-5 15,-9 0 5-15,12 0 0 0,-12 0-1 0,14 0 6 16,-4 0-5-16,2 0-1 0,1 0 1 0,0 0-4 0,4 0 4 16,2 0 2-16,-1-1-5 0,3-1 6 0,-1-2-3 15,1 2-1-15,7 0-3 0,-1-1 2 0,-7 0 2 16,7 0 1-16,-8 1 5 0,1 1-9 16,1 0-2-16,-3-1 3 0,1 0 2 0,-1 1-7 15,-3 1-6-15,-3 0-12 0,2 0-18 0,-3 0-43 16,2 0 20-16</inkml:trace>
  <inkml:trace contextRef="#ctx0" brushRef="#br0" timeOffset="-153812.91">7237 13187 28 0,'0'0'22'0,"0"0"3"16,23 8 2-16,-14-5-10 0,2-1 2 0,2 1 1 15,5-3-5-15,4 0 3 0,7-2 2 0,0 1-5 16,3-1 1-16,3 1-5 0,1-2-1 0,1 0 0 15,-2 2-1-15,4-3 4 0,-5 0-4 0,4 1 0 16,-1-1-4-16,1 2 6 0,-1 0-3 0,-1-3-1 16,0 2 0-16,-1 1-3 0,0-2 3 0,-2 2-4 15,0 1-2-15,-2 0-2 0,-1-3-1 0,0 1-2 16,-1 2-6-16,1 0 4 0,-5-3 4 0,4 4-1 16,-1-3 0-16,-7 3 0 0,6 0 8 0,-6-3-1 15,0 2-5-15,0-2 2 0,7 1-1 0,-9 2-1 16,0-1-2-16,2 1 3 0,-5-1-1 0,3 2-5 0,-1-1 2 15,2 0 7-15,-1-1-6 0,-1 1 1 16,1-1 6-16,0 1-9 0,1 0-6 0,-1-2 0 16,0 2 6-16,0-1-4 0,1 1-1 0,-2-1 2 15,1 0 3-15,-1 1 2 0,-4-2 3 0,4 1-4 16,1-2-2-16,-6 0 4 0,4 1-6 0,-5 1 6 16,4-3 1-16,-1 0-1 0,4 0 2 0,-1-1-1 15,-1 1-1-15,-3 1-2 0,2 1-3 0,-2 1 10 16,-1 1-2-16,1-2-6 0,-1-1 2 0,-3-1 1 15,3 3 5-15,-2-1 0 0,1 1 0 0,1 0-9 16,-3 1 10-16,0-2-6 0,3-1 1 0,-1 3-4 16,0 0 2-16,0-3-3 0,-1 1 2 0,2 0-2 0,-13 2 3 15,19-4-3-15,-7 3 2 0,-5 1 2 16,4-1-2-16,-1 0 4 0,0 1-11 0,0 1 2 16,-10-1 3-16,18-3 1 0,-7 3 4 0,-1 0-4 15,-3 0-2-15,1-2 3 0,-8 2 3 0,16 2 2 16,-9-2-5-16,1 0-3 0,-8 0 7 0,17 0-3 15,-6-3 1-15,-5 3-2 0,6 0 4 0,-5 0-9 16,5 0 10-16,1 0-1 0,-1 1 2 0,4-1-3 16,2 0 4-16,1 0-2 0,-1-1-3 0,1 1 4 15,0-3 0-15,-1 2-1 0,0-1 2 0,1-1 2 16,-5 2-1-16,3-2 0 0,1 2 2 0,-1 1-8 16,-3 0 1-16,4-3 6 0,-1 2-3 0,2 0 2 15,-6 0-4-15,5 0 6 0,-5 0-5 0,6 3 2 16,-6-3 0-16,1 1-8 0,2 0 8 0,-2 1 0 15,-1-1-1-15,2 0 1 0,3 0 3 0,0 1-7 16,0-3 6-16,1 1-2 0,0 3 0 0,-1-3-3 16,0 1 7-16,1 2-7 0,1-2 4 0,-1 0-3 15,-1 0-1-15,1 1-2 0,-1-1 3 0,2 1 2 16,0 0-8-16,0 1 3 0,0-4-1 0,1 1-2 16,-1 1 3-16,2 0-2 0,-1-2 5 0,-1 1-6 15,8-1-5-15,-6-1 8 0,-2 2-2 0,-1-1 4 16,2 1 4-16,0-1-5 0,-1 3-3 0,0-3 1 15,-2 3 7-15,2-1-8 0,1-3 6 0,-1 3 1 16,2 0-2-16,0-2-1 0,-1 2 0 0,-1-2 2 16,-1 2 3-16,0-1 4 0,-1 0 0 0,-3-1-4 15,-2 1 1-15,0 1-3 0,2-2 0 0,-2 2-3 16,-1 0 1-16,0-2 6 0,-12 2 1 0,23 0-4 16,-11-1 1-16,-1 1-4 0,-11 0-2 0,23-1-2 15,-12 1 3-15,1 0-3 0,-12 0 4 0,20 0 1 16,-9 1 1-16,-1-1-1 0,-10 0 3 0,24-4-3 15,-11 3-3-15,-1 0 5 0,1-1 0 0,-1 3-5 16,5-2-2-16,-5-1 5 0,3 2 1 0,-1 0-3 0,0-2 0 16,0 1 6-16,-1 0-1 0,4 2-2 15,-5-1-6-15,-1 0 4 0,3-1 7 0,-3 1-2 16,3-2-3-16,-4 2 2 0,2-3-2 0,-1 3 0 16,0-1-1-16,0 1 9 0,0 0-3 0,1-2-1 15,-2 2 1-15,1-1-8 0,0 0 6 0,-1 2 1 16,1-1-3-16,-2 0 2 0,0 1-5 0,-9-1 1 15,16 0-4-15,-7-2-2 0,-2 0 4 0,5 2 0 16,-2 0 1-16,2 0 3 0,-1 0-3 0,0 0 4 16,1-3-2-16,-2 3 2 0,0-2 5 0,3 0-8 15,-1 2-3-15,-2 0-1 0,-10 0-6 0,14 0 8 16,-6-2-6-16,-8 2-12 0,15 0-5 0,-9-1 2 16,-6 1 4-16,13 0-3 0,-13 0-21 0,13 1 35 15,-13-1-8-15,8-1-3 0,-8 1 4 0,9 1-13 16,-9-1-28-16,7 0 13 0</inkml:trace>
  <inkml:trace contextRef="#ctx0" brushRef="#br0" timeOffset="-139744.48">20580 13588 51 0,'-18'-9'61'0,"0"-1"-3"16,-1 1-1-16,1-1-10 0,-1 4-12 0,-5-5 1 16,-2 1 2-16,2 1-5 0,-5 2-10 0,1-1 1 15,-6 2-2-15,4 0-3 0,-5 1-12 0,-2-1 0 16,-14-2-3-16,11 4 0 0,-12-1 2 0,-2 0-3 15,-3 1 0-15,-2-1-5 0,-2 1 0 0,-2 0 2 16,-1 3-3-16,-28-5 7 0,27 6 4 0,-28-2-5 16,26 0-2-16,-29 2 1 0,2 0-1 0,-3 1-1 15,-3 0-1-15,3 1 0 0,-3 4 3 0,-2-5-4 16,0 3 4-16,1 2 2 0,-6 0 0 0,-1 2 0 16,-1 0-2-16,-3 0-1 0,-2 1 2 0,2 3-1 15,-3-1-1-15,-3 2 4 0,1-1-3 0,-2 4-3 16,1-2 2-16,-5 3-2 0,4 0 1 0,1-1-1 15,5 4 5-15,2-1-6 0,-3 0-1 0,2 0 0 16,4 1 1-16,0 3 3 0,4 2 5 0,2 3-6 16,0-2 0-16,5 1 0 0,-4 2 4 0,4 0-4 15,2 0 0-15,3 3-1 0,8-4 0 0,1 3 0 16,24-9 5-16,-3 4-1 0,-18 9 0 0,24-9-1 16,-3 0 0-16,5 0-6 0,-1 0 7 0,4 4-1 15,0-3-4-15,4 1 5 0,2 0-2 0,4 1-4 16,10-4 14-16,2-2-18 0,4 1 10 0,2 2 0 15,-4 14-3-15,9-13 0 0,0 1-3 0,6 0 5 16,1 2 4-16,5-2-6 0,2 3-4 0,4 2 6 16,4-1 9-16,6 1-16 0,3 2 2 0,3-3 6 15,8 12-9-15,5-7 10 0,5 0-6 0,9 0 11 16,4-3-4-16,2 0-10 0,5 0 5 0,0-2-2 16,25 11 1-16,-3 1-1 0,-17-18 3 0,28 9-5 15,0-1 6-15,1-2-1 0,2-4 6 0,2 2-5 16,1 2 3-16,1-2 0 0,3-2-6 0,0 4-1 15,2 1 0-15,-3-2 5 0,5-2 1 0,1 4-3 16,-1 0 0-16,5-3-2 0,-3 2 1 0,3-1-1 16,-3-2 3-16,5 0 2 0,3-1-6 0,4 1 7 15,-1-3-7-15,7 2 2 0,1-6-4 0,5 1-1 16,5 0 2-16,2-2 6 0,7 1-4 0,4-5-1 16,6-7 5-16,8 3-8 0,0 3 8 0,7-11 0 15,9 2-4-15,-3-7-2 0,11 0 2 0,1 0 2 16,9-7 0-16,1-2-2 0,3-1 3 0,4-5 12 15,-1 4-4-15,8-3-2 0,-2-3 0 0,-4 4-2 16,0 1 6-16,-5-4-2 0,-3 3-20 0,-5-2 1 16,-4 0-11-16,-8 2-5 0,-5 0-18 0,-7-2-1 15,-3-1-47-15,-12 2-100 0,-4-2 45 0</inkml:trace>
  <inkml:trace contextRef="#ctx0" brushRef="#br0" timeOffset="-138815.26">20571 13475 17 0,'141'-16'51'0,"-6"1"-8"0,-4 1-2 0,0 1 3 16,7 3-6-16,-2-3-3 0,6 1 0 0,-6 2-2 15,5 0-1-15,2 2 1 0,2-3-4 0,4 1-2 16,2 2 2-16,-2-3 0 0,7 2-5 0,-2-1 4 15,4 2-11-15,2 0 9 0,-2 2-7 0,1-1 4 16,0 3-3-16,4-4-1 0,1 4-1 0,-5 3-2 16,1-1-4-16,-4 2 3 0,-3 0-5 0,2 2-1 0,-1 1-1 15,-8 4 0-15,-4 0-4 0,-9 0 8 0,1 5-6 16,-11-3 0-16,-3 2-3 0,-6 3-2 0,-6 4 1 16,-8-2 1-16,-1 4-3 0,-5-3 0 15,-1 0 3-15,-29-3 5 0,27 8-11 0,-4-1 8 16,-26-4-7-16,0 1 2 0,-3 0 0 0,-4 4 4 0,3-3-3 15,-7 2-1-15,-2 0-2 0,1 3 1 0,-18-5-1 16,-2 1 5-16,3 2-1 0,-3 1 1 0,-2 5 2 16,-2-2-3-16,-2 3-2 0,-2-1 5 15,-6 0-3-15,1 2 2 0,-5-2-2 0,-5 1 2 0,-1 4-3 16,-1-1-2-16,-6 3-2 0,0-3 8 0,-7 2-4 16,2 1 2-16,-9 9 0 0,1-9 6 0,-6 6-4 15,-3 0-2-15,-1-1 5 0,5-10-8 0,-7 11 1 16,-2-1 5-16,-5 1-2 0,-1-2-2 0,-7 1-4 15,-4 1 8-15,-21 16-4 0,15-20 1 0,-24 15 5 16,-6-4-6-16,-1-3 3 0,-3 1 15 0,2-4-12 16,-2 0 1-16,-6-3-4 0,-4 2 10 0,-8-1-2 15,3-3-7-15,-9 4 1 0,0-1-5 16,-13 3-4-16,-8 1 4 0,-8 2-14 0,-17-1 2 0,-9 3-15 16,-15 0-8-16,-12 0-4 0,-16-2-3 0,-9 5-5 15,-17-4-7-15,-22 0-5 0,-12 2-63 0,-17-4-128 16,-31-2 58-16</inkml:trace>
  <inkml:trace contextRef="#ctx0" brushRef="#br0" timeOffset="-120640.07">4368 13313 3 0,'0'0'8'0,"0"0"-4"16,0 0 3-16,0 0-4 0,0 0-1 0,0 0 7 0,0 0-8 15,0 0 2-15,0 0 4 0,0 0-7 16,0 0 8-16,0 0-2 0,0 0 0 0,0 0 6 16,0 0-3-16,0 0-6 0,0 0 7 0,0 0-5 15,0 0-2-15,0 0 3 0,0 0-2 0,0 0 3 16,0 0-8-16,0 0 4 0,0 0-5 0,0 0 5 15,0 0 2-15,0 0 0 0,0 0-4 0,0 0-6 16,0 0-6-16,0 0 3 0,0 0-4 0,0 0-6 16,0 0-19-16,0 0 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04:50:18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13214 4924 4 0,'0'-6'69'0,"0"6"-1"0,0-10-7 0,0 10-11 15,0 0-4-15,-2-9 6 0,2 9-14 0,0 0-7 16,-2-12-3-16,2 12-3 0,0 0 3 0,0-8-5 16,0 8-3-16,0 0-6 0,0 0 2 0,0 0 3 15,0-10-3-15,0 10-2 0,0 0-6 0,0 0 9 16,0 0-6-16,0 0 4 0,0 0-10 0,0 0 3 15,0 0-4-15,0 0 0 0,0 0 4 0,0 0 2 16,-3-8-8-16,3 8 1 0,0 0 3 0,0 0-4 16,0 0-4-16,0 0 14 0,0 0-21 0,0 0 7 15,0 0 0-15,0 0-2 0,0 0-5 0,0 0 5 16,0 0-12-16,0 0 8 0,0 0 6 0,0 0 0 16,0 0-8-16,0 0 3 0,0 0 0 0,0 0 1 15,0 0 3-15,0 0 5 0,0 0-1 0,0 0-8 16,0 0 5-16,0 0 3 0,0 0 10 0,0 0-14 15,0 0 7-15,0 0-7 0,0 0 4 0,0 0-1 16,-2-8 4-16,2 8 2 0,0 0 21 0,0 0-23 16,0 0 5-16,0 0-1 0,0 0 13 0,0 0-17 15,0 0 11-15,0 0 0 0,0 0 0 0,0 0-7 16,0 0 6-16,0 0-5 0,-4-7 13 0,4 7-2 16,0 0-12-16,0 0 4 0,0 0 7 0,-5-7 6 15,5 7-1-15,0 0 7 0,0 0-3 0,-1-5 3 16,1 5 7-16,0 0-6 0,-4-7 7 0,4 7 12 15,0 0-17-15,0 0 9 0,-2-12-11 0,2 12 6 16,-2-6-2-16,2 6 0 0,0 0 3 0,-4-10 2 16,4 10 1-16,-1-7 1 0,1 7 1 0,0 0 0 15,0 0 0-15,-4-8-4 0,4 8-8 0,0 0 3 16,0 0-1-16,0 0 1 0,0 0-6 0,0 0-7 16,-2-7-2-16,2 7-6 0,0 0-2 0,0 0-1 15,0 0-5-15,0 0-1 0,0 0 2 0,0 0 2 16,0 0-3-16,0 0 1 0,2 26-3 0,-2-16 8 15,0-3-6-15,0 4 3 0,0 0-3 0,0 0 4 16,0 0-4-16,0 0 1 0,2 1 0 0,-2 0 0 16,2 0 3-16,-2 0-1 0,0-1 1 0,1 2 5 15,-1-3 9-15,0 8-4 0,2-6-2 0,-2-1 0 16,2 2 2-16,-2-1-1 0,0 3-4 0,0-3 2 16,0 4 2-16,0-5-7 0,0 1 3 0,0 5-5 15,0-5 0-15,0 1 2 0,0 1 0 0,0 2 0 16,0-4 2-16,0 1 0 0,0 3 1 0,0 0 1 15,2-3-2-15,0 3 0 0,0-4-2 0,1 3 1 16,2 0 1-16,-5-2 0 0,4 0-3 0,-2 3-5 16,-1-4 3-16,1 1 3 0,2 1 0 0,-4 2 3 15,0-2 3-15,4-1-8 0,-2 2 3 0,-2 0-1 16,1 1 0-16,1-5-4 0,-2 2 4 0,2 0-2 16,1 1-4-16,-3 1 8 0,0-2-8 0,0 3 2 15,0-1-2-15,2-3-3 0,0 2 3 0,-2 1 0 16,0-2-1-16,2 4-2 0,1-6 6 0,-1 2-1 15,0-1-3-15,-2 0-1 0,2 0 1 0,3 3 3 16,-3-3 0-16,-2 0 5 0,2 2-4 0,0-3 3 16,-2 2-4-16,2-3 0 0,-2 2-1 0,3 0 2 15,-1 0 0-15,-1-1 1 0,1-2-4 0,0 2 0 16,-2 1 4-16,4-2-1 0,-4 1 1 0,0-1 4 16,3 3-2-16,-1-2 3 0,0-1-2 0,-2 1-1 15,0 1-3-15,2-1 4 0,-2 0-8 0,0 1 3 16,2-1-1-16,-2-1 0 0,2 2 2 0,-2-1 1 15,0 0-2-15,2 1 3 0,1 3 1 0,-3-3-6 16,3-1 2-16,-1 1-1 0,0-1 0 0,-2 1 1 16,2 0 0-16,0 0 1 0,1 0 0 0,-5 0 0 15,4-1-1-15,0 1-1 0,-2 0 2 0,2-1 1 16,2 1 0-16,-2-1 3 0,1 1-3 0,-3-2-1 16,2 0 2-16,0 1 0 0,-2-2 1 0,3 2-3 15,-1 0 0-15,-1-1 3 0,3 2-1 0,-4 0 5 16,4-2-4-16,-2 2 2 0,0-1 0 0,-1 2-5 15,3-3 0-15,-2 2 2 0,0-2-1 16,0 1 3-16,2 3-3 0,-4-2 0 0,4 1 0 0,-4 2 7 16,2 1-9-16,-2 0 0 0,0-3 0 0,0 3 0 15,0 0-1-15,0-5 2 0,0 1-6 16,0 5 3-16,0-2 3 0,0-2 1 0,0 0-3 0,0-2 1 16,0 2-1-16,0 0 6 0,-2-2-9 0,4 7 1 15,-2-5 0-15,0 4 3 0,0-6-3 0,0 1 0 16,0 0 1-16,0-1 4 0,0 2-7 0,0 3 5 15,0-3 0-15,0 0-3 0,0 4 5 0,0 0-2 16,0-6 4-16,0 2 0 0,0 0-5 0,0 3-3 16,0-4 4-16,0 1 0 0,0-1-3 0,2 1 3 15,-2-2-6-15,0 1 4 0,-2 2-3 0,6-1 0 16,-4-1 2-16,0-2-2 0,3 3 3 0,-3 0-2 16,0-3 3-16,0 0-4 0,2-1-5 0,-2-9-13 15,0 17-16-15,0-17-15 0,0 18-21 0,0-18-23 16,-2 13-24-16,2-13-20 0,0 11-18 0,0-11-31 15,0 0-32-15,0 0-50 0,-9 5-147 0,9-5-446 16,0 0 198-16</inkml:trace>
  <inkml:trace contextRef="#ctx0" brushRef="#br0" timeOffset="4183.18">13375 7003 16 0,'0'0'68'0,"0"0"-9"16,0 0-5-16,0 0-7 0,0 0-1 0,0 0-1 15,0 0-6-15,0 0 4 0,0 0 2 0,5-13-7 16,-5 13-9-16,0 0 3 0,0 0 3 0,0 0-2 15,0 0 2-15,0 0 8 0,0 0-2 0,0 0-5 16,0 0-2-16,0 0 7 0,0 0-1 16,0 0-5-16,0 0-11 0,0 0 14 0,0-9 2 0,0 9-9 15,0 0 5-15,0 0-2 0,0 0 5 0,0 0-3 16,0 0 1-16,0 0 4 0,0 0 0 0,0 0-6 16,-2-9 1-16,2 9-1 0,0 0 3 0,0 0-7 15,0 0-6-15,0 0-2 0,0 0-7 0,0 0 4 16,0 0-3-16,0 0-3 0,0 0-4 0,0 0-1 15,0 0-5-15,0 0-1 0,0 0 4 0,0 0 0 16,0 0-3-16,0 0 3 0,0 0-5 0,0 0 1 16,0 0-1-16,0 0 0 0,-3 29 6 0,3-21-5 15,-4-1 2-15,2 4-1 0,2-1 0 0,-2 0 1 16,2 0-1-16,-2 0-4 0,2 1 3 0,-3-2-4 16,1 3 5-16,0-1-7 0,2 0 5 0,-2-1 0 15,2 1 4-15,0 3-7 0,0-3 2 0,0 3 14 16,0 1 0-16,0-3-3 0,-2 1 0 0,2 0 6 15,-2-1-3-15,2 3-4 0,-4-2 4 0,8-1 0 16,-4 4-4-16,0 0 2 0,0-5-3 0,0 3 1 16,2-3-3-16,0 3 1 0,-2-4-1 0,0 5 1 15,2-2-3-15,0-2 3 0,0 1-2 0,-2 0 4 16,0-3-2-16,3 2 0 0,-3-2-1 0,0 0 4 16,2 2 1-16,-2-1 0 0,-2 0-1 0,2-2 1 15,0-8-3-15,2 13 3 0,-2-6-3 0,0-1 4 16,0-6-8-16,0 13 4 0,0-7-6 0,0-6 4 0,0 13 5 15,-2-7-1-15,2-6-2 0,0 11 0 16,0-11-1-16,0 12 2 0,0-12-6 0,0 10 4 16,0-10-2-16,0 10-2 0,0-10 3 0,0 10-5 15,0-10 0-15,0 10 0 0,0-10 4 0,0 11-4 0,0-11 2 16,0 11 2-16,0-11 5 0,0 10-9 0,0-4 2 16,0-6 0-16,2 9-5 0,-2-9 6 0,0 8-2 15,0-8-1-15,0 6-2 0,0-6 3 16,0 0-5-16,2 9 6 0,-2-9-3 0,0 0 0 15,2 7-1-15,-2-7 0 0,0 0 0 0,4 7 1 0,-4-7 1 16,2 4-1-16,-2-4 0 0,3 5 1 16,-3-5-1-16,0 0 3 0,0 0-5 0,7 7 3 15,-7-7-2-15,5 5 1 0,-5-5-1 0,6 6 4 16,-2-4-2-16,-4-2 1 0,9 6 2 0,-3-2 0 16,2-2 5-16,1 1-2 0,-3-1 1 0,4 2-1 0,1-2 0 15,0-1-6-15,-1 1 6 0,3 1-1 0,1-3 0 16,1 0 1-16,-1 3 2 0,3-1-1 0,2-2 1 15,-2-2-2-15,1 2-1 0,0 0 1 16,0 0 0-16,3 0-1 0,0-2 2 0,2 2 2 0,4 0 3 16,3-2 0-16,1 0-2 0,-2 2-2 0,3 0 1 15,-1-2-1-15,1 0 0 0,-1-1 2 0,3 3-1 16,-3-3 3-16,3 0 3 0,1 1-8 16,0 0 1-16,3-4 2 0,0 5-2 0,2-3 1 15,-4-1 2-15,18 0-2 0,-17 4 1 0,3 0-1 0,-2-2 2 16,-2 0 0-16,-1 2 5 0,1-3 0 0,5 3-3 15,-7-2 2-15,5-1-2 0,-3 3-2 0,2-1 3 16,-3-1-2-16,1 2-2 0,-3-1 1 0,-1 1 3 16,4-2-3-16,-5 1 0 0,0 2 0 0,1 0-3 15,3 0 3-15,-2-1-2 0,3-1-1 0,-3 2 4 16,-1-1 3-16,2 1-3 0,0 0 4 0,-1 0-3 16,4-1-2-16,-2 1 2 0,3 0-2 0,-2-2 3 15,-2 0 5-15,2 1-1 0,-3-2 2 16,3-1 1-16,1-1-3 0,0 3-1 0,-1-2 2 0,1 0 1 15,-1 1-9-15,0 0 1 0,2-2-2 0,0 1 2 16,-5 1-4-16,-1 0 1 0,7 0 2 0,-1-4-2 16,0 2 1-16,-1 1-3 0,0-1 5 0,2 3-3 15,-1-4-1-15,0 3 0 0,2 3-3 0,11 0 1 16,-12 0-3-16,13-4 3 0,-14 2-1 0,13 2 0 16,-1-3-5-16,-14 2 5 0,1-2 1 0,0 3 1 15,2-3-1-15,14 2-1 0,-14-1 0 0,13 0 2 16,-2-6-3-16,2 7 6 0,-15 0-8 0,16-3 0 15,-15 0 4-15,17 2 0 0,-15 0-4 0,13 0-2 16,0-3 6-16,-1 0-3 0,2-1 1 0,-3 5 1 16,-14 0 3-16,15-3-1 0,-13 2-3 0,0 0 3 15,15-4-2-15,-2 0 1 0,1 3 4 0,0 2-7 16,-2-3-5-16,-1 1 4 0,3-1 0 0,-1 2 3 16,-14-2-8-16,16 1 4 0,-14 1 1 0,11-5 1 15,-1 5-3-15,1-1-1 0,-15 1 2 0,3-2 6 16,16-1-9-16,-18 3 2 0,3-1-5 0,-3-1 4 15,0-1 6-15,15-1-5 0,-2 3-2 0,-12 3 1 16,1-6 0-16,-1 0 4 0,15 3 0 0,-15-1-2 16,0 2-3-16,2-2 4 0,10 0-7 0,-11 1-1 15,-3 1 6-15,0-2-2 0,0 0 0 0,0 2 3 16,-1 1-1-16,1-2 0 0,-4-1-2 0,2 2 0 16,-2-2-1-16,2 1 2 0,-1 0-1 0,-2 0 1 0,-1-1-1 15,1 3 2-15,-2-2 1 0,2 0 7 16,-2 0-10-16,1-1-5 0,-2 0 2 0,-6 2 6 15,-2 0-4-15,2 2 0 0,-2 0 1 0,-1-1-1 16,1 1 3-16,-2-2 1 0,-4 1-2 0,-3-1-6 16,1 1 8-16,0 1 0 0,0-2 1 0,-2 2-4 15,0-2-4-15,-2 2 1 0,-8 0 1 0,17-2 5 16,-11 2-6-16,-6 0 4 0,14 0 3 0,-5 0 1 16,0 0 1-16,-9 0-5 0,17-1 8 0,-6 1-2 15,-2 0-2-15,-1 0-2 0,4 0 3 0,0 0 1 16,2-2 4-16,3 2-1 0,0 0 3 0,2 0-4 0,-2 0 3 15,1 0 13-15,3 0-10 0,-1 0-2 16,-1 0 0-16,3 2-3 0,-3-2 6 0,-5 0 2 16,7 0 3-16,-1-2-9 0,-2 2 1 0,1 0 11 15,-2 0-13-15,-1 2-3 0,-3-4 7 0,1 2-2 0,-2-1-2 16,-1 2-1-16,1-1 5 0,-2 0-5 16,-2 0 6-16,3 0 5 0,-3 2-10 0,2-2-4 0,1-2-2 15,0 5 3-15,-2-3-4 0,3 0-1 16,-1 0 3-16,0 0-4 0,3 2 4 0,-2 0-7 15,0-2-2-15,-1 0 11 0,0 0-9 0,-2 2 3 0,1-2-8 16,-10 0-10-16,13 0-8 0,-5 0-9 16,-8 0-6-16,9 0-12 0,-9 0-15 0,0 0-18 15,13 0-26-15,-13 0-25 0,10-6-42 0,-10 6-44 16,6-7-54-16,-2 3-53 0,-4 4-172 0,4-13-540 16,-4 3 240-16</inkml:trace>
  <inkml:trace contextRef="#ctx0" brushRef="#br0" timeOffset="7017.77">20068 4532 16 0,'0'0'65'15,"0"0"0"-15,0 0-20 0,0 0 6 0,0 0 0 16,0 0-11-16,0 0-2 0,0 0 4 0,0 0-7 16,0 0-3-16,0 0-3 0,0 0-4 0,0 0 1 15,0 0-6-15,0 0-1 0,0 0 0 0,0 0-7 16,0 0 8-16,0 0-23 0,-18-1 14 0,18 1-3 15,0 0 4-15,-10 7-1 0,10-7-5 0,-8 4-3 16,4 0-1-16,4-4-1 0,0 0 3 0,-6 5-4 16,6-5 6-16,0 0-8 0,0 0 4 15,0 0 6-15,-3 8 10 0,3-8 11 0,0 0 9 0,0 0 12 16,23 1-6-16,-11-1-6 0,7 1 2 0,1-2-6 16,10 0 6-16,0-1-8 0,1-2 6 0,1 1-4 15,5-1 3-15,0 4-2 0,-1-5-6 0,1 2-6 16,-1 1-2-16,3-2 6 0,0 3-10 0,-1 0 2 15,0-2-7-15,2 1-3 0,-3 1 5 0,0-2-1 16,-2 2-1-16,-2-1-5 0,-1 2 2 0,1-4 0 16,-2 4-5-16,-3 0 0 0,-1-3-1 0,1 3 0 15,0-1 3-15,-8 0-3 0,0 0 7 0,1 0-7 16,1 0 8-16,-2-2 5 0,2 2 8 0,-2 1-7 16,0-1-6-16,-1-2 0 0,0 3 3 0,-2 0 3 15,2-2-2-15,-1-1-6 0,-4 3 5 0,-1-1-6 16,1 0 2-16,-2 1 7 0,0-2-7 0,-2 2 3 15,2 0 0-15,-5-1-4 0,2-1-3 0,-9 2 3 16,14-1 4-16,-14 1 0 0,13 0-11 0,-13 0 7 16,10 0-4-16,-10 0 1 0,9 1-1 0,-9-1-2 15,0 0 3-15,12 0-2 0,-12 0-3 0,0 0 0 16,0 0 3-16,9-1 0 0,-9 1-2 0,0 0-1 16,0 0 0-16,0 0-2 0,9 3 1 0,-9-3 2 15,0 0 1-15,4 4-4 0,-4-4 2 0,0 0 0 16,2 6 1-16,-2-6-1 0,4 4 8 0,-4-4-7 15,0 0 3-15,5 6 1 0,-5-6-1 0,1 7 10 16,-1-7-8-16,3 8 3 0,-3-8 3 0,4 9 1 16,-3-3 5-16,0 2-3 0,2-1 1 0,-3-7-1 15,1 13-5-15,-1-2 7 0,1-3-10 0,1 3 6 16,-2-2 3-16,2 2-6 0,0 1-2 0,-1 2 4 16,-1 1-1-16,1 2 4 0,-2 1 1 0,2 0 0 15,-3-1 0-15,2 2-4 0,-3-1 5 0,2 1 2 16,-1 0-8-16,2-1 0 0,0-1 1 0,-1 2 3 15,0-2-4-15,0 1 2 0,1 0 0 0,-2 0 2 16,2-2-1-16,2 1 0 0,-4 0-2 0,4-1 1 16,-4 1 2-16,4 0-4 0,-2-2 2 0,1 2 0 15,0 1-3-15,-1-2 1 0,0 1-1 0,0 1 1 16,1 0 1-16,-1 2-3 0,-1 5 9 0,2-1-8 16,-1 3-3-16,0-1 3 0,3 2 1 0,-2-1-2 15,-1 0-1-15,2 0 3 0,-2-1-2 0,2 2-2 16,-1-3 1-16,2 1 2 0,-2-3-6 0,0-4 2 15,3 7 1-15,-3-7-1 0,2 0-2 0,0 2 1 16,-1-2-2-16,-1-2 1 0,3 2 0 0,-1-1 1 16,-2 0-1-16,2-1-1 0,-2 0-1 0,3-2 7 15,-2 2-7-15,1-1-2 0,-1 3 0 0,1-2 4 16,-2-1-1-16,2 1-1 0,-2-5 1 0,0 4 0 16,1 4-1-16,-2-4 0 0,1 1 0 0,-1 1 1 15,1-1 1-15,-1-1-4 0,0 2 3 0,-1-1 2 16,1-1-4-16,1 4 8 0,1-2-2 0,-2-5 3 15,-2 2 6-15,2 3-9 0,0-5 0 0,0-3 2 16,0 3-3-16,-1 0-2 0,0-2 2 0,1 4 3 16,0 3-4-16,0-6 4 0,0 1-2 0,0-1 2 15,-2 4-5-15,1-4 0 0,1 3 9 0,0-1-3 16,-1-1-4-16,1 0-3 0,-1 2 1 0,1-2 5 16,0 3-3-16,-2 1-3 0,2-1 1 0,-1-6 3 15,0 7 1-15,1-2 3 0,-2-1 2 0,1-3 2 16,1 2 0-16,0-2-3 0,-1 1-1 0,2 0 0 15,-1-3 0-15,1 2-1 0,-2 1-2 0,2-2 3 16,-1-1 2-16,0 1 2 0,0-10-5 0,0 19 0 16,0-9-1-16,2 0 0 0,-2-10-2 0,0 16-3 15,0-16 2-15,1 15-1 0,-1-15 1 0,-1 13 1 16,1-13-2-16,1 14 2 0,-1-14-4 0,-1 18 2 16,1-9-4-16,0-9 2 0,1 19 3 15,-1-9-4-15,1 0 0 0,-1-10-2 0,0 18 3 16,0-9 1-16,0-9-1 0,0 13 3 0,0-13-5 0,2 14 0 15,-2-14 1-15,1 10-1 0,-1-10 5 0,2 12-4 16,-2-12 2-16,3 8 1 0,-3-8-3 16,1 12-3-16,-1-12-1 0,2 13 4 0,-2-13 0 0,2 11 3 15,-2-11-6-15,0 0 1 0,0 15-1 16,0-15 2-16,3 9 1 0,-3-9 1 0,1 12-3 16,-1-12-1-16,0 13 0 0,0-13 0 0,4 9 8 0,-4-9-12 15,0 12 6-15,0-12-3 0,0 10 2 16,0-10 0-16,0 0-3 0,-2 17 6 0,2-17-4 0,-2 17 0 15,2-17 3-15,-3 10 2 0,3-10-6 0,-1 15 2 16,0-7-4-16,1-8 3 0,-3 11 1 16,3-11-2-16,-1 13 3 0,1-13 0 0,-3 13 1 15,3-13-4-15,-3 13 4 0,1-6 0 0,2-7-6 0,-4 16 1 16,2-10 1-16,2-6 1 0,-5 19-3 0,2-9 6 16,1-1-5-16,-1 0 4 0,3-9-2 15,-4 17 3-15,0-7-2 0,2-3-1 0,-1 3 0 16,3-10 1-16,-5 16 0 0,4-10 3 0,1-6-7 15,-3 15 4-15,3-15-1 0,-5 7 3 0,5-7-1 16,-2 10 1-16,2-10 4 0,0 0-4 0,-1 13-1 0,1-13-2 16,0 0-2-16,-3 9 3 0,3-9 0 0,0 0-1 15,0 0 0-15,-1 11-1 0,1-11 15 0,0 0-16 16,0 0-1-16,0 0 3 0,-4 11-4 0,4-11 1 16,0 0-1-16,0 0-1 0,0 0 3 0,0 11 7 15,0-11-8-15,0 0 0 0,0 0-3 16,0 0 4-16,0 0 0 0,0 13 0 0,0-13-3 15,0 0 2-15,0 0 0 0,0 0 1 0,0 12-2 0,0-12 5 16,0 0-3-16,0 0 0 0,0 0 7 16,0 0-6-16,0 0 0 0,-1 11-1 0,1-11-1 15,0 0 3-15,0 0 1 0,0 0-4 0,0 0 4 16,0 0-2-16,-6 9-3 0,6-9 9 0,0 0-4 16,0 0-1-16,0 0 3 0,-5 7-1 0,5-7 0 0,0 0 0 15,0 0-3-15,0 0 8 0,-11 4-9 16,11-4 2-16,0 0 1 0,0 0 2 0,-12 0-3 15,12 0 2-15,0 0-1 0,-11 1 3 0,11-1-3 16,0 0 1-16,-16 1-3 0,16-1-1 0,-10 1 2 16,10-1 0-16,-16 2 0 0,16-2-3 0,-15 0 2 15,15 0 4-15,-19 1-5 0,10 1 9 0,9-2-10 0,-19 3 3 16,19-3-2-16,-23 1 1 0,12-1-6 0,11 0 0 16,-23 4 4-16,11-4-2 0,12 0-4 0,-25 3 3 15,12-1-4-15,0-1 1 0,2-1 0 0,-1 2-3 16,-1-1-3-16,0-1 2 0,2 3-2 15,11-3 5-15,-24 1-1 0,11-1 2 0,0 2-1 0,-2-1-1 16,2 0 2-16,-1-1 0 0,3 1 1 16,11-1 2-16,-23 2-3 0,11-1 2 0,-1 0 1 15,3 1 4-15,-3-2 6 0,1 1-7 0,12-1-3 0,-24 1 5 16,12 0-7-16,-1 0 6 0,-1 1-2 16,0-1 4-16,-1 3-5 0,2-4 3 0,-1 2 3 15,2-1-3-15,-1 0-1 0,1-1 4 0,0 2-4 0,2-1 4 16,-4 2-3-16,3-2 4 0,11-1 1 15,-19 0-1-15,9 2-4 0,10-2 1 0,-18 2 2 16,18-2-2-16,-15-1 2 0,15 1 2 0,-17-1-2 16,17 1 3-16,-15-2-4 0,4 1 1 0,11 1-4 15,-21-1 3-15,10-1-3 0,11 2 3 0,-21-1-2 16,21 1 10-16,-15-1-1 0,15 1-10 0,-13-1 2 16,13 1-2-16,-14-2 4 0,14 2-2 0,-13-2-1 15,13 2-1-15,-13 0 3 0,13 0 1 0,0 0-4 16,-14-4 4-16,14 4 2 0,-10-1-2 0,10 1 0 15,0 0-2-15,0 0-1 0,-14-2 1 0,14 2-1 16,0 0 1-16,-12 0-1 0,12 0 4 0,0 0-5 16,0 0 4-16,0 0-2 0,-13 0 0 0,13 0-1 15,0 0 2-15,0 0 0 0,0 0 0 0,-15-1 5 16,15 1-4-16,0 0-3 0,0 0 0 0,-14 1 2 16,14-1-1-16,0 0-1 0,0 0 3 0,0 0-4 15,-10 0 6-15,10 0-3 0,0 0 1 0,0 0-2 16,0 0 3-16,0 0-3 0,0 0-6 0,0 0-15 15,0 0-16-15,0 0-17 0,0 0-40 0,0 0-21 16,0 0-36-16,0 0-35 0,0 0-23 0,0 0-165 16,0 0-407-16,0 0 180 0</inkml:trace>
  <inkml:trace contextRef="#ctx0" brushRef="#br0" timeOffset="9271.61">3962 970 100 0,'0'0'170'0,"0"0"-15"16,3-5-15-16,-3 5-19 0,0 0-19 0,0 0-12 15,0 0-6-15,0 0-10 0,0 0-10 0,0 0-1 16,5 29-10-16,-1-14-2 0,0 1-4 0,0 4-4 16,1 8-10-16,0-4-1 0,0 0 1 0,1 2-5 15,-4-7-4-15,2-1-5 0,-2-3 3 16,5 3 2-16,-5-5-9 0,1 2 1 0,-1-1 0 16,-1-4-2-16,1 1 2 0,-1 0-6 0,0-3-3 15,-1-8 10-15,2 16-11 0,-2-16 4 0,2 9 2 16,-2-9-7-16,0 0 6 0,4 10 0 0,-4-10 9 15,0 0 18-15,0 0 4 0,0 0 9 0,0 0 18 16,1 9 8-16,-1-9 3 0,0 0 15 0,0 0-3 16,0 0-4-16,0 0-2 0,0 0-14 0,0 0-10 15,0 0-3-15,0 0-8 0,0 0-10 0,-5-40-8 16,4 28-2-16,2-5-7 0,0-1-3 0,2 0-8 16,2-1-8-16,0 1-2 0,2-6-1 0,0 5-3 15,5-4 0-15,-1 7-1 0,0-1-4 0,-1 2 2 16,2 2 2-16,1 1-7 0,1-1 1 0,-2 6-1 15,3 0 1-15,7 2-35 0,-4-1 6 0,-3 5 6 16,0 1 5-16,-3 0-6 0,1 1 4 16,0 1 5-16,-2 2 3 0,0 3 4 0,4 1-3 15,-1 3 10-15,-3 3-2 0,1-1-3 0,-1 1-1 16,-1 1 8-16,-1 0 1 0,-1 3 0 0,-3-3-3 16,2 2 5-16,-5-2 6 0,1 3 0 0,-5-2 1 15,4 0-5-15,-2-3-1 0,0-13 1 0,-3 23 4 16,1-12-2-16,-1 1 0 0,3-12 0 0,-5 22-23 15,3-13-17-15,2-9-13 0,-3 20-32 0,3-20-30 16,-4 15-15-16,4-15-31 0,0 13-21 16,0-13-102-16,0 0-306 0,0 0 135 0</inkml:trace>
  <inkml:trace contextRef="#ctx0" brushRef="#br0" timeOffset="9655.83">4726 1194 110 0,'0'0'153'0,"0"0"-14"0,0 0-20 15,0 0-11-15,0 0-8 0,28-3-7 0,-14 1-10 16,-14 2-34-16,30-1-33 0,-15 1-40 0,4 0-64 16,-3 3-55-16,2-3-156 0,0-2 70 0</inkml:trace>
  <inkml:trace contextRef="#ctx0" brushRef="#br0" timeOffset="9962.84">5432 966 42 0,'0'0'148'0,"-53"-14"-4"15,33 15-6-15,0 1-19 0,-1 4 3 0,-7 3-9 16,2 1-13-16,1 6-7 0,1 1-6 0,2 4-4 15,3 4-14-15,-1 0 1 0,0 2-8 0,5-1 3 16,2-1-8-16,2 1-7 0,3-1-6 0,3-8 1 16,3 2-11-16,2 0 4 0,3-2-2 15,1 0-3-15,3-6-7 0,4 2-1 0,1-1 2 16,5-1 2-16,10-1-2 0,-1-5-20 0,6-3-17 16,2 2-22-16,1-7-28 0,-2 1-31 0,2-1-25 15,-3-2-25-15,0-3-107 0,-3 2-268 0,-9-2 119 16</inkml:trace>
  <inkml:trace contextRef="#ctx0" brushRef="#br0" timeOffset="10398.21">5747 781 129 0,'0'0'209'0,"0"0"-21"0,0 0-20 0,0 0-22 16,0 0-18-16,0 0-15 0,0 0-12 0,0 0-8 15,0 0-12-15,0 0 5 0,0 0-2 0,1 70-11 0,0-38-6 16,-5 14-3-16,2 0-9 0,2-11-4 16,-3-3 1-16,2-1-9 0,1-3-2 0,-2-2-9 0,5-6-2 15,-5-1-1-15,2-2-4 0,0-6 1 16,0 2-2-16,0-3-3 0,-1 0-1 0,1-10-4 16,-2 14 4-16,2-14-4 0,-2 10 1 0,2-10 1 15,0 0 7-15,0 0 11 0,0 11 5 0,0-11 3 16,0 0-7-16,0 0-5 0,0 0-2 0,0 0 1 15,0 0-10-15,0 0-8 0,1-37-4 0,3 22-2 16,1-4-11-16,5-10-4 0,0 5 0 0,7-1 0 16,0 0-3-16,4 1 0 0,-4 5-1 0,3 2 2 15,-6 4-1-15,-2 1-1 0,-2 8 1 0,2-1 1 16,-2 2-6-16,0 3 2 0,-10 0 3 16,20 8 3-16,-9 0-6 0,-2 1 5 0,2 5 3 15,-2 1 1-15,1 2 1 0,-2-1-1 0,-2-2-1 16,1 1 5-16,-3 2 2 0,2-2-2 0,-2 1 3 15,0-4-11-15,-2-1-16 0,3 0-18 0,-1-2-33 16,3 1-13-16,-7-10-26 0,16 13-25 0,-4-7-36 16,4 0-109-16,1-5-308 0,3-5 137 0</inkml:trace>
  <inkml:trace contextRef="#ctx0" brushRef="#br0" timeOffset="10735.47">6387 980 5 0,'-13'0'169'0,"0"3"-4"16,-4 1-8-16,-4 6-12 0,-2 3 5 0,-3 5-2 16,3-1-14-16,1 4-9 0,9-6-9 0,-6 5-13 0,7-6-13 15,4-2-3-15,0 3-11 0,4-5-6 16,1 2-6-16,3-2-4 0,0-10-5 0,4 20-2 16,1-11-9-16,3-2-2 0,-1-3-3 0,5 3-3 15,-1-3-7-15,1-3-4 0,1 0 2 0,-1 1-4 16,1-4-4-16,1-1-3 0,-2-2 0 0,-1-1 2 15,1 0-7-15,-2-3 2 0,-1 2-1 0,1 0-1 16,-5-3-5-16,0-2 3 0,1-2-2 0,-1 4-1 16,-2-1-2-16,1 0 5 0,1 1 4 0,-1 1-2 15,-4 9 0-15,4-10 0 0,-4 10-2 16,4-7-9-16,-4 7-3 0,0 0 4 0,0 0-2 0,0 0 1 16,0 0 1-16,0 0-2 0,4 25 2 0,-6-13 1 15,1 5 1-15,0-4-9 0,1 2-33 0,1 4-34 16,0-4-58-16,2-1-44 0,1 5-163 0,-3-3-367 15,2-3 163-15</inkml:trace>
  <inkml:trace contextRef="#ctx0" brushRef="#br0" timeOffset="11147.89">6519 1078 138 0,'0'-13'222'0,"0"13"-25"0,0 0-20 16,2-9-17-16,-2 9-19 0,0 0-16 0,0 0-11 16,0 0-5-16,3 36-11 0,-1-19-10 0,0-2-9 15,-1 2-7-15,-1-2-8 0,1 3-4 16,-2-5-4-16,2-1-11 0,-2-1 1 0,2-1-5 16,-1-10-7-16,1 13 1 0,-1-13 1 0,3 10-2 15,-3-10 0-15,0 0 17 0,0 10 3 0,0-10-8 16,0 0-3-16,0 0-4 0,0 0-6 0,0 0-1 15,0 0-3-15,-3-34-8 0,3 22 2 0,2-4-2 16,-1-9-8-16,3 6 1 0,0-1-5 0,3-6-2 16,1 3-2-16,1-2 2 0,-9 25-10 0,16-38 4 15,-16 38 2-15,15-28-2 0,-15 28-3 0,0 0-5 16,15-20 0-16,-15 20-1 0,11-5 3 0,-3 8 1 16,-8-3-7-16,18 10 5 0,-8 3-1 0,0 2 3 15,-1 2-2-15,-2-2 1 0,-2 2 6 0,0 2-1 16,1 1-4-16,-2-2 2 0,0-1 1 0,0 2 4 15,-2-2 0-15,0-1-3 0,-1 0-34 0,0-2-18 16,1-3-41-16,-2-11-50 0,0 22-44 16,0-12-159-16,0-10-375 0,0 0 167 0</inkml:trace>
  <inkml:trace contextRef="#ctx0" brushRef="#br0" timeOffset="11703.16">6842 1069 10 0,'0'0'170'0,"14"12"-3"0,-14-12-10 0,2 16-21 15,0-6-3-15,-2-10-3 0,2 19-11 0,0-10-8 16,-2-9-11-16,1 18-10 0,0-9-6 0,-1-9-5 16,1 13-1-16,-1-13-8 0,2 14-7 15,-2-14-8-15,1 8 3 0,-1-8 4 0,0 0 6 16,0 0 1-16,0 11 3 0,0-11 8 0,0 0 10 15,0 0-7-15,0 0-10 0,0 0-6 0,0 0-4 16,0 0-7-16,0 0-10 0,0 0 1 0,0 0-2 16,0 0-3-16,1-34-6 0,2 22-7 0,1-2-4 15,3-1-4-15,0 1-7 0,0 0-7 0,4 1-1 16,-2 2-1-16,0 3 1 0,0 1-7 0,1 2-3 16,0 3-2-16,-10 2 3 0,17 0-3 15,-5 3 0-15,-3 1-4 0,3 4 7 0,-2-1-1 16,-2 4-1-16,3 0 4 0,-2-1-1 0,1 3 3 15,-2-3-2-15,3 3-1 0,-2-6-1 0,1 1 9 16,-2-2-2-16,3-1-2 0,0 1 1 0,2-4 2 16,1 0 0-16,4-4 1 0,0 0 2 0,1-4 0 15,1 1-4-15,-3 0 2 0,-2-2-1 0,-1-3-4 16,-5 0 4-16,5-1 0 0,-3-1-2 0,-4 2 0 16,1 0 3-16,0-5-6 0,-1 0 2 0,-3 1 1 15,0 1-3-15,-4 13 0 0,0 0-2 0,0 0 4 16,7-51 2-16,-7 51-9 0,0 0 3 0,0 0-4 15,0 0-5-15,0 0 0 0,-13-29 3 0,7 29-4 16,6 0 1-16,0 0 3 0,-33 27 2 0,15-9 3 16,4-1-2-16,3-2 3 0,-2 1-2 0,1 1-2 15,6-1 4-15,-2 0 1 0,5 1 0 0,0-1-9 16,6-1-18-16,-1-3-19 0,2 0-38 16,2-3-32-16,2 1-52 0,2-3-52 0,2 1-143 0,3-1-393 15,-3-6 174-15</inkml:trace>
  <inkml:trace contextRef="#ctx0" brushRef="#br0" timeOffset="11957.03">7578 809 29 0,'0'0'251'0,"0"0"-28"0,0 0-28 0,0 0-22 16,0 0-8-16,0 0-9 0,0 0 3 0,0 0-2 15,0 0-11-15,0 0-15 0,-8 63-10 0,7-34-6 16,2 3-11-16,-1 2-8 0,2-3-15 0,-2-1-4 16,1 1-4-16,-2-3-7 0,-1 0-9 15,2-2-5-15,2-7-4 0,-4 5 0 0,4-5-11 16,-1-1-25-16,0-1-17 0,-2-2-26 0,2 1-34 16,-1-16-39-16,-1 25-48 0,0-14-62 0,1-11-154 15,-4 18-396-15,4-18 175 0</inkml:trace>
  <inkml:trace contextRef="#ctx0" brushRef="#br0" timeOffset="12294.91">8077 692 54 0,'0'0'181'0,"0"0"-10"15,0 0-14-15,0 0-5 0,0 0-11 0,0 0-9 16,0 0-17-16,0 0-7 0,0 0-9 0,0 0-7 15,0 0-8-15,0 0-5 0,0 0-9 0,72-16-8 16,-72 16-4-16,60-3-7 0,-26 1-18 0,-34 2-22 16,63-4-29-16,-36 3-33 0,-27 1-24 0,37-1-40 15,-37 1-22-15,0 0-106 0,0 0-263 16,41-2 118-16</inkml:trace>
  <inkml:trace contextRef="#ctx0" brushRef="#br0" timeOffset="12587.19">8325 633 90 0,'0'0'156'0,"0"0"-26"0,0 0-12 15,0 0-10-15,0 0-7 0,0 0 1 0,0 0 1 16,0 0-1-16,0 0-6 0,-19 73 0 0,12-45-5 16,3 1-3-16,-1 3 6 0,5-32-7 15,-6 60-8-15,2-32-1 0,-2 2-12 0,4-2-2 0,-2-2-2 16,2 3-5-16,-2-4-11 0,3-1 3 0,-3-4-6 15,1-1-1-15,1-1-5 0,0-1 1 0,0 1-7 16,-2-2-2-16,-4-2-2 0,2 0 2 0,-1-3-5 16,1-1 1-16,-2-1 6 0,0 0-9 0,-1-4-3 15,-1 0 4-15,-2 0-3 0,2-3-1 16,-1 0-4-16,-3 0 4 0,14-2-10 0,-24-4-8 16,12 1-19-16,0-1-27 0,2-2-41 0,2-2-49 0,0 2-50 15,2-3-165-15,6 9-379 0,-9-20 168 16</inkml:trace>
  <inkml:trace contextRef="#ctx0" brushRef="#br0" timeOffset="12908.82">8512 851 15 0,'0'0'235'0,"0"0"-1"15,0 0-6-15,12-40-2 0,-12 40-4 16,0 0-22-16,0 0-23 0,0 0-19 0,0 0-20 16,0 0-20-16,0 0-14 0,0 0-10 0,0 0-8 15,0 0-7-15,0 0-8 0,25 47-3 0,-23-20 2 16,-1 0-2-16,-2-1-7 0,1 2-2 0,1 0-9 16,1-3 0-16,-2-1-5 0,-2-5-1 0,1 0-8 15,-1-3 0-15,2 2-5 0,0-2-5 0,-2-4 0 16,2 0 2-16,-3-2-6 0,3-10 3 0,-1 19-6 15,1-19-23-15,0 12-16 0,0-12-9 0,-3 11-23 16,3-11-15-16,0 0-10 0,2 10-22 0,-2-10-16 16,0 0-47-16,0 0-45 0,0 0-180 0,0 0-418 15,0 0 186-15</inkml:trace>
  <inkml:trace contextRef="#ctx0" brushRef="#br0" timeOffset="13074.51">8611 726 55 0,'0'0'149'0,"0"0"-13"0,0 0-7 16,6-39-18-16,-6 39-13 0,0 0-9 0,0 0-12 15,0 0-10-15,26-16-9 0,-26 16-3 0,0 0-26 16,0 0-24-16,0 0-35 0,70 26-38 0,-70-26-92 16,31 24-174-16,-19-11 77 0</inkml:trace>
  <inkml:trace contextRef="#ctx0" brushRef="#br0" timeOffset="13248.98">8598 1007 211 0,'-6'6'228'0,"6"-6"-3"16,0 0-20-16,0 0-20 0,0 0-23 0,0 0-16 15,0 0-14-15,0 0-13 0,29-3-8 0,-12 2-19 16,4-1-24-16,9 1-38 0,-2-2-41 0,5 2-52 15,-1-2-50-15,-1-2-54 0,-1 5-93 0,-3-4-282 16,0-2 124-16</inkml:trace>
  <inkml:trace contextRef="#ctx0" brushRef="#br0" timeOffset="13683.06">9243 788 25 0,'0'0'205'15,"0"0"-8"-15,-25-40-5 0,25 40-16 0,0 0-9 16,0 0-17-16,-42-5-10 0,42 5-20 0,0 0-9 16,0 0-10-16,-71 35-11 0,55-22-12 0,16-13 0 15,-27 30-12-15,15-16-7 0,12-14-1 0,-19 31-8 16,19-31-6-16,-9 25-3 0,7-14-2 0,0 0-4 16,4-1-1-16,1-1-2 0,4 1-6 0,1-3-2 15,0 0-7-15,8 0-4 0,2-1 5 16,-7-3-11-16,8 2-1 0,-6-3-3 0,6-1-6 15,-6-2 3-15,1 1 1 0,-2 0 1 0,-2 1-2 16,-10-1 6-16,15 0 0 0,-15 0-2 0,0 0-1 0,13-2 7 16,-13 2-3-16,0 0 4 0,0 0 2 0,0 0-3 15,0 0-6-15,0 0 6 0,0 0-8 16,0 0 6-16,-47 7 2 0,28-2 13 0,-1 3-2 16,-1 0 0-16,-4 6 12 0,-1-1 1 0,0-1 4 15,9 0 6-15,0 0-1 0,1 0 4 0,1 1-8 16,3-2 0-16,2 1 1 0,1-3-6 0,3 1-5 15,1-1-4-15,1 1 2 0,4 1-2 0,0-11-3 16,5 19 1-16,4-10 0 0,4 0-2 0,3 1-2 16,10 1 0-16,-5-8-16 0,6 4-26 0,4-4-35 15,5-1-33-15,-2 0-44 0,1-2-55 0,-4-2-50 16,-1 0-171-16,-2-2-444 0,-6 0 197 0</inkml:trace>
  <inkml:trace contextRef="#ctx0" brushRef="#br0" timeOffset="14002.56">9478 809 59 0,'0'0'181'0,"0"0"-10"0,0 0-2 0,-42-12-7 15,42 12-8-15,0 0-6 0,0 0-4 0,0 0-10 16,0 0-15-16,-33-6 1 0,33 6-15 0,0 0-1 16,0 0-5-16,0 0-12 0,0 0-8 15,0 0 0-15,0 0-14 0,0 0-1 0,0 0-8 16,0 0-4-16,0 0 2 0,0 0-3 0,0 0-9 16,0 0 0-16,86-16-6 0,-49 15 0 0,4-2-5 0,12 1-2 15,-13-1-10-15,0-1-13 0,-2 3-17 0,-4-2-15 16,-34 3-20-16,69-5-15 0,-40 4-28 15,-29 1-24-15,42-5-28 0,-42 5-38 0,37 0-160 16,-37 0-366-16,0 0 161 0</inkml:trace>
  <inkml:trace contextRef="#ctx0" brushRef="#br0" timeOffset="14301.49">9734 775 67 0,'0'0'231'0,"0"0"-8"0,0 0-10 16,0 0-22-16,0 0-10 0,0 0-18 0,0 0-16 0,0 0-15 15,0 0-12-15,0 0-15 0,0 0-15 16,0 0-14-16,0 0-6 0,0 0-9 0,0 0-3 16,0 0-4-16,-25 34 10 0,25-34-7 0,-4 32-3 15,2-13 3-15,1-1 2 0,-3 2-7 0,0 5-4 16,1 1 0-16,0-7-1 0,-1 5 2 0,3-5-11 15,-2 5-4-15,0 2 1 0,1-7-4 0,-2 0-4 16,2-1-5-16,1 0 3 0,-1 0-3 0,1-1-25 16,0 1-23-16,1-3-21 0,-2-4-21 0,4 5-24 15,-2-16-42-15,-2 22-41 0,4-13-48 0,-2-9-142 16,0 18-393-16,0-18 175 0</inkml:trace>
  <inkml:trace contextRef="#ctx0" brushRef="#br0" timeOffset="14537.26">10083 965 2291 0,'0'0'172'0,"0"0"-82"15,0 0-37-15,0 0-27 0,0 0-13 0,0 0 22 16,0 0 10-16,0 0 2 0,0 0-8 0,0 0-4 15,0 0-4-15,0 0-6 0,0 0-5 0,0 0-6 16,0 0-11-16,27-21-13 0,-27 26-22 0,0-5-29 16,0 0-44-16,0 17-54 0,-1-9-50 0,1 5-186 15,0-13-425-15,-6 20 188 0</inkml:trace>
  <inkml:trace contextRef="#ctx0" brushRef="#br0" timeOffset="14702.88">10083 1248 78 0,'0'0'232'0,"0"0"-3"16,0 0-8-16,4 5-12 0,-4-5-22 0,0 0-22 15,0 0-14-15,0 0-18 0,0 0-10 0,4 7-13 16,-4-7-23-16,5 3-37 0,-5-3-46 0,0 0-54 16,0 0-58-16,7 2-61 0,-7-2-107 0,0 0-298 15,0 0 132-15</inkml:trace>
  <inkml:trace contextRef="#ctx0" brushRef="#br0" timeOffset="14869.87">10344 1117 205 0,'0'0'241'0,"0"0"-26"15,10-1-23-15,-10 1-20 0,0 0-27 0,0 0-35 16,0 0-25-16,0 0-33 0,0 0-40 0,0 0-40 15,0 0-55-15,0 0-137 0,0 0-238 0,0 0 106 16</inkml:trace>
  <inkml:trace contextRef="#ctx0" brushRef="#br0" timeOffset="16826.34">4166 1738 104 0,'-5'-8'152'16,"5"8"-12"-16,0 0-10 0,0 0-14 0,0 0-6 15,0 0-12-15,0 0-11 0,0 0-2 0,-7-6-11 16,7 6-8-16,0 0-6 0,0 0-4 16,0 0-8-16,-15-3-7 0,15 3-2 0,0 0-7 0,0 0-1 15,-21 5-1-15,21-5-6 0,-13 2 1 16,2 0-8-16,2 1 1 0,9-3-3 0,-19 3 5 16,9-2-8-16,10-1 5 0,-15 4 0 0,15-4 1 15,-13 1 6-15,8 2 4 0,5-3-3 0,-9 2 4 16,9-2-7-16,0 0 8 0,-9 2-4 0,9-2-3 0,0 0-3 15,0 0 4-15,-8 2-2 0,8-2-6 16,0 0 8-16,0 0-9 0,0 0-3 0,0 0 1 16,0 0-4-16,0 0-1 0,0 0-3 0,-8 2-3 15,8-2 0-15,0 0-4 0,0 0 3 0,0 0 2 16,0 0-3-16,0 0 6 0,0 0 2 0,0 0-9 16,21 9 7-16,-21-9 7 0,19 7 0 0,-9-5 1 15,9-1 3-15,-2 2 4 0,4-1-5 0,0 0 3 16,0 0-2-16,11 0-1 0,0 0 4 0,-3-2-2 15,3 2 5-15,0-2-6 0,2 1-1 16,0-1 1-16,0 0-5 0,-2-1 5 0,3 1-4 0,-3 0-3 16,1-2-4-16,1 2 5 0,0 0 1 0,-1 2 1 15,0-4-2-15,0 4 4 0,2-5 1 0,-1 3-2 16,2-1 3-16,-3 1-1 0,3 0-1 0,1 1 2 16,1-2-4-16,-3 1 3 0,2 0-4 0,-1-2-3 15,1 2 3-15,-1-2-1 0,1 4-1 0,-2-2-1 16,-1-2-3-16,1 4 1 0,0-2 4 0,-2 2-5 15,2-2 0-15,-1 2-6 0,-3-4 4 16,2 0 3-16,-1 2 1 0,1 0 1 0,-1 2-1 16,0-2-9-16,1 2 13 0,-3 0 0 0,4-4-3 15,-4 4 1-15,0 0-3 0,0 0 2 0,2 1-1 16,-4-1-2-16,2-1 0 0,2 3 2 0,-1-2 0 16,-2-2-1-16,1 3 1 0,-2-2-3 0,1 2 9 15,-3-3-4-15,-4 0 0 0,1 1-6 0,5 1 12 16,-8-4-5-16,10 2 3 0,-3-1-5 0,-5 2 2 15,7 1-2-15,-8-2-5 0,9-2 10 16,-5 1-4-16,3 1 0 0,-6 0 1 0,5 0-2 0,-5 0-3 16,-3 0 0-16,3 0-4 0,-1 0 4 0,7 1 1 15,-7-2-2-15,2 1-1 0,-1 3 3 0,-1-3-2 16,9 0 0-16,-3 0 1 0,1-2-11 0,-7 1 11 16,7 4 0-16,-7-3-1 0,1 0-1 0,6 0 2 15,0-2-1-15,0 1 3 0,1 1-1 0,-2-2 7 16,1-1-5-16,-1 4 2 0,3-2-3 15,-7-1-3-15,5 1 3 0,-7 0 0 0,9 0-8 16,-1-2 4-16,-8 0 2 0,8 3 2 0,2-2-4 16,-4 1 5-16,2-1-3 0,-1 0-1 0,2 0-5 15,-2 0 9-15,0 0-1 0,2-1 0 0,-3 0-6 16,-7 2-4-16,1 1 8 0,7-2 2 0,0 0-2 16,-1-3 3-16,3 4-1 0,-5-3-3 0,3 3 2 15,1-2 1-15,-3 0-2 0,2-1-1 0,0 2-3 16,-1-2-2-16,-5 4 3 0,0-1-3 0,0 0 2 15,6 1 0-15,0-4 3 0,-8 4-2 0,1 0 1 16,-1-3-3-16,-1 2 2 0,2-1 0 0,0 0-1 16,6 2-1-16,-6-1-1 0,2-1 2 0,-2 0 0 15,0 1 4-15,1-1-6 0,4 0 2 0,-3 2 0 16,-2-2-2-16,-1-1 3 0,1 2-1 0,7-1 2 16,0 1 1-16,-2 1-3 0,3 0 1 0,-1-1-6 15,0 1 2-15,-6-2 5 0,6-2-5 0,-1 4 3 16,1-1 0-16,-7 0 0 0,7-2 0 15,-7 2-4-15,6-1 6 0,-5-1-4 0,0 2 3 16,6-2 2-16,-1 2 2 0,-1 1-1 0,-4-4-1 16,0 0 3-16,5 3-3 0,-6-4 1 0,0 3 1 15,1 0-1-15,-1-1-2 0,1 1 2 0,4 0-1 0,-5 1-2 16,7 1-11-16,-6-4 13 0,-1 0 3 0,6 0-2 16,-6 2-6-16,1 0-6 0,0-1 7 15,5 0-13-15,-6 2 17 0,6 1-2 0,-5-3-5 16,5 0 3-16,-4 1 4 0,-2 1-4 0,0 0 2 15,1-1 1-15,-1 0-4 0,7 1-2 0,0 1 6 16,-7-2-3-16,1 0 2 0,7 0-1 0,-9 2 0 16,1-1-2-16,-1 1 6 0,-1-1-13 0,1-1 11 15,1 0 3-15,6 1 1 0,1 1-2 0,-6-3 4 16,-1 0-6-16,0 2 7 0,6 0-9 0,-8-2 1 16,0 2 3-16,1 1-3 0,-4-1 4 0,-2 0 3 15,0-1 1-15,3 2 8 0,-4-2-15 16,2 2 11-16,2 0 3 0,-3 0 0 0,-1 0-2 0,-2-1-1 15,-11 1-4-15,23 0 2 0,-15-2-5 0,-8 2 2 16,16-1 4-16,-16 1 0 0,13 0-6 0,-13 0 4 16,0 0-7-16,15 0-2 0,-15 0-11 0,0 0-11 15,0 0-18-15,0 0-9 0,0 0-17 0,11-1-20 16,-11 1-19-16,0 0-28 0,0 0-20 0,0 0-24 16,0 0-51-16,0 0-230 0,0 0-492 0,0 0 218 15</inkml:trace>
  <inkml:trace contextRef="#ctx0" brushRef="#br0" timeOffset="18563.02">8548 823 19 0,'0'0'27'0,"0"0"-1"0,0 0-5 0,0 0 4 16,0 0 0-16,0 0-9 0,0 0 8 0,0 0 1 16,-19 35 9-16,19-35 3 0,0 0-4 0,0 0 3 15,0 0 2-15,0 0-2 0,-13 26-10 0,13-26-4 16,0 0-3-16,0 0 15 0,0 0-15 15,0 0-2-15,0 0-6 0,-14 25 1 0,14-25-2 16,0 0 0-16,0 0 2 0,0 0 4 0,0 0-4 16,0 0 3-16,0 0 11 0,0 0-11 0,0 0 7 15,0 0-4-15,0 0-2 0,0 0 7 0,0 0-2 16,0 0 2-16,0 0-8 0,0 0 15 0,0 0-1 16,0 0-3-16,0 0 9 0,0 0 6 0,0 0-11 15,0 0-2-15,0 0 1 0,0 0 0 0,0 0 1 16,0 0-10-16,0 0 9 0,0 0-7 0,0 0-9 15,0 0 7-15,0 0-6 0,0 0 0 16,0 0 3-16,0 0-3 0,0 0-6 0,0 0 7 16,0 0-6-16,0 0 4 0,0 0 0 0,0 0-1 15,0 0 0-15,0 0 7 0,0 0-5 0,0 0 3 16,0 0-4-16,0 0 0 0,3-89-2 0,-3 89 2 16,0 0-10-16,0 0 6 0,0 0 12 0,0 0-3 15,0 0 2-15,0 0-3 0,14-36-3 0,-14 36-1 16,0 0 8-16,0 0-14 0,0 0 8 0,0 0-3 15,0 0-2-15,0 0 4 0,0 0-7 0,0 0-2 16,5-28 4-16,-5 28-3 0,0 0 0 0,0 0 0 16,0 0 4-16,0 0-1 0,0 0-1 0,0 0-2 15,0 0-7-15,0 0 11 0,0 0 0 0,0 0-6 16,0 0-4-16,0 0 16 0,0 0-7 16,0 0-1-16,0 0 6 0,0 0-6 0,0 0-1 0,0 0 2 15,0 0 1-15,0 0-2 0,0 0 1 0,0 0-2 16,0 0-3-16,6-30 2 0,-6 30 4 0,0 0-6 15,0 0 1-15,0 0 4 0,0 0-4 16,0 0 2-16,0 0 2 0,0 0 1 0,0 0-4 16,0 0-1-16,0 0-1 0,0 0 1 0,0 0 3 15,0 0 2-15,0 0-5 0,0 0 2 0,0 0 2 16,0 0-8-16,0 0 5 0,0 0 0 0,0 0 0 16,0 0-5-16,0 0 7 0,0 0-5 0,14-25 5 15,-14 25-3-15,0 0 2 0,0 0-3 0,0 0 0 16,0 0-1-16,0 0 0 0,0 0 2 0,0 0-5 15,0 0 5-15,0 0-5 0,0 0 1 0,0 0-1 16,0 0 3-16,35-7-1 0,-35 7 1 0,0 0-1 16,0 0-1-16,0 0 8 0,0 0-11 0,0 0 1 15,0 0-2-15,0 0 5 0,0 0-2 0,0 0 1 16,0 0-4-16,0 0 4 0,0 0 4 0,0 0-6 16,0 0-1-16,0 0 2 0,0 0-3 0,0 0 6 15,0 0-6-15,0 0 3 0,0 0-3 16,0 0 1-16,0 0 0 0,0 0-1 0,0 0 4 15,0 0-7-15,0 0 6 0,34-5 4 0,-34 5-6 16,0 0 4-16,0 0-6 0,0 0 8 0,0 0-5 16,0 0 2-16,0 0 1 0,0 0-3 0,0 0 3 15,0 0 0-15,0 0-2 0,51 13 6 0,-51-13-8 16,0 0 2-16,0 0 5 0,0 0 1 0,0 0-3 16,0 0 4-16,39 2-4 0,-39-2 1 0,0 0 1 15,0 0-5-15,0 0-2 0,0 0 7 0,0 0-4 16,0 0 0-16,0 0 5 0,0 0-7 0,0 0 5 15,0 0-4-15,0 0 3 0,0 0 1 0,0 0 4 16,0 0 5-16,0 0-1 0,0 0 1 0,0 0-1 16,0 0 2-16,0 0 0 0,0 0 3 0,0 0-3 15,0 0 2-15,0 0-3 0,0 0 1 0,0 0-1 16,0 0 0-16,0 0 2 0,0 0-2 0,0 0-3 16,0 0-1-16,0 0-2 0,0 0 2 0,33 5-2 15,-33-5-2-15,0 0 1 0,0 0-2 0,0 0-3 16,0 0 0-16,0 0 3 0,0 0 0 0,0 0-1 15,0 0 1-15,0 0 0 0,0 0-2 16,0 0 1-16,0 0 0 0,0 0-5 0,0 0 4 16,0 0-9-16,0 0-2 0,0 0-12 0,0 0-11 15,0 0-10-15,0 0-20 0,0 0-21 0,0 0-24 16,0 0-24-16,36 4-37 0,-36-4-131 0,0 0-323 16,0 0 143-16</inkml:trace>
  <inkml:trace contextRef="#ctx0" brushRef="#br0" timeOffset="23276.62">21237 7009 89 0,'0'0'154'0,"0"0"-9"0,-7-4-4 15,7 4-6-15,0 0-7 0,0 0-8 16,0 0-11-16,0 0-5 0,0 0-11 0,0 0-6 0,0 0-6 16,0 0-8-16,0 0-7 0,0 0 5 0,0 0-8 15,0 0-8-15,0 0 2 0,21-2 2 0,-6 2-3 16,5 3-4-16,10 1-5 0,2-2-5 0,0 1-3 15,4 0-3-15,2 0-3 0,1 0-3 16,16 0-3-16,-18 2-4 0,1 0-2 0,12 0 0 0,-13 0-1 16,-1 1 1-16,2-3-8 0,2 1 3 0,-6 1-4 15,-1 0 0-15,-3-1-3 0,2 0 1 0,-5 0-2 16,-1 0 1-16,-5-1-1 0,-1-2-1 16,2 2-1-16,-4-3 1 0,-4 3 1 0,0-2 2 0,0 1 1 15,-2-2 5-15,-2 1-3 0,-1 1-1 0,-2-4-2 16,-7 2 3-16,12 2 1 0,-12-2-4 0,13 1 3 15,-13-1 1-15,7 0 0 0,-7 0-4 0,0 0 17 16,8 2-4-16,-8-2-1 0,0 0-4 0,0 0 0 16,8 1-4-16,-8-1 6 0,0 0-9 0,0 0 1 15,0 0-4-15,0 0-1 0,7 2-2 0,-7-2-2 16,0 0-1-16,0 0-1 0,0 0 2 0,0 0-1 16,0 0 1-16,0 0-1 0,-12 11 1 0,5-5-3 15,-2 1 3-15,2-1 0 0,-2 3-1 0,1 0-1 16,-1 0 6-16,0-1-6 0,0 1-1 0,0-1 2 15,0 2-2-15,2-2-8 0,0 2-15 0,-2 0-23 16,2 0-26-16,-1-2-29 0,-2 0-34 0,3-1-16 16,0 3-41-16,0-3-155 0,1 1-375 0,-1-5 166 15</inkml:trace>
  <inkml:trace contextRef="#ctx0" brushRef="#br0" timeOffset="23479.69">22122 7089 28 0,'-6'-18'227'0,"1"1"-15"0,-1-2-13 16,-3 0-2-16,3 4-4 0,-1 0-6 0,1-1-13 15,-1 7-15-15,0-2-12 0,-1 2-14 0,2 0-10 16,-1 1-17-16,1 0-6 0,0 2-13 0,2 1-11 16,4 5-23-16,-3-8-33 0,3 8-44 0,0 0-31 15,0 0-28-15,0 0-35 0,0 0-33 0,0 0-40 16,-15 15-110-16,15-15-324 0,-2 12 144 0</inkml:trace>
  <inkml:trace contextRef="#ctx0" brushRef="#br0" timeOffset="23953.33">22624 7069 28 0,'0'0'264'16,"0"0"-15"-16,1-10-16 0,-1 10-9 0,0 0-18 16,0 0-20-16,0-9-18 0,0 9-16 0,0 0-18 0,0 0-17 15,0 0-15-15,0 0-3 0,0 0-18 16,0 0-8-16,0 0-5 0,1 24-5 0,-1-14-9 16,-1-1-4-16,1 4-3 0,0-1-8 0,0 1-4 15,1-3 1-15,0 0-5 0,-1 2-5 0,0-1-3 16,0-2 1-16,3 1-4 0,-4-3-3 0,2-1 0 15,-1-6 0-15,0 11-3 0,0-11-1 0,1 8 4 16,-1-8-3-16,0 0 2 0,-1 10 3 0,1-10 9 16,0 0 11-16,0 0 7 0,1 7 11 0,-1-7 12 15,0 0-7-15,0 0-4 0,0 0-7 0,0 0-2 0,0 0-9 16,0 0 1-16,0-28-7 0,0 17-7 16,2 1-1-16,1-2-6 0,-1-5-6 0,4 2 1 15,-1-3-6-15,4-1-2 0,0 3-3 0,1 2 1 16,-1-1-6-16,4 3 0 0,-5 2-6 0,2 3 5 15,4-3 2-15,-4 4-5 0,0 2-4 0,2 1 1 0,1 3 0 16,-6 1-1-16,5 1-5 0,-3 4 5 0,4 1-2 16,-6-1 4-16,0 3-1 0,0 1 2 0,2 2 0 15,0 4 1-15,-2-3 7 0,-1-1-6 16,-3 0-16-16,0 3-17 0,3 0-30 0,-3 1-35 16,1-1-41-16,-1-4-40 0,3 5-44 0,1-3-237 0,-4-3-501 15,4-3 221-15</inkml:trace>
  <inkml:trace contextRef="#ctx0" brushRef="#br0" timeOffset="24724.75">23249 7013 151 0,'-2'-12'212'15,"1"2"0"-15,1 0 4 0,0 10 0 0,-1-16-13 16,-1 7-12-16,2-2-10 0,0 11-12 0,-1-7-6 16,1 7-31-16,0 0-14 0,1-11-18 0,-1 11-13 15,0 0-7-15,0 0-10 0,0 0-2 0,0 0 3 16,0 28-2-16,-1-13 15 0,0 5-7 0,0 0-11 15,-3 5-1-15,1-1-6 0,2-5-3 0,0 2-8 16,0-3-7-16,-1 1-1 0,1-2-4 0,0 1 0 16,-2-2-4-16,2 0-4 0,-2-4 2 0,2 1-4 15,0-2-4-15,-2 0-20 0,2-3-12 0,1 1-14 16,0-9-19-16,-1 11-18 0,1-11-15 0,0 8-23 16,0-8-13-16,-2 7-16 0,2-7-15 0,0 0-36 15,0 0-15-15,0 0-9 0,0 0-14 0,0 0-111 16,0 0-356-16,8-19 158 0</inkml:trace>
  <inkml:trace contextRef="#ctx0" brushRef="#br0" timeOffset="25173.33">23176 7105 56 0,'-12'-3'116'0,"12"3"-10"0,-6-3-4 16,6 3-8-16,0 0 3 0,0 0-7 0,0 0 5 15,0 0 5-15,0 0-8 0,0 0-1 0,0 0-1 16,0 0-5-16,0 0-4 0,22 10-5 0,-12-9-4 15,-2 1-5-15,2-1-5 0,0 1-1 0,0 0-7 16,2-1 0-16,-6 0-3 0,2 2-8 0,-3 0-6 16,-5-3-3-16,13 3-3 0,-7 0-3 0,-2-2-5 15,1 3 2-15,1 0-1 0,1-1-3 0,-7-3 0 16,9 8-5-16,-7-5-3 0,2 2 2 0,1 0-1 16,-1 0 0-16,-4-5-1 0,8 9-3 0,-5-6 0 15,1 0-2-15,-4-3 1 0,9 6 7 0,-5-3-5 16,0 0-1-16,5 1 2 0,-4-1-2 0,-5-3 2 0,12 2-1 15,-6-2 5-15,3 1 5 0,-9-1 4 16,13-3 3-16,-7 2 2 0,-6 1 1 0,13-3-1 16,-8-3 9-16,0 2 7 0,0-2-7 0,0 2-1 15,3-4-4-15,-4 2-2 0,1 0 4 0,-1-2 1 16,-2 3-4-16,1-1 5 0,1 1-1 0,-4 5-4 16,6-7-5-16,-3 2-3 0,-3 5-6 0,0 0-4 0,5-6-4 15,-5 6-5-15,0 0 1 0,0 0 0 16,0 0-4-16,0 0 2 0,0 29-2 0,-3-14 5 15,1 3-5-15,-1 2 2 0,-1-5-2 0,1 3-2 0,0 0 5 16,0-1-1-16,1-1-2 0,-2 0-1 0,3-4-18 16,-2 0-17-16,3 1-22 0,-1-2-35 15,-1-1-51-15,2 0-53 0,2-3-56 0,-2-7-132 16,-2 12-415-16,2-12 184 0</inkml:trace>
  <inkml:trace contextRef="#ctx0" brushRef="#br0" timeOffset="25421.17">23653 7018 136 0,'1'-6'246'0,"0"0"-17"0,-1 6-15 0,1-10-27 16,-1 10-23-16,0 0-14 0,0 0-8 0,0 0-2 16,0 0 0-16,0 0 6 0,2 41-4 15,-4-14-15-15,1-1-1 0,-4 7-13 0,4-5-8 16,-5 3-13-16,4-3-5 0,-1 0-7 0,-4-1-7 0,7-3-9 15,-8 2-5-15,6-8-2 0,-2 1-7 0,1-1-8 16,1-3-11-16,0-4-26 0,0 2-20 16,-2 0-22-16,3-3-24 0,-2 0-31 0,1-2-35 15,0-1-50-15,0 0-36 0,2-7-26 0,-7 9-126 16,7-9-394-16,-7 4 174 0</inkml:trace>
  <inkml:trace contextRef="#ctx0" brushRef="#br0" timeOffset="25878.23">23724 7145 62 0,'10'-9'151'0,"1"2"-13"0,-2 1-14 0,2 2-3 0,-5 2-12 15,1 0-14-15,-7 2-6 0,14 3-11 0,-14-3-7 16,10 7-1-16,-7-3-6 0,-2 3-11 0,0 3 1 16,-1 1-6-16,-4 1-5 0,-1-1-4 0,-1-1-3 15,-3 2-2-15,0-2-5 0,-1 2 0 0,0-4-6 16,1-1-2-16,1 1 3 0,3-1-5 0,-3-1-3 15,3-1-4-15,1-2 2 0,4-3-3 0,-5 8-3 16,5-8 1-16,-4 4-5 0,4-4 12 16,0 0-11-16,0 0 1 0,0 0 11 0,9 7 3 0,-1-5-1 15,3-2 1-15,0-2-2 0,1 1-4 0,2 1 3 16,4-5-3-16,0 1 4 0,1 1-6 0,1 0-2 16,0-1 1-16,0-2-2 0,0 0 1 0,0-2 0 15,0 3 3-15,-4-3 1 0,2-1 1 16,-3 1 5-16,0-1 1 0,-2 0 13 0,0-3 5 0,-3 5-9 15,-1-2 1-15,-1-2 13 0,-2 2-4 0,0 0 1 16,-4 2-1-16,2 1 10 0,-3-1-6 0,-1 7-3 16,0-11-1-16,0 11-7 0,-5-9-5 0,5 9-4 15,-10-3-3-15,10 3-3 0,-13 0-1 0,1 6-1 16,0-1-1-16,0 4-1 0,-3 3 0 0,1 0 0 16,0 4-1-16,2-2-2 0,4-1-2 0,1 3 5 15,-2-3-6-15,5-1 3 0,1 2-4 0,1-1 1 16,2-2-7-16,2 1-21 0,2-3-23 0,1 1-38 15,5-2-38-15,1-1-43 0,5 1-45 0,1 0-155 16,2-4-390-16,0-2 173 0</inkml:trace>
  <inkml:trace contextRef="#ctx0" brushRef="#br0" timeOffset="26201.49">24619 7086 230 0,'0'-8'229'0,"2"1"-13"15,-2 7-12-15,-4-11-18 0,4 11-15 0,-11-4-11 16,0 4-18-16,-4 1-11 0,0 2-7 0,1 2-16 16,-3 1-10-16,-1 5-11 0,4-3-8 0,0 4-10 15,6-5-4-15,-3 5-2 0,5-2-10 0,2 1-8 16,1 0-5-16,2 1-2 0,1 1-1 0,1-4-5 16,5 4-1-16,1-3-6 0,-1 2 1 0,2-2-1 15,4 1-3-15,0 0-4 0,-1-1 2 0,-1-1-5 16,5 0-3-16,-7-2-3 0,6 3-1 0,-5-3 1 15,0 1-1-15,-6-3-2 0,2-1-1 0,1 0-1 16,-5 2 5-16,-1-6 4 0,4 12 6 0,-4-12 4 16,-5 9-1-16,-4-5 1 0,0 1-3 0,-3 0 2 15,-1 0 1-15,-4-1-5 0,0 1-12 0,-1 0-9 16,4-2-14-16,1-2-26 0,1 0-26 0,-2-1-40 16,2 1-51-16,5-1-43 0,7 0-205 0,-15 0-441 15,15 0 195-15</inkml:trace>
  <inkml:trace contextRef="#ctx0" brushRef="#br0" timeOffset="26448.02">24815 7246 2325 0,'13'-8'189'0,"-4"2"-81"0,1-1-45 16,-2 1-28-16,-1 1 2 0,-3 1 21 0,-4 4 24 16,9-7 2-16,-9 7 8 0,5-3 2 0,-5 3-6 15,0 0-9-15,7-1-6 0,-7 1-14 0,0 0-12 0,0 0-6 16,0 0-3-16,0 0-4 0,8 9 8 15,-8 0-7-15,0-1 4 0,0 4-2 0,-2 1-8 16,-1-5-2-16,1 8-2 0,1-4-1 0,0-1-3 0,0 1-2 16,-1 0-3-16,1-1 0 0,1 0 1 15,-2 0-3-15,0 0-31 0,1-2-26 0,-1 0-24 16,1-1-34-16,0-2-37 0,-2 2-54 0,3-8-58 16,-2 12-55-16,-4-7-174 0,2 0-520 0,4-5 231 15</inkml:trace>
  <inkml:trace contextRef="#ctx0" brushRef="#br0" timeOffset="26647.14">25026 7001 3308 0,'-16'-26'28'0,"3"2"49"0,-1 4-25 0,1 7-21 0,1 0-3 15,1 0-17-15,2 8 10 0,3-3 25 16,-1 3-5-16,2 1 5 0,5 4-4 0,-6-7-6 0,6 7-10 15,-5-6-4-15,5 6-24 0,-4-6-19 0,4 6-21 16,0 0-36-16,0 0-47 0,0 0-71 16,20 16-73-16,-9-13-245 0,-2 3-556 0,0-3 245 15</inkml:trace>
  <inkml:trace contextRef="#ctx0" brushRef="#br0" timeOffset="34182.3">15941 4691 10 0,'0'0'23'0,"0"0"0"0,0 0 4 15,0 0 0-15,-5-6-1 0,5 6-1 0,0 0-5 16,0 0-2-16,0 0 1 0,0 0-14 0,0 0 13 16,0 0 2-16,0 0-4 0,0 0-1 0,0 0-2 15,0 0 2-15,0 0-3 0,0 0-1 0,0 0-8 16,0 0 10-16,-4-7 0 0,4 7 4 0,0 0 2 16,0 0 5-16,0 0-6 0,0 0 5 0,0 0-7 15,0 0 0-15,-4-5 3 0,4 5-2 0,0 0 7 16,0 0-8-16,0 0 7 0,0 0 0 0,0 0-4 15,0 0-4-15,0 0 3 0,0 0 4 0,0 0-9 16,-2-7 11-16,2 7-6 0,0 0 5 0,0 0-3 16,0 0 8-16,0 0 0 0,0 0-1 0,0 0 1 15,0 0 0-15,-7-6 5 0,7 6-2 0,0 0-1 16,0 0 2-16,0 0-4 0,0 0 5 16,0 0-7-16,0 0-6 0,-4-5 8 0,4 5 0 15,0 0 1-15,0 0 1 0,0 0-3 0,0 0 11 0,0 0-3 16,0 0-2-16,-5-5-2 0,5 5-2 0,0 0-5 15,0 0 4-15,0 0 0 0,0 0-5 0,0 0-6 16,0 0 10-16,0 0-9 0,0 0 6 0,0 0-8 16,0 0 6-16,0 0-3 0,0 0 1 0,0 0 0 15,0 0 0-15,0 0 2 0,0 0-1 0,0 0-3 16,0 0 4-16,0 0-1 0,0 0 1 0,0 0-3 16,0 0 1-16,0 0-2 0,0 0-1 0,0 0 5 15,0 0-8-15,0 0 3 0,0 0 0 0,0 0-3 16,0 0-2-16,0 0-1 0,0 0 2 0,0 0 0 15,0 0 0-15,0 0-4 0,0 0 1 0,0 0-3 16,0 0-4-16,0 0-4 0,0 0 7 16,0 0-7-16,0 0-1 0,0 0 3 0,0 0 2 0,0 0 1 15,0 0-2-15,0 0-7 0,0 0 1 0,0 0 2 16,0 0 0-16,0 0 3 0,0 0-4 0,0 0 3 16,0 0 0-16,0 0 2 0,0 0-6 0,0 0 3 15,3 23 1-15,-3-23 2 0,0 0-4 16,1 6-1-16,-1-6 6 0,0 0-7 0,0 9 6 0,0-9-1 15,0 0-2-15,1 10 3 0,-1-10 0 0,2 8-3 16,-2-8-3-16,2 8 5 0,-2-8 2 0,2 7 0 16,-2-7 0-16,2 12 0 0,-2-7 1 0,0-5 1 15,1 12 5-15,1-7-6 0,-2-5 1 0,2 14-5 16,0-10 4-16,0 2-3 0,-2-6 4 0,4 12 4 16,-3-4-1-16,2-1-4 0,-1-2 3 0,-2-5 9 15,4 12-4-15,-1-7-2 0,-2 1 4 0,-1-6-1 16,4 12 1-16,-3-8 0 0,-1-4 0 0,4 11-1 15,-1-8-1-15,-3-3-2 0,3 10 1 0,1-6 2 16,0 1-1-16,-4-5-2 0,2 9 7 0,-2-9-5 16,4 12 8-16,-1-7-6 0,-1 1 2 0,2-1-1 15,-4-5-6-15,6 10 3 0,-3-5 1 0,1 1 0 16,0-1-2-16,-2 1 2 0,-2-6-1 0,6 9 0 16,-4-2-1-16,2-1-2 0,-1-2-1 0,-3-4-2 15,6 9 3-15,-1-4-1 0,-1-1-1 0,-2 2-1 16,2-2 4-16,3 1 2 0,-3-1 0 0,-1 2-1 15,2 0-2-15,-1-2 0 0,0 1 2 0,1 0 1 16,-1 0-1-16,0-1 0 0,-1 2-2 0,2-2 1 16,-5-4-1-16,8 10-1 0,-4-7 5 0,-4-3-4 15,9 8-2-15,-6-4 5 0,2 0-2 0,0 0 1 16,-5-4 3-16,8 8-1 0,-4-6 8 0,-4-2-7 16,9 8 4-16,-4-4-2 0,0 0-1 0,-5-4 4 15,7 8-5-15,0-4-1 0,-2-1-1 0,-5-3 0 16,10 7 0-16,-5-4 1 0,0 0-2 0,-5-3-4 15,9 6 2-15,-5-3-2 0,4 1 2 0,-3 0 4 16,0 0-2-16,0-2 1 0,-5-2-1 0,9 7 3 16,-4-5 0-16,-5-2 4 0,13 6-2 0,-7-2 2 15,2-1 3-15,-2 0 2 0,2-1 1 0,1 2 0 16,-2-3-1-16,1 2 5 0,-1 0-1 0,-1-1-1 16,2 1-4-16,-2 0 10 0,4 2-9 0,-2-5-4 15,-1 3-2-15,1 0 4 0,-1-1-11 0,1 1 10 16,-1-1-4-16,0 1-5 0,0-2 1 15,0 1-2-15,-1 0 2 0,-6-2-1 0,14 5 2 0,-8-2 0 16,2-1-4-16,-1 0 1 0,-1 1-1 0,3 0 3 16,-4 0-7-16,1 0 6 0,2-3-1 0,0 4 0 15,-3-1 7-15,-5-3-2 0,13 3 2 0,-7-1 3 16,2-1 3-16,-8-1-4 0,12 4 0 0,-6-2 2 16,0 0-2-16,-6-2-5 0,13 5 0 0,-7-2 4 15,-6-3 0-15,14 0-3 0,-8 1 3 0,1 2-4 16,-1 0-2-16,1-1 2 0,2 0 0 0,0 2-4 15,-2-3-1-15,0 2-6 0,4-3 14 16,-2 3-8-16,0-1 2 0,2 0 5 0,-11-2-8 16,19 3 3-16,-8-2 9 0,-3 2-6 0,-8-3 1 0,15 3 4 15,-6-2 1-15,-9-1-4 0,15 0 3 0,-15 0 0 16,14 2-6-16,-14-2 5 0,14 4 11 0,-14-4-16 16,13 2 0-16,-13-2-11 0,13 0 0 0,-13 0 14 15,10 2-6-15,-10-2-2 0,13 1 1 0,-13-1-3 16,13 2 8-16,-3 0-3 0,-10-2-2 15,15 3 1-15,-4-2-4 0,-11-1 10 0,15 0 5 0,-15 0-14 16,15 0-2-16,-3 2 7 0,-12-2-4 0,14 0-4 16,-14 0-3-16,15 0 2 0,-15 0-1 0,13 0 3 15,-13 0 2-15,13 0 3 0,-13 0-8 0,15 2 7 16,-7-1 0-16,-2-1 7 0,-6 0-8 0,17 1-1 16,-10-1-4-16,1 0 6 0,2 2-4 0,-10-2 3 15,18 0 1-15,-9 0-3 0,1 0-1 0,-1 0 2 16,0 0-1-16,0 1 3 0,1 0-4 0,-1-1 3 15,1 0-6-15,-2 0-3 0,-8 0 12 0,19-1-14 16,-11 2 3-16,2-2 8 0,-3 2-4 16,3-1 2-16,-10 0-3 0,13 0 3 0,-6 0 2 0,-7 0-4 15,16-1 2-15,-10 0-3 0,-6 1 0 0,14 1 5 16,-8-1-2-16,-6 0-2 0,15 0-3 0,-7 1 4 16,-8-1-3-16,13-1 5 0,-13 1 3 0,13 1 0 15,-5-2 9-15,-8 1-15 0,11 0 5 0,-11 0-2 16,12 0-1-16,-12 0 1 0,12 0 1 0,-12 0 1 15,11-3 2-15,-4 3-8 0,-7 0 3 0,13-2 5 16,-5 2-7-16,0-2 0 0,-8 2 2 0,15-2 3 16,-8 4-6-16,-7-2 0 0,13-3-7 0,-4 3 10 15,-9 0-14-15,13-3 16 0,-7 2-4 0,3 0 1 16,-9 1 1-16,14-3-1 0,-5 1 2 0,0-1-3 16,-9 3 1-16,13-3-3 0,-4 0 4 0,0 1-1 15,-1 0 0-15,1-1 1 0,-2 2 1 0,2-1 5 16,-9 2-16-16,13-3 8 0,-5 0-4 0,-8 3 5 15,12-1-5-15,-5-2 2 0,-7 3-9 0,14-4 8 16,-8 3 6-16,-6 1-4 0,10-2-3 0,-10 2 3 16,11-2-3-16,-4-1 3 0,-7 3 0 0,9-4 7 15,-1 4-7-15,-2-2-9 0,-6 2 1 0,14-2 6 16,-7 0-4-16,-7 2 5 0,11-2-4 0,-3 1 4 16,-8 1 1-16,14-3-5 0,-7-1 7 0,1 3 4 15,-8 1-6-15,14-2 2 0,-7 0 6 0,2 1-10 16,-3-2-2-16,-6 3 0 0,12-4 0 0,-6 2 1 15,2 1-1-15,-8 1 2 0,12-3 0 0,-5 0 2 16,-7 3-3-16,13-3-2 0,-8 1 0 0,-5 2 4 16,10-3-3-16,-10 3-1 0,13-4 2 0,-8 1 0 15,-5 3 0-15,9-4 0 0,-4 1-4 0,1 1 2 16,-6 2 5-16,13-5-2 0,-8 2-1 0,-5 3 3 16,13-4-4-16,-7 3 1 0,-6 1 0 0,11-4 0 15,-11 4-3-15,10-3 10 0,-5 0-12 0,-5 3 6 16,11-4-4-16,-5 2 9 0,-6 2-9 0,10-2 4 15,-5-1-2-15,-5 3 4 0,10-4-4 0,-6 1 2 16,-4 3 0-16,9-3-2 0,-9 3 4 0,11-6 4 16,-6 5-4-16,1-3-10 0,-6 4 15 0,10-5-12 15,-4 2-1-15,1-1 5 0,-7 4-2 0,10-2 3 16,-4 1-3-16,-6 1 13 0,12-7-14 0,-7 4 1 16,1 1 5-16,-1-2-1 0,2 1-2 0,-7 3 0 15,12-6 1-15,-5 4 10 0,-1 0-9 0,1-1-5 16,-7 3-1-16,11-4 0 0,-4 0 3 0,-7 4 1 15,9-5-2-15,-6 2 6 0,-3 3-1 0,11-5-2 16,-11 5 3-16,7-4 2 0,-3 0-3 0,-4 4 1 16,10-4 0-16,-5-1 0 0,-5 5 0 0,7-5-1 15,-2 1 0-15,-5 4 1 0,8-6 0 0,-4 3 1 16,-4 3-4-16,7-6 7 0,-7 6 2 0,6-4-8 16,-6 4 4-16,6-5-1 0,-6 5-4 0,3-7 3 15,-3 7-4-15,6-5 4 0,-6 5 2 0,5-7-4 16,-5 7 0-16,6-7-1 0,-6 7 5 0,6-5 2 15,-6 5 0-15,4-6-4 0,-4 6 1 0,5-8 0 16,-5 8 4-16,6-6-6 0,-3-1 3 0,2 4-3 16,-1-1-3-16,0-2-2 0,-4 6 6 0,7-7-2 15,-7 7 3-15,5-6-2 0,-3 3-2 0,-2 3 3 16,9-9-7-16,-5 5 3 0,-4 4-1 0,8-8 4 16,-6 5-4-16,-2 3 1 0,8-8 7 0,-4 4-3 15,-4 4 0-15,7-9-7 0,-7 9 2 0,5-7 2 16,-2 4 1-16,-3 3-1 0,5-8-1 0,-5 8 0 15,5-8-3-15,-2 5 6 0,-3 3-4 0,4-10 2 16,-4 10 1-16,6-7 0 0,-4 3 6 0,-2 4-7 16,4-9-3-16,-4 9 3 0,7-8-2 0,-5 4 2 15,-2 4 2-15,4-8-2 0,-4 8-2 0,3-8 0 16,-3 8 2-16,2-9 7 0,-2 9-13 0,5-5 10 16,-5 5-2-16,3-10-5 0,-3 10-1 0,2-9 6 15,-2 9-1-15,4-8 0 0,-4 8-4 0,4-8 4 16,-4 8-4-16,1-7 3 0,-1 7 0 0,6-7 2 15,-6 7 1-15,2-8 3 0,-2 8-9 0,3-6-1 16,-3 6 1-16,5-9 2 0,-5 9-3 0,4-8 2 16,-3 2 3-16,-1 6 0 0,4-10-3 0,-3 4 0 15,-1 6 6-15,4-8-6 0,-3 2 6 0,-1 6-9 16,5-10 3-16,-5 10 1 0,2-8 0 0,-2 8 3 16,1-8-5-16,-1 8 0 0,2-8 6 0,-2 8-6 15,3-9 1-15,-3 9-3 0,4-7 4 0,-4 7-2 16,2-8 2-16,-2 8-4 0,2-8 3 0,-2 8-1 15,2-8 1-15,-2 8 4 0,4-6-5 0,-4 6 2 16,0 0-4-16,0 0 1 0,1-10 4 0,-1 10-2 16,4-5 5-16,-4 5-2 0,0 0-2 0,0 0 1 15,1-7 0-15,-1 7 0 0,0 0-3 0,0 0 2 16,3-7-4-16,-3 7 4 0,0 0 0 0,0 0 1 16,3-9-1-16,-3 9 2 0,0 0 0 0,0 0-1 15,0 0-2-15,1-8-1 0,-1 8-1 0,0 0 4 16,0-8 1-16,0 8 2 0,0 0-5 0,0 0-2 15,2-11 2-15,-2 11 1 0,0 0 1 0,2-6 2 16,-2 6-4-16,0 0 2 0,0 0-4 0,3-9 2 16,-3 9 0-16,0 0 2 0,0 0-2 0,2-8 0 15,-2 8 0-15,0 0 0 0,0 0 4 0,0 0-3 16,1-9 2-16,-1 9-2 0,0 0 2 0,0 0-2 16,0 0 2-16,0 0-1 0,0-7-2 0,0 7 5 15,0 0-1-15,0 0 5 0,0 0-10 0,0 0 1 16,0 0 0-16,0 0-2 0,0 0 3 0,0 0-1 15,0 0 0-15,0 0 1 0,0 0 0 0,0 0 4 16,0 0 1-16,0 0 1 0,0 0 0 0,0 0 4 16,0 0-4-16,0 0-5 0,0 0 4 0,0 0-3 15,0 0 3-15,0 0-1 0,0 0-3 0,0 0 3 16,0 0-6-16,0 0 10 0,0 0-6 0,0 0-1 16,0 0-2-16,0 0-6 0,0 0 6 0,0 0-3 15,0 0 6-15,0 0-4 0,0 0 2 0,0 0 0 16,0 0 0-16,0 0-1 0,0 0 2 0,0 0-1 15,0 0-4-15,0 0 5 0,0 0-2 0,0 0-4 16,0 0 3-16,0 0-12 0,0 0-12 0,0 0-16 16,0 0-23-16,0 0-23 0,0 0-37 0,0 0-37 15,0 0-35-15,0 0-32 0,0 0-38 0,0 0-62 16,0 0-45-16,0 0-212 0,0 0-633 0,0 0 280 16</inkml:trace>
  <inkml:trace contextRef="#ctx0" brushRef="#br0" timeOffset="40087.94">16381 7644 4 0,'0'0'29'0,"0"0"-6"0,0 0-4 0,-7 2 0 16,7-2 5-16,0 0-5 0,0 0-4 0,-7 5-4 15,7-5 1-15,0 0-2 0,0 0-7 0,-8 4 8 16,8-4-5-16,0 0 5 0,0 0-2 0,-6 2-6 0,6-2 2 16,0 0 5-16,0 0 7 0,0 0 5 15,0 0-2-15,-7 2-6 0,7-2-4 0,0 0 6 0,0 0-1 16,0 0-4-16,0 0 5 0,0 0-5 0,0 0-7 16,0 0-1-16,0 0 11 0,-4 5-5 15,4-5-2-15,0 0 1 0,0 0 4 0,0 0-1 16,0 0-7-16,0 0 10 0,0 0 5 0,0 0-1 15,0 0-5-15,0 0 2 0,-7 3-4 0,7-3 3 0,0 0-5 16,0 0-8-16,0 0 8 0,0 0-2 16,0 0 1-16,-11 1-5 0,11-1 5 0,0 0-7 15,0 0 9-15,-6 2 4 0,6-2-3 0,0 0 1 16,0 0 8-16,0 0-10 0,0 0 4 0,0 0 8 0,0 0 0 16,0 0 4-16,0 0-2 0,0 0 7 0,0 0-6 15,-10 0 9-15,10 0 0 0,0 0 5 0,0 0 3 16,0 0 4-16,0 0-2 0,0 0-4 0,0 0-3 15,0 0 10-15,0 0-5 0,0 0 7 0,0 0-4 16,0 0-3-16,0 0 1 0,0 0-4 0,0 0 3 16,0 0-7-16,0 0 2 0,0 0 3 0,0 0-6 15,0 0 4-15,0 0 2 0,0 0-2 0,0 0-3 16,0 0-3-16,0 0-4 0,0 0-4 0,0 0-4 16,0 0 7-16,0 0-4 0,0 0-1 0,0 0 3 15,0 0-7-15,0 0 4 0,0 0-1 0,0 0-5 16,0 0-3-16,0 0 2 0,0 0-4 0,0 0-2 15,0 0-1-15,0 0 0 0,0 0 1 0,0 0 1 16,0 0-4-16,0 0 1 0,0 0-2 0,0 0 6 16,0 0-3-16,0 0-5 0,0 0 4 0,0 0 1 15,0 0 2-15,0 0-6 0,0 0 8 0,0 0 0 16,0 0-2-16,0 0 0 0,0 0 2 0,0 0-1 16,0 0 1-16,0 0-2 0,0 0 7 0,0 0-2 15,0 0 1-15,0 0 1 0,0 0 0 0,0 0-1 16,0 0-3-16,0 0 2 0,0 0-5 0,0 0 5 15,0 0 1-15,11-16-2 0,-11 16 5 0,0 0 0 16,0 0-4-16,0 0 2 0,5-7 0 0,-5 7 3 16,0 0-6-16,2-7 5 0,-2 7-5 0,0 0 3 15,0 0-3-15,0 0-2 0,5-5 3 0,-5 5-1 16,0 0 0-16,4-6-3 0,-4 6-1 0,0 0 3 0,0 0-2 16,5-9 0-16,-5 9 2 0,0 0 1 0,5-5-2 15,-5 5-1-15,0 0-1 0,2-4 4 16,-2 4-5-16,3-8 4 0,-3 8-6 0,0 0 4 15,5-4-1-15,-5 4-1 0,0 0 0 0,5-6-1 0,-5 6 3 16,4-3-7-16,-4 3 7 0,4-7-5 16,-4 7-2-16,4-5 3 0,-4 5-3 0,3-6-2 15,-3 6 3-15,0 0-1 0,6-8 1 0,-6 8-4 16,4-4 3-16,-4 4 19 0,0 0-2 0,5-7-2 0,-5 7-2 16,4-5 2-16,-4 5 1 0,3-6-7 0,-3 6-2 15,5-6 2-15,-5 6-2 0,4-5 1 0,-4 5-4 16,3-6 1-16,-3 6 0 0,4-6-3 0,-4 6 1 15,5-4 0-15,-5 4-1 0,5-9 0 16,-5 9-3-16,5-6 2 0,0 2-4 0,-5 4 7 0,5-7-5 16,-5 7 2-16,5-6-3 0,-5 6 3 0,5-7-4 15,-1 1 3-15,-4 6-4 0,7-7 6 0,-4 4-3 16,-3 3 2-16,7-8-2 0,-5 4-1 16,-2 4 1-16,6-6 3 0,-6 6-1 0,6-5 2 0,-3 0 1 15,-3 5-3-15,5-7-4 0,-5 7 1 0,6-6-1 16,-6 6-1-16,4-6 2 0,-4 6 2 0,5-8-4 15,-5 8 4-15,5-3-3 0,-5 3 0 0,3-7 1 16,-3 7 2-16,0 0 0 0,6-5-1 0,-6 5-4 16,5-7 3-16,-5 7 1 0,5-7-5 0,-5 7 5 15,5-6-1-15,-5 6 2 0,5-3-1 0,-5 3 0 16,7-6 4-16,-7 6-3 0,5-6 1 0,-5 6 1 16,5-4 0-16,-5 4 1 0,5-5-3 0,-5 5-1 15,4-7 2-15,-4 7 0 0,5-6 0 0,-5 6-3 16,4-6 1-16,-4 6 2 0,5-6-1 0,-5 6-2 15,5-4 5-15,-5 4-3 0,4-7 2 0,-4 7 0 16,5-6-3-16,-5 6-2 0,5-5 0 0,-5 5 3 16,5-6-4-16,-5 6 1 0,6-7 2 0,-6 7 0 15,6-6 2-15,-1 3 0 0,-5 3-1 0,0 0-1 16,6-7 6-16,-6 7-4 0,7-9 1 0,-7 9-3 16,5-5 2-16,-5 5-2 0,4-5 2 0,-4 5 1 15,7-5-3-15,-7 5-1 0,5-7-1 0,-5 7-1 16,6-5 3-16,-4-1 0 0,-2 6 2 15,8-5-5-15,-4 1 4 0,-4 4-5 0,7-6 2 0,-3 2 1 16,-4 4-2-16,8-6-1 0,-4 3 5 0,-4 3-3 16,10-7 0-16,-10 7 0 0,6-4-1 0,-2 1 1 15,-4 3 0-15,9-5-1 0,-9 5 3 0,9-4-4 16,-4 0-2-16,-5 4 1 0,9-6 3 0,-5 3-2 16,-4 3 1-16,9-7-1 0,-4 3 2 0,-5 4 7 15,7-6-5-15,-1 4 1 0,-6 2-3 0,7-7 2 16,-3 4 1-16,1-1-3 0,-5 4 1 0,12-3 1 15,-7 0 3-15,-5 3-5 0,6-3 1 0,-6 3 3 16,7-7-1-16,-7 7-6 0,7-4 4 0,-7 4 2 16,7-3 2-16,-7 3-1 0,7-5-8 0,0 2 7 15,-7 3-5-15,7-7 1 0,-7 7 3 0,9-4 1 16,-3 3-5-16,-6 1 3 0,9-4-1 0,-6 2-1 16,-3 2 3-16,10-4-1 0,-10 4 1 0,7-4 2 15,-7 4 1-15,9-5 0 0,-4 1 0 0,-5 4-1 16,10-2-2-16,-6-2-1 0,-4 4 2 0,10-4-1 15,-6 2 0-15,-4 2 1 0,9-4-2 0,-9 4 0 16,9-4 3-16,-4 0-2 0,-5 4-2 0,9-6 2 16,-9 6 1-16,9-3-4 0,-5 2 1 0,-4 1-1 15,9-6-1-15,-9 6 2 0,10-4 0 0,-4 2 0 16,-6 2 0-16,8-1 1 0,-8 1 0 0,10-6 1 16,-10 6 5-16,8-2-8 0,-2-2 2 0,-6 4-1 15,11-3-6-15,-11 3 7 0,10-4-1 0,-5 4 0 0,-5 0 1 16,10-4-3-16,-10 4 0 0,9-4 9 0,-2 2-5 15,0-1-2-15,-7 3-2 0,13-3-2 16,-8 2 0-16,2-2 4 0,0 1 1 0,1 0 0 16,-8 2 1-16,13-3 0 0,-7 1 7 0,1 1-13 15,1-3 7-15,-8 4-5 0,12-2 2 0,-3 2-3 0,-9 0 1 16,14-3 5-16,-6 2-1 0,3-2-1 16,-5 2-4-16,2-1 13 0,0 0-9 0,1 1-4 15,-3-2 5-15,-6 3-1 0,14-1 2 0,-5 1-2 16,-3-2 3-16,-6 2 0 0,15-2-3 0,-8 1 2 15,-1-2 6-15,-6 3-2 0,13 0-2 0,-8-3 4 16,-5 3-1-16,13-3-6 0,-13 3 6 0,12 0-7 16,-12 0 1-16,9-1 3 0,-9 1-1 0,10-4-1 15,-4 2-7-15,-6 2 6 0,9-1 2 0,-9 1-2 16,12-2-1-16,-12 2-2 0,9 0 3 0,-9 0 6 0,9-3-7 16,-9 3-1-16,11-1 1 0,-11 1-2 0,9 0 2 15,-9 0-1-15,8-2 4 0,-8 2-1 0,9-1-1 16,-9 1-4-16,11-5 1 0,-11 5-5 0,10 0 6 15,-10 0 1-15,9 0-1 0,-9 0 0 0,13-3 0 16,-8 2 1-16,2-2-4 0,-7 3 1 0,14-1 1 16,-14 1 5-16,11-1-6 0,-2 0 0 0,-1 0 0 15,-1-1 1-15,-7 2 0 0,16 0 1 0,-9 0 2 16,-7 0-4-16,16-1 5 0,-10 1 2 16,-6 0-8-16,14 1 1 0,-6-2-1 0,0 2 4 15,-8-1 3-15,12 0-5 0,-12 0-1 0,14 2 2 0,-6-4 1 16,-8 2-5-16,17 2 3 0,-10-2 0 0,4-2 0 15,-11 2-2-15,14 0 2 0,-4 2 3 0,-1-2 0 16,-9 0-2-16,13-2 1 0,-6 2-5 0,-7 0 6 16,21 0-2-16,-14 2 4 0,2-2 0 0,3 1-4 15,-2-1 8-15,0 0-5 0,2 1 5 0,-3-1-9 16,-2 0 12-16,-7 0-13 0,17 0 1 0,-8 2 3 16,-1-2-3-16,0 0 1 0,-8 0-1 0,9 3 2 15,-9-3-2-15,16 0-6 0,-9-1 6 0,-7 1 3 16,13 1-3-16,-6 0 0 0,-7-1 3 0,12 0 1 15,-12 0-6-15,13 2 4 0,-6-1 2 0,-7-1 0 16,14 0-4-16,-9 4-1 0,1-3-2 0,-6-1 6 16,13 1 1-16,-7 1-5 0,-6-2-2 0,11 0 3 15,-11 0 3-15,11 0-3 0,-11 0 0 0,9 0 3 16,-9 0 5-16,10 1-10 0,-10-1-2 0,8 3 6 16,-8-3-1-16,10 2 1 0,-10-2-2 0,12 1-2 15,-7-1 0-15,-5 0 6 0,11 4 5 0,-11-4-11 16,12 2 0-16,-8 1 2 0,2 0-4 0,-6-3 6 15,10 1-4-15,-10-1 2 0,9 3 0 0,-2-1 8 16,-7-2 6-16,11 2-11 0,-11-2-5 0,10 2 7 16,-3-2 2-16,-7 0-2 0,10 6 1 0,-5-5-1 15,-5-1 6-15,10 1-6 0,-3 1-2 0,-7-2 5 16,11 3 0-16,-11-3-5 0,9 1 5 0,-9-1 1 16,10 2-3-16,-10-2 0 0,8 2-2 0,-8-2-7 15,9 4 8-15,-9-4 6 0,8 3-2 0,-5-1-20 16,-3-2 5-16,11 4 7 0,-11-4-2 0,7 1 5 15,-7-1-3-15,9 4 4 0,-5-2 0 0,-4-2 12 0,9 4-17 16,-9-4 10-16,8 3-4 0,-8-3 1 16,7 3 1-16,-7-3-4 0,7 4-8 0,-7-4 5 15,5 2 5-15,-5-2-4 0,6 4 8 0,-6-4-6 16,9 5 3-16,-9-5-4 0,8 3-1 0,-8-3 3 16,8 3-4-16,-5-1 5 0,-3-2 4 0,9 4 5 0,-9-4-4 15,11 3 2-15,-8 0 19 0,-3-3-19 16,11 4-3-16,-6-1 8 0,-5-3-4 0,9 2 1 15,-4-1 4-15,-5-1-1 0,9 3 2 0,-3 0-10 16,-6-3 8-16,0 0-4 0,12 2-5 0,-12-2 2 16,9 4-2-16,-9-4-1 0,6 1 10 0,-6-1-11 15,10 4-6-15,-6-2-5 0,-4-2 7 0,9 2 1 16,-9-2-2-16,5 6-1 0,-5-6 3 0,8 4 0 16,-8-4 4-16,7 2-2 0,-7-2-5 0,5 4 0 15,-5-4 3-15,7 3-3 0,-7-3 2 0,5 5 1 16,-5-5 4-16,9 3-22 0,-4-1 14 0,-5-2 4 0,6 4 3 15,-6-4-9-15,7 4 4 0,-7-4 3 16,5 3-5-16,-5-3-5 0,8 6 6 0,-8-6 0 16,6 4 3-16,-6-4-9 0,4 4 8 0,-4-4-7 0,0 0 7 15,9 6 3-15,-7-3-3 0,-2-3-4 0,0 0 4 16,8 6-7-16,-8-6 8 0,5 3-10 0,-5-3 11 16,5 3-4-16,-5-3 5 0,4 4-7 0,-4-4 9 15,0 0-28-15,7 4 2 0,-7-4 20 16,0 0 0-16,5 5-4 0,-5-5 1 0,5 4 6 0,-5-4 0 15,5 3-3-15,-5-3-2 0,4 6 2 0,-4-6 9 16,3 5-8-16,-3-5 0 0,6 5-2 0,-6-5 2 16,4 4-7-16,-4-4 2 0,3 6 3 0,-3-6 6 15,5 3-5-15,-5-3-3 0,0 0-12 0,5 6 17 16,-5-6-11-16,6 4 12 0,-6-4-2 0,5 7 1 16,-5-7-1-16,5 5 0 0,-5-5-20 0,2 5 19 15,-2-5 5-15,5 5-7 0,-5-5 1 0,5 6-16 16,-5-6 12-16,4 4 9 0,-4-4-6 0,6 4 6 15,-6-4-19-15,5 7 12 0,-5-7 6 0,2 5 4 16,-2-5-5-16,5 4 3 0,-5-4-8 0,5 6-12 16,-5-6 18-16,4 3-2 0,-4-3 1 0,0 0 5 15,5 7-5-15,-5-7 3 0,5 6-7 0,-5-6 4 16,3 4-1-16,-3-4 5 0,4 5 2 0,-4-5-9 16,0 0-2-16,4 4 0 0,-4-4 4 0,0 0 0 15,6 6-6-15,-6-6 8 0,4 3-1 0,-4-3-4 16,0 0-1-16,2 6 7 0,-2-6-6 0,0 0 2 15,6 4 0-15,-6-4-3 0,0 0 9 0,0 0-14 16,3 4-2-16,-3-4 12 0,0 0-6 0,6 7 5 16,-6-7 4-16,0 0-7 0,3 4 2 0,-3-4-6 15,0 0 8-15,0 0-3 0,4 5 3 0,-4-5-7 16,0 0-2-16,0 0 4 0,7 4 5 0,-7-4 2 16,0 0-7-16,0 0-1 0,2 6 5 0,-2-6-3 15,0 0 7-15,4 6-1 0,-4-6-8 0,0 0 3 16,0 0-4-16,0 0 2 0,4 4-1 0,-4-4 5 15,0 0-7-15,4 6 5 0,-4-6-1 0,0 0 3 0,0 0-1 16,4 5 4-16,-4-5-11 0,0 0 10 0,2 7-3 16,-2-7 7-16,0 0-22 0,0 0 15 15,4 4-2-15,-4-4-1 0,0 0 2 0,0 0-15 16,5 6 17-16,-5-6 0 0,0 0 0 0,0 0-4 0,4 3 10 16,-4-3-2-16,0 0-6 0,0 0-1 0,0 0-5 15,4 4 7-15,-4-4-7 0,0 0 2 16,0 0 3-16,0 0 6 0,3 6 0 0,-3-6-8 15,0 0 6-15,0 0-4 0,0 0 3 0,4 5-5 16,-4-5-2-16,0 0-3 0,0 0 10 0,0 0 0 16,6 5-6-16,-6-5 6 0,0 0 3 0,0 0-6 15,0 0-2-15,1 5 1 0,-1-5 5 0,0 0 0 16,0 0-3-16,5 7 9 0,-5-7-15 0,0 0 5 16,5 4 1-16,-5-4 2 0,2 5 2 0,-2-5 1 0,0 0-3 15,6 4-6-15,-6-4-1 0,0 0 1 0,2 7 10 16,-2-7-6-16,0 0 0 0,0 0 1 0,4 5 0 15,-4-5-1-15,0 0 15 0,0 0-17 16,6 5-3-16,-6-5 7 0,0 0-3 0,0 0 5 0,0 0-3 16,7 5 0-16,-7-5 1 0,0 0-3 0,0 0 0 15,0 0 1-15,0 0-2 0,0 0-1 0,4 5 2 16,-4-5-3-16,0 0 9 0,0 0-6 16,0 0 1-16,2 4 4 0,-2-4-12 0,0 0 7 0,0 0-3 15,0 0 9-15,0 0-6 0,0 0 0 0,0 0-7 16,4 4 6-16,-4-4-3 0,0 0 3 0,0 0-2 15,0 0 4-15,0 0 2 0,4 7-3 0,-4-7-2 16,0 0 0-16,0 0 2 0,0 0 5 16,0 0-3-16,0 0-1 0,0 0 2 0,0 0-5 0,0 0 4 15,0 0-6-15,4 6 1 0,-4-6 5 0,0 0 0 16,0 0 0-16,0 0-1 0,0 0-4 0,0 0 0 16,2 5 3-16,-2-5-4 0,0 0 6 0,0 0-2 15,0 0 0-15,0 0-3 0,0 0 6 0,4 5-6 16,-4-5 0-16,0 0 4 0,0 0-1 0,0 0 2 15,4 5 3-15,-4-5-3 0,0 0-6 0,0 0 3 16,0 0-1-16,0 0-3 0,0 0 10 0,2 8-8 16,-2-8 6-16,0 0-9 0,0 0 12 0,0 0-5 15,0 0 3-15,4 5-7 0,-4-5 4 0,0 0-1 16,0 0 2-16,0 0-1 0,0 0-6 0,0 0 1 16,0 0 7-16,0 0-2 0,0 0 0 0,0 0 1 15,0 0 2-15,0 0-4 0,0 0 4 0,0 0 1 16,0 0-5-16,3 5 1 0,-3-5-4 0,0 0 9 15,0 0-5-15,0 0-2 0,0 0 1 0,0 0-10 16,0 0 16-16,0 0-8 0,0 0 5 0,0 0-17 16,0 0 17-16,0 0 0 0,0 0-6 0,0 0 4 0,0 0 3 15,0 0-3-15,0 0-1 0,0 0 4 16,0 0 11-16,0 0-28 0,0 0 12 0,0 0 1 16,0 0 2-16,0 0-4 0,0 0 6 0,0 0-4 15,0 0-3-15,0 0 2 0,0 0 1 0,0 0 2 16,0 0 1-16,0 0 5 0,0 0-8 0,0 0 0 0,0 0 0 15,0 0 3-15,0 0 2 0,0 0-10 16,0 0 3-16,0 0 2 0,0 0 4 0,0 0-5 16,0 0 4-16,0 0-2 0,0 0 5 0,0 0-1 15,0 0-2-15,0 0-2 0,0 0 1 0,0 0-2 0,0 0 5 16,0 0-30-16,0 0-28 0,0 0-34 0,0 0-18 16,0 0-38-16,0 0-49 0,0 0-61 15,0 0-60-15,0 0-309 0,0 0-672 0,0 0 297 16</inkml:trace>
  <inkml:trace contextRef="#ctx0" brushRef="#br0" timeOffset="54758.89">18441 3747 1662 0</inkml:trace>
  <inkml:trace contextRef="#ctx0" brushRef="#br0" timeOffset="58426.75">13275 4678 58 0,'0'0'65'16,"0"0"-5"-16,0-9-4 0,0 9-8 0,0 0-3 0,0 0-10 16,0 0-3-16,-3-9-4 0,3 9-5 0,0 0-4 15,0 0-3-15,0 0-2 0,0 0 0 0,0 0 0 16,0 0 2-16,0 0-12 0,0 0 0 15,0 0 5-15,-2-5-4 0,2 5-3 0,0 0-2 16,0 0 4-16,0 0 0 0,0 0-4 0,0 0-2 16,0 0 2-16,0 0-5 0,0 0 3 0,-9-3-2 15,9 3 4-15,0 0-5 0,0 0 8 0,0 0-3 0,0 0-3 16,0 0 11-16,0 0-9 0,-14 9-4 0,14-9 3 16,-4 5 4-16,4-5-12 0,-6 4 11 15,6-4 2-15,-7 4-7 0,7-4 5 0,-7 4 0 16,7-4-1-16,-5 7 3 0,5-7-3 0,-8 3 0 15,8-3-6-15,-5 5-3 0,5-5 13 0,-6 3-7 16,6-3 3-16,0 0 0 0,-6 5 9 0,6-5-9 0,0 0 2 16,0 0-1-16,-8 4-3 0,8-4 3 15,0 0 4-15,-3 4-11 0,3-4 4 0,0 0-6 0,0 0 10 16,-8 5-4-16,8-5 1 0,0 0 2 16,-7 1 5-16,7-1-6 0,0 0 3 0,0 0 0 15,0 0-1-15,0 0-4 0,-7 6 1 0,7-6 8 16,0 0-3-16,-5 2-5 0,5-2 1 0,0 0-1 0,0 0 3 15,0 0-7-15,0 0 6 0,-6 4 0 16,6-4 0-16,0 0-4 0,0 0 7 0,0 0-5 16,0 0 2-16,0 0 7 0,0 0-8 0,0 0 5 15,0 0-2-15,-7 4-6 0,7-4 3 0,0 0-3 16,0 0 4-16,0 0 1 0,0 0-1 0,0 0 1 16,0 0-7-16,0 0 8 0,0 0-1 0,0 0 3 15,0 0-2-15,0 0 12 0,0 0-7 0,0 0 2 16,0 0 2-16,0 0-6 0,0 0 1 0,0 0 10 15,0 0-14-15,0 0 3 0,0 0 1 0,0 0-3 16,0 0 6-16,0 0-8 0,0 0 7 0,0 0-2 16,0 0 3-16,0 0-1 0,0 0 1 0,0 0 1 15,-6 3-3-15,6-3 1 0,0 0 8 0,0 0 4 16,0 0-3-16,0 0-3 0,0 0 7 0,0 0 0 16,0 0 12-16,0 0-21 0,0 0 4 0,0 0 3 15,0 0-3-15,0 0-5 0,0 0 3 0,0 0 4 16,0 0-4-16,0 0-4 0,0 0 1 0,0 0 4 15,0 0-3-15,0 0-12 0,0 0 4 0,0 0-3 16,0 0 1-16,0 0 3 0,0 0 3 0,0 0 7 16,19 4-12-16,-12-4 10 0,-7 0 1 0,16 2-7 15,-7-4 8-15,0 2 1 0,3 2-3 0,1-1 1 16,-2-1 4-16,4 1-12 0,-3-1 4 0,6 0 3 16,0 0-1-16,2-1 1 0,-2 0-6 0,1 1 7 15,-2-2-9-15,3 1 5 0,2 1 2 0,-1-1-4 16,1-1 5-16,6 2-2 0,-9-1-3 0,2 2-4 15,3-2-6-15,-6-1 12 0,11 0-4 0,-8 2-4 16,2-2 3-16,4-1 0 0,0 0 1 0,1 0 2 16,1 2 2-16,2-5-6 0,-3 4 12 0,1-3-14 15,0 3-1-15,0 1 1 0,-1-2-5 0,-8 0 8 16,9 0 1-16,0 2-10 0,-11-1 7 0,11 1 2 16,-8 1-5-16,8-3 0 0,-7 3 9 0,5 2-8 15,-7-2 1-15,1 0-4 0,6 1 0 0,-6 0-1 16,-2-2 1-16,10 1 7 0,-9 0-5 0,0 1 0 15,3 1 8-15,5-1-10 0,-7-1 5 0,2 0-6 16,4 1 0-16,-5 1 2 0,7-2-4 0,-1 0 2 16,-8 1 5-16,9-1 3 0,-2 2 2 0,2-4-15 15,-8 2 8-15,10-1-6 0,-4 1 10 0,-7-2-3 16,7 2-1-16,-3-1-4 0,-2 2 11 0,-1-3-6 16,2 2-3-16,-3-2 3 0,-1 1-12 0,2 1 9 15,-1 0 5-15,1-1-5 0,-1-1-2 0,2 2 1 16,-4-2 7-16,1 2-2 0,1-1-2 0,-3 1 2 15,2-1-5-15,1-2 3 0,0 4 0 0,1-1-5 16,-4-1 5-16,5 1-5 0,-1-2 8 0,-4 0 3 16,11-1-1-16,-5 1-11 0,-1 1 3 0,-2-1 6 15,9-1-10-15,-2-3 8 0,-4 6 0 0,-3-1-1 16,0-2 1-16,7 2 7 0,-3-1-8 0,-5 1-4 16,3-3 5-16,6 2-2 0,-6 2 2 0,-3 2-5 15,2-4 0-15,2 2 6 0,-2-1-3 0,0 0-5 16,2 1 5-16,-4 0 0 0,1-1 0 0,3 0 2 15,-3 1 3-15,9-2-7 0,-7 0 4 0,7 1-4 16,-2-2-4-16,1 0 4 0,-6-1 4 0,7 1-2 16,-1 2-2-16,0-1-1 0,1 2 3 0,-8-2 0 15,1 0 6-15,6 1-8 0,-7-3-1 0,-1 1 2 16,3 2-1-16,-2 1 2 0,7-3-1 0,-7 0 2 16,1 2-4-16,-1-1 0 0,-1-1 8 0,0 2-11 15,1 1 9-15,1-1 1 0,-2-1-6 0,2 1 8 16,-3 1-5-16,2-1 5 0,-1-1 2 0,1-1-9 15,1 3-3-15,-1-3 5 0,0 3 0 0,1-1 0 16,-3 1-3-16,3-4 0 0,-2 2 4 0,1 0-5 16,-1 0-2-16,-1 0 2 0,1 0 3 0,-1 2-5 15,1-1 5-15,0-1-2 0,-1 2 4 0,0-4 1 16,-3 3 0-16,2-2-4 0,-4 3 0 0,4 0-3 16,-5 0 11-16,5 0-7 0,-4 0 1 0,4 0-3 15,-5 0 1-15,6 0 0 0,-2-4-3 0,2 1-2 16,0 4 1-16,1-2 4 0,8 1 0 0,-6-3-2 15,6 2 2-15,1-2 1 0,0 1 5 0,-1-1-7 16,-1 0 2-16,1 2 4 0,0-1-4 0,0 1-1 16,-1-2 2-16,-4 3 2 0,5-3-4 0,-10 2 0 15,5-1 4-15,-3 1-2 0,0-1-7 0,8 1 12 16,-2 0-3-16,-5-1-3 0,-3 0 0 0,4 1 1 16,6-2 0-16,-7 1 3 0,10 1-5 0,-3-3 6 15,3 1-4-15,2 3-5 0,0-4 10 0,0 2-9 16,-2-1 3-16,0 2-4 0,-2 0 5 0,1 0 2 15,-4 0-3-15,3 0 2 0,1-2-10 0,0 0-12 16,-2 0-6-16,0 1-9 0,0 2-13 0,0-4-13 16,1 2-1-16,1-1-8 0,-2-1-5 0,3 3-6 15,-2-2-3-15,2 0 2 0,-2 3-8 0,-1-4-51 16,0 3-151-16,-6-2 68 0</inkml:trace>
  <inkml:trace contextRef="#ctx0" brushRef="#br0" timeOffset="58748.44">18282 4431 22 0,'0'0'45'0,"0"0"-5"16,0 0 2-16,0 0-6 0,0 0 5 0,0 0-6 16,26-4 5-16,-26 4-8 0,13-2-5 0,-13 2 1 15,13-1-3-15,-5 1 1 0,0-1-4 0,-8 1-2 16,16-2-7-16,-5 2-12 0,-11 0-17 0,13 0-5 15,-6 2-16-15,-7-2-34 0,14 0-76 16,-14 0 34-16</inkml:trace>
  <inkml:trace contextRef="#ctx0" brushRef="#br0" timeOffset="59927.15">18277 4464 5 0,'0'0'51'16,"0"0"1"-16,0 0-5 0,0 0 3 0,0 0 1 15,0 0-1-15,0 0 4 0,33 5 3 16,-20-5-5-16,0 0-3 0,7 1 7 0,0-1-7 0,0 0-8 16,3 0 5-16,5 2-5 0,-6-2 4 0,6 1 11 15,-1 0-10-15,2-1-12 0,1 0 4 0,-1 0-9 16,1 1 5-16,0 2-6 0,0-3 0 16,-1 1 6-16,2 1-9 0,1-1-1 0,1 0-3 15,-1-1 0-15,2 0 3 0,2 0 1 0,-3 1-11 16,0-1 3-16,2 0 3 0,-2-2-6 0,2 1 6 15,-2 1-2-15,-1 0 8 0,-1-2 0 0,-1 4-10 0,0-4 5 16,-4 2-9-16,-4-1 5 0,5 1 2 16,-8 1-2-16,2-1-3 0,-1-1 6 0,6 1-6 15,-6-1 0-15,2 1 3 0,-2-2-6 0,1 2 0 16,-1 2 1-16,-1-4 5 0,2 2-8 0,-1 0 1 16,-2 2-1-16,3-2-2 0,-2 0 1 0,-1 0-6 15,2-2 3-15,-2 2 1 0,1 0-3 0,0-1 0 16,-1 1 2-16,-1 0-1 0,1 0 2 0,1-2-2 0,0 0-4 15,-1 4 8-15,1-2 0 0,-1 0 2 16,0-2-5-16,2 2 1 0,0-1-1 0,-3 1 4 16,1 0 1-16,0-2 3 0,3 4-6 0,-2-2-3 0,0-2 6 15,0 1-3-15,0-1 1 0,-1 2 3 0,-5 0-3 16,9-1-2-16,-3 1-1 0,-1 0-1 0,2-2 9 16,-1 1-8-16,1 0 5 0,0-1-4 15,-1 2-2-15,-5-1 0 0,3 0-3 0,-3-1 1 16,3 2 3-16,-3-1-1 0,0 1-3 0,0-2 0 15,-2 2-1-15,-1-2 3 0,1 1 1 0,-3-1-2 0,0 0 6 16,0 2-5-16,-9 0-15 0,14-1-14 0,-8-1-9 16,-6 2-10-16,12-2-18 0,-12 2-12 15,8-1-18-15,-8 1-20 0,0 0-11 0,9-1-8 16,-9 1-74-16,0 0-223 0,0 0 99 0</inkml:trace>
  <inkml:trace contextRef="#ctx0" brushRef="#br0" timeOffset="60239.71">20071 4467 79 0,'0'0'92'0,"0"0"-5"0,30-2-1 16,-12 1-5-16,1 1 7 0,1-1-9 0,7-1-1 15,1-2 0-15,3 3-4 0,-1 0-4 0,2-1-2 16,-3 1-9-16,3-1-6 0,0-1 4 0,0 1-24 16,1 0 4-16,1 1-2 0,0 0-2 0,-1 0-6 0,-1 1-3 15,0-2 4-15,-2 0-5 0,-3 3-12 16,-7 2 5-16,0-5 0 0,-2 2-4 0,-7 0-29 16,0 0-8-16,0-1-9 0,-11 1-11 0,12-1-5 15,-12 1-6-15,9 0-6 0,-9 0 8 0,0 0-1 16,0 0-10-16,0 0-1 0,0 0-7 0,0 0-3 15,-24 9-49-15,10-6-134 0,-5-1 59 0</inkml:trace>
  <inkml:trace contextRef="#ctx0" brushRef="#br0" timeOffset="60443.74">20510 4472 106 0,'-22'2'10'0,"3"-1"2"0,-1 1 4 16,0-1 10-16,8 2 1 0,1-3 5 0,0 1 9 16,3-1-3-16,8 0 3 0,-11 1 7 0,11-1 1 15,0 0 7-15,0 0 6 0,0 0 7 0,0 0 1 16,0 0 5-16,42-5-17 0,-14 2 4 0,4-2 3 15,2 4-6-15,4-5-4 0,1 2-3 0,-2-2-5 16,14 3 6-16,-14-2-17 0,-1 2-2 0,0-2 3 16,-2 2-11-16,4 0-1 0,-5 1-2 0,0-2-2 15,-2 3-9-15,-10-2-21 0,1 3-10 0,-6-2-17 0,-4 1-25 16,-3 0-16-16,-1-1-19 0,-8 2-5 16,11 2-73-16,-11-2-189 0,0 0 83 0</inkml:trace>
  <inkml:trace contextRef="#ctx0" brushRef="#br0" timeOffset="60612.1">20953 4446 14 0,'29'-3'120'0,"1"0"2"0,1 0-10 16,2 0-8-16,0 0-9 0,4 3-9 0,-5 0-9 16,4-2 2-16,-1 1-15 0,-3 1-8 0,-2-3 2 15,0 3-16-15,-9 2-15 0,-1-2-29 0,-7 0-22 16,2 0-18-16,-3 1-23 0,-3-2-20 15,-1 3-55-15,-8-2-152 0,10 2 68 0</inkml:trace>
  <inkml:trace contextRef="#ctx0" brushRef="#br0" timeOffset="60746.71">21353 4445 70 0,'0'0'72'0,"0"0"-12"0,0 0-23 0,0 0-18 15,0 0-40-15,0 0-19 0,0 0-43 0,0 0 19 16</inkml:trace>
  <inkml:trace contextRef="#ctx0" brushRef="#br0" timeOffset="64837.51">17151 4698 97 0,'0'0'136'0,"0"0"7"16,0 0-6-16,-4-9-11 0,4 9-4 15,0 0-9-15,0 0-18 0,0 0-9 0,0 0-11 0,0 0-3 16,0 0-10-16,0 0-6 0,0 0 5 16,0 0-1-16,-12 21-5 0,9-10 0 0,2-1-7 15,-2 5 6-15,2 3-4 0,-2 1-5 0,0 0-3 16,-3 6 3-16,4-2-3 0,-2 2-5 0,-1 1 0 0,0-3-9 15,2-5 0-15,1-1-1 0,-1 2-2 16,1-2-3-16,-2 0-3 0,2-1-2 0,4-3 3 16,-2-1-2-16,-2-1-3 0,2-2-2 0,0 0 0 15,-1 1-1-15,2-2 1 0,1-2-4 0,-2-6-5 0,0 12-23 16,1-7-9-16,-1-5-18 0,0 8-20 0,0-8-37 16,0 0-9-16,0 8-11 0,0-8-2 0,0 0-29 15,0 0-89-15,0 0-264 0,0 0 117 16</inkml:trace>
  <inkml:trace contextRef="#ctx0" brushRef="#br0" timeOffset="65103.3">17142 4849 66 0,'8'-2'139'0,"2"-1"-9"0,2 2-16 15,-12 1-23-15,13 1 5 0,-7 1-11 0,-6-2-9 16,14 7-6-16,-10-3-5 0,-2 2-10 0,2 0 0 16,-1 4-6-16,-5-2-3 0,1 4-4 0,-4-2 8 15,0 1-17-15,-5 3 0 0,-2 1 0 0,1-4-3 16,-2 0 0-16,0 0-5 0,1-1 9 0,-3-2-4 16,5-1-14-16,-1 0 5 0,2-3-1 0,0 1-10 0,-1-1-14 15,3 0-24-15,1-2-27 0,6-2-30 16,-12 3-33-16,12-3-91 0,-10 1-227 0,10-1 100 15</inkml:trace>
  <inkml:trace contextRef="#ctx0" brushRef="#br0" timeOffset="65331.28">17357 4921 81 0,'5'-1'173'0,"-5"1"-6"0,13-4-4 16,-7 1-12-16,4-1-10 0,1 1-10 0,2-1-18 16,-1-1-6-16,5 0-13 0,0 1-10 0,-5 1-6 15,6 0-4-15,-5 1-10 0,6-1-11 0,-6 0-25 16,0 3-32-16,-2-1-28 0,1 0-23 0,-12 1-16 16,18 0-36-16,-11-2-14 0,-7 2-11 0,12 0-65 15,-12 0-214-15,0 0 96 0</inkml:trace>
  <inkml:trace contextRef="#ctx0" brushRef="#br0" timeOffset="65503.06">17573 4809 3 0,'0'0'171'15,"-6"-8"4"-15,6 8-6 0,-4-5-5 0,4 5-14 16,0 0-15-16,-4-7-5 0,4 7-23 0,0 0-16 16,0 0-10-16,0 0-7 0,0 0-7 0,-10 21-2 15,7-11-9-15,1 2-4 0,-1 0-8 0,-1 4 0 16,3 2-4-16,-3 0-3 0,4-1-14 0,-1 1-31 15,1-2-36-15,0 1-48 0,1-4-53 0,-1 5-121 16,-1-7-286-16,1 1 127 0</inkml:trace>
  <inkml:trace contextRef="#ctx0" brushRef="#br0" timeOffset="70880.39">17371 7251 81 0,'0'0'125'0,"0"-10"-3"0,0 10-12 0,-2-9-6 16,2 9 0-16,0-10-1 0,0 10-9 0,0-9 0 15,0 9-3-15,0 0-7 0,-2-10 2 0,2 10-4 16,0 0-6-16,-2-7-4 0,2 7 1 0,0 0-6 16,0 0-4-16,0 0-2 0,0 0-8 0,-3-7 16 15,3 7-5-15,0 0-8 0,0 0-2 0,0 0-7 16,0 0-7-16,0 0-3 0,0 0-6 0,0 0-4 15,0 0-1-15,0 0-3 0,0 0-4 0,0 0 6 16,-2 24-5-16,2-14 5 0,-3 1-6 0,2 1 3 16,-2-1-3-16,2 6 3 0,-2 0-2 0,0-2-2 15,-1 2 0-15,-1-1 0 0,2 0-1 0,-1 0 5 16,0 2-7-16,-1-3-2 0,2-4-1 0,1 1 0 16,-2 2-2-16,4-5-2 0,-2 4 3 0,1-3-2 15,-1 3-2-15,0-3 2 0,2 1-5 0,-2 0-4 16,1-7-19-16,1-4-19 0,0 17-13 0,-1-8-22 15,1-9-21-15,-2 11-25 0,2-11-25 0,-1 8-26 16,1-8-148-16,-4 5-344 0,4-5 153 0</inkml:trace>
  <inkml:trace contextRef="#ctx0" brushRef="#br0" timeOffset="71166.82">17378 7310 12 0,'11'-4'145'0,"-2"2"-17"0,-1 1-10 15,1 0-9-15,-9 1-10 0,15-2-9 0,-7 2-10 16,-8 0-8-16,12 4 3 0,-7-2 8 0,1 3-9 16,-4 1-14-16,-2-6-3 0,4 10-4 0,-4-5-2 15,0-5-3-15,-3 14 3 0,2-9-5 0,-3 1-1 0,-1 2 6 16,-4 0 8-16,2-1-11 0,-2 2-6 15,-2-5 1-15,3 3-11 0,0-1 4 0,-1 1-5 16,-1-3-5-16,1 1-4 0,1-2-4 0,2 0-16 0,-2 1-24 16,8-4-22-16,-9 5-25 0,5-3-41 15,4-2-28-15,-5 5-117 0,5-5-274 0,0 0 121 16</inkml:trace>
  <inkml:trace contextRef="#ctx0" brushRef="#br0" timeOffset="71443.72">17656 7325 133 0,'0'0'185'0,"0"0"-14"0,0 0-17 0,0 0-15 0,0 0-12 16,0 0-12-16,-2-10-9 0,2 10-11 15,6-4-8-15,-6 4 3 0,11-2-6 0,1-1-1 16,-1 0-11-16,2 0-5 0,0 0-7 0,1 1-4 16,3-2-3-16,1 2-7 0,1-1-4 0,-3-1-4 15,3 4-11-15,-6-1-16 0,1 0-20 0,-3 1-27 16,0-1-35-16,1 1-22 0,-3 0-39 0,-2 1-25 16,-7-1-101-16,10 1-278 0,-10-1 123 0</inkml:trace>
  <inkml:trace contextRef="#ctx0" brushRef="#br0" timeOffset="71636.97">17808 7167 197 0,'-5'-8'191'0,"5"8"-14"0,0 0-19 16,-4-8-19-16,4 8-10 0,0 0 1 0,0 0 21 16,0 0-12-16,-5 27-10 0,4-13-4 0,-2 3-10 15,-1 1-12-15,1 0-7 0,0 1-11 16,1-2-8-16,-2 1-5 0,2 1-9 0,0 0-20 15,-1-1-24-15,1 1-38 0,-1-1-38 0,1 0-37 0,2-1-50 16,-3-3-41-16,-2 0-122 0,1 1-332 16,-2-2 147-16</inkml:trace>
  <inkml:trace contextRef="#ctx0" brushRef="#br0" timeOffset="75028.1">16448 4568 14 0,'0'0'28'15,"0"0"-2"-15,0 0 5 0,0 0-4 0,0 0-1 16,0 0-2-16,-9 2-4 0,9-2 3 0,0 0-7 16,0 0-1-16,-6 3 1 0,6-3-2 0,0 0-1 15,0 0 1-15,0 0-5 0,0 0 6 0,0 0-1 16,-13-4-6-16,13 4-2 0,0 0-2 0,0 0 1 15,0 0 4-15,-7-3-1 0,7 3-9 0,0 0-5 16,0 0-6-16,-6-5 0 0,6 5-3 0,0 0-9 16,-8-2-6-16,8 2-18 0,0 0-51 0,0 0 22 15</inkml:trace>
  <inkml:trace contextRef="#ctx0" brushRef="#br0" timeOffset="75909.84">16165 4578 65 0,'0'0'79'0,"0"0"-1"0,0 0-5 16,0 0-4-16,0 0-5 0,0 0-9 0,0 0 1 16,0 0-6-16,0 0-14 0,0 0 6 0,0 0-7 15,0 0-8-15,0 0-2 0,0 0 3 0,0 0-6 16,0 0-5-16,0 0 3 0,0 0-2 0,0 0 13 15,0 0-15-15,0 0-13 0,0 0 9 0,0 0-6 16,0 0 6-16,0 0-2 0,0 0 8 0,0 0-13 16,0 0-4-16,0 0 0 0,0 0 11 0,0 0-1 15,0 0-9-15,0 0 1 0,0 0-7 0,0 0 1 16,0 0 4-16,0 0 6 0,0 0-10 0,0 0-4 16,0 0 1-16,0 0-5 0,0 0-5 0,0 0-4 15,0 0-4-15,0 0 6 0,0 0 0 0,0 0 2 0,-16 4-6 16,16-4 0-16,0 0 6 0,0 0-3 15,0 0 3-15,-6 3 7 0,6-3 3 0,0 0-6 16,0 0 2-16,0 0 1 0,0 0-3 0,0 0 7 16,-5 4 0-16,5-4 0 0,0 0 4 0,0 0-8 15,0 0 4-15,0 0 1 0,0 0 11 0,0 0-1 16,0 0 11-16,0 0 10 0,0 0-12 0,0 0 12 16,0 0 2-16,0 0-8 0,0 0 14 0,-5 4-1 15,5-4-6-15,0 0 6 0,0 0 12 0,0 0-5 16,0 0 5-16,0 0-2 0,0 0-1 0,0 0 10 15,0 0-5-15,0 0-6 0,0 0 4 0,0 0-6 16,0 0 0-16,0 0 0 0,0 0 0 0,0 0 0 16,0 0-4-16,0 0-3 0,0 0-4 0,0 0-3 15,0 0 4-15,0 0-1 0,0 0-2 0,0 0-2 16,0 0-1-16,0 0 1 0,0 0 0 0,0 0-2 16,0 0 1-16,0 0 1 0,0 0-7 0,0 0-3 15,0 0-1-15,0 0 5 0,0 0-8 0,0 0 0 16,0 0 1-16,0 0-8 0,0 0 4 0,0 0-1 15,0 0-2-15,0 0-9 0,0 0-7 0,0 0-17 16,0 0-8-16,0 0-14 0,0 0-3 0,0 0-20 16,0 0-17-16,0 0-17 0,0 0-29 0,0 0-112 15,0 0-268-15,0 0 119 0</inkml:trace>
  <inkml:trace contextRef="#ctx0" brushRef="#br0" timeOffset="76356.3">16248 4591 61 0,'0'0'122'0,"0"0"1"0,0 0-14 0,0 0 2 0,0 0-7 16,0 0 8-16,0 0-20 0,0 0-6 0,0 0 0 15,0 0-8-15,0 0 0 0,0 0-2 0,0 0-5 16,0 0-6-16,0 0 4 0,0 0-3 0,0 0-2 16,0 0-4-16,0 0-12 0,0 0 2 0,0 0-8 15,0 0-3-15,0 0 1 0,0 0-7 0,0 0-7 16,0 0-3-16,0 0-9 0,0 0-11 0,0 0-14 16,0 0 2-16,0 0-8 0,0 0-5 15,0 0-9-15,0 0-3 0,0 0-15 0,9-22-16 0,-9 22-21 16,0 0-36-16,9-3-130 0,-9 3-271 0,5-3 121 15</inkml:trace>
  <inkml:trace contextRef="#ctx0" brushRef="#br0" timeOffset="79259.78">16364 4566 61 0,'0'0'56'0,"0"0"8"0,0 0-5 0,0 0 9 15,0 0 4-15,0 0 8 0,0 0-11 0,0 0 14 16,0 0 0-16,0 0-1 0,0 0-4 0,0 0 4 16,0 0 0-16,0 0-6 0,0 0-1 0,0 0 4 0,0 0-5 15,0 0-6-15,0 0 2 0,0 0-3 16,0 0 4-16,0 0-7 0,0 0 4 0,0 0-3 16,0 0-5-16,0 0 2 0,0 0-7 0,0 0-12 15,0 0 6-15,0 0 0 0,0 0-4 0,0 0 2 16,0 0-3-16,0 0-3 0,0 0-4 0,0 0-6 15,0 0 4-15,0 0-2 0,0 0-1 0,0 0-3 16,0 0-2-16,0 0-3 0,0 0 4 0,0 0-5 16,0 0 3-16,0 0-4 0,-2-20 0 0,2 20-2 15,0 0 3-15,0 0-1 0,0 0-2 0,0 0-2 16,0-10-1-16,0 10-2 0,0 0 0 0,0 0 6 0,0 0-11 16,-3-9-4-16,3 9 6 0,0 0-4 0,-1-9-2 15,1 9 0-15,0 0 2 0,0 0 0 0,-2-11 0 16,2 11 0-16,0 0 3 0,0-9-2 15,0 9 4-15,0 0-5 0,0-12 1 0,0 12-4 16,2-7 3-16,-2 7-2 0,0-9-2 0,0 9 3 16,-2-10 0-16,2 10-3 0,2-10 1 0,-2 10-1 15,1-13-5-15,-1 7 5 0,0 6-1 0,1-10-3 16,-1 10 4-16,2-14 27 0,-2 14-10 0,0-12 7 16,1 6-5-16,-1 6 0 0,1-13-3 0,0 7-4 15,-1 6-1-15,-1-11 0 0,2 3-5 0,-1 8 1 16,2-12-2-16,-1 5 2 0,-1 7-3 0,-1-15-1 15,1 8-1-15,0 7-1 0,0-14 2 0,0 14-3 16,0-14 2-16,1 7-6 0,-1 7 2 0,-1-12-1 16,2 5 1-16,-1 7-1 0,0-12 2 0,0 12 0 15,0-12-2-15,0 12 2 0,-1-11 0 0,1 11 4 16,1-10-3-16,-1 10 1 0,0-8-1 0,0 8 1 16,0-8 1-16,0 8-1 0,0 0 2 0,-3-13-2 15,3 13-2-15,0-9-3 0,0 9 8 0,0-9-2 16,0 9-4-16,-1-11 1 0,1 11-6 0,1-7 4 15,-1 7 3-15,-1-12-3 0,1 12-2 0,-1-15 7 16,2 10-8-16,0-5 7 0,-1 10-5 0,0-15-2 16,3 9 5-16,-3-2-2 0,0 8-2 0,0-13 0 15,2 6 0-15,-2 7 3 0,2-13-2 0,-1 8-2 16,-1 5 4-16,1-12-2 0,-1 12-3 0,1-9 1 16,-1 9-1-16,2-7 0 0,-2 7 3 0,0 0-2 15,1-12 2-15,-1 12-2 0,1-6 3 0,-1 6-1 16,0 0-1-16,2-9 1 0,-2 9-1 0,0 0-3 15,2-9 7-15,-2 9-6 0,3-8 1 0,-3 8-1 16,1-9 6-16,-1 9-6 0,4-7 3 0,-4 7-2 16,1-8 2-16,-1 8 1 0,2-8 0 0,-2 8-2 15,0 0 1-15,2-8 0 0,-2 8-1 0,0 0 0 16,3-8 4-16,-3 8-2 0,0 0 1 0,2-10-3 16,-2 10 2-16,0 0-2 0,0-7 2 0,0 7-2 15,0 0 4-15,0 0-1 0,0 0-1 0,1-9-1 16,-1 9 3-16,0 0 0 0,0 0-2 0,0 0 1 15,0 0 1-15,0 0-5 0,0 0 8 0,0 0 2 16,0-9 3-16,0 9-5 0,0 0 2 0,3-7-1 16,-3 7 8-16,0 0-9 0,0 0 2 0,0 0-2 15,0 0-4-15,0 0 0 0,0 0 2 0,0 0 2 16,0 0 1-16,0 0-6 0,0 0 2 0,0 0 1 16,0 0-3-16,0 0-1 0,0 0-2 0,0 0 1 15,0 0 3-15,0 0-1 0,0 0 1 0,0 0-5 16,0 0 3-16,0 0-1 0,0 0-5 0,0 0 7 15,0 0-2-15,0 0 0 0,0 0 0 16,0 0 0-16,0 0 1 0,0 0-3 0,0 0 2 0,0 0-1 16,0 0-2-16,0 0 1 0,0 0 3 15,0 0-2-15,0 0 0 0,0 0-2 0,0 0 3 0,0 0-3 16,0 0 3-16,0 0-1 0,0 0 2 16,14 4-5-16,-14-4-4 0,0 0 9 0,10 2 1 0,-10-2 1 15,10-2-4-15,-10 2 2 0,13 2 0 16,-6-2-3-16,-7 0 7 0,16-3-3 0,-7 3 2 15,3 1-4-15,-1-3 2 0,0 0 2 0,2 2-4 16,0-1 2-16,0 0 1 0,0 0-1 0,0-1-3 16,-1 2 0-16,3-1 3 0,4-3-1 0,-3 2 0 0,-2 2-2 15,-1-4 4-15,1 2-4 0,-1-2 3 0,5 3-2 16,-5-1 3-16,6-1-2 0,-8 1 3 16,4-1-8-16,-2 2 2 0,5-2-4 0,-6 1 8 15,-2 0-3-15,4 2 1 0,-1-1 2 0,5-1-1 16,-2 0 2-16,2 0-2 0,0-1 0 0,-5 3-2 15,6-4 2-15,-4-2-4 0,-1 4 2 0,4 0 0 16,0-3 2-16,-6 1-1 0,6 1-1 0,-6 1-4 16,4 1 5-16,-5-2 1 0,3 0-3 0,-1 2-4 15,-1-2 6-15,2 1 1 0,-2 0-2 0,2-1 0 16,-1 1 0-16,-1 0 2 0,0-1-4 0,-1 0 2 16,-1 1 2-16,3-1-3 0,-2 2 1 0,1-2 0 15,-2 3 3-15,2-3-2 0,-1 2-2 0,-2-3 0 16,1 3 3-16,2-2-2 0,-2 1 1 0,-2 0-9 15,2 0 11-15,0 1-1 0,0 0 1 0,2 1-5 16,-2-1-1-16,0 0 4 0,2-1 2 0,-5 1-4 16,5-1 3-16,-6 0 0 0,6 2-10 0,-3-2 9 15,-2 1 2-15,2-1 0 0,2 4-3 0,-2-5 3 16,2 0-3-16,-1 3 0 0,1 0-4 0,-3 0 7 16,1-1-5-16,2-1 3 0,0 1 0 0,-1 0-4 15,-1-1 6-15,-1 1-6 0,-8 1 5 0,15-2-5 16,-4 1 5-16,-3 1 0 0,-8 0-3 0,17-3 0 15,-8 3 2-15,-1-1 2 0,2 1-5 0,-2-2 0 16,2 2 6-16,-10 0-3 0,13-2-3 0,-8 1 5 16,-5 1 0-16,9-2-2 0,-9 2-4 0,11 2 6 15,-11-2-1-15,0 0 0 0,12 0-1 0,-12 0 2 16,10-2 0-16,-10 2 0 0,9-1 1 0,-9 1 2 16,0 0-4-16,13 0-10 0,-13 0 9 15,10-2 4-15,-10 2-1 0,7 0-1 0,-7 0-3 0,9-1 1 16,-9 1 2-16,0 0 0 0,14-3 0 0,-14 3 0 15,0 0 1-15,7 0-16 0,-7 0 14 0,0 0-12 16,0 0 11-16,0 0 4 0,10 1-4 16,-10-1 5-16,0 0-5 0,7 3 1 0,-7-3 3 0,0 0 0 15,0 0-3-15,11-3-1 0,-11 3 0 16,0 0 1-16,0 0-1 0,0 0 1 0,0 0 2 0,0 0-5 16,9 0 6-16,-9 0-3 0,0 0 0 0,0 0-3 15,0 0 6-15,0 0-2 0,0 0-5 0,9-2 4 16,-9 2-6-16,0 0 7 0,0 0-1 0,14 2 4 15,-14-2-4-15,8 0 3 0,-8 0-2 0,9-1-2 16,-9 1 1-16,0 0 1 0,11-1-4 16,-11 1 3-16,0 0 3 0,0 0-2 0,8 1 0 15,-8-1 0-15,0 0-1 0,0 0-1 0,0 0 0 0,0 0-3 16,0 0 4-16,0 0-3 0,0 0 0 0,0 0-1 16,7 1 3-16,-7-1 2 0,0 0-4 15,0 0 2-15,0 0-1 0,0 0 3 0,0 0 0 0,0 0-2 16,0 0 2-16,0 0-1 0,0 0 0 15,12 3 0-15,-12-3 1 0,5 2 1 0,-5-2-4 16,0 0 1-16,0 0 1 0,8 1 0 0,-8-1-1 16,0 0 2-16,0 0-10 0,0 0 10 0,7 3-2 0,-7-3 0 15,0 0-2-15,0 0 5 0,0 0 1 16,0 0-1-16,0 0 9 0,0 0-4 0,0 0-6 16,0 0 3-16,0 0 0 0,0 0 0 0,0 0-3 15,0 0 5-15,0 0-3 0,0 0 1 0,0 0-4 16,0 0-6-16,9 0 10 0,-9 0 0 0,0 0-3 15,0 0 2-15,0 0-3 0,0 0 3 0,0 0 1 16,8 2-2-16,-8-2-1 0,0 0-1 0,6 2-3 16,-6-2 4-16,0 0 0 0,4 5-3 0,-4-5 1 15,0 0 3-15,5 6-5 0,-5-6 8 0,0 0-4 16,3 4 0-16,-3-4 0 0,0 0 5 0,2 9-4 16,-2-9 0-16,3 8 3 0,-3-8 2 0,4 4 0 15,-4-4 0-15,0 0-2 0,2 11 0 0,-2-11-2 16,0 0-8-16,1 6 7 0,-1-6 1 0,0 0 3 15,2 9-4-15,-2-9-6 0,0 0 9 0,1 10-2 16,0-6 1-16,-1-4 0 0,0 11-2 0,0-4 1 16,0-7 0-16,3 12 0 0,-3-7 1 0,0-5-3 15,1 12-1-15,-1-5-1 0,0-7 2 0,0 14-1 16,0-9 5-16,0-5-3 0,2 12-7 0,-4-5 8 16,1 1-3-16,1-8 2 0,0 13 0 0,-1-6 1 15,1-7 0-15,0 12 2 0,0-12-2 0,0 13 1 16,0-7-1-16,0-6 0 0,0 11 0 0,1-5 0 15,-1-6 8-15,0 13-13 0,0-7-9 0,0-6 13 16,-1 13 2-16,1-6-10 0,1 2 9 0,-1-9 0 16,0 13 2-16,0-6-6 0,0-7 2 0,-1 12 2 15,2-5 0-15,-1-7-2 0,-1 13 1 0,1-13 1 16,-2 12-1-16,2-6-1 0,0-6 2 0,0 13 0 16,0-7 0-16,0-6-1 0,2 13 2 0,-2-7 1 15,1 0-1-15,-1-6 0 0,0 13 1 0,0-5 3 16,1-3-3-16,-1-5 2 0,0 12-4 0,0-12 9 15,0 10-9-15,3-4 5 0,-3-6 2 0,1 12-3 16,-1-7 0-16,0-5-1 0,1 10-1 0,-1-10 0 16,3 10 3-16,-2-5-3 0,-1-5 0 15,0 11-3-15,0-11 5 0,2 9-4 0,-1-3 5 16,-1-6-3-16,2 12-1 0,0-7 0 0,0 1-3 0,-2-6 5 16,1 11-1-16,-1-5-1 0,0-6 1 0,3 11-2 15,-2-4 2-15,-1-7 3 0,0 12 3 0,1-6-3 16,-1-6 2-16,0 10-11 0,0-10 14 0,2 10-4 15,-2-10-2-15,1 10 0 0,0-4-3 16,-1-6-1-16,3 9-3 0,-3-9 7 0,0 9-5 0,0-9 1 16,0 11 0-16,1-7 3 0,-1-4-6 0,1 9-3 15,-1-9 13-15,0 8-6 0,0-8 1 0,2 8-2 16,-2-8-3-16,1 7 5 0,-1-7-6 0,0 8 3 16,0-8-8-16,1 8 11 0,-1-8-3 15,0 0 5-15,0 11-7 0,0-11-1 0,-1 8 4 16,1-8 0-16,1 7 1 0,-1-7-2 0,2 8 3 15,-2-8-4-15,0 0 1 0,0 9-16 0,0-9 15 16,0 0 1-16,1 8 4 0,-1-8-6 0,0 0 4 16,0 0-5-16,1 7 3 0,-1-7 2 0,0 0-2 0,2 7 7 15,-2-7-18-15,0 0 13 0,0 0 0 16,0 0-1-16,0 0-2 0,1 14 2 0,-1-14 2 16,0 0-5-16,0 0 8 0,0 0-3 0,0 13 1 15,0-13-19-15,0 0-13 0,1 6-13 0,-1-6-25 16,0 0-13-16,0 0-16 0,0 0-17 0,-8 11-19 15,8-11-20-15,0 0-20 0,-10 3-30 0,10-3-28 16,-14 2-18-16,14-2-146 0,-23 0-423 0,9-3 188 16</inkml:trace>
  <inkml:trace contextRef="#ctx0" brushRef="#br0" timeOffset="79816.75">16710 3863 152 0,'0'0'135'0,"0"0"-9"15,4-8 1-15,-4 8-17 0,0 0-17 0,0 0-3 16,0 0-11-16,1 33-3 0,-6-8 3 0,-5 4 0 15,1 2-10-15,-2 2-2 0,-8 12-8 0,-1-1-3 16,6-11-7-16,-6 8-1 0,4-9-2 0,-1 1-8 16,0-4-4-16,2 0-6 0,-3-3-2 0,2-1-1 15,2-2-2-15,-2-1-1 0,2 0-25 0,-2 1-17 16,1-3-40-16,2-4-34 0,2 0-38 0,-1 1-107 16,0-6-256-16,4-3 113 0</inkml:trace>
  <inkml:trace contextRef="#ctx0" brushRef="#br0" timeOffset="80070.64">16907 3996 153 0,'0'0'142'0,"0"0"-4"15,0 0-17-15,-14 22-8 0,4 1-5 16,-4 6-1-16,-5 2-4 0,-5 13-13 0,-3 0-5 16,1-3-9-16,-1-2-5 0,8-10-9 0,0-3-7 15,0 2-5-15,0-2-8 0,1-2-13 0,0 1-15 16,1-4-23-16,3 0-20 0,4-8-27 0,-2-2-31 16,3 4-27-16,3-5-97 0,1-1-228 0,5-9 100 0</inkml:trace>
  <inkml:trace contextRef="#ctx0" brushRef="#br0" timeOffset="80299.97">17114 3965 103 0,'0'0'168'0,"0"0"-22"16,-1 22-5-16,-8-4-9 0,-1 12-6 0,-3 1-10 15,-9 13-15-15,-1-1-8 0,0-3-9 0,7-6-9 16,-10 5-2-16,11-9-11 0,-1-3-4 0,1 0-5 16,-3-3-11-16,5-3-28 0,2-4-16 0,1-1-26 15,3-6-34-15,0 2-37 0,3-3-41 0,-1 1-70 16,5-10-227-16,-7 9 101 0</inkml:trace>
  <inkml:trace contextRef="#ctx0" brushRef="#br0" timeOffset="80505.31">17311 4050 82 0,'0'0'156'0,"0"0"-7"0,-10 26-10 0,-4-4-4 16,1 5-7-16,-4 1-13 0,-4 12-3 0,1-8-16 0,-6 9-6 15,8-10-9-15,-1-3-13 0,0 2-2 0,0-3-8 16,3-2-6-16,0 2-12 0,0-6-29 15,2 1-32-15,4-7-38 0,3 1-38 0,1-5-28 16,2 0-88-16,-1-4-231 0,5-7 102 0</inkml:trace>
  <inkml:trace contextRef="#ctx0" brushRef="#br0" timeOffset="80700.83">17462 4070 127 0,'0'0'147'0,"0"0"9"0,0 0-9 0,-7 37-11 16,-4-10-3-16,-2 4-22 0,-3 0-8 0,-8 10-9 15,2 0-8-15,2-10-12 0,0-3-2 0,1-1-18 16,-2-3-28-16,5 0-14 0,2-8-27 0,3-1-34 16,2-3-28-16,4-1-29 0,0-3-100 0,2 0-222 15,3-8 99-15</inkml:trace>
  <inkml:trace contextRef="#ctx0" brushRef="#br0" timeOffset="80902.64">17641 4100 106 0,'5'-4'137'0,"-5"4"0"0,0 0 5 15,-3 23 6-15,-1-6-13 0,-6 7-4 0,-1 4-18 16,-2-1-8-16,-4 2-6 0,5-1-10 0,-6-2-4 15,1-1-9-15,2-2-9 0,1-1-18 0,2-7-23 16,2-2-18-16,1 1-26 0,3-5-35 0,1 0-36 16,2-3-33-16,0 0-107 0,3-6-248 15,0 0 111-15</inkml:trace>
  <inkml:trace contextRef="#ctx0" brushRef="#br0" timeOffset="81079.67">17711 4153 14 0,'0'0'166'0,"7"14"-8"0,-7-14 3 0,-11 25-16 15,5-10-7-15,-1-1-7 0,-1 4-17 0,-1 0-12 16,-2-1-7-16,-3 6-15 0,0-2-36 0,2-4-35 16,0-1-37-16,0-1-50 0,1 2-41 0,-3-2-70 0,2-6-205 15,5-2 91-15</inkml:trace>
  <inkml:trace contextRef="#ctx0" brushRef="#br0" timeOffset="81258.25">17857 4247 152 0,'0'0'147'0,"0"16"-7"0,0-16-13 16,-12 17-14-16,7-5-10 0,-4 1-4 0,-1 2-29 15,-1-2-34-15,0 3-35 0,2-4-44 0,-5 3-40 16,0 0-61-16,-1-4-156 0,-2 2 69 0</inkml:trace>
  <inkml:trace contextRef="#ctx0" brushRef="#br0" timeOffset="83241.66">21525 5389 13 0,'0'0'88'0,"0"0"-7"0,-11 0-6 0,11 0-4 15,0 0-11-15,-12-1 6 0,12 1-5 0,0 0 9 16,-9 0-8-16,9 0 4 0,0 0-13 0,-7-4-1 16,7 4 2-16,0 0 0 0,0 0-15 0,0 0 4 15,0 0 2-15,0 0 0 0,-9-2 1 0,9 2 2 16,0 0-1-16,0 0 2 0,0 0-6 0,0 0 0 15,0 0-1-15,0 0 0 0,0 0-8 0,0 0 2 16,30-4-9-16,-21 5 4 0,2-4-2 0,7 1 4 16,0 0-3-16,4 0 2 0,7-3-1 15,0 1 3-15,2-2-9 0,1 4 2 0,1-4-6 0,2-1-1 16,-2 1 0-16,3 1-5 0,0-1 1 0,-1 1 1 16,-3-1-3-16,4 1-1 0,-3 0 14 0,-2 2-15 15,-2-1 0-15,1 1 4 0,-2-2-4 0,-1 0 0 16,-7 2 4-16,2 1-5 0,1 0 1 0,-4-2 1 15,9 1 1-15,0-2-17 0,-6 2 6 0,0 0-7 16,-2 0 5-16,3 1-3 0,4-3 7 0,-9 3-2 16,2-1 0-16,0 2 2 0,-4-2-3 0,-2 0-1 15,-2 2 1-15,-2 2-1 0,1-2 1 0,-11 1-10 16,13-2 7-16,-7 2-3 0,-6 0 9 0,13-1-2 16,-13 1-3-16,11-2 5 0,-11 2-4 0,6-1 6 15,-6 1-6-15,0 0 2 0,0 0 2 0,10 1 2 16,-10-1 0-16,0 0 13 0,0 0 0 0,8-4 4 15,-8 4 5-15,0 0 2 0,0 0 0 0,0 0 3 16,0 0 2-16,0 0-2 0,0 0-3 0,0 0 0 16,0 0-3-16,0 0-5 0,0 0-1 0,0 0-2 15,0 0-2-15,0 0-4 0,0 0 2 0,0 0-8 16,0 0-2-16,9 4 3 0,-9-4-3 0,0 0 0 16,0 0 0-16,0 0-5 0,0 0-1 0,3 9 6 15,-3-9-3-15,1 5-2 0,-1-5 3 0,0 14-4 16,1-5 6-16,0-2-3 0,-1 3 0 0,0 0 0 15,2 1 2-15,-2-1-1 0,0 0 2 0,3 0 0 16,-1 3-1-16,-2-3 4 0,1 6 4 0,-1-3-2 16,1 2 2-16,0 2-4 0,-1-1 1 0,2-4-6 15,-2 1 10-15,1 3 0 0,0 0-2 0,1-2-3 16,-1 2 1-16,-1-3 0 0,0 3 0 0,1 0 0 16,0 1-1-16,1-1 0 0,-1 0 3 0,-1 0 2 15,0 0 1-15,1 1-3 0,1 0 2 0,-4-6 2 16,4 5 8-16,-1 0 6 0,-1-1-4 0,1-3-6 15,-1 0 3-15,2-1-3 0,-1 1-2 0,-1-2-2 16,1 0 4-16,-1-2-2 0,4 1-3 0,-4-1 1 16,2-1 3-16,-2 0-4 0,3 0-1 0,-3-7 0 15,0 14-1-15,1-7-5 0,-1-7 4 0,-1 13-4 16,2-6 8-16,-1 0-11 0,0-7 4 0,1 13-1 16,-1-5-4-16,0-8-2 0,2 13 4 0,-1-9-1 15,-1-4 1-15,0 12-3 0,1-7 0 0,-1-5 0 16,-1 12-1-16,1-12 1 0,-1 11 0 0,1-11 0 15,0 11 2-15,0-11-5 0,0 11 5 0,0-11-4 16,0 10 1-16,0-10 2 0,-2 9 1 0,2-9-2 16,-2 8 2-16,2-8-3 0,-1 9 4 0,1-9-2 15,-2 6 0-15,2-6-2 0,-1 7 2 0,1-7 0 16,0 0-2-16,0 0 2 0,-6 11 1 0,6-11-2 16,-8 6 0-16,8-6 0 0,-9 7 0 0,3-3 0 15,6-4 2-15,-13 5-2 0,5-2-2 0,8-3 1 16,-20 2 4-16,8 0 2 0,12-2-7 0,-19 6 2 15,9-5-1-15,-2 2 1 0,-3-2-3 0,2 1-1 16,-5 0 1-16,-2 0 2 0,3 0-1 0,0 0-2 16,-2-1 3-16,-2 2-6 0,-1-3 4 0,2 2 0 15,-9 3 0-15,3-3 1 0,-4 3-5 0,2-1 7 16,7-3-4-16,0-1-1 0,-7 1-2 0,0 3-1 16,6-4 2-16,-6 3-1 0,5 0 8 15,4-5-8-15,-2 4 2 0,3-1-4 0,1 0 5 16,-3 2-5-16,9-2 4 0,-7 0-1 0,5 2 2 0,-1-3-1 15,0 2 2-15,2-1-2 0,-1-1 2 0,2 0-4 16,0 2 10-16,-1-1-9 0,-1 2-7 0,1-2 9 16,-1 1-3-16,-1 0 0 0,1 0 3 0,-5 1-1 15,2 0 3-15,-1 2-2 0,-1-3 3 0,0 3-6 16,2-1 4-16,-2-3-4 0,1 3 4 16,2-2-3-16,-2 1 3 0,-2 0 0 0,5-2-1 0,-3 2 1 15,3-2 3-15,1 1-3 0,2 0 7 0,-3-2-6 16,4 1 0-16,-1 2-3 0,3-2 2 0,8-1-1 15,-13 2 2-15,8-1 2 0,5-1-1 0,-11 1 0 16,11-1 1-16,-7 2-2 0,7-2 4 16,0 0-7-16,0 0 4 0,-8 2-4 0,8-2 5 0,0 0-3 15,0 0-2-15,-8 1 1 0,8-1-2 0,0 0-3 16,-11-1 4-16,11 1-4 0,-9 0-7 0,9 0-4 16,-9 1 0-16,9-1-9 0,-10 3-4 0,10-3-6 15,0 0-12-15,-10-2-17 0,10 2-20 0,0 0-23 16,0 0-36-16,0 0-33 0,0 0-18 0,0 0-19 15,-12-6-168-15,12 6-413 0,0 0 183 0</inkml:trace>
  <inkml:trace contextRef="#ctx0" brushRef="#br0" timeOffset="83535.7">21652 5553 144 0,'0'0'177'16,"-1"-10"-17"-16,1 10-20 0,0 0-9 0,0-9-16 16,0 9-18-16,0 0-3 0,0 0 4 0,0 0-6 15,-6 23-9-15,1 2-3 0,-4 5-8 0,-2 4-7 0,0 12-6 16,-4 0 0-16,-2 1-9 0,4-14-10 0,-2 13 3 15,-2-3-4-15,7-10-6 0,-1 0 1 16,-1 0-5-16,2-2-1 0,0-2-10 0,2-2-25 16,2-2-24-16,-1-8-34 0,5-3-33 0,-2-3-36 15,0-1-141-15,0 1-297 0,4-11 132 0</inkml:trace>
  <inkml:trace contextRef="#ctx0" brushRef="#br0" timeOffset="83763.17">21925 5537 2270 0,'5'-10'115'0,"0"1"-2"0,-1 2-63 0,-3 4-31 15,-1 3-13-15,0 0 1 0,0 0-5 16,0 0 0-16,-19 30 4 0,5-1-1 0,-2 2 4 16,-5 14-3-16,-3 1 1 0,2 1 0 0,-1 2 0 15,1-3 1-15,3-2-1 0,0-1 3 0,0 2-2 16,6-11 4-16,-1-2-2 0,2 0-5 0,2-4-14 15,-2 1-21-15,3-3-27 0,3 0-18 0,-3-3-42 16,4-9-43-16,1-2-34 0,2 0-148 0,-1-5-370 16,3-7 164-16</inkml:trace>
  <inkml:trace contextRef="#ctx0" brushRef="#br0" timeOffset="83979.52">22042 5596 72 0,'1'-5'231'0,"-1"5"-24"0,0 0-19 16,0 0-16-16,0 0-15 0,-13 30-6 0,2-4-9 15,-2 3-9-15,-6 16-10 0,-2-2-16 0,3 1-7 16,-3 1-8-16,7-12-11 0,-1-1-4 0,2 1-8 16,2 2-9-16,-1-7-20 0,2 0-14 0,0-3-30 15,3-6-33-15,1-3-37 0,2-2-49 0,-2 2-32 16,3-8-29-16,-1 2-92 0,4-10-298 0,0 0 133 15</inkml:trace>
  <inkml:trace contextRef="#ctx0" brushRef="#br0" timeOffset="84172.64">22119 5737 1641 0,'13'-16'165'0,"-4"3"-49"0,-2 3-66 0,0 1-8 15,-5 3-25-15,3 2-4 0,-5 4-9 0,0 0 13 16,0 0 6-16,7 21 9 0,-11-3-1 0,-4 9 0 15,1 2-3-15,-4 1-1 0,1 0 2 0,-3 3-3 16,3-1-5-16,-5-3 0 0,2 0-4 0,-1-2-21 16,4-1-16-16,1-8-21 0,2-1-35 0,1-5-37 15,4 1-30-15,-4-4-37 0,4-1-116 0,2-8-321 16,0 0 143-16</inkml:trace>
  <inkml:trace contextRef="#ctx0" brushRef="#br0" timeOffset="84351.88">22449 5629 33 0,'0'0'202'0,"0"0"-17"0,0 0-12 15,-7 26-14-15,-4-3-3 0,-2 2-14 0,-4 4-8 16,1-1-11-16,-3-1-14 0,3 0-13 0,-3-1-7 16,4 1-9-16,-1 1-3 0,1-4-31 0,0-2-31 15,4-6-35-15,6-4-39 0,-1 0-29 0,1-4-38 16,2 0-129-16,3-8-276 0,0 0 124 0</inkml:trace>
  <inkml:trace contextRef="#ctx0" brushRef="#br0" timeOffset="84508.03">22633 5689 139 0,'-4'18'170'0,"-5"0"-16"16,-3 6-16-16,1 0-10 0,-2 2-13 15,0 0-16-15,-3 0-34 0,2-4-52 0,2 1-36 16,-1-6-46-16,-3 7-87 0,4-7-167 0,-1-1 75 0</inkml:trace>
  <inkml:trace contextRef="#ctx0" brushRef="#br0" timeOffset="85548.83">17090 7780 104 0,'-3'-11'107'0,"3"11"-6"16,0 0-1-16,0-9-5 0,0 9-1 0,0 0-9 16,-4-9-11-16,4 9-8 0,-1-9 3 0,1 9-1 15,-4-7-8-15,4 7-2 0,-6-8-10 0,4 3-9 16,2 5 6-16,-7-10 6 0,7 10-3 0,-5-6 2 15,5 6-1-15,-5-6 1 0,5 6-2 0,-4-8-4 16,4 8-6-16,-6-6 8 0,6 6 6 0,-4-5-7 16,4 5 1-16,-4-8-1 0,4 8 5 0,0 0-8 15,-4-8-3-15,4 8 0 0,0 0-4 0,-4-6 1 16,4 6 2-16,0 0-2 0,0 0-5 0,0 0-2 16,0 0-3-16,0 0-6 0,0 0 0 0,0 0-3 15,0 0-4-15,0 0-1 0,0 0-4 0,0 0 1 0,0 0-5 16,0 0-2-16,0 0 5 0,0 0-3 15,0 0 2-15,5 29 4 0,-1-12-6 0,-2 0 9 16,3 2 5-16,-4 7 1 0,3 0-2 0,-2 0 2 16,2 0 0-16,-1 0 0 0,-1-1 13 0,0 1 7 15,1 1-6-15,0 2 5 0,-2-3 6 0,1 2-2 16,-1-2-2-16,0-1-3 0,0-1-1 0,1 2-3 16,-1-8-3-16,3 1-4 0,-3 1 1 0,0-4-3 15,3 0 3-15,-3 1-5 0,3 0 2 0,-2-3-3 0,-1-2-4 16,0-1-2-16,0 0 3 0,2-1 0 0,-2-4-5 15,1-1-2-15,-1 3 2 0,-1-8-3 0,2 11 1 16,-2-11-6-16,4 7-15 0,-4-7-10 16,3 7-17-16,-3-7-17 0,0 0-19 0,0 0-32 15,0 0-51-15,0 0-36 0,0 0-53 0,0 0-139 16,0 0-415-16,0 0 184 0</inkml:trace>
  <inkml:trace contextRef="#ctx0" brushRef="#br0" timeOffset="86159.93">17083 7633 108 0,'0'0'153'0,"0"0"-17"0,0 0-14 0,-7-8-5 15,7 8-14-15,0 0-13 0,0 0-10 0,0 0-1 0,0 0-10 16,0 0 3-16,20-3-1 0,-9 3 0 0,3 0-6 16,7 0-3-16,9-4-5 0,2 6-8 0,2-7-1 15,3 4 2-15,2-2-5 0,12-5-4 16,-1 2-6-16,-12 2 1 0,-2 1-5 0,3-2-2 15,-2-1-1-15,3 3-7 0,-2-1 0 0,-1-1 1 0,2-1-5 16,-1 4 0-16,-1-3-3 0,-4 0 3 0,3 1-4 16,-5-3-3-16,-1 5-1 0,1-3 2 15,-3-4-2-15,0 6 1 0,0-1-5 0,-9-1-1 16,-2 4 4-16,0-3-1 0,-4 3-3 0,0-2 0 0,-1 2 1 16,0 0-2-16,-3-1-1 0,2 2 0 0,-4-1 7 15,-7 1-8-15,9-1-1 0,-9 1 1 0,11 0 0 16,-11 0-1-16,0 0 0 0,9-2 2 0,-9 2-3 15,0 0 5-15,0 0-6 0,0 0-1 16,9 0 4-16,-9 0-4 0,0 0-3 0,0 0 7 0,0 0-4 16,0 0 2-16,0 0-2 0,0 0 6 0,0 0-3 15,0 0 0-15,0 0 6 0,8 2-6 0,-8-2 3 16,0 0-1-16,0 0-3 0,0 0 4 0,0 0-5 16,0 0 3-16,0 0-1 0,0 0 2 0,0 0-2 15,0 0 1-15,5 4 3 0,-5-4-3 0,0 0 1 16,0 0-1-16,0 0-3 0,0 0 4 0,0 0 0 15,0 0-2-15,0 0 0 0,1 7 2 0,-1-7-12 16,0 0-11-16,0 0-17 0,0 0-18 16,2 8-16-16,-2-8-19 0,0 0-22 0,2 5-28 0,-2-5-121 15,0 0-283-15,-4 12 126 0</inkml:trace>
  <inkml:trace contextRef="#ctx0" brushRef="#br0" timeOffset="86839.8">17371 8383 62 0,'0'0'75'0,"-9"-1"-8"0,9 1-10 0,-11-1 1 0,11 1-12 16,-9-1-4-16,9 1-4 0,-13 2-3 0,13-2 0 16,-13 1 4-16,13-1 2 0,-10 0 0 0,10 0 4 15,-9 2 0-15,9-2 0 0,-10 0-3 0,10 0 3 16,-8 1-4-16,8-1-3 0,0 0-4 0,-11-1-5 16,11 1-2-16,0 0-7 0,-11-2 2 0,11 2 1 15,0 0 4-15,0 0-7 0,-11-1-2 0,11 1-2 16,0 0 2-16,0 0-8 0,0 0 6 0,0 0 1 15,-7 4-13-15,7-4 8 0,0 0-2 0,0 0-3 16,0 0 1-16,0 0 2 0,0 0-12 0,0 0-6 16,0 0-6-16,0 0-2 0,0 0 3 0,0 0-7 15,0 0 1-15,21 11-6 0,-21-11-4 0,0 0 0 16,0 0 4-16,13 3 0 0,-13-3 2 0,5 0 1 16,-5 0 4-16,0 0-6 0,9 1 0 0,-9-1 1 15,0 0-1-15,5 2 0 0,-5-2 6 0,0 0-1 16,0 0 3-16,0 0 1 0,0 0 5 0,7 3 2 15,-7-3 3-15,0 0 5 0,0 0-4 0,0 0-11 16,0 0 7-16,0 0-1 0,0 0 4 0,0 0-6 16,0 0 5-16,0 0-11 0,0 0 0 0,0 0 2 15,0 0 0-15,0 0-6 0,0 0 11 0,0 0-4 16,0 0 2-16,0 0-6 0,0 0 1 0,0 0-6 16,0 0 2-16,0 0-4 0,-25 1-6 0,25-1-6 15,0 0-4-15,0 0-26 0,0 0-70 0,0 0 31 16</inkml:trace>
  <inkml:trace contextRef="#ctx0" brushRef="#br0" timeOffset="87890.6">17299 8397 29 0,'0'0'52'0,"0"0"-2"0,0 0-7 15,-10 0-2-15,10 0 0 0,0 0 1 0,0 0-1 16,0 0 1-16,0 0-1 0,0 0-1 0,0 0 11 16,0 0-10-16,0 0-7 0,0 0 0 0,0 0 5 15,-15 3 1-15,15-3-8 0,0 0-12 0,0 0 6 16,-13 1 4-16,13-1-5 0,0 0 2 0,0 0-2 16,-13 2 5-16,13-2 3 0,-7-2 5 0,7 2-5 15,0 0 5-15,-9 0 0 0,9 0-8 0,0 0 5 16,0 0 0-16,0 0-4 0,-13-1 3 0,13 1-14 15,0 0-1-15,0 0-2 0,0 0-3 0,0 0 5 16,-9-1-3-16,9 1-7 0,0 0 5 0,0 0-1 16,0 0-5-16,0 0 3 0,-11 0-3 0,11 0-3 15,0 0 1-15,0 0-5 0,0 0 11 0,0 0 6 16,-8 2-11-16,8-2 8 0,0 0-4 0,0 0-1 16,0 0 6-16,0 0-3 0,0 0 5 0,0 0 1 15,0 0-3-15,0 0-5 0,0 0 4 0,0 0-2 16,0 0-1-16,0 0-4 0,-12-1 2 0,12 1-3 15,0 0 1-15,0 0-2 0,0 0 1 0,0 0-1 16,0 0 1-16,0 0-4 0,0 0 1 0,0 0-1 16,-9-3-1-16,9 3 1 0,0 0-3 0,0 0-1 15,0 0-2-15,0 0-4 0,0 0 6 0,0 0 2 16,0 0 7-16,0 0-11 0,0 0-1 16,0 0 2-16,0 0 11 0,0 0-4 0,24 6 0 0,-12-6 1 15,2 0 1-15,4 0 0 0,3-2 3 0,0 1-5 16,10 0 7-16,1-2-4 0,1 0-1 0,2 0 1 15,2-2-1-15,1-2 2 0,12 2-2 0,-13-1 3 16,12-5-1-16,-11 5-1 0,13-2 3 0,-12 2-3 16,0 1 3-16,-1-1-3 0,15-2 1 0,-18 4-1 15,1 0 1-15,-1 1-6 0,1 0 10 0,-3-3-10 16,0 4 0-16,-1-2-1 0,-2 0 0 0,0 3 2 16,-3-3-1-16,-4 0-3 0,-1 3 1 0,6-2 2 15,-9 1 1-15,1 1-7 0,0-3-2 0,-1 0-8 16,1 0 1-16,-3 3-2 0,2-2 0 0,0-1-15 15,-1 2-5-15,0 0-19 0,-1-1-12 0,2 1-10 16,-1-2-19-16,-1 2-26 0,-5 1-117 0,-1-1-257 16,-11 2 113-16</inkml:trace>
  <inkml:trace contextRef="#ctx0" brushRef="#br0" timeOffset="88379.7">18379 7509 76 0,'0'0'99'0,"0"0"-7"0,-1-9 8 0,1 9-9 15,0 0-11-15,0 0-5 0,0 0-2 0,-1-7-8 16,1 7-17-16,0 0-3 0,0 0-4 0,0 0-6 15,0 0-1-15,0 0 3 0,0 0-1 0,0 0-3 16,0 0 8-16,0 0-11 0,0 0 6 0,9 27-3 16,-8-16 3-16,2 0-5 0,1 7 14 0,-2 5-2 15,2 8 12-15,1 0 4 0,-1 5-1 0,0 11-2 16,-4-1-1-16,2-1-9 0,0 1-1 0,-1-11-6 0,1 2-2 16,2 10 7-16,-1-13-12 0,1 0-2 15,1-1-2-15,0-2-8 0,-1-4-2 0,-1-2 1 16,-1-3-4-16,0-3-13 0,1 0-7 0,1-5-20 15,-2 1-22-15,2-1-25 0,-1-2-31 0,-2 0-37 0,-4-1-131 16,-4 5-292-16,0-2 129 0</inkml:trace>
  <inkml:trace contextRef="#ctx0" brushRef="#br0" timeOffset="88881.99">17457 7732 32 0,'-12'18'148'0,"-2"10"-7"0,-4 4-18 0,-5 12-13 15,-5 1-11-15,-1 3-6 0,1-5-5 0,-2 0-16 16,2-2-7-16,9-11-4 0,2-2-15 0,0-1-10 15,2-3-23-15,3 2-25 0,3-9-32 0,1 1-39 16,0-3-82-16,1-1-179 0,0-3 79 0</inkml:trace>
  <inkml:trace contextRef="#ctx0" brushRef="#br0" timeOffset="89096.4">17661 7754 14 0,'5'-3'205'16,"-5"3"-17"-16,5-1-21 0,-5 1-9 0,-2 18-5 15,-3-2-14-15,-5 11-15 0,-3 3-8 0,-2 3-6 16,0 1-16-16,-6 9-11 0,7-8-10 0,0-6-8 0,1 2-20 16,0-1-20-16,1-1-24 0,2-5-29 15,5-5-37-15,-1-4-32 0,1 0-45 0,1-3-96 16,1-5-259-16,2-1 115 0</inkml:trace>
  <inkml:trace contextRef="#ctx0" brushRef="#br0" timeOffset="89279.72">17871 7799 39 0,'0'0'203'0,"-31"33"-20"0,13-9-20 16,-3 6-17-16,-9 8-14 0,2 5-10 0,0-2-15 0,0 3-6 15,9-13-14-15,-6 9-6 0,6-9-7 16,0 0-14-16,1-3-30 0,4 0-29 0,0-4-46 16,4 1-34-16,2-8-43 0,-2 1-93 0,5-7-230 15,1-2 101-15</inkml:trace>
  <inkml:trace contextRef="#ctx0" brushRef="#br0" timeOffset="89458.02">18005 7893 118 0,'-3'22'165'0,"-4"-4"-3"15,-3 9-17-15,-7 3-10 0,0 2-19 0,-7 9-6 16,4-9-16-16,3-2-22 0,-3-1-36 16,3-1-27-16,-1-3-31 0,3-3-34 0,-2-1-46 15,4-7-62-15,1-1-178 0,4-7 80 0</inkml:trace>
  <inkml:trace contextRef="#ctx0" brushRef="#br0" timeOffset="89626.29">18156 7964 84 0,'0'0'190'0,"-3"15"-24"0,3-15-12 0,-9 20-12 16,2-5-15-16,-1-1-22 0,-2 2-28 0,2-2-27 15,-1 2-33-15,3-3-41 0,-3 4-41 0,-1-3-106 16,-3 0-184-16,-1-3 81 0</inkml:trace>
  <inkml:trace contextRef="#ctx0" brushRef="#br0" timeOffset="91663.65">13195 5861 30 0,'0'0'43'0,"-13"-7"1"16,13 7-4-16,0 0 8 0,-10-1-3 0,10 1 8 15,-10 0-16-15,10 0 5 0,0 0-4 0,-11 1 2 16,11-1-5-16,0 0-6 0,0 0-7 0,-11 2-4 16,11-2-8-16,0 0-4 0,-4 3-9 0,4-3-4 15,0 0-9-15,0 0-2 0,-6 7-6 0,6-7 1 16,0 0 6-16,-2 5-1 0,2-5 3 0,0 0-4 15,0 0 7-15,0 0-1 0,0 0 1 0,0 0 3 16,0 0 7-16,0 0 1 0,0 0 1 0,0 0 9 16,0 0 11-16,0 0-3 0,0 0 12 15,0 0 3-15,0 0 12 0,0 0 7 0,0 0 2 0,0 0 5 16,0 0 6-16,0 0-7 0,0 0-8 0,0 0 6 16,0 0-11-16,0 0 2 0,0 0 1 0,0 0-7 15,0 0 0-15,0 0 2 0,0 0-11 0,-13-8 8 16,13 8-16-16,-14 3 2 0,3-3-12 0,-1 1 5 15,-1 1 0-15,0-2-10 0,-1 2 9 16,-3 1-1-16,-3-1-1 0,4 1-2 0,-4 3 1 0,1-4 1 16,0 2-10-16,0-2 1 0,-1 2 2 0,0 1 7 15,2-1-13-15,0-1 7 0,0-1-4 0,5 1 1 16,1 0-3-16,-1 1 3 0,1-1-3 16,3-2 10-16,3 2-5 0,-3 0-1 0,9-3 6 15,-14 1-7-15,8 1-4 0,6-2 2 0,-9 6-3 0,9-6-1 16,-9 6 2-16,6-2 0 0,3-4-6 0,-4 5 8 15,-1 0-6-15,5-5 3 0,-2 9-1 16,2-9 2-16,0 9 2 0,0-9 6 0,0 17 7 16,-2-6 7-16,2 1-2 0,2-1-3 0,-2 9 5 0,0-1-1 15,-2 5 2-15,4-5-4 0,-2 1 0 16,1-1-4-16,-1 5 0 0,4 1 2 0,-2-7-3 0,2 6 9 16,0-5-1-16,2 5-1 0,-2-6 2 0,-1 7 0 15,1-7 3-15,0 0-6 0,-1 2-1 0,1-3 2 16,1 2-4-16,-3-1 0 0,1-1 5 15,-2 0-2-15,2 0 1 0,1-1-5 0,-4-1 2 16,0 1-2-16,2-4-4 0,-2 0 1 0,0 3 1 0,0-3 3 16,0-2-3-16,0 0 0 0,0 1-5 0,0-1 3 15,0 1-2-15,-2-2 0 0,2 4-2 0,2-4 0 16,-4 0 6-16,4-1-6 0,-2-1 0 0,0 2 9 16,0-9-8-16,0 14-2 0,0-3 8 0,-2-6-3 15,2-5 0-15,0 10 0 0,0-10-3 0,0 10-3 16,0-10 4-16,0 9-4 0,0-9 6 0,0 0-8 15,0 9 0-15,0-9 0 0,0 0 4 0,0 0-5 16,0 8-1-16,0-8 2 0,0 0-4 0,0 0 4 16,2 7-2-16,-2-7-1 0,0 0 3 15,0 0-5-15,0 0 9 0,0 0-7 0,2 6 3 0,-2-6-4 16,0 0 1-16,0 0 0 0,7 2 1 0,-7-2-2 16,0 0 5-16,0 0-2 0,8 0 0 0,-8 0 1 15,0 0 7-15,12-1 0 0,-12 1 1 0,11 1 2 16,-11-1-3-16,14-4 2 0,-1 2-1 0,-3 0-2 15,-1-1-1-15,4-1 0 0,1 2-3 0,-3 0 2 16,9-2-3-16,-7 1-2 0,4-1-1 0,2-2 2 16,-1 3-2-16,0-1-1 0,0 1 4 0,1 0-4 15,-2 0 3-15,1 0-6 0,-2 2 0 0,4-1 1 16,1-2 3-16,-4 1-1 0,2-2 1 0,0 3-1 16,2-3 1-16,-1 2-7 0,0-2 6 0,-2-1-5 15,1 3 2-15,-2 1 2 0,-3 0-2 0,-1-2 0 16,-2 2 6-16,-1-1-4 0,1 0-1 0,-3 2 0 15,2-1-2-15,-10 2 2 0,11-2 2 0,-5 1-5 16,-6 1-12-16,12-3-8 0,-12 3-12 0,11-4-22 16,-5 4-23-16,-6 0-34 0,0 0-47 0,14-5-45 15,-14 5-168-15,0 0-402 0,0 0 178 0</inkml:trace>
  <inkml:trace contextRef="#ctx0" brushRef="#br0" timeOffset="92167.12">12929 6028 66 0,'4'-6'119'0,"-4"6"7"0,0 0 5 15,0 0-8-15,0 0-3 0,0 0-2 0,-10 37-7 16,0-21-9-16,-1 9-3 0,-3 0-3 0,-1 2-9 15,-2 0-11-15,2-1-6 0,2-2-8 0,-1-2-3 16,1 0-7-16,-1 1-5 0,5-6-8 0,3-1-31 0,-2 0-28 16,-1-1-25-16,5-3-27 0,2-1-30 0,0-1-25 15,0-1-98-15,-1-2-242 0,3-7 107 16</inkml:trace>
  <inkml:trace contextRef="#ctx0" brushRef="#br0" timeOffset="92353.98">12974 6123 80 0,'0'0'174'0,"2"-8"-20"0,-2 8-11 15,0 0-9-15,0 0 0 0,0 0-8 0,-14 14-10 0,6-2-9 16,-4 4-11-16,3 1-3 0,-7 4-16 0,1 2-5 16,-4 1-6-16,2 1-21 0,1-3-24 15,3 0-21-15,-1-8-21 0,5 4-40 0,0-4-23 0,3 1-35 16,-1-5-107-16,6 0-245 0,-3-3 110 15</inkml:trace>
  <inkml:trace contextRef="#ctx0" brushRef="#br0" timeOffset="92539.34">13059 6224 8 0,'0'0'184'0,"0"0"-12"0,0 0-12 0,0 0-12 16,0 0-10-16,-15 30-8 0,3-14-10 0,-3 6-15 15,-2 0-7-15,-3 1-4 0,2 3-13 16,0 0-9-16,3-3-4 0,-4 0-8 0,2-1-6 16,3-1-34-16,1-6-32 0,3 1-30 0,4-6-40 0,-1 2-39 15,5-2-122-15,-4-1-262 0,3-5 115 0</inkml:trace>
  <inkml:trace contextRef="#ctx0" brushRef="#br0" timeOffset="92715.52">13041 6399 5 0,'0'0'175'0,"0"0"-14"16,0 0-15-16,0 0-8 0,-26 19-13 0,12-5-12 15,0 0-4-15,-6 6-9 0,1 0-14 16,0-1-4-16,0 0-13 0,2 2-7 0,-1-2-25 0,2 0-23 16,2-5-15-16,2 0-18 0,2 0-39 0,3-4-30 15,1 1-37-15,1-3-64 0,1-2-204 0,2-2 90 16</inkml:trace>
  <inkml:trace contextRef="#ctx0" brushRef="#br0" timeOffset="92867.36">13063 6561 60 0,'0'0'145'16,"0"0"-19"-16,0 0-2 0,0 0-14 0,-13 22-14 15,4-13-4-15,-2 2-7 0,-2 1-14 16,-1 0-25-16,3-1-35 0,-1 0-23 0,1 1-29 0,2-3-35 15,1-2-64-15,0-2-151 0,2 0 67 0</inkml:trace>
  <inkml:trace contextRef="#ctx0" brushRef="#br0" timeOffset="93028.93">13164 6586 75 0,'0'0'176'0,"0"0"-17"0,0 0-18 15,0 0-12-15,0 0-17 0,0 0-11 16,0 0-20-16,-15 14-8 0,6-8-53 0,-1-1-27 16,0 2-41-16,-1 0-32 0,1 2-76 0,-3-2-168 0,2-1 75 15</inkml:trace>
  <inkml:trace contextRef="#ctx0" brushRef="#br0" timeOffset="94699.87">10845 6500 85 0,'0'0'101'0,"0"0"-20"16,0 0 1-16,0 0-9 0,0 0-2 15,0 0-13-15,0 0-8 0,0 0-12 0,0 0 0 16,0 0 0-16,0 0-8 0,-30 4 5 0,24-3-5 0,-3 2-1 15,-3-1-1-15,6-1-4 0,-4 1 5 0,-2 0-6 16,2 1 2-16,0 0-3 0,-3-3-4 0,3 3 10 16,-2 0-4-16,1-2 8 0,-2 2-3 15,0-2-6-15,3 3 11 0,0-2-1 0,-2-2 1 0,3 2 13 16,0 0 1-16,9-2 2 0,-14 1 5 0,8 1 6 16,6-2-6-16,-12 0-1 0,12 0-3 0,-10 1 3 15,10-1-6-15,-9 0-1 0,9 0-2 0,0 0-5 16,-7 1 3-16,7-1-6 0,0 0-1 0,0 0-6 15,-9 1-1-15,9-1-6 0,0 0 0 0,0 0-21 16,0 0-2-16,0 0 5 0,0 0-2 0,0 0-1 16,0 0-1-16,0 0 1 0,0 0 1 0,0 0 0 15,0 0-2-15,0 0 5 0,0 0-1 0,0 0 2 16,25 6 1-16,-13-6 5 0,-1 1 4 0,2 1-3 16,6 0 0-16,-1-2 0 0,1 0 3 0,2 0 4 15,0 0-3-15,0 0 7 0,8 0-6 0,2-2 4 16,-2-1-5-16,1 1 4 0,2 0-5 0,-2-1 3 15,1 1-3-15,-1-2 0 0,-1 1-3 0,0 0 0 16,-6 2-2-16,-1-2-2 0,6 1 1 16,-7 2 3-16,-1-2-7 0,1-1 3 0,-1 0-1 0,2 3 2 15,-1-3-3-15,0 2 2 0,0-2 3 0,0 2-2 16,1-1 2-16,-2 0 0 0,3 1 1 0,-4-3 0 16,4 2-4-16,-2 2 9 0,5-2-7 0,-6 1 1 15,-2-1-3-15,3 0 3 0,-3 0-3 0,2 2 2 16,-3-3-4-16,2 1 0 0,2 1 4 0,-2 0-2 15,0-2-3-15,1 3 1 0,0-2 3 0,2 0 0 16,-6 2-1-16,6-1 3 0,-8 1 1 0,3-3 6 16,0 1 0-16,2-1-1 0,-2 1-5 15,2-2 6-15,-1 1-6 0,1 1-3 0,-4 0 3 0,4 1-1 16,0-3 1-16,-3 2-1 0,1-1-2 0,2 1 1 16,0-1-1-16,0-1-3 0,-2 4 3 0,5-3 2 15,-9 3-4-15,3-3-3 0,-3 0 2 0,5 2 1 16,-5-2-1-16,0 2-2 0,-1 0-2 0,1-1 2 15,0 0 0-15,-3 2 0 0,-1-1 1 0,5 1 1 16,-7-2 7-16,-7 2-5 0,17-2 2 16,-8 0 1-16,2 0-1 0,0 1-1 0,1-2-1 0,-1 2 3 15,1-2-6-15,-1 3 2 0,-1-2-3 0,3 1 1 16,-3-1 1-16,1 1-4 0,1-2 1 0,1 2 1 16,-1 0 4-16,-3-1-8 0,1 2 2 0,1-2 3 15,-1 1-3-15,-3 0 1 0,3-1 0 0,0 1 1 16,-1-2 0-16,-1 3 3 0,3-1-2 0,1 0-2 15,-3-1 2-15,3 1 2 0,-1-1-1 0,-2 0 0 16,2-1-1-16,0 2 2 0,0-1-2 0,1 1 0 16,-1 1 6-16,-1-2-9 0,1 1 3 0,-5 0 0 15,-6 1-5-15,11-3 1 0,-11 3-1 0,11-1 0 16,-11 1 2-16,7-1-1 0,-7 1-2 0,0 0 1 16,0 0 2-16,9-1-5 0,-9 1 3 0,0 0 1 15,9-2-2-15,-9 2 3 0,0 0-2 0,0 0-1 16,0 0 0-16,0 0 1 0,0 0-3 0,0 0 2 15,11 0 1-15,-11 0-4 0,0 0 4 0,0 0-3 16,9 0-2-16,-9 0 8 0,0 0-5 0,10 2-8 16,-10-2-9-16,0 0-20 0,7 2-14 0,-7-2-11 15,8 1-14-15,-8-1-16 0,0 0-18 0,9 1-15 16,-9-1-21-16,0 0-24 0,10 0-17 0,-10 0-13 16,0 0-14-16,0 0-132 0,8 3-374 0,-8-3 166 15</inkml:trace>
  <inkml:trace contextRef="#ctx0" brushRef="#br0" timeOffset="95612.65">10520 6547 98 0,'0'0'182'0,"0"0"-9"16,0 0-8-16,0 0-8 0,0 0-17 0,0 0-8 16,0 0-12-16,0 0-12 0,0 0-5 0,0 0-9 15,0 0-9-15,0 0-11 0,0 0-3 16,0 0-2-16,0 0-6 0,0 0-3 0,0 0-6 0,-18 17-3 16,14-11 1-16,-1 0 1 0,-1 1-3 0,-2 2-5 15,2-1-5-15,1 1 0 0,-2 0-5 0,3 0-5 16,-1 1-4-16,0-1 0 0,3 0-1 0,-2-1 0 15,1-1-7-15,2 1-1 0,1-8 4 0,0 13-9 16,1-5 4-16,1-2-2 0,1-1 3 0,1 1-5 16,1-1 5-16,4 2-3 0,0-3 2 0,1-1 2 15,3-1 5-15,0 0 2 0,3 0 3 0,1-2-1 16,-2-2 2-16,2 1-3 0,-3-2-1 0,3-1 0 16,-1 0 1-16,1-3-4 0,-3 2-1 0,-2 0 0 15,2-1-1-15,-4 1 5 0,0-1 4 16,-1 2 2-16,1-3 1 0,-3 1 0 0,-2-1-1 15,0 1-5-15,-1-3-3 0,-2 1 5 0,-1-2-1 0,-1-1-10 16,2 0 6-16,-5 0-10 0,1 0 2 0,-3 1-1 16,1 1-2-16,-1-3-1 0,-2 3 1 0,1-2-2 15,-2 2-1-15,-1 1 0 0,3 1-4 0,-2 2-2 16,-2-1 3-16,1 2-3 0,0 1-1 16,-2 0-4-16,0 3 1 0,1 0-9 0,-1 3-15 15,0 0-19-15,1 4-12 0,-1-1-22 0,0 3-19 0,0 3-29 16,-2 2-24-16,3-3-27 0,0 2-43 0,0 2-183 15,-1-1-438-15,5 0 194 0</inkml:trace>
  <inkml:trace contextRef="#ctx0" brushRef="#br0" timeOffset="96215.34">10418 7092 74 0,'2'-6'252'0,"-2"6"-5"0,2-8-12 0,-2 8-14 16,0-9-13-16,0 9-7 0,-4-10-21 15,4 10-20-15,-5-5-13 0,5 5-15 0,-11-5-12 16,5 3-9-16,6 2-7 0,-17 3-8 0,6 0-8 0,-2 1-7 16,0 2-4-16,1-2-7 0,-2 4-5 0,-3 3-8 15,3-4 0-15,-1 5-7 0,4-4-6 0,2 1 4 16,0 0-15-16,1 0 0 0,-1 0-2 0,5 1-8 15,0-2-1-15,1 2-2 0,2-4 0 0,1-6-2 16,2 17-5-16,0-11 2 0,3 5-4 0,3-3 0 16,-2 1 3-16,4-2-5 0,0-1 10 0,2 1-13 15,5 0 6-15,-2 0-4 0,2-1 1 0,0 1-1 16,-1-1-5-16,-5 0 0 0,2-3-1 16,-1 1 1-16,0 2-3 0,-1-2 6 0,-5 0-3 0,2 1 0 15,-1-1-6-15,-2 0 3 0,1 1 3 0,-3 1-3 16,0-1 1-16,0 1 2 0,-3-6 4 0,0 12-3 15,0-12 4-15,-8 12 7 0,-1-5 3 0,-3 0 12 16,-2 1-5-16,-1 1 2 0,0-3 1 0,-6 1 2 16,4-2-1-16,-2 0-4 0,0-1-4 0,1 0 0 15,1-1-2-15,0 0 2 0,3-2-7 0,2-2-14 16,2 1-14-16,1 0-20 0,9 0-19 0,-14-3-31 16,8 0-32-16,6 3-36 0,-10-4-44 0,6 0-28 15,4 4-32-15,-4-5-194 0,4 5-488 0,-3-11 216 16</inkml:trace>
  <inkml:trace contextRef="#ctx0" brushRef="#br0" timeOffset="97522.32">22785 5647 149 0,'0'0'145'0,"0"0"-8"16,2-6 1-16,-2 6-10 0,0 0-6 0,0 0-15 15,0 0-5-15,0 0-13 0,0 0-10 0,0 0-9 16,0 0-9-16,-6-10-6 0,6 10-3 0,0 0-11 16,-9-6 4-16,9 6 0 0,0 0-6 0,-10-1-8 15,10 1-4-15,-9-1-3 0,9 1 1 0,-13 0 1 0,13 0 3 16,-10-2-2-16,10 2 4 0,-11 0 0 16,11 0-4-16,-10 0-1 0,10 0 0 0,-11-2-4 15,11 2 2-15,-9-1 0 0,9 1-1 0,-12 0-9 16,12 0 4-16,-9 1 2 0,9-1 1 0,0 0-3 15,0 0-2-15,-10-1 5 0,10 1-3 0,0 0-1 0,0 0-3 16,0 0 0-16,0 0-2 0,0 0-2 0,0 0 2 16,0 0 11-16,0 0 5 0,0 0 9 15,31-1-4-15,-12-1 6 0,13 2-6 0,1-1-1 16,5-2 2-16,0 1-1 0,0 0-3 0,14-1 0 16,-13 1-4-16,14-2 4 0,-3 1-1 0,-10 3-1 15,11-4-1-15,1 0-3 0,-13 2 4 0,0-2-2 16,13-1 0-16,-14 4-6 0,0-1-2 0,0-2 4 15,2 3-2-15,12-3 2 0,-13 0 0 0,12 3-4 16,-14-1-1-16,-2-1 0 0,-2 0 1 0,-4 2 0 16,2-2 6-16,-3 2-6 0,-6 0-2 0,-2-1-1 15,-2 1 2-15,0 1-6 0,-7-1 2 0,3 1 0 16,-2-1 12-16,-2-1-10 0,-1 2-1 0,-9 0 4 16,12 0-8-16,-12 0 14 0,10-1-15 0,-10 1 3 15,0 0-4-15,11 1 1 0,-11-1-4 0,0 0 1 16,0 0-1-16,9-1 5 0,-9 1-5 0,0 0-2 0,0 0-9 15,0 0-14-15,0 0-25 0,0 0-23 16,0 0-41-16,0 0-42 0,0 0-42 0,-34 3-55 16,22-2-174-16,1 1-455 0,-2 0 202 0</inkml:trace>
  <inkml:trace contextRef="#ctx0" brushRef="#br0" timeOffset="98083.88">24171 5456 137 0,'-7'-3'148'0,"7"3"11"16,-8-4-20-16,8 4-10 0,0 0-4 0,-10-3-6 15,10 3-12-15,0 0-14 0,-7-2-4 0,7 2-17 16,0 0-1-16,0 0-12 0,0 0-8 0,-14 3-4 15,14-3-4-15,0 0-1 0,-9 4-6 0,9-4 0 16,-7 4-3-16,3 0 0 0,4-4-1 0,-10 5 3 16,5-3 2-16,5-2 5 0,-11 7-8 0,6-5-5 15,0 2 1-15,-1 0-2 0,1 0-4 0,-2-2 3 16,2 4-5-16,0 1 1 0,-3-3-4 0,5 3 5 16,-4-2 3-16,1 0-3 0,-1 3 0 0,0-1-2 0,2 0-4 15,2-1 1-15,-1 0 0 0,2-2 2 16,-2 3-1-16,4-7-5 0,-4 10 0 0,4-2 1 15,-1-1 2-15,1-7 8 0,2 13 5 0,1-7 2 16,1 0-4-16,2 1 2 0,-2-1-2 0,2-1 3 16,3 1-3-16,1-1-1 0,1-1 1 0,1 0-2 15,0 0-2-15,6 0 5 0,-4-3-1 0,2 0 1 16,1 1 3-16,-3-4-3 0,-1 1 0 0,5-3 1 16,-3 1-4-16,-1-1 3 0,-1 1-3 0,-3-4 0 15,3 2 1-15,-1 1 5 0,-1-1-4 0,-3-1 10 16,-2-2-2-16,1 2-3 0,0-4-6 0,-4 2 2 0,-1-1-2 15,1-2-7-15,-1-1 1 0,-3 2-5 16,0-1-2-16,-3 1 0 0,-4-2-3 0,3 2-2 16,0 3-3-16,-4-3 2 0,-1 4-6 0,0 0 0 15,-2 1 0-15,-2 2-1 0,1 2-2 0,-6 1-13 16,1 2-19-16,-1 0-18 0,0 0-23 0,1 4-22 0,-1-1-32 16,3 2-31-16,4 0-37 0,2-1-44 0,-2 5-186 15,3-3-461-15,1 0 205 0</inkml:trace>
  <inkml:trace contextRef="#ctx0" brushRef="#br0" timeOffset="98592.39">24621 5686 44 0,'-2'-7'269'0,"-1"-2"-6"0,2 2-10 0,1 7-10 0,-4-13-12 16,4 6-2-16,0 7-10 0,-1-11-14 0,1 11-15 16,0 0-20-16,0-11-14 0,0 11-18 15,0 0-14-15,0 0-14 0,0 0-10 0,0 0-16 0,0 0-13 16,0 0-11-16,0 0-4 0,0 0-6 16,0 0-5-16,0 29-3 0,-2-18-7 0,4 2 2 0,-2-1-5 15,0 1-2-15,0 2 2 0,-2 0-6 16,4-2-2-16,-2 2 2 0,0-2-8 0,0-3 5 0,0 2 5 15,0-2-2-15,0 1-4 0,-2-1 2 16,2-2-3-16,0 1-3 0,-2-2-3 0,2-7 1 16,-1 13-3-16,-1-6-1 0,2-7 0 0,-2 10-3 0,2-10 2 15,-2 12-2-15,2-12-14 0,-1 8-18 0,1-8-8 16,-1 8-22-16,1-8-13 0,0 0-18 0,0 8-20 16,0-8-33-16,0 0-24 0,0 0-34 0,0 0-28 15,-2 8-25-15,2-8-176 0,0 0-459 16,0 0 203-16</inkml:trace>
  <inkml:trace contextRef="#ctx0" brushRef="#br0" timeOffset="98895.19">24554 5638 100 0,'0'0'209'16,"0"0"-12"-16,0 0-16 0,10-10-7 0,-4 7-3 15,-6 3-10-15,16-4-8 0,-5 4-10 16,0 0-12-16,2 0-6 0,1 0-16 0,-1 4-9 16,5 0-19-16,-3 3-8 0,4 0-5 0,-2 0-3 0,-3 4-6 15,3-2-1-15,-4 3-7 0,-1 1-5 0,1-1-1 16,-3 1 0-16,-2-2 4 0,1 2 2 0,-3-2-1 16,-1 1-3-16,-1 0 4 0,-2-2 13 0,-2 3-11 15,-2-1 1-15,-2-1-6 0,-2 1 3 16,-7 0-8-16,0 2-3 0,-9 0-2 0,0 1-17 0,-4-3-12 15,-2-3-17-15,-1 1-30 0,-1-2-28 0,3 1-34 16,-3-2-43-16,9-4-49 0,1-2-51 0,-10-1-161 16,4-1-438-16,4 1 193 0</inkml:trace>
  <inkml:trace contextRef="#ctx0" brushRef="#br0" timeOffset="103295.16">17078 3776 93 0,'0'0'114'0,"0"0"-12"0,0 0-2 0,0 0-4 16,0 0 6-16,0 0-5 0,0 0-5 0,0 0-2 15,0 0-8-15,0 0-7 0,0 0 1 16,0 0-7-16,0 0-5 0,0 0-4 0,0 0-2 15,0 0-6-15,0 0-3 0,0 0 0 0,0 0-10 16,0 0 0-16,0 0-3 0,0 0-5 0,0 0-1 16,0 0-6-16,0 0-2 0,0 0 0 0,0 0-6 15,0 0 0-15,0 0 2 0,0 0-7 0,0 0-2 16,0 0 1-16,0 0 2 0,0 0-1 0,-12 19-3 16,12-19 1-16,-3 6-4 0,3-6 0 0,0 0 2 15,-2 8-1-15,2-8 0 0,0 0 1 0,0 0-1 16,0 0-1-16,-6 3 2 0,6-3 14 0,0 0 7 0,0 0 10 15,0 0 4-15,0 0 6 0,0 0 3 16,0 0-3-16,0 0 0 0,0 0-9 0,0 0 0 0,0 0 0 16,0 0-7-16,0 0 1 0,0 0 6 15,-5-19-7-15,5 19-4 0,-1-12-3 0,0 6-2 16,1-3-2-16,0-1-2 0,-3 0 30 0,2 1-7 16,1-4-3-16,0 2-3 0,1-6-8 0,-2 0-3 0,0-1-2 15,-1 1-6-15,0 0 2 0,1-1-7 16,1 0 6-16,-2 0-4 0,1 0-3 0,-3-7 1 15,3 6-3-15,-3 1 2 0,1-1 0 0,0-6 1 16,0 6-3-16,-1 0 2 0,1 2 3 0,0 0-4 16,-1-1 1-16,2 2 4 0,0 0-3 0,-2 0-3 15,2 0 1-15,0 0 2 0,-1 2-3 0,-2-3 4 16,2 6-1-16,2-2 1 0,-2-2 2 0,1 3-4 16,0 0 4-16,0 0 3 0,2-1 0 0,0 2-2 15,-1 2-13-15,-1-1 9 0,1-1 3 0,1 1 2 16,-1-1-3-16,1 1-2 0,-2 0 1 0,1-2 2 15,2 5-5-15,-1-3 7 0,0 10 1 0,2-16-6 16,-2 7 3-16,0 0 0 0,0 9 0 0,-3-17-2 16,3 11 3-16,0 6-1 0,0-11 2 0,0 3-7 15,0 8 3-15,1-13-2 0,-1 6-2 16,0 7 4-16,0-12 2 0,0 12 2 0,0-11 2 0,0 11-5 16,0-10 8-16,0 10-6 0,2-8-2 0,-2 8 6 15,1-8-6-15,-1 8 3 0,3-6 0 0,-3 6 0 16,0 0-4-16,-2-11 1 0,2 11-19 0,2-8 19 15,-2 8-1-15,0 0-4 0,1-11 3 0,-1 11-4 16,0-9 4-16,0 9-2 0,0-8 1 0,0 8-17 16,1-9 14-16,-1 9-36 0,1-10 11 0,-1 10-3 15,2-9 3-15,-2 9 2 0,1-9 4 16,-1 9 4-16,0 0 3 0,-1-12 1 0,1 12-1 0,0 0 5 16,-2-10 2-16,2 10 5 0,0 0-6 0,0-10 5 15,0 10-2-15,0 0-2 0,2-9-3 0,-2 9 2 16,0 0-2-16,0-10 6 0,0 10-8 15,0 0 6-15,-2-8 4 0,2 8-3 0,0 0-1 16,0 0 0-16,0 0-5 0,0 0 2 0,-1-11-1 16,1 11 2-16,0 0 6 0,0 0-5 0,0 0 0 15,1-8-2-15,-1 8 5 0,0 0-1 0,0-9 1 16,0 9-3-16,0 0 1 0,0 0 0 0,-2-10 3 0,2 10-3 16,0 0-1-16,-1-10 1 0,1 10 0 0,0 0 0 15,0-9-6-15,0 9-1 0,0 0 0 16,0 0 5-16,-3-7-1 0,3 7-1 0,0 0-2 15,0 0 7-15,-3-8-6 0,3 8 0 0,0 0-4 16,0 0 4-16,0 0-1 0,0 0 5 0,0 0 0 16,0 0-4-16,0 0 0 0,0 0 2 0,0 0 0 15,-2-8-1-15,2 8-3 0,0 0 3 0,0 0 0 16,0 0 0-16,0 0-3 0,0 0 5 0,0 0-5 16,0 0-3-16,0 0 4 0,0 0-4 0,0 0 0 15,0 0 5-15,0 0-1 0,0 0-7 0,0 0 3 16,0 0 3-16,0 0-5 0,0 0 4 0,0 0-7 15,0 0-5-15,0 0 4 0,0 0-5 0,0 0 3 16,0 0 1-16,0 0-1 0,0 0 0 0,0 0 2 16,0 0-2-16,0 0 5 0,0 0-5 0,0 0 5 15,0 0-3-15,0 0-2 0,0 0 0 16,0 0-2-16,0 0-3 0,0 0 5 0,0 0-2 16,0 0 11-16,0 0-13 0,0 0 5 0,0 0-3 0,0 0 4 15,0 0 0-15,0 0 3 0,0 0 1 0,0 0 0 16,0 0 0-16,0 0 3 0,0 0-1 0,-1-8 4 15,1 8-1-15,0 0 1 0,0 0-3 0,0 0 1 16,0 0 1-16,0 0-1 0,0 0 3 0,0 0-3 16,0 0 1-16,0 0 0 0,0 0-1 0,0 0 0 15,0 0-2-15,0 0 1 0,-3-7-1 16,3 7 1-16,0 0-1 0,0 0-4 0,0 0 3 16,0 0 2-16,0 0-3 0,0 0 7 0,0 0-7 0,0 0-1 15,0 0 2-15,0 0 0 0,0 0 2 0,-1 23 0 16,1-23 1-16,-5 12-1 0,5-6 0 0,0 3 3 15,0 0-4-15,0-9 3 0,1 17-2 16,-4-9 2-16,3 1 1 0,0 1 2 0,2-2-2 16,-2 3 2-16,0-4-1 0,0 3-2 0,0-3 3 15,0-7 0-15,1 17-1 0,-1-10-3 0,1-2 3 16,-1-5 2-16,5 12-4 0,-3-7 2 0,-2-5-1 16,5 7 2-16,-1-4 3 0,-4-3 3 0,9 4-5 15,-3-2 6-15,-6-2-6 0,17 0 4 0,-10-2 0 16,5 0-2-16,-2 0 0 0,-2 0-2 0,2 1 6 15,-1-5-3-15,0 2-1 0,0 0-2 0,1-1 3 16,-2-1-1-16,-1-1-3 0,2 1 3 0,-1-2 0 16,-1 0 0-16,-1 0-4 0,-1-2-2 0,2 2-2 15,0-1-1-15,-3 0-1 0,-2 3 2 0,1-3-3 16,-1 0 3-16,1-1-1 0,-3 4 0 0,0-2-4 16,0 8 2-16,-4-13-2 0,-1 5-4 0,0 0 1 15,-2 3 0-15,0 0-1 0,-5 1 4 0,2 1-1 16,-3 1 1-16,0 1-2 0,-4-1-1 15,4 2-1-15,-3 2-5 0,4-1-4 0,0 1-11 0,-1 1-9 16,3-1-13-16,10-2-16 0,-16 5-18 0,16-5-6 16,-12 6-34-16,12-6-13 0,-8 8-10 0,8-8-13 15,-5 7-17-15,5-7-136 0,0 0-345 16,0 0 153-16</inkml:trace>
  <inkml:trace contextRef="#ctx0" brushRef="#br0" timeOffset="104081.06">17574 2471 8 0,'0'0'183'0,"0"0"-14"0,0 0-7 16,0 0-18-16,0 0-12 0,0 0-20 0,0 0-6 15,0 0-11-15,0 0-7 0,0 0 1 0,0 0-12 16,-20 26-7-16,12-17-3 0,3 1-10 16,-2 2 5-16,-1 2-5 0,3-3-9 0,-1 1-6 15,3-1-3-15,-2 2 0 0,2-2-1 0,-1 0-4 16,0 1 2-16,2-1 1 0,1 1-4 0,1-2-2 15,0 1-7-15,0-1 1 0,0-3 1 0,2 1-8 16,2 1 1-16,-3-3-1 0,3 2-1 0,4 0-2 16,-2-1 1-16,2 1-5 0,-2-4 1 0,4 1 5 0,1 0-7 15,-1-1 1-15,0 1 0 0,0-3-2 16,1 0 2-16,1-1-4 0,1-1 3 0,-13 0-1 16,20 0 0-16,-9 0-2 0,-2-3 0 0,-9 3 1 15,15-3 3-15,-15 3-4 0,12-4 5 0,-12 4-7 16,8-7 5-16,-8 7-2 0,9-7 0 0,-5 1-5 15,-4 6 3-15,8-11-6 0,-5 5 2 0,-3 6 1 16,2-17 1-16,-2 17-5 0,5-15 3 0,-5 7-1 16,0 8 1-16,-2-14-1 0,2 14-1 0,-2-14 0 15,2 14 3-15,-2-14-4 0,2 14 5 0,-4-11-1 16,4 11-1-16,-3-9-2 0,3 9 2 0,0 0-4 16,-3-11 0-16,3 11 0 0,0 0-1 0,0 0-3 15,-7-8 6-15,7 8-4 0,0 0 4 0,0 0-7 16,-15-3 5-16,15 3-3 0,-9 2-1 0,9-2 4 15,0 0-4-15,-10 1 1 0,10-1 4 0,0 0-4 16,0 0 0-16,-11 3-1 0,11-3 1 16,0 0 1-16,0 0-1 0,0 0-1 0,0 0-5 15,0 0 7-15,0 0 0 0,0 0 6 0,0 0 0 16,0 0 1-16,0 0 1 0,0 0-2 0,45-4 0 16,-33 0-1-16,2 3 1 0,-2-2-9 0,0 2 6 15,-1-2 0-15,-11 3 0 0,17-1-2 0,-17 1 1 16,14 1 0-16,-6-1-7 0,-2 2 8 0,-6-2-3 15,13 2 2-15,-13-2-3 0,9 3 0 0,-5 0 0 16,-4-3 4-16,8 7 6 0,-6 0-2 0,2-2 3 16,0 4 3-16,-3-3-1 0,-1-6 3 0,4 16-5 15,-3-8 2-15,2 1-1 0,-2 1-3 0,-1-10 3 16,2 19 2-16,1-7-18 0,-3-1-26 0,1 2-26 16,-1-13-39-16,-2 22-35 0,2-10-42 0,0 1-141 15,0-13-344-15,-8 20 152 0</inkml:trace>
  <inkml:trace contextRef="#ctx0" brushRef="#br0" timeOffset="104551.98">18211 2585 109 0,'0'0'223'0,"1"-7"-16"16,-1 7-19-16,0 0-12 0,-9-14-15 0,3 10-15 15,-3 4-19-15,-4-1-10 0,1 4-14 0,-7-3-1 16,1 7-12-16,-1 0-6 0,-6 5 0 16,7-2-8-16,-1 2-5 0,2-2-10 0,3 3-8 15,0-3-1-15,5-1-8 0,0-1-4 0,3-1-3 16,-1 0-4-16,3 0-9 0,1-1 5 0,1-1-6 16,2-5-1-16,2 11-1 0,-2-11 1 0,3 11-3 15,4-8 2-15,-1 1-2 0,6 0-2 0,-2-2 1 16,4 0-5-16,-1-2-1 0,1 0 4 0,0-2-3 15,5-2 2-15,-2 0-3 0,2-2 0 0,-8 1-3 16,6-1 0-16,-7-1-2 0,3 0 1 0,1-3 0 16,-5 2 0-16,1-2 29 0,0-2-2 0,-2-1-8 15,-2 4 3-15,-1-1-1 0,2-1-5 0,-5 1 0 16,2-1-4-16,-1 5-4 0,-2-2 2 0,-1 8 5 16,4-10 1-16,-4 10-4 0,4-7-5 0,-4 7-4 15,2-6-2-15,-2 6-4 0,0 0-4 0,0 0-3 16,0 0 4-16,0 0-6 0,0 0 2 0,0 0 1 15,0 0 1-15,4 19-1 0,-3-9 2 0,-1-1 2 16,0 1-3-16,0 0 1 0,2 2 1 0,-1 0-12 16,-1-3-12-16,3 2-17 0,-2 0-19 0,0 0-23 15,0-1-39-15,2 0-53 0,-2-1-51 0,1 1-177 16,-2-10-433-16,1 10 192 0</inkml:trace>
  <inkml:trace contextRef="#ctx0" brushRef="#br0" timeOffset="104836.5">18404 2397 130 0,'1'-9'229'0,"-1"9"-19"0,0 0-16 0,0 0-20 0,0 0-17 15,-5-11-24-15,5 11-11 0,0 0-12 0,0 0-11 16,0 0-3-16,0 0 4 0,0 0-2 0,6 26-8 15,-7-15-12-15,1 2-2 0,0-2-9 0,0 0-4 16,1 6-6-16,-1-2-6 0,-1 1-3 0,2-4-5 16,0 0-5-16,-1-1 0 0,0 0-14 0,0 1 4 15,3-1 1-15,-4 1-5 0,1-2-1 0,1 0-16 16,0 1-16-16,-1-11-22 0,2 19-23 0,2-11-18 16,-4-8-22-16,1 19-28 0,0-12-25 15,-1-7-33-15,1 13-142 0,-1-13-347 0,-1 12 154 16</inkml:trace>
  <inkml:trace contextRef="#ctx0" brushRef="#br0" timeOffset="105008.23">18330 2494 59 0,'0'0'105'0,"0"0"-13"0,0 0-7 0,0 0-4 15,0 0-19-15,25-9-17 0,-12 11-32 0,6-2-29 16,-1 1-72-16,-5 5-95 0,-2-3 42 0</inkml:trace>
  <inkml:trace contextRef="#ctx0" brushRef="#br0" timeOffset="105339.49">18478 2723 43 0,'0'0'169'16,"20"-8"-5"-16,-11 4-16 0,3-1-8 0,0-3-10 16,-1 1-1-16,7-3-9 0,-3 0-9 0,8-4-14 15,-9 4 0-15,0-2-7 0,-1 3-14 0,-2-5-1 16,2 0-9-16,-5 5-3 0,1-1-4 0,-3 0-1 16,-3 0-1-16,2-2-3 0,-3 2-1 0,0-1-4 15,-1 0-5-15,-1 11 4 0,-1-17-4 0,1 17-3 16,-4-13-2-16,4 13-6 0,-9-7-5 0,9 7-2 15,-11-5-4-15,11 5-2 0,-19 1-7 0,19-1-1 16,-21 8 0-16,9 2 2 0,-3 1 0 0,3 2 0 16,1 1 3-16,3-1-10 0,2 3 5 0,-2-4-1 15,4 0 1-15,3 0-4 0,0 0 3 0,1-2 1 16,0-10-5-16,2 21 2 0,2-10-5 0,4-3-21 16,1 1-20-16,6-1-34 0,-6-1-33 0,1-3-53 15,3 2-54-15,-4-2-121 0,-9-4-357 0,18 6 158 16</inkml:trace>
  <inkml:trace contextRef="#ctx0" brushRef="#br0" timeOffset="106967.6">10424 7246 186 0,'0'0'182'0,"0"-9"-10"16,0 9-8-16,0 0-16 0,0 0-15 16,0 0-13-16,0 0-10 0,0 0-16 0,0 0-7 15,0 0-13-15,0 0-3 0,0 0 0 0,0 0-11 0,0 0-4 16,0 0-3-16,3 24-7 0,-3-15-2 0,0-9-5 15,1 12-2-15,-1-5-2 0,1 3-1 16,0-3-3-16,-1 2-2 0,2-2-2 0,-1 0-4 16,-1-7-3-16,5 12 2 0,-2-7-4 0,1-1 2 15,-4-4 0-15,9 5-2 0,-2-2-1 0,1-3 5 0,0 2 0 16,3-2-1-16,-1-2-2 0,-1-1 0 0,0 2 2 16,3-1 7-16,-5 0 3 0,0-1 1 0,2-2 0 15,-3 1-3-15,2-2-1 0,-2 1 5 16,-1 0-2-16,0 0-4 0,-1-1 0 0,-1 1-3 0,-3 5-3 15,1-13 0-15,-1 2-4 0,0 3-2 0,0 8-3 16,-4-17 1-16,-1 10-1 0,-1-1-3 0,2 0-2 16,-4-1-2-16,2 5-2 0,-3-2 1 15,3 3-4-15,-2-1 1 0,0-1-10 0,-1 4-8 16,-2-1-11-16,0 1-14 0,1 1-10 0,10 0-16 0,-15 0-16 16,6 3-15-16,1 0-21 0,3 0-13 0,0 1-30 15,5-4-27-15,-5 9-117 0,4-5-334 16,1-4 148-16</inkml:trace>
  <inkml:trace contextRef="#ctx0" brushRef="#br0" timeOffset="107652.99">10658 7178 18 0,'0'0'196'0,"4"-7"1"0,-4 7-7 0,0 0-12 16,3-8-6-16,-3 8-18 0,0 0-9 0,0 0-29 15,0 0-10-15,0 0-11 0,0 0-11 0,0 0 5 16,0 0-8-16,1 26-10 0,-1-15-6 0,-3-1-7 15,2 2-4-15,0-2-3 0,1 1-6 0,0 0-6 16,1-1 3-16,0 0-6 0,2-3-1 0,-2 3-4 16,0-2-3-16,3-3-3 0,0 0 1 15,-2 1-4-15,4-2-1 0,-1 0-1 0,1 0-1 0,2-3-2 16,-2 2-1-16,-6-3 0 0,13 0 1 0,-7 0-2 16,-6 0-2-16,16-4-1 0,-9 0 0 0,0 1-1 15,0-2 0-15,0 0 1 0,0-2-1 0,-4-1-2 16,1-1 0-16,0 0 3 0,-3 0 4 0,0-2 3 15,2 1 4-15,-2 0-2 0,-1-2-3 0,0 4 4 16,0-3 0-16,0 11 5 0,-4-13-3 0,4 6 3 16,0 7-3-16,0-8 0 0,0 8-7 0,0 0-3 15,0 0-9-15,-2-11-1 0,2 11-3 0,0 0 1 16,0 0-2-16,0 0 3 0,0 0-3 0,-2 25 3 16,1-14 0-16,2-2 0 0,-1 1-2 0,0 0 0 15,0 1 1-15,2 0 2 0,-1-4-1 0,4 3 0 16,-4-3 0-16,4-3-1 0,1 3 0 0,-3-1 2 15,1-2-1-15,1 1 4 0,3-1-2 0,-2-2 5 16,2 1-2-16,2-2-4 0,2-1 4 0,-5 0-1 16,-7 0-3-16,15-3 3 0,-7 2 0 0,-1-1 2 15,-1 0-2-15,-6 2 6 0,13-7-2 0,-9 3-3 16,4-2 1-16,-3-2-1 0,-1 3 0 0,-2-3-2 16,1 0-3-16,0-1 0 0,-1-3-2 0,-2 2 6 15,0 2-5-15,-4-3 0 0,2 4-3 0,0-3 6 16,2 10-4-16,-2-12-1 0,-1 8 0 0,3 4-2 15,-4-12 3-15,4 12-3 0,-1-6-1 0,1 6 1 16,0 0-3-16,-1-8-3 0,1 8-5 0,0 0-7 16,0 0 3-16,0 0 16 0,0 0-12 0,0 0-1 15,10-5 3-15,-10 5-2 0,14 4 1 0,-14-4 0 16,13 6 3-16,-4-3-2 0,1 3 1 0,-3-1 1 16,0 2 0-16,-2-3-2 0,5 2 7 0,-3 2-3 15,-4 0 0-15,3 2 2 0,-4-1-2 0,1 1 5 0,2-1 0 16,-3 0 1-16,-3-1 0 0,2 4 2 15,-1-3-1-15,1-1-3 0,-1 1-10 0,2 1-18 16,-1-1-31-16,-1-2-38 0,1 0-41 0,-1-7-31 16,3 13-28-16,0-8-21 0,-3-5-119 0,3 7-368 0,-3-7 163 15</inkml:trace>
  <inkml:trace contextRef="#ctx0" brushRef="#br0" timeOffset="108027.17">11250 7161 133 0,'1'-5'190'0,"-1"5"-4"16,-1-11-5-16,1 11-13 0,0 0-12 0,-4-10-16 16,4 10-15-16,0 0-11 0,-13 3-1 0,13-3-3 15,-13 9-9-15,6-3 0 0,0 1-10 0,1 2 1 16,-2 1-7-16,2-2-10 0,2 4-7 0,-1-3-3 0,1 0-8 16,1-1-7-16,0-1 0 0,3 0-6 0,0-7-3 15,0 13-4-15,1-7-3 0,3 0-2 16,0 0-2-16,3 0-3 0,2-3-1 0,1 0 4 15,2 1-4-15,3-4-1 0,-2-3-2 0,6 2 4 16,-1-1-2-16,1-2 2 0,-2-1 1 0,2-1-5 0,-2-2 2 16,-3 2-2-16,-4-2 0 0,1 1 3 0,-2-2 2 15,0 1 4-15,0-2-4 0,-5 0-2 0,-1-2 0 16,-2 4 1-16,-1-2 5 0,-1 0 3 16,-1 0 1-16,0 2 1 0,-1 2-10 0,-4 2-5 15,2-2-8-15,5 6 0 0,-15-2-4 0,15 2-3 0,-17 5 5 16,6 1-8-16,0 1 0 0,1 2 2 0,1 0 5 15,2 1-5-15,-2 1-4 0,4-1-13 0,1 3-24 16,2-3-22-16,2 2-31 0,-1-1-39 16,2 0-54-16,4-2-49 0,0 2-232 0,0-5-500 0,5-1 221 15</inkml:trace>
  <inkml:trace contextRef="#ctx0" brushRef="#br0" timeOffset="108768.38">16879 3210 18 0,'0'0'71'0,"0"0"-13"0,0 0-3 15,0 0-9-15,0 0-15 0,0 0-12 0,0 0-8 16,0 0-11-16,0 0-13 0,-1 17-16 0,3-11-16 16,1 3-48-16,-3 2 21 0</inkml:trace>
  <inkml:trace contextRef="#ctx0" brushRef="#br0" timeOffset="109439.54">17519 8002 191 0,'0'0'198'0,"0"0"-2"15,0 0-9-15,0 0-11 0,4 4-17 0,-4-4-9 16,0 0-18-16,0 0-10 0,0 0-11 0,0 0-15 16,0 0-12-16,0 0-7 0,0 0-16 0,0 0-19 15,0 0-20-15,0 0-22 0,0 0-29 0,0 0-18 16,0 0-33-16,0 0-26 0,0 0-38 0,0 0-123 16,0 0-289-16,0 0 129 0</inkml:trace>
  <inkml:trace contextRef="#ctx0" brushRef="#br0" timeOffset="110107.9">17020 3553 64 0,'0'0'58'16,"0"0"-7"-16,0 0-9 0,0 0-13 0,0 0-14 15,0 0-9-15,0 0-5 0,0 0-5 0,0 0-14 16,0 0-5-16,0 0-15 0,0 0-39 0,0 0 18 15</inkml:trace>
  <inkml:trace contextRef="#ctx0" brushRef="#br0" timeOffset="110784.72">17453 8035 165 0,'2'4'178'0,"-2"-4"-17"0,0 0-10 0,0 0-25 15,0 0-6-15,0 0-20 0,0 0-3 0,0 0-10 16,0 0-14-16,0 0-5 0,0 0-10 0,0 0-6 15,7 3-5-15,-7-3-9 0,0 0-5 0,0 0-15 0,0 0-2 16,0 0-21-16,0 0-28 0,-9 14-13 16,9-14-22-16,-5 5-25 0,5-5-15 0,-6 4-99 15,6-4-222-15,-10 3 98 0</inkml:trace>
  <inkml:trace contextRef="#ctx0" brushRef="#br0" timeOffset="112511.05">24997 5957 6 0,'0'0'136'0,"15"-14"-1"15,-15 14-6-15,7-7 5 0,-5 2-4 16,5 1-9-16,-7 4-9 0,5-9-2 0,-3 4-5 0,-2 5-6 16,5-9-5-16,-2 4-2 0,-3 5-5 0,5-12-1 15,-3 6-4-15,-2-1-3 0,1 0-20 0,-1 7-8 16,0-17 2-16,-3 8-8 0,3-1-2 0,-6-3-4 15,3 5-5-15,-1-3 3 0,-1 1-2 16,1 0-3-16,-3 1-4 0,2 2-7 0,-1 1 0 16,3 0 4-16,-3 1-8 0,6 5 6 0,-10-9-9 0,6 6-2 15,4 3 4-15,-10-6-5 0,10 6-2 0,-5-4-2 16,5 4 0-16,-4-5-2 0,4 5 1 0,0 0-3 16,-6-5-1-16,6 5-2 0,0 0 1 15,0 0 1-15,0 0-1 0,0 0 2 0,0 0 2 16,0 0-3-16,0 0 3 0,0 0-3 0,0 0 1 0,0 0 2 15,29 5 0-15,-17-4-6 0,-3 0 6 0,2 2-4 16,1-2 4-16,-1-1-2 0,-3 3-4 0,2-3 0 16,-2 1-3-16,0 1 2 0,-1 1 1 15,-1-1-3-15,-6-2 4 0,13 3-7 0,-10 0 3 16,3-1 6-16,-6-2-2 0,7 7-4 0,-4-3-2 0,-3-4 5 16,6 8-3-16,-4-1 1 0,-2-7 3 0,3 9-3 15,-2-3 3-15,-1-6-3 0,1 12 1 0,-1-5 2 16,0 2 1-16,0-9-2 0,4 14 5 0,-2-4-2 15,-2-5-20-15,1 3-36 0,1-1-40 16,2-1-39-16,-1 1-48 0,-1 0-139 0,-2-7-346 0,3 12 153 16</inkml:trace>
  <inkml:trace contextRef="#ctx0" brushRef="#br0" timeOffset="113487.35">25464 5745 149 0,'-9'-7'152'0,"9"7"11"0,-20 3-3 0,9-1-19 15,-1 2-5-15,1 2-9 0,-7 4-4 16,2-1-10-16,4-3-15 0,2 2-12 0,1 1-1 0,-1-2-12 16,4 1-3-16,1 0-8 0,1-1-7 0,0 2-3 15,1-2-5-15,1 2-5 0,1-2-2 0,1-7-6 16,0 10 0-16,0-10 4 0,6 10-7 0,-4-6-2 15,3 0 0-15,1-1 3 0,-6-3-7 0,8 5-2 16,-8-5-1-16,8 2-4 0,-2-1 4 0,-6-1-5 16,0 0-1-16,14-3 7 0,-14 3 6 0,8-5 1 15,-8 5-3-15,10-5-3 0,-8 0-4 0,-2 5 0 16,4-9 0-16,-1 4 4 0,1-2-9 0,-4 7 2 16,0-12-2-16,2 5-1 0,0 1 5 15,-2 6 4-15,6-11-1 0,-6 11 6 0,0-6-5 0,0 6-4 16,0 0-1-16,4-7-8 0,-4 7 2 0,0 0-5 15,0 0 0-15,0 0-6 0,0 0 2 0,0 0-3 16,0 0 1-16,0 0-1 0,0 0 0 0,0 0 0 16,2 19-2-16,-2-19 4 0,0 10-1 0,0-10 1 15,0 8 1-15,0-8-4 0,4 8 4 0,1-4 3 16,-2 2 1-16,2-2-2 0,3-1 0 0,1 1 1 16,2-2 0-16,3-1 0 0,-1-1 0 0,1-1 7 15,-3-1-3-15,0-1 3 0,0 1-7 16,1-1-1-16,-1-2 1 0,2-2-2 0,-4 3-1 15,-1-3-1-15,0 1 1 0,-1-3-1 0,-1 0 1 0,1 1-1 16,0-1 1-16,-3 0 0 0,1-2-2 0,0 3 0 16,-1 0 3-16,0 1-2 0,-4-1 4 0,0 8-6 15,4-10 0-15,-4 10 0 0,1-7 0 0,-1 7-3 16,0 0 1-16,4-9-2 0,-4 9-2 16,0 0-4-16,0 0 2 0,0 0 1 0,0 0 3 0,0 0-1 15,0 0-2-15,-18 16 1 0,14-11 1 0,2 0-1 16,-1 1 3-16,-1 3 0 0,-1-5 1 0,5-4-2 15,-5 10 2-15,5-10-1 0,0 9 0 0,0-9 3 16,0 10 0-16,0-10 0 0,5 7 5 16,-5-7 6-16,9 8-8 0,-2-6 0 0,4 0 0 0,-1 1 2 15,2-3-1-15,-1 2-2 0,2-4 3 0,-1 4-4 16,0-4 2-16,-3 2 0 0,0-3 9 0,0 0-8 16,2-1-1-16,0 2-2 0,-2-3-2 0,-2 3 4 15,0-4 1-15,1-1-3 0,-1 1 2 0,0 1 3 16,-4-1-4-16,3 0-2 0,-2 3 1 0,-4 3-4 15,7-10 5-15,-4 6-1 0,-3 4 2 0,7-6-2 16,-7 6 1-16,0 0 0 0,4-6-2 0,-4 6-2 16,0 0 0-16,0 0-4 0,4-5 0 0,-4 5 3 15,0 0-3-15,0 0 6 0,0 0-4 0,0 0-3 16,0 0 1-16,0 0 5 0,0 0-3 0,0 0 1 16,0 0 2-16,0 0 1 0,0 0-2 0,0 0 0 15,0 0 2-15,0 0 1 0,0 0 2 0,0 0-2 16,7 12 2-16,-7-12 1 0,0 0-3 0,0 0 1 15,11 1 0-15,-11-1 6 0,12 0-5 0,-12 0 5 16,15-1-8-16,-15 1 0 0,12 0 8 0,-6 0-8 16,-6 0-1-16,9-1 0 0,-9 1-4 0,9 0 0 15,-9 0 1-15,7 2 0 0,-7-2-2 0,9 2 7 16,-9-2-4-16,4 4-1 0,-4-4 2 0,3 6-2 16,-3-6 1-16,4 6-1 0,-4-6 1 0,2 9-2 15,-2-9-7-15,0 8-24 0,0-8-20 0,0 9-28 16,0-9-47-16,-4 8-51 0,4-8-48 0,-5 7-132 15,5-7-392-15,0 0 174 0</inkml:trace>
  <inkml:trace contextRef="#ctx0" brushRef="#br0" timeOffset="156081.04">14395 6157 40 0,'0'0'61'0,"0"0"-6"0,-5-3-4 0,5 3-4 0,0 0-12 16,0 0 2-16,0 0-2 0,-10-4 0 15,10 4-5-15,0 0-7 0,0 0-8 0,-6-4 10 16,6 4 3-16,0 0-13 0,0 0-4 0,0 0 11 16,0 0-5-16,0 0-5 0,0 0 0 0,0 0 0 0,0 0-1 15,-9-1 0-15,9 1-2 0,0 0 3 16,0 0-4-16,0 0-2 0,0 0-1 0,0 0 2 16,0 0-6-16,0 0 2 0,0 0 6 0,0 0-10 15,-2-7 1-15,2 7 2 0,0 0 3 0,0 0-1 0,0 0-4 16,0 0 3-16,0 0 3 0,0 0-5 0,0 0-4 15,-1-10 2-15,1 10 4 0,0 0-2 0,0 0-2 16,0 0-3-16,0 0-2 0,0 0 1 16,0 0 7-16,-3-7 1 0,3 7-3 0,0 0 3 0,0 0-3 15,0 0-3-15,0 0 5 0,0 0 5 0,0 0-5 16,0 0 0-16,0 0 6 0,0 0-1 16,-8-2-2-16,8 2 0 0,0 0-5 0,0 0-1 15,-9-1 4-15,9 1-5 0,0 0 15 0,0 0-10 16,-14 1-4-16,14-1 3 0,0 0 2 0,0 0 5 0,-11 2 2 15,11-2 2-15,0 0-5 0,-14-2 5 0,14 2-1 16,-5 2 13-16,5-2-7 0,0 0 5 16,0 0-4-16,-15 0 1 0,15 0-5 0,0 0 0 15,0 0 7-15,-10 0-5 0,10 0-1 0,0 0 5 0,0 0-3 16,-10 0-1-16,10 0 3 0,0 0-3 0,0 0 3 16,0 0-3-16,0 0-3 0,0 0 4 0,-7 2-5 15,7-2-1-15,0 0 7 0,0 0-8 0,0 0 6 16,0 0 7-16,0 0-3 0,0 0-10 0,0 0 1 15,0 0 0-15,0 0 1 0,0 0 1 0,0 0-3 16,29 2-4-16,-22-2 7 0,4 3-4 0,1-3-7 16,-1 0 6-16,3 0 2 0,-2 0-7 0,5 0 1 15,2 0-3-15,-2 0 7 0,2 0-7 0,0 0-2 16,4 0 5-16,-4 0 0 0,3 1-2 0,6-2-1 16,-7 2 6-16,0-2-5 0,8 1-5 0,-1 0-5 15,-2-3-1-15,-5 3 14 0,8 0 0 0,-9-1-8 16,7 1-5-16,2 0 13 0,-8-1-2 0,6-1 1 15,0 2-2-15,1 0 1 0,-6 0 1 0,6 0-4 16,-1-3-4-16,0 1 0 0,2 1 1 0,-2 0 1 16,1-2-1-16,-2 2-1 0,2-1 3 0,-6-1 0 15,6 2 4-15,0-1-3 0,-2 0-9 0,1 2 12 16,-6-1-8-16,-1-1 6 0,1 2-4 0,1-2 8 16,7 0-1-16,-1-2-3 0,0 4 0 0,-1-2-2 15,2-2-5-15,-2 3 3 0,1-1 5 0,-1 2-4 16,0-1 5-16,1 0-4 0,-1 1-9 0,-5-1 21 0,-1-1-12 15,6 2 2-15,-5-1-3 0,0 1 2 16,-1-1 4-16,0 0-7 0,6 1 3 0,-6 0-4 16,1-2 1-16,5 2-8 0,1-2 7 0,-6 1 4 15,6 0 3-15,0-2-6 0,-6 3 0 0,5-3 3 0,0 2-13 16,1-3-2-16,-2 0 3 0,3 2 3 16,-3-2-2-16,5 3-4 0,-2-1 1 0,2-3-1 15,-3 4 4-15,2-1 1 0,-2 0-4 0,1 2-7 16,-2-4 4-16,-5 4 7 0,6-3 0 0,-7 3-4 0,0-1 7 15,7-1-4-15,-7 0 0 0,0 0 6 0,0-1-3 16,0 2-4-16,2-2 1 0,-3 2 6 16,1 0-5-16,1 0 3 0,-3-1 7 0,9 1-3 0,-6-1-3 15,7 1 1-15,-7-1-5 0,-1 1 6 0,2-1 2 16,5 2-2-16,-7-1 2 0,-1-2 0 0,8 2 4 16,-6 0 0-16,6-1-7 0,-2-1 8 0,2 3-12 15,-6 0 13-15,0-3-6 0,0 2-1 0,7 0-7 16,-8-2 11-16,0 1-4 0,2 0-1 0,4 2 2 15,-6-2 7-15,2 0-6 0,6 1-5 0,0-3 0 16,1 3 5-16,-3 0-5 0,1-1 8 0,-7 1-2 16,-1-2 2-16,3 3-1 0,5-4-2 0,-1 4 2 15,-7-3-6-15,2 1 5 0,8 0-1 16,1-2 0-16,-3 2-3 0,2-1 7 0,-2 0-1 0,1 1-1 16,-8 1-2-16,6-2-3 0,1 2 6 0,-8-2-8 15,2 0 0-15,-2 1 4 0,2 0-5 0,6-1-6 16,-8 2 0-16,1-1 2 0,7-2-7 0,-8 3-1 15,8-3 0-15,1 2 1 0,-9-1 5 0,7 1 5 16,-4 2 1-16,-1-3 0 0,0 0 0 0,-1 1-4 16,1 1-3-16,-2 0 2 0,1-2 8 0,2 2-5 15,-4-1 5-15,3 1-6 0,-1-1 2 0,2 2 6 16,-2-1-3-16,-1 0 0 0,2-2 7 16,-4 2-4-16,2 1 10 0,1-1-17 0,-1-1 10 0,1 1-1 15,7-2-4-15,-9 1 3 0,0 2 2 0,0-1 1 16,1 0 8-16,0-1-11 0,0 1-1 0,-2-2 3 15,3 2 6-15,-2 0-4 0,3 0-4 0,-1-2-1 16,-3 3 10-16,5-2-9 0,-4 0-1 0,2 2 1 16,1-2 4-16,-1 1-1 0,-3-1 6 0,3 1-13 15,-4-2 3-15,-4 3 1 0,0-2 2 0,-3 2 2 16,1-1-12-16,-4 1-10 0,-7 0-9 0,16-3-7 16,-10 2-18-16,-6 1-9 0,10-3-7 0,-10 3-55 15,9-5-131-15,-9 5 58 0</inkml:trace>
  <inkml:trace contextRef="#ctx0" brushRef="#br0" timeOffset="157337.74">18946 5795 49 0,'0'0'45'15,"0"0"-5"-15,0 0 0 0,0 0-5 0,0 0-7 16,0 0-5-16,0 0 1 0,0 0-2 0,0 0 1 0,-8 2-11 16,8-2 4-16,0 0-5 0,0 0-5 0,0 0-6 15,-4 5 11-15,4-5-11 0,0 0 2 16,0 0 4-16,0 0-6 0,0 0 3 0,0 0-6 15,0 0 5-15,-4 6-2 0,4-6 0 0,0 0 1 16,0 0 2-16,0 0-6 0,0 0 2 0,0 0-3 0,-6 5 6 16,6-5 1-16,0 0 0 0,0 0 3 0,0 0-3 15,0 0 4-15,-10 2-3 0,10-2-1 16,0 0 1-16,0 0 5 0,0 0 0 0,-8 1 0 16,8-1 8-16,0 0-3 0,0 0 3 0,0 0-6 15,0 0 4-15,0 0 18 0,0 0 6 0,0 0-4 16,0 0 6-16,-10 2-2 0,10-2-7 0,0 0 4 15,0 0-4-15,0 0 3 0,0 0-20 0,0 0 18 0,0 0-15 16,0 0 4-16,0 0 3 0,0 0-8 16,0 0 5-16,0 0-2 0,0 0-11 0,0 0 16 15,33-4-11-15,-23 4 4 0,1 0-4 0,2 0 7 16,0 0 8-16,6 0-10 0,-1 0 2 0,2-1 4 16,0 1 9-16,-1-4-12 0,3 4-8 0,0 0 3 0,-2 1-2 15,8-1 3-15,-5 0-3 0,5 1-2 16,-7-2-9-16,4 1 12 0,-2 0-19 0,4-1 14 15,1 0 2-15,-1 1-7 0,2 0 4 0,0 0 5 16,-9-2-7-16,3 1 2 0,-1 1 4 0,1-3-7 0,5 3 5 16,0-1-3-16,0-1-2 0,-1 2 7 15,-5-2-1-15,1 2 0 0,5-1-6 0,-8 1 3 16,8-1 3-16,-7-1-6 0,-1 2 4 0,-1 0-5 16,1-1 1-16,-1 2-4 0,-5-2 3 0,-1 0 0 15,1 2-1-15,-4-2 5 0,0 1-6 0,-1 0 3 0,-9 0 3 16,15-2 5-16,-15 2 2 0,11 0-1 15,-11 0-1-15,10 0-3 0,-10 0 2 0,0 0-3 16,8-2-3-16,-8 2 2 0,0 0-7 0,0 0 6 16,0 0-4-16,0 0 9 0,0 0-9 0,0 0 1 15,10 2 0-15,-10-2-5 0,0 0 1 0,0 0 2 16,0 0 1-16,0 0-8 0,0 0-9 0,0 0-5 0,0 0-7 16,0 0-24-16,0 0-10 0,0 0-31 15,0 0-29-15,0 0-126 0,0 0-265 0,0 0 117 16</inkml:trace>
  <inkml:trace contextRef="#ctx0" brushRef="#br0" timeOffset="157854.01">19718 5614 38 0,'0'0'90'0,"0"0"-7"0,0 0-7 0,0 0-4 0,0 0-6 16,0 0-10-16,0 0 7 0,0 0-9 0,0 0-2 15,0 0-3-15,0 0-3 0,0 0-7 16,0 0-8-16,-8 0 1 0,8 0 7 0,0 0 23 15,0 0-9-15,0 0 2 0,0 0 4 0,0 0 9 16,0 0-13-16,4 15 5 0,-4-15-3 0,0 0-3 0,6 7-1 16,-6-7 4-16,9 5 1 0,-3-3 0 0,3 2 3 15,-1-1-3-15,3 0-3 0,1 0 2 16,2 2-3-16,-2-3-11 0,0 0 5 0,2 2-10 16,-2-3 2-16,2 1-6 0,0-1-3 0,1 2 2 15,1 0-6-15,-2 0-4 0,-3 1-2 0,1-2-2 16,0-1-1-16,-2 2-7 0,0-2 5 0,-3 1-3 0,1 1 0 15,-2-1-3-15,2 0-6 0,-8-2-1 16,12 5 2-16,-7-2 1 0,-5-3-1 0,9 5-6 16,-7-1 1-16,2-1 2 0,-4-3 3 0,3 10-3 15,-2-3 1-15,-1-7-2 0,0 17 1 0,-1-7 0 16,-2 2 0-16,-1 2 0 0,-1-2 1 0,-1 3-8 0,2-2 10 16,-4 2-2-16,-1 1 0 0,2-1 2 15,-5 3 0-15,-6 1-30 0,-2 3-40 0,-3-2-67 16,-7 0-62-16,-14 3-140 0,12-5-363 0,-16 3 161 15</inkml:trace>
  <inkml:trace contextRef="#ctx0" brushRef="#br0" timeOffset="159778.37">15992 6272 23 0,'5'-5'174'0,"-5"5"0"0,4-7-5 0,-4 7-4 16,0 0-12-16,3-7-15 0,-3 7-14 0,0 0-13 16,-2-10-8-16,2 10-13 0,0 0-8 15,-6-9-7-15,6 9-4 0,-6-5-12 0,6 5-5 0,-9-5-6 16,2 3-9-16,7 2-2 0,-18-3-2 0,8 5-8 15,-1-1 0-15,-2 1-5 0,0 2-1 0,-4 0 10 16,-3 2-1-16,3 2-4 0,0-1-5 0,-1 3 1 16,-2-1-2-16,3 1 7 0,3 0-9 0,-4 1-4 15,2 1 4-15,1 0-5 0,2-1-2 16,3 2 5-16,1-1-4 0,3-3 2 0,0 3-1 0,3-3 0 16,0 3 1-16,-1-1 2 0,3 0 3 0,2 0 4 15,0 1-4-15,3-1 2 0,1-1-1 16,3 0 0-16,0 1-2 0,3-3-1 0,3 1 1 0,3-1 2 15,1 0-4-15,2-2-6 0,1 1-11 0,-2-4-22 16,4 2-27-16,-5 0-33 0,2-3-26 0,2-1-33 16,-3 0-39-16,0-2-153 0,2 0-361 0,-2-1 159 15</inkml:trace>
  <inkml:trace contextRef="#ctx0" brushRef="#br0" timeOffset="160236.84">16189 6151 139 0,'0'-10'217'0,"0"10"-7"0,-3-12-10 0,3 12-15 0,0-8-15 16,0 8-16-16,0 0-21 0,-1-7-15 0,1 7-12 16,0 0-15-16,0 0-10 0,0 0-7 0,-2 26-7 15,0-2-1-15,0 1-9 0,-1 1-3 0,1 5-5 16,-3 1-5-16,1-2-3 0,-2 3-5 0,3-6-1 15,-2 4-1-15,1-9-5 0,4-1-5 0,0 4 5 16,-1-9-6-16,1 0-1 0,-2-3-4 0,1-2 1 16,1-2-3-16,0 1 2 0,0-10-2 0,0 13-4 15,0-7-2-15,0-6 3 0,-3 8 0 0,3-8-2 16,0 0 4-16,0 0 3 0,2 11 12 0,-2-11 12 16,0 0-2-16,0 0-7 0,0 0-4 0,0 0-4 15,0 0-4-15,14-25-4 0,-11 16-4 0,7-5 1 16,-3 0-3-16,3-2-2 0,-1 1-4 0,4-1-2 15,1 1-3-15,0 1 2 0,0-1-2 0,-1 3-1 16,-1 2-1-16,0 2-3 0,-1 2 4 0,0 1-4 16,-1 2-1-16,-1 2 1 0,3-1-2 0,-2 2 3 15,-1 3-4-15,-3 0 4 0,4 2 1 0,-4 0 0 16,1 1-2-16,1 2-1 0,0 1 4 0,-3 0 2 16,1 0-2-16,-1-1 1 0,0 1 0 0,-1 1 2 15,3-1-13-15,-4-3-22 0,0 1-30 0,2 0-43 16,-2 0-34-16,2-1-37 0,-3 0-43 0,5 0-135 15,-4-1-386-15,3-3 172 0</inkml:trace>
  <inkml:trace contextRef="#ctx0" brushRef="#br0" timeOffset="160614.9">16699 6324 121 0,'-12'0'203'0,"0"0"1"15,-2 1-6-15,1 3-15 0,-5 4-5 0,0 0-20 16,1 0-13-16,5 2-13 0,-2 0-13 0,3-1-10 16,2 0-12-16,3-4-8 0,1 4-12 0,1-1-4 15,-1-2-9-15,4 2-4 0,-1-1-7 0,2-7-5 16,4 10-2-16,0-4-2 0,0-2-7 0,4-1 0 16,2 1-4-16,0 1-1 0,0-5-2 0,4 1-7 15,-1-1-1-15,1-1-4 0,-2-1 1 0,-2-1-2 16,3 1 2-16,-7 0-4 0,4-4 2 0,-2-1-2 15,-1 1-3-15,1-1 1 0,-1-3-2 0,-1 2-2 16,0 0-1-16,-2-1 3 0,1 0 8 0,-2 4-4 16,1-2 6-16,-2 2-2 0,-2 5-4 0,2-10 0 15,-2 10-5-15,2-6-6 0,-2 6-2 0,0 0-3 16,0 0 3-16,0 0-2 0,0 0-1 0,0 0 2 16,10 19 1-16,-10-10 1 0,2 0-1 0,-1 0 2 15,0 3-13-15,0-3-15 0,1 4-20 0,0-3-29 16,2 0-34-16,-3 0-39 0,3-1-22 0,-2-3-28 15,1 1-165-15,-1-3-391 0,-2-4 173 0</inkml:trace>
  <inkml:trace contextRef="#ctx0" brushRef="#br0" timeOffset="161006.94">16850 6359 171 0,'1'-8'189'0,"-1"8"-15"0,0 0-19 0,3-6-19 15,-3 6-12-15,0 0-9 0,0 0-4 0,0 0 2 16,0 0-12-16,3 18-3 0,0-11-6 0,-1 1-3 16,0-1-6-16,0 0-3 0,1 1-5 0,-1-2-8 15,1 2-2-15,1-4-8 0,-4-4-4 0,4 11-5 16,-4-11-1-16,1 8-4 0,-1-8 10 0,3 5 7 16,-3-5 9-16,0 0 9 0,0 0 4 0,0 0-4 15,0 0-7-15,0 0 0 0,0 0-5 0,0 0-7 16,0 0-3-16,0 0-12 0,8-15-2 0,-4 9-5 15,-1 0-5-15,1-3-1 0,2-1-6 0,1-6-2 16,0 6-4-16,1 0-1 0,-1 0-4 0,1 1 1 16,2 2-7-16,-3-2 3 0,2 3-6 0,-5 5 0 15,1-6-6-15,1 6 4 0,-6 1-6 0,8-2 2 16,-8 2-2-16,0 0 1 0,13 7 3 0,-7-2 0 16,-2 0-6-16,-1 2 3 0,1-1 2 0,-1 3-3 15,2 1 4-15,-4 0-2 0,2-2 4 0,-1 3-2 16,0-1-16-16,0 0-23 0,1-1-29 0,-2 0-33 15,0-2-40-15,-1 0-43 0,0-7-29 0,3 12-38 16,-2-6-141-16,-1-6-423 0,1 8 188 0</inkml:trace>
  <inkml:trace contextRef="#ctx0" brushRef="#br0" timeOffset="161556.41">17178 6354 99 0,'0'0'213'16,"3"-7"-11"-16,-3 7-15 0,0 0-14 0,0 0-25 15,0 0-15-15,0 0-9 0,0 0-2 0,0 0-3 16,0 0-13-16,0 0-13 0,4 17-5 0,-4-17-9 16,0 13-10-16,0-6-5 0,0-7-5 0,0 11-8 15,0-11-1-15,-2 11-5 0,2-11-6 0,2 8-5 16,-2-8-1-16,0 0-2 0,-2 7 0 0,2-7 0 16,0 0 9-16,0 10 8 0,0-10 2 0,0 0 11 15,0 0 3-15,0 0 2 0,0 0 2 0,0 0-7 16,0 0-6-16,0 0-5 0,0 0-7 0,0 0-3 15,0 0-7-15,0 0-4 0,8-25-1 0,-3 15-5 16,1 1-1-16,-1 0-10 0,2-2-4 0,2 1-4 16,1 0 2-16,-1 3 2 0,0 1-5 0,-1-1-2 15,-1 5-1-15,0-2-3 0,-2 2 0 0,-5 2 4 16,13-1-4-16,-13 1 0 0,12 3 0 0,-4 1 0 16,1 2 5-16,-1-2-4 0,-2-1-1 0,2 2 3 15,1-1 0-15,0 2 3 0,0-2-3 0,1 0 4 0,2-1-3 16,0 1 1-16,0-2 2 0,0-2 1 15,0 2-3-15,2-4 2 0,-1 0-1 0,1 0 0 16,-1-1-1-16,-2-1 4 0,0 0-2 0,0-2-2 16,-1 0 1-16,1 0 0 0,-4 0 0 0,1-3 5 15,-2 2-7-15,0-2 6 0,-1 2-6 0,1-3-1 16,-3 3 4-16,3-5-4 0,-4 5-2 0,-1-3-3 16,1 3-4-16,-1-1 7 0,-1 8-4 0,4-9 3 15,-4 9-4-15,0-10 3 0,0 10-5 0,0 0 0 16,-8-7 1-16,8 7 0 0,0 0-4 0,-19 10 2 15,7-3 0-15,2 2 5 0,1 0-2 0,-1 1-2 16,2 0 5-16,2-1-3 0,1 1 1 0,1 0 0 16,0 0 2-16,0 2 0 0,4-5-7 0,2 4-12 15,3-3-26-15,1-1-35 0,2-1-39 0,3 0-52 16,3-3-34-16,7-1-204 0,-7 0-445 0,6-4 198 16</inkml:trace>
  <inkml:trace contextRef="#ctx0" brushRef="#br0" timeOffset="161755.01">17849 6160 135 0,'3'-10'278'0,"-2"1"0"15,1 2-2-15,0 1-6 0,-2 6-15 0,2-9-16 0,-2 9-27 16,3-5-35-16,-3 5-14 0,0 0-24 16,0 0-3-16,0 0-13 0,6 24-6 0,-3-8-10 15,-2 4-3-15,3 3-4 0,-4-3-8 0,1-1-8 16,3 8-8-16,-3-2-12 0,-1-7-36 0,3 1-41 15,1 5-42-15,-3-6-50 0,-1 0-61 0,3-1-73 16,-2-1-241-16,-4-3-519 0,-1-3 231 0</inkml:trace>
  <inkml:trace contextRef="#ctx0" brushRef="#br0" timeOffset="161904.97">18064 6332 6 0,'6'-5'219'0,"-6"5"-29"0,0 0-36 0,3-7-45 16,-3 7-64-16,0 0-66 0,0 0-96 0,0 0-127 0,0 0 56 15</inkml:trace>
  <inkml:trace contextRef="#ctx0" brushRef="#br0" timeOffset="183363.93">29484 4196 5 0,'0'0'4'0,"0"0"-1"0,0 0-5 15,0 0-3-15,0 0 2 0</inkml:trace>
  <inkml:trace contextRef="#ctx0" brushRef="#br0" timeOffset="184351.81">29407 4339 30 0,'0'0'64'16,"0"0"-10"-16,0 0 3 0,0 0-5 0,-4 6-5 15,4-6-2-15,0 0 4 0,0 0 3 0,0 0 4 0,0 0-2 16,0 0 9-16,0 0 1 0,0 0 1 15,0 0-1-15,0 0-4 0,0 0 0 0,0 0-5 16,-2 6 4-16,2-6-7 0,0 0 2 0,0 0-2 16,0 0-3-16,0 0 6 0,0 0-13 0,0 0 1 15,0 0-7-15,0 0-4 0,0 0-1 0,0 0 10 16,0 0-9-16,0 0 2 0,0 0 3 0,0 0-2 16,0 0 9-16,0 0 3 0,0 0 5 0,0 0 5 15,0 0 3-15,0 0 4 0,0 0 0 0,0 0-1 16,0 0-2-16,0 0-2 0,0 0-5 0,0 0-2 15,0 0 0-15,0 0-9 0,0 0-1 0,0 0-3 16,0 0 5-16,0 0-4 0,0 0-3 0,0 0-3 16,2-26-8-16,-2 26 2 0,0 0-5 15,0-11-3-15,0 11 1 0,1-12-4 0,-1 6-2 0,0 6 1 16,3-16-3-16,-3 10-3 0,0 6-1 0,0-13 2 16,1 7-5-16,1-2 2 0,-2 8-3 0,0-13 1 15,1 4-1-15,-1 9-2 0,0-16 0 0,0 10-11 16,0 6 11-16,1-14 2 0,0 4 0 0,1 2-4 15,-1-1 2-15,0 0 0 0,1 2-2 0,-1-3 1 16,0 2-2-16,1-3 2 0,0 5-1 0,-1-4-2 16,3 1 1-16,-1 0 2 0,-2 4-4 0,1-7 6 15,2 3-5-15,-1 1 2 0,2-2 0 0,0 3 1 16,-2-4-6-16,3 3 2 0,-1-3 0 0,2 2 6 16,-1-1-9-16,-1 2 7 0,1-1 1 0,-2 3-4 15,1-3 2-15,2 1-4 0,-2-1-2 16,5-4 3-16,-2 5-1 0,-2-2-1 0,2 3 2 15,1 0 1-15,-2-1-2 0,2 2 0 0,-2-2-2 16,2 3 2-16,0 0 0 0,0 0 1 0,1-1-3 16,-1 1 3-16,0 0-3 0,-9 5 2 0,19-7 0 15,-9 3 1-15,4 0-1 0,-2 2 2 0,1-3-1 0,4 5 1 16,-4-3-3-16,6-1 4 0,-2-1-4 0,2 1 1 16,0 1-2-16,1 1 5 0,-1 1-2 0,0-3 2 15,0-1-1-15,1 3 1 0,2-1 0 16,-1 3-2-16,2 0 1 0,5-4-2 0,-2 4 2 15,-4 1 2-15,8-2-1 0,-1-2 1 0,1 2-2 16,0-1 2-16,0 2-3 0,-1 0 1 0,-2 0 1 16,-7 0-3-16,3-2 7 0,-4 2-3 0,2 0-2 0,-1-2 0 15,-1 4 1-15,3-4-3 0,1 1 4 16,-4 0-1-16,9-2-2 0,1 3 2 0,-7-2-1 16,8 0 6-16,-2 2-3 0,0-2 0 0,-1-1 1 15,-7 0 1-15,9 2-8 0,-1 0 1 0,0-2 4 16,-8 2-1-16,1-1-1 0,-1 0 0 0,1 2 0 15,0 0 4-15,0 0-3 0,-3 0 0 0,1-2-1 16,-4 2 2-16,-2-1 2 0,1 1 0 0,-1 0 2 16,-2 0-2-16,1 0 3 0,-2 0 0 0,0 0 2 15,2 0 3-15,-6-1-2 0,-6 1 5 0,16 0-5 16,-16 0 2-16,12-1-4 0,-4-1 2 0,-8 2-4 16,13 0 4-16,-13 0-8 0,15-2-16 0,-10 1-28 15,-5 1-28-15,0 0-36 0,23 1-54 0,-15-1-47 16,-3 2-188-16,-5-2-429 0,0 0 190 0</inkml:trace>
  <inkml:trace contextRef="#ctx0" brushRef="#br0" timeOffset="185853.63">29770 4518 11 0,'0'0'71'16,"0"0"-5"-16,0 0-12 0,0 0-1 0,0 0-7 16,0 0 0-16,0 0-4 0,0 0-7 0,0 0-6 15,0 0 0-15,0 0 1 0,0 0-7 0,0 0-5 16,0 0-5-16,0 0 1 0,0 0 3 0,0 0-3 0,0 0-2 16,0 0 1-16,0 0-6 0,0 0 3 15,0 0-10-15,0 0 3 0,0 0-7 0,0 0-1 0,-6 18 3 16,6-18-3-16,0 0 0 0,0 0 0 15,-3 6 0-15,3-6-1 0,0 0 4 0,0 0 1 16,0 0-4-16,0 0 4 0,-5 4 6 0,5-4 0 16,0 0 5-16,0 0-1 0,0 0 2 0,0 0 6 0,0 0 1 15,0 0 1-15,0 0-1 0,0 0 5 16,-1 9-2-16,1-9 3 0,0 0 1 0,0 0-10 16,0 0-1-16,-3 8-5 0,3-8 8 0,0 0-3 15,-4 5 5-15,4-5 0 0,0 0 5 0,-2 9 3 16,2-9 1-16,-3 5 1 0,3-5 3 0,0 0-8 15,0 0 6-15,0 0 1 0,0 7 1 0,0-7-6 16,0 0 1-16,0 0-1 0,0 0 5 0,0 0 3 0,0 0 5 16,-2 8 1-16,2-8 4 0,0 0 0 15,0 0-1-15,0 0 5 0,0 0-1 0,0 0 2 16,0 0 5-16,0 0-6 0,0 0 1 0,0 0 1 16,0 0 0-16,0 0 6 0,0 0-3 0,0 0 5 15,0 0 0-15,0 0 7 0,0 0 1 0,0 0-2 16,0 0-7-16,0 0-5 0,0 0-1 0,0 0-2 15,0 0-2-15,0 0-3 0,0 0-6 0,0 0-3 16,9-24-4-16,-9 24-2 0,3-7 0 0,-3 7-3 16,2-7-6-16,-2 7 1 0,2-10-5 0,1 3 1 15,-3 7-5-15,5-11 0 0,-3 4 2 0,1 1 1 16,-3 6-1-16,1-13 2 0,0 6-5 0,3-2 0 16,-1 2-4-16,0-1 3 0,-1 1 2 0,1-1-3 15,2-1-1-15,-3 2 2 0,3 1-7 0,-2 0 4 16,1-1-1-16,-4 7 0 0,6-12-1 0,-3 7-1 15,-3 5 2-15,6-9-3 0,-2 4-3 0,1-3 3 16,-2 2 0-16,-3 6-1 0,3-9 3 0,1 5-4 16,0-2-2-16,-4 6 2 0,5-8 0 0,-1 2 1 15,-1 1-5-15,-3 5 6 0,7-8-1 0,-4 3-1 16,1-2-1-16,-4 7 1 0,6-8-4 0,-2 4 7 16,1 0-5-16,-5 4 2 0,6-7-1 0,-6 7 0 15,8-7-2-15,-7 1 2 0,-1 6 3 0,8-6-6 16,-4 4 0-16,-4 2 4 0,6-8-5 0,-6 8 7 15,8-6-8-15,-4 3 3 0,-4 3 0 0,0 0 0 16,9-7 1-16,-9 7-3 0,5-7 4 0,-5 7-2 16,5-4-2-16,-5 4 3 0,8-4-2 0,-8 4 2 15,9-4-3-15,-9 4 6 0,10-4-4 0,-4 1 0 16,-6 3 2-16,12-3 1 0,-6-1-4 0,1 3 1 16,1-1-1-16,1-1 5 0,-1 0-4 0,2 1-1 15,0 0 1-15,2-2-1 0,-1 2-2 0,2-1 2 16,-2 1 3-16,2-1-1 0,-1 1 1 0,2 0-1 15,-1 0-3-15,-2 2 4 0,2-2 0 0,-1 1-1 16,-1 0-2-16,2 0 3 0,-1 0-1 0,0-1 2 16,0 2-3-16,3-2 4 0,-2 0-4 0,0 4 2 15,-1-2-3-15,3 0 2 0,-2-2 0 0,4 2-2 16,-3 0 6-16,-2-1-3 0,0 1-2 0,0 0 1 16,-2-1 1-16,4 2 1 0,-2-1 0 0,2 0-2 15,-3 1-1-15,2-1 0 0,5 2 0 0,-5-1 1 16,1 0 4-16,0-1-1 0,4 2-1 0,-5-1-1 15,-1-2 0-15,0 2 3 0,3-2 0 0,-1-1 5 16,4 2-3-16,-1-1 7 0,1 1-5 0,-7 0-3 16,3-1 3-16,-1 2-1 0,0-1 1 0,1 0-2 15,-3 0 1-15,2 1-5 0,0 1 4 16,0-4-28-16,-1 2 3 0,-4 0 3 0,4 3 1 0,0-4-3 16,0 1 7-16,1 0-2 0,-3 0 7 0,1 0 3 15,2 0-1-15,-3-2-1 0,3 2 1 0,-1 0 1 16,-5 2 1-16,2-2 1 0,3 0-3 0,-5 1 3 15,-7-1 4-15,16 1-4 0,-10 0 1 16,-6-1 2-16,13 0-2 0,-13 0 4 0,11 0 5 16,-11 0-1-16,11 0 3 0,-11 0 0 0,11 0 3 15,-6 1 1-15,-5-1-4 0,13-1 0 0,-13 1-2 16,12 0 0-16,-6-1 2 0,-6 1-4 0,13-2 1 16,-13 2-15-16,13 0-14 0,-3 0-17 0,-10 0-19 0,11-2-24 15,-3 2-25-15,-8 0-49 0,20-5-20 16,-8 1-45-16,6-1-150 0,-7 0-401 0,7-5 178 15</inkml:trace>
  <inkml:trace contextRef="#ctx0" brushRef="#br0" timeOffset="190870.36">29423 4295 37 0,'0'0'52'0,"0"0"-8"0,0 0-1 0,1-8 1 0,-1 8 2 16,0 0-3-16,0 0 3 0,0 0 5 0,0 0 3 15,0 0 1-15,0 0-6 0,1-9 3 0,-1 9 15 16,0 0-15-16,0 0 9 0,1-7-2 0,-1 7-1 16,0 0 0-16,0 0-2 0,0-10-2 0,0 10 9 15,0 0-4-15,0 0 4 0,0-8-9 16,0 8-4-16,0 0-3 0,3-9 4 0,-3 9-3 15,1-7 1-15,-1 7 2 0,0 0 2 0,0 0 1 16,0-10-2-16,0 10 1 0,0 0 1 0,1-10-4 16,-1 10-1-16,0 0-4 0,0 0-2 0,0 0-3 0,3-7 0 15,-3 7-10-15,0 0-6 0,0 0 3 0,0 0-9 16,0 0-5-16,0 0-3 0,0 0-2 0,0 0 0 16,0 0-3-16,0 0 2 0,0 0-1 0,0 0-1 15,-1 27 0-15,1-18-3 0,0 1-6 16,1 0 11-16,-2-1-5 0,1 1 1 0,0 3 0 15,1 3 7-15,-2-5-9 0,-1 5 3 0,2 2-2 16,2 0 1-16,-4 1 2 0,2 0 1 0,0 2 3 0,0 3 1 16,-1 1 0-16,1-5 3 0,-1 6-1 15,1-1 3-15,0-1 2 0,0-3-4 0,-3 5 2 0,2 0 4 16,1 0-3-16,-1-1 1 0,1 0-3 16,-1-4-1-16,2 2 2 0,-4 3 7 0,2-8-1 15,1-1-2-15,-1 0 2 0,-1 0 3 0,1 0 4 16,0-5-8-16,1 0 0 0,-2-1-3 0,1 1 3 0,1-2-8 15,-1 1 1-15,1-1 2 0,0-2-2 0,-1 2-5 16,1-10 1-16,-2 17 1 0,1-6 0 16,1-3 2-16,-3 2-1 0,2-3-2 0,1 4 1 15,-2-5-2-15,2-6 1 0,-3 13-1 0,3-7 1 16,0-6-1-16,-4 12-2 0,4-6-3 0,0-6 3 16,-2 10-1-16,2-10 3 0,-1 7-3 0,1-7-1 15,-2 6 0-15,2-6-1 0,0 0-15 0,0 0-15 0,-1 8-19 16,1-8-15-16,0 0-32 0,0 0-37 15,0 0-47-15,0 0-232 0,0 0-443 0,0 0 197 16</inkml:trace>
  <inkml:trace contextRef="#ctx0" brushRef="#br0" timeOffset="191940.93">29778 4479 14 0,'1'-7'23'0,"-1"7"6"16,0 0 5-16,3-7 1 0,-3 7 1 0,0 0 10 16,3-9 1-16,-3 9-1 0,2-6 10 0,-2 6 6 15,0 0-6-15,2-7-14 0,-2 7 6 0,0 0 8 16,2-9-25-16,-2 9-6 0,0 0-1 0,0 0-5 16,0 0-2-16,1-6-2 0,-1 6-10 0,0 0 9 15,0 0-9-15,0 0 0 0,0 0 0 0,0 0-4 16,0 0 6-16,0 0 1 0,0 0 4 0,0 0 8 15,0 0 4-15,0 0 13 0,0 0 4 0,0 0 5 16,0 0 6-16,0 0-2 0,0 0 4 0,0 0 0 16,0 0 3-16,0 0-3 0,0 0-6 0,2-7 0 15,-2 7-9-15,0 0 4 0,0 0-9 0,0 0-2 16,0 0-6-16,0 0-3 0,0 0 2 0,0 0-2 16,0 0-10-16,0 0-2 0,0 0-5 0,0 0 6 15,0 0 1-15,0 0 1 0,0 0-5 0,0 0 7 16,0 0 2-16,0 0 1 0,-1 26 5 0,1-26 3 15,-1 9 0-15,1-9 2 0,-1 13-4 0,-1-8 4 16,2-5 5-16,2 17 8 0,-5-7-2 0,3 0-1 16,0 3 2-16,-1-1-7 0,2-1 4 0,0 2-5 15,-2-1 0-15,1-1-1 0,0 1 2 0,1-2-3 16,-1 3 0-16,3 2 6 0,-3-5-2 0,2 6 1 16,-2-5-3-16,4 1-2 0,-1-1-2 0,-2 1 3 15,3-2-6-15,-3 3-6 0,2-1 1 0,-1-1 2 16,-1 1 4-16,1-2 1 0,0 1-3 0,-2 0-1 15,2 1-2-15,-1-1 6 0,0-1 0 16,1 1-2-16,-4-3-8 0,2 4 1 0,0-3-3 0,2 1 0 16,-2 0 1-16,-2-1-2 0,4 0 1 0,-2 3 5 15,-2-3 0-15,2-1 7 0,-1-1-3 0,1-7-3 16,-1 15 2-16,1-9-2 0,0-6-1 0,0 12 0 16,0-12-3-16,0 10 1 0,0-10-2 0,-2 10-1 15,2-10-3-15,-2 7 0 0,2-7 1 16,0 8-6-16,0-8 3 0,0 0 8 0,0 9-12 0,0-9-2 15,0 0 0-15,0 0-3 0,0 0 6 0,-3 6-4 16,3-6 4-16,0 0-3 0,0 0 0 0,0 0 3 16,0 0-1-16,0 0-1 0,0 0-3 0,0 0-19 15,0 0-21-15,0 0-29 0,0 0-23 16,0 0-34-16,0 0-26 0,0 0-42 0,0 0-45 16,-10 0-193-16,10 0-465 0,0 0 205 0</inkml:trace>
  <inkml:trace contextRef="#ctx0" brushRef="#br0" timeOffset="192710.91">29826 4801 22 0,'0'0'129'0,"0"0"-5"0,-2-8 1 0,2 8-5 16,0 0 0-16,0 0-11 0,-3-8-1 0,3 8-15 15,0 0-12-15,-4-10 0 0,4 10-14 0,-4-5-5 16,4 5-5-16,0 0-1 0,-3-6-4 0,3 6-3 15,0 0 1-15,0 0-6 0,-3-9 10 0,3 9-5 16,0 0 0-16,0 0-6 0,-3-5 3 0,3 5-2 16,0 0 3-16,0 0-4 0,-1-9-2 15,1 9-2-15,0 0 4 0,-2-7 2 0,2 7 2 16,0 0 1-16,0 0-5 0,0-10-2 0,0 10-1 0,0 0 3 16,0 0-1-16,0 0 3 0,-3-7-9 0,3 7 1 15,0 0-7-15,0 0-3 0,0 0-2 0,0 0-7 16,0 0-3-16,0 0-1 0,0 0-4 0,0 0 0 15,0 0-4-15,0 0 2 0,0 0-5 0,1 33 4 16,-1-22 1-16,-1 0 10 0,1 1 0 16,0 4-4-16,0 1 5 0,-1 0 4 0,-2-1 3 0,3 0 0 15,-2 3-1-15,-1-2 4 0,3-1 8 0,-1 3 0 16,1-5-3-16,-1-1-3 0,-2-1-4 0,1 0 3 16,0 4 2-16,1-6 2 0,1 3 1 0,-1-3-6 15,1 1-2-15,-2-2 1 0,1 3-2 16,2-2-6-16,-2 0 0 0,-2 0-9 0,3-1 7 15,0-9 2-15,-1 12-2 0,0-5-1 0,1-7-3 0,-1 12 2 16,1-5-2-16,0-7-9 0,0 9 8 0,0-9-2 16,1 8-2-16,-1-8 4 0,0 0-1 0,-1 9-1 15,1-9 0-15,0 0-8 0,2 7 11 16,-2-7-3-16,0 0-17 0,0 0-16 0,0 0-23 0,4 6-23 16,-4-6-27-16,0 0-29 0,0 0-44 15,0 0-73-15,0 0-228 0,0 0-508 0,0 0 225 16</inkml:trace>
  <inkml:trace contextRef="#ctx0" brushRef="#br0" timeOffset="193286.7">29328 4692 14 0,'0'0'28'0,"0"0"-5"0,0 0-7 16,0 0-10-16,0 0-3 0,0 0-9 0,0 0-8 15,0 0-16-15,0 0 8 0</inkml:trace>
  <inkml:trace contextRef="#ctx0" brushRef="#br0" timeOffset="193837.15">29389 4691 7 0,'0'0'23'0,"0"0"3"0,14-3-1 0,-14 3 3 15,9 1-2-15,-9-1 1 0,11-1-1 0,-11 1 7 16,11 1-10-16,-11-1 2 0,10 2-8 0,-10-2 15 16,9 0-10-16,-9 0 1 0,0 0-4 15,11 0 7-15,-11 0 6 0,0 0-1 0,0 0 9 16,10-2 14-16,-10 2 12 0,0 0-1 0,0 0 10 16,0 0 2-16,6-2 4 0,-6 2 0 0,0 0 4 0,0 0 2 15,0 0-5-15,0 0-3 0,0 0-6 0,0 0-6 16,0 0-7-16,0 0-1 0,0 0-6 0,0 0-2 15,0 0-10-15,0 0-4 0,0 0 0 0,0 0-9 16,0 0 2-16,0 0-7 0,0 0 0 16,0 0-3-16,0 0-3 0,0 0 1 0,0 0-6 15,0 0 5-15,0 0-8 0,0 0 2 0,-27-4 4 0,27 4-1 16,0 0 2-16,-14 0-3 0,14 0 4 0,-9-1 4 16,9 1-3-16,-14 0-2 0,6-1 6 0,8 1-7 15,-17 1 1-15,8-1-1 0,1 0 4 16,-4-1 4-16,3-1-1 0,-1 1-1 0,-3 0-5 15,2 1-1-15,-7-1-1 0,4 1 0 0,-3 0 4 0,1-1-5 16,-5 0 3-16,2 0-2 0,-3 1 3 0,2 1-4 16,1-4 0-16,-3 3 1 0,0 0 2 15,4-1-1-15,-2-1 3 0,0 2 0 0,0-2 0 0,2 2 1 16,-1 0-4-16,3 0 2 0,-3 0-2 16,-2-5-3-16,3 5 2 0,-2-2-6 0,-1 0 8 15,7 1-6-15,-8-2 1 0,6 2 0 0,2 0-4 0,0 0 6 16,2 1 1-16,1-3 4 0,3 3 4 0,8 0 0 15,-13-1 1-15,13 1-1 0,-11 0-2 0,11 0-3 16,-8-1 0-16,8 1 0 0,0 0-4 16,-8-3-2-16,8 3 1 0,0 0-5 0,0 0-1 15,0 0-2-15,-7-2-1 0,7 2-4 0,0 0-21 16,0 0-17-16,0 0-26 0,0 0-8 0,0 0-14 0,0 0-15 16,0 0-30-16,0 0-26 0,-5 10-18 0,5-10-20 15,0 0-128-15,0 0-350 0,9 14 156 0</inkml:trace>
  <inkml:trace contextRef="#ctx0" brushRef="#br0" timeOffset="195002.81">28769 4461 5 0,'0'0'80'0,"0"0"5"0,0 0-12 16,0 0-2-16,0 0-8 0,0 0-6 0,0 0-2 15,0 0-1-15,0 0 8 0,0 0-3 0,0 0 7 16,0 0 0-16,0-9-4 0,0 9-1 0,0 0-9 16,0 0 3-16,-2-10-5 0,2 10-1 0,0 0 1 15,-3-8 8-15,3 8 10 0,0 0-4 0,0-10 3 16,0 10-2-16,0 0 0 0,2-9 3 0,-2 9-6 16,0 0-7-16,-3-8 4 0,3 8 4 0,0 0-9 15,-4-7-2-15,4 7-2 0,0 0-6 0,0 0-7 16,0 0 2-16,0-8-2 0,0 8-1 0,0 0 0 15,0 0 0-15,0 0-4 0,-3-7-1 0,3 7-4 16,0 0-4-16,0 0-4 0,0 0-6 0,0 0-2 16,0 0-2-16,0 0-3 0,0 0 2 0,0 0-4 15,0 0 0-15,0 0 2 0,-8 24-2 0,5-15 0 16,3 2-1-16,0 2 0 0,-2 4 15 16,0-1-6-16,1 10 2 0,-2 1 4 0,2 0-1 0,0-2 3 15,1 1 2-15,-3 1-1 0,2-1 2 0,0 0 2 16,-1-1 3-16,2-6-1 0,-1 0 2 0,0-1-5 15,0 0 2-15,1 1-3 0,0-2-1 16,-2-1-2-16,2-3-3 0,-1 4 5 0,2-5-5 0,-1-1-3 16,-1 2 5-16,1-2-7 0,0 0 2 0,0 0 1 15,0-1-2-15,-1-1-1 0,-1 0-2 0,2-9-1 16,-2 13 0-16,2-13 0 0,0 11 0 0,0-11-2 16,0 8 4-16,0-8-2 0,-1 7 1 0,1-7 1 15,0 0-1-15,-2 8-2 0,2-8 5 0,0 0-15 16,0 0-12-16,0 0-16 0,0 0-25 0,0 0-43 15,0 0-54-15,0 0-62 0,0 0-220 16,0 0-470-16,-20-14 208 0</inkml:trace>
  <inkml:trace contextRef="#ctx0" brushRef="#br0" timeOffset="196365.1">28792 4450 53 0,'0'0'113'0,"0"0"-1"0,0 0-9 16,-1-12-6-16,1 12-17 0,0 0 5 0,0 0-5 15,0 0-7-15,-1-11 0 0,1 11 4 0,0 0-1 16,-2-9 5-16,2 9-4 0,0 0-1 0,2-9-5 16,-2 9 2-16,0 0-2 0,0 0-1 0,-2-11-3 15,2 11-3-15,0 0-2 0,0 0-6 0,0 0 0 16,-1-7-7-16,1 7-3 0,0 0-4 0,0 0-5 16,0 0-4-16,0 0 3 0,0 0-11 0,0 0-3 15,0 0-2-15,0 0-3 0,-10-2-4 0,10 2-2 16,0 0-1-16,-15 7 5 0,15-7-7 0,-8 5 2 15,2-1-1-15,6-4-5 0,-9 7 4 0,4-4-2 16,-1 1-3-16,0 0-1 0,-2 2 3 0,2-1-1 16,-2 1-2-16,2 2 1 0,-3-3 2 0,1 3-4 15,1 0 1-15,0-3-1 0,-3 4 2 0,5-3-3 16,-3 1-1-16,3-1 4 0,-3-1-3 16,0 2 2-16,2-1 2 0,-1 1-2 0,0 4 7 0,-2-3-1 15,0-1-2-15,0 3 9 0,-2-1-4 0,2 2-1 16,-2 2-1-16,-3-1 0 0,1-2 1 0,-1 2-4 15,3-4 3-15,1 0-3 0,-1 1 2 0,1 0 0 16,-1 0-3-16,2-4-1 0,2 2 3 0,-2 1-5 16,1-3 4-16,0-1-2 0,2 1-1 15,1-1 3-15,5-4 0 0,-9 6 2 0,5-4-1 0,4-2 7 16,-9 6 2-16,4-3 1 0,5-3 5 0,0 0-1 16,-8 3-1-16,8-3 4 0,0 0-1 0,-6 3 2 15,6-3-3-15,0 0 2 0,0 0-6 0,0 0 2 16,-9 0 3-16,9 0-3 0,0 0 0 0,0 0-1 15,0 0 0-15,0 0 2 0,0 0 0 16,0 0-1-16,0 0-5 0,0 0 2 0,0 0 1 0,0 0-8 16,0 0 2-16,0 0-1 0,0 0 0 0,0 0-1 15,0 0 0-15,0 0-1 0,0 0-3 0,0 0 3 16,0 0-4-16,0 0 2 0,0 0-2 16,0 0-2-16,0 0 3 0,0 0-1 0,0 0 1 15,0 0-1-15,0 0-2 0,0 0-2 0,0 0-3 16,0 0 9-16,0 0-4 0,0 0-2 0,0 0 1 15,0 0 2-15,0 0-3 0,0 0 0 0,0 0-2 0,0 0 4 16,0 0-3-16,0 0 2 0,0 0-1 16,0 0 1-16,0 0-2 0,0 0 1 0,0 0-3 15,0 0 1-15,0 0 1 0,0 0 2 0,0 0-1 16,0 0-1-16,0 0 1 0,0 0 2 0,0 0-3 16,0 0 1-16,0 0 1 0,0 0-4 0,0 0 2 15,0 0 0-15,0 0 0 0,0 0-2 0,0 0 2 0,0 0 0 16,0 0 0-16,0 0-1 0,0 0 2 15,0 0-2-15,0 0-1 0,0 0 5 0,0 0-3 0,0 0 1 16,0 0 1-16,17-13-2 0,-17 13 3 16,0 0-2-16,0 0 2 0,0 0 1 0,0 0-2 15,0 0 2-15,6-3 0 0,-6 3-2 0,0 0 0 16,0 0 1-16,0 0-3 0,0 0 4 0,0 0-3 0,0 0 1 16,0 0 2-16,0 0 0 0,0 0-4 15,0 0 3-15,0 0-2 0,0 0 2 0,0 0-3 0,0 0 6 16,0 0-4-16,5-4 0 0,-5 4 0 15,0 0 1-15,0 0-2 0,0 0 4 0,0 0-3 16,0 0 0-16,0 0 1 0,0 0 0 0,0 0-2 16,0 0-7-16,0 0 8 0,0 0 0 0,0 0-1 15,0 0 0-15,0 0 0 0,0 0-2 0,0 0 3 16,0 0-2-16,0 0 1 0,0 0 1 0,0 0 2 16,0 0-2-16,0 0 1 0,0 0 1 0,0 0-2 15,0 0 5-15,0 0-5 0,0 0-1 0,0 0-5 16,0 0 6-16,0 0-3 0,0 0 4 0,6-4-2 15,-6 4 2-15,0 0-3 0,0 0-2 0,0 0-1 16,0 0 1-16,0 0-1 0,0 0 3 0,0 0 0 16,0 0 0-16,0 0-2 0,0 0 1 0,0 0 1 15,0 0 0-15,0 0-2 0,0 0 2 0,0 0-1 16,0 0 1-16,0 0-1 0,0 0-5 0,0 0-11 16,0 0-9-16,0 0-5 0,0 0-5 0,0 0-11 15,0 0-7-15,0 0-15 0,0 0-18 0,0 0-18 16,0 0-15-16,0 0-26 0,0 0-32 0,0 0-27 15,0 0-146-15,0 0-381 0,0 0 168 0</inkml:trace>
  <inkml:trace contextRef="#ctx0" brushRef="#br0" timeOffset="200340.77">28787 4440 22 0,'0'0'87'0,"0"0"-3"15,0 0-10-15,0 0-1 0,0 0 20 0,0 0-34 16,0 0-10-16,0 0 2 0,-12-7-1 16,12 7 3-16,0 0-4 0,-12 0-1 0,12 0-3 15,-10-2-7-15,10 2-1 0,-13 0-2 0,13 0-5 16,-14 3 1-16,5-3 4 0,1 2-4 0,8-2 1 0,-15 1 7 16,7 0-14-16,1 1 1 0,-2-1-1 0,9-1 3 15,-17 1-1-15,6 0 1 0,3 1-3 16,-1 0 2-16,-1-2-7 0,1 3 1 0,-3-3-7 15,3 2 3-15,-1-1-2 0,1 1 3 0,-1 0-4 16,0 1 0-16,-1 1-1 0,-1-3 2 0,-1 1-3 16,0 1 0-16,1-3 1 0,1 3 5 0,-3-1 3 15,4 1-1-15,-3-2 1 0,3 1 3 0,1 0-1 16,-1-1-1-16,1 0 2 0,2 0-3 0,-1 1 4 16,8-2-4-16,-12 1 3 0,6 1 5 0,6-2-12 15,-12 0 0-15,12 0 2 0,0 0 1 0,-11 0-3 16,11 0 3-16,0 0-3 0,-9 0 2 0,9 0-5 15,0 0 7-15,0 0-7 0,0 0 8 0,0 0-3 0,-9 0 0 16,9 0-3-16,0 0 0 0,0 0 1 0,0 0-6 16,0 0 0-16,0 0-1 0,0 0 2 15,0 0 0-15,0 0-5 0,0 0-2 0,0 0 2 16,0 0-3-16,0 0 1 0,-9 2-4 0,9-2 1 16,0 0-2-16,0 0-4 0,0 0 1 0,0 0-2 15,0 0 9-15,0 9-4 0,0-9-1 0,-3 7-3 16,3-7 4-16,0 10-1 0,0-10-1 0,-1 12 5 15,1-6-4-15,1 4 3 0,-2 2 0 0,1-5 0 16,0 4 0-16,0-1 0 0,0 0-1 0,0 1 2 16,1-1-1-16,0 3 1 0,1-2 7 0,-2 0-2 15,3 0-1-15,-1 0 1 0,0-1 2 0,1 0-2 16,-2-1 1-16,0 1-1 0,-1-3-3 0,2 0 1 16,0-1 3-16,-2-6-5 0,2 13 6 0,-1-7-3 15,0 1 0-15,-1-7-3 0,1 12 1 0,-1-6-2 16,0-6 1-16,0 13 3 0,2-6 2 0,-2-7 3 15,0 11 3-15,0-5-4 0,0-6 3 0,-2 12-1 16,2-12 9-16,0 11 2 0,0-11-2 0,-1 11-4 16,1-11-2-16,-1 8 2 0,1-8-3 0,-3 7-1 15,3-7-3-15,-2 8 1 0,2-8-3 0,0 10-3 16,0-10 2-16,0 9 1 0,0-9 0 0,-2 10-2 16,2-10 1-16,-1 8-4 0,1-8 1 0,-1 9 2 15,1-9-6-15,-1 6 2 0,1-6-2 0,0 0 2 16,-2 11 0-16,2-11 0 0,0 0 0 0,-1 10-1 15,1-10 1-15,0 0-2 0,0 8 1 0,0-8 4 16,0 0-6-16,-1 8 3 0,1-8-1 0,0 0-2 16,0 0 0-16,0 0 0 0,0 0 0 0,1 8 2 15,-1-8 1-15,0 0-1 0,0 0 3 0,0 0-2 16,0 0 4-16,0 0-6 0,0 0 3 0,0 0-3 16,0 0 3-16,0 0-4 0,1 7 2 0,-1-7 1 15,0 0 0-15,0 0-3 0,0 0 4 0,0 0-1 16,0 0-2-16,0 0-1 0,0 0 3 0,0 0-3 15,0 0 0-15,0 0 3 0,0 9-3 0,0-9 1 16,0 0 2-16,0 0 4 0,0 0-1 0,0 0-5 16,0 0 1-16,3 6 3 0,-3-6-3 0,0 0 1 15,0 0-3-15,0 0 2 0,0 0 1 0,0 0-2 16,4 4 1-16,-4-4-1 0,0 0 4 0,0 0-4 16,0 0 5-16,6 3-1 0,-6-3-2 0,0 0 0 15,7 1-2-15,-7-1 2 0,0 0 1 0,12 1-1 16,-12-1-3-16,9 0 3 0,-9 0 5 0,15-1-8 15,-6 0 3-15,3-1 1 0,-1 1-4 0,0 1 2 16,0-3 2-16,3 0 0 0,3 1-1 0,-3 0-3 16,3-1 1-16,-3 2 0 0,0-1 0 0,0 0-1 15,-1 1 2-15,0-1-3 0,3-1 2 16,2 1-1-16,-5 1-1 0,1-1 1 0,-2 0 0 16,1 1-1-16,0-1 2 0,-3 0 1 0,3 0-2 15,-2 2 0-15,2-3 8 0,-1 2-11 0,-1 0 2 0,1 0 2 16,1 0-1-16,-13 1 1 0,18-3 1 0,-7 1-2 15,-11 2 0-15,17-2 0 0,-10 1 1 16,1 0 1-16,-8 1 0 0,14 0 1 0,-8-1 3 16,-6 1-1-16,17-3-2 0,-11 3 1 0,1-3-4 15,-7 3 1-15,18-1 1 0,-12 0 0 0,-6 1-1 16,13-2-1-16,-13 2-3 0,9-2-1 0,-9 2-22 16,0 0-12-16,0 0-21 0,10-4-21 0,-10 4-50 0,0 0-53 15,0 0-42-15,0 0-141 0,0 0-396 0,0 0 176 16</inkml:trace>
  <inkml:trace contextRef="#ctx0" brushRef="#br0" timeOffset="202211.72">28794 4832 1 0,'0'0'34'0,"0"0"0"0,0 0-3 0,0 0 2 15,0 0 2-15,0 0-9 0,0 0 6 16,0 0 0-16,0 0-4 0,0 0 8 0,0 0-3 16,0 0-4-16,0 0-2 0,0 0 1 0,0 0-9 0,0 0 0 15,0 0-3-15,0 0-2 0,0 0 1 0,0 0-3 16,0 0 0-16,0 0-3 0,0 0-7 0,0 0 6 15,-39 0 2-15,39 0 0 0,0 0-1 0,-16 0 5 16,16 0 7-16,0 0-2 0,-14-1 4 0,14 1-1 16,0 0 5-16,-12 3 6 0,12-3 2 15,0 0-11-15,0 0 7 0,0 0 0 0,0 0-4 16,-14-2 2-16,14 2 3 0,0 0 0 0,0 0 3 0,0 0 4 16,0 0-1-16,0 0 1 0,0 0-5 0,0 0 4 15,0 0 1-15,0 0-5 0,0 0-4 16,0 0-5-16,0 0 1 0,0 0-3 0,0 0-4 15,0 0-1-15,0 0-2 0,0 0 1 0,0 0-3 16,0 0-4-16,0 0 5 0,0 0-9 0,0 0 1 16,0 0 12-16,0 0-9 0,0 0 2 0,0 0 2 15,46-1-3-15,-46 1 7 0,18 0-2 0,-6-1-4 16,0-1 2-16,-12 2 8 0,23 0-14 0,-9 0 3 16,-1 0-5-16,-1-1 1 0,0-1 2 0,1 2 0 15,5 0-4-15,-4 0 2 0,0-1-3 0,-1 0 2 16,5-1-1-16,2 2 0 0,-2 0-3 0,0-1 4 15,0 0-1-15,1 1 1 0,-1-1-3 0,-1 1 0 16,0-1-1-16,0-1 0 0,2 1 1 0,-2 0-3 16,-3 1 4-16,4 0-3 0,-2-2 2 0,-3 2-1 15,5-1 3-15,1-1-3 0,-2 2 3 0,-3 0-1 16,3 0 2-16,-5 0 2 0,2-1 4 0,0 1-2 16,-2 0-4-16,0-1 7 0,1 1 3 0,-1-3-1 15,2 3 1-15,-1 0 4 0,-1 0-1 0,0-1 6 16,0 0-8-16,0 1 4 0,1 0 3 0,-2 0-1 15,1-2 0-15,-3 2-1 0,-9 0-5 0,17-1 1 16,-11-1-4-16,-6 2-2 0,10 2 3 0,-10-2-5 16,11-3 0-16,-11 3-2 0,10 0 1 0,-10 0-1 15,0 0-2-15,11 0 3 0,-11 0-10 0,0 0-10 16,16-2-10-16,-16 2-13 0,0 0-13 0,16-1-23 16,-16 1-14-16,9-1-26 0,-9 1-21 0,0 0-11 15,0 0-123-15,14 0-285 0,-14 0 126 0</inkml:trace>
  <inkml:trace contextRef="#ctx0" brushRef="#br0" timeOffset="206912.64">29436 5323 104 0,'0'0'124'0,"-5"-12"14"0,3 8 1 16,-3-1-5-16,5 5-8 0,-4-9-2 0,4 9-8 15,-4-7-4-15,4 7-10 0,-3-9-9 0,3 9-10 16,0 0-9-16,0 0-12 0,-2-6-5 0,2 6-5 16,0 0-9-16,0 0-6 0,0 0-2 0,0 0-7 15,0 0-1-15,-5 17 1 0,5-17-8 0,-3 14 0 16,2-4-1-16,-2 3 1 0,2-4-3 0,0 4 1 16,-2-1 0-16,2-1-2 0,0 2-1 0,0 3-4 15,-2-5 2-15,2 2 1 0,2-2-4 0,-2 4 4 16,-1 2-5-16,0-1 0 0,2-5 6 0,0 1-11 15,-3 1 4-15,3 0-1 0,-2-2-1 0,0 0-8 16,0 0-18-16,2 0-13 0,-2 0-13 0,1-1-26 16,2 0-24-16,-2-2-6 0,2 1-27 0,-1-9-14 15,0 13-104-15,0-7-267 0,0-6 119 0</inkml:trace>
  <inkml:trace contextRef="#ctx0" brushRef="#br0" timeOffset="207135.62">29536 5393 70 0,'0'0'154'0,"1"-7"-12"0,-1 7-10 16,0 0-20-16,0 0-16 0,0 0-10 0,0 0 3 16,0 0-11-16,0 0-8 0,0 0-5 0,0 0-5 15,2 22-7-15,-2-12 0 0,-2 1-4 0,1-1-4 16,0 1 0-16,0 2-8 0,-1-2-6 0,0 0-2 15,0 1-8-15,-1 1-29 0,0-2-18 0,-1 2-19 16,3 3-55-16,0-5-123 0,-4 3-243 0,1-3 108 16</inkml:trace>
  <inkml:trace contextRef="#ctx0" brushRef="#br0" timeOffset="207359.39">29699 5415 88 0,'0'0'171'16,"3"-9"-26"-16,-3 9-18 0,0 0-11 0,0 0-11 15,0 0-4-15,0 0-3 0,0 0-4 0,0 26-5 16,0-14-10-16,0 5-4 0,0 0-8 0,-1-2-6 16,2 3-11-16,-1 0 0 0,0 2 2 0,4 4-11 15,-4-6-21-15,-1-2-28 0,-2 2-19 0,7-1-33 16,-5-2-33-16,1 1-28 0,0-3-99 0,1-4-239 15,-1 1 106-15</inkml:trace>
  <inkml:trace contextRef="#ctx0" brushRef="#br0" timeOffset="207581.17">29859 5453 9 0,'0'0'190'0,"2"-11"-15"0,-2 11-20 0,1-8-22 15,-1 8-10-15,0 0-16 0,0 0-8 0,0 0-6 16,0 0-7-16,-3 39-10 0,-2-13-10 0,2 7 5 16,-4 1-8-16,1 2-12 0,-3 10-2 0,0-1-6 15,5-10-2-15,-2 0 0 0,0-3-3 0,3-2-18 16,3 1-17-16,1-1-19 0,-1 1-20 0,2-2-29 16,1-2-27-16,1 1-19 0,1-2-14 15,-1 0-90-15,-1-1-232 0,-1-4 103 0</inkml:trace>
  <inkml:trace contextRef="#ctx0" brushRef="#br0" timeOffset="207728.06">29823 6331 53 0,'0'0'99'0,"-17"-2"-23"0,5 0-31 0,2 0-24 0,-2 1-51 16,-5-2-14-16,-1 0-48 0,0-5 21 0</inkml:trace>
  <inkml:trace contextRef="#ctx0" brushRef="#br0" timeOffset="207948.05">29448 5705 157 0,'0'0'163'15,"0"0"-12"-15,0 0 5 0,0 0-13 0,0 0-12 0,0 0-13 16,0 38-11-16,1-21-6 0,-3 2-11 0,0 4-5 16,0 4-5-16,1 0-10 0,-1-1-8 15,5 1 0-15,-6-2-7 0,2 1-7 0,0 0-26 16,-2-7-32-16,1 7-26 0,2-7-31 0,-2 1-34 0,0-1-32 16,-6 6-110-16,3-7-263 0,-1-4 118 15</inkml:trace>
  <inkml:trace contextRef="#ctx0" brushRef="#br0" timeOffset="208145.76">29474 5827 67 0,'0'0'149'0,"0"0"-16"0,0 0-11 0,0 0-4 15,0 0 0-15,0 0-9 0,-3 32-6 0,-2-6-12 16,-4 0-9-16,1 4-12 0,-1-1-2 0,-1 1-7 15,-1 4-19-15,2 0-22 0,-2-3-17 0,6-1-32 16,0-3-24-16,4-2-28 0,-2-5-18 0,2-3-84 16,0-4-198-16,0-3 89 0</inkml:trace>
  <inkml:trace contextRef="#ctx0" brushRef="#br0" timeOffset="208340.84">29573 5982 81 0,'3'-5'174'0,"-3"5"-16"0,1-7-20 0,-1 7-9 0,0 0-17 16,0 0-20-16,0 0-4 0,0 0-8 15,0 0-3-15,0 0-10 0,-4 35-10 0,3-19 2 0,-3 2-7 16,0 0-6-16,0 2-1 0,2-4-8 0,2 2-17 16,-3-1-18-16,1 0-32 0,3-5-24 0,-1 0-33 15,3-2-40-15,-2 0-76 0,-1-10-220 0,1 15 98 16</inkml:trace>
  <inkml:trace contextRef="#ctx0" brushRef="#br0" timeOffset="208520.34">29667 6091 76 0,'0'0'140'15,"2"20"-17"-15,-2-20-17 0,-2 18-8 0,-2-6 0 16,2 1-5-16,0 6-7 0,1-1-14 0,-3 0-10 0,2 0 0 15,1 1-9-15,-1-1-13 0,-1 0-26 16,2-3-33-16,-3 1-20 0,3-1-27 0,-1-2-32 16,2-1-53-16,-2-2-162 0,2-10 72 0</inkml:trace>
  <inkml:trace contextRef="#ctx0" brushRef="#br0" timeOffset="208680.33">29844 6205 135 0,'0'0'121'0,"5"16"-6"16,-5-8-7-16,-2 4-14 0,0 4-6 0,-4 1-8 0,1 1-11 15,-5 5-26-15,3 3-29 0,1-8-41 0,1-2-45 16,-3 4-56-16,1-3-139 0,3-6 61 16</inkml:trace>
  <inkml:trace contextRef="#ctx0" brushRef="#br0" timeOffset="210002.78">29667 6582 72 0,'0'0'108'0,"0"0"4"15,0 0-10-15,0 0 15 0,0 0-8 0,0 0-6 16,0 0 2-16,0 0 4 0,8-13-4 0,-8 13-1 15,0 0-14-15,0-10-8 0,0 10-10 0,0 0-5 16,-6-16-8-16,4 11-8 0,-5-2-2 0,1 0-5 16,-3 1-6-16,-1-1-3 0,-3 1-5 0,-4-3-3 15,0 1-4-15,-3 3-3 0,-7 1-1 0,-2-1-5 16,-2 1 5-16,-2 3-4 0,-2-1-4 0,0 5-1 16,-1 2 1-16,-14 1-4 0,12 0 1 0,-15 0-3 15,16 3 7-15,0 1-12 0,-11 6 4 0,12-3-2 16,-14 9 5-16,14-6 8 0,-11 7 1 0,1 2 0 15,13-5-3-15,-10 7-1 0,3 1-2 0,11-3 0 16,1-2-3-16,-4 13 2 0,11-9-2 0,-2 0-2 16,5 3 6-16,2 5-9 0,-2 7 3 0,8-6 2 15,3-3-4-15,3 4 5 0,1 9-2 0,7-11 0 16,5 12 3-16,6-4-5 0,-1-11-7 0,4-2 13 16,12 9-6-16,-7-10 0 0,11 4 0 0,-4-10 0 15,20 5 2-15,1-5 2 0,2-3-2 0,4-6 0 16,3-2 2-16,2-5-2 0,29 1 3 0,-28-8-3 15,1-2 1-15,29 0-1 0,-30-2 3 0,3-3-5 16,-2-1 2-16,28-4 2 0,-27 3-5 0,-3-1 4 16,1 3 1-16,-2-5-1 0,-2 2 5 0,0-4-4 15,-6 3 2-15,-2-3 7 0,-14 4-4 0,-1-4 4 16,-1-1 2-16,0 2 2 0,-5-4-1 0,1 0 4 16,0-2-3-16,-7-2-1 0,2-1 7 0,-3-3-1 15,-4 1-5-15,3-1 1 0,-6-6 3 0,-3-1-6 16,1 1 1-16,-4-2 0 0,-5-3-2 0,-3 2-5 15,-4 2 3-15,-1-2-5 0,-7-2-4 0,-2 3-1 16,-7-9 3-16,-11 2 1 0,-3 4-3 0,-7 3-2 16,-4 1-1-16,-7 1-2 0,-7 5 0 0,-23-10-2 15,-3 9 0-15,23 9-3 0,-27-2 2 16,24 10-1-16,-26-4 3 0,26 8-3 0,0 1 0 0,-25 3 2 16,26 4-3-16,-2 1-2 0,-23 6-1 0,27 1-8 15,-1 0-5-15,2 2 2 0,-1 2-9 0,3 1-10 16,5 3-10-16,-2 3-6 0,3 0-19 0,8 5-22 15,13-5-29-15,3 1-21 0,6 5-29 0,2-1-155 16,5 1-353-16,4 2 156 0</inkml:trace>
  <inkml:trace contextRef="#ctx0" brushRef="#br0" timeOffset="210934.74">28964 6965 199 0,'0'0'206'0,"-4"-8"-10"16,4 8-19-16,0 0-16 0,-3-7-17 0,3 7-20 15,0 0-13-15,0 0-10 0,0 0-14 0,0 0-6 16,-11 19-5-16,7-9-8 0,-1 7-8 0,0 1-10 15,1-1 2-15,0 2-9 0,1-1-6 0,-2 7-2 16,3-6-2-16,0 7-7 0,2-7 5 0,0 1-2 16,-1-2-4-16,2 0-11 0,1-3-21 0,0 3-21 15,1-3-26-15,-2-2-24 0,0-5-16 0,1 3-26 16,-1-4-15-16,0-1-15 0,1 1-100 0,-2-7-272 16,0 0 121-16</inkml:trace>
  <inkml:trace contextRef="#ctx0" brushRef="#br0" timeOffset="211194.99">28933 6999 77 0,'9'-8'142'0,"0"0"1"0,2 3-11 16,3 0-5-16,-2 5-7 0,7 0-8 0,-2 2-17 0,1 4 1 16,-1 2-20-16,-2 2-1 0,1 3-3 0,-4 0 0 15,-1 0-8-15,1 3-3 0,-2 0 1 0,0 7-3 16,-2-4-8-16,-3 0 1 0,-1 0-9 15,-2-2 0-15,-3 2 0 0,-2-2 2 0,-2-1 2 0,-2 1-4 16,-4-2-2-16,0-1 1 0,-3 1-5 0,-3-2-4 16,-2-2-1-16,-4 3-1 0,5-5-4 0,-1-3-2 15,0 3-2-15,-2-3-17 0,1-3-17 16,2 0-23-16,-1-2-22 0,-1-2-39 0,7 1-21 16,1-3-39-16,0-2-142 0,2 0-322 0,1-3 142 0</inkml:trace>
  <inkml:trace contextRef="#ctx0" brushRef="#br0" timeOffset="211997.48">29137 7119 58 0,'16'-1'151'0,"-5"0"-9"0,3 3-10 16,-1 1-13-16,-3-2-14 0,3 3-8 0,-4 0-15 16,0 1 0-16,-1 4-9 0,1-3-2 0,-3 3-9 15,-1 0-6-15,-1 2-5 0,-1-2-1 0,-1 2-2 16,1-2 0-16,-3 3-6 0,0-5 3 0,0 2-8 15,0-9-4-15,0 10-5 0,0-10 7 0,-2 9 10 16,2-9 9-16,0 0 9 0,-1 9 0 0,1-9-6 16,0 0-1-16,0 0-9 0,0 0-1 0,0 0-8 15,0 0-6-15,0 0-1 0,-6-23-6 0,10 13-6 16,1 1-7-16,1-4-1 0,4 2-3 0,1-4-3 16,4 1-2-16,-2 0-4 0,4 0 0 0,-1 1 2 15,6-3 1-15,-6 5-2 0,-1-2 3 0,2 2-3 16,-7 4 2-16,1 0-2 0,-3 0 1 0,1 1 0 15,-3 1 0-15,-1 1 2 0,0 0 1 0,-5 4-2 16,7-3 0-16,-7 3-1 0,7-4-1 0,-7 4-3 16,0 0 6-16,0 0 2 0,0 0 5 0,0 0 2 15,-12 22 3-15,6-12-3 0,0 0 2 0,-1 0 1 16,1-1-2-16,-2 1 3 0,3 0-4 0,0 0-4 16,1-1 6-16,1 0-5 0,1 1 1 0,2-3-1 15,0-7 0-15,0 12 0 0,1-7-1 0,2 2 1 16,3-4 2-16,1 0-3 0,-1 0 1 0,3 0 2 15,0-3-2-15,0 0 1 0,-9 0-1 0,20-3 2 16,-9 0-2-16,-4 2 4 0,2-4-1 0,-4 2 4 16,2-2 3-16,-1-3 1 0,3 2-3 0,-4-2 0 15,0-1 1-15,-1-1-4 0,1 3 0 0,-2-4-1 16,-3 6 0-16,5-4 6 0,-5 9 1 0,2-11 4 16,1 8-6-16,-3 3-1 0,2-7-11 0,-2 7 1 15,0 0-4-15,0 0-3 0,0 0 1 0,0 0 2 16,0 0-1-16,0 0-2 0,0 0 3 0,-4 27-1 15,3-20-1-15,1 2 0 0,0-9 1 0,3 14 0 16,-1-7-1-16,0 0 2 0,0-1-2 0,2-2 4 16,1 0 3-16,0-1-2 0,-5-3 1 0,14 3-3 15,-3-4 0-15,3-1 3 0,-3 0-1 0,-1-2 1 16,4 2-3-16,-2-4 1 0,1 0 0 0,-4 0 0 16,1-1 1-16,0 1 2 0,-2-1-4 0,1-2 1 15,-4 2-2-15,0-2 0 0,1-1 0 0,-2 1-1 16,-1-1 2-16,-2 0-2 0,2 4 2 0,-3 6 7 15,3-13 1-15,-1 10 6 0,-2 3-7 0,1-10 2 16,-1 10-7-16,0 0 4 0,1-9-5 0,-1 9-4 16,0 0 0-16,0 0-3 0,0 0 5 0,0 0-5 15,0 0 0-15,-19 16-1 0,13-10 3 0,3 0-5 16,1 1 4-16,-1 1-1 0,2 0 1 0,-2-1 0 16,3-7 1-16,-4 12 0 0,4-5-2 0,0-7 2 15,0 12-2-15,2-7 3 0,0 0-1 0,-2-5-7 16,7 10-21-16,-2-4-26 0,0-1-31 0,0-1-45 15,0-1-46-15,1 1-28 0,-2 0-197 0,-4-4-434 0,8 3 192 16</inkml:trace>
  <inkml:trace contextRef="#ctx0" brushRef="#br0" timeOffset="212190.81">29702 6938 2322 0,'-3'-11'58'0,"-1"-1"-27"15,-1 0-17-15,1 5-9 0,1-1-7 0,3 8 3 16,-3-11 2-16,2 6-1 0,1 5-6 0,-1-8-16 16,1 8-28-16,0 0-2 0,0 0-8 0,0 0-7 0,0 0-16 15,0 0-13-15,19 13-9 0,-6-1-12 0,2 0-12 16,-1 5-5-16,0-4-3 0,2 2-99 16,2 6-253-16,-4-6 112 0</inkml:trace>
  <inkml:trace contextRef="#ctx0" brushRef="#br0" timeOffset="212436.71">29876 7059 26 0,'9'9'25'0,"0"1"5"0,-3-2 5 0,1-2 4 0,-1 1 3 15,-1-1-4-15,0-2 8 0,-1-1 8 0,-4-3 4 16,5 7 24-16,-5-7 20 0,5 4 13 16,-5-4 23-16,0 0 19 0,0 0 10 0,0 0-5 15,6 4-1-15,-6-4-6 0,0 0-13 0,0 0-6 0,0 0-3 16,0 0-10-16,-2-21-11 0,2 21-6 0,3-16-6 16,-3 10-8-16,2-4-3 0,1 0-9 0,2-1-4 15,-1-2-11-15,2 4-6 0,-1-3-5 16,2 4-9-16,2 0-7 0,0 1-1 0,-3 1-8 15,2-1-5-15,2 5-2 0,-4 0-6 0,5 2-1 0,-11 0-1 16,15 4-5-16,-6 1 1 0,-1 2-3 0,-1 0 5 16,-2 2-7-16,0 1 4 0,1 0-8 0,-4 1-20 15,1 1-15-15,-1 1-24 0,-2-2-32 16,0 4-45-16,2-5-56 0,-2 0-63 0,-4 0-165 16,1-2-453-16,3-8 201 0</inkml:trace>
  <inkml:trace contextRef="#ctx0" brushRef="#br0" timeOffset="212606.28">29894 6861 133 0,'0'0'193'0,"0"0"-42"15,-6-4-36-15,6 4-29 0,0 0-37 0,0 0-45 16,0 0-52-16,0 0-67 0,0 0-122 0,11 21 54 15</inkml:trace>
  <inkml:trace contextRef="#ctx0" brushRef="#br0" timeOffset="-213971.05">30322 3160 138 0,'0'0'182'0,"0"-11"-7"0,-5 5-17 0,5 6-11 16,-9-6-20-16,1 2-1 0,-1 1-17 0,1 3-18 16,-1 0-2-16,-2 2-15 0,-1-2-11 0,-5 5-4 15,0-2-2-15,1 6-12 0,0-1 1 0,4 1-3 16,-4 3-9-16,3-2 2 0,3 0-8 0,4-2-5 15,1-2 5-15,0 5-8 0,1-1 2 0,2 0-3 16,2 0-4-16,2 2 7 0,-1-2-8 0,5 0 0 16,1 1-3-16,2-1 1 0,4 1-2 0,-1 0-2 15,4 0-4-15,-2 1 3 0,1 0-2 0,-1-3 2 16,-2-2-2-16,-2-1-3 0,-2 3 2 16,0-5 0-16,-1 1-1 0,-3-2-1 0,1 1 1 15,-1 1 1-15,-4-5 4 0,5 4 0 0,-5-4 13 16,0 0-2-16,0 0 0 0,0 0-2 0,-19 11-5 0,6-11-7 15,-5 4-4-15,-1-1-13 0,-2-1-11 0,3 0-24 16,-2 0-23-16,5 0-33 0,1-1-37 16,3 0-31-16,1-1-103 0,10 0-295 0,-18 2 131 15</inkml:trace>
  <inkml:trace contextRef="#ctx0" brushRef="#br0" timeOffset="-213675.12">30386 3334 51 0,'13'7'134'16,"-9"-4"-7"-16,-2 2 3 0,2-1-2 0,1 6-6 15,-1-5-18-15,-3 1 3 0,2 2-9 0,1-3-15 16,-2 2-2-16,1-2-13 0,2 3-1 0,0-1-2 16,1 0-3-16,1-3-10 0,-2 1-3 0,5-2-3 15,0-1 1-15,1 2 2 0,0-4 1 0,2 1 3 16,0-2 1-16,-2-1 5 0,-1-1-1 0,1-1 3 15,0-1 0-15,-5 1-1 0,1-3-2 0,-2 2-5 16,-2-2-4-16,-1 1 0 0,1-3-6 16,-1 0-6-16,-4-1-8 0,-2-2-1 0,0 2-6 0,-1 2-6 15,-3 0-14-15,0 1-23 0,-3-1-32 0,-1 3-27 16,0 3-20-16,-6 2-22 0,-1 0-35 0,-1 5-20 16,1-1-124-16,-1 3-325 0,4-1 144 0</inkml:trace>
  <inkml:trace contextRef="#ctx0" brushRef="#br0" timeOffset="-213024.15">30626 3317 155 0,'8'-6'211'0,"-8"6"-14"0,6-3-16 16,-6 3-21-16,0 0-17 0,5-3-16 0,-5 3-15 15,0 0-13-15,0 0 2 0,4 14-11 0,-4-14-10 16,2 15-2-16,-2-5-8 0,2-1-7 0,-3 1-7 15,1-1-4-15,3 1-3 0,-2-3-9 0,1 1-1 16,2 0-3-16,0-2-5 0,2 2-1 0,2-2 1 16,2-1-2-16,-1 0 0 0,1-1-10 0,4-2 0 15,-1-2-3-15,-1 0 5 0,2-2-6 0,-1 0 0 16,1-2-2-16,-3-2-2 0,1-1 1 0,-1 1-6 16,-2-2 5-16,0 0-7 0,0-2 3 0,-1 1-1 15,-2-2-1-15,-1 0-2 0,1-3-2 0,-3 1 1 16,-2 0 1-16,1 3 1 0,0-2 0 0,-1 4 4 15,1 0 1-15,-2 1-3 0,0 7 1 0,0-10-1 16,0 10-4-16,1-7-3 0,-1 7 0 0,0 0-2 16,0 0-2-16,0 0-1 0,0 0 1 0,0 0 3 15,-8 29 0-15,7-18 2 0,-2 0 1 16,1 0 1-16,2 0 2 0,0-1-2 0,2 1 5 16,1-3-3-16,0 3 3 0,0-2-3 0,4-1 2 15,-2 2 2-15,3-2-1 0,-1-4 1 0,2 0 4 16,2 0-4-16,1 0-3 0,-2-2-1 0,1-2 4 0,3 2 1 15,-5-2-2-15,2-2-1 0,-3 2 1 0,0-2 0 16,1-3 3-16,-2 1-6 0,1-1-1 16,-2-3 2-16,-2 0-10 0,1-1 1 0,-1-1-9 15,0 0 4-15,-4-1-10 0,1 0-1 0,-2 0 0 16,-3-2 2-16,3 2 3 0,-2 0-4 0,-1 1-1 16,2 1 5-16,-1 5 2 0,1-3 1 0,2 7 3 15,-3-9-4-15,3 9 3 0,0 0-3 0,-3-7 1 16,3 7-1-16,0 0 2 0,0 0 0 0,0 0 4 15,0 0-2-15,0 0 2 0,15 0-1 0,-15 0 4 16,17 6-4-16,-8-2 2 0,2 2 5 0,1-2-3 16,-3 2-2-16,2 0 3 0,-3-1-1 0,0 1-2 15,-1 0 2-15,-1 1-4 0,0-1 5 0,-2 0 6 16,-1 3 6-16,1 0-4 0,-3 1 4 0,1 0-2 16,-2 1 0-16,0 0-11 0,0-1-30 0,-1 0-29 15,1 1-45-15,0-1-28 0,0-4-52 0,-1 3-109 16,1-9-321-16,0 0 142 0</inkml:trace>
  <inkml:trace contextRef="#ctx0" brushRef="#br0" timeOffset="-212641.13">31407 3270 89 0,'0'0'200'0,"0"-8"-8"0,0 8-23 0,0 0-18 0,0 0-19 16,0 0-12-16,-8-6-6 0,8 6-3 15,-10 14-5-15,3-5 1 0,-1 3-13 0,0-2 0 16,1 6-14-16,1-5-4 0,-1 5-4 0,0-5-8 16,2 0-1-16,3 1-8 0,2-2-4 0,-3 0-5 15,5-1-4-15,0 3-1 0,4-4-2 0,1-2-7 16,2 1-2-16,7-2-1 0,5-1-4 0,6 2 0 16,-6-4 0-16,10 0-2 0,-3-6-3 0,0 2-2 15,-7 0-2-15,2-2 31 0,2-3-13 0,-6 2 8 16,-1 0-8-16,1-4 0 0,-6-1-2 0,1 0-2 15,-5 0-1-15,-1 1-2 0,0-3-10 0,-2 1 11 16,-1-2-1-16,-1 3 3 0,-1 1 3 0,-2-1-5 16,-1 10-1-16,-5-16-3 0,5 16-4 0,-11-10-6 15,11 10 0-15,-19 0-15 0,5 3 13 0,-2 1-2 16,-1 3-3-16,2 2-5 0,-2 4-2 0,4-4 6 16,3 4-2-16,4-2 2 0,-1-1-5 0,5 2-21 15,0 0-30-15,5-1-21 0,6 3-37 0,1-1-45 16,2-2-78-16,-1 1-192 0,3-3-458 0,-3-2 203 15</inkml:trace>
  <inkml:trace contextRef="#ctx0" brushRef="#br0" timeOffset="-211749.75">27198 4719 103 0,'0'0'130'0,"0"0"-9"16,-16 9 7-16,9 0-12 0,-4 5-12 0,-2 2 8 15,-3 9 4-15,3 2-5 0,-1 0-6 0,1 0-14 0,3-1-10 16,1 2-6-16,5-4-9 0,-1-6-5 0,1 0-7 16,4 0-7-16,0 0-7 0,0-7 4 15,3 3-2-15,-1-2-10 0,4-2 2 0,0-1 0 16,4 0-5-16,-3-4-2 0,2 2-2 0,1-4 4 16,0 1-7-16,-1-4 0 0,2 1-1 0,-1-2-2 0,-2 1-2 15,-8 0 1-15,18-4 4 0,-13 1 3 16,3-2 3-16,-3-1-4 0,1 1 0 0,0-5-3 15,0 2 3-15,-1-1-6 0,-3 3 10 0,4-3-6 16,-2 0 0-16,-1-3-2 0,0 5-3 0,1-2-1 16,-2 3 0-16,1 0-9 0,-3 6 1 0,4-11-2 15,-2 7 2-15,-2 4-5 0,4-4-5 0,-4 4-4 16,0 0 2-16,0 0-4 0,15 7 8 0,-15-7-2 16,6 10 0-16,-4-3 2 0,3 1 0 0,-1 1-1 15,0 1 2-15,0 1 0 0,-3-1-9 0,4-1-13 16,-1 2-16-16,-2-3-23 0,1 2-19 0,-1-1-25 15,0-1-34-15,0-2-24 0,1 1-139 0,-3-7-326 0,3 13 145 16</inkml:trace>
  <inkml:trace contextRef="#ctx0" brushRef="#br0" timeOffset="-211377.55">27624 4949 56 0,'-1'-10'186'0,"1"10"-14"0,0 0-12 0,0 0-14 16,-10-2-8-16,10 2-9 0,0 0-10 0,-18 8-15 16,12-3-4-16,2 1-8 0,-4-2-9 0,3 4-7 15,-1-1-10-15,2-1-1 0,2-2-12 0,-3 3-2 16,5-7-8-16,-2 10-1 0,2-5-3 0,0-5-5 16,0 0-1-16,0 14-8 0,0-14-1 0,5 6 6 15,-5-6-6-15,6 2-3 0,-6-2 1 0,11 2-4 16,-11-2-1-16,12-2 0 0,-12 2-1 0,12-5-1 15,-7 2-2-15,2-3-1 0,0 3 0 0,1-4-1 16,-3 0-2-16,-1 1 1 0,-1-1-4 0,-1 3 2 16,-2 4 3-16,5-10 2 0,-2 5 1 0,-3 5 2 15,3-6-10-15,-3 6 2 0,0 0-5 0,5-3-1 16,-5 3-7-16,0 0 3 0,0 0 1 0,0 0-3 16,0 0 2-16,4 21 0 0,-3-14 6 0,-2 3-3 15,1 0-5-15,-2-1-9 0,4 1-12 0,-2 0-21 16,1-1-18-16,-1-9-30 0,2 18-29 0,0-12-26 15,0 0-26-15,-2 0-103 0,0-6-301 0,0 0 133 16</inkml:trace>
  <inkml:trace contextRef="#ctx0" brushRef="#br0" timeOffset="-211149.72">27771 4796 78 0,'0'0'197'15,"-2"-10"-17"-15,2 10-23 0,0 0-23 0,0 0-11 16,0 0-7-16,0 0 9 0,0 0 12 0,0 0-14 16,6 32-9-16,-6-14-12 0,0-1-6 0,4 2-8 15,-4 0-3-15,1-1-10 0,0 1-6 0,0-1-5 16,1-1-6-16,-2 1-2 0,0-1-6 0,0-1-4 16,0 1-23-16,0-5-24 0,0 0-25 0,0-2-25 15,0-10-31-15,2 18-31 0,-2-12-48 0,2 1-150 16,-2-7-336-16,0 0 149 0</inkml:trace>
  <inkml:trace contextRef="#ctx0" brushRef="#br0" timeOffset="-211006.33">27746 4882 85 0,'0'0'109'16,"11"-8"-23"-16,-11 8-27 0,14 1-27 0,-5 2-37 15,-1 1-56-15,2 6-67 0,-5-1 30 0</inkml:trace>
  <inkml:trace contextRef="#ctx0" brushRef="#br0" timeOffset="-210727.34">27943 5063 170 0,'15'-4'184'0,"-5"-2"-9"0,7-2-15 0,-2-1-11 15,-4 4-12-15,-2-1-6 0,0-2-11 0,0 1-18 16,0-3-3-16,-1-1-6 0,0 1-11 0,-4 0-6 16,3 0-3-16,-3 2 9 0,-1-2-7 0,-1 3-6 15,-2-2-5-15,0 9-2 0,-3-10-11 0,3 10-1 16,-9-10-10-16,5 7-3 0,4 3-7 0,-15-1-5 16,15 1-2-16,-17 8 0 0,8-1 3 0,-1 1 1 15,2 2-9-15,-1 3 2 0,3-3-6 0,1 1 4 16,2 0-3-16,0 1-1 0,1-1-3 0,2 1 2 15,2-5-2-15,2 3-23 0,1-1-20 0,4-1-38 16,-1 0-42-16,2 0-41 0,3-2-52 0,-1-2-127 16,-1 0-357-16,0-3 158 0</inkml:trace>
  <inkml:trace contextRef="#ctx0" brushRef="#br0" timeOffset="-210561.57">27796 4879 157 0,'0'0'156'0,"-8"-2"-14"15,8 2-24-15,0 0-30 0,0 0-37 0,43-9-49 16,-13 4-60-16,4-1-52 0,3-1-118 0,2 1 52 16</inkml:trace>
  <inkml:trace contextRef="#ctx0" brushRef="#br0" timeOffset="-183289.05">29756 4115 5 0,'-9'5'9'0,"4"-2"0"0,5-3-2 0,-10 4 1 15,10-4 1-15,-9 4-5 0,9-4 3 0,-8 3 5 16,8-3-6-16,-8 4-4 0,2 0 2 0,6-4-2 16,-9 5-2-16,4-2 1 0,5-3-8 0,-8 7-6 15,3-4-15-15,5-3 7 0</inkml:trace>
  <inkml:trace contextRef="#ctx0" brushRef="#br0" timeOffset="-181381.81">31224 4014 13 0,'-10'-3'30'0,"1"2"-3"0,0 1 1 0,-2 0-5 15,-1-3-1-15,1 1-4 0,-2 1 1 0,3-1 1 16,-2 2 1-16,-2-3-7 0,1 2-2 0,-2 0-1 16,2 0-2-16,-3-4 2 0,3 2 1 15,0 3-7-15,-1 0 3 0,-3-1 1 0,3 1-1 16,2-2-1-16,-2 2-1 0,1 0-3 0,-1 0 7 0,4 2-5 16,2-1-4-16,8-1 0 0,-15-1 1 15,4 2 2-15,2 0-1 0,-2 1 0 0,3-1 1 16,-2-1-2-16,10 0-2 0,-19 1 8 0,11 1 2 15,8-2-5-15,-18 0-2 0,12 0 5 0,-4-2 3 16,-2 4-3-16,12-2-3 0,-17 1-1 0,5-2 2 16,1 1-1-16,1 1 1 0,-1-2 2 0,-1-1-3 15,2 2 0-15,-4-1-4 0,4 0 8 0,1-1-8 16,-3 1 1-16,1 1 1 0,-1 0 2 0,2 1 1 16,0 1-4-16,-3-2 0 0,3 0-2 0,-2 1 1 15,0-1 0-15,1-1-1 0,0 2 0 0,-2 0 3 16,1-1-3-16,1 0 8 0,0 2-4 0,0-4-4 15,0 2 2-15,1 0-1 0,-2 0 0 0,1 0 4 16,-1 0-2-16,2 0 0 0,-2 0-2 0,2 0-1 16,-1 0 2-16,-1 0-2 0,1 2 5 0,-2-2-7 15,0 0 2-15,3 1 7 0,-2-1-8 0,2 1-1 16,-1-1 0-16,-1-1 0 0,2 1 8 0,1 1-3 16,-1 0-3-16,-1 0 0 0,1 2 3 0,1-3-3 15,0 0-3-15,9 0 3 0,-17 2-7 0,9-1 9 16,1 0-5-16,7-1 3 0,-14 0 2 0,8 1-2 15,6-1 2-15,-14 2-1 0,6-1-1 0,1 2 0 16,7-3 9-16,-13 1-10 0,6 0 3 0,7-1 7 16,-12 1-8-16,12-1-9 0,-11 2 16 0,11-2-6 15,-9 3-2-15,3-1 6 0,6-2-6 0,-9 2-2 16,9-2 1-16,-10 5 4 0,10-5-5 0,-9 2-1 16,9-2 3-16,-8 3 6 0,8-3-8 0,-9 3 0 15,3-1 5-15,6-2-3 0,-10 3 0 0,10-3-1 16,-9 4 2-16,9-4-2 0,-8 4-1 0,8-4 5 15,-11 5-3-15,6-4 3 0,-2 1-1 0,1 2 2 16,-1-1-4-16,0-1 3 0,-1 0-6 16,0 2 3-16,1-2-4 0,-3 1 5 0,1 0 2 15,-1 0-1-15,4-1-2 0,6-2 0 0,-13 5-1 0,7-2 1 16,6-3-1-16,-12 3 1 0,6 1-1 0,6-4 2 16,-9 5-1-16,5-1 2 0,4-4-4 0,-9 3 4 15,9-3-5-15,-10 6 4 0,10-6-4 16,-5 5 3-16,5-5-3 0,-6 6 11 0,6-6-11 0,-7 5 4 15,5-1-1-15,2-4-3 0,-7 7 6 16,7-7-6-16,-5 8 3 0,5-8 0 0,-6 9-1 16,3-7 4-16,3-2 4 0,-4 7-4 0,4-7-1 0,-5 6-6 15,5-6 8-15,-7 6-7 0,4-2 5 0,3-4-1 16,-5 6-4-16,5-6 3 0,-4 5 0 16,4-5 12-16,-5 6-16 0,5-6 3 0,-4 5 4 15,4-5-3-15,0 0-4 0,-9 10 0 0,9-10 5 16,-3 7 2-16,3-7-4 0,-7 8 5 0,7-8-1 15,-6 7-5-15,6-7 5 0,-6 8-4 0,6-8 1 16,-6 10-4-16,6-10 2 0,-7 8 5 0,7-8-4 16,-12 8 4-16,8-3 0 0,4-5-2 0,-8 7-5 15,2-1 13-15,6-6-11 0,-9 7 0 0,9-7-2 16,-9 8 8-16,9-8-9 0,-8 7 1 0,8-7-2 16,-7 8 3-16,7-8 5 0,-9 8 3 0,4-4-4 15,5-4 3-15,-12 9-6 0,7-5 4 0,5-4-1 16,-10 9 0-16,10-9-3 0,-8 7 3 0,4-2-3 15,4-5 4-15,-7 8-5 0,7-8 3 0,-9 10 1 16,9-10 4-16,-7 9-2 0,4-3-3 0,3-6 0 16,-2 10 3-16,2-10-6 0,-4 9 6 0,4-9-6 15,-2 11 1-15,2-11 2 0,0 0-2 0,0 16 3 16,0-16 0-16,0 11-6 0,0-11 6 16,0 13 1-16,0-13-1 0,2 12 2 0,-2-12-6 15,2 16 7-15,-1-5-1 0,-1-11-1 0,0 0-4 0,0 24 12 16,-1-15-10-16,-3 1 3 0,1 0 0 15,2 2-1-15,0-3-3 0,-2 1 0 0,3-10 2 16,-4 17-1-16,2-10 4 0,-1 4-5 0,3-11 1 16,-4 13-2-16,4-13 5 0,-3 12 0 0,0-5-2 0,3-7 3 15,-7 15 2-15,4-9-2 0,3-6-3 0,-4 16 0 16,1-10-4-16,3-6 2 0,-5 12 3 16,5-12-2-16,-4 14 2 0,2-9-3 0,2-5 1 15,-4 12-1-15,4-12 3 0,-5 14-5 0,5-14 11 0,-5 13-3 16,2-7-6-16,3-6 4 0,-3 10-4 15,3-10 4-15,-3 12-8 0,3-12 6 0,-4 12 0 16,4-12 0-16,-5 10 1 0,5-10-2 0,-5 10 3 0,5-10-3 16,-3 9 1-16,3-9-1 0,-1 10 3 15,1-10-2-15,-2 10 3 0,2-10-5 0,-4 11 6 16,4-11-7-16,-3 10 8 0,3-10-4 0,-1 12-1 16,1-12-4-16,-3 10 3 0,3-10-6 0,0 0 3 15,-1 14 1-15,1-14 1 0,-3 10 4 0,3-10-2 16,-1 9-2-16,1-9 5 0,0 0-3 0,-4 14-1 15,4-14-1-15,-1 8-2 0,1-8 6 0,0 0-1 16,0 12-4-16,0-12 12 0,0 0-12 0,0 12 7 0,0-12-8 16,0 0 3-16,1 12 2 0,-1-12 1 15,0 0-4-15,0 12-2 0,0-12-2 0,0 0 5 16,2 11 1-16,-2-11 2 0,0 0-3 0,1 11 1 16,-1-11-1-16,0 11 4 0,0-11 0 0,1 10-16 15,-1-10-5-15,1 12-2 0,-1-12-6 0,-1 16-6 16,1-16-6-16,-2 15-12 0,-1-6 5 0,-1-1-1 15,-1 2-26-15,1-1-74 0,-1 1 32 0</inkml:trace>
  <inkml:trace contextRef="#ctx0" brushRef="#br0" timeOffset="-179276.8">29687 7170 45 0,'0'0'54'16,"0"0"-18"-16,0 0-5 0,0 0-7 0,0 0-15 15,0 0-13-15,-8-16-15 0,8 16-11 0,0 0-32 16,-4-11 15-16</inkml:trace>
  <inkml:trace contextRef="#ctx0" brushRef="#br0" timeOffset="-173535.64">29985 7367 7 0,'0'0'26'0,"0"0"1"16,0 0-8-16,0 0-8 0,0 0-6 15,0 0-22-15,0 0-16 0,0 0 8 0</inkml:trace>
  <inkml:trace contextRef="#ctx0" brushRef="#br0" timeOffset="-170720.51">27187 5392 10 0,'-12'-4'10'0,"1"2"7"16,0-1 6-16,1-1-4 0,-1 2 3 0,1 1 3 15,0-1-4-15,4 0-3 0,-1 0-2 0,7 2 3 16,-14-3 7-16,14 3 3 0,-9-3-6 0,9 3 1 16,-6-1-2-16,6 1 0 0,0 0 2 0,-9-2-6 15,9 2 2-15,0 0 1 0,0 0 3 0,0 0-4 16,-8-5 3-16,8 5 1 0,0 0-4 0,0 0-3 16,0 0 0-16,0 0-3 0,0 0-6 0,0 0 3 15,0 0 7-15,0 0 7 0,0 0 6 0,0 0 9 16,0 0-2-16,35-1-3 0,-17-1 1 0,2-1 6 15,9 0-13-15,1 2 3 0,1-3 10 0,5 0-9 16,0 0 6-16,16 2 1 0,-12-1-2 0,14 2-4 16,-16-2-2-16,0-1-12 0,3 6 3 0,12-2-1 15,-19 0-2-15,-3 1-4 0,3-1-2 0,-5-1 1 16,0 3-3-16,-11-2-5 0,-1-1 2 0,2 2-4 16,-5 1 5-16,-3-2 3 0,0 0-5 0,-1 0-5 15,-1 1 6-15,-9-1-2 0,11 0-4 0,-11 0 3 16,9-1 1-16,-9 1-5 0,0 0 2 0,9-3 0 15,-9 3-1-15,0 0 6 0,0 0-7 0,8-3-2 16,-8 3 6-16,0 0-8 0,0 0 1 0,0 0 3 16,0 0-3-16,0 0-10 0,0 0 7 0,0 0-1 15,0 0-1-15,0 0-6 0,-36-4 6 0,24 4 1 16,-2 1-1-16,-4-1-4 0,-1 0-1 0,-3 1-4 16,2 1 7-16,-9-2-4 0,2 2 3 0,6-2-3 15,-1 1 4-15,-7 0 3 0,4-1-3 0,1 2-2 16,-3-1 2-16,-3 0 0 0,8 1-3 0,-5-2-6 15,1 3 10-15,3-5-11 0,0 6 8 0,3-3 0 16,0-1 5-16,1 1-5 0,-1 1 8 0,3-2-9 16,3-2 4-16,1 2-4 0,2 0 4 0,1 0-2 15,10 0 4-15,-13 2-3 0,13-2 2 0,-9 0 6 16,9 0-10-16,0 0 8 0,-9 1-2 0,9-1 3 0,0 0-2 16,0 0 0-16,24 4 11 0,-5-4 7 15,12-2 3-15,5 4 1 0,16-2 0 0,1 0-2 16,1 0 0-16,3 0-2 0,-3-2 3 0,-1 1-13 15,-3 1 9-15,-12 1 0 0,1 1 4 0,-1-4-7 16,-2 0 1-16,-3 2-3 0,0 0-3 0,-5-1-1 16,-7 1 1-16,-5 0 2 0,-4 0 0 0,-2 0-3 0,-2 1-6 15,-1-1 3-15,-7 0 2 0,13 0-5 16,-13 0 3-16,0 0-5 0,7-3 3 0,-7 3-4 16,0 0 2-16,0 0-6 0,0 0-1 0,-30 0 7 0,13 2-11 15,-4-2-8-15,-1 0-4 0,2 0 2 16,-6 0 8-16,-4 2-3 0,1-3 3 0,4 2-1 15,-4-2 6-15,8 2-5 0,0-1 11 0,0 1-12 16,2-2 12-16,0 1-5 0,5 1 1 0,3-1-3 0,0-1 0 16,3 0 12-16,8 1-2 0,-12 0-2 0,12 0-2 15,0 0-1-15,-12 1 3 0,12-1 3 0,0 0 6 16,0 0 2-16,0 0-6 0,0 0 6 16,47-2 1-16,-26 0-5 0,8 2 14 0,-1-2 1 15,-1 2-2-15,3-2-4 0,-1 0-1 0,1 2-1 0,-8-1-5 16,5 2-4-16,-7-1 2 0,-7 2 3 0,4-4 4 15,-6 1-8-15,-1 2-12 0,-3 1-6 0,-7-2-16 16,14 0-3-16,-9 0-14 0,-5 0-16 0,0 0-13 16,1 8-19-16,-1-8-50 0,0 0-157 0,-17 14 69 15</inkml:trace>
  <inkml:trace contextRef="#ctx0" brushRef="#br0" timeOffset="-142057.02">13297 6384 64 0,'0'0'86'0,"0"0"-15"0,0 0-5 15,0 0-5-15,0 0-9 0,-4-6-5 0,4 6-4 16,0 0-4-16,0 0-3 0,0 0-1 0,0 0 4 16,0 0-15-16,0 0 0 0,0 0-10 0,0 0-3 0,0 0-11 15,0 0-20-15,17-3-14 0,-17 3-10 16,0 0-59-16,0 0-111 0,14 3 50 0</inkml:trace>
  <inkml:trace contextRef="#ctx0" brushRef="#br0" timeOffset="-141699.79">13302 6325 30 0,'-5'-4'83'0,"5"4"-3"0,0 0-13 0,0 0-4 16,0 0-4-16,0 0-2 0,0 0-10 16,0 0-10-16,0 0-14 0,0 0-23 0,0 0-9 15,0 0-11-15,0 0-22 0,0 0-38 0,0 0-86 16,0 0 39-16</inkml:trace>
  <inkml:trace contextRef="#ctx0" brushRef="#br0" timeOffset="-140824.49">21921 5978 28 0,'0'0'87'16,"0"0"-6"-16,0 0-1 0,0 0-13 0,0 0-4 16,0 0-7-16,-14 8-18 0,14-8-21 0,0 0-23 15,0 0-18-15,0 0-7 0,0 0-45 0,-9 3-83 16,9-3 37-16</inkml:trace>
  <inkml:trace contextRef="#ctx0" brushRef="#br0" timeOffset="-140652.16">21913 6002 113 0,'0'0'133'0,"0"0"-3"0,0 0-15 0,0 0-7 16,0 0-20-16,0 0-13 0,0 0-29 0,0 0-27 15,0 0-31-15,-5 6-26 0,5-6-39 0,0 0-40 16,0 0-127-16,-10 5 56 0</inkml:trace>
  <inkml:trace contextRef="#ctx0" brushRef="#br0" timeOffset="-139782.39">13182 6293 123 0,'0'0'121'0,"0"0"-9"0,0 0-11 0,0 0-9 16,0 0-11-16,0 0-2 0,0 0-17 0,0 0-2 15,0 0-9-15,0 0-7 0,0 0-16 0,0 0-7 16,0 0-29-16,0 0-17 0,0 0-13 0,0 0-2 16,0 0-13-16,7 4-26 0,-7-4-43 0,6 3-133 15,-6-3 59-15</inkml:trace>
  <inkml:trace contextRef="#ctx0" brushRef="#br0" timeOffset="-139169.52">21264 6114 5 0,'0'0'121'0,"0"0"-31"16,0 0 9-16,0 0-1 0,0 0-13 0,0 0-9 16,0 0-11-16,0 0-6 0,0 0-10 0,0 0-8 15,0 0 4-15,0 0-12 0,0 0-3 0,0 0-2 16,0 0-16-16,0 0-11 0,0 0-15 0,0 0-20 16,0 0-19-16,0 0-11 0,0 0-65 0,0 0-140 15,0 0 62-15</inkml:trace>
  <inkml:trace contextRef="#ctx0" brushRef="#br0" timeOffset="-137380.65">17850 8143 55 0,'0'0'79'16,"0"0"-18"-16,0 0-6 0,0 0-1 0,0 0-7 0,0 0 2 15,0 0-4-15,0 0-6 0,0 0-10 0,0 0-10 16,0 0-6-16,0 0-14 0,0 0-37 15,-11 3-47-15,11-3-91 0,-13-3 41 0</inkml:trace>
  <inkml:trace contextRef="#ctx0" brushRef="#br0" timeOffset="-136698.28">17360 4283 64 0,'0'0'72'0,"0"0"-25"0,0 0-1 15,0 0-4-15,0 0-2 0,0 0-5 16,0 0-5-16,0 0-4 0,0 0-5 0,0 0-6 0,0 0 0 16,0 0 3-16,0 0-18 0,0 0 0 15,0 0-10-15,0 0-5 0,0 0-20 0,0 0-34 16,3 23-74-16,-4-16 32 0</inkml:trace>
  <inkml:trace contextRef="#ctx0" brushRef="#br0" timeOffset="-125676.53">17259 4395 2 0,'0'0'79'0,"0"0"-13"0,5-8 0 15,-5 8-7-15,0 0-5 0,0 0-6 0,0 0-3 16,0 0 2-16,0 0-11 0,0 0 5 0,0 0-14 16,0 0 5-16,0-9-2 0,0 9-8 0,0 0-1 15,0 0-8-15,0 0 5 0,0 0-16 0,0 0-19 16,0 0-21-16,0 0-13 0,0 0-8 0,0 0-32 16,0 0-98-16,-21 14 43 0</inkml:trace>
  <inkml:trace contextRef="#ctx0" brushRef="#br0" timeOffset="-125045.58">12506 6660 76 0,'0'0'114'0,"0"0"-2"15,0 0-4-15,0 0-1 0,0 0-1 0,0 0-9 16,-4 3-3-16,4-3-13 0,0 0-2 0,0 0 2 15,0 0-9-15,0 0-4 0,0 0-10 0,0 0 5 16,0 0-13-16,0 0-7 0,0 0-2 0,0 0-7 16,0 0 2-16,0 0-8 0,0 0 0 0,0 0-7 0,0 0-2 15,0 0-7-15,0 0-10 0,0 0-13 0,0 0-11 16,0 0-16-16,0 0-21 0,15-14-24 16,-15 14-11-16,10-4-21 0,-3 2-87 0,1-2-218 15,6-3 97-15</inkml:trace>
  <inkml:trace contextRef="#ctx0" brushRef="#br0" timeOffset="-124446.72">17062 4278 2 0,'0'0'21'0,"0"0"-1"0,0 0-8 0,0 0-2 0,0 0-3 15,0 0-3-15,-18 11-4 0,13-8-13 16,5-3-14-16,-9 7 7 0</inkml:trace>
  <inkml:trace contextRef="#ctx0" brushRef="#br0" timeOffset="-123923.89">12764 6515 78 0,'0'0'74'0,"0"0"-7"15,0 0-7-15,0 0-11 0,0 0-11 0,0 0-10 16,0 0-19-16,0 0-15 0,0 0-12 0,0 0-20 16,0 0-20-16,0 0-61 0,0 0 28 0</inkml:trace>
  <inkml:trace contextRef="#ctx0" brushRef="#br0" timeOffset="-122886.36">12841 6602 45 0,'0'0'70'0,"0"0"-6"0,0 0-5 15,0 0-4-15,0 0-13 0,0 0-19 0,0 0-16 16,0 0-15-16,0 0-20 0,0 0-28 0,0 0-58 15,0 0 25-15</inkml:trace>
  <inkml:trace contextRef="#ctx0" brushRef="#br0" timeOffset="-120395.98">4549 2675 20 0,'0'0'191'0,"0"0"-11"0,-2-9-21 0,2 9-11 15,0 0-14-15,0 0-18 0,0 0-15 0,0 0-10 16,0 0-1-16,0 0-2 0,0 0-4 0,-3 36 6 15,-2-18-6-15,3 1 1 0,-4 7 3 0,1-2-6 16,-1 3-7-16,-1-1 2 0,1 2-1 0,0 0-3 16,1 1-3-16,-1-4-5 0,2 0-6 0,-2 0-8 15,4-6-4-15,-2 1 0 0,3-5-7 0,-2 2-3 16,0-5-4-16,3 1-1 0,0-1-5 0,-1-1 0 16,1-2-22-16,1 2-27 0,-1-1-24 0,0-4-26 15,0-6-22-15,3 12-25 0,-3-12-42 0,1 10-45 16,-1-10-120-16,0 0-352 0,0 0 156 0</inkml:trace>
  <inkml:trace contextRef="#ctx0" brushRef="#br0" timeOffset="-119791.24">4254 3037 144 0,'0'0'154'0,"13"-7"-20"15,-3 2-14-15,2 3-6 0,5-4-4 0,0 0-3 16,2 1-18-16,3 0 0 0,-4 0-9 0,2 0-2 0,1 3-11 16,-3-3-10-16,-1 0-4 0,-4 3-1 15,1 0-10-15,-3 0-7 0,-5 1-6 0,-6 1-1 16,14 3-3-16,-14-3-2 0,10 4-4 0,-10-4-2 16,8 10 12-16,-4-1 0 0,-3-1 1 0,-1 3 1 15,1 2-3-15,1 1 4 0,-2-1 0 0,2 3-4 16,-2-1 4-16,1-2-4 0,-1-1 0 0,3-1-3 15,1-1 0-15,1 1 7 0,-1-3 0 0,2 1-6 16,3-2 1-16,1-1 3 0,1-3-8 0,0 0-3 16,2 1 2-16,5-4-4 0,0 0 1 0,1-4 2 15,-3-1-5-15,3 0 0 0,-1-2-7 0,-1 2 5 16,1-3-2-16,-4-1 0 0,2 2-1 0,-5 0-2 16,2-4 3-16,-5 5-2 0,0-4-9 0,-1 3 9 15,-3-3-2-15,-2-1-3 0,1 1 2 0,-3 10-2 16,3-16 0-16,-3 16-1 0,2-10-2 0,-2 10 1 15,1-10-1-15,-1 10-5 0,0 0-2 16,0 0 2-16,0 0 0 0,0 0 0 0,0 0-1 0,0 0 0 16,0 0 1-16,0 0-1 0,-13 35-3 15,9-24 5-15,3 0-1 0,1 0 5 0,0-1-1 0,1 1 1 16,2-2-5-16,0 1 2 0,0 0 4 0,4-3-2 16,-1 1 3-16,0 0 2 0,5-3-1 15,1-2-5-15,1 0 4 0,1-3 3 0,-2 2-1 0,3-4 1 16,2 1 0-16,-6-1 1 0,3-4-3 0,2 0 2 15,0-1 7-15,-5 1 1 0,-3-2 2 16,3 0 3-16,-4-2-3 0,1 0-5 0,-2-1 4 16,1 1 1-16,-3-2-4 0,-1-2-1 0,1-1 1 15,-4 4-5-15,2-1 3 0,-2 2-8 0,0 10-5 16,-4-22-13-16,2 16-13 0,2 6-27 0,-5-9-31 0,5 9-47 16,-4-9-33-16,4 9-28 0,0 0-129 15,0 0-351-15,0 0 155 0</inkml:trace>
  <inkml:trace contextRef="#ctx0" brushRef="#br0" timeOffset="-119545.78">5205 3149 79 0,'13'0'149'0,"-13"0"-3"15,14 2 2-15,-14-2-3 0,14-2-13 0,-3-1-2 16,-3-1-3-16,1 0-7 0,0 0-4 0,0-2-4 15,-9 6 2-15,11-11-11 0,-6 5-1 16,2-1 5-16,-2-1-11 0,-1-1-8 0,-4 9-10 0,1-19-8 16,-2 10-9-16,-2-1-5 0,-2 2-5 0,-1 0-7 15,6 8-20-15,-12-9-14 0,3 2-19 0,0 3-24 16,-1 2-16-16,10 2-20 0,-22 4-13 16,13 2-38-16,-2-2-40 0,1 4-155 0,-2 5-341 15,7-4 152-15</inkml:trace>
  <inkml:trace contextRef="#ctx0" brushRef="#br0" timeOffset="-118922.65">5850 2962 47 0,'0'0'199'0,"-10"-12"-8"0,-1 7-1 15,-1-1-7-15,-2 4-11 0,-5-1-7 0,1 3-7 16,-1 3-11-16,0 2-12 0,1 3-17 0,0 1-11 15,-4 6-8-15,0 3-9 0,7-3-3 0,1 1-12 16,4 0-9-16,1 1-6 0,1 0-5 0,2 1-4 16,1-3-9-16,2 2 1 0,3-5-6 0,1 0-5 15,4 0-1-15,-1-2-1 0,4-1-1 0,-2-2-2 16,3-1 0-16,3-2-7 0,3 1-1 0,0-5 0 16,2-2-4-16,2 2-5 0,0-5-2 0,3 0 5 15,-3-4-9-15,-1 0-2 0,8-6 0 0,-6-1-2 16,-2-4 2-16,1-1-2 0,-6 5 10 0,2-9-11 15,-2 0 0-15,0-4-1 0,-4 0 1 16,-1 2 2-16,2-3 0 0,-4 1-3 0,-1-2-1 0,0-1-1 16,-1 3 3-16,-2-1 1 0,1 3 1 15,-1 2 4-15,0 0 7 0,-2 8 5 0,-2 1 5 16,0 7-1-16,2 0-2 0,0 2-9 0,0 7 2 16,0-11-10-16,0 11 2 0,0 0-5 0,0 0 2 0,0 0-3 15,-6 31 1-15,-1-5 4 0,4 3-4 0,-3 2 1 16,-1 1 3-16,3 3 0 0,0-4-5 15,-1 0 6-15,3 0-1 0,0-5-1 0,5-1 2 16,-1-6-1-16,2 2-2 0,0-4 2 0,2-2 1 16,2 1 3-16,-3-6-2 0,2 0 0 0,0-1 3 15,5-1-2-15,-3-2 0 0,2-1-1 0,2-4 1 16,0-1-3-16,-1 0-1 0,1-3 1 0,4-4-5 16,-2-2 2-16,2 2 2 0,-3-5-8 0,1-1-2 15,-2-1 2-15,-1 1-1 0,-1-2-1 0,-1 0 2 16,-3 2 1-16,2-3-2 0,-6 5 3 0,1 2-3 15,-1 1 6-15,-1 2-5 0,1 2-4 0,-3 4-2 16,4-8-1-16,-4 8-2 0,0 0 2 0,0 0 4 16,0 0 0-16,0 0 2 0,-7 34-2 0,6-24 3 15,-1 6-2-15,0-6 7 0,1 6-1 0,1-3 2 16,1-1-23-16,1 0-31 0,-1-1-52 0,3 0-58 16,0-2-70-16,1 1-141 0,4-2-406 0,0-2 181 15</inkml:trace>
  <inkml:trace contextRef="#ctx0" brushRef="#br0" timeOffset="-118758.8">6203 2696 78 0,'0'0'185'0,"-4"-5"-35"0,4 5-27 0,0 0-15 16,0 0-51-16,0 0-54 0,-5 16-63 0,6-6-48 15,-1-10-116-15,9 22 52 0</inkml:trace>
  <inkml:trace contextRef="#ctx0" brushRef="#br0" timeOffset="-118480.31">6328 3005 50 0,'-2'12'178'0,"2"-12"-5"0,0 0-11 15,1 13-12-15,-1-13-12 0,4 13-11 0,-4-13-6 16,7 10-6-16,1-4-5 0,1-2-15 0,2 1-4 16,2-3-11-16,0 1 5 0,5-3-6 0,-4 0-2 15,3-4-5-15,0 3-5 0,-1-5-2 0,-2 3-6 16,-3-4-2-16,0 1 7 0,-1 2 0 0,-1-5-4 16,-4 3 10-16,0-4-4 0,-2 0-7 0,-3-1-3 15,0 11-10-15,-7-21-3 0,3 11-5 0,-2 1-4 16,-2 1 1-16,-2 2-23 0,-1 0-13 0,0 1-18 15,-1 2-23-15,0 2-17 0,12 1-25 0,-25 4-26 16,13-1-44-16,1 4-52 0,2 1-149 16,1-1-382-16,8-7 169 0</inkml:trace>
  <inkml:trace contextRef="#ctx0" brushRef="#br0" timeOffset="-117537.64">6820 2870 205 0,'-7'-2'218'16,"-2"0"-11"-16,9 2-4 0,-25 3-16 0,14-1-10 15,-2 3-17-15,-2 4-14 0,-1 1-12 0,1 0-17 16,0 1-10-16,1 1-11 0,0 1-6 0,5-5-11 16,2 5-8-16,2-4-5 0,0 3-10 0,1-1-2 15,3-2-6-15,1-9-2 0,4 20-5 0,-2-13-3 16,5 1-2-16,2 0-5 0,1-5-2 0,3 0-5 15,-1 1-2-15,6-3-8 0,-1-2-7 0,1 0-6 16,-2-5-3-16,1 1-1 0,-2-3 2 0,1-1-5 16,-1-1 4-16,-2-5-1 0,0 0 2 0,2-7-5 15,-6 4 0-15,4-5 5 0,-4-3-5 0,-2-1 4 16,0 1 0-16,2-2 8 0,-3 0 2 0,-2-1 1 16,1-1 0-16,0 1 5 0,-1-1 4 0,0 1 0 15,-3 4 8-15,0 6 26 0,-1 2 0 0,0 6-1 16,0 0-6-16,0 4-3 0,0 0-6 0,0 7-11 15,-1-11-7-15,1 11-8 0,0 0-2 0,0 0-2 16,0 0-3-16,0 0 0 0,-10 44 4 0,3-13 0 16,-2 2-3-16,-3 13 3 0,4-11-1 0,-1 10-1 15,3-15-2-15,-1 2 3 0,7 0-1 16,0-2 0-16,4-5 2 0,0 0-3 0,1 2 0 16,1-11-1-16,1-1 0 0,3-1 5 0,-2-4-5 15,5 3 1-15,2-4 2 0,0-2 1 0,3 1 3 16,0-3-5-16,2-3 0 0,1-4-1 0,-1-2 1 15,2 1-8-15,5-9 5 0,0 2-5 0,-2-2 1 0,2 0-4 16,-5-5 1-16,-3 6-4 0,3-8-2 0,-3 1 2 16,-4 4-7-16,1-6 1 0,-4 3-2 15,-3-1 2-15,0 3-3 0,-2 0 1 0,-5 4 0 16,2 0 2-16,-5-1 1 0,2 3 0 0,-1 9 0 16,-5-11 2-16,2 5 2 0,3 6-2 0,-9-5-2 15,2 3 0-15,7 2 0 0,-23 6 2 0,7 4 1 16,1 3 3-16,1-1-1 0,-1 2 2 0,3 0 1 15,-1 0 4-15,2 0 0 0,2 4 4 0,0-4-3 16,5-2 4-16,2-1-2 0,2 1 4 0,1 1-3 16,2-3 3-16,4 2 2 0,-1-2 6 0,6-3 2 15,5 1 2-15,1-1 5 0,8-3-2 0,-3-1-5 16,5-2 4-16,2-1-7 0,0-1 1 0,1-2 0 16,0 1 1-16,-2-6-1 0,-2 1 3 0,-3-2-8 15,-4 1-1-15,-1-2 1 0,-3-1 1 0,1-1-1 16,-4-2-3-16,1-1-8 0,-4 0-2 0,0-2-5 15,2-1 0-15,-3-4-4 0,-3 5 5 16,-1 2-2-16,0 0 3 0,0 2-4 0,-2 5 7 0,-1-3-3 16,0 6 1-16,-2 5-3 0,1-10 0 0,-1 10-3 15,1-6 0-15,-1 6 2 0,0 0 1 0,0 0-1 16,0 0 3-16,0 0 3 0,-15 28-4 0,9-11 0 16,1-4 6-16,-1 3-5 0,1 0 4 0,-1 1-1 15,0-2 2-15,2 2 0 0,-1-3 0 16,2-2 4-16,0 7 6 0,2-3-8 0,0 0 5 15,0-3-3-15,-1-2 3 0,2 1 2 0,-1-2 3 16,1-10 4-16,-1 19 3 0,1-7 3 0,0-12-3 16,-3 14 1-16,3-14 1 0,0 12 0 0,0-12-3 15,0 0 2-15,-1 14-1 0,1-14-3 0,0 0 2 0,0 12-5 16,0-12-9-16,0 0-10 0,-3 8-13 0,3-8-26 16,0 0-34-16,0 0-54 0,0 0-69 15,0 0-241-15,0 0-483 0,0 0 213 0</inkml:trace>
  <inkml:trace contextRef="#ctx0" brushRef="#br0" timeOffset="-117164.35">8129 2923 197 0,'0'0'239'0,"0"0"-10"0,0 0-7 0,0 0-23 16,-9 1-19-16,9-1-17 0,0 0-12 0,0 0-8 16,0 0-7-16,0 0-14 0,34-5-9 0,-14 3-12 15,7 1-2-15,-1 2 4 0,4-2-11 0,-2-1-2 16,-7 2-15-16,-1-2 13 0,0 1-3 0,-7 1 5 15,-7 0 3-15,3-1 2 0,-9 1 11 0,0 0-1 16,22 0 4-16,-22 0-2 0,0 0 2 0,10 0 4 16,-10 0-1-16,0 0-5 0,0 0-9 0,0 0-11 15,13 0-4-15,-13 0-15 0,0 0-6 0,0 0-21 16,0 0-32-16,5-3-41 0,-5 3-35 0,0 0-53 16,0 0-70-16,0 0-72 0,0 0-84 0,0 0-222 15,0 0-614-15,0 0 271 0</inkml:trace>
  <inkml:trace contextRef="#ctx0" brushRef="#br0" timeOffset="-116450.27">9480 2576 1599 0,'9'-17'35'0,"-3"1"-5"15,-3 5 1-15,-2 0 33 0,0 1-22 0,-2 3-13 16,1 7 4-16,-5-15-7 0,1 11-4 0,-2 1-7 15,-3 2 1-15,-3 1 8 0,2 3-4 0,-7 2 7 16,1 3-2-16,-2 5 6 0,-4 7 6 16,0 3-7-16,-1 3 4 0,2 5 0 0,1-2-8 15,-6 10 1-15,1 3 2 0,10-13-1 0,1 1-3 0,1-4-4 16,3 1 1-16,4-3-5 0,0-1 2 0,5-4-3 16,1-1 1-16,0-1-2 0,3-5-2 0,3 0 2 15,-2 1 3-15,3-4-7 0,1 0 2 0,3-2 5 16,1-2 7-16,-2 0 3 0,2-2-4 15,1-1-3-15,0-2 4 0,0-2-4 0,-1 0-1 0,1-1 0 16,0-2-3-16,-2-1 1 0,4-3-1 16,-6 0-7-16,2 1 0 0,-2-2 0 0,1-3-6 15,0 0-1-15,0 0-4 0,0 0-3 0,0 0-1 16,1-2-9-16,-3 5-1 0,1 1 0 0,-2-1 4 16,2 3-3-16,-2 2 0 0,-2 0-2 0,1 2 0 15,-6 3 2-15,11-4-3 0,-11 4 4 0,13 4-2 16,-6-1-1-16,2 5 6 0,-3-3-6 0,0 3 11 15,0 3-7-15,-1 0 1 0,1 1 4 0,-2 0 2 16,1 3 3-16,-1 1-1 0,-2-5-1 0,1 5 6 16,1 0-3-16,-2-4-24 0,1-1-29 0,1 1-31 15,-2-4-51-15,1-1-56 0,1 2-152 0,-4-9-372 16,10 13 165-16</inkml:trace>
  <inkml:trace contextRef="#ctx0" brushRef="#br0" timeOffset="-116076.56">9908 2760 24 0,'-8'-3'218'0,"-2"3"-10"0,-2 2-5 0,-1 2-12 16,-4 4-13-16,-2 3-14 0,-3 5-13 16,5-4-13-16,2 2-10 0,2-1-9 0,2 2-13 15,-1-2-11-15,6-2-13 0,1 0-7 0,1 0-5 16,1 0-7-16,2 0-4 0,1-11-6 0,1 19-2 15,2-11-7-15,-3-8 2 0,13 12-8 0,-1-9-9 0,0 0 0 16,-1-1-7-16,9-2 2 0,-1-3-6 0,-1 1-2 16,-1-5-2-16,-1-1-1 0,0 0 0 15,-3-1-4-15,-1 0 2 0,-3 0-3 0,1-5 0 16,-2 1-3-16,2-1 3 0,-8 3-1 0,3 0 1 16,-1 0 12-16,-2 3 3 0,-1-1-4 0,0 3 2 15,-1 6-4-15,3-10-7 0,-3 10-5 0,2-4-3 16,-2 4-3-16,0 0 2 0,0 0-1 0,0 0 1 15,-6 20 1-15,3-11-1 0,2 2 1 0,-3 3 1 16,2 1-1-16,-2-2 2 0,4 2-1 0,-3 1-2 16,2 0-8-16,2 0-23 0,0 0-33 0,-1-16-45 15,4 23-44-15,1-12-40 0,2 1-197 0,-1-3-420 16,4-3 186-16</inkml:trace>
  <inkml:trace contextRef="#ctx0" brushRef="#br0" timeOffset="-115831.63">10189 2542 33 0,'1'-12'245'16,"-1"3"-14"-16,2 3-25 0,-2 6-23 0,1-12-23 0,-1 12-12 16,0 0-20-16,0 0-11 0,0 0-10 0,1 27 1 15,-1-4 1-15,0 5-11 0,0 2-7 16,-1 1-10-16,-3-1-8 0,1 1-5 0,0 0-5 0,-2 0-5 15,3 0-5-15,0-4-4 0,1 1-5 16,-2-3-6-16,2-6-15 0,-1 0-23 0,2-3-22 16,-1 3-26-16,-2-3-43 0,2-4-50 0,1-12-47 15,-1 19-150-15,1-19-365 0,-5 12 161 0</inkml:trace>
  <inkml:trace contextRef="#ctx0" brushRef="#br0" timeOffset="-115669.97">10049 2723 33 0,'0'0'152'0,"5"-6"-14"0,-5 6-12 0,0 0-18 16,14-2-7-16,-14 2-19 0,25 2-33 0,-7 2-34 16,3 2-56-16,5 1-87 0,-8 2-138 0,3-1 62 15</inkml:trace>
  <inkml:trace contextRef="#ctx0" brushRef="#br0" timeOffset="-115376.56">10331 2978 106 0,'0'0'180'0,"0"0"-9"0,0 0-12 16,23-8-6-16,-13 3-10 0,0-4-5 0,6 0-8 15,0-1-1-15,0 2-8 0,-1-5-10 0,3 2-3 16,-3-2-6-16,7-5-12 0,-8 3-4 0,5-4-12 15,-6 3 0-15,1 1-10 0,-4-2-4 0,-1 2 2 16,-4 4 4-16,0 0-5 0,0 2 0 0,-3-3-12 16,-1 3 1-16,-1 9-9 0,0-17-1 0,-1 12-7 15,1 5-6-15,-10-8-3 0,2 7-3 0,8 1-6 16,-28 4-2-16,11 3-2 0,-2 3 0 0,-4 5-5 16,6-2 2-16,2-1 0 0,2 2-4 0,3 2 1 15,-1 1 1-15,4 0-2 0,3-2 3 0,2 3-17 16,3 1-25-16,3-2-23 0,5-1-31 0,1-3-39 15,5 1-60-15,11 2-200 0,-8-6-419 0,9 0 185 16</inkml:trace>
  <inkml:trace contextRef="#ctx0" brushRef="#br0" timeOffset="-115011.08">10802 3030 79 0,'13'-13'245'16,"-5"6"-8"-16,1-2-10 0,1-3-14 0,0 0-13 15,3-3-22-15,1 2-12 0,1-2-16 0,5-2-12 16,0-5-15-16,0 2-11 0,1-3-12 0,1 1-11 0,1-4-10 16,0 1-9-16,-1-1-6 0,-2 0-3 15,-1 0-8-15,-2-2-8 0,-2 3-6 0,-1 3-2 16,-6 7-5-16,-3-1-2 0,0 6-4 0,-3 0-3 16,0 4-4-16,-2 6-2 0,2-13-6 0,-2 13-5 15,0 0-3-15,0 0-2 0,-16-7-2 0,16 7-2 16,-26 13-3-16,12-1-2 0,0 1-1 0,-1-2-4 15,3 7-6-15,1-4-5 0,1 4 2 0,4-4 0 16,2 2 1-16,1 2 2 0,3-1 0 0,3 2 3 16,3-2 1-16,0 0 5 0,3 2-2 0,1-2 1 15,3 4 1-15,-4-6-3 0,1-1 1 0,-1 0 6 16,-4-4-3-16,0-1 3 0,2 1 0 0,-4 0 9 16,-3-10-4-16,8 18 0 0,-5-11-1 0,-3-7 1 15,0 0 1-15,-3 20-17 0,3-20-27 16,-8 14-30-16,8-14-46 0,-11 9-42 0,11-9-195 15,-19 6-387-15,19-6 171 0</inkml:trace>
  <inkml:trace contextRef="#ctx0" brushRef="#br0" timeOffset="-114712.02">11275 2835 19 0,'0'0'201'0,"-6"17"-13"0,-1-7-10 0,5-2-16 0,0 0-9 16,2-8-10-16,-3 17-9 0,3-17-11 0,0 16-10 16,6-8-10-16,-6-8-9 0,10 15-8 0,-6-10-7 15,3-1-4-15,3 1-4 0,3-3-3 0,-2 1-5 16,5-3 2-16,-4 0-2 0,2 0 1 0,3-5 2 16,-4 2-1-16,-2-3 4 0,1 1-5 0,-2-4-2 15,-2 1-7-15,-3-3-7 0,0 0-4 0,0 1-5 16,-3-2 0-16,-3-2-10 0,1 14-2 0,-6-27-3 15,2 15-6-15,-1 1-9 0,-3 0-11 0,1 2-11 16,-4 2-20-16,1 2-11 0,0 1-25 16,0 0-20-16,10 4-42 0,-22-3-33 0,11 5-42 0,-1 1-153 15,12-3-389-15,-18 8 173 0</inkml:trace>
  <inkml:trace contextRef="#ctx0" brushRef="#br0" timeOffset="-114016.14">11619 2698 190 0,'2'-9'270'16,"-2"9"-14"-16,0 0-18 0,0 0-24 0,2-8-17 15,-2 8-22-15,0 0-27 0,0 0-15 0,0 0-11 16,0 0-10-16,-9 29-12 0,5-12-13 0,0 0-4 16,-1-1-9-16,1 2-6 0,1-1-9 0,1-1-3 15,7 0-5-15,-2-1-5 0,-1 2-3 0,4-6-5 16,-3-2 0-16,3 3-1 0,1-5-3 0,4 2 0 15,-2-2-3-15,5-2-3 0,-1-3-2 0,3 1-4 16,-2-2 0-16,-14-1 0 0,35-5-5 0,-21 2 8 16,-3-2-11-16,2 2 1 0,-2-5-5 0,-2 0 2 15,2 0-7-15,-3-2 2 0,0-1-4 0,2-4-2 16,-5 1-2-16,3 0 3 0,-3-3-4 0,-1 2 2 16,1-1-1-16,-4 6 0 0,2-2 0 15,1 3 8-15,-4 9 8 0,2-12 2 0,-2 12 3 16,2-10-7-16,-2 10-4 0,0 0-6 0,3-9 0 0,-3 9-4 15,0 0-2-15,0 0 1 0,0 0 0 0,0 0-2 16,-7 35 6-16,5-24-2 0,-1 1 1 0,3 1 1 16,0 0 3-16,-3-3-3 0,3-10 7 15,1 28 0-15,2-18-7 0,1 0 5 0,-4-10 0 16,10 20 0-16,-2-12 4 0,1-1 1 0,5-2-3 16,1 2 3-16,-1-5-1 0,1 0 3 0,4 0-6 15,-2-1 4-15,-3-1-1 0,6-2-1 0,-8-1 1 16,5-1-4-16,-1-2-10 0,-4 1 1 0,-1-3-8 15,3 0-3-15,-4-1-4 0,2-2-2 0,-4-2-2 16,-3 3-2-16,-1-2 0 0,-3-5-1 0,-1 0-1 16,-1 1-2-16,-3-1 2 0,-2 6 0 0,-1-2 1 15,-2 2 3-15,0 3-1 0,0 0 4 0,0 1 1 16,-1 1 1-16,10 6 0 0,-13-7 1 0,9 3 0 16,4 4 6-16,0 0-6 0,-12-5 0 0,12 5 0 15,0 0 3-15,0 0 1 0,0 0 2 0,0 0 4 16,0 0 2-16,0 0-1 0,0 0 5 0,41 4-1 15,-29-3-1-15,1 0-5 0,5 2 5 0,0 0-2 16,-5-3-2-16,-2 4 1 0,1-1-1 0,1 1 2 16,-6 0 2-16,4 2-6 0,-5 0 1 0,2 3 4 15,-2 1 9-15,1-1 7 0,-4 2 13 0,1 1-1 16,-2 3 0-16,-2-4-2 0,2 2 0 0,-2-1-5 16,0-1 0-16,0 1 2 0,-2 0-1 0,2-12-27 15,-5 23-24-15,4-13-36 0,1-10-40 0,0 23-53 16,4-14-56-16,0 1-200 0,-4-10-449 0,0 0 198 15</inkml:trace>
  <inkml:trace contextRef="#ctx0" brushRef="#br0" timeOffset="-113644.04">12532 2720 45 0,'0'0'216'0,"0"0"-4"0,-21 7-8 0,12 0-12 15,-4 5-8-15,5-2-15 0,-3 4-14 16,1 0-13-16,2 0-17 0,6-2-10 0,-2-1-11 16,1 2-10-16,3-1-6 0,5 4-10 0,1-2-2 15,0-3-6-15,3 3-7 0,3-1-2 0,0-7-5 16,4 4-2-16,13-3-4 0,-9-3-5 0,-2-2-3 16,11 0-4-16,-9-4-2 0,3 0-3 0,-3-1 0 15,1-1-6-15,-1-1-1 0,-3-1-3 0,-2-3-2 16,2 1 0-16,-5-3 0 0,1 1-7 0,-5-2-3 15,2 1 4-15,-1-4-5 0,-5 3-2 0,1-2 0 16,-1 2-2-16,-2 0 0 0,-2 2-2 0,0 0 1 16,0 10-4-16,-4-15-3 0,4 15 1 0,-13-10 0 15,6 9 0-15,7 1 5 0,-25 5 0 0,13 1 3 16,-5 2-1-16,1 1-3 0,3 1 4 0,4-1-2 16,-1 3-1-16,2-1 0 0,3 0-7 0,3-1-25 15,2-10-31-15,4 24-38 0,3-12-60 0,3-3-66 16,7-1-191-16,10-1-447 0,4 0 198 15</inkml:trace>
  <inkml:trace contextRef="#ctx0" brushRef="#br0" timeOffset="-113024.39">13352 2708 132 0,'0'0'260'0,"-17"-6"-18"0,6 5-9 0,-3 2-18 15,-1 2-16-15,-5 2-14 0,1 4-13 0,-5 2-15 16,2 5-15-16,3-5-13 0,6 0-10 0,-3 2-17 16,5 1-1-16,0-2-14 0,1 4-6 0,6-5-8 15,0 0-5-15,2 0-8 0,0-1-5 0,1 2-2 16,1-12-1-16,5 17-10 0,3-10 3 0,-2 1-10 16,7-1 1-16,-4-3-6 0,5 0 4 0,3-2-9 15,1-2 1-15,3-2-2 0,-6-2 2 0,6 0-1 16,-6-2-7-16,3-1 1 0,-2-4 3 0,-2-1-6 15,-3-4-3-15,-1 0-4 0,4-1-1 0,-5-6-5 16,0-1-4-16,-4-2 1 0,2-3 1 0,-3 0-4 16,0 1-1-16,-1-3 2 0,1 3-2 0,-2-3 3 15,0 1 9-15,1 1-1 0,-6 1 6 0,3 1 9 16,0 9 6-16,0 1 9 0,-4 2 8 0,4 6-11 16,0 9 2-16,-2-16-4 0,2 16-6 15,-2-10-8-15,2 10-3 0,0 0-13 0,0 0 8 16,0 0-2-16,-14 24-2 0,2 0-1 0,4 4 1 0,-3 0 2 15,5 3-5-15,-4-1 1 0,6-1-4 16,1-1 4-16,1 0 12 0,2-3-15 0,4 3 5 16,1-5-4-16,1-3 1 0,4-4 3 0,1 0 1 15,9 3 2-15,-2-2 1 0,0-6-1 0,5 1-1 16,-3-3-2-16,0-4 1 0,0 1 4 0,-2-2 1 16,2-2-1-16,-7 0 0 0,6-5 0 0,-6 2-2 15,1-3 5-15,-3 0-6 0,0-1-7 0,-1-4-3 16,0 2-2-16,-3-3 7 0,0 1-16 0,-2-3 3 15,-1 2 0-15,0-3-4 0,-3 2 6 0,0 2-3 16,-1 9 10-16,1-15-6 0,-1 15-1 0,0-10-3 16,0 10-1-16,0 0 0 0,0 0-7 0,0 0 0 15,0 0 16-15,0 0-10 0,0 0-1 0,0 0-1 16,0 0 3-16,0 0 4 0,-21 25 6 0,21-18-3 16,-2 5-6-16,0-2-31 0,2-10-36 0,0 21-40 15,0-21-33-15,2 18-47 0,-2-18-58 0,4 14-216 16,-4-14-511-16,6 9 226 0</inkml:trace>
  <inkml:trace contextRef="#ctx0" brushRef="#br0" timeOffset="-112868.48">13601 2487 6 0,'0'0'202'16,"-6"-10"-38"-16,6 10-29 0,0 0-37 15,0 0-39-15,0 0-50 0,0 0-57 0,0 0-57 16,0 0-112-16,0 0 49 0</inkml:trace>
  <inkml:trace contextRef="#ctx0" brushRef="#br0" timeOffset="-112597.7">13771 2768 61 0,'2'9'207'0,"-2"-9"-14"0,4 8-7 0,-4-8-17 16,6 7 0-16,-6-7-14 0,6 7 2 0,-6-7-4 16,9 5-6-16,-9-5-4 0,13 3-5 0,-13-3-3 15,14 3-7-15,-14-3-4 0,15-1-1 0,-15 1-3 16,14-3-8-16,-3 0-8 0,-11 3-13 0,12-8-3 16,-8 2-9-16,1-1-7 0,-5 7-10 0,10-14-4 15,-7 6-3-15,1-1-10 0,-4 9-8 16,3-18 0-16,-6 8-7 0,3 10-15 0,-6-18-13 15,3 9-21-15,-5 2-15 0,1-1-19 0,-5 5-24 16,3 0-19-16,9 3-26 0,-24 0-33 0,15 3-26 16,-2 0-56-16,-1 5-167 0,12-8-437 0,-13 9 194 0</inkml:trace>
  <inkml:trace contextRef="#ctx0" brushRef="#br0" timeOffset="-111974.86">14170 2702 5 0,'0'0'243'0,"0"0"-7"16,0 0-8-16,0 0-17 0,-26-6-12 0,26 6-7 15,-14 4-21-15,3 1-12 0,2-2-16 0,0 3-8 16,0 0-11-16,-5 4 0 0,4 1-7 0,-4-3-14 16,5 3-1-16,3-5-15 0,-1 3-11 0,2 1-6 15,0 0-7-15,3-2-5 0,2-8-4 0,2 14-1 16,-2-14-8-16,5 13-3 0,2-5 0 0,0-5-5 15,4 2-2-15,3-2 0 0,-1-1-4 0,5-1 1 16,-1-2-4-16,2-1-3 0,-2 0-2 0,0-2 0 16,1-1-1-16,-5-3-1 0,0-3-2 0,-2 3-6 15,-2-6-1-15,0-3 0 0,1 0-2 16,-1-7-1-16,-1 0-6 0,-3 0 4 0,-4-2-1 16,3 2 0-16,-2-3-4 0,0 1-1 0,0 0 2 15,1-3 0-15,-1 2 2 0,0 6 1 0,-4 4 13 16,2-2 4-16,2 8 8 0,-4 0 5 0,2 11 7 15,0-17-17-15,0 17-2 0,0-9-9 0,0 9-7 16,0 0-8-16,0 0 0 0,0 0 0 0,0 0 6 0,0 0-3 16,-9 43-4-16,3-17 6 0,0 1-4 15,2 4 2-15,0 1 1 0,1-5-2 0,1 0 0 16,-2-3 1-16,6 2-3 0,-2-6 4 0,2-2-1 16,5 0 1-16,-1-1 4 0,4-3-3 0,0 1 2 15,4-3 8-15,4-2-2 0,5 3 1 0,4-4-2 16,1-3 4-16,3-2-3 0,-3-1 2 0,3-2-3 15,-4-1-1-15,3-1-5 0,-8-2 3 0,6-2 7 16,-8-1-4-16,-3-1-5 0,8-6-2 0,-8 4-1 16,-3-5-11-16,0-1-4 0,-5 5-2 0,-2-6 2 15,-3 4-1-15,-1-6-4 0,-1 6 6 0,-2 0-2 16,0 12 9-16,-7-20-9 0,2 14-6 0,-4 0 5 16,-2 3-5-16,-2 2 0 0,13 1 6 0,-32 11-1 15,14-4-1-15,1 4 3 0,0 0 11 0,5 2-4 16,-1-1-2-16,3 2 1 0,5-1 2 15,-4 1 1-15,9-3-14 0,-1 0-23 0,4 3-36 0,4-4-39 16,2 5-50-16,0-6-67 0,5 1-66 16,-1-3-170-16,1 0-503 0,-1-1 222 0</inkml:trace>
  <inkml:trace contextRef="#ctx0" brushRef="#br0" timeOffset="-111201.95">8143 3824 1 0,'0'0'223'0,"0"0"-1"15,10 1-13-15,-10-1-14 0,0 0-18 0,0 0-15 0,0 0-16 16,0 0-15-16,0 0-8 0,0 0-1 0,0 0 0 15,0 0-4-15,-27 5-1 0,27-5-9 16,-5 3-8-16,5-3-7 0,0 0-7 0,0 0-10 16,0 0-2-16,0 0-12 0,0 0-9 0,0 0-4 15,0 0-8-15,0 0-1 0,0 0-3 0,0 0-4 16,0 0-3-16,30 3-1 0,-10-3-4 16,8 2-2-16,4-3-2 0,-2 2 1 0,0 1-1 0,0 0-3 15,-4-2 0-15,-4-1-1 0,-4 2 1 0,2-1-2 16,-7 1-1-16,1 1-2 0,-3-5-1 0,0 3 0 15,-3 1-1-15,-8-1-3 0,14 0 1 0,-9 0-1 16,-5 0 0-16,0 0 1 0,13 0-6 0,-13 0-2 16,6 2-19-16,-6-2-21 0,0 0-25 0,8 1-42 15,-8-1-55-15,12 4-63 0,-5-1-223 0,2 1-482 16,-9-4 213-16</inkml:trace>
  <inkml:trace contextRef="#ctx0" brushRef="#br0" timeOffset="-107300.29">10272 3614 69 0,'0'0'261'15,"0"0"-30"-15,-5-5-30 0,5 5-37 0,0 0-40 16,0 0-41-16,0 0-45 0,0 0-63 0,0 0-75 16,0 0-75-16,0 0-189 0,0 0 84 0</inkml:trace>
  <inkml:trace contextRef="#ctx0" brushRef="#br0" timeOffset="-97507.81">9293 3630 121 0,'1'-10'150'0,"1"-1"-10"16,-2 0-5-16,-2 0-11 0,2 1-5 0,-2-1-7 15,0 1 6-15,1 3 26 0,1 7-7 0,-2-12-11 16,-2 8-12-16,4 4-16 0,-3-8-8 0,3 8-9 16,-9-2-10-16,9 2-10 0,-19 6-5 0,5 2-4 15,-1 2-9-15,-7 5-4 0,0 4 1 0,6 1-10 16,-5 3-1-16,2 3 1 0,2 1-5 0,1 1 1 15,2 1-4-15,0 0 1 0,5 0-2 0,-1-1-8 16,2 0 10-16,3-4-5 0,2-5-5 16,2-1 1-16,1 0 0 0,1 1-3 0,1-2 0 15,0-5-1-15,3-2 0 0,3 1-1 0,-3-1 0 0,0-2-2 16,0-2 0-16,0-1-5 0,-1 0 5 0,3-2-3 16,-7-3-1-16,10 0 5 0,-10 0-2 0,11-3-4 15,-3-3 2-15,-3 2-3 0,3-3 0 16,0-1 2-16,-3 1-4 0,3-3 3 0,-2 1 0 15,0-1-2-15,2-6 3 0,-1 7-4 0,0-1 2 16,-1 0-5-16,1 1 2 0,0 2-2 0,-1 1 2 0,-6 6-3 16,11-9-3-16,-11 9 6 0,11-4-3 0,-3 4 0 15,-8 0 2-15,15 9-4 0,-8-6 0 0,2 3-1 16,-3 1 6-16,0 4-2 0,0-2 1 0,-1 3 1 16,0-1 0-16,-2 1 1 0,1 1-10 15,0-2-7-15,-1 1-1 0,1 0-29 0,-2 1-20 16,1-3-31-16,1 1-35 0,-1-3-35 0,-1 2-24 15,0-1-100-15,-2-9-318 0,5 9 140 0</inkml:trace>
  <inkml:trace contextRef="#ctx0" brushRef="#br0" timeOffset="-96717.77">9570 3857 171 0,'-3'-7'172'0,"-6"2"-11"0,1-2-11 0,0 3-10 15,-1 4-14-15,9 0 2 0,-24 6-16 0,6 0-5 16,2 4-9-16,-5 6-5 0,3-4-8 0,2 2-4 16,2-1-8-16,1 3-7 0,1-4-7 0,3 2-7 15,3-1-3-15,0 1-2 0,2-5-8 0,0 1-4 16,4 0-8-16,-1-1 9 0,2-2-9 0,3 0-4 16,-2-1 2-16,3-2-3 0,1 0-1 0,-6-4-2 15,14 4-2-15,-8-4 2 0,-6 0 2 0,14-4-2 16,-5-1-4-16,0-1-2 0,-3 1-3 0,0-4-2 15,1 1 1-15,-3-3-2 0,1 2 1 0,-1-2-5 16,-2-1 2-16,2-2-2 0,-2 4 6 0,0-2-2 16,-1 3 0-16,1 1 2 0,-2 8-4 0,2-10 3 15,-2 10-3-15,0-9-5 0,0 9-2 0,0 0-2 16,0 0 9-16,0 0-7 0,0 0-3 0,0 0 1 16,0 0-1-16,4 27 3 0,-4-15 2 0,0 0 0 15,1 0-2-15,-1-1 4 0,3 2 0 0,-2-1-2 16,3 0 1-16,-1-1 3 0,2-1-4 0,0-1 5 15,4 1-2-15,-3-3-1 0,3 0-2 0,1-2 1 16,3-4 3-16,0-1 0 0,6-3-2 0,-1 0-1 16,1-4 3-16,-1 0 0 0,-1-4-1 0,4-4 0 15,-7 2 0-15,6-6 0 0,-9 6-4 16,2-4 2-16,0-5 2 0,-1-2 1 0,-3-2-1 16,-1 0 3-16,-3-1 2 0,4 0 2 0,-6 0 6 0,0 1-5 15,0 0 4-15,-2-2-2 0,1 4-1 0,-2 7 4 16,0 2 10-16,-2 2 4 0,2 4 2 0,-1 2-3 15,1 7-8-15,0-12-2 0,0 12-10 0,0-7 0 16,0 7-5-16,0 0 4 0,0 0-4 16,-13 23 2-16,7-5-2 0,-2 9 1 0,-1 0-2 0,-1 4 6 15,1 4-5-15,1-3-1 0,3-3 2 16,-1 1-3-16,2-2 3 0,3-3-2 0,1-1 0 0,4 2 0 16,-2-9 1-16,3 1-2 0,2-2 3 0,2-2 0 15,2-2 1-15,2 1 2 0,1-3 1 0,3-3-1 16,-2-3-2-16,5 0 2 0,1-2 2 15,7-2-2-15,-8-2 0 0,9-4-3 0,-4-3 4 16,-6 1-6-16,7-3 5 0,-11 0-2 0,3 1 2 16,-4-4-3-16,3-5 1 0,-6 5 1 0,-1-2 0 0,1 0-3 15,-5 1-3-15,-2 3 3 0,4-3-4 0,-7 7 6 16,0 1 2-16,-1 7-2 0,3-12-3 16,-3 12-4-16,0 0 0 0,0 0-6 0,0 0 5 15,0 0-2-15,-27 13 4 0,13 0 0 0,3-1 0 16,0 2-2-16,2-1-1 0,0 3 2 0,3-2-1 15,1-2 0-15,1 1-5 0,4-2-15 0,0 0-5 16,2 0-21-16,1-1-12 0,3 0-25 0,3-1-29 16,0-3-41-16,4 0-60 0,-3 1-164 0,-2-5-409 15,3-1 181-15</inkml:trace>
  <inkml:trace contextRef="#ctx0" brushRef="#br0" timeOffset="-96555.55">9753 3853 96 0,'0'0'191'0,"-9"-6"-15"0,9 6-22 0,0 0-19 15,-3-4-17-15,3 4-10 0,0 0-25 0,33-5-29 16,-3 1-31-16,7 1-55 0,17 0-38 0,2 2-103 16,-5-2-188-16,4-1 84 0</inkml:trace>
  <inkml:trace contextRef="#ctx0" brushRef="#br0" timeOffset="-96336.38">10560 3666 33 0,'1'-15'220'0,"3"1"-7"0,-2 2-9 15,0 1-7-15,-1 0-4 0,0 3-6 0,-1 1-6 16,0 7-20-16,3-11-18 0,-3 11-19 0,1-7-13 16,-1 7-19-16,0 0-7 0,0 0-12 0,0 30-4 15,0-6-9-15,-2 3-2 0,-2 4-2 0,0 4-9 16,-4 0-1-16,2 11-4 0,-1-15-3 0,1 3-4 15,0-4-3-15,0 0-2 0,2-2-5 16,-2-2 0-16,1-1-19 0,1-2-29 0,0-3-19 0,2-2-34 16,3-2-36-16,0 0-51 0,-1-4-42 0,3-2-156 15,-4 1-392-15,2-6 174 0</inkml:trace>
  <inkml:trace contextRef="#ctx0" brushRef="#br0" timeOffset="-96061.8">10516 3682 67 0,'5'-8'150'0,"-1"0"-14"15,1 2-14-15,0 1-19 0,3 1 1 0,3 3-4 16,1 4-5-16,6-1-4 0,0 6-3 0,1 2-4 16,6 5-2-16,-4 2-8 0,-2 2-3 0,0 3-4 15,-2 1-1-15,-2 1-3 0,-3-2-4 0,-2 1-3 16,-2-5-10-16,-3-1-1 0,-1 1 2 0,-2-2-1 15,-2 0 1-15,-1-1 6 0,0 0 3 0,-6 1-1 16,-2-2 1-16,-2 2-6 0,-6-2-5 0,-5 3-5 16,-2-2 2-16,-1 0-6 0,5-6-3 0,3-2-22 15,-3-1-21-15,2-1-33 0,1 0-35 0,4-2-43 16,0-3-57-16,2 0-148 0,0 0-354 0,0-2 157 16</inkml:trace>
  <inkml:trace contextRef="#ctx0" brushRef="#br0" timeOffset="-95218.68">10892 3845 69 0,'10'-8'184'16,"-10"8"-24"-16,7-3-11 0,-7 3-11 0,0 0 5 15,17 4-9-15,-9 3-8 0,-3 1-10 0,3 2-4 16,1-1-14-16,0 6-1 0,-2-2-10 0,-3-2-8 15,0 1-7-15,1-2-3 0,2 3-9 0,-4 0-6 16,1-3-3-16,-2 1-5 0,0-2 0 0,-1-1-8 16,-1-1-5-16,0-7-1 0,2 12 2 0,-2-12-4 15,-3 9-3-15,3-9-1 0,-2 7 1 0,2-7-1 16,0 0 2-16,-8 2 2 0,8-2 9 16,0 0-6-16,0 0 1 0,-12-17-8 0,11 9 0 15,1-2-2-15,0 10-1 0,5-19-7 0,2 7-3 0,2-1-2 16,3-4-2-16,1 3 2 0,1 0-6 0,8 0 0 15,0-3-5-15,-6 7 0 0,3-3-2 16,3-2 5-16,0-1-6 0,-6 5 0 0,1-1 1 16,-3 5 2-16,0-3-2 0,-1 3 2 0,-5 2-1 15,-3 1 4-15,0 1 2 0,0-3-3 0,-5 6-2 16,6-3 1-16,-6 3-4 0,0 0 0 0,0 0-1 16,0 0-2-16,0 0 0 0,0 0-1 0,-28 21 0 0,13-10 5 15,2 5 3-15,0-2 0 0,1 1 7 0,1-1-1 16,0 1 3-16,2-1 5 0,1 0-5 15,3-3 0-15,1 1 0 0,2 1 0 0,-2-3-1 16,3-1 0-16,1 2 0 0,2-2 2 0,3 2 0 16,0-5 0-16,3 0 0 0,-1-2-3 0,3 0 4 15,-3-3-1-15,2-1-2 0,4-1 2 0,-1 1-1 0,-1-4-2 16,1 2-1-16,-2-6 1 0,-1 3 0 0,1-1-1 16,-1-3 1-16,-3 1-1 0,3-1-1 15,-2-4 0-15,-2 3-4 0,1-6 2 0,-2 4 0 16,0 0-4-16,0-4 3 0,-2 4 2 0,3 3 0 15,-5 1 3-15,2-1 0 0,-1 3-5 0,-1 6-6 16,1-8-1-16,-1 8-4 0,0 0 1 0,0 0 1 16,0 0 4-16,0 0-2 0,-1 25 0 0,1-15 0 15,0 0 0-15,0 1 1 0,0-1 1 0,1-2 1 16,3 4 1-16,-3-5 2 0,3 2 0 0,3-2 2 16,2-1 2-16,-1-2 1 0,6 0 2 0,0-3-2 15,4 1 1-15,2-5 3 0,-1-1-5 0,0 0-3 16,3 1 2-16,-4-5 1 0,-2-1 2 0,-3 1 1 15,2-2-1-15,-3 0 0 0,-2 0-4 0,-1-5 2 16,-1 1 3-16,-1-1 2 0,-2 2-3 0,-3 3 1 16,1-6 0-16,-1 6 0 0,0 1-1 0,-2 3 0 15,0 6-2-15,2-12 1 0,0 7-5 0,-2 5-5 16,0 0-2-16,0 0 1 0,0 0-1 0,0 0 3 16,0 0-4-16,-13 23 2 0,8-8 0 0,2-4 1 15,-3 7 3-15,0-2-2 0,3 1-2 0,-1-2 6 16,2 1-2-16,2-1 3 0,0 2 1 0,0-2 0 15,2 2-1-15,2-6-16 0,3 1-18 0,-1-3-24 16,4-1-21-16,-3-1-36 0,2 0-45 0,2-1-47 16,1-3-38-16,-6-1-128 0,-6-2-401 0,16 3 179 15</inkml:trace>
  <inkml:trace contextRef="#ctx0" brushRef="#br0" timeOffset="-95070.74">11459 3525 76 0,'-3'-4'118'0,"3"4"-19"0,0 0-18 0,0 0-22 15,0 0-26-15,0 0-35 0,20 28-33 0,-9-5-37 16,-1 3-77-16,1 0 34 0</inkml:trace>
  <inkml:trace contextRef="#ctx0" brushRef="#br0" timeOffset="-94834.38">11738 3955 185 0,'0'0'226'0,"14"-6"-7"0,-14 6-3 0,6-11-18 0,-1 5-16 15,-3-3-16-15,-2 9-15 0,9-20-15 16,-4 9-16-16,-1 0-14 0,3-4-5 0,-2-1-13 16,1 0-9-16,-2 5-11 0,-1 5-5 0,2-2-10 15,2-1-4-15,-3 4-8 0,0 1-6 0,-4 4-6 16,13-2-2-16,-13 2-3 0,0 0-7 0,21 13 2 0,-12-1 3 15,2 4-6-15,-4-1 1 0,1-1-6 16,0 0 3-16,-4 0 2 0,1 2-3 0,-1 1-18 16,1 0-34-16,-3-5-47 0,2 2-61 0,2 0-82 15,-6-2-139-15,2-2-396 0,-2-10 175 0</inkml:trace>
  <inkml:trace contextRef="#ctx0" brushRef="#br0" timeOffset="-94043.96">12535 3706 185 0,'-15'-5'195'15,"-3"0"-14"-15,-1 2-13 0,0 3-14 0,1 4-11 16,0 1-21-16,-4 2-10 0,6 5-7 0,0 1-14 15,0-2-4-15,3 3-10 0,1 0-4 0,3 1-7 16,3-3-9-16,1 2-7 0,3 2-6 0,0-4 1 0,4-1-8 16,0 6-1-16,3-6 1 0,2-3-3 15,4 3-3-15,-2-3-5 0,6 1-1 0,-1-3-4 16,3-4 2-16,2 0-7 0,-1-2 4 0,0 0-1 16,2-4-3-16,0-2-2 0,-4-2 0 0,3 0 4 15,-2-4 0-15,-3-3-5 0,-3 0 5 0,-1-1 1 16,3-6 0-16,-3-1 12 0,-3-4-8 0,-3-1-5 0,1 2 1 15,0-2-4-15,-1 2 1 0,-2-5-2 16,-2 4 5-16,1-1-4 0,-2-1 4 0,-1 1 17 16,6 3-1-16,-4 8 9 0,0 2 1 0,-1 4-2 15,0 1 0-15,1 3-2 0,0 7-9 0,0-12-6 16,0 12-8-16,-2-4-6 0,2 4-1 0,0 0-2 16,0 0 6-16,-6 27-6 0,3-7-1 0,-2 6-1 15,1 2 1-15,-1 1-5 0,1 4 3 0,-2-6-2 16,1 5 4-16,2-7-3 0,3 2 1 0,0-3-3 15,0 2 0-15,-2-6 4 0,4 0-1 0,2-2-3 16,2-2-1-16,-2 0 5 0,0-1 0 0,3-4 3 16,1-1-2-16,3-2 2 0,-1-1 4 0,6 1-7 15,0 0-1-15,0-6 2 0,3 2-1 0,2-3 0 16,2-2 0-16,-4 0 1 0,0-3-3 0,1-1-5 16,-2-3 4-16,-2 2-4 0,-1-4-2 0,-1-3 1 15,-3 0 2-15,-4 3-2 0,4-6 2 0,-4 2-9 16,-3 3 6-16,1 1-1 0,-1 1 4 0,1 3 3 15,-3 0 7-15,-2 6-6 0,3-9-5 0,-3 9-6 16,2-6 1-16,-2 6 0 0,0 0-4 0,0 0 5 16,0 0-2-16,0 0 1 0,0 0-2 0,0 0 1 15,-7 29 0-15,7-22 6 0,0 6 0 0,0-4-10 16,0 1-28-16,0 2-21 0,2-3-45 0,-2-9-30 16,7 17-44-16,-1-8-48 0,-3-2-180 0,1-1-438 15,-4-6 194-15</inkml:trace>
  <inkml:trace contextRef="#ctx0" brushRef="#br0" timeOffset="-93868.59">12862 3591 98 0,'-6'-10'202'0,"4"2"-13"0,2 8-21 0,-4-9-20 15,2 4-17-15,2 5-21 0,0 0-14 0,0 0-22 16,0 0-22-16,0 0-27 0,0 0-37 15,8 29-34-15,0-16-41 0,1 3-24 0,1 0-63 16,2 0-187-16,1-2 84 0</inkml:trace>
  <inkml:trace contextRef="#ctx0" brushRef="#br0" timeOffset="-93603.84">13120 3755 84 0,'6'4'115'0,"-6"-4"5"15,5 7 2-15,-5-7-5 0,7 8 0 0,-7-8 1 16,7 11 1-16,-5-4-7 0,0-3-10 0,2 2-6 15,1 2-3-15,-3-3-9 0,2 1-1 0,1-2-8 16,-2 1-2-16,3-1-9 0,-2-1-3 0,-4-3-3 0,14 5-2 16,-7-4-4-16,-7-1-2 0,15 0-3 0,-8 0 1 15,2-2-12-15,-9 2 7 0,16-10 2 16,-10 3 0-16,2-3 0 0,-2 3 3 0,-3-2-4 16,1-4-1-16,2 6 0 0,-6-1 3 0,5-3-3 15,-5 1-11-15,0-1 2 0,0 1-6 0,0-1-3 16,0 11-5-16,-5-15-4 0,1 9-13 0,0 1-14 15,-1-1-17-15,5 6-20 0,-14-3-19 0,5 5-38 16,9-2-29-16,-22 8-33 0,11-2-33 0,0 1-125 16,1 1-350-16,4-3 155 0</inkml:trace>
  <inkml:trace contextRef="#ctx0" brushRef="#br0" timeOffset="-92997.88">13542 3695 30 0,'2'-7'223'16,"-2"7"-16"-16,0 0-8 0,0 0-17 0,0 0-10 16,0 0-6-16,-22 1-16 0,9 3-12 0,1 7-8 15,1-5-13-15,-3 5-10 0,-1 2-8 0,6-5-7 16,-3 2-13-16,3 4-7 0,-1-2-5 0,4-1-9 16,2 0-7-16,0 0-4 0,3-2-6 0,-1 2-5 15,0-2 1-15,2-9-5 0,5 13-2 0,-1-6-2 16,-4-7-3-16,9 10 0 0,-2-7-2 0,4-2-2 15,-1 2-2-15,-10-3-2 0,23-2 0 0,-11 0-1 16,-1-2 1-16,0-1 0 0,-1-4-3 0,1 1-1 16,-3-6 0-16,2-4 1 0,-3 3-3 0,1-3 0 15,-1-5-4-15,-2 3 1 0,0-4 0 16,-3 5 2-16,2-9 2 0,-4 3 6 0,0-1-2 16,0 1 2-16,2 2-3 0,-4-1-2 0,2 6 16 15,-2 2-2-15,4 3 3 0,-2 2 1 0,0 2 3 0,0 2 3 16,0 7-6-16,0-12-3 0,0 12-4 0,0-8-9 15,0 8-1-15,0 0-5 0,0 0-5 0,0 0 0 16,0 0-5-16,0 0-5 0,0 30 10 0,-2-13 1 16,2 2-1-16,0 1-1 0,0 5-6 0,2 0 4 15,-2-5 2-15,0-2-2 0,2 1 1 16,0 0 1-16,1 0 1 0,1-4-3 0,2 1 4 0,0 1 0 16,4 5 1-16,-1-10-3 0,3 2 3 0,-1-4-3 15,2 0 8-15,5-2-5 0,-2-2 3 0,2-4 0 16,3 3-2-16,-2-5 1 0,2-4-12 15,-1 3 14-15,0-4-2 0,2-3-1 0,-3 0-7 16,2-3-2-16,-6 2-3 0,2-4 4 0,-3 0-4 16,-1-1 1-16,-3-1-3 0,-1 1 5 0,-3-3-2 15,-1 2-1-15,-3 3-1 0,-2-1 3 0,0 4 2 0,0-2-1 16,-2 5 0-16,2 6-6 0,-5-11 1 16,-1 10 4-16,-5 1-8 0,-6 4 3 0,-1 2 0 15,-2 2 2-15,2 3 0 0,1 1 2 0,3 1-19 16,1 3-17-16,3 0-30 0,3 0-24 0,3 0-31 15,8 0-44-15,3 0-61 0,9 4-198 0,1-7-462 16,4 0 204-16</inkml:trace>
  <inkml:trace contextRef="#ctx0" brushRef="#br0" timeOffset="-86504.41">17168 5037 1 0,'-5'-4'50'15,"5"4"-3"-15,0 0-4 0,0 0-10 0,0 0 2 16,0 0-11-16,0 0 0 0,0 0 3 0,0 0 0 16,0 0-4-16,0 0-13 0,0 0 10 0,0 0-1 15,0 0-8-15,0 0 4 0,0 0-8 0,0 0 2 16,0 0-1-16,0 0-19 0,0 0-10 0,0 0-10 15,0 0-31-15,0 0-67 0,0 0 29 0</inkml:trace>
  <inkml:trace contextRef="#ctx0" brushRef="#br0" timeOffset="-85716.71">13164 6466 53 0,'5'-6'104'0,"-5"6"-6"0,0 0-4 15,0 0-10-15,0 0-13 0,0 0-4 0,0 0-2 16,0 0-18-16,0 0 5 0,0 0-8 0,0 0-6 0,0 0-3 15,0 0-7-15,0 0-18 0,0 0-11 0,0 0-10 16,0 0-6-16,0 0-17 0,0 0-5 0,0 0-13 16,0 0-14-16,0 0-46 0,5 18-121 0,-5-18 54 15</inkml:trace>
  <inkml:trace contextRef="#ctx0" brushRef="#br0" timeOffset="-84987.03">16995 4620 10 0,'-11'0'20'0,"11"0"-7"16,0 0-21-16,-6 3-8 0,6-3 4 0</inkml:trace>
  <inkml:trace contextRef="#ctx0" brushRef="#br0" timeOffset="-84254.83">13587 6150 24 0,'0'0'51'0,"0"0"-14"0,0 0-16 0,0 0-21 15,0 0-23-15,0 0-24 0,0 0 11 0</inkml:trace>
  <inkml:trace contextRef="#ctx0" brushRef="#br0" timeOffset="-59781.94">27923 9401 59 0,'0'0'161'0,"0"0"-7"0,2-6-8 0,-2 6-14 16,0 0 5-16,0 0-13 0,0 0-10 0,0 0-12 0,0 0-7 15,0 0-7-15,0 0-5 0,0 0-11 0,0 0-6 16,-22 2 1-16,22-2-9 0,0 0-1 0,0 0-1 15,-8 10-6-15,5-7 3 0,3-3-9 0,-8 8 4 16,2-3-5-16,1 1-5 0,0-2-6 0,-2 4 3 16,3-1-3-16,-4 0 0 0,2 2 0 0,-1-1-1 15,2 1-9-15,-2-1-2 0,3-3 0 0,0 5 0 16,-1 0-6-16,2-2 3 0,-1 3-3 0,-2-2-1 16,1 3-2-16,3-3 1 0,-3 2-4 0,3-2-1 15,-1 1 1-15,2 0-2 0,-1 0 3 0,-1-1-3 16,1 1-3-16,2 0 4 0,0 0-1 0,2-1-1 15,1 2 2-15,-1-1-3 0,0-2-2 0,0 2 1 16,0-3 3-16,5 3 0 0,-2-3-3 0,1 1 3 16,-1-1-1-16,2 0 0 0,-3-2-1 0,7 2 4 15,-4-1-2-15,4-3 2 0,1 2-2 0,-1-3 2 16,1 2-3-16,0-1-1 0,1-2 4 0,1-2-1 16,-1 1-2-16,6-2 1 0,-1 0 1 0,-1-2 1 15,1 2-1-15,-2-4-2 0,3 3 5 0,-7-1-3 16,4-1-1-16,-4-2 3 0,-1 2-1 0,1-1 0 15,0 0-4-15,-1-3 6 0,0 2-4 0,-3-2 6 16,3-1-5-16,-3 0 2 0,0 0-1 0,-2 1 6 16,1-2-5-16,-3 0 0 0,2 0 2 0,-2-2 3 15,-2 1-8-15,0 1 1 0,-1-4 1 0,-1 3-4 16,-1 1 7-16,1 0-2 0,-2-1 0 0,0 0 1 16,-2 3 1-16,-3-1-6 0,1 0 1 0,0 2 3 0,-1-1-3 15,1 1 2-15,-1 0-2 0,-2 1 0 0,-1 0-2 16,0-1 0-16,0 1-3 0,-2 3 2 15,-2-1-2-15,3 1-1 0,-3 2-1 0,-1-3 3 16,1 3-5-16,-4-1 2 0,-3 5-1 0,2-4-2 0,5 2 2 16,1 2-3-16,1-1-1 0,-1 3 5 0,2-1 0 15,0 0-2-15,-1 3 0 0,1-3-7 16,0 4-10-16,2 0-12 0,1 0-19 0,-4 1-16 16,5-2-18-16,-1 1-25 0,2-1-16 0,1 2-28 0,2-2-16 15,2 0-24-15,1-6-117 0,2 11-337 0,3-8 150 16</inkml:trace>
  <inkml:trace contextRef="#ctx0" brushRef="#br0" timeOffset="-58884.29">28289 9605 28 0,'0'0'137'15,"0"0"-11"-15,0 0-4 0,0 0-18 0,0 0-9 16,-13-1-4-16,13 1-9 0,0 0-11 0,-11-3 5 16,11 3-5-16,-8-1-7 0,8 1 5 0,0 0-3 15,-14-3 1-15,14 3 1 0,-10 0-8 0,10 0-2 16,-11 0-4-16,11 0 2 0,0 0-3 0,-14-1-1 15,14 1-3-15,-6-2 0 0,6 2-3 0,0 0-8 16,0 0-1-16,-11 0-3 0,11 0-5 0,0 0-6 16,0 0 1-16,0 0-4 0,0 0-2 0,0 0-4 15,0 0 1-15,0 0 1 0,0 0-5 0,0 0 4 16,0 0-3-16,26 7-1 0,-10-4 3 16,2 0-3-16,3-1 4 0,9 0-5 0,-2 0 3 0,4-2 3 15,1 0 2-15,1 2-1 0,0 0 4 0,0-1-6 16,2 0 0-16,0 1-3 0,-1-1 4 0,-3 0-1 15,2 0-3-15,-1 1 2 0,0-2-1 0,-3 0 0 16,3 2 0-16,-3-1 1 0,0 1-4 0,-2 0 5 0,1-2 0 16,-1 2 1-16,-6-2 1 0,0 2 1 15,5 0 7-15,-6-1 15 0,7-1 1 0,-6 1-4 16,7-1 0-16,0 0-1 0,-2 0-5 0,-6 0 3 16,7-1-3-16,-1 1-5 0,1 1 1 0,-7-1-2 0,2 0 1 15,-1 1-1-15,-2-2 0 0,8 2-2 16,-9 0 3-16,3-1 2 0,0 0 1 0,-2 2-3 15,-1-2 0-15,-1 1 0 0,1-1-4 0,-1 0-2 16,0 0 0-16,-5 0-2 0,0 0 0 0,4 1-1 0,-4-1 0 16,-1-1 3-16,-1 1 0 0,0 0-4 0,-11 0 1 15,13 1 1-15,-6-2 0 0,-7 1-3 16,12 0 0-16,-12 0 4 0,9 0-4 0,-9 0 1 16,10 0 1-16,-10 0-3 0,0 0-2 0,10 0-2 0,-10 0 2 15,0 0-2-15,0 0 2 0,8 1-5 0,-8-1 2 16,0 0 1-16,0 0-5 0,0 0 3 0,0 0-3 15,0 0 2-15,0 0 3 0,0 0-5 16,0 0 2-16,0 0 2 0,0 0 5 0,0 0-7 0,0 0 7 16,9 0 1-16,-9 0-1 0,0 0 4 0,0 0 4 15,0 0-5-15,0 0 1 0,0 0-4 0,0 0 8 16,0 0-9-16,0 0-3 0,0 0-12 16,0 0 10-16,0 0 0 0,0 0-1 0,0 0 0 15,0 0 2-15,0 0-13 0,0 0-24 0,0 0-26 0,0 0-28 16,0 0-50-16,0 0-59 0,0 0-76 0,0 0-254 15,0 0-565-15,0 0 249 0</inkml:trace>
  <inkml:trace contextRef="#ctx0" brushRef="#br0" timeOffset="-55637.51">29711 9290 1 0,'0'0'106'0,"0"-8"-23"0,0 8 8 15,0 0-4-15,0 0-10 0,0 0-13 0,0 0 9 16,0 0 3-16,0 0-15 0,0 0-3 0,0 0-7 16,0 0-5-16,0 0-3 0,0 0-21 0,0 0 12 15,-2-8 4-15,2 8 1 0,0 0-3 0,0 0 3 16,0 0 2-16,0 0 3 0,0 0 7 0,0 0 0 15,0 0 2-15,0 0-2 0,0 0 2 0,0 0-8 16,0 0 8-16,0 0 1 0,0 0 0 0,1-9 2 16,-1 9 0-16,0 0-4 0,0 0-4 0,0 0-2 15,0 0-3-15,-3-7 3 0,3 7-2 0,0 0-1 16,0 0-4-16,0 0-4 0,-5-9 8 0,5 9-4 16,0 0-10-16,0 0 10 0,0-8-4 0,0 8-4 15,0 0 5-15,0 0 1 0,0 0-3 0,0 0 1 16,0-12-6-16,0 12 8 0,0 0-6 0,0 0 0 15,0 0-6-15,-2-6 3 0,2 6 0 0,0 0-2 16,0 0-5-16,0 0 3 0,0 0 3 0,0 0-3 16,0-9-5-16,0 9-1 0,0 0 1 0,0 0-2 15,0 0-5-15,0 0 3 0,0 0-4 0,0 0-4 16,0 0-5-16,0 0 1 0,0 0-2 0,0 0-3 16,0 0 0-16,0 0 2 0,0 0-4 0,0 0 2 0,0 0-1 15,0 0-1-15,0 0 3 0,0 0-1 0,0 0 0 16,1 31 3-16,-1-21-5 0,0-1 4 0,1 4-4 15,-1-3 7-15,4 6-3 0,-4-3 0 16,0 0-2-16,1 1 1 0,-2 3 1 0,0 0-2 0,2 1 1 16,0 0 1-16,1-2-1 0,-5 3 0 0,2-2 1 15,1 3 2-15,0-2-4 0,-3 1 5 0,2-2-6 16,-1-1 3-16,-2-2 0 0,2 3 4 16,2-6-1-16,2 7-1 0,-4-7-3 0,1 0 1 0,1 2 4 15,0-2-1-15,-2 2 1 0,3-3 1 0,-2 2-2 16,1 1 3-16,-2-3 2 0,1 0 1 0,0 2-3 15,-1-2 7-15,1 0-4 0,-2-2 2 16,2 2-4-16,0 0 4 0,0 0-3 0,-2-3-2 0,3-7 7 16,-2 13-4-16,2-4-1 0,0-9 1 0,0 14-3 15,-2-9 0-15,2-5 1 0,-1 12-3 0,4-6-1 16,-3-6 5-16,-2 16-2 0,4-9 2 0,-2-7-2 16,-2 13-4-16,2-5 1 0,0-8 0 0,0 14 2 15,0-14-4-15,0 12 10 0,-1-5-9 0,1-7-1 16,0 11 2-16,1-5-1 0,-1-6 0 0,0 12 2 15,0-12-2-15,0 10 2 0,0-10-3 0,2 9 1 16,-2-9 0-16,0 10 4 0,0-10 4 0,0 12-1 16,-2-6-3-16,2-6 7 0,-1 11 0 0,0-5-3 15,1-6-1-15,0 11 2 0,0-11 2 0,0 12 1 16,-1-6-1-16,1-6-3 0,-3 13 2 0,2-8 3 0,-2 0-2 16,3-5-1-16,0 10-1 0,0-10-4 15,-1 10 3-15,1-10-1 0,-1 8-4 0,1-8 2 16,-2 8 6-16,2-8-7 0,-1 9 6 0,1-9-2 15,-1 10-6-15,1-10 9 0,-2 8 5 0,2-8-3 0,0 0 3 16,0 11-1-16,0-11 2 0,0 8-5 0,0-8 0 16,0 0 3-16,-1 9-5 0,1-9-1 0,0 0 4 15,0 0-2-15,0 0 2 0,0 0-7 16,0 9 0-16,0-9 3 0,0 0 1 0,0 0 2 0,0 0-3 16,0 0-1-16,0 0-1 0,0 0-8 0,0 0-14 15,0 0-32-15,0 0-30 0,0 0-39 0,0 0-58 16,0 0-58-16,-11-24-59 0,7 13-189 15,1-4-517-15,2-2 228 0</inkml:trace>
  <inkml:trace contextRef="#ctx0" brushRef="#br0" timeOffset="-53585.88">29716 9273 31 0,'0'0'62'0,"0"0"5"0,0 0-11 0,0 0 8 16,0 0-13-16,0 0 3 0,0 0-1 0,0 0 3 15,0 0-4-15,0 0-2 0,0 0 4 0,0-9-9 0,0 9-6 16,0 0 11-16,0 0-9 0,0 0-5 0,0 0-8 16,0 0 6-16,0 0-3 0,0 0-6 0,0 0-2 15,0 0-6-15,0 0-1 0,0 0-3 0,3-6 8 16,-3 6-1-16,0 0-4 0,0 0-4 0,8-4 0 16,-8 4-7-16,0 0 9 0,6-5-21 0,-6 5 15 15,5-4 0-15,-5 4-10 0,0 0 9 0,0 0 5 16,9-1-12-16,-9 1 8 0,0 0 3 0,5-3 1 15,-5 3-6-15,0 0-3 0,0 0 14 0,0 0-9 16,8-2 7-16,-8 2-5 0,0 0 1 0,5-4-2 16,-5 4 2-16,0 0 0 0,0 0-1 0,0 0 0 15,9-4 2-15,-9 4 4 0,0 0 1 0,0 0-5 16,0 0 3-16,5-5-7 0,-5 5 6 0,0 0-4 16,8-3 1-16,-8 3-1 0,0 0 1 0,7-1-7 15,-7 1-2-15,0 0 3 0,10-2 3 0,-10 2-1 16,7-3 3-16,-7 3-5 0,9 0 1 0,-9 0 5 15,11 0-9-15,-11 0 11 0,13 1-8 0,-5-1-3 16,1 0 3-16,-9 0-1 0,14 1-4 0,-8-1 4 16,4 1-2-16,-10-1-4 0,13 2-2 0,-13-2 4 15,11 0 7-15,-11 0-2 0,8 0-6 0,-8 0-7 16,8 3 12-16,-8-3-3 0,0 0 3 0,6 1 3 16,-6-1-3-16,0 0-13 0,0 0 13 0,0 0-5 15,7 2 11-15,-7-2-7 0,0 0-3 0,0 0 8 0,0 0 5 16,0 0-4-16,0 0 7 0,0 0-2 0,0 0-5 15,0 0-2-15,0 0 7 0,0 0-7 16,7 4 4-16,-7-4-3 0,0 0-2 0,0 0 2 16,0 0 1-16,0 0-2 0,0 0 5 0,0 0 1 0,0 0-3 15,0 0 1-15,0 0 3 0,-2 10 0 0,2-10 3 16,0 0-2-16,0 0 1 0,-1 12 7 0,1-12-1 16,-2 7 7-16,2-7-5 0,-2 10 1 0,2-10 3 15,0 10 2-15,-1-1 1 0,1-9-1 0,0 13-1 16,-2-6-3-16,2-7-1 0,-1 13-3 0,1-5 0 15,0 0 2-15,0 2 4 0,0-1-1 0,-1 0 4 16,1 1 19-16,-3 1-6 0,2-2-2 16,0 1-2-16,1 1-7 0,0 0-6 0,0 1-1 0,-2-2 0 15,2 2-5-15,0-2 1 0,0 2 2 0,0-3 1 16,-1 3-1-16,1-1 1 0,0-1 0 0,0 2-4 16,0-4 2-16,1 1-2 0,-1 2 6 0,-2-1 3 15,2-2 3-15,-2 1-6 0,1 1 1 0,1-10-3 16,-1 14 2-16,1-6-9 0,-1-1 1 0,1-7 0 15,-3 14-4-15,3-8 0 0,0-6-1 0,-1 14 0 16,1-7-3-16,-3 0 3 0,3-7-6 0,-1 13 4 16,1-13 1-16,-1 13-5 0,0-8 2 0,1-5-3 15,-2 12 1-15,2-12-2 0,0 11 5 0,-1-5-5 16,1-6 2-16,-1 13-2 0,1-13 1 0,0 11 0 16,-2-4 5-16,2-7-5 0,-2 12 2 0,2-5-2 15,0-7 8-15,-1 12-6 0,2-6-2 0,-1-6 3 16,-1 13-2-16,-1-8 1 0,2-5 2 0,-2 12-1 15,2-12 1-15,-2 11-1 0,2-5-1 0,0-6 1 16,-1 11 10-16,1-11-11 0,0 10 2 0,0-10-2 16,-3 8 2-16,3-8-2 0,0 11-2 0,0-11 2 15,0 7-4-15,0-7 1 0,-1 10-1 0,1-10 4 16,0 8-1-16,0-8-6 0,0 0 0 0,0 10 4 16,0-10-1-16,0 0 1 0,-1 10-1 0,1-10-2 15,-1 8 5-15,1-8-6 0,0 10 2 0,0-10 2 16,-2 8-1-16,2-8 1 0,0 7-2 0,0-7-4 15,0 9 7-15,0-9-1 0,-3 10 0 0,3-10 1 16,-2 8 2-16,2-8-2 0,0 9 0 0,0-9 2 16,-1 7 0-16,1-7 4 0,-1 9-1 0,1-9-1 15,-1 9 2-15,1-9-2 0,-2 10 1 0,2-10 2 16,-1 6 0-16,1-6 0 0,-4 9 1 0,4-9-4 16,0 0 4-16,0 9-7 0,0-9 3 0,-1 8-2 15,1-8 2-15,0 0-1 0,-1 8-1 0,1-8 0 16,0 0-4-16,0 0 3 0,-2 9-1 0,2-9 1 15,0 0-2-15,-1 9 1 0,1-9 0 0,0 0 1 16,-1 7-3-16,1-7-4 0,0 0 2 0,0 0 3 16,-2 9-3-16,2-9-1 0,0 0-2 0,0 0 3 0,0 0 2 15,-2 7-3-15,2-7-3 0,0 0 7 16,0 0 4-16,0 0-3 0,-3 6-2 0,3-6 1 16,0 0-2-16,0 0 0 0,0 0-2 0,0 0 7 15,0 0-3-15,0 0 1 0,-2 8-3 0,2-8 7 0,0 0-6 16,0 0 4-16,-5 5 5 0,5-5-8 0,0 0-4 15,0 0 7-15,-7 4 2 0,7-4-2 16,0 0 2-16,-7 2-5 0,7-2 0 0,-8 1-3 16,8-1 2-16,0 0 3 0,-10 3-6 0,10-3 5 15,-9 0-7-15,9 0 4 0,-8 1-2 0,8-1 9 16,0 0-1-16,-13 2 2 0,13-2-14 0,0 0 1 16,-10-2 3-16,10 2 1 0,0 0 3 0,-10-1 0 15,10 1-5-15,-9-3-7 0,9 3 7 0,0 0 1 16,-12-2-3-16,12 2 3 0,-9 0 1 0,9 0-5 0,-7-3 3 15,7 3-1-15,0 0 4 0,-13-3 2 0,13 3-6 16,-6-2-2-16,6 2 5 0,0 0-2 0,-9-2 1 16,9 2 1-16,0 0-2 0,0 0 1 0,-9-3 0 15,9 3-2-15,0 0 0 0,0 0 2 16,-8-1-2-16,8 1 0 0,0 0 0 0,0 0 2 0,-8-3-2 16,8 3 0-16,0 0-2 0,0 0 5 0,-9-1-8 15,9 1 2-15,0 0 0 0,0 0 1 0,0 0 4 16,0 0 0-16,0 0-6 0,0 0 4 15,0 0-9-15,0 0-15 0,0 0-10 0,0 0-15 16,0 0-16-16,0 0-16 0,0 0-22 0,0 0-23 0,0 0-20 16,0 0-47-16,0 0-47 0,0 0-33 0,4-21-215 15,-4 21-529-15,8-12 235 0</inkml:trace>
  <inkml:trace contextRef="#ctx0" brushRef="#br0" timeOffset="-52966.55">29808 9297 131 0,'0'0'147'0,"2"-11"-6"0,-2 11 3 0,1-9 12 16,-1 9-22-16,-1-10-11 0,1 10-10 0,0-9-2 15,0 9-2-15,0 0 9 0,0-9-10 0,0 9-8 16,0 0-9-16,2-7-8 0,-2 7-11 0,0 0-10 16,0 0-10-16,0 0-3 0,0 0-7 0,0 0-5 15,0 0-4-15,0 0 0 0,7 29 2 0,-2-14-4 16,0 3 1-16,-3 6 11 0,3 2 6 0,-1 1-7 15,1 2 1-15,-3 0-1 0,-1 0-3 0,3 0 0 16,-4 1-2-16,1 1-3 0,0-3-1 0,-1 0-1 16,3 0 4-16,-4-1-3 0,1-2-3 0,-2-1 1 15,1 3-1-15,1-8-1 0,-1 0-4 0,-2-1-3 16,2-1-2-16,0 0 1 0,-2-1-2 0,2 2-2 16,0-4 2-16,1-1-5 0,-2-2 0 0,1 0-1 15,0 3 1-15,1-6-3 0,0 2-1 0,0-1 2 16,0-9-2-16,0 12-2 0,1-7-2 0,-1-5-9 15,1 11-17-15,-1-11-9 0,2 9-11 0,-2-9-18 16,0 0-13-16,1 7-10 0,-1-7-25 0,0 0-26 16,0 0-32-16,0 0-38 0,0 0-175 0,0 0-407 15,0 0 180-15</inkml:trace>
  <inkml:trace contextRef="#ctx0" brushRef="#br0" timeOffset="-52600.3">29931 9254 162 0,'0'0'198'0,"-3"-12"-5"0,3 12-17 16,-1-7-17-16,1 7-18 0,0 0-14 0,0 0-15 15,0 0-12-15,0 0-5 0,0 0-6 0,-9 23-6 16,4 2 9-16,-1 2 5 0,-2 4-10 0,0 2 1 15,-3 10-5-15,3-9-1 0,1 2-10 0,-2 10-5 16,2-14-7-16,2 2 0 0,1-2-5 0,0-2-1 16,1 0-7-16,0-2-2 0,-3-4-6 0,3-6-2 15,2 0-6-15,-3-1 0 0,3 1-1 0,-1-6-6 16,1 1-2-16,0-2 0 0,0 0-2 0,1-1-5 16,0 0 7-16,-2-1-7 0,1-2-1 0,1-7-1 15,-1 12-3-15,1-12-10 0,0 10-16 0,0-10-12 16,1 12-12-16,-1-12-7 0,0 0-10 0,-1 8-2 15,1-8-18-15,0 0-16 0,0 0-22 0,0 0-16 16,0 0-6-16,0 0-20 0,0 0-4 0,1-29-3 16,0 19-118-16,4-7-304 0,-1 2 134 0</inkml:trace>
  <inkml:trace contextRef="#ctx0" brushRef="#br0" timeOffset="-52311.78">29926 9319 152 0,'0'-15'157'0,"0"3"1"0,-1 1-7 0,1 1-7 16,-2-1 3-16,2 2-6 0,-2 2-1 0,2 7-9 16,-3-12-11-16,3 12-13 0,0-9-14 0,0 9-10 0,0 0-14 15,0 0-1-15,0 0-9 0,0 0-6 16,-3 28-1-16,0-8-2 0,2 9 8 0,-2 6 0 16,-1 1-7-16,-1 11-1 0,1-2-6 0,-1 1-1 15,0-11 0-15,3 9 2 0,-2-13-5 0,1 1 0 0,2-2-4 16,-4-1-6-16,5-3-2 0,-2 2 0 15,0-5-5-15,-2-4 5 0,3-3-10 0,1 2 1 16,0 0-2-16,0-5-1 0,-2 2 0 0,2-4-2 16,0 1-7-16,-3-2-21 0,1 0-20 0,2 1-18 15,0-4-23-15,-1 0-26 0,1-7-23 0,0 0-13 0,-2 15-11 16,2-15-24-16,-2 3-157 0,2-3-355 0,0 0 157 16</inkml:trace>
  <inkml:trace contextRef="#ctx0" brushRef="#br0" timeOffset="-52007.39">29829 9247 42 0,'0'-8'194'0,"0"-3"-7"16,0 11-1-16,0-9-16 0,0 9-15 0,1-8-16 0,-1 8-19 15,0 0-13-15,0 0-10 0,0 0-10 0,0 0-6 16,0 0-5-16,9 34-5 0,-5-8 4 0,0 3-3 15,1 4 4-15,-4 1 0 0,0 11-8 16,-2-10 1-16,0 10-4 0,-2-9-2 0,-1-3-3 16,2 2-6-16,-1-3 0 0,-1 0-4 0,-1-1-4 0,0-2-4 15,3-1-4-15,-1-8-6 0,-1 6-2 16,3-7-2-16,-3 7 1 0,4-11-4 0,-1 4-5 16,1-4-1-16,0 2-12 0,-1-5-16 0,1-1-23 15,0 1-16-15,-2-1-25 0,4-4-12 0,-2-7-31 0,1 13-23 16,-1-13-10-16,1 7-20 0,-1-7-22 0,0 0-110 15,0 0-324-15,0 0 144 0</inkml:trace>
  <inkml:trace contextRef="#ctx0" brushRef="#br0" timeOffset="-51693.65">29851 9271 151 0,'-3'-10'178'0,"2"4"-1"0,1 6-5 16,-2-11-16-16,2 11-17 0,-1-7-15 0,1 7-17 0,0 0-13 16,0 0-9-16,0 0-8 0,0 0-8 0,0 0 0 15,-2 24-9-15,0-5 0 0,1 6-4 0,-2 3 5 16,0 4 4-16,-1 3-8 0,-4 10 4 16,4-9-4-16,-3 8-9 0,0-10 1 0,3 3 0 0,2-2 0 15,-4-1-5-15,0-3-2 0,4-1-3 0,-2-2-4 16,3-3 0-16,-1-1-9 0,1 1 4 0,0-6-3 15,2-1-5-15,-2-1 1 0,1 1-3 0,0-5 0 16,0 2-12-16,1-3-11 0,0 0-11 0,1-4-14 16,-2 3-15-16,-2-4-13 0,2-7-14 0,3 10-11 15,-3-10-7-15,0 0-28 0,0 0-44 0,4 6-171 16,-4-6-358-16,0 0 159 0</inkml:trace>
  <inkml:trace contextRef="#ctx0" brushRef="#br0" timeOffset="-51376.18">29755 9336 6 0,'0'0'169'0,"0"-10"2"16,0 10-12-16,2-8-14 0,-2 8-16 0,0 0-10 15,4-4-18-15,-4 4-9 0,0 0-4 0,0 0-9 16,0 0-4-16,1 19 4 0,-1-7-5 0,0 6-2 15,-1 1-2-15,1 8-2 0,-1 3 3 0,1 0-6 16,0 4-6-16,0-2-6 0,-3-2-3 0,5 4 0 16,-4-2 0-16,1-5-4 0,0 5 1 0,2-4-7 15,-2-3-4-15,1-4 1 0,-2 4-4 0,0-6-3 16,-1 0-5-16,2-1 0 0,-2 0 0 0,1-1-8 16,-1-5-14-16,2 0-16 0,1 0-15 0,0-2-18 15,0-10-19-15,-4 17-11 0,4-17-20 0,-2 9-8 16,2-9-12-16,0 0-4 0,0 0 4 0,0 0-14 15,0 0-9-15,0 0-97 0,0 0-253 0,0 0 112 16</inkml:trace>
  <inkml:trace contextRef="#ctx0" brushRef="#br0" timeOffset="-51045.73">29831 9254 143 0,'-5'-12'146'0,"4"1"-2"0,-1 5 0 0,-1-2-1 15,0 1-13-15,3 7-10 0,-1-7-13 0,1 7-16 16,0 0-9-16,0 0-6 0,0 0-11 0,0 0-5 16,0 0-1-16,-8 26 9 0,6 0-3 0,-1 2-4 15,2 3-3-15,1 1-4 0,-5 4-4 0,2 0 0 16,1 10-3-16,2-1-1 0,-1-10-3 0,-1-1-6 16,2 2-1-16,0-3-2 0,2-1-1 0,-5 2 2 15,3-2-5-15,-3-4-2 0,2-1-1 0,1-1-3 16,-1 0-4-16,0 0 2 0,-1-7-4 0,1-1 1 15,-2 0-3-15,-1-1 2 0,2-6-5 0,2 2 2 16,-1-1-9-16,-1-3-9 0,0 1-8 0,4-1-12 16,-2-9-7-16,-6 12-13 0,6-9-5 0,0-3-1 15,-1 10-5-15,1-10-15 0,0 0-25 0,0 0-14 16,0 0-8-16,0 0-10 0,0 0-8 0,0 0 15 16,-7-26-8-16,7 26 0 0,3-23-74 0,1 4-217 15,-2-6 96-15</inkml:trace>
  <inkml:trace contextRef="#ctx0" brushRef="#br0" timeOffset="-50767.86">29849 9471 68 0,'0'-10'137'0,"2"3"-5"0,-2 7-2 15,0-12-12-15,0 12-13 0,0-9-10 16,0 9-7-16,0 0 13 0,0 0-1 0,0 0-5 16,-11 23-3-16,7-6-4 0,1 10-3 0,-5 0 1 15,0 4-6-15,3-2-4 0,-1 3-1 0,1 0 1 16,-3 12-2-16,3-13-4 0,0-3-7 0,1-1-5 15,-1 0-8-15,3 0-3 0,0-4-4 0,-3-3-3 16,4-4-7-16,2 1 0 0,-4 0-5 0,3 0-1 16,0-5-5-16,-2 0-2 0,2-3 3 0,1 3-5 15,-2 1-1-15,1-4-2 0,0 1-1 0,1-3-14 0,-2 3-11 16,1-10-15-16,0 12-10 0,0-12-10 16,-1 9-20-16,1-9-5 0,0 0-7 0,0 0-9 15,0 0-14-15,0 0-13 0,-2 8-24 0,2-8-15 16,0 0 7-16,0 0-96 0,0 0-262 0,5-29 116 15</inkml:trace>
  <inkml:trace contextRef="#ctx0" brushRef="#br0" timeOffset="-50539.67">29780 9953 308 0,'2'-13'22'0,"0"1"14"0,-2-1 3 16,1 1 20-16,1 1-11 0,-2 1 11 0,0 1 9 15,0 9 13-15,-3-14 2 0,1 9 10 16,2 5-10-16,-2-10-11 0,2 10-5 0,0 0-8 16,0 0-4-16,0 0-2 0,0 0 6 0,0 0 2 0,-13 15 2 15,8-3 0-15,-1 3-6 0,1 2 1 0,2 2-6 16,-2-4-9-16,3 2 1 0,-1 1-3 0,-1 0-1 15,1-3 3-15,-1 0 0 0,0-3-8 16,1-1-6-16,2 1 0 0,0-2-5 0,-1 2 4 0,1-3-6 16,-2 1-2-16,2 0 3 0,0-3-7 0,0-1-2 15,1-6-14-15,-2 10-18 0,2-10-18 0,0 10-13 16,0-10-9-16,0 0-14 0,0 0-15 0,0 0-18 16,0 0-15-16,-5 3-18 0,5-3-4 15,0 0-87-15,0 0-246 0,0 0 109 0</inkml:trace>
  <inkml:trace contextRef="#ctx0" brushRef="#br0" timeOffset="-49897.63">29710 10037 56 0,'1'-11'79'0,"-1"11"2"0,0 0-8 0,0-14-8 16,0 14-6-16,0 0-5 0,0 0 13 15,0 0 2-15,0 0 8 0,0 0 9 0,0 0 16 0,10 23-4 16,-10-12 1-16,-1 1-4 0,-1-1-11 0,0 1 0 16,0-1-6-16,0 0-5 0,2 5-6 0,-1-6-4 15,0 1-1-15,1 0-5 0,-3 1-7 0,3-2-4 16,-1-1-4-16,1 0-7 0,1 0 1 0,-1-9-2 15,2 13-6-15,-2-13 1 0,2 9 0 0,-1-5-6 16,-1-4 3-16,6 3-2 0,-6-3-6 0,0 0 4 16,7 2-5-16,-7-2-2 0,0 0-2 0,13-9 2 15,-8 3-1-15,0-3-3 0,2 1 1 0,-2-1-3 16,2-3-2-16,1-2 0 0,-1 4-6 0,-2-2 3 16,0 1 2-16,1 2-4 0,-1 0 9 0,-2 2 5 15,1 2 6-15,-2-2 5 0,-2 7 0 0,4-9-4 16,-4 9-6-16,4-7-2 0,-4 7-5 0,0 0-1 15,0 0-1-15,0 0 0 0,0 0 1 0,0 0-3 16,0 0 1-16,0 0 0 0,3 21 0 0,-3-21-3 16,-2 12 1-16,2-5-1 0,0-7 4 0,0 13-7 15,0-5 1-15,0-8 2 0,-1 10-3 0,1-10 1 16,0 7 5-16,0-7-2 0,0 0 1 0,1 9 0 16,-1-9 1-16,0 0 0 0,2 6 10 0,-2-6 8 15,0 0 4-15,0 0-4 0,0 0-7 0,0 0 1 16,0 0-1-16,0 0 0 0,0 0-2 0,7-21-3 15,-7 21-3-15,3-13 2 0,-2 3-3 0,-2 3-1 16,3-2-1-16,-2 1 2 0,0-1-3 0,1 0 0 16,-1 9-5-16,0-11 4 0,0 11 0 0,2-9-1 15,-2 9-2-15,0-7-5 0,0 7 0 0,0 0 1 16,0 0-1-16,0 0 5 0,0 0-7 0,0 0 3 16,0 0 2-16,0 0 0 0,0 0-2 0,0 0 4 15,-12 20-3-15,12-20 3 0,-2 7-2 0,2-7-2 16,0 0 7-16,0 9-4 0,0-9-2 0,0 0 2 15,0 0 1-15,-3 7 2 0,3-7 3 0,0 0 1 16,0 0 0-16,0 0-2 0,0 0-3 0,0 0-4 16,0 0-5-16,0 0-11 0,0 0-9 0,0 0-8 15,-6-28-16-15,3 20-14 0,2-3 1 0,0 3-10 16,1 8-8-16,-7-20-15 0,5 12-13 0,-1-3-11 16,3-1 12-16,-4 2-12 0,2-1 5 0,2 11 2 15,-3-13 6-15,3 13 6 0,-4-8-23 0,4 8 0 16,-5-2-86-16,5 2-227 0,0 0 100 0</inkml:trace>
  <inkml:trace contextRef="#ctx0" brushRef="#br0" timeOffset="-47495.98">29789 10056 10 0,'0'0'142'0,"0"0"-11"0,0 0-15 15,0 0-14-15,0 0-2 0,0 0-11 0,0 0 0 16,0 0-6-16,0 0-13 0,0 0-3 0,0 0-10 16,8-10 3-16,-8 10-11 0,2-5-10 0,-2 5 5 15,3-8-6-15,-3 8-10 0,0 0-9 0,4-15-14 0,-4 15-4 16,2-15-13-16,-2 3-4 0,0 2-23 0,0 10-1 16,0-26-1-16,0 14-9 0,-1-3 1 15,0-2-4-15,-2 0 5 0,2 1 5 0,-2-3 2 0,2-1 2 16,0 3 7-16,-2-9 4 0,2 7 9 0,-1 0 1 15,2 0 18-15,0-2 0 0,-2 0-1 16,1 2 5-16,-2-5-5 0,3 5 5 0,-1 1-3 16,0 2 18-16,0 1-3 0,1 3 4 0,-2 1 0 15,2 3 11-15,0-1-2 0,0 9 11 0,0-11 3 0,0 11 0 16,2-12-7-16,-2 12 2 0,1-9 6 0,-1 9 0 16,-1-10 3-16,1 10 2 0,0-10 5 0,0 10 3 15,1-8-12-15,-1 8 0 0,0 0-3 16,-1-11-3-16,1 11-8 0,0 0 3 0,0 0-9 0,-2-7-5 15,2 7 0-15,0 0 4 0,0 0-16 0,0 0 3 16,0 0-1-16,0 0-3 0,-9 25 0 16,8-15 3-16,-2 0-3 0,1 0-1 0,-1 2-2 15,2-1 2-15,1 2-5 0,-1-1 2 0,0 4-3 16,-1 2 8-16,0-2-7 0,2-4-1 0,-2 1 5 0,0-1 7 16,2-1-13-16,-1-2-1 0,-1 1 4 0,4-2-2 15,-2-8 2-15,-2 13 4 0,2-13-3 0,-1 8 0 16,1-8 3-16,0 9 2 0,0-9-2 0,0 0 2 15,0 0-1-15,0 0-4 0,0 0 4 0,0 0 2 16,0 0-1-16,0 0 0 0,1-33 1 0,1 23 0 16,-1-5-8-16,-2-1 1 0,1-1 6 0,0 0-1 15,1-1-2-15,-1 0 4 0,1 0-7 0,-1-1 3 16,0 0 1-16,0-1-2 0,1-5 0 0,-2 7-2 16,1-3 1-16,3 3-1 0,-3 1-1 0,2-2 2 15,-2 2 8-15,3 5-7 0,-2 2 7 0,0 0 3 16,-2 3-6-16,1 7 6 0,1-14-8 0,-1 9 2 15,0 5-6-15,0 0 2 0,0 0 0 0,0 0-2 16,0 0-2-16,0 0-1 0,0 0 3 0,0 0-3 16,0 0 5-16,0 0-3 0,0 0-3 0,-5 29 4 15,5-20 1-15,-1 0-3 0,4 2 0 0,-5-4 0 16,2 5 3-16,0-3 0 0,2-1-3 0,-1-2 0 16,-1-6 0-16,1 13 1 0,0-7 1 0,-1-6 3 15,3 11-5-15,-3-11-3 0,2 6 7 0,-2-6 1 16,0 0 0-16,0 9 3 0,0-9-1 0,0 0-2 15,0 0 0-15,0 0 1 0,0 0 0 0,0 0-3 16,8-22 5-16,-7 15-3 0,2-3-1 0,-3 1 1 16,1 0 2-16,-1-1 1 0,2 1 0 0,-1-1 3 15,0 3-7-15,-1 7 3 0,3-11-2 0,-2 6 1 16,-1 5 0-16,1-11-7 0,-1 11 2 0,0-7-1 16,0 7 2-16,3-10-2 0,-3 10-3 0,0 0 0 15,0 0 3-15,0 0-6 0,0 0 1 0,0 0 5 16,7-2 2-16,-7 2-6 0,0 0 3 0,0 0-2 15,7 14 2-15,-3-9-1 0,-4-5 0 0,2 8-2 16,-2-8 3-16,3 8-2 0,-3-8 10 0,2 5-3 16,-2-5-3-16,0 0 1 0,4 5 0 0,-4-5 2 15,0 0 7-15,0 0 3 0,0 0-7 0,0 0 4 16,0 0-2-16,0 0 1 0,12-15-4 0,-12 7-5 16,0 8 6-16,2-12-2 0,-2 4 0 0,0-2 1 15,0 10-1-15,1-17-1 0,-1 10 2 0,2 1-1 16,-2 6-2-16,2-8-2 0,-2 8 5 0,0-9-1 15,0 9-2-15,0 0-6 0,0 0 2 0,2-8 0 16,-2 8-2-16,0 0-3 0,0 0 3 0,0 0-2 16,0 0 1-16,0 0 2 0,0 0-4 0,0 0 11 15,9 22-9-15,-8-18 3 0,-1-4-2 0,2 8 4 16,-2-8-2-16,2 9-1 0,-2-9 1 0,3 7 1 16,-3-7-2-16,2 7 4 0,-2-7 1 0,0 0 2 0,0 0 0 15,0 0 0-15,2 5 2 0,-2-5 9 16,0 0-11-16,0 0-2 0,0 0 0 0,0 0 2 15,0 0 0-15,0 0 1 0,0 0-2 0,7-21 0 16,-6 14 4-16,2 2-3 0,-3 5-1 0,2-10-1 16,-2 10 0-16,3-10-1 0,-1 6 1 0,-2 4-2 15,0 0-1-15,0 0-4 0,2-7-1 0,-2 7 2 16,0 0-5-16,0 0 5 0,0 0-1 0,0 0 0 16,8 17-2-16,-6-7 3 0,0-1 1 0,-1 1 0 0,1 3 3 15,-1-3-2-15,0 2 2 0,-1-1-1 0,0-2 0 16,2 1 0-16,-1-3-1 0,0 0 1 15,-1-7 0-15,2 11-1 0,-2-11 0 0,2 7 5 16,-2-7 1-16,0 0-5 0,0 8 4 0,0-8-1 16,0 0-2-16,0 0 1 0,0 0-3 0,0 0-1 0,0 0 1 15,15-12-2-15,-11 6-3 0,-4 6 0 0,7-11 0 16,-4 3 0-16,1 1 0 0,0 0 2 16,0-2 3-16,0 0-1 0,-2-1-1 0,0 6-1 15,-2 4 0-15,2-9 3 0,-2 9-3 0,3-12 3 0,-3 12-4 16,1-7 2-16,-1 7 0 0,0 0 0 15,0 0 0-15,0-8 3 0,0 8-5 0,0 0 2 0,0 0-1 16,0 0 0-16,0 0-2 0,0 0 1 0,0 0 1 16,0 0 3-16,0 0-5 0,0 0 3 15,0 0 2-15,-12-3-3 0,12 3 0 0,0 0 12 0,0 0-11 16,0 0 3-16,0 0 4 0,0 0-7 0,-12 9 5 16,12-9 3-16,0 0 0 0,0 0-1 0,0 0-1 15,0 0 2-15,0 0-4 0,-11-2 4 0,11 2-3 16,0 0 0-16,-7-8 0 0,7 8 0 0,-6-5 0 15,6 5 3-15,-4-9-2 0,4 9 7 0,-7-10-4 16,6 4-3-16,-3 0 0 0,4 6 0 0,-5-15-1 16,4 9 0-16,-2 1-1 0,3 5-1 0,-6-10 1 15,6 10-2-15,-7-7 0 0,5 3-1 0,2 4 2 16,-8-6-8-16,8 6 2 0,-11 0 2 0,11 0-1 16,-11 1 3-16,11-1 0 0,-12 7-1 0,4-2-3 15,2-2 2-15,0 2 6 0,0-1-6 0,1 0 3 16,0 1 0-16,-3-3-4 0,8-2 3 0,-7 7-3 15,4-2 0-15,3-5-1 0,0 0-2 0,-7 8 1 16,7-8-1-16,-2 6 5 0,2-6-2 0,0 0-4 16,0 0 6-16,0 0-5 0,0 0 2 0,0 0-1 15,13 3 2-15,-13-3-2 0,0 0 2 0,15-4-2 16,-15 4 4-16,10-4 2 0,-5 1-3 0,-5 3 6 16,11-8-5-16,-9 5-2 0,-2 3 5 0,8-8 0 15,-8 8-2-15,4-8 1 0,-4 8 4 0,0 0-10 16,0 0 1-16,0 0-2 0,-8-10 6 0,8 10-2 15,-13 1-1-15,13-1-4 0,-20 6 5 0,10-4-4 16,2 1 2-16,-2 0 0 0,0 1 1 0,1 2 1 16,3-5 3-16,6-1-4 0,-7 6-2 0,1-3 1 15,6-3-1-15,-4 6 0 0,4-6 2 0,0 0 2 16,0 0 1-16,0 0 1 0,12 10 5 0,-12-10-6 16,11 0 1-16,-4 0 3 0,-7 0-2 0,21-3 8 15,-11 0-6-15,1 0-3 0,0 0 3 0,-2-1 0 16,2 1-2-16,-3 2 7 0,-2-3-4 0,-1 0 4 15,-5 4-3-15,8-6-2 0,-8 6 3 0,8-5 3 16,-8 5 0-16,3-5-3 0,-3 5 0 0,0 0-1 16,0 0 0-16,0 0 1 0,0 0-3 0,-7-13-2 0,7 13-1 15,0 0-1-15,-13-1 2 0,13 1 0 0,0 0-1 16,-12 0 1-16,12 0 0 0,0 0-2 16,-11 0 3-16,11 0-2 0,0 0-2 0,0 0-6 15,0 0 4-15,-9 0-5 0,9 0-3 0,0 0 4 16,0 0 3-16,0 0 1 0,0 0-3 0,0 0 16 15,0 0-17-15,0 0 1 0,0 0 8 0,0 0-8 16,0 0 2-16,0 0-3 0,0 0 2 0,0 0-7 16,0 0 2-16,0 0 1 0,0 0 2 0,0 0 0 15,0 0 0-15,0 0 2 0,5 16 2 0,-5-16-2 0,-9 6 3 16,4-4-5-16,5-2 8 0,-9 5-1 16,9-5-6-16,-9 7 5 0,9-7-5 0,-5 2-2 15,5-2-3-15,-6 1-7 0,6-1-5 0,0 0-6 16,0 0 3-16,-7 5-10 0,7-5 6 0,0 0-2 15,0 0 0-15,0 0 0 0,-4 13-1 0,4-13-9 0,0 0 8 16,0 0 2-16,0 0 11 0,0 0-5 0,0 0 4 16,0 0 8-16,0 0-1 0,0 0 2 15,4 15 0-15,-4-15 0 0,0 0 0 0,3 8-3 16,-3-8 12-16,0 0-9 0,0 0 6 0,5 7 3 0,-5-7 1 16,0 0 5-16,0 0 1 0,3 3 2 0,-3-3 11 15,0 0-5-15,0 0 13 0,0 0-2 0,0 0 8 16,0 0 1-16,0 0 0 0,0 0-8 0,0 0 2 15,0 0-1-15,0 0 1 0,0 0-1 16,0 0-4-16,0 0-6 0,0 0 1 0,0 0-5 0,0 0-5 16,0 0 4-16,0 0 3 0,-2 13-6 0,2-13 0 15,-1 12-1-15,0-2 5 0,1 2-8 0,-2 0-2 16,-2 4-2-16,3 2-1 0,-1-1-6 0,-2 2 9 16,1 6-4-16,0-1-2 0,1-4-6 0,-3 6-2 15,1-1-2-15,3 1-6 0,-3 0-11 0,2-1-17 16,-5 1-7-16,5-7-8 0,1 0-12 0,-5 5-3 15,5-5-5-15,0-3-6 0,1 0-64 0,-2-3-170 16,1-2 76-16</inkml:trace>
  <inkml:trace contextRef="#ctx0" brushRef="#br0" timeOffset="-47244.54">29743 9756 26 0,'0'0'98'0,"0"0"-5"0,0 0 2 16,1 33-8-16,-1-33 0 0,-1 15-11 0,0-4-1 16,1 1-8-16,1 0-3 0,-1-1-10 0,-1 0-6 15,0 3-3-15,1-3-3 0,0-11-8 0,0 23 3 16,0-11-9-16,-2-2-22 0,2-10-23 0,-1 19-18 15,0-11-14-15,1-8-19 0,-3 16-15 0,3-9-52 16,-1 0-147-16,1-7 65 0</inkml:trace>
  <inkml:trace contextRef="#ctx0" brushRef="#br0" timeOffset="-47052.5">29742 9951 47 0,'0'0'113'15,"0"0"-6"-15,0 0-6 0,0 0-1 0,0 0-3 16,0 0-18-16,0 0 3 0,0 0-6 0,0 0-11 16,-1 36-2-16,2-26-6 0,-1-10-14 0,-3 22 0 15,1-9-11-15,-2 0-19 0,3-3-19 0,0 0-11 16,1-10-24-16,-2 17-8 0,0-9-8 0,2-1-16 16,-2 0-74-16,2-7-157 0,0 14 70 0</inkml:trace>
  <inkml:trace contextRef="#ctx0" brushRef="#br0" timeOffset="-46331.82">29778 10125 42 0,'0'0'109'0,"0"0"-18"0,0 0 2 0,0 0-15 0,0 0-7 16,0 0-4-16,0 0-9 0,0 0 0 0,0 0-11 15,0 0-4-15,0 0-9 0,0 0-7 0,0 0-6 16,-31-3-6-16,31 3-6 0,0 0-2 0,0 0 1 15,-6-5-5-15,6 5 9 0,0 0-15 0,-4-13 2 16,4 13 3-16,0 0 2 0,-3-17-3 0,3 17 9 16,-1-15 1-16,-1 7-1 0,0-3 7 0,2 11-2 15,-1-21-8-15,-3 9 12 0,3 1 1 0,-1-1 11 16,1 2 5-16,1 10-7 0,-2-19 1 0,-1 9 6 16,3 10-10-16,-4-13 0 0,4 13 5 0,-5-12 9 15,5 12-7-15,-7-10-4 0,3 5-5 0,4 5-2 16,-5-8 2-16,5 8-1 0,0 0-1 0,-7-9-5 15,7 9-3-15,0 0 0 0,0 0-3 0,0 0-3 16,0 0 0-16,-6-5-3 0,6 5-4 0,0 0 8 16,0 0-2-16,0 0 4 0,-5-5 5 0,5 5 13 15,0 0 5-15,0 0 10 0,0 0 3 0,0 0-3 0,0 0-4 16,-2-10-4-16,2 10-1 0,0 0-7 16,2-10-2-16,-2 10-1 0,0 0-4 0,2-12 0 15,-2 12-4-15,4-5 6 0,-4 5-1 0,0 0 2 16,2-9 1-16,-2 9-6 0,0 0 1 0,0 0-3 15,3-6-5-15,-3 6-2 0,0 0 1 0,0 0-5 16,0 0 0-16,0 0-3 0,0 0 2 0,0 0-6 16,0 0 2-16,0 0-2 0,0 0 3 0,0 0-2 15,3 22 1-15,-2-14-1 0,-2 1 0 0,1-9-2 16,2 18 3-16,1-7 4 0,-1-1-5 0,-2-1 2 16,4 2 1-16,-1 1-4 0,-3-3 2 0,1-3 1 0,-1-6-1 15,4 13-1-15,-3-8 0 0,-1-5 3 16,3 8-3-16,-3-8 6 0,3 6 1 0,-3-6 1 15,0 0 0-15,0 0-4 0,0 0 1 0,0 0 7 16,0 0-9-16,0 0 1 0,9-20 1 0,-7 13-2 0,0-1 2 16,1-1 0-16,-2-3-4 0,-1 1-1 15,3 0 0-15,2 0 2 0,-3-2-2 0,0 1-2 0,-1 1 0 16,0 1 4-16,0-2 0 0,-1 2-2 16,2 0-4-16,-2 10 1 0,0-11-1 0,0 11 2 0,1-8-5 15,-1 8 2-15,0 0-5 0,0 0 3 0,0 0 1 16,0 0 2-16,0 0 0 0,0 0-1 15,0 0-9-15,-5 30 0 0,2-20-10 0,1 1-9 16,-1-1-20-16,3-10-15 0,-2 16-13 0,-1-6-7 16,1 0-4-16,2-10-14 0,0 16-11 0,0-6-10 0,0-10-11 15,1 16-82-15,-1-8-238 0,0-8 105 0</inkml:trace>
  <inkml:trace contextRef="#ctx0" brushRef="#br0" timeOffset="-46064.61">29783 9939 44 0,'-3'-18'118'0,"3"18"-11"0,-4-11-8 0,4 11-5 0,-2-9-3 15,2 9-14-15,-7-9-8 0,7 9-5 0,-5-9-13 16,5 9 4-16,0 0-9 0,-5-9 4 0,5 9-11 16,0 0-6-16,0 0-9 0,0 0 1 0,-4-11-10 15,4 11 10-15,0 0-10 0,0 0 1 0,0 0-8 16,0 0-2-16,0 0-4 0,0 0 7 0,0 0-3 15,0 0-3-15,0 0-3 0,-6 27 14 0,6-27-13 16,0 19 9-16,-1-7-2 0,1-1-2 0,0 0 6 16,0-11-7-16,0 21-8 0,0-9 5 0,0-1-2 15,0-1-13-15,1 2-19 0,-1-12-10 0,0 19-27 16,1-10-16-16,-1 0-83 0,0-1-181 0,0-8 80 16</inkml:trace>
  <inkml:trace contextRef="#ctx0" brushRef="#br0" timeOffset="-45820.82">29707 9855 87 0,'2'-16'102'0,"-2"16"-17"0,0 0-8 0,0 0-10 16,0 0 0-16,0 0-13 0,0 0-1 0,0 0-6 15,0 0 0-15,0 0 1 0,1 42-21 0,-1-31 0 16,0-11 11-16,-1 19-19 0,1-7-13 0,0 0-7 16,0-1-10-16,0-11-6 0,-2 19-17 0,2-19-3 15,2 12-2-15,-2-12-15 0,1 13-8 0,-1-8-38 16,0-5-107-16,2 9 47 0</inkml:trace>
  <inkml:trace contextRef="#ctx0" brushRef="#br0" timeOffset="-45666.3">29752 9886 31 0,'-5'8'30'0,"5"-8"-18"0,-4 15-25 0,0-5-12 15,-1 2 5-15</inkml:trace>
  <inkml:trace contextRef="#ctx0" brushRef="#br0" timeOffset="-45284.66">29861 10139 56 0,'0'0'65'0,"0"0"-25"0,0 0-18 0,0 0-17 0,0 0-19 15,0 0-15-15,0 0-32 0,0 0 14 0</inkml:trace>
  <inkml:trace contextRef="#ctx0" brushRef="#br0" timeOffset="-38586.24">17751 7847 29 0,'0'0'55'0,"1"7"-5"0,-1-7-7 16,5 9-3-16,-5-9-10 0,4 8-27 0,-3-3-45 15,-1-5-45-15,0 0 20 0</inkml:trace>
  <inkml:trace contextRef="#ctx0" brushRef="#br0" timeOffset="-31132.91">18661 7389 45 0,'0'0'65'0,"5"2"-11"0,-5-2-8 16,0 0-13-16,0 0-11 0,0 0-17 0,0 0-50 15,-13 5-49-15,13-5 21 0</inkml:trace>
  <inkml:trace contextRef="#ctx0" brushRef="#br0" timeOffset="-30142.7">18819 7141 1 0,'0'0'10'0,"0"0"0"16,0 0-3-16,0 0 5 0,0 0-5 16,0 0-1-16,0 0 1 0,0 0-2 0,0 0-1 0,0 0 2 15,0 0 0-15,5 9-1 0,-5-9-1 0,0 0-2 16,0 0 0-16,0 0-2 0,0 0-1 0,0 0 7 16,0 0-7-16,0 0-1 0,0 0 3 0,0 0 1 15,0 0-4-15,0 0 2 0,0 0-3 0,0 0-6 16,0 0-6-16,0 9-15 0,0-9 8 0</inkml:trace>
  <inkml:trace contextRef="#ctx0" brushRef="#br0" timeOffset="-27661.37">17991 7425 39 0,'0'0'55'0,"0"0"-6"16,0 0-7-16,0 0-15 0,0 0-11 0,0 0-19 15,0 0-35-15,0 0-41 0,0 0 19 0</inkml:trace>
  <inkml:trace contextRef="#ctx0" brushRef="#br0" timeOffset="-27244.37">19220 7031 7 0,'0'0'71'0,"0"0"-6"15,0 0-6-15,0 0-14 0,3 7 5 0,-3-7-4 16,0 0-8-16,0 0-7 0,0 0-4 0,0 0 0 15,0 0-18-15,0 0-11 0,0 0-21 0,0 0-52 0,0 0-82 16,0 0 36-16</inkml:trace>
  <inkml:trace contextRef="#ctx0" brushRef="#br0" timeOffset="-20191.19">16879 4655 51 0,'0'0'86'0,"0"0"-12"0,0 0-2 0,0 0-10 16,0 0 1-16,0 0-4 0,0 0-1 0,0 0-4 15,0 0-19-15,0 0-2 0,0 0-3 0,0 0-8 16,0 0 1-16,0 0-4 0,0 0 4 0,0 0-2 15,0 0 2-15,0 0-1 0,0 0-7 0,0 0 1 16,0 0-2-16,0 0-2 0,0 0 2 16,0 0-10-16,0 0 3 0,0 0-12 0,0 0-12 0,0 0-12 15,0 0-6-15,0 0-8 0,0 0-9 0,0 0-18 16,0 0-41-16,0 0-119 0,0 0 54 0</inkml:trace>
  <inkml:trace contextRef="#ctx0" brushRef="#br0" timeOffset="-19043.23">12360 6729 50 0,'0'0'59'15,"0"0"-4"-15,0 0-7 0,0 0-3 0,0 0-4 16,0 0-1-16,0 0-7 0,0 0-4 0,0 0-3 16,0 0 2-16,0 0-6 0,0 0 10 0,0 0-11 15,0 0-5-15,0 0 4 0,0 0 5 0,0 0-8 16,0 0 3-16,0 0 3 0,0 0 2 0,0 0-2 15,0 0 8-15,0 0-15 0,0 0-2 0,0 0-3 16,0 0 1-16,0 0 1 0,0 0-5 0,0 0 0 16,0 0 2-16,0 0-2 0,0 0-4 0,0 0-3 15,0 0-4-15,0 0-3 0,0 0-2 0,3 4-6 16,-3-4-12-16,0 0-3 0,0 0-10 0,1 8-9 16,-1-8-11-16,0 0 0 0,0 0-32 0,0 0-98 15,6 7 43-15</inkml:trace>
  <inkml:trace contextRef="#ctx0" brushRef="#br0" timeOffset="-9981.55">29986 9567 2 0,'0'0'61'16,"0"0"7"-16,0 0-9 0,0 0 4 0,0 0-7 15,0 0 3-15,0 0 1 0,0 0-3 0,0 0-3 16,0 0-3-16,8-6-5 0,-8 6 10 0,0 0 0 16,0 0-1-16,0 0-1 0,0 0 0 0,0 0-8 15,0 0-1-15,0 0 5 0,0 0 0 0,0 0-7 16,0 0-3-16,0 0-3 0,-11-15-6 0,11 15-3 16,0 0 1-16,-6-4-8 0,6 4 1 0,0 0-6 15,-8-3 3-15,8 3 0 0,0 0-2 0,-6-3 1 16,6 3 3-16,0 0-6 0,0 0 3 0,-6-5 0 15,6 5 7-15,0 0-1 0,0 0 6 0,-9-4 3 16,9 4-3-16,0 0-1 0,0 0 3 0,0 0-1 16,0 0 1-16,-3-5 0 0,3 5 6 0,0 0 0 15,0 0 5-15,0 0-3 0,0 0 0 0,0 0-3 16,0 0 1-16,0 0-4 0,0 0-1 0,0 0 2 16,0 0-4-16,0 0 5 0,0 0-1 0,0 0-5 15,0 0 5-15,0 0 0 0,0 0 1 0,0 0-8 0,0 0 1 16,0 0 2-16,0 0-1 0,0 0 3 0,0 0-2 15,0 0-2-15,0 0 0 0,0 0 1 0,0 0-6 16,0 0 0-16,0 0-3 0,0 0-2 16,0 0 0-16,0 0 2 0,0 0-4 0,0 0-3 0,0 0 0 15,0 0 2-15,0 0-7 0,0 0 2 0,0 0-1 16,0 0-1-16,0 0-1 0,0 0 5 16,0 0-10-16,0 0 4 0,0 0 0 0,0 0 0 15,0 0-6-15,0 0 4 0,0 0-3 0,0 0-2 16,0 0 0-16,0 0 0 0,0 0 3 0,0 0-5 0,0 0 2 15,0 0 1-15,0 0-2 0,0 0 4 0,0 0 0 16,21-2 0-16,-21 2 0 0,14 2 2 0,-4-2-4 16,0 0 3-16,3 0-3 0,-2 0-2 15,1 0 2-15,2-2-1 0,-1 2-3 0,-1 0 5 16,3 0-1-16,-4-1-2 0,3 0-2 0,-2 0 3 0,2 2-1 16,-3-2 0-16,1 1 1 0,0-2 2 0,0 1-1 15,1 1 2-15,0-1-2 0,-2 2 1 0,0-1-2 16,0 0 5-16,-1-1-7 0,-1 1 0 15,1 0 2-15,-10 0 2 0,15 0-1 0,-8-2 1 0,1 4-4 16,-8-2 4-16,15-2 0 0,-5 2 1 0,-2 0 4 16,1 0 3-16,0-1-4 0,-9 1-1 0,14 1-2 15,-7-1 6-15,6 0-6 0,-4-1 2 0,1 1 0 16,2 0 0-16,-1 0-1 0,-3 0-1 0,1-1-2 16,-9 1 3-16,15 1-1 0,-7-1 0 0,3-1 3 15,-2 2-5-15,2-1-2 0,-11 0 4 0,14 0-3 16,-8 0 5-16,7 1-2 0,-6-1 0 0,4 0 0 15,1 0 5-15,-1 2-6 0,-1-2 6 0,-2 0-5 16,0 0 2-16,3 1 0 0,-3-1 0 0,-8 0 3 16,15 1 1-16,-9-1 0 0,-6 0-2 0,14-1 3 15,-5 2-1-15,-2 1 1 0,-7-2-1 0,11 1 2 16,-11-1-3-16,14 0-1 0,-9 1 1 0,-5-1 2 16,14 0-6-16,-14 0 2 0,13 1 2 0,-8 1-4 15,-5-2 3-15,12 0-1 0,-12 0-4 0,12 0 5 16,-5 0 3-16,-7 0-4 0,11 0 0 0,-11 0 0 15,14 0 4-15,-8 1-4 0,-6-1 2 0,11-1 1 16,-11 1 2-16,13 0 2 0,-13 0-3 0,11 0-18 16,-11 0 1-16,12 0-1 0,-6 0 2 0,-6 0 0 15,12 0-2-15,-12 0 3 0,10 0-1 0,-10 0 5 16,11 1 0-16,-11-1-1 0,9 0 0 0,-9 0 2 16,8 0 3-16,-8 0-3 0,0 0 4 0,11 0-2 15,-11 0 5-15,0 0-7 0,0 0 1 0,8 0 5 16,-8 0 5-16,0 0 4 0,0 0 4 0,8 2-12 15,-8-2 6-15,0 0-7 0,0 0 7 0,0 0-5 16,0 0 3-16,0 0 3 0,0 0-2 0,0 0-4 16,0 0 12-16,0 0-12 0,0 0-3 0,0 0 4 15,0 0-3-15,0 0-4 0,0 0 11 0,0 0-10 16,0 0-1-16,0 0 4 0,0 0-2 0,0 0-4 16,0 0 4-16,0 0-1 0,0 0 0 0,0 0 1 15,0 0-5-15,0 0 1 0,0 0 1 0,0 0-1 16,0 0 0-16,0 0 1 0,0 0 1 0,9 2-3 15,-9-2 7-15,0 0 2 0,0 0-7 0,0 0-3 16,0 0 3-16,0 0-3 0,0 0 1 0,0 0 4 16,0 0-3-16,0 0 0 0,0 0 0 0,0 0 0 15,0 0-3-15,0 0 1 0,0 0 4 0,0 0-4 16,0 0 1-16,0 0-4 0,0 0 5 0,0 0 1 16,0 0 1-16,0 0-5 0,0 0 6 0,0 0-3 15,0 0 2-15,0 0-1 0,0 0-2 0,0 0 3 16,0 0-1-16,0 0-4 0,0 0-3 0,0 0-14 15,0 0-7-15,0 0-21 0,0 0-20 0,0 0-27 16,0 0-61-16,0 0-68 0,0 0-270 0,0 0-535 16,0 0 236-16</inkml:trace>
  <inkml:trace contextRef="#ctx0" brushRef="#br0" timeOffset="-8686.65">30991 8875 66 0,'0'0'127'0,"1"-6"-9"0,-1 6 8 0,1-8-2 16,-1 8-10-16,0 0-8 0,0-11-12 0,0 11-2 15,0-9-4-15,0 9 3 0,1-10-4 0,-1 10 6 16,2-12-4-16,-2 12-1 0,0-9-3 0,0 9-5 15,0-13 2-15,0 7-3 0,0 6-7 16,-2-13-7-16,2 3-2 0,0 10-9 0,0-17-1 0,-1 9 0 16,1 0-1-16,0 8-1 0,-1-16-4 0,0 8-1 15,1 8-2-15,-2-14 0 0,2 7 1 16,0 7-5-16,-1-13-2 0,0 7-2 0,1 6 2 16,-2-13-3-16,2 13-1 0,0-11-3 0,0 11 1 0,0-8 2 15,0 8-2-15,2-10 1 0,-2 10 5 0,0 0-2 16,0-9-4-16,0 9-3 0,0 0-2 0,0 0-7 15,1-9-1-15,-1 9-4 0,0 0-1 0,0 0-4 16,0 0-3-16,0 0-2 0,0 0-1 0,0 0 1 16,0 0-3-16,0 0 0 0,0 0 0 0,0 0-1 15,-3 30 2-15,2-21 1 0,0 2-4 0,0 1-3 16,-2 0 8-16,3 4-7 0,-3 0 7 0,2 0-2 16,0-2-11-16,0 4 1 0,1-6 2 0,-3 4 1 15,2 1 4-15,1-2-1 0,0 2 2 0,0-1 1 16,-3 0 2-16,3 0-3 0,0 0 5 0,0-3-2 15,3 4 5-15,-2-2-5 0,-2-1 7 0,2-1-1 16,-2-1 5-16,-2-1 5 0,3 2 1 0,0 2-5 16,-2-4 1-16,1 1 9 0,1 0-7 0,-3 0-5 15,2-1 0-15,-1-1-3 0,1 2 2 0,1-2 2 16,-1 0-5-16,-1 2-2 0,2-3 2 0,-1 1 0 16,1 1 2-16,0-4-3 0,0 2-8 0,0-9 1 15,-1 16 1-15,1-10 2 0,0 4 1 0,0-10-2 16,0 17 2-16,0-9-5 0,0-8 6 0,0 14-1 15,0-8 8-15,0-6-10 0,-1 13-1 0,2-7 2 16,-1-6 1-16,-1 14 2 0,1-7 0 0,0-7 2 16,1 12 1-16,-1-6 3 0,0-6-6 0,0 13 0 15,0-13 11-15,0 11-5 0,0-3-9 0,0-8 6 16,0 11-4-16,0-11 6 0,0 12-6 0,0-6 1 16,0-6 2-16,1 12 4 0,-1-12-2 0,0 12 8 15,1-7-4-15,-1-5 6 0,2 11 4 0,-2-11-6 16,0 9 3-16,0-9-9 0,0 10 5 0,0-10-6 15,0 8 5-15,0-8-4 0,0 8 4 0,0-8-2 16,0 7 0-16,0-7-6 0,0 0 1 0,0 12-3 16,0-12-1-16,0 7-5 0,0-7 6 0,1 8-3 15,-1-8 2-15,0 0 0 0,0 0-11 0,0 9 11 16,0-9 2-16,0 0 5 0,0 0 0 0,0 0-13 16,0 9-1-16,0-9-1 0,0 0 1 0,0 0 0 15,0 0 3-15,-1 9-1 0,1-9-4 0,0 0 2 16,0 0-3-16,1 9 5 0,-1-9 1 0,0 0 0 15,-1 13-4-15,1-13 6 0,-2 9-6 0,2-9 4 16,0 8-3-16,0-8 2 0,-1 9 3 0,1-9 1 16,0 0-9-16,-1 8-21 0,1-8-18 0,0 0-15 15,0 0-28-15,0 0-23 0,-1 7-24 0,1-7-38 16,0 0-47-16,0 0-44 0,0 0-243 0,-19-5-545 16,19 5 242-16</inkml:trace>
  <inkml:trace contextRef="#ctx0" brushRef="#br0" timeOffset="-7833.31">31033 8625 35 0,'0'0'102'16,"0"0"-3"-16,0 0 5 0,-2-10 0 0,2 10-3 15,0 0 0-15,0 0-5 0,0 0-2 0,0 0-4 16,-2-9-7-16,2 9-5 0,0 0-1 0,0 0-6 0,0 0-6 16,-4-6-7-16,4 6-3 0,0 0-7 15,0 0-4-15,0 0-7 0,0 0-4 0,0 0-3 16,0 0 2-16,0 0-5 0,0 0-11 0,0 0 13 15,0 0-6-15,-19 10-3 0,19-10 0 0,-7 9 1 16,4-6 1-16,-1 2 2 0,4-5 1 0,-7 10 3 16,5-5 13-16,1 2-4 0,-3-1-4 0,4-6-1 15,-5 10-8-15,1-4 4 0,1 0-1 0,3-6-3 16,-2 10-2-16,1-2 3 0,1-8-5 0,0 11-1 16,0-11-2-16,0 11 6 0,0-11-2 0,3 9-3 0,1-3 2 15,-4-6-3-15,5 7 7 0,0-1 0 16,3-1 5-16,-2-1-3 0,6-1 5 0,-3-1-4 15,1-1 2-15,1-1-5 0,2 0 4 0,1 0-8 16,-2 0 3-16,1-2-1 0,-1-1 0 0,1-1-1 16,0 0 1-16,-3-1-2 0,1-1 0 0,-1 1 1 15,0-3-1-15,-1 1 1 0,-2-2-2 0,1-1-3 16,-1 0 0-16,-4-2-3 0,4-3-2 0,-5 4 0 16,2-1 0-16,-1 0-5 0,-3 0 1 0,-3 2-2 15,-1-2 0-15,2 2-8 0,-3-1 5 0,0 1-1 16,-3 3 0-16,-2-3-4 0,-1 4 1 0,0 0 1 0,-3 2 6 15,-3 4-10-15,-2 0 4 0,2-1-4 16,-3 2-14-16,1 1-16 0,0 0-22 0,1 0-23 16,-1 4-23-16,-1 1-34 0,3 1-23 0,2-1-53 15,0 3-141-15,2-3-382 0,3-1 169 0</inkml:trace>
  <inkml:trace contextRef="#ctx0" brushRef="#br0" timeOffset="-6137.93">29987 9951 86 0,'0'0'97'0,"0"0"-7"15,0 0-8-15,0 0 0 0,0 0-6 0,0 0-7 16,0 0-5-16,0 0-4 0,0 0-9 0,0 0-1 0,0 0-1 15,0 0 4-15,0 0-25 0,0 0 17 0,0 0-4 16,0 0 0-16,0 0 1 0,0 0-8 0,0 0 0 16,0 0-2-16,0 0-8 0,0 0 1 0,0 0-9 15,0 0 8-15,0 0-3 0,0 0-3 0,0 0 0 16,0 0-2-16,-21 8-2 0,21-8-6 0,-6 5 4 16,6-5-1-16,0 0-5 0,-9 1-7 0,9-1 14 15,0 0 3-15,0 0-2 0,0 0 1 0,-8 3 1 16,8-3-1-16,0 0-2 0,0 0 4 0,-8 3-1 15,8-3 3-15,0 0-1 0,0 0 2 0,0 0 0 16,-10 0 2-16,10 0-5 0,0 0 7 0,0 0-4 16,0 0 1-16,0 0-1 0,-12 0 0 0,12 0-1 15,0 0 2-15,0 0-2 0,0 0 3 0,0 0 3 16,0 0-6-16,0 0 7 0,0 0 0 0,0 0-1 16,0 0 3-16,0 0 4 0,0 0 4 0,0 0 5 15,-6 1 0-15,6-1 0 0,0 0 2 0,0 0-4 16,0 0 1-16,0 0-1 0,0 0-1 0,0 0-3 15,0 0-1-15,0 0 0 0,0 0-3 0,0 0 0 16,0 0-3-16,0 0-1 0,0 0 3 0,0 0-6 16,0 0-2-16,0 0-1 0,0 0-4 0,0 0-1 0,0 0-6 15,0 0 3-15,0 0-1 0,0 0-1 0,25-8 0 16,-25 8-2-16,16 0-2 0,-5-2 1 16,1 2-2-16,0 2-1 0,0-4 0 0,1 2-2 15,-1 0 2-15,1 0 3 0,6-2-6 0,-3 2 5 0,3-1-2 16,-1 0 4-16,0 2-3 0,0 0 5 15,0-2-5-15,1 2 5 0,-1-1-3 0,0 0-1 16,-1 0-3-16,3-1 7 0,-3 0-7 0,0 0 4 16,-2 1-2-16,-3 1 2 0,2-2-2 0,0-1 2 0,4 2-1 15,-5-1 1-15,1 1-2 0,-4 0 1 0,3 0 0 16,-3-1-4-16,1 0 0 0,-1 2 2 16,-10-1-1-16,19-1 0 0,-12 1 0 0,0-1 3 0,-7 1-1 15,20 2-1-15,-8-3-1 0,0 1 1 0,-1-1 1 16,0 1 2-16,1-1-2 0,-2 1 0 0,1 0-1 15,0 0 2-15,-2 2-6 0,3-4 5 0,-1 2-1 16,-4 0-3-16,2-3 3 0,-9 3 2 0,14-1-6 16,-6 1 4-16,1-1-4 0,-9 1 2 0,14 1-2 15,-14-1 1-15,13-1 6 0,-3 1-4 0,-2 0 0 16,-1 1 0-16,-7-1 0 0,15 0 0 0,-7 1 0 16,-8-1-1-16,13 0 3 0,-4-1 0 0,0 0-1 15,1 1-2-15,2 1 0 0,-2 2 1 0,0-2 0 16,3 0 4-16,-4-1-2 0,2 1-3 0,-2-2 0 15,1 2 6-15,-3 0-5 0,2 0 0 0,1 0 24 16,-4 1-4-16,-6-2 0 0,13-3-1 0,-13 3 1 16,10 0-1-16,-10 0-5 0,9 0 4 0,-9 0 3 15,0 0-5-15,13-1 4 0,-13 1-6 0,0 0 3 16,6-2-1-16,-6 2-2 0,0 0 0 0,0 0-3 16,0 0 4-16,0 0-2 0,9 0-3 0,-9 0-1 15,0 0 1-15,0 0 2 0,0 0-1 0,0 0 1 16,0 0 2-16,0 0 0 0,0 0 9 0,0 0-17 15,0 0 5-15,0 0 4 0,0 0-1 0,7 4-7 16,-7-4 6-16,0 0-3 0,0 0-4 0,0 0-5 16,0 0 4-16,0 0-2 0,0 0 2 0,0 0 5 0,0 0-9 15,0 0-1-15,0 0 1 0,0 0-2 16,0 0 0-16,0 0 0 0,0 0-3 0,0 0-1 16,0 0-7-16,0 0-15 0,0 0-16 0,0 0-25 15,0 0-26-15,0 0-31 0,0 0-37 0,0 0-49 0,0 0-43 16,0 0-42-16,0 0-164 0,0 0-492 15,0 0 219-15</inkml:trace>
  <inkml:trace contextRef="#ctx0" brushRef="#br0" timeOffset="-4946.87">30950 9965 22 0,'0'0'123'0,"0"0"-11"16,0 0 8-16,0 0-5 0,0 0 4 16,0 0-6-16,0 0 2 0,2-10 0 0,-2 10 3 0,0 0-11 15,0 0-5-15,0 0-9 0,0 0 1 16,0 0-4-16,0 0 1 0,0 0-3 0,0 0-4 0,0-8-2 15,0 8-3-15,0 0-1 0,0 0-6 0,0 0-3 16,0 0 1-16,0 0-4 0,0 0-1 0,0 0-3 16,0 0-1-16,0 0-3 0,0 0-4 0,0 0-2 15,0 0-5-15,0 0 0 0,0 0-3 0,0 0-2 16,0 0-6-16,0 0-2 0,0 0-3 0,0 0-3 16,0 0-3-16,0 0-2 0,0 0-4 0,0 0-2 15,0 0-4-15,0 0-4 0,0 0 1 0,0 0-2 16,0 0 0-16,0 0-3 0,0 0-2 0,0 0 4 15,-2 25-1-15,2-25 1 0,-2 14-2 0,1-7 1 16,1-7-1-16,-3 12 2 0,2-7-3 0,-1 5 4 16,0-1 3-16,2-2 3 0,0-7 3 0,-2 15-1 15,-1-8-2-15,3 0 4 0,0-7-4 0,-1 17 1 16,0-12 3-16,1 5-1 0,-1-3 6 0,-2 3-8 16,3-2 2-16,-1-1-1 0,-1 3 0 0,2-2-3 15,-1 3 5-15,1-2-6 0,-1 2 2 0,1-4 0 16,0 4 3-16,-3-2-6 0,3 1 7 0,0-1-2 15,0 0 5-15,0 1 0 0,0-1-1 0,0-9-1 16,-1 16 4-16,1-9-3 0,1 3 3 0,-1-10-3 16,-2 15 2-16,2-8-2 0,0 1 0 0,0-8 4 15,0 16-6-15,-2-8 7 0,2-1-6 0,-1 2 12 16,1-9-1-16,-1 17-5 0,-1-11 2 0,2 3-4 16,-1-2 1-16,-1 2-1 0,0 1 4 0,1-2 4 15,-1-1 1-15,0 1-4 0,1-2-5 0,1-6 3 16,0 13-4-16,-1-7 3 0,1-6 1 0,-3 12 2 15,2-7-8-15,-3 0 5 0,4-5-1 0,0 11 4 16,-1-5-7-16,1-6-7 0,-1 11 3 0,-1-5-5 16,2-6 13-16,-2 12 0 0,2-12-2 0,-2 12-4 15,2-6-5-15,0-6 6 0,-1 11-5 0,1-11 1 16,-1 13 1-16,1-13-17 0,-1 11 19 0,1-5-4 16,0-6-2-16,-2 11-4 0,2-11 6 0,0 11 13 15,-1-6-22-15,1-5 3 0,-1 12 3 0,1-12 3 16,-2 10-8-16,2-10-2 0,0 11 8 0,0-11 0 15,0 0-20-15,-2 12 12 0,2-12 4 0,0 0 3 16,-1 13-2-16,1-13-4 0,0 0 1 0,0 0 4 16,0 13 3-16,0-13-7 0,1 10 2 0,-1-10-3 0,0 0 0 15,0 13 2-15,0-13 6 0,0 0-13 0,0 11-5 16,0-11 14-16,0 0-4 0,-3 10 7 16,3-10-5-16,2 9-3 0,-2-9 4 0,0 0-5 15,0 6 3-15,0-6-2 0,0 0 8 0,0 0-5 16,3 9 3-16,-3-9-6 0,0 0-8 0,0 0-1 0,0 0 15 15,0 7-2-15,0-7 1 0,0 0-2 16,0 0 0-16,0 0 2 0,0 0-3 0,0 0 7 16,0 0 0-16,2 7-10 0,-2-7 2 0,0 0 2 15,0 0 2-15,0 0-8 0,0 0 11 0,0 0-13 0,0 0 8 16,0 0-1-16,0 0 1 0,0 0-1 16,0 0-2-16,0 0 2 0,0 0 1 0,0 0-1 15,0 0 2-15,0 0-1 0,0 0-3 0,0 0 5 16,0 0-3-16,0 0 1 0,0 0 0 0,0 0-5 15,0 0 4-15,0 0-9 0,0 0 12 0,0 0-15 0,0 0-18 16,0 0-39-16,0 0-9 0,0 0-42 0,0 0-32 16,0 0-25-16,0 0-27 0,0 0-36 0,0 0-27 15,0 0-30-15,0 0-23 0,0 0-25 16,0 0-179-16,-9-26-561 0,9 26 248 0</inkml:trace>
  <inkml:trace contextRef="#ctx0" brushRef="#br0" timeOffset="-4404.67">30849 10717 36 0,'0'0'237'0,"0"0"-4"16,0 0-5-16,0 0-8 0,0 0-15 0,0 0-13 16,0 0-13-16,0 0-12 0,0 0-16 0,0 0-12 15,0 0-18-15,0 0-11 0,0 0-10 16,0 0-7-16,0 0-5 0,0 0-5 0,-7 9-2 0,7-9-5 15,-3 6 3-15,3-6-7 0,-6 5-6 0,6-5-2 16,-2 7-3-16,-2-2 3 0,4-5-3 0,-5 9-1 16,3-4-2-16,0 1 5 0,2-6-5 0,-1 11-2 15,1-11-5-15,-3 10-2 0,1-4-7 0,2-6 1 16,-2 11-6-16,2-11 3 0,0 11 2 0,2-5 2 16,-2-6-3-16,3 13-5 0,-3-7 1 0,3 2 5 15,-3-8-4-15,4 11 7 0,-2-4-6 0,1-1-10 16,1-2 16-16,-4-4-6 0,8 9 6 15,-5-4-3-15,4-1 8 0,-1 0 4 0,0 0-8 16,2-2-8-16,2 3 5 0,-1-4 2 0,2 1-10 0,-1-2-5 16,1 2 1-16,-2-2 0 0,4 0-2 0,-2-2 4 15,-1 1 1-15,2-1-3 0,-2-3-16 0,1 1 12 16,-1 0-4-16,0-1 5 0,-1-3-9 16,2 1 4-16,-2 0-4 0,1-1-1 0,0-1 1 0,-4-3-2 15,2 4-5-15,-3-3 1 0,0 1-4 0,1 0-4 16,-2 0 1-16,0-1 3 0,0 1-4 0,-2 1-5 15,0-1 4-15,-2 1 9 0,0 9-12 0,-4-17 6 16,1 10-9-16,-2 0 3 0,0-2-5 0,-4 3 2 16,-1 1 1-16,0-2 1 0,-2 3-1 0,-3-1-2 15,0 2-7-15,0 3 10 0,1-2-5 0,2 2-9 16,-1-1-3-16,0 0-32 0,3 3-35 0,1 0-16 16,-1 0-20-16,-2 3-29 0,1-2-31 0,0-1-42 15,-1 2-52-15,0 1-49 0,2-1-276 0,0-3-648 16,10-1 287-16</inkml:trace>
  <inkml:trace contextRef="#ctx0" brushRef="#br0" timeOffset="-1253.99">27739 8610 119 0,'0'0'197'0,"4"-7"-4"0,-4 7-6 0,1-8-7 16,-1 8-9-16,0 0-12 0,0-9-14 0,0 9-13 15,0 0-11-15,0 0-14 0,0 0-12 16,-7-5-5-16,7 5-10 0,0 0 1 0,-18 10-10 0,9-1-5 15,-1 0-2-15,-5 5-5 0,2 2-6 0,-3-3-2 16,0 6 1-16,-1 3-4 0,-2-1-1 0,8-4-5 16,-5 3-5-16,7-3 2 0,-4-1-5 15,4 0 5-15,0 1-13 0,3-1 0 0,-3 0-4 0,6-2-3 16,0 0-2-16,-1-2-1 0,2 0-1 0,4 1-4 16,-2-1 3-16,2 1-1 0,0 2 0 0,4-4-4 15,-2-1 5-15,2 1-2 0,1-3-1 0,0 2 2 16,2-1-1-16,0-1 0 0,2-1 2 0,1 0 0 15,0-2 4-15,2 0-1 0,-1-1 0 0,-1-2 3 16,2 1-3-16,-1-3-2 0,1 0 1 0,-1 1 2 16,1-1-1-16,-1-1-2 0,-2-1 2 0,2 0 1 15,-4-2 1-15,0 1 0 0,1 0-1 0,-1-2-1 16,-5-1-2-16,4-1 0 0,-2 1-2 0,2-4-4 16,-6 1 2-16,1-1-2 0,2 1-5 0,-4 0 3 15,-1-2 1-15,0 4-3 0,-1-2-2 0,1 9-1 16,-5-15 4-16,5 8-3 0,-5-2-4 0,-1 2 4 15,0-1-6-15,0 3-1 0,-1-2 3 0,-1 1 1 16,2 2-1-16,-2 2-2 0,1-3 3 0,1 3-5 16,6 2 2-16,-14-4-4 0,14 4 7 0,-9-1-4 15,9 1 0-15,-6-5-3 0,6 5 0 0,0 0 2 16,0 0 2-16,0 0 0 0,0 0 0 0,0 0 1 16,0 0 6-16,0 0-2 0,0 0 9 0,0 0-1 15,25 12 2-15,-12-12-3 0,1 0-2 0,1 0 4 0,7 1-1 16,-4-1-3-16,1 0 3 0,-1-1 2 15,-6-1-7-15,3 2 11 0,-4-2-5 0,1 2-2 16,-1 0 8-16,-1-2-5 0,-3 2 5 0,2-1 8 16,-9 1-17-16,14-2 3 0,-14 2-1 0,10 0-4 0,-10 0 2 15,8 0-3-15,-8 0-5 0,10 5 2 0,-7-3-4 16,-3-2 15-16,7 7-18 0,-4-2 5 16,-2 1 0-16,3 1 0 0,-1 4 0 0,-1-1-3 15,-2 2 0-15,0 2 1 0,0-2 5 0,-2 6 1 0,-1-2-25 16,3 2-25-16,-4 2-39 0,1-1-61 0,-1-2-97 15,-5 0-277-15,-2 2-563 0,5-3 249 0</inkml:trace>
  <inkml:trace contextRef="#ctx0" brushRef="#br0" timeOffset="1419.56">31039 7838 112 0,'0'0'224'0,"1"-11"-8"0,-1 11-6 15,4-11-12-15,-4 11-10 0,1-10-10 0,2 6-11 16,-3 4-8-16,3-7-7 0,-3 7-14 0,0 0-14 15,1-9-17-15,-1 9-13 0,0 0-9 0,0 0-15 0,3-6-3 16,-3 6-11-16,0 0-8 0,0 0-2 0,0 0-4 16,0 25-7-16,-3-14-1 0,0 5 0 0,1 3-6 15,-1 1-2-15,1-4 0 0,-2 3-2 16,2 0-1-16,1 1-2 0,-3-2 0 0,3-3-4 16,-3-2 0-16,2-1-1 0,1 0 1 0,-1-2 3 0,1 3-5 15,0-4-3-15,-2 2-1 0,2-4 1 0,1 1-1 16,0-8 5-16,-3 12-7 0,3-6 0 0,0-6 1 15,-1 10-1-15,1-10-4 0,0 9-14 16,0-9-3-16,-1 7-7 0,1-7-17 0,0 0-15 16,0 0-19-16,0 0-30 0,0 0-45 0,0 0-39 0,0 0-35 15,0 0-167-15,0 0-418 0,0 0 185 16</inkml:trace>
  <inkml:trace contextRef="#ctx0" brushRef="#br0" timeOffset="1732.43">30900 7832 137 0,'0'0'172'15,"0"0"-22"-15,0 0-2 0,7-10-15 0,-7 10 0 0,15 0-2 16,-3 0-9-16,2 2 0 0,8-1 0 0,-1 6-12 16,4-2-8-16,-3 0-7 0,-3 3-10 0,1-1-6 15,0 1-4-15,-2 3-6 0,-2 3-3 0,0-5-1 16,-4 6 2-16,1-1-2 0,-2 1-2 15,-2 0 3-15,-2 0-11 0,-2-1-1 0,-1 1 0 16,-3-3 0-16,-1 3-3 0,-1-2-1 0,-2 1 6 0,-1 1-9 16,-1-4 1-16,-4 2 0 0,0-2-5 0,0-1-1 15,-6 2-4-15,-2-2-3 0,0 0-5 0,0 0 0 16,-2-4-8-16,0 3 3 0,-3-4-5 16,3 0-3-16,-2 2-21 0,2-5-11 0,0 1-28 15,2-1-19-15,-2 0-29 0,6-1-46 0,1-1-51 0,1 0-56 16,0-1-158-16,11 1-436 0,-21-3 193 0</inkml:trace>
  <inkml:trace contextRef="#ctx0" brushRef="#br0" timeOffset="4512.06">31154 11172 39 0,'0'0'221'0,"0"0"-3"16,-1-10-8-16,1 10-12 0,0 0-12 16,-6-7-12-16,6 7-30 0,0 0-7 0,-8-5-12 15,8 5-15-15,-8-5-10 0,8 5-8 0,0 0-11 0,-11-2-4 16,11 2-6-16,-11 0-7 0,11 0-3 0,-12 3-4 15,0 0 4-15,2-2-10 0,1 2 1 0,-2 1-8 16,-1 1 1-16,0-2-8 0,2 3-1 0,1-2 1 16,0 2 2-16,-2 0 1 0,1 0-4 0,2-2-4 15,-1 3-3-15,3-3-3 0,0 1-2 0,1 1-3 16,3-1 2-16,-1 1-6 0,3-6-1 0,-1 11-1 16,1-11 4-16,4 13-4 0,1-5 4 0,1-1-1 15,1 2 3-15,4-2 0 0,-1 0-1 0,1-1-2 16,0 1-1-16,-1 1-2 0,2-2-2 15,-3 1 3-15,2-1 1 0,3 4-4 0,0-1-1 0,-3-1 2 16,3 2-3-16,-5-3-3 0,-2 2-2 0,2-2 1 16,-5-2 1-16,1 1-3 0,-1 0 0 0,0-1 0 15,-1 0-2-15,-3-5 1 0,1 11 4 0,-1-11 6 16,-7 10 8-16,2-4 3 0,-4-1 4 16,-3-2-1-16,-3-2 2 0,-5 2 7 0,1-2-1 0,-4 2-2 15,-5-3 1-15,0-2-11 0,-1 0-3 0,1-1-3 16,0 2 3-16,1-3-13 0,8 1-23 0,-1-1-32 15,3 0-31-15,-2-2-43 0,5 3-56 0,1-1-72 16,2-1-265-16,-1 1-555 0,-1-3 246 0</inkml:trace>
  <inkml:trace contextRef="#ctx0" brushRef="#br0" timeOffset="26048.41">29464 9490 19 0,'0'0'73'0,"0"0"-1"0,0 0-6 16,0 0-1-16,0 0-3 0,0 0 5 0,0 0-6 15,0 0 0-15,0 0-10 0,0 0 2 0,-12-6-3 16,12 6 3-16,0 0-11 0,0 0 2 0,0 0 3 15,0 0 3-15,0 0 5 0,0 0-10 0,0 0-3 16,0 0 3-16,-8-2-1 0,8 2 4 0,0 0 4 16,0 0-21-16,0 0 7 0,0 0 5 0,0 0 5 15,0 0-7-15,0 0 1 0,-6-4-2 0,6 4-5 16,0 0 1-16,0 0 4 0,0 0-6 0,0 0-6 16,0 0-3-16,0 0 5 0,-8-4-4 0,8 4-2 15,0 0 0-15,0 0-1 0,-7-3-4 0,7 3-2 16,0 0-1-16,-4-6 0 0,4 6 0 0,0 0-3 15,0 0 4-15,-8-2 1 0,8 2 2 0,0 0-1 16,0 0 1-16,0 0-3 0,0 0-1 0,-8-3-1 16,8 3 4-16,0 0-1 0,0 0-1 0,0 0 2 15,-6-4-4-15,6 4 4 0,0 0 0 0,0 0-2 16,-6-6-2-16,6 6 3 0,0 0 1 0,0 0 0 16,-8-2 3-16,8 2 1 0,0 0 2 0,0 0 14 0,-7-3 2 15,7 3 0-15,0 0-2 0,0 0 4 16,0 0-6-16,0 0 2 0,0 0-4 0,0 0 1 15,0 0-1-15,-6-4-6 0,6 4 2 0,0 0 0 16,0 0-3-16,0 0-5 0,0 0 0 0,0 0-1 0,0 0-3 16,0 0-4-16,0 0-1 0,0 0 3 15,0 0-4-15,0 0-3 0,0 0 3 0,0 0-4 16,-4-6-1-16,4 6 1 0,0 0-3 0,0 0 4 16,0 0 0-16,0 0-1 0,0 0 1 0,0 0 1 15,0 0 5-15,0 0-2 0,0 0 2 0,0 0 0 0,0 0-3 16,0 0-1-16,0 0 1 0,0 0 0 0,0 0-5 15,0 0-1-15,-4-7 0 0,4 7 0 16,0 0 3-16,0 0-4 0,0 0-3 0,-3-6 2 16,3 6 1-16,0 0 0 0,0 0-6 0,-6-7 3 0,6 7 1 15,0 0 0-15,0 0-1 0,0 0-1 0,0 0 1 16,-5-6-1-16,5 6-3 0,0 0 4 0,0 0-4 16,0 0 1-16,0 0-1 0,0 0 3 15,0 0-4-15,0 0 3 0,0 0-4 0,0 0 3 0,0 0 0 16,0 0-4-16,0 0 0 0,0 0 1 0,0 0 0 15,0 0-1-15,0 0 1 0,0 0 5 0,0 0-6 16,0 0-1-16,0 0 2 0,0 0 0 0,0 0 2 16,0 0-3-16,0 0 2 0,0 0 1 0,16 14 4 15,-16-14 1-15,7 6-2 0,0-4-1 0,-2 0 3 16,0 2-2-16,0 0-4 0,1 0 8 0,-1-1-3 16,2 0 3-16,-2 1-4 0,2-1 0 0,0 0 0 15,-1 1 2-15,1-1-3 0,1 0 7 0,-3 0-5 16,2 0 0-16,-7-3-4 0,12 7 6 0,-8-5-4 15,1 2 2-15,-5-4 0 0,11 3 2 0,-6 1-6 16,0 0 10-16,2-1-7 0,-2 1 1 0,0-1-1 16,1 1-3-16,0 0 1 0,-3-1 0 0,-3-3 0 15,9 6 0-15,-6-2 3 0,-3-4-4 0,10 7-1 16,-7-4 2-16,3-1 0 0,-6-2 0 0,9 6 2 16,-4-2-3-16,-5-4 3 0,8 5 3 0,-4-1-6 15,0 0 2-15,-4-4-2 0,6 4 2 0,-6-4-3 16,6 7 4-16,1-5 0 0,-7-2 4 0,6 7 3 15,-6-7-7-15,6 6 4 0,0-3-3 0,-6-3-2 16,5 5-2-16,-5-5 4 0,7 4 0 0,-7-4 1 16,5 4-4-16,-5-4 0 0,7 4 3 0,-7-4 1 15,4 3-5-15,-4-3-1 0,0 0 2 0,6 3 0 16,-6-3-1-16,0 0 3 0,5 5-1 0,-5-5-2 16,0 0 5-16,6 7-6 0,-6-7 3 0,3 4-1 15,-3-4 0-15,0 0 0 0,0 0 0 0,4 4 3 16,-4-4-3-16,0 0 1 0,5 3 5 0,-5-3-6 15,0 0 2-15,0 0 0 0,0 0-1 0,0 0-2 16,0 0 4-16,0 0-2 0,0 0 2 0,4 7-4 16,-4-7 1-16,0 0 9 0,0 0-9 0,0 0 2 15,0 0 0-15,0 0 1 0,0 0-4 0,0 0 1 16,0 0 2-16,0 0 1 0,4 3 3 0,-4-3-4 16,0 0-2-16,0 0 4 0,0 0-3 0,0 0 2 15,7 2 1-15,-7-2-2 0,0 0-2 0,0 0 4 16,0 0-3-16,4 5 0 0,-4-5 6 0,0 0-8 15,0 0 0-15,0 0 1 0,0 0 1 0,0 0-1 16,0 0 2-16,0 0 0 0,4 5-1 0,-4-5-3 16,0 0 3-16,0 0 1 0,0 0-2 0,0 0-1 0,0 0 1 15,0 0 3-15,0 0 3 0,0 0-6 0,0 0 1 16,0 0-2-16,0 0 8 0,0 0-6 16,0 0-1-16,0 0 0 0,0 0 0 0,0 0 3 15,0 0-1-15,0 0 0 0,0 0-4 0,0 0 5 16,0 0-2-16,0 0 0 0,0 0-5 0,0 0 6 15,0 0-2-15,0 0 4 0,0 0-2 0,0 0-4 16,0 0 2-16,0 0-1 0,0 0-1 0,0 0 0 16,0 0 0-16,0 0-1 0,0 0 3 0,0 0-2 15,0 0 1-15,0 0-2 0,0 0 1 0,0 0 3 16,-9 10 0-16,9-10-1 0,0 0-1 0,0 0 1 16,-9 3-2-16,9-3-1 0,-5 5-1 0,5-5 2 0,-9 4 3 15,4-2-2-15,-3 1 3 0,3 2-5 16,0-1 3-16,-4 3 0 0,1-2-2 0,-3 2 4 15,1 0 1-15,-3 0-1 0,0 3 2 0,-1 1-3 0,-2 0-3 16,1 1 4-16,-4-2 2 0,2 4-2 0,-4 0-8 16,-1 2-24-16,-2 0-27 0,-1-2-43 0,1 3-65 15,-1-1-82-15,-3-1-243 0,1-1-530 16,-1-1 235-16</inkml:trace>
  <inkml:trace contextRef="#ctx0" brushRef="#br0" timeOffset="29867.06">17045 11405 2 0,'0'0'16'0,"0"0"8"0,0 0-3 0,-9-2 2 0,9 2-4 16,0 0-3-16,-7-2 2 0,7 2-9 0,0 0 1 15,-11-2 2-15,11 2-5 0,-10-2 3 0,10 2-2 16,0 0 0-16,-11 2 0 0,11-2 3 0,-9-2-4 16,9 2-2-16,0 0 1 0,-14 0 3 0,14 0-8 15,-8-2 2-15,8 2 0 0,-9 0 0 0,9 0 2 16,0 0 0-16,-13-1-1 0,13 1-2 0,0 0-3 16,-9-2 0-16,9 2-1 0,0 0 5 0,0 0-4 15,-6-2 1-15,6 2 4 0,0 0 0 0,0 0-14 16,0 0 0-16,0 0-4 0,0 0-6 0,0 0-19 15,0 0-40-15,0 0 18 0</inkml:trace>
  <inkml:trace contextRef="#ctx0" brushRef="#br0" timeOffset="39007.75">28181 9653 70 0,'0'0'82'16,"0"0"-18"-16,0 0 11 0,0 0-20 0,0 0 11 15,0 0-11-15,0 0 0 0,0 0-9 0,0 0-6 16,0 0-4-16,0 0 3 0,0 0-10 0,0 0 8 16,0 0-11-16,0 0 5 0,0 0-13 0,0 0 1 15,0 0 5-15,0 0-12 0,0 0-5 0,0 0-7 16,0 0-6-16,0 0-6 0,0 0-12 0,0 0-14 15,0 0-3-15,0 0-7 0,0 0-15 0,0 0-46 16,0 0-119-16,0 0 53 0</inkml:trace>
  <inkml:trace contextRef="#ctx0" brushRef="#br0" timeOffset="39768.11">29963 9624 9 0,'0'0'85'0,"0"0"-10"16,0 0 2-16,0 0-7 0,0 0-7 0,0 0-5 15,0 0-7-15,0 0-5 0,0 0-3 0,0 0-9 16,0 0-1-16,0 0 2 0,0 0-8 0,0 0-7 15,0 0 7-15,0 0-12 0,0 0-12 0,0 0-6 16,0 0-18-16,0 0-33 0,0 0-62 0,0 0-125 16,-17 8 56-16</inkml:trace>
  <inkml:trace contextRef="#ctx0" brushRef="#br0" timeOffset="42797.06">28243 11775 47 0,'0'0'155'16,"-5"-13"1"-16,5 8 3 0,0 5-5 0,-4-11-2 16,3 5 3-16,1 6-1 0,-3-10-5 0,3 10-3 15,-3-11-10-15,3 11-3 0,-3-8-8 0,3 8-8 16,-2-8-3-16,2 8-7 0,0 0-5 0,-1-9-7 16,1 9-6-16,0 0-5 0,-2-6-9 0,2 6-9 15,0 0-4-15,0 0-7 0,0 0-9 0,0 0-7 16,0 0-4-16,0 0 5 0,0 0-16 0,0 0-3 15,0 0-1-15,0 0-2 0,0 0 3 0,0 0-9 16,-8 21 2-16,8-11-3 0,-3 3-2 0,2 0 4 16,-2 2-4-16,1 3-3 0,-2-2 2 0,4 1-2 15,-5-2 0-15,4 2-3 0,-3-1 0 0,4 0 0 16,0-4 2-16,0 1 0 0,-2-2-2 0,1 0 0 16,0 2 3-16,0-2 5 0,-2 0-6 0,3 0-4 15,-1-3 1-15,1 2 4 0,-4-2-6 0,4-2-2 16,-3 5 6-16,3-11-3 0,-1 11 2 0,0-5-1 15,0 1 1-15,1-7-6 0,-6 11-13 0,4-7-8 16,2-4-8-16,-2 10-13 0,2-10-12 0,-2 8-8 16,2-8-20-16,0 0-16 0,0 0-28 0,-4 4-31 15,4-4-24-15,0 0-23 0,0 0-144 0,0 0-380 16,8-22 168-16</inkml:trace>
  <inkml:trace contextRef="#ctx0" brushRef="#br0" timeOffset="43043.81">28204 11808 15 0,'0'0'153'0,"0"0"-5"15,2-10-11-15,-2 10 1 0,0 0-17 0,5-7-11 16,-5 7-7-16,6-2-5 0,-6 2-6 0,12-2-1 0,-12 2-11 16,13 1-4-16,-4 1-7 0,2 2-6 15,-1-2-6-15,2 2-6 0,0 0-3 0,1 0-7 16,4 1-2-16,0 4-1 0,-1-4 1 0,1 3-12 15,0 0-2-15,-2-2-2 0,1 1-7 0,-5-1-10 0,4-3-14 16,-5 1-25-16,4 2-7 0,-4 0-13 0,1-3-21 16,1 0-15-16,-1 0-20 0,-1 1-8 0,1-2-19 15,0-1-72-15,-2-1-225 0,1-1 100 0</inkml:trace>
  <inkml:trace contextRef="#ctx0" brushRef="#br0" timeOffset="43268.25">28659 11722 105 0,'2'-8'164'16,"-2"8"2"-16,0-11 2 0,0 11-8 0,-2-11-11 0,2 11-23 16,0 0-7-16,0-9-12 0,0 9-13 0,0 0-7 15,0 0 7-15,0 0 11 0,0 0-9 0,0 0-1 16,-3 31-2-16,0-15-1 0,3 0-6 0,-2 0-2 16,-1 1-8-16,0 0-3 0,0 1-8 0,0 1 9 15,0-1-4-15,0-1-3 0,1 1-11 0,-2-1-4 16,1 0-4-16,1-1-4 0,1-1-4 0,1 0-11 15,-1-3-23-15,-2 2-24 0,3-2-39 0,2-2-51 16,-2 0-60-16,1-4-48 0,-2 4-172 16,1-10-419-16,-2 10 186 0</inkml:trace>
  <inkml:trace contextRef="#ctx0" brushRef="#br0" timeOffset="43459.87">28768 11973 97 0,'10'-2'220'0,"4"-1"-12"0,-2 1-18 15,3 0-17-15,-2 2-17 0,2-2-17 0,3 1-10 16,0-1-26-16,-4 0-32 0,3 3-36 0,-3-2-39 16,4-1-45-16,-7 1-40 0,2 0-39 0,-1-1-81 15,-2-2-226-15,2 1 100 0</inkml:trace>
  <inkml:trace contextRef="#ctx0" brushRef="#br0" timeOffset="43732.03">29278 11812 207 0,'1'-5'233'16,"-1"5"-3"-16,3-12-2 0,-3 12-9 0,-2-7-15 15,2 7-13-15,0 0-10 0,-6-11-13 0,6 11-13 16,-10-4-15-16,10 4-2 0,-15 4-10 0,4 0-5 15,0 2-11-15,-3 3-9 0,-2 3-7 0,2 2-5 16,-1 0-9-16,1 0-6 0,0 1-6 0,4 2-6 16,1-2-8-16,0-1-3 0,1 1-1 0,6-2-11 15,-1-2-4-15,3 0 1 0,3 0-2 0,0-2-1 16,4 1-4-16,2-2-6 0,2 0-7 0,6-1-20 16,1 0-20-16,0-1-21 0,2-1-30 0,1-2-21 15,-2-1-33-15,0-2-28 0,4 0-34 0,-3-2-28 16,1 0-20-16,1-1-180 0,-1-1-452 0,-1-3 200 15</inkml:trace>
  <inkml:trace contextRef="#ctx0" brushRef="#br0" timeOffset="44139.71">29591 11722 73 0,'0'-15'197'0,"1"2"-4"16,-1 0-4-16,0 7 3 0,0-5 0 0,0 11-6 15,-2-11-23-15,2 11-14 0,0-8-14 0,0 8-16 16,0 0-10-16,0 0-1 0,0 0 6 0,-4 33-11 0,1-14 0 15,-2 7-1-15,0 3-1 0,3-2-4 16,-3 1-1-16,-1-4-9 0,4 3-1 0,-2-3-1 16,1-5-8-16,1 1-8 0,1-1-6 0,-1-2 1 15,1 1-10-15,1-7-4 0,-1 0-7 0,1 0 2 0,0-3-3 16,0-1-6-16,0-7 3 0,1 12-8 16,-1-12-6-16,-2 8 1 0,2-8-1 0,0 0 2 15,1 9 6-15,-1-9-5 0,0 0-1 0,0 0-6 16,0 0-2-16,0 0-7 0,0 0-1 0,15-16-2 15,-7 8-2-15,5-4-6 0,3 0-8 0,2 0-6 0,3-2 4 16,2 0-6-16,-4 5 0 0,3-5 5 0,-3 6-3 16,-3 1 2-16,1 2-4 0,-4 2 4 0,-2 2 0 15,-1-1-3-15,2 4 3 0,-5 0-1 16,-1 1 0-16,0 2 1 0,-1 0 4 0,0 2 1 0,0 3 0 16,-1-2 1-16,1 0 0 0,-2 0-1 0,-1 0 1 15,1 1 7-15,0-2-6 0,0 1-4 0,0-2-22 16,1 0-13-16,2 1-23 0,-2-1-23 0,2-3-29 15,1 3-35-15,2-2-38 0,1-4-24 0,2 2-21 16,0-1-12-16,2-1-125 0,5-1-403 0,1-1 179 16</inkml:trace>
  <inkml:trace contextRef="#ctx0" brushRef="#br0" timeOffset="44483.41">30242 11896 126 0,'0'-10'184'0,"0"1"18"0,0 9-15 0,-6-12-11 16,1 6-8-16,-3 0-6 0,-3 3-5 0,-2 2 3 15,-1 1-7-15,-2 5-4 0,-3 3-4 0,1-1-6 16,1 3-15-16,1 1-12 0,0-1-7 0,2 1-6 16,3 1-9-16,2-3-6 0,2 2-9 0,2-1-8 15,3-1-8-15,-1 1-1 0,2-1-5 0,2-2-5 16,3 0-2-16,1-1-4 0,4 4-6 0,1-7-2 16,-1 1-4-16,4 0-1 0,0-3-5 0,1 0 3 15,-2-1-5-15,4-1 1 0,-5-3-3 0,10 1-3 16,-8 0-3-16,-1-1 4 0,1-1-2 0,3-4-6 15,-5 5-1-15,-1-5 0 0,3-2 2 0,-3 3 0 16,-2 2 1-16,0-1 10 0,-3 2 5 0,1 0 1 16,-2 2-7-16,-4 3-3 0,6-5-3 0,-6 5-9 15,0 0 3-15,0 0-2 0,0 0 8 0,0 0-9 16,4 15-6-16,-4-15 7 0,-4 16 0 0,-1-4-2 16,2-2-4-16,0-1 5 0,0 2-20 0,-1 0-31 15,2 0-24-15,-1-1-34 0,1-1-35 0,2-9-54 16,-3 14-55-16,3-6-242 0,0-8-530 0,-2 11 234 15</inkml:trace>
  <inkml:trace contextRef="#ctx0" brushRef="#br0" timeOffset="45194.9">30428 11918 102 0,'0'0'219'0,"0"0"-1"0,8 12-1 15,-7-3-10-15,1-2-11 0,-1 4-2 0,-1 0-10 16,-1 2-13-16,3-2-14 0,-2-2-9 0,0 4-10 16,1-3-9-16,3-1-16 0,-4 3-6 0,1-4-9 15,-1-1-10-15,0-7-9 0,0 11-9 0,0-11-4 16,-1 8-3-16,1-8 5 0,0 9 13 0,0-9-10 16,0 0-7-16,0 0-1 0,0 0-7 0,0 0-2 15,0 0-8-15,0 0-5 0,-17-13-1 0,17 13-7 16,-1-13 1-16,1 13-6 0,3-15-5 0,-1 4 3 15,2 1-7-15,5-5-3 0,-1 1-1 0,2-1 0 16,4 1-4-16,-1 1 5 0,2 1-10 0,-1 1 0 16,3 0 3-16,-2 3-5 0,2 2 2 0,-6 0-4 15,1 5 3-15,2 2-7 0,-5-1 0 0,1 2 0 16,0 2-2-16,-2 0 1 0,0 2 2 0,-1 2-3 16,1-1 4-16,-2 1-2 0,-2 1 1 0,0-1 8 15,0 1 8-15,-2 1-2 0,3-3 9 0,-3 0 1 16,-1 0 1-16,-1-7-10 0,2 14-1 0,0-9-1 15,-2 2-6-15,0-7 5 0,4 10-3 0,-4-10 4 16,1 8-4-16,-1-8 2 0,0 8 1 0,0-8 0 16,3 5-4-16,-3-5 2 0,2 6 3 0,-2-6-1 15,5 4-2-15,-5-4 3 0,0 0 5 0,12 2-4 16,-12-2 13-16,11 0 6 0,-11 0-4 0,18-4 0 16,-6 4 0-16,-1-4-6 0,4 1 2 0,-2 0-9 15,5-2 4-15,-2-1-4 0,3 1 0 0,-2-1 3 16,0-1-3-16,1 2 1 0,-3-2-5 0,3 0-1 15,-2 0-5-15,-2 2 10 0,0-4-11 0,-3 2 2 16,2-4 8-16,-4 3-4 0,1 2 4 0,-4-4-8 16,0-1-1-16,0 2 1 0,-2-1-1 0,-1 0 13 15,0 0-14-15,1 1 3 0,-3 2 2 0,-1 7-6 0,0-13-1 16,0 13-6-16,-1-11 2 0,1 11 0 16,-9-8-5-16,4 6 6 0,5 2-3 0,-18 2-3 15,5 1 4-15,-3 5 3 0,-1 0-9 0,-2 3 4 16,4 2-3-16,-3-2 2 0,2 1 3 0,2 1 1 15,3 0-5-15,4-3 6 0,2 0-4 0,-1 0-2 16,2 1 26-16,2-1-30 0,3 1 26 0,3-1-17 16,1-1 0-16,2-1-18 0,2 1-34 0,2-1-23 15,1-2-20-15,5 0-31 0,2-1-27 0,0-1-24 16,-2 0-34-16,2-1-24 0,-6-3-27 0,2 0-27 16,-3 0-174-16,-1-3-503 0,5 2 222 0</inkml:trace>
  <inkml:trace contextRef="#ctx0" brushRef="#br0" timeOffset="45419.57">31264 11818 188 0,'3'-17'237'0,"-1"5"7"15,1-1-2-15,-2 2 0 0,-1 4 4 0,4 0-2 16,-4 7-10-16,1-12-14 0,0 6-29 0,-1 6-19 16,0 0-15-16,0 0-15 0,0 0-7 0,0 0-3 15,0 0 15-15,0 31-6 0,-2-12 8 0,-4 5-5 16,4-5-12-16,-3 5-5 0,1 3-10 0,-1-10-14 0,2 2 5 15,0 0-23-15,0-2-7 0,-1 0-9 0,2 0-3 16,-2-2-10-16,1 1-30 0,1-4-50 16,1 1-49-16,-3-2-49 0,0 1-52 0,1-3-61 15,1-2-71-15,-5 2-301 0,7-9-657 0,-7 11 290 16</inkml:trace>
  <inkml:trace contextRef="#ctx0" brushRef="#br0" timeOffset="46021.39">31773 11733 94 0,'-7'-6'204'0,"7"6"-19"0,0 0-13 15,0 0-26-15,12-14-13 0,-3 12-15 0,5-4-7 16,5 2-10-16,8 0-10 0,-6-1-12 0,8 3-3 15,-1-3-9-15,-9 3-9 0,4 1-5 16,-5-1-7-16,-2 0-2 0,-2 2-6 0,-3 0-4 0,-5 0-3 16,-6 0-12-16,12 0 1 0,-12 0 0 0,8-2-2 15,-8 2-5-15,0 0-4 0,0 0 0 0,0 0 5 16,0 0-7-16,0 0 2 0,-22-7-5 0,22 7 0 16,-9-1-1-16,9 1 2 0,-12-3 3 0,12 3-3 15,-8-2 4-15,8 2-2 0,0 0-4 0,-9 0 4 16,9 0-3-16,0 0 1 0,-10 4 12 0,10-4 2 15,-7 11-3-15,5-4 5 0,-2 2 10 0,1 8 5 16,-3-1 9-16,3 2 4 0,-5 6-11 0,3-5 6 16,0 0-2-16,1 0-2 0,0-2-3 0,-1 2 3 15,2-2 0-15,-2 0 3 0,2 0-4 0,-1-2 0 16,1-2-5-16,1-1-2 0,-1-1-2 0,-1 0-1 16,3-3 0-16,-3 0 2 0,0-2 9 0,1 0 0 15,-1-1 2-15,-4 1-4 0,3-2-2 0,-4 0-3 16,-3 0-2-16,2 0-4 0,1-4-6 0,-2 2-15 15,0-1-19-15,0-2-25 0,1 1-19 0,10 0-35 16,-16 0-40-16,9-2-48 0,7 2-42 0,-9-2-192 16,9 2-449-16,-7-7 198 0</inkml:trace>
  <inkml:trace contextRef="#ctx0" brushRef="#br0" timeOffset="46352.21">32114 11769 200 0,'0'0'253'0,"6"-5"-9"15,-6 5-20-15,7-2-19 0,-7 2-22 0,5-4-22 16,-5 4-15-16,0 0-14 0,0 0-5 0,7 13-1 16,-5-5-4-16,-1 4 1 0,0 1 1 0,-1 2-4 15,1 1-14-15,-3 0-4 0,1 1-9 0,-2-1-4 16,1 1 7-16,2-1-6 0,-2-1 0 0,1-3-14 15,0 1-7-15,0-2-5 0,-1-1 4 16,1 0-17-16,1 0 4 0,-3-3-15 0,3 2-1 0,0-9-3 16,0 13-8-16,-1-7-3 0,1-6 2 0,-1 12-6 15,1-12-6-15,0 7-25 0,0-7-14 0,0 0-13 16,1 8-19-16,-1-8-14 0,0 0-17 0,0 0-33 16,0 0-38-16,0 0-40 0,0 0-11 0,0 0-14 15,0 0 5-15,12-21-3 0,-9 12 11 16,1-3-112-16,1 1-349 0,2-8 156 0</inkml:trace>
  <inkml:trace contextRef="#ctx0" brushRef="#br0" timeOffset="46491.81">32179 11937 905 0,'10'-23'-66'0,"2"1"17"0,-6 3 19 16,2 1 18-16,0-6 28 0,0 7 9 0,-1-1 5 16,1-1 21-16,-1 1 2 0,2 0 16 0,-3 4 9 15,1-2-1-15,2 4 1 0,-4 3 0 0,3 0-6 16,-1 1-4-16,1 0 0 0,1 4-15 0,1 1 1 16,-2 0-7-16,-2 2-6 0,-6 1-7 0,17 1 4 15,-6 2-9-15,-2 1-2 0,1 3-23 0,-2 0-25 16,-3 2-37-16,0 0-30 0,0 2-49 0,-5 2-119 15,-3-1-277-15,-1 1 123 0</inkml:trace>
  <inkml:trace contextRef="#ctx0" brushRef="#br0" timeOffset="46647.92">32236 11908 176 0,'0'0'186'0,"0"0"-17"0,0 0-16 16,21 1-12-16,-10-1-19 0,1-2-5 0,1 0-15 15,3 0-7-15,2 0-29 0,2-1-26 0,0 2-35 16,2-2-42-16,-1 1-33 0,6-1-26 0,-5 0-100 16,-3 1-210-16,0-1 93 0</inkml:trace>
  <inkml:trace contextRef="#ctx0" brushRef="#br0" timeOffset="47040.62">32683 11777 87 0,'0'0'155'0,"-2"-10"8"16,2 10-1-16,0 0-11 0,-4-12-8 0,-2 10-8 0,6 2 0 15,-11-1-5-15,11 1-5 0,-18 6-1 0,5-2 0 16,1 3-7-16,1 0-7 0,-3 3-9 0,4-5-8 16,2 5-6-16,-2 0-10 0,2 1-7 0,3-3-6 15,0 3-4-15,2-2-7 0,3 1-3 16,1-3-5-16,1 1-8 0,0-1 1 0,4 2-3 16,1-2-1-16,5 0-8 0,-3 1 2 0,1-3-3 0,1-1-2 15,2-1-5-15,-4 0 0 0,4-1 0 0,-7 0 0 16,1 1-3-16,-7-3 3 0,12 0 8 0,-12 0 3 15,0 0-3-15,9-2 2 0,-9 2-6 0,0 0 0 16,0 0-3-16,0 0 5 0,0 0 0 16,0 0 1-16,0 0 0 0,0 0-6 0,-26-10 2 15,17 12 6-15,-4-2 7 0,3 3-1 0,-2 1 7 0,-1 0 8 16,2 1 0-16,-2 1 6 0,2 1 1 0,0-2-7 16,0 2 6-16,2 2-18 0,0-3-1 0,0 1 6 15,3 2-1-15,0-3-5 0,3 2-2 16,0-2 0-16,0 0-5 0,3-6-3 0,2 13-2 15,2-6 2-15,-1-1-1 0,5-1 0 0,1 1-8 16,3 0-12-16,4-1-40 0,-3-1-27 0,6 0-43 0,-2 0-39 16,1 1-42-16,-18-5-53 0,0 0-43 0,0 0-222 15,0 0-545-15,72-9 241 0</inkml:trace>
  <inkml:trace contextRef="#ctx0" brushRef="#br0" timeOffset="47534.4">32833 11791 155 0,'0'0'247'0,"0"0"-19"15,0 0-21-15,0 0-14 0,0 0-15 0,0 0-7 16,29-39-15-16,-29 39-15 0,0 0-10 0,43-6-13 16,-43 6-11-16,47-3-8 0,-47 3-12 0,49 2-5 15,-49-2-12-15,37-2-4 0,-37 2-9 0,0 0-9 16,0 0-14-16,45 2-13 0,-45-2-16 0,0 0-9 15,0 0-11-15,0 0-10 0,0 0-8 0,0 0-19 16,0 0-13-16,0 0-3 0,0 0-2 0,0 0 3 16,0 0-1-16,0 0-3 0,0 0 4 0,0 0 16 15,0 0 4-15,0 0 5 0,0 0 7 0,0 0 12 16,0 0 10-16,0 0 7 0,0 0 7 0,0 0 13 16,0 0 1-16,0 0 11 0,0 0 0 0,0 0 6 15,0 0 1-15,0 0 9 0,0 0-2 0,0 0 8 16,0 0 7-16,0 0 4 0,0 0 13 0,0 0 4 15,0 0 2-15,0 0 0 0,0 0-2 0,0 0 8 16,0 0 10-16,0 0 16 0,-71 51-3 0,71-51 0 16,0 0-10-16,-2 36 3 0,2-36-25 0,0 0 33 15,-4 40-15-15,4-40 0 0,0 0 5 0,-1 39-2 16,1-39-8-16,0 0-11 0,-2 35 3 0,2-35-4 16,0 0-3-16,0 0-3 0,0 41-24 0,0-41 13 15,0 0-9-15,0 0-3 0,0 0-3 16,-1 37-1-16,1-37-7 0,0 0-6 0,0 0-1 0,0 0 2 15,0 0-4-15,0 0-11 0,3 31-30 0,-3-31-31 16,0 0-26-16,0 0-34 0,0 0-33 0,0 0-46 16,0 0-57-16,0 0-69 0,0 0-295 0,0 0-654 15,0 0 289-15</inkml:trace>
  <inkml:trace contextRef="#ctx0" brushRef="#br0" timeOffset="47767.36">33016 11754 147 0,'0'0'250'0,"0"0"-6"15,49-9-13-15,-49 9-14 0,39-5-11 0,-39 5-13 0,41-1-9 16,-41 1-9-16,41-3-13 0,-41 3-17 16,35-1-8-16,-35 1-41 0,0 0-6 0,0 0-9 0,44 0-13 15,-44 0 0-15,0 0-13 0,0 0-5 16,0 0-3-16,0 0-5 0,0 0-16 0,39-2-16 15,-39 2-22-15,0 0-34 0,0 0-29 0,0 0-35 16,0 0-52-16,0 0-40 0,0 0-185 0,0 0-418 16,0 0 186-16</inkml:trace>
  <inkml:trace contextRef="#ctx0" brushRef="#br0" timeOffset="51103.78">23172 12432 81 0,'0'0'138'16,"5"-6"6"-16,-5 6 5 0,0 0-2 0,0 0-1 15,3-7-5-15,-3 7 1 0,0 0-12 0,0 0 0 0,0-8-11 16,0 8 1-16,0 0-10 0,0 0-6 15,0 0-10-15,0 0-10 0,0 0-7 0,0 0-8 0,0 0-8 16,0 0-9-16,0 0-5 0,0 0-1 16,0 0-7-16,0 0-3 0,0 0-1 0,-22 15 1 0,17-11-6 15,1 2 13-15,-2 1-3 0,-1 1 1 16,2 1 0-16,0 0 0 0,0 1-3 0,0 0 1 16,-3 2-6-16,3-2-1 0,-3 4-4 0,3-2 0 15,1 1-3-15,-2 1 0 0,4 0-2 0,-1-2-2 16,0-1-1-16,1 2 1 0,2-1-5 0,0-1-3 0,1 2 3 15,2-1-1-15,-1-2-7 0,2 1 5 16,1 0-4-16,1-2 3 0,0-1 2 0,1 0-5 0,3-1 3 16,-1 0-2-16,2 0 1 0,1-3 0 0,-1 0-2 15,-1-1 0-15,4 1 1 0,-4 0 0 16,2-3-2-16,-1 1 3 0,2-2-4 0,-4 0 5 0,4 0-2 16,-6-2 0-16,5 2-2 0,-5-1 1 0,1-2-1 15,1 0 1-15,0 0-1 0,0-1 0 0,0-1 3 16,-3 1 2-16,4-2 1 0,-2 0 3 15,0 0-4-15,-2-1 1 0,3 0-1 0,-2 0-1 0,-1-2-3 16,-1 1 6-16,3-1-5 0,-3-1-2 0,-1 1-2 16,1-1 3-16,-1 0-4 0,-2-1 1 15,0 0-3-15,-1 0 3 0,0 0 2 0,-1 0-1 16,0 1-1-16,0-1 6 0,-1 1-7 0,0 0-1 16,-2 0-1-16,2 0 4 0,-3 0-3 0,3 1 1 0,-5 0 1 15,3-1 0-15,-5 0-5 0,0 1 2 0,2-1-2 16,-3 3 0-16,0-1 2 0,0 2-3 0,-1 0 0 15,0-2 2-15,1 3-2 0,-3-1 2 0,2 0-7 16,-3 3 5-16,2 1-5 0,-2-1 5 0,3 2-1 16,-3 2-2-16,1-1 0 0,0 3-2 0,0-2-1 15,-1 3 2-15,2 1 1 0,-1-1 2 0,2 2-3 16,-1 0 0-16,3 1-2 0,0-1 1 0,2-1-2 16,-1 4-15-16,0-2-13 0,0 2-17 15,4-2-24-15,0 1-25 0,-1-3-27 0,3 5-45 0,0-2-46 16,1-8-242-16,-2 13-499 0,1-7 221 0</inkml:trace>
  <inkml:trace contextRef="#ctx0" brushRef="#br0" timeOffset="51857.12">23503 12589 152 0,'0'0'151'0,"-8"-3"-4"0,8 3-9 0,0 0-6 0,0 0-4 16,0 0-7-16,0 0-1 0,-7-4-3 0,7 4 6 15,0 0-6-15,0 0 2 0,0 0-8 0,0 0-15 16,0 0-4-16,0 0-4 0,0 0-4 0,0 0-3 16,0 0-6-16,0 0 0 0,0 0-2 0,0 0-6 15,0 0-5-15,0 0-3 0,0 0-9 0,0 0-3 16,0 0-3-16,0 0 1 0,0 0-4 0,0 0 2 16,0 0-3-16,0 0 2 0,0 0-3 0,33 1-2 15,-22-1-5-15,1 2 2 0,6-4-4 0,0 2 4 16,1 2-2-16,3-4-2 0,4 1 2 0,5 0-3 15,1 1 1-15,1-1 2 0,3-1 1 0,1-1-5 16,-4 3-4-16,8-2 4 0,10-2-3 0,-11 3-2 16,11-2-3-16,-13 1 1 0,-1-2-3 0,-1 2 2 15,-1 0-1-15,-3 1-5 0,-2 0 0 0,-1-1 2 16,-8 1-3-16,0 0-1 0,-1-1 4 0,0 1 3 16,0 0 4-16,0-1-1 0,-3 0 0 0,-1 1-4 15,-3 0 3-15,3 1-2 0,1-2 6 0,-5 2-2 16,0 0 2-16,0-1 4 0,-4 1 1 0,3 0 0 15,0-1-3-15,-1-1-2 0,-10 2-6 0,13 0 7 16,-13 0-7-16,11 0 4 0,-11 0-6 0,9-1 0 16,-9 1 2-16,9 1-7 0,-9-1 10 0,0 0-10 15,10 0 1-15,-10 0 2 0,0 0-4 0,0 0-4 16,10-3 8-16,-10 3-5 0,0 0-3 0,0 0 10 16,0 0-20-16,0 0-25 0,0 0-24 0,0 0-25 15,0 0-22-15,7 0-24 0,-7 0-41 0,0 0-56 16,0 0-59-16,0 0-257 0,0 0-578 0,0 0 255 15</inkml:trace>
  <inkml:trace contextRef="#ctx0" brushRef="#br0" timeOffset="52933.67">24675 12159 124 0,'0'0'166'0,"-2"-9"-8"0,2 9-7 0,-3-7-2 16,3 7-5-16,-4-11-6 0,4 11-8 0,-3-6 1 15,3 6 0-15,0 0-10 0,-1-9-1 0,1 9-10 16,0 0-4-16,-5-6-6 0,5 6-7 0,0 0-6 15,0 0-7-15,0 0-1 0,0 0-7 0,0 0-1 16,-3-7-4-16,3 7-8 0,0 0-6 0,0 0 3 16,0 0-9-16,0 0-9 0,0 0-4 0,0 0-3 15,0 0-4-15,0 0-3 0,0 0-2 0,0 0-2 16,0 0-4-16,0 0-2 0,0 0 3 0,0 0 4 16,0 0-1-16,4 25 0 0,-4-15 2 0,2-3 1 15,-2 5 6-15,0-1 0 0,0 5-2 0,0 2 7 16,2 1 4-16,-2-1 0 0,0 0-3 0,3 2-3 15,-3-3-2-15,2 2 6 0,0 0-2 0,0 0-2 16,0 6 2-16,0-7 6 0,-1 0-1 0,1-1-4 0,-1 1 5 16,1-1-2-16,0 0 3 0,0 1-1 15,0-3-1-15,-2 2 8 0,1 0-7 0,0-2-7 16,0-3-15-16,-2 6 19 0,1-3 1 0,1 0-3 16,-1 2-2-16,1-5-1 0,2 3 1 0,-3-2 1 15,1-1 2-15,2 0-7 0,-3 0-1 0,0-2-16 16,2 2 9-16,0-1 8 0,-1-1-8 0,0 1 13 15,1 0-16-15,-1-1 4 0,-1-1 1 0,4 1-8 16,-4 0 3-16,2-3-6 0,-2 2 1 0,3-1 19 0,-2-2-5 16,-1-6-11-16,1 13 3 0,1-5 0 15,0-2-4-15,-1-1 4 0,-1-5-4 0,4 12 1 16,-4-7-2-16,0-5-11 0,0 12 11 0,0-12 2 16,3 10-15-16,-3-10 16 0,0 9-5 0,0-9 1 0,2 9-2 15,-2-9-3-15,2 10-2 0,-2-10 7 0,2 8-3 16,-2-8-1-16,2 5 2 0,-2-5-6 0,0 0 3 15,0 9 0-15,0-9-1 0,0 0-2 16,0 0-15-16,2 7 15 0,-2-7-7 0,0 0-15 0,0 0-14 16,0 0-18-16,0 0-32 0,0 0-34 0,0 0-38 15,0 0-32-15,0 0-35 0,0 0-55 0,0 0-42 16,0 0-260-16,-10-24-626 0,7 15 277 16</inkml:trace>
  <inkml:trace contextRef="#ctx0" brushRef="#br0" timeOffset="54285.93">24675 12200 3 0,'4'-4'126'0,"-4"4"5"0,0 0-11 15,0 0 6-15,4-7-6 0,-4 7-8 0,0 0 0 16,0 0-1-16,0 0-1 0,4-7 3 0,-4 7-2 16,0 0-6-16,0 0 1 0,0 0-5 0,0-9-4 15,0 9-5-15,0 0 0 0,0 0-17 0,0 0-4 16,0 0-9-16,1-8-8 0,-1 8-4 0,0 0-5 16,5-5-4-16,-5 5-4 0,7-4-5 0,0 2-3 15,-1-1-3-15,-6 3-5 0,18-5-2 0,-8 2 0 16,3 0 1-16,-1 2-3 0,1-2-3 0,0-1-2 15,-2 2 1-15,1-1-2 0,1 2 1 0,-4-2-1 16,4 2-3-16,-3 0 3 0,-2-1-1 0,-2 0 8 16,-6 2-3-16,14-2 0 0,-14 2-2 0,9 0 4 15,-9 0 1-15,10-1-1 0,-10 1-2 0,0 0 2 16,8-1 2-16,-8 1-1 0,0 0-1 0,0 0 2 16,0 0 0-16,0 0-2 0,0 0 0 0,10 0 2 15,-10 0 0-15,0 0-1 0,0 0-1 0,0 0 3 16,0 0 1-16,0 0-6 0,0 0 3 0,0 0-1 15,0 0-3-15,0 0 0 0,0 0 1 0,0 0 2 16,0 0-5-16,0 0-4 0,0 0-1 0,0 0 2 16,0 0-1-16,0 0 1 0,0 0-3 0,0 0-2 15,0 0 1-15,0 0 4 0,4 6-2 0,-4-6 4 16,0 0 4-16,3 8 5 0,-3-8 2 0,2 10 0 16,-2-4 0-16,0-6 4 0,0 11 0 0,0-3 2 15,0-8-5-15,2 16 1 0,-2-7 0 0,0 2-1 16,1 0 4-16,-1 5 6 0,0-4-5 0,0 0-1 15,0 3 3-15,1 2 0 0,-1-4-1 0,0-2 17 16,0 1-19-16,0 1 1 0,-1 0-6 0,0 1 10 16,1-2-3-16,0 0-1 0,0 0 3 0,0 0-1 15,1-2-5-15,-2 2 4 0,2-2-7 0,0 1 5 0,-1 0-2 16,0-1 5-16,1 0-6 0,-1 0-1 0,0 2 3 16,0-2-2-16,0 0 6 0,2 1-2 15,-2-2 7-15,0 3-5 0,1-3 0 0,-1 0 5 16,0-1-8-16,-1 0 5 0,2-1-6 0,-1 2 5 15,0-1-2-15,0 2 0 0,0-1-2 0,0-2 1 0,0-7-7 16,-1 15-11-16,1-7 13 0,-2 1 2 0,2-1-1 16,-1 2-6-16,1-10 8 0,1 13-11 0,-2-4 4 15,1-1-7-15,-1 0 2 0,2 1-9 16,-1-9 6-16,-2 14 1 0,0-8 2 0,2-6-6 0,0 14 1 16,0-14 2-16,0 11-7 0,0-11 6 0,0 11-2 15,0-5-2-15,0-6 4 0,-2 11 1 0,2-11-4 16,2 11-1-16,-2-11 5 0,-2 10-2 15,2-10 1-15,2 12 2 0,-2-7-1 0,0-5 3 0,0 9-5 16,0-9-18-16,0 10 18 0,2-3 3 0,-2-7-5 16,1 10 7-16,-1-2-7 0,0-8 0 0,1 11-1 15,-1-11-5-15,1 9 4 0,-1-9 0 0,3 9 0 16,-3-9 0-16,3 10-1 0,-3-10-3 0,2 8 2 16,-2-8-3-16,0 9-9 0,0-9 14 0,1 5 0 15,-1-5-1-15,3 7-1 0,-3-7 2 16,1 7-3-16,-1-7-3 0,0 0 3 0,3 8 2 0,-3-8-2 15,3 7-1-15,-3-7-2 0,0 0 7 0,2 7-2 16,-2-7-8-16,4 5 8 0,-4-5 2 0,0 0-3 16,0 0-1-16,1 7 5 0,-1-7-4 0,0 0-2 15,0 0-2-15,0 0-1 0,1 7 7 0,-1-7 3 16,0 0-8-16,0 0 2 0,0 0 10 0,0 0-12 16,0 0 6-16,0 0 0 0,0 0-3 0,0 0 1 15,0 0-2-15,0 0 1 0,0 0 5 0,0 0 3 16,0 0-6-16,0 0 10 0,0 0-3 0,0 0 0 0,0 0 3 15,0 0-1-15,0 0 1 0,0 0 1 0,0 0 3 16,0 0-7-16,0 0 1 0,0 0-4 16,0 0 5-16,0 0-5 0,0 0-3 0,0 0 3 15,0 0-7-15,0 0 1 0,-25-7-3 0,25 7 2 16,-14 0-1-16,7 0 3 0,-2-4 6 0,9 4-7 16,-16 0-4-16,6 0 0 0,-1-1 2 0,11 1-3 15,-16-2 0-15,8 2 3 0,8 0-1 0,-14-1-5 16,8 0-5-16,6 1-11 0,-11 0 1 0,11 0-22 15,-9-1-18-15,9 1-22 0,-7-3-34 0,7 3-27 0,0 0-31 16,-7-4-14-16,7 4-25 0,0 0-28 0,-6-5-43 16,6 5-31-16,0-7-25 0,0 7-194 0,0 0-578 15,0-10 256-15</inkml:trace>
  <inkml:trace contextRef="#ctx0" brushRef="#br0" timeOffset="54813.8">24864 12215 95 0,'-2'-8'220'0,"-3"-1"-6"15,1 5-5-15,1-3-7 0,3 7-9 0,-4-6-11 16,4 6-12-16,-2-8-9 0,2 8-14 0,0 0-9 16,-4-8-12-16,4 8-5 0,0 0-10 0,0 0-6 15,-4-6-11-15,4 6-7 0,0 0-7 0,0 0-9 16,0 0-10-16,0 0-7 0,0 0-4 0,0 0-8 15,0 0-6-15,0 0-1 0,0 0-4 0,0 0-3 16,0 0 3-16,0 0-1 0,0 30 2 0,1-12-4 16,2 0 1-16,-6 7 4 0,8 1-1 0,-5 1 2 15,0 0 3-15,0 1-4 0,0 2 3 16,0 1 12-16,0 0-7 0,-2 1 0 0,2-1 5 0,0 0-1 16,-3 0 1-16,3-1-1 0,0-2-6 0,-1-1 3 15,0 2-3-15,2-3-1 0,-1 2-11 0,1-9 0 16,-1 1-2-16,0-1-2 0,5-2-1 0,-2 2-2 15,-2-2-6-15,2-3 5 0,1-2-5 0,-2 3 6 16,2-3-5-16,0-2-3 0,1 0-15 0,-1-1-17 16,-2 0-15-16,1-4-19 0,-2 2-23 0,3-1-14 15,-4-6-23-15,1 6-18 0,-1-6-22 0,0 0-26 16,2 10-37-16,-2-10-47 0,0 0-201 0,0 0-502 16,0 0 222-16</inkml:trace>
  <inkml:trace contextRef="#ctx0" brushRef="#br0" timeOffset="55136.83">24779 12317 40 0,'-2'-6'227'15,"-3"0"-5"-15,5 6-10 0,-4-11-7 0,2 3-8 16,2 8-15-16,-3-6-17 0,3 6-19 0,0 0-14 15,-2-8-16-15,2 8-9 0,0 0-17 0,0 0-6 16,0 0 3-16,9 22-1 0,-6-11-5 0,4 5-2 16,0 10-4-16,1 0 3 0,-2 1-3 0,2 2 1 15,0 1-3-15,-6 2 1 0,3-1-2 0,1 0-4 16,-1-1-12-16,-3 0 3 0,3-4-12 0,0-1 2 16,-3-6-12-16,-1 1 2 0,2-2-2 0,-1 1-8 15,1-3 1-15,-1-3-8 0,0 0 1 0,0-3-12 16,0-1-17-16,-2 1-17 0,2-1-15 0,-2-9-24 15,-2 14-26-15,-1-8-32 0,2 0-38 0,1-6-47 0,-4 8-30 16,4-8-191-16,-8 3-461 0,8-3 205 16</inkml:trace>
  <inkml:trace contextRef="#ctx0" brushRef="#br0" timeOffset="55429.58">24857 12207 160 0,'1'-9'236'0,"-1"-2"-5"0,0 11-8 0,-1-10-12 16,1 10-13-16,1-10-19 0,-1 10-21 0,0 0-23 0,0-7-7 15,0 7-17-15,0 0-12 0,0 0 3 0,4 32-2 16,-6-6-8-16,0 2-1 0,1 2-1 16,-1 5-9-16,0-1-8 0,-1 2-3 0,2 10-3 15,-2-10-2-15,3-1-6 0,-4 0-3 0,4 1-5 16,-2-4-6-16,-1 0-3 0,3-5-4 0,0 0 4 0,0-2-6 15,5-6-4-15,-5-1-10 0,0 0-2 16,2-1-1-16,-2-1-1 0,0-5-24 0,-2 1-20 16,4 1-14-16,-2-3-19 0,-2-1-27 0,2 0-26 0,-2-2-40 15,2-7-25-15,-3 9-12 0,3-9-34 0,-2 6-162 16,2-6-418-16,0 0 185 0</inkml:trace>
  <inkml:trace contextRef="#ctx0" brushRef="#br0" timeOffset="55718.87">24819 12237 82 0,'2'-14'202'0,"-4"2"6"0,2 2 1 16,0 4-7-16,0 6-7 0,2-13-18 0,-2 13-14 16,1-9-25-16,-1 9-15 0,0 0-14 0,0 0-11 0,0 0 0 15,0 0 1-15,8 28-12 0,-6-4-2 0,-1 2-4 16,2 3-4-16,-3 2-4 0,1 1-1 15,-1 0-5-15,0 0-2 0,0 1-5 0,0-1-3 16,-1 0 2-16,0-1-8 0,1-1-6 0,-2-1-3 16,1-1-3-16,1-3-5 0,0 0 0 0,1-6-7 0,-1-1-1 15,-1-1-1-15,-1 0-5 0,2-5-11 0,0 0-15 16,1 0-14-16,-1-4-22 0,0 3-21 16,0-4-32-16,1 1-26 0,-1-8-35 0,1 10-28 15,-1-10-25-15,0 0-182 0,0 0-423 0,0 0 188 16</inkml:trace>
  <inkml:trace contextRef="#ctx0" brushRef="#br0" timeOffset="55983.56">24745 12256 116 0,'3'-6'210'0,"-3"6"-7"0,0-11-20 0,0 11-19 16,0 0-18-16,0 0-15 0,0 0-2 0,0 0-2 15,0 0-7-15,13 29 2 0,-11-10-8 0,2 8-1 16,1 2-12-16,0-1-2 0,-2 4-8 0,0 1-5 16,0-1-5-16,-2 1-3 0,2 2-7 15,1-3-8-15,-3-2-1 0,5-1-9 0,-4-2-5 0,-2-2-5 16,2-6-3-16,1-2-5 0,-1 0-3 0,1-3-4 16,-1-1-11-16,-2-1-20 0,0-2-26 0,0 0-26 15,0-1-32-15,0-1-28 0,0-8-27 0,0 10-30 16,0-10-30-16,-2 8-149 0,2-8-379 0,0 0 169 15</inkml:trace>
  <inkml:trace contextRef="#ctx0" brushRef="#br0" timeOffset="56263.56">24804 12223 64 0,'0'-10'203'16,"-1"2"-3"-16,1 8-4 0,0-11-7 0,0 11-20 15,0-9-19-15,0 9-18 0,0 0-8 0,0 0 0 16,0 0-8-16,-4 24-2 0,0-5-6 0,1 11-6 16,-3 2-4-16,2 2-2 0,-1 11-7 0,-1 1-8 15,3 1-1-15,3 0 1 0,0-12-7 16,0 12-4-16,3-15-2 0,-3 0-6 0,1-1-3 0,4-2-7 16,-5-1-9-16,4-2 1 0,-2 0-6 0,0-10-4 15,0 3-4-15,1-4-3 0,-3 1 0 16,0-2-5-16,2-4-13 0,-2 2-16 0,0-1-19 0,0-2-23 15,0-2-27-15,-2-1-30 0,-3-1-38 0,5-5-27 16,-5 8-36-16,2-5-192 0,3-3-431 0,-14-3 192 16</inkml:trace>
  <inkml:trace contextRef="#ctx0" brushRef="#br0" timeOffset="56525.21">24704 12237 171 0,'0'-7'208'0,"2"0"-6"0,-2 7-15 0,0-10-21 16,0 10-14-16,0 0-19 0,0 0-14 0,0 0-6 15,0 0 4-15,0 0 1 0,0 34-6 0,0-13-13 16,0 10-5-16,-2 0-6 0,2 4-8 16,-1 11-1-16,-2-11-9 0,1 13-4 0,4-14-8 0,-4 2-4 15,2-1-4-15,0-3-7 0,2-1-2 0,0 0-6 16,0-6-1-16,0 0 1 0,0-6-7 0,1-2-6 15,-1-2-15-15,1-2-21 0,-2-2-23 0,0 1-26 16,1-2-32-16,-1-3-36 0,1 0-29 0,-2-7-21 16,2 8-169-16,-2-8-380 0,0 0 169 0</inkml:trace>
  <inkml:trace contextRef="#ctx0" brushRef="#br0" timeOffset="56789.81">24770 12184 95 0,'1'-6'186'16,"0"0"-11"-16,-1 6-14 0,5-7-16 0,-5 7-17 15,0 0-1-15,0 0 2 0,0 0 6 0,17 20-11 16,-12-4-5-16,-1 9-13 0,1 3 3 0,-1 3-9 16,1 0-7-16,0 3-3 0,-3 1-6 0,2-1-11 15,0 1-4-15,-1-2-6 0,2 2-3 0,-3-2-7 16,0-1-4-16,-1-1-6 0,1-4-1 0,1-3-8 15,-3-4-2-15,1-2-2 0,-1-1-4 0,4-1-13 16,-4-1-16-16,0-3-24 0,0-2-22 0,0-1-27 16,0-1-24-16,0-8-29 0,0 10-22 0,0-10-30 15,0 7-149-15,0-7-357 0,0 0 159 0</inkml:trace>
  <inkml:trace contextRef="#ctx0" brushRef="#br0" timeOffset="57038.92">24895 12215 164 0,'0'-8'184'0,"0"8"-20"0,1-11-13 0,-1 11-18 15,0 0-9-15,0 0 3 0,0 0 0 0,13 23-1 16,-8 2 9-16,-1 6-10 0,0 1-7 0,-2 2-14 16,1 13-4-16,-2-12-9 0,3 1-2 0,1 9-9 0,-4-12-9 15,0 1-8-15,1-2 5 0,-2-2-17 16,2-3-5-16,0 0-4 0,-4-3-4 0,1-4-2 15,1-1 2-15,0-2-12 0,-3 0-9 0,2-5-17 16,0-1-19-16,-2-1-15 0,3-4-30 0,-5 1-22 16,5-7-11-16,-5 11-17 0,5-11-37 0,-2 5-29 0,2-5-136 15,0 0-342-15,0 0 151 0</inkml:trace>
  <inkml:trace contextRef="#ctx0" brushRef="#br0" timeOffset="57257.83">24916 12333 145 0,'0'0'136'0,"2"-7"-9"16,-2 7-3-16,0 0 9 0,0 0 2 0,7 19-5 15,-4-2 2-15,-2 8-5 0,4 5-10 0,-2-1-4 16,1 4-13-16,-3-1-6 0,-1 3-7 0,3-1-5 16,-1-1-10-16,-2 0-6 0,0-4-3 0,1 0-11 15,-2-4-3-15,1-6-6 0,-4 0-2 0,2 0-5 16,-1-1-19-16,-1-2-19 0,-1-3-18 0,1-1-23 15,-1-2-34-15,3 1-26 0,-3-2-38 0,-1-3-21 16,3 0-118-16,-5-2-301 0,2-1 134 0</inkml:trace>
  <inkml:trace contextRef="#ctx0" brushRef="#br0" timeOffset="57408.84">24958 12700 50 0,'0'0'124'0,"0"0"-3"0,0 0-19 16,2 22-11-16,-2-17-8 0,0 2-15 0,0 2-4 16,0 1-32-16,-2-1-35 0,2 0-42 0,-2 1-70 15,0-4-124-15,2-6 55 0</inkml:trace>
  <inkml:trace contextRef="#ctx0" brushRef="#br0" timeOffset="58615.61">22671 11922 171 0,'0'-11'192'0,"1"1"2"0,-1 0 2 0,0 10-10 16,-1-14-5-16,0 8-16 0,1 6-5 0,-3-12-12 15,3 12-9-15,-1-8-13 0,1 8-16 0,-5-5-11 16,5 5-10-16,0 0-8 0,-17 4-5 0,7 2 12 16,-2 5 2-16,-3 1-6 0,-3 9-1 0,3 0-4 15,-3 2-6-15,0-1-9 0,2 3 2 0,3-2-8 16,4-5-5-16,-3 7-7 0,5-6-1 0,-1 5-5 16,4-5 5-16,-2-1-1 0,3 0-5 0,2 0-4 15,-2 3-2-15,3-2-3 0,2-2 1 0,0 0-7 16,1 0-2-16,2-5 2 0,0 4-7 0,0-5 0 15,0 0-2-15,2-3 2 0,1 2-2 0,1-2 0 16,0-1 0-16,0-1 1 0,3-1-2 0,-1-1-1 16,2 0 0-16,-3-1-1 0,1-3 11 0,0 2-15 15,-1-2-2-15,2-2 1 0,-2-1 3 0,-1-1-4 16,0-1 10-16,1-2-10 0,-2 2 5 0,-2-4-7 16,-1 3 2-16,2-3-2 0,-1-1 2 0,-5-2 2 15,3 2-3-15,-3-7-4 0,-1 1 4 0,-3 4 4 16,0 0-5-16,-1-5-2 0,-1 6-2 0,0 1-3 15,-3-6 4-15,2 5-5 0,-3 2 2 0,1 0-2 0,1 1 0 16,-1 3 5-16,-1-2-1 0,4 2-1 16,0 2 0-16,0-3-1 0,5 6-3 0,-7-7-2 15,7 7 1-15,-9-5 0 0,9 5 0 0,0 0-5 16,-5-3 4-16,5 3 3 0,0 0 3 0,0 0-4 0,0 0 8 16,0 0-9-16,28 4 3 0,-14-1 0 0,4-3 1 15,3 1 2-15,-2-1-2 0,1-1 1 16,1 1 2-16,-3 0 0 0,0 0-1 0,1 0 1 15,-3 0-1-15,-2 0 0 0,-1 0 0 0,-2 0 0 16,-4 0-2-16,1 0-3 0,-2 3 1 0,-6-3 4 0,13 2-5 16,-7 0 6-16,-6-2-3 0,8 7 9 15,-4-4-12-15,-4-3 3 0,6 11 5 0,-4-3 2 16,1-1-1-16,1 5 4 0,-4-2 2 0,3 0-3 16,-3 4-4-16,0 3 1 0,-3 0 10 0,3-1-14 0,-1 1-25 15,2-2-25-15,2 2-28 0,-2-3-23 0,3 1-38 16,0 1-60-16,1-1-48 0,3 1-245 15,2-2-532-15,0-1 235 0</inkml:trace>
  <inkml:trace contextRef="#ctx0" brushRef="#br0" timeOffset="59511.25">24501 12362 40 0,'0'0'209'15,"4"-5"-2"-15,-4 5-10 0,0 0-9 0,0 0-9 16,0-8-11-16,0 8-13 0,0 0-13 0,0 0-17 15,0 0-7-15,-14-2-13 0,14 2-5 0,-13 8-2 16,5 1-5-16,0-1-7 0,0 2-2 0,-5 1-10 16,2 3-4-16,0-2-11 0,0 1 19 0,-1 1-7 0,2 0-5 15,1-1-2-15,-2 1 2 0,2 0-5 16,-4-1-5-16,7-2-7 0,-5 1 4 0,2 1 1 16,-1-2-10-16,2-3 1 0,3 2-6 0,-1-3 0 15,2-1-7-15,-1-1-1 0,0 1-3 0,1-1-3 16,0 0 0-16,4-5-6 0,-6 6 1 0,6-6-2 0,-3 5-1 15,3-5 0-15,0 0 7 0,-6 6-5 16,6-6-2-16,0 0 5 0,-3 5 5 0,3-5 4 16,0 0 13-16,0 0-13 0,0 0 0 0,0 0-7 15,0 0 3-15,0 0-3 0,0 0-5 0,0 0-1 16,0 0 1-16,0 0-5 0,0 0 1 0,9 8 7 0,-9-8-7 16,8 6-11-16,-3-5 0 0,3 3 5 0,2 0-1 15,-4 0 2-15,1 0-6 0,2 1 5 16,3 0-1-16,-4 1-1 0,11 1-15 0,-5-2-26 15,3 1-33-15,-4-1-34 0,2 2-47 0,2 0-60 16,-1-2-65-16,-5 1-258 0,0-3-574 0,0 1 255 0</inkml:trace>
  <inkml:trace contextRef="#ctx0" brushRef="#br0" timeOffset="60465.25">25015 12327 105 0,'0'0'151'0,"0"0"-19"0,0 0-2 0,0 0-7 15,0 0-12-15,0 0 0 0,0 0-6 0,0 0-11 16,0 0-3-16,0 0-14 0,0 0-3 0,0 0-4 16,0 0-6-16,0 0 1 0,0 0 1 0,0 0-5 15,-22-4-2-15,22 4-8 0,0 0 9 0,0 0-2 16,0 0-8-16,-10 0-4 0,10 0-1 0,0 0-3 15,0 0-5-15,0 0 2 0,0 0-8 0,0 0 1 16,0 0-3-16,0 0-6 0,0 0 3 0,0 0-1 16,0 0-2-16,0 0 5 0,31-5-3 0,-10 4-4 15,0-2 6-15,8 0-4 0,3 3 2 0,3-4-1 0,0 0 0 16,15 0 1-16,-12 2 0 0,2-3 4 16,11 0-1-16,-12-1-3 0,-3 0 1 0,3 2 5 15,-1-2-7-15,-6 4 4 0,1-4-2 0,-3 5 1 16,-2-2-3-16,-8 0 4 0,-3 3 1 0,-4 1 4 0,0-5 6 15,-4 4 3-15,-2-2 2 0,-7 2 6 0,14-2 4 16,-8-1-1-16,-6 3-4 0,9-3-2 16,-9 3-5-16,0 0-3 0,8-1-5 0,-8 1 5 15,0 0-13-15,0 0-4 0,10-1-2 0,-10 1-5 0,0 0-11 16,0 0-19-16,0 0-22 0,0 0-20 16,0 0-25-16,0 0-16 0,7 4-32 0,-7-4-36 15,0 0-45-15,0 0-245 0,0 0-494 0,0 7 219 16</inkml:trace>
  <inkml:trace contextRef="#ctx0" brushRef="#br0" timeOffset="61420.25">25507 11383 200 0,'1'-8'205'0,"-1"8"-6"16,0-8-9-16,0 8-4 0,0 0-9 0,2-11-13 16,-2 11-12-16,0 0-6 0,0-9-12 0,0 9-8 15,0 0-13-15,3-4-3 0,-3 4-14 0,0 0-5 16,0 0-8-16,0 0-10 0,0 0-8 0,0 0-8 16,0 0-8-16,0 0-3 0,0 0-7 0,0 0-3 15,0 0-5-15,0 0 0 0,0 0-4 0,0 0-4 16,0 0 2-16,9 22-4 0,-9-14 0 0,3 1 0 15,-1 3 1-15,0-3-2 0,0 2-4 0,3 3 4 16,-1 5-1-16,0-1 5 0,0 0 1 0,-3-1-2 16,4 1 1-16,-3 1 3 0,1 2-3 0,1 3 4 15,0-5 3-15,0 6 5 0,-4-5-1 0,2 1-1 16,0-2-1-16,-1 6-1 0,2 0 3 0,-1-4 0 16,0-2-1-16,-2 5 8 0,2-5-7 0,0 7 2 15,1-6-5-15,1-3 2 0,-4 1 0 0,2-1 0 16,0 1-7-16,-2-2 2 0,2-1 0 0,0 1 2 15,1-4 5-15,-3-1-7 0,0 2-4 0,2-1 4 16,1-1 6-16,-1 0 3 0,-2-1-1 0,1-1 0 16,0 3-9-16,-1-2 3 0,-1-2-2 0,1-8 0 15,0 17 2-15,-1-9-4 0,2-1 9 0,-1 1-9 16,0-8 0-16,-1 9-2 0,1-9 3 0,-2 10-13 0,2-10 11 16,0 9 8-16,0-9-17 0,-3 10 6 0,3-10-13 15,-2 8 4-15,2-8 5 0,0 11 1 16,0-11 3-16,-2 9-4 0,2-9 4 0,-3 13-4 15,3-6 4-15,-1 2-1 0,1-9-3 0,0 15 2 0,0-9-2 16,-1 1-7-16,1-7 7 0,0 12-8 0,1-2 3 16,-1-10 0-16,1 9-6 0,-1-9 5 0,0 9 5 15,0-9-16-15,2 7 5 0,-2-7 2 0,0 0-1 16,1 7-2-16,-1-7 3 0,0 0 6 0,0 0-16 16,0 0 2-16,2 9 3 0,-2-9-8 0,0 0 5 15,0 0 0-15,0 0 2 0,0 0-3 0,2 6 5 16,-2-6-1-16,0 0 4 0,0 0-4 0,0 0-2 15,0 0-10-15,3 7-14 0,-3-7-23 0,0 0-22 16,0 0-17-16,0 0-20 0,0 0-18 0,0 0-30 16,0 0-17-16,0 0-24 0,0 0-33 15,0 0-46-15,0 0-64 0,0 0-202 0,0 0-581 0,0 0 258 16</inkml:trace>
  <inkml:trace contextRef="#ctx0" brushRef="#br0" timeOffset="62129.63">25585 11298 79 0,'0'0'188'0,"0"0"-7"0,0 0-11 0,0 0-15 0,0 0-10 15,0 0-8-15,0 0-10 0,0 0-8 0,0 0-6 16,0 0-7-16,-26 7-1 0,21-2-3 0,-4 3-6 16,2 0 0-16,2 2-6 0,-1-1-10 0,0 4-3 15,3-4-2-15,-5 2-2 0,2 5-2 0,2-5-4 16,-2 0-9-16,5 0-7 0,-1-2 1 0,2 1-7 16,0-1-2-16,0 3-5 0,0-6-1 0,3 4 4 15,0-4-5-15,2 0-3 0,-3 0 1 0,5-2 2 16,0-1-3-16,-2 1-2 0,3-1 1 0,-1-1 0 15,0-1-2-15,6-1 2 0,-4-3-2 0,3 2-2 16,-4-3-1-16,1 1-2 0,0-4 1 0,-1 0-1 16,0-1 1-16,-3 1 5 0,1-2-10 0,-2-1 1 15,-3 0-5-15,-1 0-1 0,0-2-2 0,-1-1-3 0,-3 2 0 16,-1-1-1-16,-3-1 0 0,-4 0-4 0,4 3 2 16,-1 1-4-16,-5-1-3 0,3 4 0 15,-4-3-2-15,1 5-3 0,1 2-11 0,-6 1-11 16,1 5-10-16,0 0-18 0,0 4-22 0,1 1-29 0,-1 2-34 15,4 1-39-15,2 2-52 0,-1 2-212 16,4 2-480-16,2 0 213 0</inkml:trace>
  <inkml:trace contextRef="#ctx0" brushRef="#br0" timeOffset="63705.06">25037 12809 120 0,'0'0'166'0,"0"0"1"0,0 0-14 16,0 0-9-16,0 0-10 0,0 0-4 16,0 0-10-16,0 0-4 0,-4-6 6 0,4 6-11 15,0 0-6-15,0 0-13 0,0 0-8 0,0 0-5 0,0 0-11 16,0 0-8-16,15-7-3 0,-7 5-6 0,2-1 0 16,4 2-9-16,6-3-1 0,1 0-5 0,0 1 0 15,9-1-5-15,3-2-5 0,-1 2-1 16,4-1-2-16,4 1 2 0,-2 1-4 0,0-2 2 15,-1 1-7-15,-1 3-1 0,-3-2-2 0,-5 0 0 0,-1 2-1 16,-6-2 0-16,0 1-2 0,-3 1 1 0,-5 0-5 16,-2-1 2-16,1 4-3 0,-1-4 3 0,-11 2-6 15,14 0 4-15,-8-1-4 0,-6 1 0 0,9 0 4 16,-9 0-4-16,9-1 0 0,-9 1-1 0,0 0 0 16,9 1 1-16,-9-1-2 0,0 0 0 0,11-1 4 15,-11 1-1-15,0 0-2 0,9 0 4 0,-9 0-4 16,0 0 0-16,0 0 2 0,8 1-1 0,-8-1-1 15,0 0 2-15,0 0 5 0,0 0 1 16,0 0 2-16,0 0 3 0,0 0-1 0,0 0 2 0,0 0 1 16,0 0-2-16,0 0-4 0,0 0-2 0,0 0 3 15,0 0-1-15,0 0-3 0,0 0 0 0,9 0-1 16,-9 0 2-16,0 0-2 0,0 0-5 0,0 0 4 16,8 1 0-16,-8-1-4 0,0 0 3 15,0 0-2-15,0 0 2 0,0 0-3 0,7 2 4 0,-7-2 14 16,0 0-11-16,0 0 3 0,0 0 4 0,0 0 1 15,0 0 4-15,0 0-1 0,0 0 4 0,0 0-2 16,0 0 1-16,0 0-3 0,0 0 3 0,11 0-4 16,-11 0-1-16,0 0-1 0,0 0-4 0,0 0 4 15,0 0-7-15,0 0 2 0,0 0-2 0,0 0-4 16,0 0 0-16,0 0-1 0,0 0 3 0,0 0 0 16,0 0 0-16,0 0 2 0,-2 10-2 0,2-10 5 15,0 0 11-15,0 11 3 0,0-11-2 0,0 12-1 16,0-12 1-16,-2 13-1 0,-1-6 0 0,3-7 8 15,0 16 7-15,-3-7-9 0,2 2 13 0,1 1-6 16,-1-1-2-16,0 1 5 0,0 1 11 0,-1 2-12 16,0 2 7-16,0-4 2 0,2 4 7 0,-4-2-10 15,4 2-6-15,-2-1-5 0,-1-2 5 0,3 3 5 16,-2 0-1-16,0 2-4 0,0-2 5 0,-1 2-1 16,1-2 5-16,-1-2 1 0,3 2-12 0,-4-1 0 15,4 1 0-15,-2 1 1 0,0-2-2 0,1 0-7 16,1 1-5-16,0-2 12 0,0 1-9 0,0 0 3 15,0-1-6-15,-2 0-5 0,4-2-2 0,-2-1 6 16,0 1-5-16,0-1 1 0,0 0-9 0,1 0 7 16,-1 0-8-16,2 0 9 0,0-1 3 0,-2 5 7 15,4-6-15-15,-4 0 2 0,0 1-3 0,0-3 4 16,0 2 4-16,0-2-5 0,2-1-3 0,-2-7 4 16,2 14-5-16,-1-8 3 0,2 1-2 0,-1-1-2 15,-2-6 6-15,0 12-9 0,0-12-6 0,2 8 10 16,-2-8 0-16,-2 7-3 0,2-7-3 0,0 0 8 15,0 0-8-15,0 9 2 0,0-9-3 0,0 0 2 16,0 0-4-16,0 0 4 0,0 0-4 0,0 0 2 16,0 9-4-16,0-9-16 0,0 0-12 0,0 0-44 15,0 0-35-15,0 0-25 0,0 0-21 0,0 0-27 16,0 0-16-16,0 0-31 0,0 0-24 0,0 0-23 16,0 0-21-16,0 0-15 0,0 0-165 0,0 0-515 15,0 0 228-15</inkml:trace>
  <inkml:trace contextRef="#ctx0" brushRef="#br0" timeOffset="64071.6">25774 13560 106 0,'0'0'165'0,"0"0"5"16,0 0-8-16,0 0 3 0,0 0-4 0,-31 2-2 0,31-2-9 16,0 0-6-16,-9 2-6 0,9-2-4 15,-10 5-3-15,6-2-12 0,4-3-2 0,-9 7-8 16,5-1-6-16,1-1-2 0,-2 1 0 0,1 0-8 15,1 0-9-15,1 1-5 0,0 0 3 0,0 0-8 16,0 0-4-16,2-7-3 0,0 14 3 0,0-14-5 16,2 12 5-16,0-6 2 0,2 1 8 0,1-2-2 15,3 0 2-15,2 0-5 0,-1-4-1 0,3 5 1 16,1-5 0-16,1 0-6 0,3 1 2 0,-6-2-1 16,3 0 2-16,-1-2-8 0,1 0-3 0,-3-1-4 15,3-2 1-15,-3 0-11 0,0 0 6 0,-1 1-2 16,-1-3-3-16,-3-1 2 0,0 5-2 0,-1-6-29 15,0 1 25-15,-5-2-7 0,0 1-4 0,0 9-3 16,-7-16-9-16,0 6-3 0,-1 1-1 0,-1 2-2 16,-1 0 0-16,-1 1-13 0,0 3-7 0,-3 0-12 0,-1 2-17 15,1 1-40-15,-3 1-26 0,0 2-39 16,2 0-30-16,-3 0-40 0,3 3-69 0,3-5-67 16,-1 2-238-16,8 0-633 0,5-3 280 0</inkml:trace>
  <inkml:trace contextRef="#ctx0" brushRef="#br0" timeOffset="65293.99">25870 10826 40 0,'1'-12'216'16,"3"-1"-6"-16,-2 2 1 0,0 2-8 0,-2 3-13 16,0 6-17-16,2-10-23 0,-2 10-17 0,2-7-13 15,-2 7-14-15,0 0-9 0,0 0-4 0,0 0-5 16,6 20-10-16,-4-10 1 0,-2 3-3 0,0 4-9 16,2 0-1-16,0 2-6 0,0-1-1 0,-1 0-9 15,0 0-2-15,-2 0-6 0,5-1-5 0,-4 0-1 16,0-2-5-16,0 2-3 0,2-2 14 0,-2-3 3 15,-2-1-8-15,2 1-9 0,2-1-14 0,-4-2-19 16,2-2-20-16,2 2-21 0,-2-9-28 0,-2 12-24 16,2-12-25-16,-3 7-7 0,3-7-18 0,0 0-22 15,0 0-42-15,0 0-109 0,0 0-347 0,0 0 154 16</inkml:trace>
  <inkml:trace contextRef="#ctx0" brushRef="#br0" timeOffset="65559.58">25839 10835 121 0,'-4'-9'159'0,"4"9"-17"0,4-9-10 16,0 5-6-16,-4 4 5 0,18-4-7 0,0 2-1 15,0 4 0-15,3 3 4 0,-3-1 0 0,4 4-17 16,-1 1-6-16,-4 1-11 0,1 0-8 0,-4 6-3 0,2-2-4 16,-5 1-5-16,-1-1 0 0,-2 3-3 15,-2-2-4-15,-4 3-4 0,1-3-2 0,-1 2 2 16,-4-5-4-16,-3 3 1 0,1-2-5 0,-6 0-1 15,-2 0-5-15,-3 0-5 0,-2-3-2 0,-2 0-3 16,-7 2-2-16,0-2-7 0,1-1-1 0,4-2-3 0,0-1-5 16,0-2-15-16,2 2-19 0,2-2-23 0,-3 1-22 15,3-1-34-15,6-1-42 0,0 1-47 16,-2 0-43-16,1 4-150 0,4-3-405 0,0-2 180 0</inkml:trace>
  <inkml:trace contextRef="#ctx0" brushRef="#br0" timeOffset="66261.72">26436 13739 199 0,'0'0'203'15,"-11"-5"-16"-15,11 5-5 0,-11 0-8 0,0 0-10 16,2 2-5-16,0-1-9 0,-3 3-5 0,1-1-5 0,-2 0 1 16,-5 5-16-16,2-2-8 0,5 1-14 15,0 0-3-15,1 0-14 0,2 2-7 0,3 0-11 16,-1 2-4-16,1 1 13 0,3-1-8 0,-3 0-10 0,5-1-2 15,0 1-6-15,0 0-3 0,7 0-5 16,-2-1 4-16,1 0-4 0,7 1-4 0,-3 0 0 16,-1-4 1-16,4 4-7 0,-2-4-1 0,-2 1 4 15,-2-2-10-15,0 1-3 0,-2-4-1 0,1 0-5 0,-2 1-3 16,1 0 0-16,-5-4 0 0,4 4 0 0,-4-4 1 16,2 7 1-16,-2-7 4 0,0 0-3 15,-13 10 3-15,5-4-4 0,-6-3 1 0,3 1-3 16,-10-1 1-16,4 0 3 0,0 1-17 0,-3-2-21 15,0-1-30-15,2 3-32 0,-4 2-36 0,2-4-54 0,2-2-72 16,0 4-244-16,4-4-529 0,3 0 235 0</inkml:trace>
  <inkml:trace contextRef="#ctx0" brushRef="#br0" timeOffset="66403.56">26360 14021 1727 0,'13'-3'75'0,"-1"3"-49"0,-3-3-40 16,-3 1-27-16,-6 2-32 0,10-2-15 0,-10 2-36 16,0 0-11-16,0 0-91 0,0 0-245 0,0 0 110 0</inkml:trace>
  <inkml:trace contextRef="#ctx0" brushRef="#br0" timeOffset="68024.98">24795 12303 22 0,'0'0'108'15,"1"-9"-6"-15,2 2-5 0,-3 7 3 0,2-12 7 16,0 6-9-16,-1-1-9 0,0 0 7 0,3 1 3 16,-4 6-1-16,4-10-11 0,0 7-1 0,-4 3-8 15,4-10 1-15,-2 5-17 0,-2 5-6 0,5-4-4 16,-5 4-9-16,0 0-4 0,0 0-4 0,14 9-4 16,-9 0-2-16,3 5 0 0,-5 3 0 0,2 3 1 15,0 8-4-15,0 1-1 0,-3-3-5 0,1 3 3 16,-3-1-6-16,0 1-1 0,0 1 0 0,-1-1-2 15,-1-4-4-15,0 2 2 0,1-2-21 0,-3 0-31 16,0-8-12-16,-1 3-37 0,1-4-38 0,-1 2-30 16,-3-1-91-16,2-7-269 0,0 1 120 0</inkml:trace>
  <inkml:trace contextRef="#ctx0" brushRef="#br0" timeOffset="68319.92">24863 12191 101 0,'5'-9'153'0,"-1"-1"-6"0,-2 0-11 15,1 4-16-15,0 1-10 0,-3 5-16 16,3-5-4-16,-3 5-10 0,0 0-5 0,12 9-7 0,-6 1-3 15,-2 7 6-15,0 1-5 0,0 8-1 0,-2 1-8 16,1-2-4-16,-1 4-8 0,-2-3-6 0,2 3-1 16,-2-2 2-16,0-3-6 0,0 2-11 0,-2-6 3 15,2-4-20-15,0 5-18 0,0-4-15 0,0 0-14 16,-2-1-25-16,0-4-30 0,1-1-26 0,-1 0-118 16,-2-2-260-16,2-4 115 0</inkml:trace>
  <inkml:trace contextRef="#ctx0" brushRef="#br0" timeOffset="68545.92">24725 12237 62 0,'0'0'126'15,"0"0"-10"-15,0 0 2 0,0 0-14 0,0 0 9 16,9 27-3-16,-7-15-9 0,2 6-14 0,0-1-2 15,2-2-12-15,-4 2-5 0,0-1-9 0,2 1-5 16,-3 2-3-16,1-2-7 0,0 0-5 0,-2 0-11 16,0-1-37-16,0 1-25 0,-2-6-37 0,2 0-23 15,0-1-16-15,-3 0-77 0,0-3-202 0,1 1 89 16</inkml:trace>
  <inkml:trace contextRef="#ctx0" brushRef="#br0" timeOffset="68759.56">24805 12254 87 0,'0'0'145'0,"0"0"-1"0,3 24-3 0,-8-7-6 16,1 2-10-16,1 6-9 0,-1 2-16 0,2-2-4 15,-2 3-12-15,-1-3-8 0,1 2-7 0,-3-2-5 16,4-6-9-16,-3-1-20 0,2 0-23 0,2-3-29 15,-1-2-17-15,1-2-39 0,-3-2-22 0,3-1-18 16,0-2-79-16,2-6-208 0,-6 6 92 0</inkml:trace>
  <inkml:trace contextRef="#ctx0" brushRef="#br0" timeOffset="71959.87">24758 12273 104 0,'5'-16'132'0,"-1"4"7"0,-3 0-9 0,2 2 0 16,-2 5-9-16,0-2-9 0,-1 7-10 0,4-10-11 16,-4 10-6-16,0 0-5 0,0 0-8 0,0 0-11 15,0 0-4-15,0 0 0 0,0 0-12 0,0 0-3 16,0 0 0-16,-14 25-5 0,12-19-5 0,2-6 1 16,-7 9-6-16,6-4 1 0,1-5 8 0,-5 7 10 0,5-7 10 15,-4 5 12-15,4-5 3 0,0 0 3 16,-4 5-5-16,4-5-6 0,0 0-9 0,0 0-2 15,0 0-7-15,0 0-3 0,0 0-5 0,-4-20-4 16,4 20-2-16,0-10-3 0,0 10-5 0,0-14 0 0,3 8-5 16,-1-4-3-16,0 2 0 0,0-1-2 0,3 4-2 15,-5-3 1-15,3 2-1 0,-3 6-2 16,4-12 0-16,-3 7-5 0,4-1 3 0,-3 1-3 16,-2 5 2-16,2-9 0 0,-2 9-3 0,3-7-6 15,-3 7 4-15,0 0-4 0,0 0 1 0,0 0-1 0,0 0-1 16,0 0 2-16,0 0-4 0,0 0 3 0,1 23 1 15,-1-13-2-15,-1 1 0 0,1 1 1 16,-2 1 3-16,4-1-2 0,-2 1 0 0,0-2-1 16,1 0 4-16,-1-1-1 0,2-3 0 0,-2 1-1 0,0 0 1 15,0-8 1-15,4 10 1 0,-4-10 1 0,0 9 3 16,0-9-4-16,0 0 3 0,0 7-1 0,0-7-1 16,0 0 4-16,0 0-2 0,0 0-1 0,0 0-1 15,0 0 3-15,0 0-1 0,0 0 0 0,0 0-2 16,0 0-3-16,0 0 4 0,-14-18-5 0,14 18 2 15,-4-7 1-15,4 7-1 0,-2-7-4 0,2 7 0 16,0 0-1-16,0 0-3 0,0 0 1 0,0 0 1 16,0 0-1-16,0 0 0 0,0 0 11 0,0 0-8 15,-7 17 0-15,7-8 1 0,0-9-2 0,0 16-2 16,0-10 4-16,0-6-5 0,0 14-2 0,0-7 1 16,2 1-3-16,-2-8-2 0,-2 11-4 0,2-11-3 15,2 8-1-15,-2-8 1 0,0 7 1 0,0-7 4 16,0 0 5-16,0 0-2 0,0 9 2 0,0-9 4 15,0 0 0-15,0 0 1 0,0 0-1 0,0 0 0 16,0 0 1-16,0 0-4 0,0 0 3 0,0 0 0 16,0 0-2-16,0 0-1 0,0 0 3 0,0 0-3 15,15-2 3-15,-15 2 1 0,1 11 0 0,-1 0 0 16,2 2 2-16,-1 3-4 0,1 10 4 0,-2 0-2 16,0 0 1-16,4-1-4 0,-2 2 0 0,-1-1-7 15,0-5-1-15,1 5-8 0,2-9 1 0,-1 1-5 16,-1-2 4-16,0-3 4 0,0 0 0 0,1-2-3 15,-1 0 2-15,1-1 0 0,1 0 0 0,-3 0 0 16,3-2 6-16,-2 0-4 0,1-2-4 0,1 2 4 16,-2-1 0-16,2-2-6 0,-1-1-7 0,1 2-14 15,-4-6-10-15,7 7-6 0,-7-7 0 0,3 7-6 16,-3-7 4-16,1 5 5 0,-1-5 2 0,0 0-2 16,0 0 6-16,0 0 1 0,0 0 4 0,0 0 1 15,0 0 19-15,0 0-8 0,0 0 5 0,0 0 10 16,-23-9 11-16,23 9 0 0,-8-7 7 0,3 4 5 15,5 3 12-15,-7-7 3 0,7 7 12 0,-7-4 3 16,7 4 6-16,-4-5 0 0,4 5-10 0,0 0-5 16,0 0 16-16,0 0-5 0,-11 9 10 0,11-9-12 15,-4 13 3-15,0-7-2 0,2 3 3 0,1-2-8 16,-1 3 4-16,1-3-7 0,0 1-3 0,1 3-5 16,0-11 3-16,0 14 0 0,0-8-3 0,0-6-3 0,1 12 4 15,-1-12-8-15,0 7 2 0,0-7 3 16,1 8-4-16,-1-8-1 0,0 0 3 0,3 6-4 15,-3-6 8-15,0 0-6 0,0 0-2 0,0 0-5 16,0 0 4-16,0 0-3 0,0 0 3 0,0 0-2 16,0 0-3-16,2-28-6 0,2 22 8 0,-4-1-1 15,3 0-6-15,-3 7-2 0,2-18 2 0,-1 11-2 16,2-3-3-16,1 2-1 0,-4 8 3 0,0-9-2 16,0 9-4-16,0 0-1 0,0-7 4 0,0 7 0 0,0 0 9 15,0 0 2-15,0 0 4 0,-10 19 1 0,7-10-5 16,-2 0-1-16,3 2-1 0,-1-4-2 0,1 2 6 15,0 0-2-15,2-2 2 0,0-7-7 16,-2 13 2-16,2-6 3 0,0-7 8 0,-2 9-8 0,2-9 2 16,0 0 0-16,4 10 7 0,-4-10 6 0,0 0 1 15,2 5 1-15,-2-5-3 0,0 0-3 0,0 0 3 16,0 0-6-16,0 0 1 0,12-15 0 16,-10 8-1-16,-2 7-1 0,4-12-2 0,-4 2-4 15,4 3 9-15,-1-4-7 0,-1 3 0 0,1-5-1 16,0 1 4-16,0-1-4 0,-1 2 0 0,3-6-2 0,-4 6 0 15,2-2 0-15,0 1 0 0,-1 2-4 0,-1 1 5 16,2 3-1-16,-1 1-3 0,-2 5-4 0,0 0 1 16,3-10-1-16,-3 10 4 0,0 0 0 0,0 0-4 15,0 0 1-15,0 27 0 0,0-18 0 0,-2 4 1 16,2-1 2-16,-1-1-2 0,0 2-1 0,0-1 1 16,1 1 3-16,0-2-2 0,-2-1 0 0,5 1 0 15,-3-4 1-15,1 1 3 0,-1-8 0 0,3 10-2 16,-1-5 1-16,-2-5 2 0,2 9-1 0,-2-9 1 15,0 0 4-15,5 2-3 0,-5-2 2 0,0 0-4 16,0 0 0-16,0 0 0 0,12-13 3 0,-12 13-6 16,3-11 5-16,0 5-2 0,-1-1-1 0,1-1-1 15,-1-2 3-15,0 0-1 0,0-1-4 0,0 1 3 16,0-2 3-16,0 1-4 0,1-1 0 0,-2-1-1 16,0 4-1-16,2-2 3 0,-1 5 0 0,-2 6-2 15,2-10-1-15,-2 10-2 0,3-7-2 0,-3 7-1 16,0 0 2-16,0 0 3 0,0 0 5 0,0 0-3 15,0 0-1-15,6 20 5 0,-4-11 1 0,-4 2-5 16,2-3 2-16,2 3-2 0,-2-2 4 0,-2 1-3 16,4-1 2-16,-2-1 0 0,0-1-2 0,0-7 3 15,0 13-2-15,2-8 0 0,-2-5 1 0,0 7 1 16,0-7 1-16,0 0 5 0,1 9 3 0,-1-9 0 16,0 0-3-16,0 0 1 0,0 0 0 0,0 0-2 15,0 0 3-15,0 0-3 0,0 0-3 0,11-21 3 16,-8 13-1-16,-2 1 1 0,1-2-1 0,0-1-2 15,1-1 0-15,-3 0 1 0,2 0-3 0,-2 0-3 0,0-2 0 16,2 1 5-16,-1 1-4 0,0 0 3 16,0 3 4-16,-1 0 2 0,0 8 0 0,0-12 0 15,0 12-1-15,2-10-7 0,-2 10-3 0,0 0 2 0,0 0-3 16,0 0 0-16,0 0 1 0,0 0 1 0,0 0-2 16,0 0-1-16,5 26 4 0,-3-19-2 15,-2 1-2-15,3 3-1 0,-2-5 2 0,2 4 1 16,-2-3 3-16,0 0-3 0,3 1 1 0,-4-8-4 15,0 10 4-15,3-5-1 0,-3-5-1 0,4 9 4 0,-4-9 0 16,1 6-2-16,-1-6 2 0,0 0 0 0,0 0 2 16,0 0 0-16,0 0-1 0,0 0-1 0,0 0-1 15,0 0 0-15,0 0 4 0,0 0-6 16,0 0 3-16,0 0 1 0,-8-24 0 0,3 16-5 0,2-2 2 16,2 0 0-16,-1-3 0 0,0 1 1 0,-3-3-3 15,1 3 3-15,2-4-1 0,-1 1-3 0,1 3 3 16,-2 1 2-16,3 1-3 0,-2 2-3 15,2 3 1-15,1 5-3 0,-4-12 0 0,4 12-4 16,-3-5 5-16,3 5-3 0,0 0 1 0,0 0 0 0,0 0 2 16,0 0 4-16,0 0-6 0,0 0-5 0,-7 20 2 15,7-20-1-15,1 12-5 0,-2-7 4 16,1-5-2-16,0 12 1 0,0-12-2 0,0 10 6 0,0-10-11 16,0 7-1-16,0-7 5 0,0 0 2 0,0 9-1 15,0-9 3-15,0 0 2 0,0 0 4 0,1 6-2 16,-1-6 2-16,0 0-2 0,0 0 2 0,0 0 2 15,0 0-2-15,0 0 1 0,0 0 4 0,0 0-4 16,0 0 1-16,0 0 0 0,0 0 2 0,0 0-5 16,0 0 2-16,0 0-1 0,0 0-1 0,0 0 1 15,0 0-6-15,-13 1-3 0,13-1-5 0,-6 9-1 16,2-6-8-16,1 4-7 0,-3 2-2 0,1-1-3 16,1 4-7-16,-2-5-5 0,1 3-8 0,1 1 0 15,-3-1 10-15,4-2 8 0,-1-1-2 0,2-2 7 16,2-5 3-16,-3 12 2 0,3-12 11 0,-4 7 11 15,4-7 23-15,-2 5-11 0,2-5 4 0,0 0 1 16,0 0-2-16,0 0 5 0,0 0 2 0,0 0-3 16,0 0 5-16,0 0 2 0,0 0-2 0,0 0-1 15,-5-20 1-15,5 20-4 0,0 0 2 0,3-15-2 16,-1 9 0-16,-2 6-3 0,2-12-4 0,-1 6 1 16,-1 6 1-16,0-12-3 0,0 12 5 0,1-11-6 15,-1 11 2-15,2-9 1 0,-2 9-2 0,2-8-1 16,-2 8-3-16,1-5 0 0,-1 5-2 0,0 0 1 15,0 0 1-15,0 0-1 0,0 0 1 0,0 0 1 16,0 0-1-16,0 0-3 0,0 0 4 0,-21 8-5 16,21-8 1-16,0 0-4 0,-7 5 0 0,7-5 0 15,0 0 5-15,-4 5-3 0,4-5 8 0,0 0-2 16,0 0 3-16,0 0-3 0,0 0 2 0,0 0 0 0,-11-10 2 16,11 10 0-16,-4-8-2 0,4 0-2 15,0 8 1-15,-7-13 2 0,4 4 0 0,-1 0-1 16,2 0 4-16,-1 1 2 0,2 0 5 0,-3-2-8 15,3 2 3-15,-1 0 1 0,2 8 1 0,-6-12 0 0,3 7 0 16,3 5-4-16,-2-9 0 0,2 9-1 16,-3-7-2-16,3 7 2 0,0 0 7 0,-1-7-10 15,1 7-1-15,0 0-4 0,0 0 5 0,0 0-5 16,0 0 0-16,0 0 1 0,0 0 1 0,0 0 1 16,0 0-2-16,0 0-2 0,-13 14 3 0,13-14-2 15,-4 9 3-15,4-9-1 0,-2 9 0 0,2-9-1 16,-3 7 2-16,3-7 2 0,-2 5-5 0,2-5 2 15,0 0 4-15,-4 6 2 0,4-6-4 0,0 0 3 16,0 0 2-16,0 0 6 0,-4 5 2 0,4-5-3 16,0 0 2-16,0 0 2 0,0 0-3 0,0 0 1 0,0 0-2 15,-3-20-1-15,3 20-1 0,-2-13 1 16,2 4-4-16,0-1 2 0,0 1-6 0,-3-1 4 16,2-1 1-16,0 1 0 0,1-1 1 0,0 0-1 15,0 0-2-15,1 1-2 0,0 0 0 0,-1 3 1 0,3-3 0 16,-1 5 1-16,-2-3-1 0,0 8-4 0,3-12-1 15,0 4 1-15,-1 3 5 0,-2 5-5 0,5-10 1 16,-2 5-3-16,-3 5 2 0,5-9 0 16,-3 4 5-16,-2 5-5 0,6-10 1 0,-4 6-1 15,-2 4 2-15,1-12 0 0,1 7 0 0,-2 5-3 0,4-13 3 16,-3 6-4-16,0-1 2 0,-1-1 0 0,0 9 0 16,1-13 0-16,1 7 2 0,-2 6 2 15,1-14-4-15,0 7 0 0,2-3 1 0,-3 2-2 16,2-3-1-16,-2-1 2 0,0 1 2 0,0 1-2 0,0-1-1 15,3 0 0-15,-2 1 2 0,-1 0-1 0,0 3 0 16,0-4-1-16,0 11 0 0,-1-12-1 0,1 12 3 16,0-10-2-16,0 10 2 0,0-9 0 0,0 9 1 15,0 0-3-15,0-8 0 0,0 8-2 16,0 0-1-16,0 0-1 0,0 0 3 0,0 0-4 0,0 0 3 16,0 0 3-16,0 0 0 0,0 0-4 0,0 0 3 15,0 0-1-15,0 0 1 0,10 19 1 0,-10-19-3 16,4 8 0-16,0-4 1 0,-2 1-4 15,-2-5 6-15,7 11-4 0,-4-8 3 0,-3-3 0 0,7 7 2 16,-5-1-3-16,-2-6 3 0,4 6 2 0,-4-6-5 16,3 5 9-16,-3-5-5 0,0 0-1 0,4 6 2 15,-4-6 1-15,0 0 1 0,0 0 1 0,0 0-4 16,0 0-4-16,0 0 2 0,0 0 4 0,14-10 0 16,-14 10-1-16,5-5-1 0,-5 5 1 0,4-4 0 15,-4 4-2-15,5-4 1 0,-5 4 1 0,0 0 2 16,4-4-4-16,-4 4-1 0,0 0-1 0,0 0 1 15,0 0-4-15,0 0 9 0,0 0-11 0,0 0 3 16,0 0-4-16,0 0 3 0,0 0-2 0,0 0-1 16,0 0 5-16,-5 26-3 0,1-14 4 0,0 4-3 15,-1 0 0-15,1 0 5 0,0 4-7 0,-1-4 6 16,0 4 1-16,1-1-3 0,1 0 1 0,1-2 2 16,2 2-3-16,-3 0 3 0,3-2 10 0,0 1-9 15,0 0 1-15,3-2-6 0,-1 2 4 0,2 0 3 16,-1-1 0-16,1 0-1 0,-2 0-2 0,2-1 0 15,0-1-1-15,0-3 1 0,-2 0 1 0,2 0 1 16,-1 0-2-16,-1 0 1 0,1-1-1 0,1-1 4 16,-4-1-3-16,1 1-5 0,0-2-11 0,4 1-10 15,-5 0-14-15,0-3-9 0,2 1-9 0,-2-7-8 16,0 11-22-16,0-11-8 0,1 9-7 0,-1-9-5 16,0 7-11-16,0-7 0 0,0 0-4 0,0 0-82 15,0 0-220-15,0 0 98 0</inkml:trace>
  <inkml:trace contextRef="#ctx0" brushRef="#br0" timeOffset="72317.7">24819 12687 37 0,'0'0'84'0,"0"0"-11"0,-11 7-11 15,11-7-3-15,-4 6-6 0,4-6-6 0,0 0 0 16,-1 8-18-16,1-8 7 0,0 0-18 0,0 0 4 15,-5 4-4-15,5-4-1 0,0 0-12 0,0 0-4 16,0 0 3-16,-6-17 4 0,6 8 6 0,-2-1 2 16,2-1 6-16,-4-2-1 0,4-4-2 0,-3 0 6 15,2-1 9-15,0 3 22 0,0-2 3 0,0 5 4 16,1-1-4-16,-2 2 0 0,2 0 5 0,0 4 1 16,0 7-4-16,-4-13-6 0,4 13-10 0,0-7-1 15,0 7-13-15,0 0-2 0,0 0-1 0,0 0 6 16,0 0-2-16,-2 31 3 0,-1-15-2 0,3 1-9 15,-1 3 2-15,1-1-2 0,-1 1-6 0,1-1 4 16,-1 0-11-16,1 1 7 0,1 0-1 0,-1-2-1 16,0 0-4-16,-1-1-10 0,1-5-16 0,0 4-15 15,-2-6-21-15,2 2-15 0,0-2-15 0,-2-4-15 16,0 1-9-16,2-7-8 0,-2 11-11 0,2-11-68 16,-4 5-206-16,4-5 92 0</inkml:trace>
  <inkml:trace contextRef="#ctx0" brushRef="#br0" timeOffset="72478.73">24780 12688 91 0,'-9'7'106'0,"1"2"-15"16,-1 0-5-16,3 2-18 0,-4 5 2 0,1-2-14 15,0-1-22-15,0 2-11 0,0-1-35 0,2-2-16 16,2-2-70-16,-5 5-106 0,5-5 47 0</inkml:trace>
  <inkml:trace contextRef="#ctx0" brushRef="#br0" timeOffset="90652.92">23112 14115 147 0,'5'-16'159'0,"-4"4"13"16,3-3 0-16,-4 2-12 0,1 2-5 0,-2-1-9 15,0 1-3-15,1 1-4 0,-2 3 0 0,2 7-11 16,0-12-8-16,0 12-18 0,-1-7-5 0,1 7-14 15,0 0-9-15,0 0-12 0,0 0-4 0,0 0-8 16,0 0-3-16,0 0-7 0,-2 42-1 0,2-18-5 16,-2 6-4-16,2 1-4 0,-2 1 2 0,1 1-4 15,-1-2-3-15,2 0 2 0,-2 1-5 0,2-4-1 16,0 3 1-16,-3-3-3 0,3-2 1 0,0 0-1 16,0-1-4-16,0 1-4 0,-1-6 8 0,1-1-5 15,0 7-1-15,0-8 1 0,-1 1 0 0,-2-1-6 16,2-1 1-16,1-1 8 0,-3 0-9 0,1-3-6 15,-1 2-7-15,2-5-24 0,0 1-19 0,-1-2-19 0,1-2-24 16,-3-1-26-16,4-6-35 0,0 12-12 0,0-12-19 16,0 0-134-16,-3 6-346 0,3-6 153 15</inkml:trace>
  <inkml:trace contextRef="#ctx0" brushRef="#br0" timeOffset="90915.32">23138 14275 85 0,'12'-5'134'0,"0"3"-4"0,3 1-12 16,-2 2-5-16,-2 4-2 0,2-1-11 0,-4 1-6 16,1 2 2-16,-2 2-10 0,-2-2 10 0,-1 4-10 15,-1-2-5-15,-2 0-6 0,-1 0 1 0,-2 2-11 16,-3-1 5-16,-1-1-6 0,-2 2-5 0,-3-2-4 15,1 1-2-15,-2 1-8 0,-2 0-3 0,3-4-3 16,-1 1-10-16,0-1-18 0,1 0-22 0,-1-2-23 16,1 2-25-16,1-4-33 0,1 1-29 0,1-1-21 15,7-3-117-15,-12 3-282 0,12-3 125 0</inkml:trace>
  <inkml:trace contextRef="#ctx0" brushRef="#br0" timeOffset="91065.17">23380 14423 88 0,'14'-1'103'15,"-1"0"-4"-15,0-1-19 0,5 1-28 0,-7 0-26 16,3 0-25-16,-2 0-29 0,2 0-43 0,-1 0-76 0,-3 0 34 16</inkml:trace>
  <inkml:trace contextRef="#ctx0" brushRef="#br0" timeOffset="91305.13">23796 14277 3 0,'0'0'174'0,"-7"-9"-2"0,4 5-4 0,-3-1-13 16,6 5-8-16,-13-5-10 0,7 4-7 0,-7-1-6 15,13 2-8-15,-20 6-11 0,8-1-5 0,2 3-8 16,-3 4-5-16,3 0-10 0,-3 3-7 0,3-2-10 15,1 4-1-15,3-2-1 0,-3 0-4 0,6 1-11 16,1-4 2-16,1 4-11 0,1-4-6 0,2-2-2 16,1 3-4-16,5-3-13 0,0-1-12 0,1-1-22 15,5 2-28-15,-2-5-30 0,6 2-33 0,-3-2-38 16,0-3-157-16,-2 1-336 0,1-2 149 0</inkml:trace>
  <inkml:trace contextRef="#ctx0" brushRef="#br0" timeOffset="91959">23906 14198 162 0,'0'0'161'16,"0"-9"-13"-16,0 9-6 0,0 0 4 0,0 0 6 16,0 0-5-16,-3 30-12 0,2-12 1 0,-1-1-10 15,1 4-9-15,2-2 0 0,-4 5-10 0,1-3-11 16,2-4-7-16,-1 0-7 0,2 0-3 0,-2-4-5 15,2 2 1-15,-1-1-7 0,0-3-4 0,0-2-7 16,0-2-6-16,0-7-5 0,0 10-2 0,0-10-3 16,0 10 0-16,0-10 3 0,0 0 5 0,2 7-6 15,-2-7-5-15,0 0-4 0,0 0 7 0,0 0-12 16,0 0 7-16,0 0-15 0,9-19 1 0,-4 10-5 16,4-2-3-16,1-1-3 0,1 0-5 0,2 0 0 15,-1 0 4-15,4 3-9 0,-4 3-1 0,4-2-2 16,-4 2 2-16,1 2-4 0,-1 4 8 0,1-2-7 15,-1 4 0-15,-2-2-2 0,0 3-2 0,2 0 3 0,-6 0 2 16,3 4-3-16,-1-3 3 0,3 2 1 16,-2-1-2-16,-1 1 3 0,3 0 0 0,-2-1 1 15,3 0 1-15,-1-1 1 0,2 0-1 0,0-1 0 16,0 1 1-16,-2-3 2 0,0-1 11 0,4 0-7 16,-4-1 5-16,2-1-5 0,-3 0 4 0,2-1-7 15,-2-3 2-15,1 3 1 0,2-2 1 0,-4-1-2 16,0-2-1-16,1 0 3 0,-2-1-3 0,-2-1 0 15,0 1-2-15,-3 0 2 0,1 2 0 0,-1 1 2 16,0 1-1-16,-3 5 0 0,0-13-1 0,0 13-3 16,-6-8-1-16,6 8-4 0,-13-4 2 0,5 4-1 0,-6 2-2 15,3 3 1-15,-6 0 1 0,1 2-3 0,2 2 0 16,1-4 0-16,3 2 1 0,2 1 2 16,-2-1 1-16,2 0-5 0,2 2 1 0,2-5 2 15,3 2-3-15,1-6 3 0,0 8 1 0,0-8 6 16,2 11-3-16,-2-11-3 0,7 7 4 0,-1-6-3 15,2 3 9-15,-8-4-10 0,14 3 2 0,-5-1-4 0,-2-2 6 16,4 2-5-16,-4 0 1 0,0 0 0 16,-1-1-1-16,2 1-2 0,-8-2 3 0,11 4 6 15,-4-2-9-15,-2 0-11 0,-5-2-14 0,7 5-29 16,-3-1-18-16,0 1-16 0,-4-5-22 0,6 7-25 0,-2-4-28 16,-4-3-19-16,8 7-24 0,-4-2-162 0,-4-5-401 15,1 8 178-15</inkml:trace>
  <inkml:trace contextRef="#ctx0" brushRef="#br0" timeOffset="92305.79">24487 14399 78 0,'0'0'169'0,"1"-8"0"16,-1 8-1-16,3-6-9 0,-3 6-23 16,0 0-16-16,0 0-8 0,0 0-10 0,0 0-6 15,0 0-4-15,0 0 2 0,0 0 1 0,0 0-6 0,6 23-9 16,-6-17-1-16,0-6-8 0,3 12-15 0,-3-6 3 15,0-6-5-15,1 11-4 0,-1-11-4 0,-1 7-5 16,1-7-1-16,2 7 6 0,-2-7 12 16,0 0 7-16,0 0 0 0,3 6-3 0,-3-6-7 15,0 0-7-15,0 0-5 0,0 0-4 0,0 0-2 0,4-20-6 16,-2 13-1-16,1 1-4 0,1-3-6 0,2 1 0 16,3-1-2-16,-3 0-3 0,7 0-3 0,-5 2 5 15,2 1-5-15,-3 2 2 0,-1 1-4 16,-2-1-4-16,-4 4-2 0,11-1 1 0,-11 1 0 15,10 2 0-15,-10-2-4 0,9 6 5 0,-5-2-1 0,-1 2-5 16,-1 0 4-16,-2-6 5 0,4 14-8 0,-4-6-3 16,0 1-22-16,-1 0-21 0,-2 0-25 0,2 1-30 15,1-10-38-15,-6 15-42 0,3-8-33 0,-3 2-167 16,-1-3-411-16,1-1 182 0</inkml:trace>
  <inkml:trace contextRef="#ctx0" brushRef="#br0" timeOffset="92797.42">24657 14413 110 0,'5'-2'154'0,"-5"2"-5"0,0 0-5 16,0 0-3-16,0 0-9 0,9 8-2 0,-9-8-1 16,5 7-11-16,-2-3-9 0,-3-4-4 0,4 9-3 15,0-5-12-15,-4-4-5 0,4 7-11 0,-1-3-6 16,-3-4-8-16,1 8-5 0,-1-8-5 15,0 0-3-15,3 5-5 0,-3-5-2 0,0 0-5 0,0 0 0 16,0 0-2-16,0 0-4 0,0 0-1 0,0 0-3 16,0 0-6-16,0 0-1 0,0 0-4 0,18-13 6 15,-13 9-6-15,3-2-3 0,-1-2-3 16,5 2 1-16,-1 1 0 0,-2-3-4 0,4 3 1 16,-2 2-3-16,0-2 3 0,-1 1-1 0,0 3-2 0,-2 0 0 15,3 1 0-15,-3-1 0 0,-8 1 1 0,18-2 0 16,-8 2 0-16,0 3 0 0,1-2 4 15,0 2 4-15,-1-3-3 0,2-2 4 0,-2 2 4 0,2 0 1 16,-1-2-2-16,1-1 5 0,-3 0-3 16,-2 1-1-16,2-2 0 0,-4 0 0 0,2-1-1 0,-2 1-1 15,0 0-2-15,0-3 0 0,-5 7-2 0,6-11-1 16,-6 4-2-16,0 7 2 0,0-12-2 0,0 12 2 16,-5-14-3-16,1 9-2 0,2 0 4 15,2 5-8-15,-10-7 4 0,3 4-8 0,7 3 2 16,-18 0-1-16,8 1-1 0,1 4 1 0,-3 2-1 0,1 0 0 15,1 1-2-15,0 0 4 0,1 1-3 0,2-1 11 16,3 2-13-16,-1 2 1 0,2-3-9 0,3 1-11 16,0 0-18-16,5 0-30 0,-2-3-29 0,3 2-38 15,1-3-43-15,0 0-186 0,0-1-398 16,-2-3 177-16</inkml:trace>
  <inkml:trace contextRef="#ctx0" brushRef="#br0" timeOffset="93019.61">25181 14186 209 0,'1'-5'194'0,"-1"5"-18"0,0 0-12 16,5-4 11-16,-5 4 3 0,0 0 10 0,3 19-3 16,-7-8-7-16,4 1-15 0,-3 4-14 0,1 0-13 15,-3 0-10-15,2 1-13 0,0 2-13 0,1-1-9 16,1 1-8-16,-3 0-4 0,2-2-10 0,0 1-24 15,1 0-22-15,1-2-38 0,-2-3-49 0,2 3-49 16,1-4-65-16,0 3-67 0,-1-2-124 0,3-2-398 16,-2-4 176-16</inkml:trace>
  <inkml:trace contextRef="#ctx0" brushRef="#br0" timeOffset="93529.87">25497 14186 155 0,'-8'-3'163'0,"0"1"0"16,4-2 9-16,4 4-12 0,-9-4-5 0,9 4-13 15,-8-1-16-15,8 1-10 0,-2-8-12 0,2 8-11 16,0 0-4-16,13-10-15 0,-3 6-9 0,2 1-3 16,-1 0-9-16,3 0-3 0,-1 1-3 0,0-2-26 15,1 2-5-15,-3 0-17 0,1 1-8 0,-1-2-7 16,-4 2-7-16,-1 0 0 0,-6 1-4 0,12-3 2 16,-12 3 2-16,9-1-1 0,-9 1 7 0,0 0-3 15,6-3 1-15,-6 3-1 0,0 0 9 0,0 0-8 16,0 0 15-16,0 0-9 0,0 0-2 0,0 0 4 15,0 0 2-15,0 0 3 0,0 0-2 0,0 0 3 16,-27 3 13-16,27-3 4 0,-5 10 1 0,3 0 3 16,0-1 8-16,0 4 3 0,2-1-2 0,0-1 6 15,0 8 2-15,0-3 4 0,2 0 3 0,1 0 3 16,-2 0-5-16,2 1 1 0,-1-2-5 0,0-4-1 16,-2 0 2-16,0 0 3 0,0-1-2 0,-2 0-4 15,2 0 7-15,-3 1-5 0,-1-2 0 0,0-1-1 16,-5-1-4-16,-4 1 0 0,3-2-4 0,-2-1-1 15,-2 0-4-15,1-1-2 0,-4-1-11 0,4 1-13 16,1-1-24-16,2-1-19 0,1 0-37 0,-3 1-40 16,4-4-45-16,8 1-179 0,0 0-378 0,-14-6 167 15</inkml:trace>
  <inkml:trace contextRef="#ctx0" brushRef="#br0" timeOffset="93946.93">25797 14262 80 0,'6'-5'222'0,"-6"5"-7"0,4-7-14 15,-4 7-16-15,5-3-20 0,-5 3-11 0,0 0-20 16,0 0-12-16,0 0-3 0,0 0 5 0,7 13-11 16,-7-4-3-16,0 4 8 0,1-3-12 0,-1 6-17 15,0-4-14-15,0 2 3 0,1-3-9 0,2 4-7 16,-1-3-6-16,-2 0-5 0,0-2-6 0,2 3-2 15,0-3-8-15,-2-1 0 0,2-1-4 0,-2-2-3 16,0-6-5-16,2 12 2 0,-2-12-2 0,1 7-3 16,-1-7 1-16,2 7-4 0,-2-7 1 0,0 0-4 15,0 0-11-15,0 0-4 0,0 0-9 0,0 0-4 16,0 0 0-16,0 0-2 0,0 0 2 0,0 0-4 16,-3-30 4-16,3 21-2 0,1-2 1 0,1 0 0 15,2-1 1-15,0-4 2 0,1 1-3 0,2 0 12 16,-4 0-9-16,3-1 4 0,-1 1 1 0,1-2 6 15,-2 1-7-15,4 6-3 0,-4-3 3 0,0 4-1 16,3 2 2-16,-1-1 2 0,2 2-4 0,-1-1 1 16,3 3-2-16,-1 1 0 0,1 0 1 0,-2 3-17 15,-8 0-13-15,13 3-21 0,-5 1-26 0,-1 2-34 16,-1 0-6-16,-2 1-16 0,-1 0-24 0,-3 3-9 16,0-2-121-16,-3 3-321 0,-1-2 141 0</inkml:trace>
  <inkml:trace contextRef="#ctx0" brushRef="#br0" timeOffset="94088.93">25839 14407 56 0,'0'0'107'0,"0"0"-11"16,0 0-12-16,0 0-4 0,0 0-22 0,19-12-25 16,-7 9-18-16,-1 0-19 0,1-1-17 0,5-1-16 15,-5 1-42-15,1 1-83 0,-2-1 37 0</inkml:trace>
  <inkml:trace contextRef="#ctx0" brushRef="#br0" timeOffset="94441.98">26113 14299 83 0,'4'-8'142'15,"-4"8"5"-15,2-5-7 0,-2 5-1 0,0 0-7 16,0 0-10-16,0 0-3 0,-8-9-7 0,8 9-10 16,-14 2-4-16,14-2-6 0,-11 5-3 0,4 0-7 15,3 0-3-15,-3 0-6 0,2 1-7 0,-1 2-9 16,3-3-3-16,2 3-5 0,0 0-5 0,1-8 0 15,2 11-7-15,5-2 0 0,-1-2-8 0,4-2-1 16,-1 2-1-16,0-3-1 0,1 1-3 0,0-1-3 16,3 0 0-16,-3-1-5 0,-6-2 0 0,5 0 0 15,-9-1-2-15,12 2 1 0,-6-1-3 0,-6-1 0 0,0 0-4 16,0 0 5-16,9-5-5 0,-9 5-4 16,0 0-2-16,0 0 2 0,0 0 1 0,0 0-3 15,0 0 2-15,-25-7 5 0,25 7 0 0,-15 4 5 16,3-1 3-16,4 2 6 0,-3 0-1 0,1 0 3 15,1 1 1-15,2-1-3 0,1 3 2 0,-1-1-1 0,2 0 1 16,1-1-4-16,2 1 1 0,-2-3 3 16,4-4-8-16,-1 13 3 0,1-13 2 0,5 13-4 15,-1-9-5-15,3 2-17 0,2-1-23 0,0-2-34 16,2 2-45-16,-1-5-54 0,1 0-51 0,-1 0-164 16,-10 0-406-16,23-5 179 0</inkml:trace>
  <inkml:trace contextRef="#ctx0" brushRef="#br0" timeOffset="94782.18">26248 14311 31 0,'0'0'172'0,"9"-7"-10"0,-4 4-3 0,5 0-8 16,1 0-12-16,3-1-15 0,-1 1-6 16,4 1-17-16,2-2-11 0,-1 2 0 0,1 1-12 15,-6-2-26-15,1 2-19 0,-5-2-21 0,-1 3-15 16,1-2-14-16,-9 2-17 0,12-1-14 0,-12 1-13 15,6-3-10-15,-6 3-2 0,5-6 10 0,-5 6 9 0,0 0 0 16,0 0 6-16,0 0 2 0,-16-7 15 16,16 7 4-16,0 0 30 0,-11-3-7 0,11 3 16 15,0 0 7-15,-9-1-5 0,9 1 9 0,0 0 12 16,0 0 17-16,-9 11 6 0,7-5 5 0,2-6 2 16,-2 13 15-16,-3-4-2 0,4-1 3 0,1 4-2 0,-1-2 2 15,1 0 2-15,1 2 2 0,-2-2-5 16,1 1-3-16,1 0-8 0,0-1-8 0,-1 2-3 15,-2 1-4-15,2-3-7 0,-1 0 1 0,-1 0-20 16,2 0-21-16,-2 0-27 0,0 0-23 0,0-2-42 16,2-8-35-16,-3 11-40 0,1-6-155 0,2-5-342 0,0 0 151 15</inkml:trace>
  <inkml:trace contextRef="#ctx0" brushRef="#br0" timeOffset="94964.75">26456 14275 33 0,'26'-5'113'0,"-4"5"-9"0,-2-1-16 16,0 1-16-16,1 3-35 0,-8-3-29 0,-2 0-34 0,3 1-46 15,-8 2-77-15,1 0 34 0</inkml:trace>
  <inkml:trace contextRef="#ctx0" brushRef="#br0" timeOffset="95494.77">23529 15085 146 0,'-3'3'148'0,"3"-3"16"0,24 0 3 0,15-2-14 16,19-2-3-16,38-3-11 0,5-4-7 0,14 1-6 15,8 0-7-15,7-2-4 0,8-1-1 0,0-3-8 16,9-1-5-16,8 3-3 0,-2-1-7 0,4-4 4 15,5 7 1-15,-8-2 12 0,2 0-1 0,-4 6 4 16,-1-2-3-16,-11 2 6 0,-4 0-3 0,-15 5-8 16,-6-3-2-16,-10 1 2 0,-10 4-3 0,-33-3-10 15,-3 2-9-15,-5 0-9 0,-18 1 2 0,-3 0-15 16,-5-2 6-16,-8 3-3 0,-7 0-9 0,-1-1-9 16,-1 0 8-16,-3 0-7 0,-3-1-10 0,-5 2 4 15,10-2-20-15,-10 2-36 0,0 0-27 0,0 0-34 16,-19-7-44-16,-3 6-58 0,-10-3-65 0,-4-2-63 15,-18 0-213-15,1-3-563 0,-6-1 249 0</inkml:trace>
  <inkml:trace contextRef="#ctx0" brushRef="#br0" timeOffset="168345.77">14497 6157 3 0,'0'0'18'0,"0"0"-4"0,0 0 3 0,-5-3-6 16,5 3-3-16,0 0 7 0,0 0-6 0,-7-5 2 15,7 5-6-15,0 0 2 0,-5-5 1 0,5 5 2 16,0 0 5-16,0 0-3 0,-8-3-1 0,8 3 0 15,0 0-7-15,0 0 4 0,0 0 2 0,0 0-5 16,0 0-1-16,0 0 2 0,0 0-3 0,0 0 0 16,0 0 1-16,0 0-6 0,0 0 8 0,0 0-6 15,0 0-1-15,0 0 2 0,0 0 5 0,0 0-9 16,-9-1 2-16,9 1-1 0,0 0-1 0,0 0 5 16,0 0-4-16,0 0-3 0,-14 0 5 0,14 0-1 15,-6-2 2-15,6 2-2 0,0 0 3 0,0 0 1 16,-11 0 4-16,11 0-3 0,0 0-3 0,-10-3 3 15,10 3-3-15,0 0 3 0,-9-1 2 0,9 1 5 16,0 0-4-16,-9-1-2 0,9 1 5 0,0 0 2 16,0 0-3-16,0 0-5 0,0 0 5 0,-13 0 0 15,13 0-4-15,0 0-1 0,0 0 4 0,0 0-4 16,0 0-3-16,0 0 4 0,0 0-10 0,0 0 6 16,-5-4 2-16,5 4-3 0,0 0 6 0,0 0-2 15,0 0-1-15,0 0 0 0,0 0 2 0,0 0-4 16,0 0 4-16,0 0-5 0,0 0-1 0,0 0 10 15,0 0-11-15,0 0 3 0,0 0 3 0,0 0-4 16,-8-4 2-16,8 4 2 0,0 0-1 0,0 0-1 16,0 0-4-16,0 0-1 0,0 0 0 0,-9-2 5 0,9 2-2 15,0 0-2-15,-10 0 5 0,10 0-2 0,0 0 1 16,-9-2-2-16,9 2 6 0,0 0-4 16,0 0-1-16,0 0 1 0,-10 4-4 0,10-4-3 15,0 0 7-15,0 0-1 0,0 0 6 0,0 0-2 0,0 0-7 16,0 0 3-16,0 0 2 0,0 0-5 0,-10 3 0 15,10-3 7-15,0 0-6 0,0 0 1 0,0 0 0 16,-9 0 3-16,9 0 6 0,0 0 2 16,0 0 10-16,0 0-7 0,-10-3 3 0,10 3-8 0,0 0 10 15,0 0-5-15,0 0 5 0,0 0-4 0,0 0-2 16,0 0-5-16,0 0-4 0,0 0 7 0,0 0-2 16,-8 3 2-16,8-3-8 0,0 0 2 15,0 0 3-15,0 0-2 0,0 0 0 0,0 0 3 16,0 0-5-16,0 0 2 0,0 0-7 0,0 0 2 0,0 0 5 15,0 0-1-15,0 0-7 0,0 0 8 0,0 0-7 16,0 0 0-16,0 0 1 0,0 0 5 0,0 0 4 16,0 0 4-16,21 6-2 0,-21-6 6 0,13 1-10 15,-8 1 13-15,6-2-4 0,0 1 3 0,2-1-5 16,-3 0-2-16,4 0-4 0,3 0 0 0,1 0 0 16,0 0 0-16,0 2-6 0,2-4 6 15,-2 2-8-15,1 0-9 0,0 0 7 0,3 0-4 0,-1 0 12 16,0-1-9-16,2 1 2 0,-2-2 6 0,1 1-8 15,5 1-7-15,-5-1 14 0,5 1-5 0,-6 1 3 16,-1-2-2-16,-1 2 1 0,1-3-3 0,2 1 4 16,-2 2 4-16,2-1-9 0,-1-1 4 0,-1 1-1 15,11-2-2-15,-3 1-7 0,-5 1 1 0,7-4 3 16,0 1-2-16,-1-2 2 0,1 4 3 0,0-1-1 16,0-1-6-16,3-1-4 0,-1 0 7 0,2 1 3 15,1-1-11-15,1 1-3 0,-2 0 3 0,2 0 1 16,1-1 1-16,1 1-2 0,0 2 8 0,-3-3-5 15,1 0 0-15,1 1-1 0,-1-1 3 0,-3 2-2 16,-1 2-2-16,1-2-3 0,-2-2 4 0,2 3 2 16,0-2-1-16,-6 2 0 0,5-3 0 0,-5 4-3 15,-4-2-3-15,-2 0-5 0,0-1-2 0,1 2 0 16,-3-1-1-16,-1 0-3 0,-1 2 4 0,-2-2-10 16,-3 4 4-16,0-2-2 0,-4-2-17 0,-8 2-54 15,13-1 24-15,-13 1 199 0,11-2-151 0,-11 2-33 16,9-4 15-16</inkml:trace>
  <inkml:trace contextRef="#ctx0" brushRef="#br0" timeOffset="168649.28">16281 6015 2 0,'10'0'35'0,"3"0"0"0,5-1-3 15,1 1-4-15,-1-1-2 0,4-1-4 0,-1 1 3 16,6-1-8-16,1 0 3 0,-1 2-3 16,1 0-1-16,-6-1-3 0,5-1 3 0,2 1-9 15,-2 1 2-15,1-1-3 0,2 1 2 0,-3-1-5 16,-5 1 0-16,8-1-6 0,-2 2-3 0,0-2 1 0,1 1-3 15,-8-2-2-15,7 0-1 0,0 2-1 0,-6-2-4 16,-2 1-2-16,8-2 0 0,-8 3-4 16,0 0-14-16,2-3-38 0,-3 3 18 0</inkml:trace>
  <inkml:trace contextRef="#ctx0" brushRef="#br0" timeOffset="169708.07">17270 5969 10 0,'0'0'19'0,"0"0"-1"16,8-2 5-16,-8 2 5 0,0 0-5 0,0 0 0 0,0 0 0 16,0 0-1-16,0 0-3 0,9-2-4 0,-9 2 8 15,0 0-8-15,12-2-1 0,-12 2 4 16,11-2-4-16,-5 1 1 0,-6 1-3 0,17-1-3 16,-7 1 2-16,5-2-1 0,-2 2 4 0,7-2-6 15,-1 1 3-15,2 0-3 0,1-1-1 0,-3 1 0 0,4 1 4 16,6 0-2-16,0-2 8 0,-3 0-13 0,1 1-2 15,1-2 5-15,2 1-5 0,-10 0 0 0,8 1 2 16,3 0-2-16,-2-1 4 0,0 2 4 0,-1-3-4 16,0 3-6-16,-8 0 3 0,8-2 2 15,-6 1-5-15,0 1 1 0,1-1 4 0,-3-1-6 0,3 2 5 16,-2-1 1-16,-2 1-3 0,1-1 0 0,-3-1 2 16,-3 2 2-16,3 0 0 0,-3-2 2 0,-1 1 4 15,-2 1-4-15,2-1-1 0,-3 1 2 16,4 0 3-16,-2-2-5 0,1 1 3 0,-1 1-4 15,2-1 2-15,-1 0 1 0,0 0-7 0,5 0 1 0,-6 0 8 16,2-1-7-16,1 2 2 0,-3-1-10 0,2 0 11 16,0 0-3-16,-1-1 0 0,0 2-2 15,1-2 2-15,-2 1-3 0,0-1 4 0,0 2 2 16,2-1-1-16,-1 1-5 0,-2-1 2 0,4 1 2 16,-2-2-3-16,0 1 3 0,0 0 0 0,1-1-2 0,-1 1-2 15,3 1 7-15,2-1-4 0,0 1 1 0,-1-1 0 16,2 1-3-16,-2-1 4 0,2 1-2 15,-2-2 1-15,1 1 0 0,1 0-3 0,0-1 6 0,0 2-6 16,-3-1 0-16,3 0 0 0,-1-1 0 16,-5 2-2-16,2 0-3 0,-2-2 6 0,5 0-4 15,-5 1 5-15,0 0 1 0,1 0-2 0,-3 1 0 0,1-1-1 16,-2 1 4-16,-2-3-3 0,-1 2 1 0,5-1-2 16,-5 1 1-16,-7 1 1 0,18-1 5 0,-10 1-4 15,2-2-4-15,-10 2 13 0,18 0-11 16,-8-1 0-16,-1 1-2 0,3-2 0 0,-5 2 0 0,-7 0 7 15,20 0-3-15,-10-1-2 0,-2 1 2 0,0-1-5 16,3 1 0-16,-1 0-1 0,0-1-3 16,2 1 7-16,-6-1-4 0,4 1 14 0,-1-1-11 0,-9 1-6 15,16-2 3-15,-5 1-1 0,1 1 1 0,-5-1 1 16,-7 1-2-16,15-2 4 0,-7 2-5 0,-8 0 3 16,13 0 4-16,-5-1 1 0,-8 1-1 15,14 0-5-15,-14 0 2 0,14 1 4 0,-4-2-3 0,-10 1 4 16,13 0-8-16,-4-1 7 0,-9 1-5 0,12 0 2 15,-5-1 1-15,-7 1 7 0,15-2-1 16,-6 2-2-16,-9 0 4 0,13-1 0 0,-2-1-5 0,-4 1 6 16,3 0-1-16,-2 0 5 0,-8 1-13 0,18-1-2 15,-12-1-1-15,3 2 6 0,0-1-2 0,0 0 0 16,2-1-5-16,-11 2 4 0,16-1-1 16,-9 1-2-16,6-1 1 0,-3-1-5 0,1 2 6 15,-1 0 2-15,-3-2-6 0,-7 2 7 0,16-1-5 0,-9 1 4 16,-7 0-5-16,15 0-2 0,-9 0 2 0,-6 0 5 15,15 0-3-15,-8 0 1 0,-7 0-1 0,16 0 0 16,-8-2 2-16,-8 2-8 0,13 0 5 0,-4 0 6 16,-2 2-9-16,4-4 5 0,-1 1-7 15,-10 1 9-15,14 0-1 0,-6-1 2 0,-8 1-5 0,15-1 8 16,-15 1-8-16,11 0 2 0,-4 0-4 0,-7 0 7 16,11 0 2-16,-11 0-4 0,12 0 5 0,-12 0 7 15,11 0-7-15,-11 0 2 0,10-2-4 0,-10 2 5 16,12-1 2-16,-12 1 2 0,11-1 1 15,-3 0-1-15,-8 1-10 0,17 0 4 0,-8 0-7 0,1-2 2 16,-1 2-3-16,2-1 6 0,-2 1-8 0,2 0 1 16,-3-1 4-16,-8 1-4 0,13-2 0 0,-13 2 7 15,11 0-4-15,-11 0 0 0,10 0-2 0,-10 0-10 16,0 0-7-16,11-1-16 0,-11 1-8 0,0 0-11 16,8-4-20-16,-8 4-27 0,0 0-57 0,4-4-167 15,-4 4 74-15</inkml:trace>
  <inkml:trace contextRef="#ctx0" brushRef="#br0" timeOffset="170913.54">19706 5605 12 0,'0'0'65'0,"0"0"-3"0,0 0 1 0,0 0-7 16,0 0 3-16,0 0-8 0,0 0 2 0,0 0-4 15,0 0-7-15,0 0-2 0,0 0 5 0,0 0 2 16,24 0-13-16,-24 0 7 0,0 0-15 0,11 1 3 15,-11-1-4-15,7 3 3 0,-7-3 0 0,9 3 13 16,-3-1-2-16,1-1-14 0,1 1-3 16,-1 0-2-16,3 0-1 0,2 1-1 0,-2 0-8 15,3-1 5-15,0 0 2 0,1 1 2 0,-3 0-1 0,2 1-7 16,-3-3 1-16,1 2 4 0,-4-1-2 0,5-1-6 16,-5 1-8-16,0-1 12 0,0 1 2 0,-7-2-4 15,12 6 2-15,-7-5-3 0,-5-1-15 16,9 1 13-16,-9-1 11 0,9 3-12 0,-9-3-4 15,6 3 7-15,-6-3-4 0,5 3-4 0,-5-3-3 0,0 0 3 16,7 6 3-16,-7-6-2 0,4 5-3 0,-4-5 2 16,5 5-2-16,-5-5 8 0,0 0-2 0,2 5-7 15,-2-5 1-15,0 0 5 0,4 5-4 16,-4-5 5-16,0 0-10 0,0 0 6 0,0 0-3 0,3 7 1 16,-3-7-1-16,0 0 9 0,0 0-3 0,0 0 3 15,0 7-10-15,0-7 7 0,0 0-5 0,0 0 1 16,0 0 3-16,0 0-5 0,0 0 1 0,0 9-6 15,0-9 5-15,0 0 5 0,0 0-9 16,0 0 7-16,0 0 13 0,0 0-9 0,-2 10-3 16,2-10-5-16,0 0 4 0,0 0 2 0,3 7-3 0,-3-7-2 15,0 0 1-15,3 6 3 0,-3-6 2 0,0 0 2 16,3 7 1-16,-3-7-5 0,0 0-3 0,0 0 8 16,3 4-6-16,-3-4 0 0,0 0 0 0,0 0 0 15,3 8 2-15,-3-8-2 0,0 0 1 16,2 5 2-16,-2-5-2 0,0 0 8 0,0 0-5 0,4 4 2 15,-4-4-9-15,0 0 6 0,0 0 3 0,0 0-5 16,4 7 2-16,-4-7 0 0,0 0-3 0,0 0 3 16,0 0-7-16,0 0 9 0,0 0-5 0,0 0 8 15,0 0-12-15,5 5 6 0,-5-5 0 0,0 0-1 16,0 0 1-16,0 0 2 0,0 0-1 0,0 0-1 16,0 0-4-16,0 0 3 0,-5 13-2 0,5-13 1 15,-5 4 2-15,5-4 0 0,0 0-3 0,-7 6 5 16,7-6-3-16,-2 8 12 0,2-8-4 0,-5 5-3 15,5-5 10-15,-6 7 1 0,6-7-16 16,-3 7-1-16,3-7-3 0,-7 6 8 0,7-6-2 0,-3 4 2 16,3-4 0-16,0 0 1 0,-6 8-1 0,6-8-5 15,0 0 5-15,-2 7-4 0,2-7 1 16,0 0 3-16,0 0-4 0,-5 6 4 0,5-6 5 16,0 0-8-16,-3 6-5 0,3-6 7 0,0 0-4 0,-4 7 4 15,4-7-7-15,-4 6 5 0,4-6 2 0,-5 6-4 16,5-6 8-16,-3 5-11 0,3-5 13 0,-4 6-4 15,4-6 2-15,-5 7 3 0,5-7 2 0,-6 7 4 16,2-2-4-16,4-5-1 0,-7 9 1 0,3-5 12 16,-1 2 4-16,1 0 8 0,-2 1-5 0,1-2-9 15,-3 0 0-15,3 0-3 0,0 0 2 0,-2 3-1 16,0-2-4-16,-2 1 5 0,0 1-2 0,1-2-1 16,0 2-1-16,1-1-2 0,0-2-1 0,1-1-2 15,1 4 3-15,-3-1-5 0,3-4 1 16,0 1 1-16,0 0 2 0,1 1-5 0,4-5-1 15,-9 7-1-15,5-4-1 0,4-3 1 0,-9 8-2 0,9-8-3 16,-6 7-6-16,3-5-24 0,3-2-17 0,0 0-19 16,-9 10-30-16,9-10-30 0,-8 5-28 0,2-5-143 15,6 0-316-15,-20 4 140 0</inkml:trace>
  <inkml:trace contextRef="#ctx0" brushRef="#br0" timeOffset="172809.78">14335 6124 4 0,'0'0'10'0,"0"0"-5"0,0 0 4 16,-11 1-7-16,11-1 1 0,0 0-2 0,-7 3 1 15,7-3 1-15,0 0 0 0,0 0-1 0,-9 3-1 16,9-3 0-16,-8 1-5 0,8-1 5 0,0 0 6 16,-10 1-4-16,10-1-3 0,0 0 4 0,0 0-1 15,-11 1-1-15,11-1-2 0,0 0-4 0,0 0 7 16,-12-2 1-16,12 2 1 0,0 0-5 0,0 0 6 16,-7 2-3-16,7-2 2 0,0 0-6 0,0 0 6 15,0 0 1-15,0 0 2 0,0 0 2 0,0 0 3 16,-10-2-5-16,10 2 4 0,0 0 9 0,0 0 0 15,0 0-3-15,0 0 3 0,0 0 3 0,0 0-4 16,0 0 0-16,0 0 7 0,0 0-4 0,0 0-2 16,0 0-5-16,0 0 1 0,0 0 2 0,0 0-5 0,0 0-5 15,0 0 2-15,0 0 2 0,0 0-7 16,0 0 6-16,0 0-5 0,0 0-1 0,0 0-2 0,0 0 1 16,0 0 4-16,0 0-4 0,0 0 2 15,0 0 8-15,0 0-8 0,29 1-10 0,-29-1 12 0,11-1 2 16,-11 1 1-16,11 1-2 0,-11-1 4 0,16-1 1 15,-5 0-4-15,1 1 2 0,5 0 4 0,-1 1-3 16,1-1-1-16,2 0 3 0,0-1-6 16,0-2 0-16,3 0-6 0,-2 1 3 0,1 0 6 15,2 0-9-15,6-1 6 0,-2 3 0 0,2-3-3 0,1 1 0 16,-2 0 8-16,-3 1-3 0,-3-1-10 0,7 1 1 16,0-2 5-16,-8 3-8 0,7-3 3 0,-7 1 1 15,2 1-6-15,-1-2 3 0,7 3 1 16,-8-2-1-16,1 3-7 0,5-7 6 0,-6 5 7 0,-2-1-8 15,2 1-1-15,0 2 2 0,-2-4-5 0,3 1 3 16,5-1 4-16,-7 1 1 0,1 1-4 0,-1-1 0 16,-2-1 6-16,12 2 0 0,-10 1-8 0,0-2 3 15,7 1 0-15,-5-1 8 0,0 0-10 0,-1-1 5 16,6 0 0-16,1 0-3 0,2 3 10 0,-9-1-13 16,1-3-1-16,6 2 3 0,-1 2 1 0,-6-1 0 15,0-2 2-15,1 2-2 0,-1 1 0 0,1-1 6 16,0-2-15-16,-3 3 8 0,3 0 1 0,-4 0-1 15,3 0 9-15,-2 0-11 0,0-3 1 0,-1 3 15 16,1 0-16-16,0-2 3 0,-2 4 1 0,-3-4 0 16,0 2-2-16,2 0-1 0,2 0 1 0,-4-1 9 15,3 1-7-15,1-1-2 0,-2 1 4 0,-3-2-9 16,5 2 7-16,-5 0 5 0,5-3 0 0,0 3 2 16,0 0 3-16,1-2-8 0,-1 0 0 0,2 1-5 15,0-1 13-15,-1 2-7 0,1-1-6 0,0 0 3 16,-2-1 1-16,1 1 5 0,2 1-12 0,-2 1 17 15,0-1-13-15,-1-2 6 0,1 2-3 0,2-1-8 16,-5 1 14-16,2 0-4 0,-4-2-8 0,4 2-2 16,-1 0 3-16,1 0 7 0,1 0-4 0,-3 0 1 15,3-1 0-15,0 2-1 0,0-2-1 0,0-1 7 16,0 2-7-16,0-1 1 0,0 0 1 0,1 1-2 16,-1 0 6-16,0-2-2 0,0 0-10 0,-1 4 3 15,2-4 4-15,-1 1 4 0,0 4 0 0,1-5-6 16,0 2 8-16,0-1-8 0,-1 0 3 0,0-2-1 15,0 2-3-15,0 2 6 0,0-1-5 0,1-3-1 0,0 5 7 16,-1-4-2-16,3 2-7 0,-2 0 4 16,1-3 3-16,0 3 1 0,6-2 1 0,1 1-3 15,-6 1 0-15,5-1-6 0,0 0-1 0,1 1 3 16,-1-2-1-16,-6 2-3 0,8-2-4 0,-8 2 1 16,8 0 10-16,-8-1-8 0,1-1-1 0,7 1 3 0,-1 1-4 15,-1 0 1-15,1-1-4 0,-5 1-2 16,6-2-1-16,-1 1-1 0,-7 2-1 0,9-4-7 15,-5 3-1-15,-3 0-3 0,0-2 0 0,1 1 3 16,-3 0-2-16,2 1 4 0,0 0 0 0,-4-2 2 0,1 1-3 16,-1 0 1-16,-1 1 1 0,1-2 5 0,-5 2 1 15,1 0-6-15,0 0-5 0,-3-3 2 0,1 3-4 16,-1 0-26-16,-4-1-58 0,3-1 25 16</inkml:trace>
  <inkml:trace contextRef="#ctx0" brushRef="#br0" timeOffset="174098.59">18094 5950 22 0,'0'0'39'0,"0"0"-1"0,0 0 3 0,0 0 13 15,0 0-12-15,0 0 1 0,0 0-4 16,0 0 1-16,0 0-8 0,0 0-7 0,0 0 2 15,0 0-4-15,0 0-1 0,0 0-3 0,0 0-1 16,2-8-1-16,-2 8-1 0,11 0-2 0,-3-1-3 0,6 0 0 16,-1 1 2-16,5 0 3 0,-6 0-5 15,8-2-7-15,-4 0 7 0,3 0-7 0,-2 5 5 16,1-3-3-16,1 0-2 0,0 0 4 0,2-3-3 16,0 3-2-16,-3 0 5 0,3 0-6 0,-2-2 4 15,3 2-4-15,-1-1-1 0,0 1 2 0,-3 0 5 0,3 0-4 16,0 0 0-16,-3-2 2 0,1 1 2 15,-2 1-2-15,3-1-10 0,-3 1 10 0,2-2-6 16,0 2-1-16,-6-1 5 0,6 1-1 0,-6-1 1 16,4-1 1-16,-4 2 1 0,1-2 0 0,0 0 4 15,-1 0-3-15,1 4 5 0,-3-4-4 0,3 1 4 0,-4 0 2 16,1 0-3-16,1 1-2 0,-3-1-2 16,1-1 5-16,1 0-2 0,-3 0-4 0,2 1 0 15,2 1-1-15,-2-2-2 0,-1 2-1 0,4 0 1 16,-2-3-2-16,2 0 4 0,-3 2 1 0,3 1 0 15,1-2-5-15,-1 1 4 0,6 0-3 0,-6-1 4 16,0 1-2-16,1 0-3 0,1 0 4 0,-2 0 4 0,-2-3-9 16,3 4 7-16,-1-3-4 0,0 2 2 0,0 1-5 15,-3-1 0-15,4 1 2 0,-2-1 1 0,0 0 1 16,0 1-4-16,-2 0 2 0,0-3 3 0,1 2-7 16,-1-1 7-16,1 1-1 0,1 1 4 15,-2-1-5-15,3-2 2 0,-3 1 1 0,3 1-1 16,-6 0 7-16,5-1-7 0,-1 1-2 0,-4-1 4 0,-7 2-6 15,23-3 4-15,-13 2-5 0,-1 0 4 16,1 1-4-16,2-3-2 0,-3 3 2 0,-2-1-2 16,-7 1-1-16,16-3 10 0,-10 2-7 0,-6 1 2 15,15-1-1-15,-8-1 4 0,2 2-10 0,-9 0 2 0,15 0 5 16,-6 0 1-16,0-1-5 0,-9 1 6 0,16-2-1 16,-16 2-4-16,15-1 3 0,-8 0 1 0,2 1 5 15,0 0 3-15,1-1-1 0,-1 0-4 16,-9 1-2-16,17 0 2 0,-11-2 0 0,-6 2 4 15,17-1-7-15,-7 0 6 0,-1-1 5 0,-9 2-3 0,15 0-2 16,-7-1 4-16,-8 1-8 0,17 0 2 16,-8-1 3-16,-9 1-4 0,15 0-5 0,-7-2 5 15,-8 2-6-15,13 0 6 0,-6-2-5 0,-7 2 3 0,13-1 2 16,-7 1-2-16,-6 0 6 0,14-2-2 16,-14 2 1-16,13 0 2 0,-6 0 0 0,-7 0-2 0,12-1 2 15,-12 1-6-15,13-1-2 0,-13 1 5 0,12 0-2 16,-12 0 6-16,11 1-4 0,-11-1 9 0,10-1-7 15,-10 1 2-15,11-1 0 0,-11 1 0 16,11-2 4-16,-11 2 2 0,10 0-7 0,-10 0 0 16,14-1 0-16,-14 1-1 0,11-1-1 0,-11 1 0 0,10 0 2 15,-10 0 8-15,11-1-3 0,-11 1 4 0,9-2-6 16,-9 2 4-16,11-1 2 0,-11 1 1 0,10 0-1 16,-10 0 1-16,10-1-5 0,-10 1 5 0,9 0-4 15,-9 0-3-15,10 0-4 0,-10 0 0 16,10-2 3-16,-10 2 0 0,13 0-1 0,-13 0-4 0,12 0 2 15,-12 0 1-15,10 0-3 0,-10 0 5 0,8-1-1 16,-8 1 0-16,12-2 5 0,-12 2-3 0,7 2-4 16,-7-2 5-16,0 0 2 0,0 0-1 0,10-2 1 15,-10 2 2-15,0 0-1 0,0 0-3 16,0 0 2-16,11 0 0 0,-11 0 1 0,0 0 1 0,0 0 2 16,0 0-1-16,0 0 4 0,0 0 0 0,0 0-6 15,0 0 2-15,0 0-4 0,0 0 2 0,8 0-3 16,-8 0-2-16,0 0 0 0,0 0 1 0,0 0-1 15,0 0 3-15,0 0-2 0,0 0-4 0,0 0 2 16,0 0 7-16,0 0 4 0,0 0-11 0,0 0-21 16,0 0 3-16,0 0 1 0,0 0 0 0,0 0 8 15,0 0-2-15,0 0 5 0,0 0 1 0,0 0 1 16,0 0 1-16,0 0-1 0,0 0 1 0,0 0 1 16,0 0-2-16,0 0 3 0,0 0 0 0,0 0-5 15,0 0 4-15,0 0 1 0,0 0-1 0,0 0-2 16,0 0 0-16,0 0-1 0,0 0 1 0,0 0-1 15,0 0-1-15,0 0-1 0,0 0-2 0,0 0 1 16,0 0 2-16,0 0 0 0,0 0-1 16,0 0-1-16,0 0 2 0,0 0-2 0,0 0-2 0,0 0-1 15,0 0 2-15,0 0 0 0,0 0-5 0,0 0 2 16,0 0-1-16,0 0-2 0,0 0-8 0,0 0-8 16,0 0-13-16,0 0-15 0,0 0-16 0,0 0-37 15,0 0-19-15,0 0-21 0,0 0-36 0,0 0-150 16,0 0-353-16,0 0 157 0</inkml:trace>
  <inkml:trace contextRef="#ctx0" brushRef="#br0" timeOffset="174618.37">22349 5634 50 0,'0'0'80'0,"0"0"-7"0,0 0-4 0,0 0-18 16,0 0-17-16,0 0-20 0,0 0-28 0,0 0-46 15,0 0-64-15,0 0 28 0</inkml:trace>
  <inkml:trace contextRef="#ctx0" brushRef="#br0" timeOffset="177013.31">14350 6174 14 0,'0'0'46'0,"0"0"-14"15,0 0 4-15,0 0-1 0,0 0-9 0,0 0 4 16,0 0-6-16,0 0-5 0,0 0 6 0,0 0-3 16,0 0 4-16,0 0-7 0,0 0 2 0,0 0-8 15,0 0 5-15,0 0-5 0,0 0-2 0,0 0 1 16,0 0-7-16,0 0 6 0,0 0 3 0,0 0-6 16,0 0 0-16,0 0-5 0,15-6 1 0,-15 6 3 15,13-1 0-15,-7 0-4 0,-6 1 1 0,16 0-5 16,-7 0 0-16,2-2-1 0,1 2 5 0,-1-1 2 15,2 1-1-15,5-2-3 0,-5 1 6 0,6 4-9 16,-1-3-5-16,0 0 9 0,2-2 2 0,-1 2-2 16,2 0-1-16,8-2 4 0,0 3-6 0,1-4 2 15,1 3-3-15,-1-3 6 0,1 3-6 0,2-3-1 16,-1-1 9-16,-1 2-4 0,-1 3 3 0,1-6-9 16,-2 2 1-16,0 2 4 0,-1-1-2 0,0 0-2 15,0 2 0-15,1-2 1 0,-1 2-9 0,-7-2 0 16,8 1 5-16,1-2-6 0,-2 2-2 0,0 0 3 15,-1-1-3-15,-4 0-3 0,2 1-1 0,-3 1-3 16,0-2 9-16,1 1-1 0,-1-1 4 0,-2 0-3 16,9 2 4-16,-1-2 0 0,-7 1 2 0,6-1-5 15,1 0 10-15,-8 0-7 0,2-1 5 0,-1 1-3 16,0 2 1-16,0-2-3 0,-1 0-4 0,1 1 1 16,-2-2 0-16,-1 3 2 0,-1-2-4 0,0 2 3 15,2-2-5-15,-2-1-1 0,1 3 3 0,0 0-4 16,-6 0 4-16,4 0-12 0,-5-2 20 0,1 1-15 15,1 0 18-15,-1 0-15 0,1-1 15 0,0 0-11 16,-3 1 12-16,3-1-10 0,-2 2-11 0,-2 0 5 16</inkml:trace>
  <inkml:trace contextRef="#ctx0" brushRef="#br0" timeOffset="178555.57">16084 6063 15 0,'9'-2'-3'0,"-9"2"9"0,13-1-2 16,-3 0 5-16,-1 1-3 0,-9 0 7 0,17-2-3 16,-10 0-3-16,5 1 2 0,-4 1-3 0,-1-1 3 15,3-1-2-15,1 0 0 0,-1 0-1 0,3 2-2 16,-3-1-2-16,4 0 0 0,4 0 0 0,0 0 2 15,0 0 0-15,1 0-1 0,-1-1 2 0,1 1-4 16,2 2 1-16,-1-3 7 0,1 1-4 0,1-1-5 16,5 2 3-16,1-2 0 0,-1 1-2 0,-7 1 5 15,2-2-5-15,-3 1-3 0,3 1 2 0,0-1-1 16,-2-1-3-16,1 2 4 0,-2 0 2 0,0-1-1 16,-1 1-3-16,0 0 0 0,1-2 2 0,-3 2-1 15,-3-1 2-15,5 4 6 0,-1-5 1 0,-2 2-2 16,2-1 2-16,2 0 0 0,-2 0 5 0,0 0-5 15,1 1-4-15,0-1 8 0,-4-1-5 0,3 1 2 16,-4 1 3-16,0 0 2 0,-1-3-3 0,2 2-1 16,-1 1-1-16,1-1 0 0,-1 0 1 0,1-1-6 15,-1 2 9-15,0 0-8 0,1-1 5 0,0-1-4 16,0 1-2-16,2 1 2 0,0-2-4 0,0 2 0 16,3-1 3-16,-1 1-3 0,-5-2 1 0,6 2 1 15,-2-1 0-15,-3 1 3 0,4-1 3 0,-4 1-2 16,4-2-1-16,0 2-7 0,-5 0-5 0,4 0 5 15,-4 0 8-15,1 0-5 0,-2 2 3 0,3-2-3 16,-3 0 0-16,0 0 2 0,2-2 0 0,-1 2-4 16,0 0-1-16,0-1 4 0,1 1 0 0,-1-1-5 15,-1-1 3-15,8 2 1 0,-3 0-1 0,-2-1-1 16,0 1 0-16,-2 0 3 0,6 0-5 0,-6-2 0 16,6 2 5-16,-1-2 5 0,1 1-3 0,-2 0-14 15,0 0 1-15,-4-1 5 0,2 4 0 0,2-4 4 16,1 1 0-16,-5 0-2 0,1 1-1 0,-1-1 2 15,1 1-1-15,-2-2 1 0,2 1-5 0,0 1 2 16,-1 0-1-16,6-3 1 0,-2 3-2 0,1-1 1 16,1-1 2-16,-1 2-1 0,-4-2-4 0,3 0 3 15,2 3 3-15,-8-2-3 0,7-1 5 0,1 2-3 16,-6-1 1-16,0 0-4 0,0-1 2 0,0 2 1 16,-1-2 1-16,1 2-4 0,-1-1 5 0,0 0 4 15,0 1-8-15,1-3 2 0,-4 3-1 0,2-2-4 16,-1 1 5-16,1-1 5 0,-1-1-4 0,0 2 3 15,-2 0-3-15,2 1-6 0,-2-2 3 0,-8 2 6 16,17-2-1-16,-6 2-7 0,-2-2 7 0,1 2-1 16,0-3-1-16,0 3 0 0,1-3 0 0,-1 2-1 15,1 1-1-15,-1 0 8 0,-2-2-4 0,2 1-5 16,-10 1 4-16,16-3-9 0,-6 3 10 0,-2 0 1 16,-8 0-8-16,15-3 3 0,-9 3 5 0,-6 0-3 15,16-3 2-15,-10 2-3 0,3-1 1 0,0 1-3 16,-1 0 4-16,2 0 2 0,-10 1-4 15,14-2 4-15,-6 1-2 0,-1 0-1 0,-7 1-2 0,19-3 2 16,-7 1-3-16,1 1 2 0,-3-1 3 0,2 1 1 16,0 0 1-16,1 1-14 0,0-2 3 0,0 1 3 15,-2 0 8-15,2-1-6 0,0 1 6 0,-2 1-6 16,2-1-1-16,0 0 6 0,-1 0 0 0,1 1 2 16,0 0-8-16,-2 0 3 0,1 0-6 0,1 0 5 15,-2-2-1-15,3 2 2 0,-2-1-5 0,-1-2 5 16,2 3 0-16,-1-1 3 0,-1 2-5 0,-1-2 1 15,-1 1 4-15,0 0-1 0,3-1-2 0,-12 1 0 16,15 0 6-16,-4 0-3 0,-1 0 2 0,0-1-4 16,-1 0 0-16,-9 1 3 0,18-1-2 0,-11 1 9 0,5 1-7 15,-12-1-1-15,16-1 0 0,-4 0 2 16,-3 1-7-16,2-2 8 0,-2 1-2 0,0 0 0 16,3 0 3-16,-1 1-10 0,-1 0 2 0,-2 0 3 15,-8 0 6-15,19 0-6 0,-11-1 2 0,3 1 2 16,-3-1 2-16,1-1 1 0,3 2-10 0,-1-1 5 15,1 1 12-15,-5-2-6 0,-7 2-5 0,19-1 3 16,-12 1-5-16,4-1 8 0,0-1-8 0,-11 2 4 16,12 0 0-16,-3 0-4 0,0-1 4 0,-1 2 11 15,-8-1-18-15,15 0 6 0,-8 0 2 0,-7 0-5 16,14-1 7-16,-3-1 0 0,-1 2-14 0,1 0 6 16,-3 0-3-16,-8 0 4 0,16 0 0 0,-10 0 2 15,4-1 1-15,-10 1-4 0,16 0 5 0,-10 0 1 16,-6 0-1-16,16 0-5 0,-10-1 2 0,-6 1-4 15,15 0 2-15,-8 1 2 0,-7-1 1 0,14-1-1 16,-7 2-3-16,-7-1 5 0,16-1 6 0,-10 1-3 16,4 0-4-16,-2-1 4 0,2 1 0 0,2-1-4 15,-3 0-1-15,1 1 6 0,-10 0-4 0,14 0 1 16,-6 0 5-16,-8 0-9 0,13-2 3 0,-6 1-3 16,-7 1 0-16,14 0 0 0,-6-1 2 0,-8 1 4 15,14 0-7-15,-14 0-3 0,11 0 6 0,-11 0 8 16,16 0 0-16,-16 0 0 0,11 0 1 0,-4-2 5 15,-7 2-13-15,15-1 8 0,-7 0-3 0,1 0 1 16,-2-1 1-16,-7 2-4 0,14 0 4 0,-5-1-9 16,-1-1 5-16,-8 2 8 0,13 0-6 0,-13 0 7 15,13 0-4-15,-13 0 4 0,12-2 5 0,-12 2-15 16,13 0-2-16,-13 0 11 0,10 0-5 0,-10 0-8 16,12 0 7-16,-12 0 6 0,9-1-9 0,-9 1 3 15,0 0 2-15,10-1-2 0,-10 1-5 0,0 0 16 16,0 0-13-16,0 0 5 0,0 0-9 0,11 0 17 15,-11 0-5-15,0 0 1 0,0 0 2 0,0 0 5 16,7-3-6-16,-7 3 1 0,0 0 0 0,0 0-2 16,0 0 1-16,8-1 1 0,-8 1 4 0,0 0 0 15,0 0 3-15,8-2-2 0,-8 2-2 0,0 0-3 16,7-2 1-16,-7 2-3 0,0 0 5 0,0 0-3 16,0 0-8-16,0 0 3 0,11 0-4 0,-11 0 3 15,8-2-5-15,-8 2 2 0,9-2-4 0,-9 2-1 16,0 0 1-16,9 0-2 0,-9 0 1 0,0 0 0 15,0 0 0-15,0 0 0 0,9 2 2 0,-9-2-5 16,0 0 3-16,0 0 2 0,0 0-5 0,0 0-5 16,0 0 3-16,0 0-6 0,0 0-11 0,0 0-12 15,0 0-23-15,0 0-32 0,0 0-30 0,0 0-36 16,0 0-90-16,0 0-258 0,-42-2 115 0</inkml:trace>
  <inkml:trace contextRef="#ctx0" brushRef="#br0" timeOffset="179944.77">19959 5804 45 0,'0'0'36'0,"0"0"12"0,0 0-6 0,10 0 1 15,-10 0 1-15,0 0-5 0,0 0 5 0,0 0 3 16,9 1 9-16,-9-1-2 0,0 0-7 0,0 0 10 16,0 0-2-16,0 0 1 0,0 0 2 0,0 0-4 15,0 0 2-15,0 0-5 0,0 0-1 0,0 0 1 16,0 0 0-16,0 0-6 0,0 0-6 0,0 0-2 15,0 0 5-15,0 0-11 0,0 0 7 0,0 0-4 16,0 0 1-16,0 0-14 0,0 0-3 0,0 0 1 16,0 0 8-16,0 0-11 0,0 0-10 0,0 0-11 15,0 0-7-15,0 0-11 0,0 0-16 0,0 0-16 16,0 0-10-16,0 0-19 0,0 0-13 0,0 0-89 16,0 0-201-16,0 0 89 0</inkml:trace>
  <inkml:trace contextRef="#ctx0" brushRef="#br0" timeOffset="181113.7">19085 5912 1 0,'18'-1'30'16,"0"0"-2"-16,0 0 2 0,-1 1-5 0,1-3 1 15,0 2 1-15,0 2-1 0,1-2-5 16,1 0 2-16,0-1-6 0,7 2 1 0,-7 0 5 16,1 0 0-16,0 0-1 0,-3 0 0 0,3 0-2 0,-3 0 2 15,-4 0 0-15,-4-3 8 0,3 1 1 0,-2 2 0 16,-3 0 0-16,-8 0 3 0,15-2 7 0,-10 2-3 15,-5 0 10-15,9 0-6 0,-9 0 10 0,0 0 1 16,12-2 5-16,-12 2-10 0,0 0 3 16,9 0-4-16,-9 0-4 0,0 0-7 0,6-2 2 15,-6 2-6-15,0 0 0 0,0 0-8 0,8-2-4 0,-8 2-2 16,0 0 4-16,0 0-4 0,9-1 4 0,-9 1-6 16,0 0 2-16,0 0-5 0,0 0-2 0,0 0 3 15,6-2 3-15,-6 2 3 0,0 0-8 16,0 0-1-16,0 0-6 0,0 0 1 0,0 0 1 15,9-3-2-15,-9 3-1 0,0 0 1 0,10-1-8 0,-10 1 6 16,9-1-2-16,-9 1-4 0,10 0-9 0,-10 0-9 16,11 0-7-16,-11 0-3 0,11-2-7 0,-11 2-7 15,13-1-1-15,-5 0-4 0,0 0 3 16,3 0 2-16,-1 1-4 0,1-1 2 0,0 2 11 16,-1-1-5-16,1-1-1 0,0 0-5 0,-1-1 7 0,1 1 5 15,-2 0-6-15,-9 1 2 0,19 0-14 0,-11-1-5 16,0 0 1-16,-8 1-1 0,16-1-29 0,-8 1-95 15,-8 0 42-15</inkml:trace>
  <inkml:trace contextRef="#ctx0" brushRef="#br0" timeOffset="181294.71">19978 5843 30 0,'0'0'118'0,"0"0"-19"16,0 0-8-16,0 0-10 0,0 0-4 0,0 0-8 0,0 0-20 16,0 0-19-16,0 0-32 0,0 0-16 0,0 0-32 15,0 0-46-15,0 0-104 0,0 0 46 0</inkml:trace>
  <inkml:trace contextRef="#ctx0" brushRef="#br0" timeOffset="184810.29">14240 6353 16 0,'0'0'90'15,"0"0"-3"-15,0 0-5 0,0 0-3 0,0 0-4 16,0 0 6-16,0 0-4 0,0-8-7 0,0 8-4 15,0 0-11-15,0 0-3 0,0 0-4 0,0 0-5 16,0 0-10-16,0 0 7 0,0 0-7 0,0 0-13 16,0 0 8-16,0 0-8 0,0 0 0 0,0 0-1 15,0 0-3-15,0 0 1 0,0 0-5 0,0 0 1 16,-15 1-5-16,15-1 2 0,0 0-4 0,-16 5 4 16,16-5-4-16,-11 4 0 0,4-3-5 0,1 2 6 15,6-3-5-15,-17 2 3 0,9 0 3 0,-2-1-5 16,-1 2 2-16,5-2-3 0,-3 1 0 0,1 1 3 15,-2-2-8-15,3 0 12 0,0 1-7 0,7-2-2 16,-16 2 6-16,10-1-1 0,6-1-3 0,-14 2 0 16,14-2 3-16,-11 1 5 0,7 0 3 0,4-1 0 15,0 0-1-15,-14 0 3 0,14 0 0 0,0 0 3 16,-7 1-6-16,7-1 1 0,0 0 4 0,0 0 2 16,0 0-1-16,0 0 1 0,0 0-5 0,-7 2 2 15,7-2 5-15,0 0-11 0,0 0 0 0,0 0-5 16,0 0 3-16,0 0 4 0,0 0-1 0,0 0 5 15,37-3-4-15,-26 3-3 0,7-2 1 0,4 0 1 16,-1 0 1-16,7-1 0 0,-1 2 2 0,3-3-2 16,1 2 4-16,3 1-2 0,0-2 2 0,-3 2 4 15,-2-2-2-15,0 2 0 0,-8-2 0 0,1 1-4 16,-2 1 1-16,0-2 1 0,-1 3-4 0,-2-3 0 16,-5 3-3-16,1-1 7 0,-4 0-5 0,1 0 3 15,-10 1-2-15,14 0 9 0,-9-1-3 0,-5 1 0 16,12-2 2-16,-12 2 0 0,8-1 6 0,-8 1-3 15,0 0-1-15,0 0 3 0,9-2-2 0,-9 2-4 16,0 0-2-16,0 0 3 0,0 0-5 0,0 0 0 16,0 0-5-16,0 0-1 0,0 0-15 0,0 0-15 15,0 0-29-15,0 0-22 0,0 0-28 0,0 0-31 0,0 0-29 16,0 0-132-16,-34 7-315 0,22-5 140 16</inkml:trace>
  <inkml:trace contextRef="#ctx0" brushRef="#br0" timeOffset="185325.48">14245 6224 66 0,'0'0'146'15,"0"0"-13"-15,0 0-13 0,0 0-14 0,0 0-5 16,0 0-16-16,0 0-4 0,0 0-12 0,0 0-5 16,0 0-9-16,0 0-6 0,0 0-8 0,0 0 0 15,0 0-5-15,-16 18 9 0,12-13-16 0,-5 3 5 16,1 1 2-16,0-1-5 0,-3 1 1 0,2-1 0 15,-1 2-7-15,0-3 1 0,-2 1-6 0,3 0 1 16,-1-2 0-16,-2 2 0 0,1-2-2 0,2-2 6 16,-1 3 0-16,2-3-4 0,-1 2 2 0,4-3-2 15,-4-1-2-15,9-2-1 0,-9 4-4 0,9-4 3 16,-9 3-3-16,9-3 2 0,-6 3-1 0,6-3-1 16,-7 2 0-16,7-2-2 0,0 0-1 0,0 0 0 15,0 0-2-15,-7 3-1 0,7-3 2 0,0 0-6 16,0 0 3-16,0 0-5 0,0 0 1 0,0 0-1 15,-4 4 0-15,4-4-4 0,0 0 4 0,0 0-1 16,0 0-1-16,0 0-2 0,0 0 4 0,13 10-3 16,-13-10 3-16,11 5 2 0,-4-1 1 0,4-1 3 15,1 1 1-15,5-1-3 0,0 2-2 0,0-1 1 16,3 2-8-16,1-2-29 0,-2 1-27 0,2-1-28 0,0-1-44 16,-2 1-145-16,-1 1-298 0,-5-1 131 15</inkml:trace>
  <inkml:trace contextRef="#ctx0" brushRef="#br0" timeOffset="185693.54">14105 6517 37 0,'-12'0'154'15,"12"0"2"-15,0 0-19 0,0 0-8 0,0 0-13 16,-10-2-3-16,10 2-15 0,0 0-6 0,0 0-9 15,0 0-8-15,31-4-5 0,-12 2-7 0,1-1-11 16,-2-1-1-16,13 4-3 0,-4-3-13 0,-6 0-12 16,2 0-19-16,-4 3-13 0,2 0-17 0,-8 0-14 15,1-1-17-15,-3-1-13 0,1 2-14 0,-6 0-8 16,3 2-5-16,-9-2 4 0,9 1 3 0,-9-1-57 16,6 3-159-16,-6-3 72 0</inkml:trace>
  <inkml:trace contextRef="#ctx0" brushRef="#br0" timeOffset="186124.61">14366 6509 221 0,'-7'2'-11'0,"7"-2"7"15,-13 0 6-15,5 0 9 0,8 0 8 0,-12 1 10 16,3 0 2-16,9-1 5 0,0 0 12 0,-16 1-6 16,16-1 7-16,0 0 2 0,0 0-1 0,-11 3 1 15,11-3-3-15,0 0-1 0,-9 0-2 0,9 0 5 16,0 0-11-16,-7 4-2 0,7-4 6 0,0 0 7 0,-3 10 5 16,2-5 1-16,1-5 3 0,-3 16-6 15,3-7-5-15,0 4 2 0,0-1 6 0,-2 1 7 16,-2 2-8-16,3 0-2 0,1 3-4 0,-2-2-6 15,-2-1-1-15,4 0-1 0,0 1-1 0,-2 0-5 16,0 0 0-16,2-3 0 0,-1-3-4 0,1 0-3 0,0-10-2 16,0 21-6-16,0-14 1 0,0-7-1 15,1 17-5-15,-1-17 1 0,0 10-1 0,0-10-3 16,0 9 2-16,0-9-1 0,0 0-2 0,0 0 1 16,0 12-1-16,0-12 0 0,0 0 0 0,0 0 1 15,0 0-2-15,0 0-3 0,-10 6 0 0,10-6-3 0,0 0-1 16,-15-2-3-16,15 2-3 0,-18-4 0 15,18 4 2-15,-18-3-4 0,9 1 3 0,0 2 5 16,0-2-4-16,9 2-3 0,-12-5 6 0,8 5-3 16,4 0 2-16,0 0-4 0,-11-3 0 0,11 3-2 15,0 0 0-15,-9-3-2 0,9 3 2 0,0 0 2 16,0 0 0-16,0 0 0 0,0 0 3 0,0 0-2 0,0 0 3 16,0 0-3-16,27 14 2 0,-18-13 3 15,2 2-2-15,1-3-2 0,-1 1 0 0,7-1-16 16,-7 0-21-16,6 3-25 0,2-3-26 0,-1 0-26 15,-5-1-21-15,1 1-22 0,-3-2-95 0,-11 2-273 0,18-1 121 16</inkml:trace>
  <inkml:trace contextRef="#ctx0" brushRef="#br0" timeOffset="186399.66">14384 6768 57 0,'0'0'176'0,"0"0"0"15,0-5 0-15,0 5-10 0,0 0-11 0,0 0-14 16,4-7-17-16,-4 7-12 0,0 0-10 0,0 0-14 16,0 0-6-16,0 0-1 0,0 0-3 0,0 0-6 15,7 15-10-15,-7-15-4 0,5 14-5 0,-5-14-1 0,2 17-5 16,0-8-2-16,-2-9 0 0,0 16-5 16,0-6-3-16,0-10-2 0,0 14-3 0,1-6-4 15,-1-8-3-15,-1 13 0 0,1-13-1 0,1 14-4 16,-1-14 0-16,0 13-2 0,0-13-3 0,0 11-12 15,0-11-17-15,0 0-18 0,0 12-27 0,0-12-19 0,0 0-23 16,0 0-26-16,0 12-31 0,0-12-16 16,0 0-115-16,0 0-311 0,0 0 138 0</inkml:trace>
  <inkml:trace contextRef="#ctx0" brushRef="#br0" timeOffset="186649.4">14388 6767 1 0,'12'-4'190'0,"-1"-2"1"0,0 3-8 0,1 1-7 15,1 0-11-15,-2 2-17 0,1 0-10 0,1 2-16 0,1 0-7 16,-4 3-15-16,0 3-10 0,-1-1-6 0,-1 2-8 16,-3 1-1-16,-1 1-4 0,-1 5-8 15,-5-5-3-15,0 2-3 0,-5 3-3 0,-2 1-3 16,-7 5-4-16,2-7-5 0,-8 3-3 0,0 0 2 15,0-1-13-15,-3-1 1 0,-2-2-7 0,4 1-19 16,0-5-35-16,4-1-38 0,2-2-54 0,2 0-58 0,-6-1-161 16,3-1-370-16,5-4 164 0</inkml:trace>
  <inkml:trace contextRef="#ctx0" brushRef="#br0" timeOffset="211083.95">2469 4832 156 0,'0'0'221'0,"0"-7"-13"0,0 7-2 16,0 0-7-16,4-10-13 0,-4 10-9 0,-2-8-10 15,2 8-12-15,0 0-10 0,-2-11-6 16,2 11-4-16,-3-7-2 0,3 7-15 0,0 0-7 0,0 0-2 16,-5-6-11-16,5 6-10 0,0 0-12 0,-7-2-10 15,7 2-10-15,-8-3-3 0,8 3-24 0,-8-3 12 16,8 3-7-16,0 0-9 0,-15 3 4 0,7 0 0 15,-2-1-8-15,2 1-2 0,0 2-8 0,-2 0 4 16,2-1-4-16,2 1 0 0,0-2-4 16,-2 2 0-16,3 0-4 0,0 2 1 0,1-1-6 0,0 0 1 15,1 0-1-15,3-6-3 0,-3 13-2 0,4-3 2 16,0 1 0-16,3-1-5 0,-1 2 3 16,2-1 1-16,1 0 2 0,1 1 4 0,3 1-2 15,-1 0-2-15,-1-2-1 0,3 2 3 0,-2 0-3 16,-1-2-3-16,-2 0 4 0,2 0-1 0,-3 0 4 15,1-1-4-15,-2 0-2 0,1 0 1 0,-1-1-3 0,0 0 3 16,-4-9 1-16,1 13 0 0,-1-13 2 0,-3 12-2 16,3-12 5-16,-11 14-1 0,6-9 5 0,-7 1-2 15,2-1 0-15,-1-2-1 0,-3 1-13 0,2-1-10 16,-1-1-24-16,13-2-25 0,-20 2-27 16,20-2-30-16,-21 3-39 0,15-4-40 0,6 1-196 15,0 0-436-15,-23-2 194 0</inkml:trace>
  <inkml:trace contextRef="#ctx0" brushRef="#br0" timeOffset="211441.76">2691 5009 213 0,'0'0'209'15,"0"0"-19"-15,0 0-11 0,9-5-16 0,-9 5-17 16,0 0-12-16,0 0 0 0,0 0-6 0,-11 19-7 15,4-9-10-15,1 0-6 0,-2 4-8 0,-1 1-9 16,4-4-8-16,-1 5-7 0,2-6-6 0,2 2-6 16,0 1-7-16,0-1-4 0,5-1-7 0,-2-2-1 15,3 2-5-15,1-3-6 0,7-1 3 0,-1 0-7 16,1-4 2-16,3-3-3 0,3 2-4 0,0-2 2 16,-5-2-3-16,6-1-4 0,0-5 3 15,-4 0-3-15,2 0-2 0,-4-1-2 0,-4-1 0 0,0-1-4 16,-2 0 4-16,-4 0 5 0,0-2-2 0,-3 1 1 15,-3-4-1-15,-1 1-3 0,-5-1 0 0,2 2-1 16,-5 0-3-16,-2 1-3 0,-1 3-4 0,-3 3-8 16,1 2-21-16,4 2 4 0,2 3 1 0,-2 0-15 15,-1 6-25-15,2-2-22 0,-4 6-35 0,0 2-30 16,3 0-34-16,1 0-37 0,4-3-121 0,1 2-370 16,2-2 163-16</inkml:trace>
  <inkml:trace contextRef="#ctx0" brushRef="#br0" timeOffset="212101.03">2939 5000 186 0,'7'-7'193'0,"-3"3"2"0,0 0-9 0,-4 4-9 0,7-7-15 16,-7 7-12-16,4-3-17 0,-4 3-12 0,0 0-15 16,0 0-7-16,0 0-8 0,6 18-3 15,-7-7-7-15,-1 2-8 0,1 3-6 0,-1-1-5 16,-1 2-5-16,3 1-6 0,0-2-2 0,0-1-6 15,3-4-6-15,-2 1 0 0,0 0-1 0,3-4-8 0,2 1 0 16,-1 0 3-16,-1-2-3 0,3-3-4 16,-7-4-1-16,19 5-2 0,-10-3-2 0,1 0 0 15,-10-2 0-15,22-4-3 0,-12 0 4 0,1 0 2 16,0-2-2-16,-2-2 4 0,-1 2-1 0,0-2 4 16,-1-2-2-16,-1 1 2 0,-1-3-8 0,-1 1-1 15,0 0 0-15,-3 0-2 0,3-1 1 0,-3 3-3 16,-1 9 4-16,0-20 1 0,0 15-5 0,0 5-3 15,4-11-3-15,-4 11 0 0,0 0-6 0,-1-9 0 16,1 9-5-16,0 0 4 0,0 0-2 0,0 0-1 16,0 0 4-16,0 0-1 0,0 0 1 0,-5 39-1 15,2-29 0-15,3-10 0 0,4 19 0 0,-4-9 1 16,1 0-2-16,2-2 3 0,2-2 0 0,-5-6 2 16,12 14-2-16,-4-9 5 0,-3-1-1 0,9 1 3 15,-2-4-1-15,1 2 2 0,7-1-4 0,-1-2 3 16,-2-2-2-16,-3-1-1 0,-1 0-3 0,5-1 3 15,-6 0 2-15,0-2-2 0,1 1-1 0,-3-2-4 16,-1 0-3-16,1 0-4 0,-4-1-3 0,0-4 1 16,-2 2 0-16,3 0-1 0,-7 0-1 0,0 10 1 15,-6-22-5-15,3 10 6 0,-2 1-1 16,1 2 1-16,0-2-2 0,-1 2 2 0,1 2 0 16,4 7 2-16,-7-11-1 0,6 9 2 0,1 2-2 15,0 0-1-15,-7-12 0 0,7 12-1 0,0 0 0 0,0 0-1 16,12-3 2-16,-12 3-1 0,20 2 5 0,-6-1-4 15,3 1 2-15,-1 2 1 0,-2-1-3 0,-2 1 3 16,2 1 0-16,-4 1-5 0,2 1 3 0,-3 1 2 16,0 1-2-16,-2 0 6 0,2 0-5 0,-1 2 0 15,-3 0 4-15,0-1 1 0,0 1-2 16,0-2 2-16,-1 0 0 0,0 3 4 0,-1-2-2 16,-1-1 3-16,1 1-3 0,2-3-11 0,-3 3-30 0,-2-10-32 15,9 11-46-15,-2-4-50 0,0-1-57 0,0 1-171 16,-7-7-428-16,20 5 190 0</inkml:trace>
  <inkml:trace contextRef="#ctx0" brushRef="#br0" timeOffset="212471.63">3832 4964 121 0,'0'0'194'0,"-15"6"-3"0,6 1-8 16,-2 1-3-16,0 6-16 0,2-1-12 15,-1 2-7-15,4 1-14 0,1 1-11 0,1-3-6 16,1-2-12-16,6 1-6 0,-1-2-7 0,2 2-8 16,4 1-7-16,2-5-3 0,3 5-10 0,2-4-1 15,3-1 3-15,2-2-2 0,10-1-2 0,-2-1-3 16,-2-3-3-16,2-2-6 0,-8-2-4 0,7-2-5 16,-8 2-5-16,-1-3-1 0,0-1-3 0,-4-2 3 15,-5 2-6-15,2-1-6 0,-2-1 2 0,-3-1-2 16,1-1-4-16,-3 1 4 0,-3-4-4 0,-1 13-5 15,-2-21 1-15,2 10-1 0,-3 0-3 0,-1 1-2 16,-1 3 2-16,5 7-2 0,-7-12-3 0,7 12-5 16,-12-4 4-16,12 4-5 0,-20 3 2 15,9 3-1-15,-3 4 2 0,1 0 0 0,2 1 0 0,-1 1-1 16,3-2 3-16,1 0-1 0,0 3-1 0,3-1-1 16,1 3-4-16,3-4-33 0,1-11-38 0,2 25-47 15,-2-25-40-15,16 24-63 0,-6-14-182 0,4 1-441 16,8-4 195-16</inkml:trace>
  <inkml:trace contextRef="#ctx0" brushRef="#br0" timeOffset="212865.24">4714 4870 158 0,'0'0'264'16,"7"-9"-15"-16,-7 9-20 0,0 0-24 0,5-8-21 15,-5 8-18-15,0 0-14 0,0 0-12 0,0 0-8 16,0 0-4-16,-11 44-13 0,4-26-5 0,-2 0-13 16,-3 6-8-16,1 0-6 0,-3 0-2 15,1-4-6-15,1-3-5 0,0 0-8 0,1-2-8 16,2 2 0-16,-1-1-3 0,1-2-6 0,3-3-13 16,1 0 3-16,-2-1 0 0,5-2-7 0,2-8 0 0,-1 16-6 15,1-7 5-15,0-9-3 0,3 11-2 16,-3-11-3-16,9 9 2 0,-2-6-5 0,-7-3 3 15,11 2-4-15,-11-2 1 0,15-2 2 0,-15 2-1 16,13-7-3-16,-7 2-1 0,2-3 1 0,-3 1 0 16,-2-3-1-16,0 1 3 0,-3 9-1 0,0-27 4 15,-6 12-1-15,0-1-3 0,-3 0 10 0,-1 0-14 16,-7-4 4-16,-1 1-3 0,3 8-1 0,-2-1 0 16,2 3-5-16,-2-1 1 0,0 1 0 0,0 3-4 15,-2 2-11-15,1 0-24 0,6 1-31 0,0 3-38 16,12 0-41-16,-25 4-60 0,19-1-58 0,-3 2-213 15,9-5-513-15,0 0 226 0</inkml:trace>
  <inkml:trace contextRef="#ctx0" brushRef="#br0" timeOffset="213795.66">5354 4970 252 0,'-7'-10'255'16,"-3"3"-16"-16,-2 1-22 0,2 0-14 0,-4 3-15 0,-4-1-15 15,-1 7-17-15,-2 0-12 0,4 4-14 0,-2 3-12 16,-5 8-11-16,1 0-6 0,3 3-12 16,-1-1-12-16,6 1-5 0,2-3-5 0,5-2-6 0,3 2-10 15,0-2-5-15,4-3-3 0,0-2-3 0,2 2-3 16,4-4 0-16,-1 2-2 0,4-2-6 15,2-1 3-15,-1-3-11 0,2 2 7 0,4-6-2 0,4 0-3 16,0 1-1-16,2-5-2 0,-3-1 1 16,9-3-4-16,-7 0-7 0,-2-2 1 0,2-1 6 0,-6 0-6 15,0-3-3-15,-3-1 0 0,3-2 2 16,-5-1-3-16,3-7 0 0,-3 0-4 0,-4 5 0 16,1-7-3-16,-5-1 3 0,1 1 3 0,-1-1-4 15,-1 1 0-15,-3 1-2 0,2 1 3 0,-1 5-5 0,-1 2 2 16,0 0-3-16,1 6 8 0,1-1-9 0,-1 5 15 15,1 0-2-15,1 7-1 0,-4-12-6 16,4 12-1-16,-1-6-4 0,1 6-1 0,0 0 1 16,0 0 0-16,0 0-2 0,0 0 3 0,-10 31 3 15,6-7-3-15,-1 4-1 0,2-2 1 0,-1 3 1 16,-2 0 1-16,5-2 2 0,1 1-5 0,-1-2-2 16,-1-6 6-16,2-1-1 0,2 0 2 0,0-2 1 0,1-2 1 15,0-1-4-15,0-3-1 0,2 0 6 16,-1 0 1-16,2-1 1 0,1-1 0 0,2-1 0 15,-2-1-1-15,2-4-1 0,0 2 5 0,4-1-7 16,-3 0 5-16,4-4-2 0,-1-2-7 0,1 0 16 16,4-2-8-16,-2-2-5 0,1-1-3 0,1-1-3 15,-2-2 1-15,0-1-4 0,-3-1-1 0,-2-1 3 0,0-1-1 16,-4-1-2-16,0 0-2 0,-1-2 2 0,-4 0-1 16,0 0 0-16,-4 1 2 0,0 5-2 15,-4 0 2-15,2 1 0 0,0-1-1 0,-1 4 1 16,0 1 1-16,0 0 2 0,-2 2-4 0,7 4 1 15,-10-7 0-15,5 5-1 0,5 2-1 0,-9-3-2 16,9 3 0-16,0 0 0 0,0 0 4 0,0 0-2 16,0 0 5-16,0 0 3 0,0 0 2 0,0 0-3 0,19 14 2 15,-5-12-2-15,2 2 1 0,-3-2 3 16,4 1-3-16,0 1 4 0,2-1 1 0,-2 1-7 16,-6-1 3-16,2 0-2 0,-2 1-1 0,-2 0 3 15,3-2-2-15,-3 4 0 0,-3-1-1 0,-1 2 1 16,3 1 2-16,-2 3 3 0,-3-1 8 0,1 0 0 15,0 1 1-15,-4 1 1 0,1-1-4 0,-2 1-1 16,2 0 6-16,0-1-12 0,0 0-15 0,6-1-21 16,-7 1-28-16,2-1-39 0,1-1-37 0,1-1-42 15,1-2-41-15,4-1-193 0,0 2-447 0,2-5 198 16</inkml:trace>
  <inkml:trace contextRef="#ctx0" brushRef="#br0" timeOffset="214711.95">6094 4956 80 0,'-5'-4'228'0,"-4"2"-17"15,-1 1-9-15,-2 4-8 0,0 1-11 0,-4 3-7 16,0 3-12-16,3-1-13 0,-4 2-10 0,5 1-17 16,0 0-8-16,3 2-12 0,3-4-11 0,-1 0-9 15,5 0-7-15,-2-1-6 0,1 2-10 0,3-1-1 16,2-2-7-16,0-2-11 0,-1 0 5 0,5 1-3 15,-1-1-3-15,1-3 2 0,1 1-1 0,1-3-6 16,5 1 0-16,0-2-3 0,-3-2-2 0,2-1-1 16,-1 1-2-16,0-4 0 0,-1 0 1 0,0-1-1 15,-1 1 1-15,-1-1-6 0,-2-2 4 0,0 0-5 16,-2-1 1-16,0-1-3 0,0 2 0 0,0 0-4 16,-2 0 4-16,0 3-10 0,-1-2-3 0,-1 8 8 15,1-8-2-15,-1 8-3 0,0 0-6 0,0-8-10 16,0 8 6-16,0 0 0 0,0 0 0 15,0 0-3-15,0 0 1 0,-6 25-1 0,4-18 3 16,1 2 1-16,0 1 1 0,1 0 0 0,0 0-3 0,1 1 4 16,0-4-1-16,2 3 2 0,1-2 4 0,1-1 5 15,1 0-11-15,2 0 25 0,1-3 6 0,2 1 3 16,1-2-2-16,5-1-3 0,2-2-1 0,0-2-3 16,-1 0-5-16,1-1 6 0,0-2 3 15,-2 1-10-15,-3-1 0 0,-3 0-3 0,1-1 2 16,0 0-6-16,-4-2-8 0,1 1 9 0,-1-3 2 0,-1 2-4 15,-1 1-3-15,-3-3 4 0,1-1-3 0,-1 2-5 16,-1-1 2-16,1 4-4 0,-2 0 1 0,-1 6-13 16,3-9 10-16,-3 9-2 0,2-7-3 15,-2 7-6-15,0 0-12 0,0 0 20 0,0 0-6 16,0 0 6-16,0 0-4 0,-16 20 3 0,13-12-5 16,-2 0 7-16,1 2-6 0,3-3 2 0,-4 4 2 0,5-3-2 15,0-1 3-15,0-7-1 0,2 17 1 0,0-10 3 16,1 0 1-16,1-3 0 0,4 2 5 15,1-2-1-15,1 0-2 0,0-2 0 0,3 0 3 0,0-2-8 16,-1 1-12-16,1-2 11 0,0-1 3 16,1 0-1-16,2-3-1 0,2 0-1 0,-7 0-1 15,-1 0 1-15,2 0 0 0,-5-2 2 0,1-1-2 16,4 0 4-16,-6 0-4 0,-1 1-4 0,0 0 5 0,0-1 0 16,-3 1-3-16,0 2 8 0,-2 5-5 15,7-10-5-15,-7 10 2 0,2-6 1 0,-2 6-7 16,0 0-4-16,0 0 3 0,0 0 0 0,0 0-1 15,0 0 3-15,0 0 6 0,0 0-6 0,0 0 5 16,-6 26-3-16,2-19 1 0,4-7 2 0,-4 9-3 16,3-4-8-16,1-5 8 0,-3 6 3 0,3-6 4 0,0 0 4 15,0 0 7-15,-2 11 11 0,2-11 4 16,0 0 8-16,0 0-8 0,0 0 8 0,0 0 4 16,0 0-8-16,0 0-5 0,30-14 3 0,-21 10-9 15,1-2 4-15,1 2 0 0,0-2-4 0,2 2-5 16,-3 1-2-16,3-1-16 0,-3 2 15 0,1-1-9 15,0 3 4-15,-1 0-10 0,-3 2 1 0,-7-2 1 16,12 4 2-16,-5-1-1 0,-2 2 3 0,0 0 3 16,0 0-5-16,-1 1-5 0,2-1-1 0,-2 1 10 15,-1 1-5-15,-1-1 2 0,1 1-10 0,-1-1-20 16,-2-6-11-16,6 9-19 0,-5-5-17 0,0 3-21 16,-1-7-24-16,0 0-38 0,0 0-56 0,-8 14-78 15,8-14-217-15,-17 4-550 0,17-4 243 0</inkml:trace>
  <inkml:trace contextRef="#ctx0" brushRef="#br0" timeOffset="-214617.25">6355 4756 234 0,'-2'-9'250'15,"0"2"-18"-15,1 0-21 0,1 7-23 0,-1-12-22 16,1 12-28-16,-4-7-46 0,4 7-41 0,0 0-32 15,0 0-45-15,0 0-60 0,0 0-160 0,-7 22-265 16,0-7 119-16</inkml:trace>
  <inkml:trace contextRef="#ctx0" brushRef="#br0" timeOffset="-213871.59">2981 5589 209 0,'0'-7'232'0,"0"7"-12"15,3-11-7-15,-3 11-8 0,2-10-13 0,-2 10-18 16,0 0-20-16,1-9-21 0,-1 9-15 0,0 0-13 15,0 0-13-15,0 0-5 0,-3 30 0 0,-1-3 29 16,-1 4-6-16,-5 3-20 0,1 13 5 0,-1-2-6 16,-3-1-8-16,6-9-8 0,-1 11 1 0,1-16-15 15,3 0-6-15,-1 1-4 0,1-3-3 0,0 4-5 16,2-1-13-16,-2-2 11 0,0 0-5 0,3-6-7 16,-3-2-1-16,1-4 1 0,3-2-4 0,0-1-12 15,2-4-19-15,-2 0-24 0,0-3-24 0,0-7-20 16,1 12-28-16,-1-12-10 0,0 0-20 0,0 0-37 15,0 0-49-15,-1 7-197 0,1-7-450 16,0 0 199-16</inkml:trace>
  <inkml:trace contextRef="#ctx0" brushRef="#br0" timeOffset="-213707.17">2729 5897 145 0,'-7'-6'174'0,"3"1"2"0,0 0-7 16,4 5-12-16,-6-7-18 0,6 7-12 0,-6-6-14 15,6 6-7-15,0 0-10 0,0 0-6 0,0 0-6 16,9-9-8-16,0 7-5 0,4 2-7 0,5 0-29 16,5-1-24-16,5-1-38 0,-5 4-55 0,-4-1-46 15,8 5-138-15,-12-1-289 0,-2 0 128 0</inkml:trace>
  <inkml:trace contextRef="#ctx0" brushRef="#br0" timeOffset="-213097.27">2902 6201 81 0,'0'0'186'16,"0"0"-6"-16,2 8 3 0,1-6 0 15,-3-2 5-15,10 3-5 0,-10-3-9 0,18-1-9 16,-7-3-21-16,6-3-7 0,2-2-10 0,7-3-14 16,1-1-12-16,-3-3-5 0,3-2-10 0,-3 2-7 15,0-2-11-15,-3 1-3 0,1 2-8 0,-1 0-3 16,-7 0-4-16,-1 1-6 0,-3-1-6 0,-4-1-1 15,0 6-4-15,-2-6-6 0,-1 6-1 0,-3-2-2 16,3 1-4-16,-3 11-5 0,0-16 0 0,0 16-1 16,-1-13 0-16,1 13-6 0,-8-10-1 0,8 10 0 15,-10-7 0-15,4 7-5 0,-6 1 1 0,1 3-3 16,2 2-1-16,-4 2 1 0,1 4 1 0,1 3-3 16,-3-1 1-16,5 5 3 0,-4 2 2 0,3-3 3 15,2 0 1-15,-1 5-3 0,7-4 3 0,-3 0 0 16,5-2-1-16,-2-1 2 0,6-1-1 0,1 1-1 15,3-4 2-15,-2 0 0 0,2-2 1 0,6 0 2 16,1-1-3-16,3-2 4 0,3-2 1 0,-1 0-7 16,2-2 4-16,7-3 3 0,-6-1-4 0,4-1 2 15,0-4-1-15,1 2-3 0,-8-1 2 0,2-3-4 16,-4 3 1-16,3-3 3 0,-6 0-2 0,2 0-1 16,-5-3-1-16,1-3 2 0,-4 0-10 0,-3 4 3 15,-2-3-2-15,1-1-1 0,-3-2-4 0,-4 4 2 16,1-1 1-16,-5-3-1 0,-1 1-1 0,1 4-1 15,1 0 3-15,-2 2 0 0,0 0-2 0,3 3 2 16,0 2 1-16,0-2 0 0,4 6-3 0,-5-9 0 16,5 9-5-16,-3-6-4 0,3 6 0 0,0 0-1 15,0 0 4-15,0 0-1 0,15-6 1 16,-8 7 3-16,-7-1-4 0,19 4 2 0,-8-1 0 16,1 2 0-16,-3 0-2 0,2 2 4 0,-3 2 1 0,2-1-2 15,-3 0 1-15,1 2 6 0,-2-1-3 0,2 1 0 16,-2 0 2-16,0 1 3 0,-1 0-3 0,0 4-17 15,-2-3-15-15,1 1-22 0,-1-4-22 0,1 3-32 16,-4-12-26-16,5 15-33 0,-1-6-38 16,-2-2-167-16,-2-7-406 0,0 0 181 0</inkml:trace>
  <inkml:trace contextRef="#ctx0" brushRef="#br0" timeOffset="-212363.55">3771 6025 74 0,'0'0'190'0,"0"0"-24"0,0 0-11 16,0 0-15-16,0 0 4 0,0 0 4 0,0 0 0 16,0 0-4-16,0 0-7 0,1 36-7 0,-1-27-9 15,0-9-13-15,-2 23-7 0,0-14-7 0,2 2-8 16,0-11-10-16,0 12-1 0,0-12-9 0,0 12 0 16,0-12 6-16,0 0 11 0,0 12 14 0,0-12 14 15,0 0 13-15,0 0 11 0,0 0 12 0,0 0-8 16,0 0-15-16,0 0-3 0,0 0-12 0,0 0-3 15,0 0-20-15,0 0-13 0,0 0-8 0,0-45-1 16,3 36-9-16,1-4-6 0,-1 1-10 0,1 1 2 16,3-6-10-16,-1 0-15 0,4 3-1 0,1 0-8 15,0 1 6-15,1 1-12 0,-3 5 3 0,0-1-7 16,1 4-2-16,-1 1-11 0,0 1 5 0,-9 2-2 16,20 2 2-16,-8 1 0 0,-1 4 1 0,-1 0 0 15,3 4-2-15,-4-1 5 0,-1-1 1 0,-1 2 2 16,0-1 0-16,-2 1 5 0,1 1-1 0,-2-4-6 15,-4-8 10-15,9 17 2 0,-6-10-8 0,-3-7 7 16,4 10-2-16,-4-10 1 0,0 0-14 0,0 0 19 16,5 13-4-16,-5-13-2 0,0 0 8 0,0 0-2 15,0 0 5-15,0 0-6 0,0 0-3 0,0 0 2 16,0 0-12-16,0 0 0 0,0 0-2 0,0 0-4 16,8-32-6-16,-8 32-1 0,7-17-12 0,-2 9 0 15,1-2-2-15,6-2-3 0,-1-2-4 0,-2 3 3 16,5 1-5-16,-1-2 1 0,-1 5 1 15,-3-1 2-15,0 3 5 0,-3 1-3 0,-6 4 5 0,14-4 0 16,-14 4 0-16,15 4-3 0,-6 0 8 0,-2 1 4 16,0 4 7-16,0-3-2 0,0 6 3 0,0-5 1 15,-2 4 0-15,1-2 0 0,1 0 2 16,2-2 3-16,-3-1-5 0,0 1 9 0,2 0 0 0,-3-2 4 16,-5-5-3-16,14 6 4 0,-14-6 0 0,14 1 3 15,-2-2-1-15,-12 1 1 0,13-6 1 16,-6 1 2-16,-7 5-1 0,12-11 0 0,-6 2 3 0,-1 4 0 15,2-2 1-15,-7 7 2 0,6-17-2 0,-3 7 2 16,-1 0-19-16,-1-1 17 0,-1 11-2 0,0-18-5 16,0 18 0-16,0-11 4 0,0 11-3 0,0 0-7 15,0-12 2-15,0 12-8 0,0 0 0 16,0 0 0-16,0 0 0 0,0 0 4 0,0 0-2 16,0 0 3-16,0 0 4 0,0 0-7 0,-3 37 4 15,3-26 2-15,0-11-10 0,2 20 13 0,-1-9-8 0,2 0-17 16,0 0-22-16,0 0-28 0,3-1-29 15,-6-10-26-15,10 17-52 0,-1-10-43 0,-3 0-48 0,-6-7-151 16,15 6-455-16,-15-6 202 0</inkml:trace>
  <inkml:trace contextRef="#ctx0" brushRef="#br0" timeOffset="-212195.83">4375 5702 64 0,'-2'-9'159'0,"2"9"-21"0,-4-9-32 0,4 9-36 16,0 0-5-16,0 0-18 0,0 0-23 0,0 0-25 15,23 16-24-15,-11-2-21 0,4 6-55 0,1 2-108 16,-2-1 48-16</inkml:trace>
  <inkml:trace contextRef="#ctx0" brushRef="#br0" timeOffset="-211950.15">4627 6025 93 0,'0'0'209'0,"0"0"-10"0,0 0-2 16,0 0-7-16,0 0-3 0,0 0-7 0,0 0-8 16,0 0-5-16,0 0-10 0,0 0-14 0,0 0-10 15,-10-29-9-15,10 29-11 0,1-19-9 0,2 6-8 16,-1-1-7-16,2 0-1 0,3-1-9 0,0 0-9 16,0 4-8-16,-2 1-6 0,1 1-5 0,-1 1-9 15,4 1-4-15,-2 3-9 0,-7 4-4 0,14-1-1 16,-14 1-5-16,20 5-4 0,-11 3 1 0,1 0-1 15,0 6-2-15,-1-3 1 0,2 4-4 0,-4 0-3 16,0 3-13-16,-1-3-23 0,-2 1-29 0,2 0-30 16,-1 1-32-16,1 1-41 0,-1-4-36 0,0-3-33 15,4 4-160-15,-9-15-422 0,16 13 187 16</inkml:trace>
  <inkml:trace contextRef="#ctx0" brushRef="#br0" timeOffset="-211124.87">5113 5964 84 0,'1'-11'197'0,"0"-5"2"16,-2 6-4-16,-1-3 5 0,-1 4-2 0,-1-1-13 16,4 10-5-16,-11-13-17 0,3 9-13 15,-2 3-16-15,10 1-7 0,-30 4-11 0,10 2-10 16,1 2-3-16,1 2-4 0,-5 3-17 0,6 0-5 16,2-3-8-16,5 2-9 0,2-1-4 0,0-1-9 15,2 2-1-15,2-2-2 0,4-10-8 0,-2 17-1 16,2-17 0-16,2 15-7 0,-2-15-3 0,9 13 1 15,-9-13-1-15,11 6-1 0,1-4-11 0,-12-2 1 16,22-2-2-16,-9 0-1 0,1-1-1 0,-4-3 0 16,0 1-1-16,1-2 0 0,-2-2 4 0,-1 2-8 15,1-2 1-15,-4-1-2 0,-1-1 2 0,1 0-4 16,-2 1 3-16,-2-2-1 0,0 1-3 0,2 1 2 0,-3 10 5 16,1-15 4-16,-1 15 2 0,1-12-4 15,-1 12 1-15,0 0-14 0,0 0 2 0,0 0-5 16,0 0 4-16,0 0-4 0,0 0 4 0,0 0-2 15,0 0 3-15,-14 27 4 0,10-17 1 0,3 3-3 16,1-13 5-16,-1 22-5 0,1-22 4 0,2 20-4 16,0-9 7-16,-2-11-1 0,7 14-4 0,0-6 9 15,-2-3 1-15,3 0-1 0,3 0 1 0,3-3 4 16,4-2-3-16,2-2-6 0,0-1 3 0,0-2 3 16,7-2 0-16,-9-2-1 0,-2 1-3 0,-1-2-5 15,0-1 11-15,-1-1-3 0,-3 0-2 0,0-3 0 16,-4-1-1-16,3-3-1 0,-2-4 1 0,-1-3-2 15,-2 0-3-15,1 1 3 0,-3-3-8 0,-1 2 0 16,-1-3 1-16,-2 2 0 0,0 1-2 0,-2 5-6 16,2 5 4-16,1 0 2 0,-2 6-1 0,2-2 1 15,0 12 9-15,-2-13-3 0,2 13-8 0,-1-11 1 16,1 11-5-16,0 0-2 0,0 0-7 0,0 0 6 16,0 0 4-16,0 0 1 0,3 32-1 0,-3-5 3 15,-3 3 0-15,3 2-2 0,0-4 2 0,1 1 2 16,1 0-1-16,1-2-1 0,-1-3 2 15,-1-5-1-15,1 2 2 0,1-3 0 0,1-2 1 0,4 1 3 16,-2-3-5-16,2-2 5 0,1-3 0 0,0-1 2 16,2 1 1-16,-1-2-2 0,2-2 0 0,2-4 1 15,-3 1 2-15,5-1-6 0,-4-2-5 0,6-1 6 16,0-3-6-16,0 0-3 0,-2-4-2 16,-1-1-3-16,-2 0-3 0,-1-3-4 0,-1-1-1 15,0-2-5-15,-1 1-5 0,-2-3-1 0,0 0 4 0,-6 2 8 16,2-3-7-16,-1 3 6 0,-1 4 2 0,-4 1-3 15,2 11 2-15,2-14 0 0,-2 14 1 0,0-11-4 16,0 11 2-16,0 0 3 0,0 0-3 0,0 0 4 16,0 0 1-16,0 0 2 0,0 0 2 0,-6 45 0 15,5-29 0-15,-2 0 1 0,0 1 7 16,3-1-2-16,-1 0 7 0,0 0 0 0,1 0 3 16,0-4 0-16,1-1 2 0,0 5 1 0,-5-5-1 15,4 0 0-15,0-11 0 0,2 19-4 0,-2-19-17 0,1 15-22 16,-1-15-30-16,0 15-37 0,0-15-75 0,0 0-63 15,-3 13-178-15,3-13-454 0,0 0 201 0</inkml:trace>
  <inkml:trace contextRef="#ctx0" brushRef="#br0" timeOffset="-210185.64">6226 5684 101 0,'0'-11'281'0,"-3"2"-17"0,1 2-21 0,-1 0-15 16,-3 3-20-16,-2 0-19 0,-2 4-16 0,-3 1-11 15,-5 6-21-15,2 3-10 0,-6 8-15 0,0 3-10 16,-1 1-11-16,5 2-6 0,-1 1-9 0,4-2-5 16,1 2-7-16,7-8-11 0,1 0-11 0,3 1 6 15,1-2-4-15,3-3-7 0,2-1-4 0,2 2 1 16,-1-2-3-16,5-2-5 0,1-2-1 0,3 2-2 15,1-5 2-15,1-2-7 0,0-2 3 0,2 1-3 16,1-2-5-16,-5-3 3 0,2 0-1 0,-2-2-7 0,2-3-7 16,-1 1 10-16,-4-2-4 0,1 0 3 15,-4 0-5-15,1-2 4 0,0 1-1 0,-1-5 0 16,0 1 5-16,-4-2-2 0,3 0 0 0,-4 2 1 16,1-2 4-16,-1 1-5 0,0 2 1 0,-2 4 9 15,2 2 2-15,-2 7 2 0,1-14-5 0,-1 14 0 16,2-9-14-16,-2 9 9 0,0 0-8 0,0 0 2 15,0 0-5-15,0 0-3 0,0 0-1 0,-17 23 5 16,12-11-3-16,0 4 3 0,-2 0-12 0,2 0 5 16,0-1-3-16,3-1 3 0,0 0-2 0,2-2 3 15,2 1-4-15,0-1 5 0,2-1 2 0,2 0-2 16,1-2-3-16,0 0 6 0,4-2 3 0,1-1 1 16,3-2 7-16,1 1-5 0,2-4-2 0,1-1 4 15,-2 0-2-15,1-1 1 0,1-1 2 0,-6-1-3 16,4-2-1-16,-5-1-8 0,5-2-5 0,-2-1 2 15,-5 2-10-15,6-4-2 0,-5-2 0 0,-1-1-3 16,2-1-5-16,-3-1-6 0,1-1 1 0,-4 1-3 16,-1-2-2-16,-2-6 4 0,-4-1-2 0,1 7 0 15,-3 0 1-15,-2 2 2 0,0 4 4 0,-1 0 6 16,2 2 8-16,-1 3 4 0,0 1-10 0,1 1 5 16,-1 2-1-16,5 3 4 0,-8-5-2 0,8 5-2 15,0 0 0-15,-9-2 0 0,9 2 1 0,0 0 3 16,0 0-3-16,0 0-4 0,0 0 5 0,0 0 8 15,20 18-1-15,-8-15 1 0,2 0 1 0,3 0 0 16,3 0-5-16,-2-1 1 0,2-1-1 0,-2 2 2 16,-5-2 0-16,-1 2 0 0,2 0-3 0,-4 0-2 15,0 3 2-15,-2-1 4 0,1 2 11 0,-3 2 2 16,-1 0 1-16,0 2 0 0,-2 1 5 0,-1 0 1 16,1 4-2-16,0-4 3 0,-2 1-3 0,1 1 3 15,1-3-8-15,1 0 1 0,-2 0 1 0,3-1-3 16,0 2 0-16,1-4 2 0,1-1-3 0,2 0 2 15,4 0-2-15,2-3 0 0,3 0 4 0,1-1-5 16,1-3 6-16,1 1 0 0,1-1 2 0,0-3 1 16,5-2 1-16,-6 1-4 0,0-2-15 0,-2 1 20 15,0-4-3-15,-2 0 1 0,-2-1-1 0,-1-3-2 16,0 1-5-16,-5-2 2 0,-2 0-2 0,-1 0-2 16,-1-3 5-16,-2-1-3 0,-2 2-4 0,-1-2-2 15,-4 2-1-15,0 5-7 0,-1 0-5 0,-1 1 6 16,-1 1 3-16,1 6-5 0,-3 0 0 0,9 3 1 15,-22 6 2-15,7 3-7 0,-2 3 8 0,2 0-18 16,1 3 17-16,-1-1-6 0,4 3 4 0,2 0 9 16,1-1-12-16,4 1-9 0,2-2-26 0,5 0-36 15,1 1-30-15,3-2-40 0,1 1-43 0,4-3-61 16,0-2-74-16,-4 0-172 0,1 1-537 0,-3-1 238 16</inkml:trace>
  <inkml:trace contextRef="#ctx0" brushRef="#br0" timeOffset="-209211.54">2638 7350 68 0,'0'0'225'0,"-11"-1"-12"0,11 1-9 15,0 0-8-15,-9 0-8 0,9 0-18 0,0 0-16 16,0 0-16-16,13-17-12 0,9 2-13 0,4-3-14 0,8-2-10 16,8-5-8-16,4-4-8 0,-5 3-5 0,0-3-7 15,-9 9-8-15,-3-2-4 0,-3 0 1 0,-1 0-12 16,-3-2-1-16,-3 2-2 0,-1-2-4 0,-3 0-1 16,-1 3-5-16,-5 3 4 0,-1 4 2 15,-2-4 4-15,-2 6 3 0,-1 1-1 0,-2 0 0 16,-1 0 0-16,0 4-2 0,0 7-6 0,0-11-6 15,0 11-3-15,0-10-3 0,0 10-4 0,0 0-6 16,0 0 0-16,0 0 0 0,-18 15-2 0,8 2 0 16,-4 10-3-16,1-1 1 0,2 2 0 0,1-2 0 15,3 0-3-15,1-2 2 0,3 0 1 0,2-5-2 16,2-1-1-16,0-4 3 0,2 1-5 0,2 2 6 0,2-2-5 16,4-2 5-16,-3-4 0 0,7-1 5 0,-1 0 1 15,2-1-5-15,1-4-5 0,4-2-4 16,-5-1 3-16,6-3-5 0,-4 0-5 0,0-4 1 15,-2 0 0-15,2-2 2 0,0-3-1 0,-5-2 1 16,2 1 3-16,-6-2-4 0,1 1 4 0,-1-2-3 16,0 0 1-16,-1-2 8 0,-2 1-10 0,-2 2 3 0,-3 3 2 15,3-4 0-15,-2 5-2 0,0 2 6 16,-1 3-8-16,-1 6 0 0,3-12-4 0,-3 12 1 16,4-5-3-16,-4 5 5 0,0 0-4 0,0 0 4 15,0 0 6-15,0 25 3 0,-1-16-6 0,1 3 0 16,0 0-1-16,-2-1 1 0,1-1 1 0,2-1 1 0,-1-2-1 15,0-1 0-15,0-6 4 0,2 12 0 16,-2-12 2-16,2 9 2 0,-2-9 2 0,4 6 4 0,-4-6 3 16,7 2 4-16,-7-2 0 0,13-7 0 15,-5 2-3-15,2 0-2 0,2-1-2 0,-2-2 3 16,4-5-4-16,-4 6 0 0,4-3-2 0,-3 1-1 16,-1 4 1-16,2-1-3 0,-3 0-3 0,0 0-1 0,2 4-2 15,-4 1 1-15,1 0 0 0,1 4-1 16,-2 1-3-16,-1 1 3 0,0 3 1 0,1 1 2 15,-4 0-3-15,2 2 2 0,-3 4-3 0,0 0-8 16,-2 1-10-16,-1 0-17 0,0 1-13 0,-3-2-24 16,1 3-23-16,0-1-47 0,-1-5-43 0,-3-1-197 0,1 1-417 15,-4-4 185-15</inkml:trace>
  <inkml:trace contextRef="#ctx0" brushRef="#br0" timeOffset="-209024.17">3189 6799 1644 0,'-7'-16'4'0,"0"1"74"0,2 4-36 0,3 4-23 16,-2-1-10-16,2 3-23 0,2 5-23 0,-2-8 3 16,2 8 1-16,0 0-4 0,0 0-17 0,14-1-20 15,-4 2-26-15,6 3-27 0,3 1-88 0,0 1-232 16,9 1 103-16</inkml:trace>
  <inkml:trace contextRef="#ctx0" brushRef="#br0" timeOffset="-208794.93">3758 6669 97 0,'4'-6'217'16,"-1"-1"1"-16,0 0-2 0,-3 7-4 0,4-10-4 15,-4 10-15-15,4-7-22 0,-4 7-20 0,2-7-21 16,-2 7-15-16,0 0-11 0,0 0 0 0,7 20-5 15,-8-4-5-15,1 9-13 0,-3 4-2 0,0 3-9 16,0 3-3-16,-1 0-1 0,0 12-10 0,3-15-10 16,-2-1 0-16,3 2-4 0,0-2-5 0,0-3-5 15,0-1-3-15,0-6 1 0,2 4-2 0,-1-7-27 16,0 0-29-16,0 0-38 0,1-4-43 0,-2 0-65 16,2-5-30-16,1 1-206 0,-6-3-444 0,3-7 196 15</inkml:trace>
  <inkml:trace contextRef="#ctx0" brushRef="#br0" timeOffset="-208625.4">3601 6835 64 0,'4'-8'149'0,"1"3"-5"16,1-2-20-16,3 5-12 0,3-2-11 0,-1 4-10 15,7-2-11-15,1 2-30 0,-1 3-47 0,3 2-29 16,-5 2-41-16,2 6-71 0,-5 0-149 15,0 4 67-15</inkml:trace>
  <inkml:trace contextRef="#ctx0" brushRef="#br0" timeOffset="-208129.81">3781 7154 34 0,'0'0'163'0,"3"9"3"0,-3-9 0 15,7 0-8-15,-7 0-9 0,0 0-9 0,26-10-13 16,-15 4 1-16,7-1-8 0,-2-2-8 0,8-5-10 15,-8 3-6-15,1 1-3 0,4-8-9 0,-6 7-3 16,0-3-7-16,2-4-7 0,-6 1-3 0,4 2-3 16,0-5-6-16,-8 1-4 0,1 1-15 0,-3 3 6 15,2 0 0-15,-5 2-2 0,-1-1 2 16,-3 3-6-16,2 1 0 0,-3-1-2 0,-2 4-1 0,1 0-5 16,1 1-2-16,-4 1-3 0,1 2-1 0,6 3-6 15,-14-1 5-15,14 1-8 0,-22 10-1 0,7 0-2 16,2 2 0-16,-2 2-1 0,-1 9 0 0,2 0-2 15,3 0-1-15,3-5-6 0,2 2 3 0,3-2-1 16,-1 1 3-16,4-3-5 0,2 0 3 0,0-1 0 16,1-2-3-16,3-3 0 0,0 1 3 0,1 0 11 15,1-3-10-15,0-1 0 0,3-1 1 0,-2-2-1 16,2-1 4-16,-1-3 0 0,3 0-1 0,1 0 1 16,-2-4-2-16,4-2 2 0,-2-4-2 15,-1 4 0-15,0-6 2 0,-2 0-2 0,5 1 2 16,-5-3-3-16,3-2 0 0,-4 3-4 0,3-5 3 0,1-2-3 15,2-2 1-15,-2 1-1 0,0-1-2 0,-3 9 4 16,1-5-2-16,-2 5-6 0,1 0 5 0,-3 6-6 16,0 1 4-16,-2 1-4 0,4-1 0 15,-4 4-5-15,0 1 6 0,-6 1-6 0,14 3 4 16,-6 4-1-16,-2 1 5 0,2 3-2 0,-1 5 2 0,0 2 3 16,-2-3-1-16,-3 2 0 0,4 1 2 0,-4 0-2 15,2-1 1-15,-3 1-22 0,2 0-22 0,-2-3-32 16,2-2-48-16,0-1-48 0,1 4-36 0,0-4-171 15,0-2-409-15,4-2 181 0</inkml:trace>
  <inkml:trace contextRef="#ctx0" brushRef="#br0" timeOffset="-207870.98">4741 6842 41 0,'-7'-7'226'0,"-3"3"-7"0,1-2-15 0,-1 5-5 0,-1 1-11 16,-1 3-18-16,1 1-16 0,-2 3-10 0,-1 3-11 16,-1 5-9-16,-2 4-9 0,4-4-14 0,3 2-8 15,-1 0-3-15,3-2-11 0,1 0-8 0,3 3-8 16,3-2-5-16,0-2-8 0,3-1-2 16,2 3-5-16,1-5-2 0,3-1-4 0,0 0-11 15,6-1-16-15,-2-1-14 0,4-5-26 0,3 4-19 0,-1-4-33 16,2 0-31-16,2-3-17 0,-1-3-33 15,-1-3-28-15,0 0-6 0,-2 1-98 0,-2-4-319 16,-6 1 140-16</inkml:trace>
  <inkml:trace contextRef="#ctx0" brushRef="#br0" timeOffset="-207179.46">4892 6773 73 0,'-2'-23'131'16,"1"1"-2"-16,2-2 5 0,1 5 1 0,-5-1 23 15,2 4 6-15,1 1 4 0,-2 4-2 16,0 1-1-16,2 3-8 0,0 7-19 0,-4-11-12 15,4 11-22-15,0 0-13 0,0 0-9 0,0 0 10 16,0 0-2-16,5 29-5 0,-2-4 3 0,-2 5-5 16,-1 0-15-16,1 5-2 0,1-3-3 0,-1 5-7 0,-1-3-8 15,-1 0 0-15,3-5-8 0,0 2-2 0,0-7-3 16,-1-4-5-16,-1-2-4 0,3-2 1 16,-2-4 1-16,1-5-5 0,0 1 1 0,-2-8 1 15,0 11 0-15,0-11 1 0,0 8-4 0,0-8 1 16,0 0-1-16,0 0-4 0,0 0-5 0,0 0-4 15,0 0 1-15,19-31-5 0,-11 15 0 0,0 0-3 0,8-9-10 16,-4 3 5-16,6 1-2 0,-6 6-2 0,0 1 0 16,1 1 0-16,-6 4-4 0,3 4 0 15,-2-1-1-15,-1 4 5 0,-7 2-2 0,0 0 1 16,19 4-1-16,-12 3 3 0,1 1-1 0,1 3 3 16,-3-1-2-16,2 5 2 0,0-1 1 0,2 1-2 0,-1 0 1 15,0-1 3-15,4 0-2 0,-4-5 1 16,0 0 5-16,2 0 1 0,3 1 0 0,-2-6 0 15,2 2 6-15,2-4-9 0,3 2 1 0,1-4 1 16,-2 0 0-16,1-4-5 0,-3-4 3 0,2 4 0 16,0-3 4-16,-3-2 0 0,-2 0-1 0,1-3 1 0,-3 3-1 15,-3-1 4-15,0-5 0 0,-2 1 1 16,1 2 3-16,-2-5-3 0,-4 6 10 0,3-2-6 16,-4 0 0-16,1-3-4 0,-2 8 17 0,-3 0 3 15,4 8-1-15,-2-13-1 0,1 7-4 0,1 6-1 16,-4-7-4-16,4 7-8 0,-11 2 3 0,11-2 1 15,-24 17 0-15,5-1 10 0,0 2-11 0,0 1-6 16,6-4 6-16,-5 4-2 0,6-5-3 0,1 1 1 0,3-5-3 16,3 3 0-16,0-4-6 0,1 0 3 15,2-4-1-15,0 3 4 0,0-3-7 0,2-5 0 16,0 0-5-16,1 13 2 0,-1-13 0 0,5 3 7 16,-5-3-9-16,10 0 0 0,-10 0 1 0,17-4 1 0,-8 0-4 15,0-1 3-15,2-1 3 0,0 0 1 16,-2-2 1-16,3 1 0 0,-1 0-6 0,-1 1-2 15,0 1 0-15,-4 1 2 0,1 1-3 0,-7 3 0 16,10-3 2-16,-10 3-1 0,0 0 1 0,15 7-1 16,-11 0 2-16,1 0 3 0,-1 1-2 0,0 2-6 15,-1 2-19-15,-3-2-20 0,3 0-38 0,0 2-40 0,-1 2-53 16,1-5-57-16,2 2-42 0,-4-2-150 16,3 3-465-16,1-5 205 0</inkml:trace>
  <inkml:trace contextRef="#ctx0" brushRef="#br0" timeOffset="-206828.3">5670 6925 127 0,'0'0'203'0,"4"-11"-15"0,-4 11-17 0,0 0-3 16,0 0 2-16,0 0-8 0,0 0-14 0,0 0-11 15,5 24-15-15,-1-15-5 0,-3 3-9 0,2-1-8 16,-3-2-7-16,1 1-4 0,-1-2-13 0,0 0-9 15,2-2-7-15,-2-6-7 0,2 10 1 0,-2-10 0 16,0 6 9-16,0-6 12 0,0 0 17 0,0 0-3 16,0 0-10-16,0 0-8 0,0 0-3 0,0 0-6 15,0 0 3-15,0 0-10 0,10-26-13 0,-5 15 3 16,3 0-6-16,-2 1-4 0,3-8-2 0,1 5-3 16,4-3-1-16,-1 3-8 0,0 1 1 0,-3 3-4 15,-1 2-5-15,1 0-2 0,-1 3-5 0,-9 4 0 16,14-2 8-16,-14 2-11 0,16 2-3 0,-16-2 6 15,15 13-7-15,-6-5 2 0,-3 3 3 0,2 5 3 16,-3 0-2-16,3-3-1 0,-4 3-16 0,1 2-32 16,-1-3-25-16,-1 2-22 0,1-2-35 0,0-1-50 15,0-2-52-15,3-2-245 0,-1 0-511 0,3-2 227 16</inkml:trace>
  <inkml:trace contextRef="#ctx0" brushRef="#br0" timeOffset="-206183.18">6286 6857 208 0,'-6'-9'234'0,"-3"3"-10"0,-3 1-13 15,1 0-20-15,-2 5-12 0,-5 5-12 0,-1 2-10 16,-7 6-13-16,4 0-13 0,5 2-14 0,2-1-8 16,2 2-11-16,4-4-11 0,0 3-10 0,2-3-5 15,3-2-11-15,3 1-2 0,2 0-15 16,2-1-5-16,1-4-4 0,1-2-13 0,3 4-5 0,2-6-13 15,2 0-4-15,1-2-1 0,-1 0-2 0,3-3-1 16,-3 0 3-16,0-3 0 0,0 1 1 0,-2-1-3 16,-1-1-2-16,-1 0 3 0,0-1 0 15,-2-1 7-15,1 2-4 0,-1-1 8 0,-4 2 5 0,1 1 14 16,-3 5-5-16,5-7-1 0,-2 1 1 0,-3 6-9 16,0 0-3-16,0 0-2 0,0 0-1 0,0 0 1 15,8 16 3-15,-6 0 2 0,-2 9 2 0,-2 4 3 16,1 1 4-16,1 6 3 0,1-1 2 0,1 2-1 15,0-2-1-15,1 2 16 0,-1-4-11 16,0 0 3-16,0 0-2 0,-2-2 5 0,1-1-12 0,-2-2-2 16,1-4 0-16,-2-5-1 0,-1-4-1 0,-2 1-1 15,1-4-3-15,-3-2 0 0,-3-1-5 0,1-1-7 16,-3-2-12-16,-1-3-10 0,-5 1-7 0,3-4-1 16,0-4 2-16,-1-2 3 0,2 0 2 0,1-3 2 15,3-4-1-15,1 3 0 0,4-5 2 0,1-3 2 16,4-1-4-16,3-1 6 0,3-5-3 0,7-2 6 15,1 2-5-15,5-3 1 0,-1 1 2 0,4-1 0 16,2 0 3-16,7-9-1 0,-7 11-3 0,-2-2 11 16,5 3-8-16,-2 0-2 0,-1-4 3 0,-1 6 1 15,-3-1 3-15,-3 2 1 0,1-2-1 0,-2 4 2 16,-6 3 2-16,-2 0 7 0,-1 3-2 16,0-1 14-16,-4 4-6 0,0 1 8 0,-2 0 9 0,-1 4-1 15,0 6-6-15,-4-12-5 0,4 12 0 0,-9-5-3 16,1 5-3-16,8 0-1 0,-21 5-2 0,10 1 3 15,-2 6 4-15,0 2-2 0,0 3 2 0,3-2 0 16,2-1 6-16,2 1-3 0,2 3-11 16,3-2-1-16,1-2-21 0,2-2-17 0,2 0-23 0,6 1-27 15,1-5-33-15,5 1-37 0,1-1-48 0,2-5-55 16,0 3-166-16,0-5-455 0,2-1 202 0</inkml:trace>
  <inkml:trace contextRef="#ctx0" brushRef="#br0" timeOffset="-205793.66">6719 6778 3 0,'0'-8'237'0,"0"1"1"15,0 7-3-15,-1-13-12 0,2 5-27 0,-1 8-22 16,2-7-22-16,-2 7-14 0,0 0-15 0,0 0-10 16,0 0-10-16,5 32-5 0,-4-17-4 0,3 4-5 15,-3-1-7-15,-1 6-2 0,1-6-8 16,0-1-4-16,1 1-10 0,-1 1-5 0,-1-3-3 15,0-5-2-15,0-2-6 0,0-9-1 0,1 14-3 0,-1-14 8 16,0 12 5-16,0-12 6 0,0 0 7 0,2 9-4 16,-2-9-10-16,0 0 0 0,0 0-5 15,0 0-6-15,0 0-4 0,0 0-2 0,0 0-14 16,0 0-4-16,0 0-7 0,-19-22-9 0,19 22-3 0,3-17-4 16,4 8-4-16,-1 2-5 0,3-2 0 0,1 5 3 15,2-2-5-15,-1 4 2 0,3-1-1 0,-3 3 2 16,-11 0-4-16,20 3 3 0,-10 2 4 15,-2 2 6-15,1-2-5 0,-2 5 0 0,0-3 2 0,-2 2-1 16,-2-1 3-16,1 4 0 0,-3-2 0 16,-1-1 4-16,0 1 2 0,-1 0-1 0,-1-1 3 0,-2 1 7 15,0-4-9-15,-1 2 3 0,0-4-10 0,1 1-17 16,-3-2-27-16,7-3-34 0,-13 7-54 0,13-7-58 16,-13 0-61-16,13 0-136 0,0 0-428 0,0 0 189 15</inkml:trace>
  <inkml:trace contextRef="#ctx0" brushRef="#br0" timeOffset="-205330.3">7014 6750 22 0,'3'-11'239'0,"0"1"15"16,-2 3-6-16,-1 7-2 0,2-9-25 16,1 4-28-16,-3 5-23 0,0 0-14 0,0 0-12 0,0 0-3 15,0 0 2-15,-1 31-6 0,-1-13-5 0,0 2-10 16,-1 8-7-16,1-1-16 0,-1 2-3 15,-1-3-11-15,2-1-8 0,-2 0 2 0,3-6-16 16,2-1-16-16,-1 0-28 0,0 1-24 0,4-5-20 0,-2 2-19 16,1-3-20-16,-1-3-28 0,2 1-26 15,0 0-23-15,0-1-3 0,1-3-8 0,0 1-7 0,3-4 20 16,-8-4 12-16,10 8 15 0,-10-8 23 0,12 5 17 16,-5-2 17-16,-7-3 32 0,13 0 25 0,-5-3 4 15,-1 0 25-15,4-4 8 0,-1 2 1 16,1 0 17-16,0 2 8 0,0-3 5 0,0-1 1 15,4-2-1-15,0-3-5 0,-5 5 1 0,3-3-4 16,2-2 6-16,-2 1-7 0,1-2-1 0,-1 4 1 16,-2-5-1-16,0 2 0 0,-1-1 6 0,-1-1-9 0,0 1-2 15,-3-1-3-15,-1 3 15 0,-2 2 6 0,-1-1-6 16,0-1-7-16,-2 11-1 0,0-20 6 16,0 20-4-16,-4-11 8 0,4 11-10 0,-7-7 0 15,7 7-3-15,-10-3 0 0,10 3-8 0,-20 10 11 0,9-2 2 16,-1 3-8-16,0 2-3 0,1-1-7 0,1 3-8 15,1 0-1-15,5-3-5 0,-1 4-1 16,2-5-20-16,3 2-22 0,3-3-20 0,0 3-29 16,3-4-29-16,5 3-37 0,2-7-39 0,2 4-52 15,3-4-59-15,-1 2-244 0,2-5-564 0,1-1 250 16</inkml:trace>
  <inkml:trace contextRef="#ctx0" brushRef="#br0" timeOffset="-205194.81">7515 7035 231 0,'0'0'227'0,"0"0"-14"0,0 0-20 16,0 0-19-16,0 0-17 0,0 0-27 0,0 0-39 0,0 0-49 15,0 0-53-15,0 0-63 0,0 0-156 0,0 0-247 16,0 0 110-16</inkml:trace>
  <inkml:trace contextRef="#ctx0" brushRef="#br0" timeOffset="-202545.65">1246 4932 66 0,'0'0'198'0,"0"0"-4"0,0 0-8 0,-3-11-15 16,3 11-8-16,0 0-11 0,0 0-7 0,0 0-17 15,0 0-6-15,0 0-17 0,0 0-9 0,1-7-9 16,-1 7-9-16,0 0-11 0,0 0-5 15,0 0-7-15,0 0-7 0,0 0-9 0,0 0-5 16,0 0-4-16,0 0 1 0,0 0-8 0,0 0-3 16,0 0-1-16,0 0-4 0,0 0-3 0,0 0-2 15,0 0-4-15,0 0 5 0,0 0-4 0,0 0 1 16,0 0-4-16,0 0 3 0,0 0 1 0,16 13-6 16,-16-13 4-16,7 5-4 0,-2-2 3 0,-5-3-1 15,13 7-2-15,-6-3 2 0,0 1-4 0,5 1 3 16,2 1-5-16,0 3 5 0,2-1 2 0,5 3-8 15,-4-3 21-15,7 4 1 0,0-1 0 0,-9-3-3 16,-2-2-2-16,3 1-2 0,-6-1-4 0,1-2 2 16,-2 0-6-16,-1 2-5 0,1-3-11 0,-2 1-6 15,-3 0-7-15,1-3-14 0,-5-2-20 0,11 9-23 16,-11-9-19-16,9 7-20 0,-9-7-25 0,5 9-13 16,-5-9-18-16,7 6-93 0,-7-6-292 0,0 0 129 15</inkml:trace>
  <inkml:trace contextRef="#ctx0" brushRef="#br0" timeOffset="-202297.86">1552 4901 130 0,'2'-9'215'0,"-2"9"-10"0,0 0-12 0,0 0-15 15,0 0-15-15,-4-10-17 0,4 10-14 0,0 0-13 16,0 0-18-16,0 0-8 0,0 0-18 0,-5-4-5 15,5 4-12-15,0 0-7 0,0 0-10 0,0 0-1 16,0 0-7-16,-12 19 1 0,6-10-5 16,-6 5 2-16,-1 1 2 0,-4 7-6 0,0-1-5 15,-2-1-6-15,-1 0-15 0,5-1-19 0,1-5-16 16,1 1-19-16,3-3-29 0,-1-2-17 0,6 1-31 0,-3-2-33 16,3 2-114-16,-4-2-298 0,4 1 132 0</inkml:trace>
  <inkml:trace contextRef="#ctx0" brushRef="#br0" timeOffset="-202055.27">1284 5107 25 0,'2'-7'117'0,"-2"7"-2"0,6-8-18 16,-6 8-16-16,9-7-21 0,2 1 5 0,1 0-15 15,3-2-4-15,3-1-17 0,11 0-17 0,-2-4-17 16,3 4-22-16,3-2-19 0,-1 3-58 0,-3-2-112 16,0 3 50-16</inkml:trace>
  <inkml:trace contextRef="#ctx0" brushRef="#br0" timeOffset="-201858.77">1770 5023 8 0,'0'0'308'16,"0"0"-7"-16,0 0-17 0,3 8-10 16,-3-8-20-16,0 0-9 0,0 0-23 0,0 0-26 15,0 0-18-15,0 0-21 0,0 0-19 0,0 0-34 16,0 0-34-16,0 0-39 0,0 0-48 0,0 0-50 15,0 0-63-15,0 0-57 0,0 7-34 0,0-7-137 16,0 0-389-16,0 0 172 0</inkml:trace>
  <inkml:trace contextRef="#ctx0" brushRef="#br0" timeOffset="-157485.86">15501 4688 30 0,'0'0'54'0,"0"0"-6"0,0 0 5 15,0 0-4-15,0 0-3 0,0 0-11 0,0 0 1 16,0 0 1-16,0 0 0 0,0 0 5 0,0 0-5 15,0 0-2-15,0 0 0 0,0 0 4 0,-6-11-7 16,6 11-4-16,0 0 4 0,0 0 4 0,0 0-3 16,-3-7 7-16,3 7 7 0,0 0 1 0,0 0 2 15,0 0-1-15,-1-9-2 0,1 9-6 0,0 0 0 16,0 0 3-16,-2-8-9 0,2 8 1 0,0 0-1 16,0 0-2-16,-4-7 4 0,4 7-6 0,0 0 7 15,0 0-6-15,0 0 5 0,0 0-10 0,0 0-1 16,0 0-7-16,-2-7 4 0,2 7 0 0,0 0-7 15,0 0 4-15,0 0-4 0,0 0 1 0,0 0 0 16,0 0-5-16,0 0 0 0,0 0-4 0,0 0-3 16,0 0 1-16,0 0-3 0,0 0-2 0,0 0 7 15,0 0-9-15,0 0 3 0,0 0-3 0,0 0 5 16,0 0-3-16,0 0-1 0,0 0-4 0,0 0 3 16,0 0 0-16,0 0-2 0,0 0 4 0,0 0-2 15,-3 20-2-15,3-20 4 0,0 9 5 0,0-9-8 16,0 8 5-16,0-8 0 0,-2 12-6 0,4-5 5 15,-2-7-4-15,-2 14 3 0,2-8-2 0,0-6 0 16,0 14 3-16,0-6-8 0,0-8 6 0,0 13 0 16,2-4-1-16,-2-2 1 0,1 0 3 0,-1-7-1 15,4 13 4-15,-2-6-1 0,0 0-4 0,0-1-1 16,-2-6 2-16,3 12 3 0,-1-5 2 0,0-1 3 16,0 0-2-16,1 1-1 0,-3-7-2 0,5 9 4 15,-4-2-4-15,2-1 1 0,-3-6-5 0,3 9 5 16,-1-2-5-16,-2-7-2 0,4 10 3 0,-4-5 4 15,0-5-3-15,2 11 1 0,1-6 9 0,-3-5-8 16,2 8-3-16,0-2 1 0,-2-6 0 0,3 8-1 16,0-3-2-16,-3-5 4 0,5 9 2 0,-5-9-2 15,4 8-1-15,-3-4 0 0,1 3 2 0,-2-7-7 16,5 8 2-16,-3-3 5 0,1-1 0 0,-3-4 0 16,5 11-1-16,-1-7 0 0,1 1-1 0,-3 0 2 15,1 0 2-15,2-1 0 0,-3 2-7 0,2 0 1 16,0 0 9-16,0-1-6 0,0 1-2 0,0-1 5 15,-1-1-7-15,3 2 4 0,-3-2 4 0,1 2-2 16,0-1-4-16,0 0-1 0,1 0 6 0,-1-1-6 16,-1 2 4-16,0-2-4 0,1 1-1 0,0-1 1 15,0 3 4-15,0-2-5 0,1-1 5 0,-5-4-1 16,7 10-4-16,-3-5 5 0,-1-1-2 0,3 1 2 16,-3 0-6-16,2 0-3 0,0 0 9 0,-3-1-3 15,2 1 2-15,0 0-1 0,0 0-3 0,-1 1 11 16,2-2-11-16,-5-4 5 0,9 7-8 0,-7-4 4 15,5 1 2-15,-7-4 1 0,6 7-8 0,-2-2 7 16,0-2-1-16,1 2 1 0,-5-5 0 0,6 8-1 16,-2-5 1-16,-4-3-1 0,6 7-2 0,0-3 4 15,-6-4-1-15,7 6-2 0,-7-6 0 0,5 7 0 16,-1-2-1-16,-4-5-2 0,5 5 1 0,-5-5 7 16,7 4 0-16,-5 0 1 0,-2-4 4 0,10 7-4 15,-5-1 0-15,-1-2 0 0,0-1 1 0,1 1 2 16,-5-4-6-16,10 8 2 0,-6-5 1 0,0 1-2 15,1 0 5-15,-1 2-4 0,1-3-3 0,-1 1 0 16,2 0-1-16,1 1 1 0,-3-1 3 0,2-2 0 16,-1 2-2-16,0 2 0 0,2-3-5 0,-4 1 3 15,3-1 2-15,-3 2-6 0,5-2 5 0,-3 2-4 16,3 0 3-16,-3-1-2 0,4 1 1 16,-4 0 6-16,1-1-3 0,-1 0 2 0,1-2 2 0,0 3 1 15,-1-1-1-15,0-1-4 0,2 1 2 0,-2-1-1 16,0 1-2-16,1 0 1 0,-1-1 4 0,4 1 1 15,-1 0-3-15,0 0 1 0,-2 2 2 0,3-3-3 16,0 4 1-16,0-3-3 0,-1 1 3 0,2-1 2 16,-4-1-2-16,2 0 1 0,-3 1 4 0,5-1-2 15,-2 0 0-15,-2 3-1 0,1-3 0 0,1 0-1 16,-2-1 0-16,0 1-4 0,1 1 1 0,0 0-1 16,-7-4 1-16,13 5 3 0,-8-3 0 0,2 2-7 15,1-1 4-15,-3 1-3 0,3-3 0 0,-1 3-2 16,-1-3 5-16,3 2 0 0,-9-3-2 0,13 3-3 15,-8 1 2-15,2-2 3 0,0 1-1 0,-1-1 0 16,1 0-3-16,0 1 3 0,1-1 2 0,2 0-3 16,-2-1 0-16,2 2-2 0,-2-1 2 0,1 0 0 15,-2 0 1-15,2-1-5 0,-1 0 7 0,1 2-4 16,-1-2-1-16,0 1 1 0,-1-1 1 0,-7-1 1 16,13 4 1-16,-4-2-3 0,-3 0 2 0,4 0 0 15,-3-1 0-15,1 1-2 0,-8-2 2 0,13 3-1 16,-6-3 2-16,-7 0-3 0,14 2-9 0,-8-2-22 15,-6 0-15-15,12 0-33 0,-5 1-42 0,-7-1-51 16,13 2-190-16,-13-2-389 0,0 0 173 0</inkml:trace>
  <inkml:trace contextRef="#ctx0" brushRef="#br0" timeOffset="-155097.32">16467 5610 64 0,'0'0'65'0,"0"0"-3"0,0 0 3 16,0 0-4-16,-3-5-1 0,3 5-6 0,0 0 4 15,0 0-5-15,0 0-3 0,0 0-3 0,0 0-6 16,0 0-3-16,0 0 9 0,0 0-9 16,0 0 3-16,0 0 4 0,0 0-7 0,-5-6-6 15,5 6-2-15,0 0 1 0,0 0 1 0,0 0-6 16,0 0 4-16,0 0-1 0,0 0 1 0,0 0 1 0,0 0 3 16,0 0-1-16,0 0-1 0,0 0-12 0,0 0-3 15,0 0-2-15,0 0-2 0,0 0 0 16,0 0 0-16,0 0-2 0,0 0-3 0,0 0-1 15,0 0 5-15,0 0-11 0,0 0 3 0,0 0 3 16,0 0-4-16,16 15 3 0,-16-15 2 0,8 7 4 0,-3-5-4 16,1 2 2-16,1 0 11 0,-1-1-1 15,-1 0-7-15,7 2 4 0,-3-1 2 0,0 0 0 16,0 1 5-16,1 0-2 0,-1-1-3 0,-1 2 7 0,0-4-4 16,1 3 5-16,0-1-3 0,-2-1-2 15,4-1 4-15,-4 1-9 0,0 0 7 0,5 1-7 0,-3-1 3 16,0-1 0-16,1 0-4 0,0 1 4 0,2-1-1 15,-2-1 8-15,0 0-7 0,2 0-3 0,-1 2 0 16,-3 0-1-16,2-2 0 0,1-1-5 16,1 1 4-16,0 0-2 0,-1 0-3 0,2 0 3 15,-2-1-5-15,5 0 6 0,1 0 0 0,-4 0 3 0,0 2-3 16,5-4-2-16,-4 2 2 0,0 0-1 0,3 0-3 16,-5 0-2-16,1 0 9 0,1-1-10 0,-1 0 0 15,1 1 1-15,-4-1-2 0,3 0 4 16,0 1-6-16,-3-1 5 0,5 2-6 0,-3-1 4 15,0-1-4-15,0 2 1 0,-2-1-2 0,3 0-2 0,0-1 7 16,0 1-4-16,-1-3 1 0,1 4 2 0,1-1-3 16,-1-1 2-16,-1 1-4 0,0-1 2 0,5 1 0 15,-4 0-1-15,0-2 3 0,1 1-2 16,2 2 3-16,1-2-1 0,0 0 7 0,-3 0-5 16,-2 0 0-16,4 0 3 0,-2 0-2 0,-1-1-1 0,2 1-2 15,-2 0-1-15,1 0 1 0,-3-1-2 0,3 2 5 16,-1-3 2-16,-1 1-3 0,0 0 1 0,1 0-1 15,-1 2 2-15,-2-1-2 0,1-1 3 0,1-1-2 16,-2 3 0-16,2-2 1 0,-2 0 1 0,0 2-4 16,0-1 5-16,2-1-2 0,-6 0 0 15,4 0-3-15,3 0 1 0,-3-1 2 0,2 1 0 0,-1 1-1 16,1-2 2-16,2 1-4 0,-3 0 7 0,0 0-6 16,1 0 4-16,1 0-9 0,0-1-1 0,0 2 4 15,0-1-1-15,1-1 1 0,-3 1-3 16,7-4 1-16,-4 6 2 0,0-3 1 0,-1 1 1 15,0 0-6-15,-1-1 0 0,6 0 2 0,-5 1-1 0,5-2-1 16,-5 3 1-16,0-2 1 0,1 1 0 0,-3-2 4 16,2 1 6-16,-2 0-4 0,5 2 3 0,-5-2 0 15,2 0-3-15,0 0 1 0,-2 1 0 0,2-2 1 16,-3 0-2-16,3 2-1 0,0 0 1 0,-2 0 0 16,0-2-4-16,0 2 6 0,1-2-2 15,-2 1 0-15,1 0-5 0,1 2 0 0,-2-3-2 0,0-1 3 16,1 0-1-16,-5 3 1 0,3 0 0 15,0-1-2-15,-1 0 4 0,-2 0-2 0,4-1 2 16,-1 2 0-16,0-2-1 0,1 1-3 0,-3 1 3 0,0-2-1 16,0 2 2-16,0-1 0 0,0 0-1 0,-7 3 4 15,11-5-2-15,-6 1 0 0,-5 4-2 0,9-4 8 16,-4 1-6-16,-5 3-5 0,11-7 4 0,-6 5-2 16,-1-2-1-16,2 0-4 0,-1 1 5 0,-5 3-1 15,9-7 1-15,-4 4-2 0,0-2 0 0,2 0-6 16,-2 1 8-16,1-1-2 0,-1 2 0 15,2 0-2-15,-7 3-2 0,9-6 4 0,-4 2-2 0,-5 4 0 16,7-6 0-16,-1 4 0 0,-6 2 1 0,8-5 0 16,-8 5 3-16,8-6-3 0,-4 3 2 0,-4 3 8 15,8-8-9-15,-4 5-2 0,-4 3 2 0,8-7-2 16,-8 7 0-16,9-9-2 0,-5 4 4 16,1-1 0-16,-1 1-1 0,1 0-1 0,2-3 0 15,-1 2 1-15,-1 0-2 0,3-1 0 0,-3 1 0 0,1 2 3 16,-1-1-1-16,1-2-2 0,-1 4-1 0,-5 3 6 15,6-10-3-15,0 6 0 0,-2-3-1 16,-4 7-1-16,8-8 2 0,-3 2-2 0,-1 1 3 16,1 2 3-16,-5 3 5 0,9-10-11 0,-5 5 0 15,1-1 2-15,0 2 6 0,-1-2-8 0,0 2-1 0,2-1 1 16,-2 0-3-16,-4 5-1 0,6-7 5 16,-2 2-1-16,0 1 3 0,0-2-4 0,0 0 0 0,1 2-1 15,0-1 4-15,-1-1 9 0,-1 1 0 0,3-1-14 16,-2 2 1-16,-4 4 3 0,7-10 2 15,-4 5-2-15,0 1 0 0,1-3 0 0,0 1 0 16,0 0-1-16,0-1-2 0,0 2 2 0,1-2 1 0,-3 2 1 16,-2 5-1-16,8-10 0 0,-4 6-2 0,-2-3 1 15,-2 7 1-15,7-11-3 0,-3 5 3 0,-1 0-2 16,1 0 1-16,-4 6-1 0,7-10 5 16,-5 4-3-16,2 0-1 0,-1 1-1 0,1 0 11 15,-4 5-11-15,6-13-1 0,-2 6 2 0,-2 3-3 0,1-4 3 16,-1 2-1-16,1-1 1 0,-1 0 1 0,1 1-1 15,-2-2 0-15,2 2 0 0,-1-1-6 16,1-2 8-16,1 3-2 0,-4 6 1 0,5-13-1 16,-1 4-1-16,-2-1-1 0,0 5 2 0,0-4-1 15,-1 3-2-15,2-2-1 0,1-1 4 0,-3 1 4 16,2-2-4-16,0 6-1 0,-3 4-1 0,3-13 4 16,-2 8-2-16,-1 5-2 0,3-13 0 0,-3 13 3 15,1-10-5-15,2 4 2 0,-3 6 2 0,1-11-1 16,-1 11 2-16,1-13-2 0,-1 8 1 0,0 5 2 15,0-12-1-15,2 7 0 0,-2 5-4 0,0-12 3 16,0 12 2-16,0-10-4 0,0 10 3 0,0-11-2 0,0 11-2 16,0-7 2-16,0 7 2 0,1-9-4 0,-1 9 2 15,1-8 3-15,-1 8 0 0,0-10-4 16,0 10 1-16,0-9 1 0,0 9-2 0,0 0 2 16,0-10-1-16,0 10 2 0,0-8-2 0,0 8 4 15,0 0-5-15,0-13 0 0,0 13 3 0,0 0-2 0,-1-8-1 16,1 8 0-16,1-10 5 0,-1 10-6 0,0 0 3 15,-1-9-2-15,1 9 1 0,0 0 2 0,0-12-2 16,0 12 1-16,0 0 0 0,0-12 1 0,0 12-2 16,1-9 3-16,-1 9-2 0,0 0 0 0,0-8 8 15,0 8-10-15,0 0 8 0,0-10 3 16,0 10-11-16,0 0 3 0,0 0-6 0,0-8 3 0,0 8-2 16,0 0 3-16,1-7 2 0,-1 7-4 0,0 0 1 15,0 0 2-15,0-11 1 0,0 11-2 16,0 0 0-16,0-11 0 0,0 11-2 0,0 0 4 15,0-8-3-15,0 8 2 0,0 0-1 0,0 0 5 16,0-10-5-16,0 10 2 0,0 0-4 0,0-8 3 0,0 8-3 16,0 0 8-16,0 0-4 0,0 0 2 0,0 0-3 15,3-6 1-15,-3 6 1 0,0 0 0 0,0 0-3 16,0 0 4-16,0 0 0 0,0 0-2 0,0 0-1 16,0 0 2-16,0 0-3 0,0 0 0 15,0 0 1-15,0 0 1 0,0 0-2 0,0 0-3 0,-4-11-4 16,4 11-13-16,0 0-17 0,0 0-23 0,0 0-27 15,0 0-24-15,0 0-9 0,0 0-20 0,0 0-17 16,0 0-28-16,0 0-10 0,0 0-10 0,-2 30-107 16,-4-21-339-16,1 0 151 0</inkml:trace>
  <inkml:trace contextRef="#ctx0" brushRef="#br0" timeOffset="-154321.96">15829 4950 100 0,'0'0'144'0,"0"-10"10"0,0 10-23 0,0 0-8 15,0 0-7-15,0 0-14 0,0 0-12 0,0 0-6 16,0 0-12-16,-2-9-13 0,2 9-3 0,0 0-5 16,0 0-8-16,0 0-13 0,0 0 5 0,0 0-1 15,0 0-7-15,9 20 1 0,-5-14-3 0,-1 0 2 16,3 0-4-16,-2 0 2 0,0 0-5 0,2 2-1 15,-1 1 2-15,-1-1-5 0,1-3 3 0,1 3-6 16,0-2 0-16,-1 2-1 0,0 0-2 0,-2-1-9 16,0-2-27-16,4 3-19 0,-5 0-19 0,2-3-28 15,-1 0-9-15,-3-5-24 0,2 12-87 0,1-7-230 16,-3-5 103-16</inkml:trace>
  <inkml:trace contextRef="#ctx0" brushRef="#br0" timeOffset="-154141.93">15913 4998 58 0,'0'0'128'15,"0"0"-8"-15,-5-6-1 0,5 6-23 0,0 0-9 16,0 0-8-16,-19 10-1 0,11-5-18 0,-7 5 0 16,3 1-7-16,-3 1 0 0,1-1-5 0,-8 7-9 15,2-3-34-15,-2 2-28 0,-2-3-32 0,1 3-33 16,-2-4-66-16,0 5-165 0,-2-7 74 0</inkml:trace>
  <inkml:trace contextRef="#ctx0" brushRef="#br0" timeOffset="-153913.42">15628 4961 42 0,'0'0'118'0,"0"0"-15"0,0 0-8 0,6-4-5 16,-6 4-15-16,0 0-2 0,0 0-8 0,13 2-10 0,-13-2-16 15,14 7 11-15,-5-3-7 0,1 2-10 0,2 0 8 16,1 0-22-16,-1-1-15 0,6 1-25 0,-1-1-17 16,1 0-10-16,0 0-22 0,0-1-58 15,-1-1-139-15,1 0 61 0</inkml:trace>
  <inkml:trace contextRef="#ctx0" brushRef="#br0" timeOffset="-153721.75">16094 5103 46 0,'0'0'94'0,"5"7"-3"15,-2-3-4-15,1 2-3 0,0 1-2 0,0 0 2 0,-1 0-15 16,5 2 2-16,-2 0-20 0,1 0-2 0,2-2 1 15,3 4-11-15,-1-1 0 0,2-1-10 16,3 0-23-16,1 0-20 0,-2 0-31 0,2-3-27 16,-2 1-68-16,-3-2-152 0,0-2 67 0</inkml:trace>
  <inkml:trace contextRef="#ctx0" brushRef="#br0" timeOffset="-153379.4">16416 5237 45 0,'0'0'108'0,"0"0"-17"0,0 0 8 0,0 0-6 16,0 0-3-16,13 6-14 0,-8-2-3 0,-5-4-3 0,8 7-5 15,-4-4-6-15,2 3-8 0,-1 0-3 16,2-1-2-16,2 0-12 0,-2 2 4 0,1-2 0 16,1 0-16-16,-1 1-9 0,1-1-21 0,-2-1-20 15,2 2-13-15,-2-4-5 0,-1 2-15 0,0-3 5 16,1 2-8-16,-1 1 7 0,-6-4 5 0,10 1 3 15,-10-1 6-15,7 2 5 0,-7-2 11 0,0 0 13 0,12-3 7 16,-12 3 6-16,4-6 16 0,-4 6 3 16,3-6 4-16,-3 6 6 0,1-8 15 0,-1 8 10 15,0 0 2-15,0 0 2 0,-2-11 0 0,2 11-4 16,0 0-11-16,-11-2 1 0,11 2-5 0,-17 8-6 16,4 0-3-16,-9 9 0 0,-4 2 2 0,1 1-9 15,-4 2 3-15,0 4-6 0,1-2-23 0,-1 0-20 16,3-1-31-16,-1-2-11 0,4 0-27 0,3-3-80 15,5-6-188-15,2 2 84 0</inkml:trace>
  <inkml:trace contextRef="#ctx0" brushRef="#br0" timeOffset="-153152.4">16459 5425 40 0,'6'-4'148'0,"-6"4"-16"0,0 0-10 16,0 0-20-16,0 0-10 0,0 0-9 0,0 0-10 15,8-1-7-15,-8 1-6 0,0 0-7 0,0 0-2 16,0 0 6-16,11 4-20 0,-11-4-5 0,0 0 1 16,7 4-15-16,-7-4-26 0,3 6-21 0,-3-6-21 15,0 0-30-15,0 0-92 0,-10 10-187 0,10-10 83 16</inkml:trace>
  <inkml:trace contextRef="#ctx0" brushRef="#br0" timeOffset="-152965.25">16249 5356 29 0,'-6'-8'118'0,"6"8"-15"0,0 0 7 15,0 0 8-15,0 0-11 0,0 0-14 0,25 13-4 16,-15-7-10-16,2 1-5 0,2 2 1 15,5 1-13-15,-1-1 1 0,-1-1-7 0,2 3-10 0,-2-1-7 16,0 1-24-16,-1 0-14 0,2-1-39 16,-1 1-30-16,0-2-29 0,-2 0-82 0,-2 1-195 0,-1-4 87 15</inkml:trace>
  <inkml:trace contextRef="#ctx0" brushRef="#br0" timeOffset="-152703.31">16934 5436 105 0,'0'0'207'16,"1"-8"-10"-16,-1 8-12 0,0 0-12 0,0 0-20 16,0-9-16-16,0 9-16 0,0 0-16 0,0 0-3 0,0 0-14 15,0 0-10-15,0 0-10 0,18 6-8 0,-11 0-3 16,-2 0-7-16,5 0-4 0,-1 1-3 15,6 3-5-15,-4-4-2 0,4 5-4 0,0-5-19 16,2 3-19-16,-6-2-7 0,4 0-14 0,-2-3-26 16,1 0-23-16,-2 0-18 0,0-1-18 0,-2 1-20 0,-1 2-16 15,0-3-92-15,-1 0-258 0,-3 0 115 0</inkml:trace>
  <inkml:trace contextRef="#ctx0" brushRef="#br0" timeOffset="-152532.38">17236 5439 86 0,'0'0'143'16,"0"-7"-7"-16,0 7 1 0,0 0-13 0,0-9-5 0,0 9-15 16,0 0-12-16,0 0-9 0,0 0-11 15,0 0-11-15,0 0 1 0,0 0-8 0,-29 23-9 0,16-8-1 16,-4 3-1-16,-2 0-6 0,-2 1 0 16,7-3-21-16,0-3-25 0,0 1-34 0,1-2-32 15,-2 3-31-15,6-6-105 0,-4 2-228 0,6-3 102 16</inkml:trace>
  <inkml:trace contextRef="#ctx0" brushRef="#br0" timeOffset="-152292.06">17531 5403 80 0,'0'0'158'0,"0"0"-18"16,6-1-13-16,-6 1-13 0,0 0-10 0,0 0-8 16,0 0-15-16,16 8-7 0,-13-3-7 0,4 0-4 15,-1 2-6-15,2 0-5 0,-2 1-7 0,-1 0 1 16,2-1-19-16,0 0-22 0,0 1-28 0,-1-2-35 16,-2-1-29-16,1 1-28 0,-2 1-61 0,-3-7-190 15,2 10 84-15</inkml:trace>
  <inkml:trace contextRef="#ctx0" brushRef="#br0" timeOffset="-152107.76">17633 5428 25 0,'-4'-7'176'16,"4"7"-23"-16,0 0-20 0,0 0-13 0,0 0-5 15,0 0-18-15,0 0-4 0,-23 15-13 0,11-2-5 16,-1 2-8-16,-1 0-2 0,-4 5-9 0,-3-1-8 15,8-4-25-15,-2 1-17 0,2-2-50 0,2 0-30 16,1 0-48-16,-1-3-60 0,8-1-198 0,-4-5 88 16</inkml:trace>
  <inkml:trace contextRef="#ctx0" brushRef="#br0" timeOffset="-151886.45">17861 5364 84 0,'5'-7'156'0,"-5"7"-4"0,0 0-26 0,0 0-16 15,0 0-9-15,10-4-6 0,-10 4-12 0,0 0-7 16,11 8-1-16,-4-3-10 0,2 1-9 0,0 0-6 16,0 0-10-16,1-1 3 0,3 1-4 0,-2 0-26 15,2 0-23-15,-2-3-22 0,-2 1-28 0,3 0-23 16,-1-1-29-16,-4 0-67 0,1 0-191 0,-8-3 84 15</inkml:trace>
  <inkml:trace contextRef="#ctx0" brushRef="#br0" timeOffset="-151695.83">18080 5318 140 0,'0'0'142'0,"0"0"-8"0,0 0-16 0,0 0-16 16,0 0-9-16,0 0-10 0,0 0-8 15,0 0-3-15,0 0-10 0,0 0-5 0,-15 16-5 0,10-8-8 16,0 0-3-16,0 2-3 0,-2 0-7 0,1-1-1 16,-2 1-19-16,2-3-15 0,1 3-21 0,0-2-29 15,-1-2-27-15,3-1-30 0,-2 4-64 0,5-9-191 16,-9 9 85-16</inkml:trace>
  <inkml:trace contextRef="#ctx0" brushRef="#br0" timeOffset="-151474.26">18210 5273 11 0,'0'0'107'0,"0"0"-8"16,0 0-10-16,0 0-10 0,3 14-7 0,-3-14-6 15,0 0-11-15,2 11 2 0,-2-11-19 0,0 0-13 16,5 9-30-16,-3-6-22 0,-2-3-17 0,9 4-60 16,-9-4-113-16,0 0 51 0</inkml:trace>
  <inkml:trace contextRef="#ctx0" brushRef="#br0" timeOffset="-151274.47">18414 5143 3 0,'0'0'154'0,"0"0"-8"16,0 0-20-16,3-6-9 0,-3 6-16 0,0 0-6 16,0 0-12-16,0 0 5 0,9-1-3 0,-9 1-13 15,0 0-10-15,16 6-6 0,-10-4-8 0,4 3 0 16,0-1-10-16,-4 0 0 0,3 0-2 0,-4-1-4 16,5 2-18-16,-1 0-17 0,-9-5-28 0,13 8-23 15,-7-7-29-15,-1 2-18 0,1 0-94 0,-6-3-212 16,5 6 94-16</inkml:trace>
  <inkml:trace contextRef="#ctx0" brushRef="#br0" timeOffset="-151095.65">18507 5142 47 0,'0'0'113'0,"0"0"-8"0,0 0-9 0,0 0-9 15,0 0-10-15,0 0-9 0,0 0-1 0,0 0-4 16,-19 13-2-16,11-7-10 0,1-1-5 0,-2 3-2 15,0 0-9-15,0-1-4 0,1 0-17 0,-1-1-5 16,0 2-17-16,3-3-26 0,-1 1-31 0,2-3-87 16,-3 2-164-16,8-5 73 0</inkml:trace>
  <inkml:trace contextRef="#ctx0" brushRef="#br0" timeOffset="-150884.05">18606 4943 52 0,'6'-6'126'0,"-6"6"-11"0,4-4-11 0,-4 4-14 16,7-2 3-16,-7 2-12 0,13 3-13 0,-5-2-1 16,1 2-11-16,1 0-9 0,-1-1 0 0,3 2-5 15,-3 1-18-15,1-1-14 0,0-1-21 0,-1 1-29 16,1-1-16-16,-3 0-29 0,0-2-54 0,-2 3-150 15,-5-4 67-15</inkml:trace>
  <inkml:trace contextRef="#ctx0" brushRef="#br0" timeOffset="-150702.75">18734 4853 90 0,'-2'-7'97'0,"2"7"-9"0,0 0-20 0,0 0 7 16,0 0-8-16,0 0 1 0,0 0-2 0,0 0-13 15,9 20-5-15,-6-11 0 0,-1 1 10 0,1-2-21 16,2 1 10-16,0 2-13 0,-1-3 2 0,1-2-18 16,0 0-32-16,-1 0-22 0,-2 0-20 0,2-2-28 15,-4-4-51-15,5 7-146 0,-5-7 65 0</inkml:trace>
  <inkml:trace contextRef="#ctx0" brushRef="#br0" timeOffset="-150578.03">18636 4933 62 0,'-23'17'39'0,"-1"-1"-23"15,1 3-36-15,-1 0-21 0,-2-4 10 0</inkml:trace>
  <inkml:trace contextRef="#ctx0" brushRef="#br0" timeOffset="-150108.22">17716 7559 73 0,'0'0'58'0,"13"1"-18"0,-13-1-9 0,9 1-11 15,-9-1-2-15,10 0-7 0,-10 0-11 0,0 0-18 16,13-2-22-16,-13 2-41 0,6-5 19 0</inkml:trace>
  <inkml:trace contextRef="#ctx0" brushRef="#br0" timeOffset="-149548.3">17179 4297 54 0,'2'-9'99'0,"-2"9"-12"0,0 0 1 0,0 0-13 16,0 0-1-16,0 0-17 0,0 0-5 0,0 0-3 15,0 0-8-15,0 0-5 0,0 0-23 0,0 0-16 16,0 0-2-16,0 0-16 0,0 0-9 0,0 0-28 16,0 0-44-16,0 0-110 0,-14 19 49 0</inkml:trace>
  <inkml:trace contextRef="#ctx0" brushRef="#br0" timeOffset="-148953.78">17699 8020 73 0,'0'0'124'0,"0"0"-7"15,0 0-14-15,0 0-11 0,6 4-5 0,-6-4-13 16,0 0-7-16,0 0-3 0,0 0-13 0,0 0-17 16,0 0-18-16,0 0-23 0,0 0-22 0,0 0-25 15,0 0-82-15,0 0-146 0,-8-22 64 0</inkml:trace>
  <inkml:trace contextRef="#ctx0" brushRef="#br0" timeOffset="-148380.02">17299 4032 33 0,'-3'-8'62'0,"3"8"-6"0,0 0-8 0,0 0-5 15,0 0-9-15,0 0-13 0,0 0-12 16,0 0-4-16,0 0-12 0,0 0-23 0,0 0-16 15,0 0-49-15,-4 17 21 0</inkml:trace>
  <inkml:trace contextRef="#ctx0" brushRef="#br0" timeOffset="-144343.31">15937 7607 25 0,'-6'5'25'15,"6"-5"-2"-15,0 0-1 0,0 0 3 0,0 0-8 16,-5 4-8-16,5-4 2 0,0 0 6 0,0 0-4 16,0 0-4-16,0 0 4 0,0 0-3 0,-5 4 1 15,5-4 1-15,0 0-1 0,0 0-2 0,0 0 4 16,0 0-3-16,0 0 6 0,-3 8 3 0,3-8-6 15,0 0 5-15,0 0 3 0,0 0 1 0,0 0 3 16,0 0 2-16,0 0-3 0,0 0 3 0,0 0 5 16,0 0-13-16,0 0-2 0,0 0 12 0,0 0-3 15,0 0-7-15,0 0 2 0,0 0 0 0,0 0 7 16,0 0-8-16,0 0 9 0,0 0-2 0,0 0 4 16,0 0 1-16,0 0 9 0,0 0-10 0,0 0 3 15,0 0 8-15,0 0-8 0,0 0 3 0,0 0 0 16,0 0-1-16,0 0 4 0,0 0-9 0,0 0 12 15,0 0-14-15,0 0 4 0,0 0-9 0,0 0 7 16,0 0-3-16,0 0 0 0,0 0-5 0,0 0-3 16,0 0-2-16,0 0 3 0,0 0 0 0,0 0-4 15,0 0-7-15,0 0 8 0,0 0 0 0,0 0-1 16,0 0 3-16,0 0 0 0,0 0-7 0,0 0 4 16,0 0 0-16,0 0 1 0,0 0-4 0,0 0-5 15,0 0 1-15,0 0 4 0,0 0-4 0,0 0-2 16,0 0-2-16,0 0 4 0,0 0-3 0,0 0 3 15,0 0-9-15,0 0 0 0,0 0-1 0,0 0 4 0,0 0-2 16,0 0 4-16,0 0-4 0,0 0 4 0,0 0 0 16,0 0 8-16,0 0 0 0,0 0-2 15,0 0 2-15,0 0 4 0,0 0-8 0,0 0 3 16,0 0-4-16,0 0 0 0,0 0-2 0,0 0-1 0,0 0 3 16,0 0 0-16,0 0-6 0,0 0 8 0,0 0-9 15,0 0 3-15,9-21-1 0,-9 21-4 0,4-4 3 16,-4 4-1-16,2-11 4 0,-2 11 0 0,4-9 0 15,-4 9-2-15,5-6-14 0,-2 1 13 0,-3 5-1 16,4-11 2-16,-4 11 0 0,6-6-3 0,-2 1-1 16,-3-1 7-16,-1 6-6 0,5-8-3 0,-3 3 7 15,-2 5-2-15,6-9 0 0,-4 3 3 0,2 0-3 16,0 1-4-16,-4 5 4 0,4-8 0 0,-4 8-4 16,4-10 6-16,-1 5-5 0,-3 5 4 0,3-12-1 15,1 9 0-15,-1-3-2 0,0 2 4 0,1-3-3 16,-4 7 1-16,7-8-2 0,-3 4 1 0,-4 4 2 15,6-10-1-15,-1 5-1 0,-5 5 1 0,6-8-2 16,-3 3 0-16,0 0-1 0,-3 5 0 0,7-12-1 16,-3 8 3-16,0-2 0 0,-4 6 4 15,6-9-8-15,-1 3 5 0,-1 1-2 0,0-1 1 0,-1 0 1 16,1 1-2-16,-4 5-1 0,7-10 2 0,-3 5-4 16,0-1 8-16,-2 1-4 0,3 0 6 0,-1 0-1 15,0 1-4-15,0-2 5 0,1 2-5 0,-5 4 1 16,6-9-1-16,-2 4-5 0,1 1 11 0,-1 0-1 15,-4 4 4-15,8-9-2 0,-4 4-1 0,-2-1-2 16,-2 6 0-16,8-8-1 0,-5 3 5 0,2 0-5 16,-3-2-3-16,3 3 2 0,0-2-2 0,-5 6 0 15,9-7 0-15,-5 1-3 0,0 3 0 0,-4 3 2 0,8-10 0 16,-2 4 2-16,-2 2-4 0,0 0 2 16,0-1-1-16,-4 5 2 0,7-9-3 0,-3 5 0 15,1 0-3-15,0-2 6 0,0 2-2 0,-5 4-1 16,9-6 1-16,-3 1 2 0,-3 1-3 0,5 1 3 0,-4-1-3 15,1-2 3-15,1 2-5 0,-2 0 1 0,1-1 1 16,2 1-2-16,-7 4 1 0,10-9-3 16,-5 6 3-16,0-1 2 0,3 1 1 0,-3-2 0 15,0 1 0-15,1 0 0 0,2-1-4 0,0 3 1 0,-2-4 0 16,1 4 1-16,-2-3 3 0,1 1 3 0,2-1-3 16,1 1-4-16,-3-1 2 0,2 0-3 0,-1 2 0 15,2-6 3-15,0 5-2 0,-2-1-1 16,0 5 0-16,0-5 4 0,-1 1 1 0,1 2-3 0,1-2-3 15,-1 2 6-15,0-4-4 0,0 4 7 0,-1-4-6 16,2 4-5-16,-8 2 7 0,11-4-4 0,-4 0-1 16,-2 0 8-16,2 2-4 0,-1-2-1 0,3-2-3 15,-3 3 3-15,0 0 3 0,1-1-1 0,-1 2-4 16,-6 2 2-16,13-6 1 0,-3 2-1 0,-2-1-2 16,0 2 2-16,-3-1 0 0,2 3 0 0,0-3 6 15,-1 3-7-15,1-3 2 0,-1 0 2 0,1 0 0 16,4-1-5-16,-5 2 2 0,-1 1 1 0,-5 2-2 15,14-6 0-15,-5 2 0 0,-5 1 3 0,4 1-3 16,-3-2 4-16,1 1-6 0,-6 3 3 0,11-5-1 16,-5 2 2-16,0-1-2 0,1 1 1 0,-7 3-1 15,11-6 4-15,-4 4-6 0,0-2 5 0,-2 1-1 16,3-1 0-16,0 2-1 0,-1-2-2 0,0 2 2 16,3 1-1-16,-4-4 2 0,1 2 2 0,3-1-4 15,-5 1 3-15,2 1-6 0,0-2 4 0,2-1 0 16,-3 2 1-16,1 1-3 0,-1-1 0 0,2 0 1 15,-8 3 2-15,13-4-4 0,-7 1 4 0,-1 1 4 16,3-1-8-16,-8 3 3 0,14-3 0 0,-9 0 2 16,3 0-5-16,-8 3 0 0,13-5 4 0,-4 0 0 15,-2 3 0-15,2 0 0 0,0-3 1 0,-1 4-5 16,3-1 4-16,-2-1-1 0,0 2 1 0,2-2-4 0,0-1 5 16,0 1 0-16,1 0-3 0,-1-1 1 15,2 1 0-15,0 0 0 0,0 1 15 0,-1-2-3 16,4 0-2-16,2 1 1 0,-5 0-2 0,0 1-2 15,0-2-7-15,1 0-11 0,-1 1-17 0,0-1-18 0,5 0-23 16,-4 2-25-16,4-4-26 0,0 3-24 0,-6-1-34 16,6 0-103-16,-6-1-305 0,-1 0 134 0</inkml:trace>
  <inkml:trace contextRef="#ctx0" brushRef="#br0" timeOffset="-142836.8">17234 6672 70 0,'0'0'84'0,"0"0"-10"0,0 0-2 16,0 0 2-16,0 0-9 0,0 0-2 16,0 0 3-16,0 0-12 0,0 0-6 0,0 0 4 15,0 0-11-15,0 0-2 0,0 0-2 0,16-9-2 0,-10 7-2 16,-6 2 3-16,14-2-5 0,-7-1 0 0,3 2-10 15,0 0 10-15,2-3-2 0,0 3 0 0,4-1 2 16,-5 2-3-16,7-2-4 0,-5 0 6 0,5 1-5 16,-4-2-5-16,2 2 9 0,1 1 2 0,-2-2 7 15,-2 1-4-15,8 0-3 0,-9-1 0 0,7 2-3 16,-1-3 2-16,0 2-7 0,-4 0 2 0,3-1 0 16,-3 1 1-16,0-1-3 0,1 0 0 0,2 1 0 15,2-1 0-15,-2-1 2 0,-1 2 4 0,2-2-6 16,-2 2 4-16,-3 0-1 0,0 1 1 0,4-2-4 15,-3 1 1-15,3 1-4 0,-3-2-2 0,0 1-1 16,0 1-2-16,-1 0-1 0,1 0 1 0,0 0-2 16,-1-2 2-16,2 2-5 0,-2-1 1 0,5 1 1 15,-6-2 1-15,4 1-1 0,-3 0 0 0,4-1-1 16,-2 4 3-16,-2-4-2 0,6 1 0 0,-3 1-2 16,-2 0 2-16,4 0 0 0,-5-1-2 0,5 2-4 15,-2-2 2-15,2-1 0 0,0 2 1 0,-4 2 0 16,-1-4 0-16,5 2 1 0,-4 2 2 0,-3-1 0 15,3-1-2-15,-1 0 0 0,-3 0 1 0,2 0 2 16,1 1 1-16,-3 1-3 0,3-2-2 0,-2 1 4 16,1-1-3-16,-2 1 0 0,0 1 1 0,-3-1-3 15,1 1-4-15,0-2 2 0,-8 0 2 0,16 3-3 16,-9-3 1-16,-1 1 1 0,2-1-2 0,-8 0 0 16,14 3 1-16,-6-2-3 0,-2 0 1 0,-6-1 0 15,13 2-3-15,-8-1 3 0,-5-1 5 0,14 3-6 16,-9-2 0-16,2 1 0 0,-7-2 1 0,14 4 0 15,-5-3-1-15,1 3 0 0,-1-1 0 0,1 1 7 16,-3-1-7-16,4 0 1 0,-5 0 9 0,5 1-10 16,-2 1 1-16,2-4 1 0,-2 3 3 0,1-2-2 15,2 2 4-15,-1 1 0 0,2-1-3 0,-3 0-1 16,1-1 0-16,-3-1-1 0,1 2-1 0,0 0 0 16,0-2 0-16,0 1-1 0,-2 0 3 0,-1-2-3 15,2 1 1-15,-1 4-1 0,1-3-1 0,0 1 2 16,-2-1-2-16,3 1 2 0,1 2-1 0,-2-2 2 15,1 3 1-15,1-4-3 0,-2 5-3 0,0-4 3 16,-1-1 0-16,1 3 0 0,-1-1 1 0,2 0-4 0,2-1 4 16,-2 4-4-16,-2-4 1 0,1 0 0 15,-1 2 2-15,1-1 0 0,-1 0-2 0,-1 0 0 16,2-2 3-16,-3 2-1 0,1-2-1 0,-1 3 1 16,1-2 2-16,0-1 1 0,-1 3 0 0,0-2-2 15,-1 1 2-15,2 2 6 0,-1 0 0 0,2-2-2 16,0 2 2-16,-3-1-2 0,1-2-3 0,1 3 3 15,1 0-3-15,-3 2 2 0,2-2 1 0,2-1-2 16,-3 3 2-16,3-2-5 0,-2-2 4 0,-1 3 0 16,2-1-2-16,-1 2 0 0,-1-5 2 0,0 3 0 0,0-3-5 15,-1 2 2-15,3 2-2 0,-2-1 4 0,0-1-2 16,0-2 1-16,0 1 1 0,0 1-2 16,-1 1 0-16,3-3 1 0,-1 2-1 0,-4 0 3 15,3-1 0-15,-1 0 1 0,1 3-3 0,-1-2 3 16,-1-1-2-16,2 2-2 0,-1-3 0 0,-2 3-1 0,2 1 1 15,-1-3 0-15,-1-1 0 0,1 3 0 0,-1-1-1 16,1-1-2-16,0 3 2 0,-1-2-2 0,1-1 3 16,0 3-3-16,0-2-3 0,-1 0 4 15,2 0-2-15,-1-1 1 0,-3-5-3 0,4 11 4 16,-3-5-5-16,-1-6 5 0,4 10-5 0,-3-4 4 0,3 0 1 16,-1-2 4-16,-1 3-1 0,2 0-2 0,-2-1-2 15,1 0 0-15,-3-6 0 0,5 10 2 0,-2-3-2 16,-1-1 1-16,2 0 1 0,-3 1-3 15,1 1-1-15,-2-8 7 0,6 11-6 0,-5-3-1 0,2-1 1 16,1 1-2-16,-4-1 1 0,2 3 4 0,1-2-3 16,1-1 0-16,-3 3 2 0,-1 0-2 0,1-1-4 15,1 1 5-15,-2-4-3 0,2 3 1 0,-2-2 2 16,3 0 2-16,-2-1-5 0,-1-6 3 16,4 10-2-16,-4-10 1 0,0 9-1 0,0-9 3 0,2 7 2 15,-2-7-4-15,3 4-1 0,-3-4-1 0,0 0 1 16,0 0 3-16,1 8-1 0,-1-8 0 0,0 0-1 15,0 0 1-15,0 0-13 0,1 8-12 16,-1-8-13-16,0 0-14 0,0 0-24 0,0 0-36 0,0 0-39 16,0 0-43-16,0 0-43 0,-19-4-164 0,19 4-431 15,-24-7 190-15</inkml:trace>
  <inkml:trace contextRef="#ctx0" brushRef="#br0" timeOffset="-142191.44">16281 7153 59 0,'0'0'147'0,"0"0"-7"16,0 0-8-16,0 0-16 0,-6-3-12 0,6 3-15 0,0 0-10 15,0 0-8-15,0 0-3 0,0 0-1 0,0 0 4 16,6 27-12-16,-4-18-5 0,0 5-10 0,2 0-2 15,-3 4-2-15,1 1-3 0,0 0 2 16,2 0-6-16,-4 0-6 0,1-2 3 0,0 1-5 0,1-3 0 16,-2 1-4-16,0-3-11 0,0 0-20 0,-2-3-30 15,2-1-26-15,0 0-26 0,-1-2-28 0,1-7-98 16,-4 12-234-16,1-7 104 0</inkml:trace>
  <inkml:trace contextRef="#ctx0" brushRef="#br0" timeOffset="-141980.78">16445 7215 125 0,'0'0'165'0,"0"0"-12"16,0 0-16-16,0 0-12 0,-16 20-9 0,7-10-11 15,-2 1-12-15,-2 3-8 0,2-3-7 0,-1 1-7 16,1 1-10-16,3-4-5 0,-1 3-13 0,1-2-22 15,2-1-26-15,-2-3-18 0,3 0-26 0,1 1-36 16,4-7-35-16,-6 6-72 0,6-6-208 0,0 0 92 16</inkml:trace>
  <inkml:trace contextRef="#ctx0" brushRef="#br0" timeOffset="-141779.68">16625 7060 129 0,'4'-4'194'0,"-4"4"-19"0,0 0-16 0,0 0-18 16,0 0-11-16,0 0-10 0,0 0-11 0,0 0-8 15,-8 22-11-15,4-13-9 0,0 3-6 0,-1-2-12 16,3 0-5-16,-2 2-5 0,0-2-25 0,0 0-22 16,1 3-32-16,0-3-22 0,1 2-26 0,-1-3-31 15,3 1-24-15,-3-1-93 0,3-1-240 0,0-8 106 16</inkml:trace>
  <inkml:trace contextRef="#ctx0" brushRef="#br0" timeOffset="-141589.48">16783 6953 147 0,'3'-6'184'15,"-3"6"-29"-15,2-6-15 0,-2 6-18 0,0 0-15 16,0 0-11-16,0 0-4 0,0 0-4 0,0 0-14 15,-1 26-2-15,-3-14-7 0,0 0-11 0,0 0-13 16,1 3-18-16,-1-2-18 0,0-3-28 0,0 2-21 16,2-2-31-16,2-3-32 0,-2 1-96 0,2-8-220 15,-2 9 98-15</inkml:trace>
  <inkml:trace contextRef="#ctx0" brushRef="#br0" timeOffset="-141397.92">17072 6831 43 0,'0'0'140'0,"6"-6"-11"0,-6 6 6 0,8-3-9 0,-8 3-12 15,0 0-2-15,12 3-18 0,-12-3-6 0,9 6-5 16,-3-2-13-16,-1-1-5 0,1 1-2 16,1-1-15-16,-1 0-27 0,3 3-30 0,-4-1-14 15,3-3-21-15,0 4-29 0,-1-3-25 0,0 0-83 0,-7-3-196 16,13 4 87-16</inkml:trace>
  <inkml:trace contextRef="#ctx0" brushRef="#br0" timeOffset="-141231.59">17397 6773 110 0,'0'0'137'0,"0"0"-16"0,0 0-6 16,10-2-4-16,-10 2 1 0,0 0-4 0,11 6-13 15,-7-2-8-15,0 1-2 0,1 0-12 0,0 0-13 16,-1 5 1-16,4-1-5 0,-4-1-16 0,2 0-23 15,0-1-31-15,2 2-30 0,0-3-23 0,1 1-16 16,0-3-22-16,-2-1-75 0,3 0-194 0,1-1 87 16</inkml:trace>
  <inkml:trace contextRef="#ctx0" brushRef="#br0" timeOffset="-141060.19">17781 6786 47 0,'9'-8'119'0,"0"3"5"0,-2-3 5 0,-2 4-5 16,1 0-4-16,-6 4 5 0,6-6-3 0,-6 6-17 15,6-3-8-15,-6 3-6 0,0 0-13 0,6-6-9 16,-6 6-7-16,0 0-7 0,0 0-2 0,0 0-10 16,10 8 0-16,-10-8-4 0,5 7-25 0,-2-1-21 15,-2 1-26-15,0-1-17 0,-1-6-19 0,3 10-25 16,-3-10-23-16,3 9-99 0,-1-5-232 0,-2-4 104 16</inkml:trace>
  <inkml:trace contextRef="#ctx0" brushRef="#br0" timeOffset="-140703.34">18125 6751 175 0,'0'0'173'0,"8"-1"-3"0,-8 1-10 0,0 0-8 15,6-3-17-15,-6 3-18 0,0 0-16 0,0 0-6 16,0 0-6-16,7 7-12 0,-7-7-7 0,0 0-5 16,-3 16-6-16,3-16-7 0,-3 12-4 0,1-3-27 15,2-4-12-15,0-5-22 0,-1 14-16 0,2-9-26 16,-1-5-9-16,4 14-2 0,0-8-24 0,0-1 1 15,-4-5-7-15,11 7-8 0,-5-4 4 0,6-2 10 16,2 1 10-16,3-4 12 0,2 1 6 0,1-1 3 0,-1 0 6 16,0-1 3-16,-1-2 13 0,0 2 8 0,-2-4 11 15,-2 2 7-15,-3-1 18 0,1 0 3 16,-2-1 8-16,-1-1 7 0,2 1 6 0,0-1-7 16,-4 0 26-16,3 0 0 0,-2 0 2 0,0 5-8 15,-3-1 23-15,-1 1-2 0,2-2 3 0,-6 5-20 0,6-3 3 16,-6 3-6-16,0 0 5 0,0 0-3 0,0 0-3 15,4 15-5-15,-4-15 3 0,-5 17-8 16,3-10 1-16,-1 3 0 0,-2 1-5 0,1 0-26 16,2 1-16-16,-2-2-22 0,2-4-27 0,2 2-33 0,0-8-18 15,-3 13-90-15,1-8-217 0,2-5 96 0</inkml:trace>
  <inkml:trace contextRef="#ctx0" brushRef="#br0" timeOffset="-140527.79">18779 6786 56 0,'9'-1'142'0,"-9"1"-3"0,0 0-7 15,0 0 3-15,3 8-15 0,-3-8-3 0,-4 12-17 0,-1-3-11 16,2-3-2-16,0 3-14 0,-1 2-7 0,-1-1-15 16,1 0-21-16,0 0-25 0,-4-2-33 0,6 0-25 15,-1-3-33-15,1 1-111 0,-1 2-211 0,3-8 94 16</inkml:trace>
  <inkml:trace contextRef="#ctx0" brushRef="#br0" timeOffset="-140353.39">18900 6886 135 0,'0'0'143'0,"0"0"3"0,-9 21-30 16,6-14-14-16,-2-2-5 0,1 3-14 0,0 2-2 15,0-2-20-15,1 0-17 0,-1 0-27 0,0 0-25 16,3-3-28-16,1-5-36 0,-4 12-80 0,1-7-164 16,3-5 73-16</inkml:trace>
  <inkml:trace contextRef="#ctx0" brushRef="#br0" timeOffset="-140188.34">18989 7041 61 0,'-9'10'105'0,"4"-5"9"16,1-1-7-16,0 1-8 0,-1 0-19 0,1 0-3 15,-1 2-21-15,5-7-24 0,-3 8-29 0,1-2-38 16,0 0-82-16,2-6-126 0,-3 6 55 0</inkml:trace>
  <inkml:trace contextRef="#ctx0" brushRef="#br0" timeOffset="-140026.12">19075 7232 16 0,'0'0'139'0,"-5"6"-25"0,5-6-6 16,-7 8-15-16,5-4-25 0,2-4-15 0,0 0-37 15,-2 8-27-15,2-8-26 0,0 0-57 0,2 9-100 0,-2-9 44 16</inkml:trace>
  <inkml:trace contextRef="#ctx0" brushRef="#br0" timeOffset="-139879.72">19122 7310 98 0,'-6'5'169'0,"-2"-1"-10"0,0 0-18 0,3 1-9 15,-1-1-18-15,1 0-6 0,1 2-21 0,-2-2-22 16,6-4-30-16,-4 6-46 0,4-6-37 0,0 0-51 0,-4 8-60 15,4-8-172-15,0 0 78 0</inkml:trace>
  <inkml:trace contextRef="#ctx0" brushRef="#br0" timeOffset="-139742.72">19179 7361 64 0,'-10'7'135'0,"7"-5"-20"0,3-2-30 15,-7 4-30-15,7-4-54 0,0 0-78 0,-9 4-81 16,9-4 37-16</inkml:trace>
  <inkml:trace contextRef="#ctx0" brushRef="#br0" timeOffset="-122489.65">2424 8628 143 0,'-1'-14'202'0,"1"14"0"16,-3-8-4-16,-1 2-3 0,4 6-6 0,-2-7-10 16,2 7-12-16,0 0-14 0,-2-9-12 0,2 9-12 15,0 0-12-15,0 0-11 0,0 0-7 0,0 0-13 16,-1-7-7-16,1 7-9 0,0 0-7 0,0 0-6 15,0 0-8-15,0 0-2 0,0 0 4 0,-4 26 7 16,2-18 6-16,2 3-7 0,-2 2 1 0,1-2-5 0,0 7 4 16,-3 0-2-16,1 1-1 0,-3 1-3 15,0 5-4-15,1-7-4 0,2 2-4 0,-1-1 1 16,2 0-6-16,-1-2-3 0,0-1 0 0,2 2-3 16,0-1-3-16,-2-4-2 0,1 2-3 0,1-4-3 0,-2 1 4 15,3-1-7-15,0-2-6 0,-2 1-15 0,0-3-24 16,2-7-18-16,2 10-20 0,-2-10-30 15,1 9-28-15,-1-9-29 0,0 0-31 0,1 8-49 16,-1-8-213-16,0 0-485 0,0 0 215 0</inkml:trace>
  <inkml:trace contextRef="#ctx0" brushRef="#br0" timeOffset="-122316.47">2314 8390 145 0,'0'0'167'0,"0"-5"-28"16,0 5-23-16,0 0-30 0,0 0-16 0,0 0-26 15,0 0-29-15,0 0-37 0,0 0-35 0,0 0-61 16,0 0-126-16,15 19 56 0</inkml:trace>
  <inkml:trace contextRef="#ctx0" brushRef="#br0" timeOffset="-122100.29">2711 8475 36 0,'17'7'214'0,"-3"4"-11"16,1 6-3-16,-2 4-8 0,-4 3-1 0,3 7-27 16,-7-2-13-16,1 6-14 0,-3 0-12 0,-2-3-9 15,-2 2-10-15,1-1-7 0,-2-3-12 16,-3-2-8-16,0-1-1 0,0-2-12 0,-4 0-1 0,3-5-7 15,-3-1-7-15,-1-3-23 0,-4 6-24 0,1-7-31 16,-1 0-39-16,0-5-59 0,-3 1-42 0,2-3-178 16,-4-3-372-16,-2 0 164 0</inkml:trace>
  <inkml:trace contextRef="#ctx0" brushRef="#br0" timeOffset="-121887.92">2162 8650 2044 0,'-14'-15'-14'0,"-3"2"33"0,3 1-7 0,-4 5-19 0,5 4 2 16,-4 3 7-16,4 3 12 0,-4 2 10 0,2 6 5 15,0 2 1-15,-3 9 5 0,0 2 0 0,4 5-2 16,0 0 4-16,5 2-9 0,2-1-1 16,4 2-2-16,5 2-1 0,3-3-3 0,1 1 3 15,7-3-19-15,5 1-29 0,1-4-31 0,6-1-35 0,3-1-43 16,5-3-45-16,-1-3-149 0,16 1-355 0,-10-8 157 15</inkml:trace>
  <inkml:trace contextRef="#ctx0" brushRef="#br0" timeOffset="-121441.55">3762 8558 42 0,'0'0'240'0,"-8"-3"-13"0,8 3-18 16,0 0-19-16,-4-5-20 0,4 5-15 0,0 0-19 15,0 0-10-15,0 0-10 0,21-3-10 0,-2 1-7 16,10-4-14-16,2 4-7 0,1-2-10 0,-3 0-29 16,2 2-24-16,-1 2-27 0,-2-1-29 0,-7-1-25 15,-1 2-33-15,-1 0-22 0,-6 1-19 0,0-1-11 16,-2 0-95-16,-3 1-265 0,-8-1 117 0</inkml:trace>
  <inkml:trace contextRef="#ctx0" brushRef="#br0" timeOffset="-121088.76">4034 8519 60 0,'-13'-1'156'16,"13"1"-8"-16,-11 0-8 0,11 0-21 0,0 0-8 16,-10 3-2-16,7 3 1 0,0 3 1 0,1 3 9 0,-1 7-2 15,0-2-4-15,0 8-10 0,-1 1-4 16,2 0-6-16,3 3-9 0,-1-2-4 0,3 1-6 16,-2-2-4-16,1-1-5 0,0-1-3 0,1-5-9 15,0 0-5-15,-2 0-5 0,0-2 0 0,5-1-6 16,-4-1-7-16,1-3-3 0,-1-2 4 0,0-1-8 15,-4-4-1-15,2-5 0 0,2 13-4 0,-2-13-1 16,1 8 3-16,-1-8-3 0,0 8-1 0,0-8 3 16,0 0-5-16,-9 2-2 0,9-2 2 0,-14-2-3 0,14 2-3 15,-17-5 1-15,9 2 0 0,1-1-1 0,1 1 3 16,-1-1 7-16,1 1 0 0,6 3 2 16,0 0-6-16,-12-5-3 0,12 5-1 0,-6-2-5 15,6 2 1-15,0 0-2 0,0 0-3 0,0 0 3 16,0 0-2-16,0 0 1 0,0 0 3 0,0 0-3 0,23 12 1 15,-10-10-9-15,5 0-15 0,1-2-20 0,0 1-26 16,3-1-27-16,6-1-33 0,1-1-27 16,-1-2-24-16,0 0-24 0,-2-2-140 0,-6 3-367 15,-2-4 162-15</inkml:trace>
  <inkml:trace contextRef="#ctx0" brushRef="#br0" timeOffset="-120748.23">4321 8793 181 0,'-2'-7'190'16,"2"7"2"-16,-1-13-2 0,1 13-14 0,-1-9-19 15,1 9-10-15,-3-6-23 0,3 6-18 0,0 0 0 16,0 0 0-16,0 0 4 0,-5 32-8 0,2-13 2 16,1 0-5-16,-2 6-4 0,1 3-7 0,-2-5-6 15,3 2-6-15,-1 1-1 0,2-8-11 0,0-1-5 16,-2 0-5-16,1-1-4 0,0-4-6 0,1-1-2 16,0-3 0-16,-1 2-7 0,2-3-5 0,0-7 8 15,-1 8 14-15,1-8 16 0,1 8 10 0,-1-8-3 16,0 0-3-16,0 0-5 0,0 0 1 0,0 0-5 15,-10-19-6-15,9 9-6 0,0-2 0 0,-3-3-4 16,1-3-7-16,1-3 1 0,0-4-6 0,2-3-3 16,0-2-2-16,0 0-10 0,2-3-2 0,0 0-4 15,1 2-3-15,2-1-8 0,2 4 1 0,-1 3 5 16,-2 7-6-16,1 0-2 0,-1 8-3 0,1-2-9 16,1 2-5-16,0 3-8 0,1-1-17 0,1 2-8 15,3 4-13-15,2-1-8 0,-2 3-17 0,3 5-12 16,-1-2-19-16,5 6-35 0,-1 0-37 0,0 4-33 15,1 0-24-15,-5 1-184 0,-1 3-466 0,0-3 206 16</inkml:trace>
  <inkml:trace contextRef="#ctx0" brushRef="#br0" timeOffset="-120587.32">4479 8872 26 0,'-5'3'193'0,"5"-3"-4"15,-7 7-2-15,7-7-7 0,-5 3-9 0,5-3-12 16,0 0-18-16,-4 6-15 0,4-6-8 0,0 0-8 15,0 0-7-15,7 10-2 0,-2-7-12 0,4-1-13 16,4 1-26-16,3-2-46 0,5 2-56 0,9-3-81 16,-3 0-174-16,4-3-332 0,-2-1 148 15</inkml:trace>
  <inkml:trace contextRef="#ctx0" brushRef="#br0" timeOffset="-120201.41">5258 8610 129 0,'0'0'235'0,"3"-7"-24"16,-3 7-26-16,0 0-16 0,0 0 4 0,0 0-2 16,9 15 6-16,-6 2-14 0,-3 0-4 0,2 10-15 15,-2 1-9-15,-1 0-12 0,1-2-10 16,-1 4-10-16,-1-2-7 0,2 1-13 0,2-5-5 0,-1-5-6 15,0 0-7-15,0 0-10 0,1-1-1 0,-2-1-4 16,1-4-4-16,-1 2-14 0,0-3-19 0,0-1-37 16,0-4-30-16,0-1-39 0,0-6-40 0,1 10-46 15,-1-10-56-15,0 0-151 0,0 0-419 0,0 0 186 16</inkml:trace>
  <inkml:trace contextRef="#ctx0" brushRef="#br0" timeOffset="-119285.29">5215 8797 143 0,'8'-7'183'0,"1"3"-20"0,0-1-16 0,5-2-15 16,1 1-11-16,4-2-14 0,-1-1-11 0,2 0-9 15,6-2-6-15,-8 2-9 0,2 1-1 0,-2-2 3 16,0 1-3-16,0 0 4 0,-2 0 3 0,-4 1 3 16,-2 0 3-16,-1-1-3 0,3-1-7 0,-6 3-2 15,-1-3 2-15,2 0-3 0,-3 1-1 0,1 3-2 16,-2 1-5-16,1-1-4 0,-4 6-5 0,4-7-10 15,-4 7-9-15,0 0-6 0,0 0 1 0,0 0 2 16,4 18 3-16,-5 1-2 0,-4 4-2 0,-1 6-4 16,-1 0 0-16,2 0-2 0,1-1-6 0,1-1 1 15,-3-2 0-15,1-2-5 0,2-4 0 0,-2-2-3 16,3-1 1-16,0-4-1 0,2 0 0 0,-1-4-3 16,1-1 1-16,0-7 0 0,-1 13-3 0,1-13 2 15,-1 8-2-15,1-8 6 0,-2 7-3 0,2-7 0 16,0 0-3-16,0 0 1 0,0 0-3 0,0 0-5 15,9 1 1-15,-9-1-4 0,0 0 1 0,0 0-4 16,13-2 0-16,-13 2 1 0,9 2-2 0,-9-2 3 16,13 4 1-16,-7-2 0 0,3 3 0 0,0-3 1 15,4 4 0-15,-2-2 0 0,2-1 3 0,0 1-1 16,5-1 2-16,-6-1 1 0,6-2 0 0,3-2 0 16,-2-1-3-16,3-1 0 0,-7 0 0 0,4-2-3 15,-3-1 2-15,0 1-1 0,-2-4 0 0,-2 4-2 16,-3-2 5-16,0-1 0 0,-2 0-1 0,1 0 1 15,-2-1 0-15,-2 2-1 0,0-3-3 0,-4 1 0 16,1 0 3-16,-2 1 0 0,-2-1-3 0,1 2 3 16,-2 2 0-16,1-1-2 0,3 7 0 0,-10-8-2 15,4 7-1-15,6 1 1 0,-13 1-1 0,2 2-2 16,-3 5 1-16,5 0 1 0,-4 5 1 0,1-1-2 16,3 4 3-16,1-2 4 0,2-1 0 0,3-1 0 15,0 1 4-15,0-3 0 0,2 3 4 0,1-1 2 16,0-3 1-16,3 2 3 0,-1-3 6 0,2 0-1 15,3-2 2-15,-2-2 0 0,5 1 7 0,-4-1-1 0,3 0 4 16,3-2-2-16,-2-1-1 0,1-2-1 16,3 0-1-16,-1-2-4 0,0 1 1 0,0-3-4 15,3-2-3-15,-3 2 1 0,4-4-1 0,-7 4-3 16,4-6-2-16,3 2 0 0,-4-3 2 0,-1 1-8 16,0-1-1-16,-1-1 0 0,2 2-11 0,0-2-1 0,-4 4 0 15,0 0-7-15,-3 1 3 0,3-1-3 16,-1 3-2-16,-3 3-4 0,1 0 1 0,-6 3-2 15,0 0 6-15,21 8-4 0,-15-1 4 0,-2 2 2 16,2 1 3-16,-2 2 0 0,1-1 1 0,0-1 0 16,2 6 0-16,-1-6 5 0,-1 0-1 0,2 2 7 0,1-5 5 15,0 1 1-15,0 0 6 0,2-3 2 16,-1 0 2-16,0 0 0 0,1-3 3 0,4 1-1 16,-2-3 1-16,2 0-4 0,3-4 3 0,0 1-5 15,-5-2 4-15,2 0-5 0,-3 0-3 0,5-3-2 0,-5 1 0 16,1-4 3-16,-1 1-3 0,-1-2 0 0,-1-1-5 15,0 0 1-15,-4-2 4 0,1 0-2 0,-4 2-4 16,-2 2 0-16,1-3-1 0,-2 5 3 0,0-1-6 16,-2 5 1-16,3 5-6 0,-9-8 2 15,2 7-2-15,7 1-1 0,-16 9 0 0,1 0 4 0,1 2 1 16,0 5-8-16,0-1-16 0,4-1-23 0,-2 3-25 16,3 1-42-16,0-1-55 0,8-1-60 0,-2 0-258 15,3-3-530-15,4 3 234 0</inkml:trace>
  <inkml:trace contextRef="#ctx0" brushRef="#br0" timeOffset="-118811.07">6663 9045 188 0,'6'-4'279'0,"2"-2"-3"0,0-1-9 0,-2 0-10 0,2 2-9 15,-1-4-10-15,1 3-20 0,0-2-12 0,2 0-15 16,-1 0-7-16,3-4-5 0,-2 5-12 0,0-2-13 15,0-3-11-15,0-2-17 0,1 1-15 16,-1 0-6-16,-1-2-10 0,0 1-8 0,0 1-13 0,-4 3-7 16,-3 4-2-16,3-2-4 0,-2 2 3 0,-3 6-5 15,1-8-13-15,-1 8-3 0,4-5-6 0,-4 5-16 16,0 0 11-16,0 0-2 0,0 0 2 0,0 0-7 16,-10 24 1-16,7-15 1 0,1 1-14 0,-1 0 7 15,1 0-6-15,2 0 2 0,1-2 1 0,0 2-3 16,3 0-9-16,0-4 17 0,3-2-25 0,1 4 24 15,1-3-9-15,5 0 3 0,-1-4-2 0,4-1-3 16,2-1 3-16,3-1-3 0,-2-4-9 16,-1 1-1-16,0-1-8 0,-3-1 1 0,-1 0 4 15,-2-2-4-15,1-1-2 0,-4 2 0 0,-2-1-1 0,2 0 11 16,-6-3-10-16,1 2-13 0,-1-2 16 0,-2 2 0 16,0 0-3-16,-2 2 4 0,0 8-2 0,2-11 1 15,-1 7-4-15,-1 4-2 0,0 0-3 0,0 0 4 16,0 0 6-16,0 0 3 0,-3 24 9 0,1-14 7 15,0 6 0-15,-1-1 1 0,-1 1-9 0,0 1-2 16,2 2 10-16,1-2-6 0,-1 2-1 0,1-3 2 16,-1 0-3-16,0-5-36 0,4 1-29 0,0 1-31 15,-2-2-28-15,0 0-32 0,-2-1-50 0,2-10-74 0,0 15-73 16,0-15-203-16,0 0-597 0,-7 9 264 16</inkml:trace>
  <inkml:trace contextRef="#ctx0" brushRef="#br0" timeOffset="-118641.63">6506 8546 89 0,'-7'-4'238'0,"4"1"-42"0,3 3-45 15,-7-6-42-15,7 6-39 0,0 0-42 0,0 0-73 16,12 17-95-16,-2-11-150 0,7 3 66 0</inkml:trace>
  <inkml:trace contextRef="#ctx0" brushRef="#br0" timeOffset="-118147.94">7404 8915 27 0,'0'0'236'0,"-5"-6"-23"0,5 6-21 15,0 0-21-15,0 0-19 0,0 0-8 16,0 0 5-16,0 0-9 0,0 0-12 0,12 30 0 0,-7-17 2 15,-1 3-14-15,2 2-6 0,-3-3-10 0,-1 1-6 16,-1-4-3-16,2-1-5 0,1 1-6 0,-2-1 1 16,-1-5-6-16,-1 1 4 0,0-7 9 15,2 11 11-15,-2-11 10 0,1 6 8 0,-1-6 0 0,0 0-16 16,0 0-7-16,0 0-5 0,0 0-7 0,0 0-5 16,-14-16-5-16,13 8-12 0,0-3 1 0,1-2-8 15,3-3 4-15,0-2-25 0,4 0-6 0,3-7-2 16,1-1-7-16,7 3-2 0,-1 0-8 0,2 2-4 15,1 4 2-15,-6 5 1 0,3 1-11 0,-7 4 2 16,2 1 0-16,2 3 3 0,-3 3-5 0,3 3 2 16,-2 3-4-16,2 5 3 0,-4 1-3 0,0 4 2 15,0-1 5-15,-2 2-3 0,0 0 5 0,-2 2-6 16,-2-2 3-16,2 2-4 0,-2 0 2 0,0-4-10 16,-1 2-26-16,-2-1-25 0,-1-3-26 0,1-3-31 15,2 1-48-15,-3-2-56 0,2-2-37 0,1-2-254 16,-3-5-559-16,6 4 247 0</inkml:trace>
  <inkml:trace contextRef="#ctx0" brushRef="#br0" timeOffset="-117863.8">7910 8973 129 0,'0'0'214'16,"0"0"-13"-16,0 0-4 0,-19 21-12 0,14-11-7 15,-1 0-9-15,2-1-15 0,1 1-10 0,1 0-9 16,-1 1-13-16,6-5-5 0,-3 5-11 0,3-6-12 15,3 3 0-15,1-2-5 0,2-1-1 0,4-1-5 16,1 0-3-16,4-6-9 0,0 1 2 0,2-3-11 16,1-1-7-16,-2 0-1 0,-2-3-4 0,-2-1-3 0,0-1-2 15,-3 0 2-15,-1-4-1 0,-4 5 3 0,0-4-8 16,-4-3 2-16,-3-1-7 0,0 6-6 16,-4-7-1-16,-1 0-5 0,-4 3-4 0,-4 0 3 15,4 1-4-15,-2 3 16 0,1 2-8 0,-1 3-19 16,-1 3-22-16,1 1-18 0,-2 2-23 0,0 5-23 0,-2 0-35 15,-2 2-53-15,5 1-54 0,4 0-56 0,-2 1-151 16,4-3-462-16,4 1 204 0</inkml:trace>
  <inkml:trace contextRef="#ctx0" brushRef="#br0" timeOffset="-117451.88">8365 8777 2175 0,'13'-17'26'0,"-3"2"29"16,0-1-32-16,-2 1 18 0,-3 5 43 15,1-1 20-15,-4 5 6 0,3 0-9 0,-2 2-11 0,-3 4-13 16,0 0-4-16,0 0 1 0,0 0 12 0,0 0-1 16,-2 29 7-16,-3-3-7 0,3 0 1 0,-3 0-8 15,2 2-5-15,-2-4-7 0,1-5 0 0,-1 0-8 16,4-1 1-16,-1 1-7 0,0-1 3 0,1-1-11 16,1-5-5-16,0-1-1 0,-2 0-4 0,1-3-6 15,1 0 3-15,0-8 1 0,-1 10-5 0,1-10 0 16,0 0 6-16,0 10-1 0,0-10 8 0,0 0-11 15,0 0 13-15,0 0-7 0,0 0 7 0,0 0-19 16,0 0-6-16,18-16-6 0,-9 9 4 0,-2-1-21 16,10-3-3-16,1 2-7 0,0 2-4 0,-1-2 7 15,3 4-8-15,-1 0 6 0,1 3-2 0,-3 1 1 16,2 4-2-16,-6-1 2 0,0 2 1 0,-3 3-1 16,0 1 1-16,-1 1 3 0,-3 2 2 0,0-1 4 15,-5 1 1-15,-1 2-2 0,-4-3 3 0,0 1 1 16,-5-3 5-16,-1 3-5 0,1-1 4 0,-4-2 0 15,3-2-2-15,-5 0 2 0,1 0-5 0,2-5-10 16,-2 1-1-16,4 1-25 0,-2-2-28 0,0-3-26 16,1 0-35-16,4-1-39 0,-1 1-55 0,3-4-45 15,5 6-50-15,-3-11-182 0,5 1-539 0,-2 10 238 16</inkml:trace>
  <inkml:trace contextRef="#ctx0" brushRef="#br0" timeOffset="-117281.7">8759 8867 33 0,'0'0'255'0,"11"-4"-25"16,-11 4-22-16,8 0-15 0,-8 0 5 0,5 8 1 16,-3-1-8-16,-2 2-2 0,0 3-7 0,0 3-11 0,-2 2-11 15,2 1-13-15,-1 1-14 0,-2-2-8 16,2 1-12-16,-1 0-11 0,-1 0-6 0,0-6-40 16,1 4-42-16,-1-6-35 0,1 3-50 0,-3-3-76 15,3 0-67-15,-3-1-210 0,5-9-459 0,-5 10 203 16</inkml:trace>
  <inkml:trace contextRef="#ctx0" brushRef="#br0" timeOffset="-117127.32">8763 8645 38 0,'0'0'88'0,"0"0"-40"0,0 0-39 15,0 0-40-15,0 0-33 0,7 33 15 0</inkml:trace>
  <inkml:trace contextRef="#ctx0" brushRef="#br0" timeOffset="-116430.36">9168 8884 118 0,'1'-7'253'0,"-1"7"-5"0,-1-10-12 0,1 10 5 16,-9-9-12-16,3 4-2 0,0 1-11 15,-1 2-8-15,-6 1-11 0,3 1 0 0,-8 4-4 16,3 1-13-16,-5 5-12 0,-1 3-7 0,3 0-7 16,-4 4-23-16,3 3 12 0,5-4-5 0,1 1-12 0,-1 3-13 15,4-4-17-15,3 1-4 0,2-3-27 0,1-1 11 16,2-2-10-16,2 0-5 0,4-3-5 16,-1 2-5-16,5-1-1 0,1-6-10 0,3 1-6 15,0-2 0-15,4-2-11 0,0-2-4 0,2-2-10 0,2-1-2 16,-3-1 0-16,1-2 1 0,0 1-5 0,-4-5 1 15,7 4-3-15,-9-3 8 0,-3 3-5 0,-1-3 1 16,-3 0 1-16,4-3-2 0,-4-1-6 16,0-1 6-16,-1-1-5 0,-1 2 3 0,-1-1 1 0,-2 6 0 15,2-1-1-15,-2 5-2 0,0 6-5 0,1-11-2 16,-1 11-3-16,0 0 2 0,1-7 2 0,-1 7-3 16,0 0-5-16,0 0 20 0,-15 24-6 0,8-12 3 15,0 3 1-15,2-1 4 0,-2 0 3 0,2-1-4 16,2 2 9-16,2-2-16 0,2-2 5 0,-2 1 3 15,2-1-2-15,3-2 4 0,3-1 6 0,-1-1-2 16,3-1 8-16,1-1-4 0,3-4 5 0,6 1-1 16,-6-1-4-16,5-5-18 0,-1 1 20 0,2-4-1 15,0-1-4-15,-2 0-4 0,0-2 0 0,0-2 1 16,0 0-1-16,-2-2-1 0,2 0-3 0,2-5-2 16,-8 4 4-16,3-7 5 0,-2 5-7 0,-2-1-8 15,0-6-5-15,-1 9 6 0,-2 1-1 0,-4 2 2 16,0 4-6-16,0 0-3 0,-1 2 3 0,1 1-5 15,-3 5-2-15,1-8-2 0,-1 8 6 0,0 0-4 16,0 0 7-16,0 0-6 0,-17 23 8 0,12-9-8 16,-1-1 4-16,1 2 0 0,1 0 1 0,1 1 0 15,2 0 2-15,1 0 1 0,1-2-12 0,3 3 15 16,-1-2-3-16,4 0 5 0,1-2-10 0,-2 3 1 16,3-2 3-16,1 0 9 0,-2-3-11 0,-3 0 1 15,4 2 0-15,-1-3 2 0,0-3-1 0,-3 3 3 16,-1-6 6-16,0 3-2 0,-1-1-2 0,1-2-1 15,-4-4 22-15,4 11-6 0,-4-11 4 0,0 8 0 16,0-8-1-16,0 0 4 0,-8 13-6 0,5-10-6 16,3-3 0-16,-11 8 1 0,6-5-17 0,5-3-13 0,-14 7-38 15,10-4-43-15,-1-1-39 0,5-2-40 0,-10 6-48 16,10-6-61-16,-10 1-60 0,10-1-263 0,0 0-659 16,0 0 292-16</inkml:trace>
  <inkml:trace contextRef="#ctx0" brushRef="#br0" timeOffset="-116049.82">9909 8945 95 0,'0'0'299'0,"0"0"-5"16,0 0-14-16,0 0-8 0,0 0-12 15,0 0-12-15,0 0 5 0,0 0-25 0,0 0-11 0,0 0-14 16,0 0-7-16,0 0-13 0,0 0-13 0,0 0-3 16,0 0-12-16,0 0-26 0,0 0 14 0,0 0-12 15,0 0-1-15,0 0-19 0,0 0-7 0,5-6-12 16,-5 6 12-16,9 0-10 0,-9 0-4 0,14 0-6 16,-7-2-16-16,-7 2 6 0,13-1-4 0,-5 0-2 15,-8 1-6-15,12-2-5 0,-6 2-2 0,-6 0-2 16,8-2-3-16,-8 2-6 0,9-2-2 0,-9 2-6 15,0 0-4-15,0 0 1 0,10 2-7 0,-10-2 1 16,0 0-1-16,0 0-6 0,8 1-1 0,-8-1-2 16,0 0-3-16,0 0 0 0,0 0-3 0,0 0-2 15,6 3-9-15,-6-3-39 0,0 0-26 0,0 0-60 16,0 0-63-16,0 0-52 0,0 0-78 0,0 0-98 16,0 0-296-16,0 0-770 0,0 0 340 0</inkml:trace>
  <inkml:trace contextRef="#ctx0" brushRef="#br0" timeOffset="-112265.91">10809 8803 70 0,'-3'-8'94'0,"3"8"-2"0,0 0-2 16,-4-7-1-16,4 7 5 0,-3-6-3 0,3 6 4 16,0 0 6-16,-4-8 1 0,4 8 1 0,0 0 0 0,-8-6-3 15,8 6 2-15,0 0-3 0,0 0-2 0,0-8-6 16,0 8-4-16,0 0-2 0,0 0-4 0,-1-8 1 16,1 8-5-16,0 0-7 0,0 0 3 15,0 0 0-15,1-13-6 0,-1 13-3 0,0 0-6 0,0 0-5 16,0 0-3-16,0 0-7 0,0 0-6 0,-4-4-8 15,4 4-4-15,0 0-2 0,0 0-2 0,0 0-4 16,0 0-6-16,0 0 3 0,8 24-2 16,-3-12 0-16,-1-4-4 0,1 6 0 0,1 3-1 0,1-1 1 15,-2 1-1-15,2 1 0 0,0 0 3 0,-1 0-5 16,0 0-1-16,0 2 4 0,0-1-1 0,-2 0 1 16,2-2-2-16,-2 0-2 0,4 2 3 0,-3 0 2 15,1-3-3-15,0 2-1 0,-1-2-1 0,0-1 5 16,-1-3-4-16,5 1-1 0,-6-1-1 0,1-3 3 15,1 0 0-15,-3-1-2 0,0 1 1 0,1-1 0 16,1-2 1-16,-4-6-4 0,6 8 4 0,-5-4 7 16,-1-4-7-16,1 7 7 0,-1-7 10 0,0 0 11 15,0 0 7-15,0 0 8 0,3 7-9 0,-3-7 4 16,0 0 1-16,0 0-7 0,0 0-3 0,10-19-4 16,-4 8-1-16,-1 0-3 0,3-5-7 0,-1-1 0 15,2-2 0-15,4-3 7 0,-3-1-16 0,-4 6 1 16,7-9 2-16,-4 3-3 0,-3 5 0 0,2-1-4 15,1 1 0-15,-3 0 3 0,-1 1 4 0,1-1-10 16,-3 2 1-16,4 3-5 0,-2-3 3 0,-3 5 0 16,0-1-3-16,0 2 3 0,0 0 3 0,-1 2-4 0,0 1-5 15,-1 7 0-15,1-11-4 0,-1 11-9 16,2-6-14-16,-2 6-11 0,0 0-6 0,0 0-5 16,6-4-8-16,-6 4-14 0,0 0-18 0,0 0-23 15,0 0-30-15,3 26-16 0,-3-16-17 0,0 1-21 16,1 1-10-16,-1 4-161 0,1-4-399 0,3 5 177 15</inkml:trace>
  <inkml:trace contextRef="#ctx0" brushRef="#br0" timeOffset="-111701.48">11394 9065 52 0,'0'0'182'0,"0"0"-1"16,0 0 0-16,0 0-5 0,0 0-8 0,-20-8-4 0,20 8-12 15,-13-2-10-15,13 2-12 0,-19 3-3 0,9 3-5 16,1-2-7-16,-4 0-11 0,3 5-8 0,-1-2-4 16,-3 5-10-16,1 0-6 0,2 0-3 0,0 1-7 15,2 0-11-15,0 2 7 0,4-5-15 0,-1 5-4 16,1-4-4-16,1 1-1 0,2-3-3 0,2 2 0 16,-1-2-7-16,1 1-7 0,2-2 4 0,1-1 0 15,2 0 0-15,1-1-4 0,-1 0 2 0,4 0-4 16,0-1-1-16,2-3 1 0,2 2-3 0,-1-4 6 15,0-2-4-15,0 2 1 0,0-1 0 0,1 0 6 16,0-1-10-16,-2 1-2 0,0-3-1 0,-2-1 3 16,0 1 1-16,-1-1-4 0,-3 2-4 0,-1-3 3 15,0 0-2-15,-2-1 0 0,1 0 0 0,-1-1-1 16,0 0-1-16,-4-3-7 0,2 11 4 0,-2-13 0 16,-1 5 0-16,-1 0-3 0,2 4 3 0,2 4-3 15,-5-11 3-15,1 7-1 0,4 4-2 0,-5-5-4 16,5 5 2-16,0 0-4 0,-4-5 1 0,4 5 0 15,0 0-2-15,0 0 3 0,0 0-4 0,0 0-3 16,0 0 3-16,0 0 2 0,14-9 1 0,-14 9-5 16,12 0 12-16,-12 0-12 0,16 5 4 0,-7-5-1 15,0 3-1-15,-4-1 2 0,3 1-1 0,-2 0 1 16,2 3 3-16,-3-2-4 0,1 1 0 0,-1 0 1 16,1 0-2-16,-1 3 5 0,0 1-3 0,-1 0 1 15,0 0 2-15,1 1 0 0,-4-4 1 0,0 5 0 16,2-2 1-16,-3 2 2 0,1-3 7 0,-1 2-5 15,-1 0-1-15,1 0 11 0,-3 0-6 0,2 0-4 16,0 0-8-16,-1-2-21 0,2-2-23 0,0-6-30 16,-3 14-32-16,3-14-31 0,0 9-32 0,0-9-22 15,3 8-22-15,-3-8-158 0,2 5-407 0,-2-5 180 0</inkml:trace>
  <inkml:trace contextRef="#ctx0" brushRef="#br0" timeOffset="-111364.39">11703 9139 213 0,'0'-10'217'0,"0"10"-16"0,-2-9-13 0,2 9-16 15,0 0-17-15,-8-3-12 0,8 3-11 0,0 0-13 16,0 0-10-16,-14 14-6 0,10-8-8 0,2 0-11 16,-2 1-7-16,-1 1-9 0,2 2-6 0,2-1-4 15,-1 0-12-15,2-1 1 0,-3 4-6 16,8-4-1-16,-5 1-6 0,2 1-4 0,2-1-2 15,1 0-4-15,-2-2-3 0,2 2 2 0,0-2-7 0,2 1 0 16,0 0 1-16,-5-1-3 0,3-1-1 0,1 1-1 16,-3-1-4-16,3 2 0 0,-1-3-1 15,-2 1-1-15,1 0 0 0,-2-1 2 0,-2-5-1 0,4 8 5 16,-4-8 6-16,0 7 5 0,0-7 5 0,-2 10 4 16,2-10-3-16,-10 8 2 0,4-4-3 0,-1 1-2 15,-3-2-7-15,0 1 0 0,-1-2-7 0,2 1-8 16,-2-2-19-16,1 3-16 0,4-2-25 0,-3-2-26 15,9 0-40-15,-15 0-36 0,15 0-44 0,-12-4-179 16,8 1-412-16,4 3 182 0</inkml:trace>
  <inkml:trace contextRef="#ctx0" brushRef="#br0" timeOffset="-111187.33">11925 9153 112 0,'0'0'197'0,"6"-5"-15"0,-6 5-16 0,8-2-11 16,-8 2-13-16,9-3-13 0,-9 3-10 0,10 0-10 16,-10 0-13-16,15 2-11 0,-3 0-5 0,0-2-17 15,1 2-32-15,0-2-38 0,1-1-36 0,4 1-47 16,0 1-50-16,-7-1-91 0,3 1-251 0,-5 0 111 0</inkml:trace>
  <inkml:trace contextRef="#ctx0" brushRef="#br0" timeOffset="-111018.02">12051 9214 22 0,'-3'1'206'0,"3"-1"-7"0,-8 4-3 16,8-4-2-16,-7 1-15 0,7-1-14 0,0 0-14 15,-8 3-16-15,8-3-11 0,0 0-9 16,0 0-6-16,0 0-12 0,0 0-10 0,12 14-14 0,-3-12-33 16,0 1-15-16,5-3-35 0,6 0-37 0,2 2-25 15,9-2-32-15,-4-2-20 0,2-1-24 0,-1 0-121 16,-6-1-292-16,6-2 130 0</inkml:trace>
  <inkml:trace contextRef="#ctx0" brushRef="#br0" timeOffset="-110695.96">12468 9131 90 0,'5'-5'165'0,"-3"-1"7"0,-2 6-8 15,2-10 7-15,-2 10-5 0,0-10 0 0,0 10-7 16,0-7-10-16,0 7-14 0,0 0-11 0,0 0-10 16,-9-3-2-16,9 3-3 0,0 0 4 0,-16 15-4 15,10-7-7-15,1 2-11 0,-4 0-8 0,5 2-7 16,-1-2-8-16,0 0-1 0,2 2-7 0,2-2-4 15,-1 2-3-15,0-2-5 0,6 0-1 0,-3-1 2 16,7 0-4-16,0-1 4 0,2-1-2 0,1-1-6 16,3-3-1-16,-1 1-3 0,2 2 0 0,2-4 10 15,1 0-13-15,-5-3-1 0,3 1-6 0,-5-3 1 16,8 1 5-16,-8-2-7 0,2 0 8 0,-2-1-4 16,0-2-4-16,-1 0 10 0,-6 0-14 0,0-2-1 15,1 0 2-15,-3-2 16 0,-2-1-13 0,0 0-2 16,0-1-1-16,-4-2 4 0,-2 3-2 0,-4-1-11 15,1 1 4-15,0-2-1 0,-5 2 3 0,3 5-12 16,-5-3-1-16,1 3 7 0,2 0-21 0,-5 1-19 16,5 4-15-16,-4 2-23 0,-1-2-20 0,1 4-33 15,0 3-29-15,2 1-51 0,1 2-53 0,5-2-261 16,-4 5-553-16,-1 2 244 0</inkml:trace>
  <inkml:trace contextRef="#ctx0" brushRef="#br0" timeOffset="-110028.78">10418 9990 80 0,'1'-11'243'0,"0"3"-13"0,-1 1-10 16,0 7-12-16,3-10-14 0,-3 10-16 0,1-7-22 15,-1 7-17-15,4-6-15 0,-4 6-16 0,0 0-12 16,13 11-5-16,-7-1-5 0,6 4-8 0,-2 1-1 15,4 7-8-15,1 1-7 0,-1 1-4 0,0 0 6 16,-1 0-7-16,2 3-7 0,-2-4-5 0,0-3-2 16,-5-1-3-16,3 3-1 0,-2-4-5 0,-1-2-3 0,0-1 1 15,-5-5-7-15,3 0-3 0,-1-1-3 0,0-2 4 16,-2 1-3-16,1-3 5 0,-1 0 8 16,-3-5 14-16,5 5 15 0,-5-5 10 0,0 0-1 15,0 0-10-15,15-9-4 0,-8-2-4 0,3-3-8 0,0-2-4 16,6-6 0-16,-5 0-5 0,4-2-7 0,-2 1-1 15,1-2 2-15,-2 0-8 0,2-1-2 0,-4 0 3 16,-1-3-5-16,1 0 2 0,2 2-4 0,-5 4-3 16,0 6-1-16,0 1-4 0,0 1 2 0,-3 4-3 15,-1 1 0-15,0 3-12 0,0 1-16 0,-3 6-27 16,4-8-27-16,-4 8-15 0,0 0-10 0,0 0-18 16,0 0-38-16,0 0-27 0,0 0-38 0,5 29-27 15,-7-11-200-15,1-1-484 0,-1 2 214 16</inkml:trace>
  <inkml:trace contextRef="#ctx0" brushRef="#br0" timeOffset="-109783.49">10978 10119 114 0,'0'0'215'0,"0"0"-6"0,0 0-13 0,0 0-4 16,0 0-16-16,10-10-16 0,-10 10-19 0,0 0-14 15,0 0-3-15,0 0-8 0,-2 14 3 0,2-6-4 16,-2 3-3-16,1 5-10 0,-2 3-6 0,-2-2-7 15,2 10-7-15,-2-2-8 0,1-6-6 0,2 1-2 16,-3 4-8-16,0-7-5 0,1 2-2 0,-1-2-6 16,2-1-6-16,-1-2-2 0,2-1-4 0,-1-1 0 15,1-2-8-15,-1 2-3 0,2-4-20 0,0 0-18 16,-1-1-21-16,2-7-21 0,-1 13-22 0,0-10-33 16,1-3-25-16,-4 7-31 0,4-7-30 0,0 0-24 15,0 0-120-15,0 0-373 0,0 0 165 0</inkml:trace>
  <inkml:trace contextRef="#ctx0" brushRef="#br0" timeOffset="-109534.99">10905 10199 2 0,'2'-7'149'0,"3"2"-9"16,2-1 0-16,2 3 6 0,4 0 0 0,2-1-6 0,-2 6-6 16,6 0-2-16,-3 4-5 0,4 1 1 15,-4 2-5-15,2 1-2 0,0 2-6 0,-5 2-6 16,1 2 3-16,-3 0-2 0,0 1-5 0,-1-2-6 15,-4 0-11-15,-1 0 1 0,-3 1-8 0,-4-1 3 16,1-2-1-16,-6 1-1 0,0 1-4 0,-3-1-1 0,-2-1-5 16,-3-1-7-16,-6 1-5 0,2-2-7 15,-5 1-3-15,6-2-4 0,0-3-5 0,2 0-18 16,4-1-12-16,-1-2-18 0,2 1-25 0,-1-3-23 16,3 1-38-16,-2-1-38 0,6 0-40 0,5-2-45 0,-9-1-227 15,9 1-480-15,0 0 213 0</inkml:trace>
  <inkml:trace contextRef="#ctx0" brushRef="#br0" timeOffset="-109197.07">11437 10190 42 0,'6'-5'233'0,"-1"0"-7"16,-5 5-9-16,3-7-14 0,-3 7-12 0,0 0-14 15,0 0-11-15,0 0-13 0,-25 8-8 0,12 1-14 16,-3 2-11-16,3 3-10 0,1-3-11 0,1 2-13 15,1 1-6-15,1 0-11 0,1 0-6 0,6-2-7 16,0 0-1-16,2 0-9 0,4-2 0 0,-2 2-6 16,3-1-4-16,1 0-2 0,4-1-3 0,-1-2-5 15,0 2 4-15,2 0-8 0,-2-2-6 0,0 0-1 16,0-1 4-16,-1-1-12 0,-2 2 5 0,0-4-1 16,-2 2 0-16,-1-2-3 0,3 1 9 0,-6-5 9 15,3 8 12-15,-3-8 2 0,0 9 8 0,0-9 9 16,-6 6 4-16,-2-3-4 0,-1 1-7 0,0 1-5 15,-2-3-1-15,-2 2-3 0,1-3 4 0,0 2-17 16,-1 1 0-16,0-1-8 0,2-3-20 0,0 3-17 16,0-3-14-16,3 1-23 0,8-1-33 0,-11 3-49 15,2-4-71-15,9 1-64 0,-11-4-208 0,11 4-520 16,-2-9 231-16</inkml:trace>
  <inkml:trace contextRef="#ctx0" brushRef="#br0" timeOffset="-109031.55">11660 10245 58 0,'8'-4'237'0,"1"2"-20"0,-2-1-17 15,5 0-9-15,-6 3-16 0,5-1-15 0,1 0-13 16,-1 1-20-16,3 0-6 0,-3 1-13 0,2 0-22 16,-2 1-42-16,-1 2-43 0,1-2-57 0,-4 2-51 15,-2 0-179-15,-1-1-308 0,0 2 137 0</inkml:trace>
  <inkml:trace contextRef="#ctx0" brushRef="#br0" timeOffset="-108862.95">11715 10358 149 0,'0'0'251'0,"0"0"-9"16,-6 2-6-16,6-2-15 0,0 0-11 0,-4 5-14 0,4-5-18 16,0 0-11-16,0 0-7 0,0 0-14 15,0 0-8-15,23 3-15 0,-9-3-15 0,5 0-12 16,-1 0-28-16,4-3-32 0,7 0-38 0,-9 2-35 15,10-4-46-15,2 3-34 0,1-2-41 0,-2 0-28 0,1-3-171 16,-2 1-387-16,1-1 171 0</inkml:trace>
  <inkml:trace contextRef="#ctx0" brushRef="#br0" timeOffset="-108541.63">12405 10152 30 0,'5'-5'242'0,"-3"0"-8"0,0-1-8 15,-2 6-9-15,0-8-7 0,0 8-12 0,0 0-6 16,0 0-24-16,0 0-11 0,0 0-7 0,0 0-6 15,-22 9 1-15,11 3-1 0,0 0-11 16,-1 5-2-16,3-1-3 0,-3 0-10 0,1 0-2 0,3 3-12 16,-1-3-4-16,2 1 0 0,2 1-11 0,1-4-4 15,6 2-6-15,-2-3-8 0,2-3-4 0,3 1-1 16,2-2 15-16,2 0-12 0,9-3 1 0,-4 2-4 16,6-3-1-16,1-1-4 0,7-2-12 0,3-2-6 15,-2-2 0-15,5-2 3 0,-5-1-13 0,0 0-1 16,-2-3 5-16,0 0-6 0,-2-2 12 0,-9-1-18 15,4 0-4-15,-7-2-1 0,1-1 0 0,-5-2 0 16,0 1 18-16,-4-4-3 0,-3 2-4 0,-4 0-3 16,-5-1 0-16,-4 2-3 0,2 0 1 0,-3 3-9 15,-10-1 2-15,-4 2-4 0,7 4 5 0,-10 0-25 16,-3 4-39-16,-3 2-33 0,-1 3-54 0,-14 3-58 16,-1 2-70-16,16-1-107 0,-2 2-289 0,1-1-711 15,4-1 315-15</inkml:trace>
  <inkml:trace contextRef="#ctx0" brushRef="#br0" timeOffset="-103652.88">13367 8890 50 0,'0'0'159'0,"4"-9"9"0,-2 3-3 16,-2 6 3-16,2-8-4 0,-2 8-2 16,0 0-7-16,-2-12-7 0,2 12-12 0,0 0-13 15,0 0-15-15,0 0-10 0,0 0-9 0,0 0-10 16,0 0-7-16,0 0-7 0,0 0-5 0,-17 16 1 15,9-5 5-15,-3 4-3 0,-1 7-5 0,-1 1 2 16,0 2 2-16,0 0-11 0,4 1-6 0,2 1 0 16,1 0-2-16,3 4-1 0,1-5-6 0,2 3 1 0,5-2-7 15,1 1 2-15,3-2-2 0,5-2-6 0,3-1 3 16,2-2-4-16,8 3 0 0,2-5-3 16,0-4-16-16,5 4-23 0,0-4-37 0,3-1-45 15,-5-1-54-15,4-2-45 0,-1 0-220 0,-7-3-455 0,1 1 201 16</inkml:trace>
  <inkml:trace contextRef="#ctx0" brushRef="#br0" timeOffset="-102421.75">13869 9072 33 0,'2'-8'200'0,"-2"8"-8"0,1-9-9 16,-1 9-13-16,0 0-15 0,5-8-16 0,-5 8-16 16,0 0-10-16,9 0-6 0,-9 0-6 0,10 8-4 15,-3 1-4-15,1 1-4 0,-2 2-6 0,1 2-8 16,1 3-5-16,-2-3-6 0,0 2-11 0,-1 0 10 16,-3-1-1-16,0-3-5 0,0 4 0 0,0-5-7 15,0-1-2-15,-1-2-3 0,-1-1 1 0,0-7-1 16,0 9 10-16,0-9-1 0,2 10 8 0,-2-10 3 15,0 0 14-15,0 7 1 0,0-7 6 0,0 0-13 16,0 0-5-16,0 0-3 0,0 0-9 0,0 0-3 16,0 0-2-16,2-27-2 0,0 15-4 0,3 1-5 15,2-4-5-15,1-1-8 0,1 0-3 0,3 0-8 16,-1 0-2-16,3 0-4 0,-3 2-16 0,2-4 4 16,1 6 0-16,-1 4-3 0,-1 0-3 0,-2 4 2 15,-1 0 0-15,1 3-4 0,-1 1 5 0,-9 0-3 16,15 6 0-16,-7 3 3 0,-2-1-1 0,0 3 0 0,1 2 0 15,-3 3 4-15,1-1 2 0,-4 2 2 16,3-1-6-16,-4 2 0 0,2-7 1 0,0 5-7 16,-1-4-13-16,1 1-17 0,-3-2-21 0,1 1-27 15,3-1-26-15,-3-2-28 0,0-1-21 0,2-1-31 0,0-1-7 16,-2-6-3-16,7 7 1 0,0-6 11 0,-7-1 3 16,13 3-111-16,-13-3-324 0,16-4 144 0</inkml:trace>
  <inkml:trace contextRef="#ctx0" brushRef="#br0" timeOffset="-102184.95">14261 9297 1040 0,'9'-7'-81'0,"-5"3"16"16,3-5 27-16,-1 3 21 0,-1-2 27 0,1 3 13 0,-1 1 29 15,0-3 12-15,0 4-3 0,-5 3 13 0,4-5-4 16,-4 5-3-16,0 0 2 0,0 0 10 0,0 0-3 16,0 0-3-16,0 0 3 0,0 0 0 0,9 11-9 15,-5-6-5-15,-2 0 1 0,4-1 0 0,0 3 5 16,2-1 1-16,3-3-2 0,1 0-2 0,0 0 0 16,2-2-3-16,-1 2 2 0,0-6-5 0,1 3 3 15,-1-2 3-15,0-2 1 0,-1 0 3 16,1 0 1-16,-6-1-3 0,2-2-6 0,-3 2-5 0,-1-2-3 15,-2 0-8-15,-1 1-6 0,-4-5-4 0,2 11-1 16,-8-16-7-16,4 6-7 0,-3 0-11 0,-3 3-12 16,-4-6-12-16,4 8-19 0,-4-1-17 0,2 3-26 15,-1-1-28-15,-1 3-49 0,0 2-22 0,2 1-38 16,4-2-30-16,-5 3-121 0,13-3-396 0,-10 4 176 16</inkml:trace>
  <inkml:trace contextRef="#ctx0" brushRef="#br0" timeOffset="-101974.44">14618 9054 114 0,'7'-14'237'16,"-1"-2"-12"-16,-1 1-4 0,1 0-1 0,0 4-1 15,-4 2-3-15,2-1 0 0,-2 4-11 0,0 0-16 0,-2 6-20 16,1-10-22-16,-1 10-17 0,0 0-12 16,0 0 1-16,0 0-8 0,6 21-4 0,-6-3-4 15,-1 0-11-15,0 6-7 0,-2 4-4 0,1-1 0 0,0 0-16 16,0 0-4-16,0 1-4 0,1-2-17 15,1-6-31-15,1 0-27 0,-1-4-33 0,2 3-26 16,-2-3-36-16,0 0-44 0,0-3-49 0,0-2-39 16,0-2-217-16,0-2-500 0,0-7 221 0</inkml:trace>
  <inkml:trace contextRef="#ctx0" brushRef="#br0" timeOffset="-101817.13">14546 9099 59 0,'-3'-9'149'0,"3"9"-13"16,0 0-19-16,5-7-10 0,-5 7-7 0,22 1-10 16,-3 1-24-16,3 0-21 0,12 0-23 0,2 1-24 15,15 4-35-15,-10-4-44 0,13-1-48 0,-3 0-139 16,2 0 61-16</inkml:trace>
  <inkml:trace contextRef="#ctx0" brushRef="#br0" timeOffset="-101480.16">15307 9118 102 0,'0'0'196'0,"0"0"-5"0,0 0-1 16,-21-4 2-16,6 7-8 0,-2 2-3 0,-2-1-6 16,0 5-15-16,0-1-8 0,4 2-4 0,0 0-20 15,-1 0-7-15,5 2-12 0,1-3-8 0,3 1-10 16,1 0-12-16,2-1-6 0,4 3-3 0,2-3-9 16,4-1-3-16,0 1-4 0,3-5-3 0,9 5-8 15,-2-5 0-15,5 0-9 0,1-3-6 0,-1-2-8 16,0-1 1-16,7-4-6 0,-10 1-5 0,-3 0 1 15,3-4 2-15,-5 4-6 0,-1-8 0 0,-3 4 3 16,-2 0-2-16,-3-1 0 0,5 1 3 0,-8-2-8 16,1 0 2-16,0-2-3 0,-2 3 2 0,-2-2-3 15,1 2 5-15,0 3 5 0,1 7-2 0,-3-9-3 16,3 9-2-16,-5-7 1 0,5 7 2 0,0 0 2 16,0 0 4-16,-16 19-3 0,13-9 8 0,0 2-2 15,-1 4-3-15,2 1 0 0,2 0 1 0,-2-5-1 16,5 4-1-16,1 1-3 0,0-5 0 0,0-1-7 15,6 2-14-15,3-1-32 0,-4-2-35 0,1-3-43 16,2-2-52-16,4-2-41 0,-1 0-239 0,-2-4-493 16,4-2 218-16</inkml:trace>
  <inkml:trace contextRef="#ctx0" brushRef="#br0" timeOffset="-101263.59">15594 9009 242 0,'-3'-12'239'0,"0"2"-8"0,2 1-2 15,-2 4-16-15,3 5-13 0,-2-12-25 0,2 12-12 16,0 0-5-16,0 0 0 0,0 0 2 0,-10 25 5 16,5-6-5-16,1 7-10 0,0 1-6 15,0 1-17-15,0 4 2 0,1 0-11 0,0 0-15 0,-1-1-9 16,-1-2-7-16,5 0-8 0,-1-1-3 0,1-1-39 16,1-2-25-16,-1-7-32 0,0 1-26 0,0-2-29 15,0 1-33-15,0-2-36 0,0-6-42 16,-1-1-38-16,2-2-39 0,-1-7-168 0,-3 10-466 15,3-10 206-15</inkml:trace>
  <inkml:trace contextRef="#ctx0" brushRef="#br0" timeOffset="-101074.16">15574 9192 14 0,'10'-11'177'0,"-2"2"0"0,4 2-5 15,-3 3-17-15,-3 1 8 0,1 1-2 0,3 2-9 16,0 4-3-16,-2 1-8 0,0 3-7 0,-1 1-6 15,-1 0-10-15,-1 3-14 0,-2-4-5 0,-2 3-6 16,-2 2-11-16,-2-3-8 0,-1 6-8 0,-1-2-12 16,-4-1-28-16,1-2-29 0,-4 1-39 0,4-2-47 15,-2-2-54-15,1-1-57 0,0-1-127 0,3-3-355 16,-3 1 157-16</inkml:trace>
  <inkml:trace contextRef="#ctx0" brushRef="#br0" timeOffset="-100847.66">15728 9032 200 0,'1'-10'270'0,"0"2"-10"0,2 0-19 0,-3 8-19 16,2-10-29-16,-2 10-18 0,0 0-10 0,0 0 1 16,0 0-5-16,0 0-11 0,13 28-11 0,-7-10-4 15,-3 0-14-15,-1 8-4 0,0 0-9 0,0 1-14 16,0 1-8-16,-4-4-6 0,1 2-8 0,1-7-6 15,1 6-15-15,-2-6-28 0,0-2-28 0,1 2-37 0,-2-2-33 16,0 0-42-16,2-2-51 0,0-4-51 16,-1 0-227-16,-1-3-481 0,-1-2 214 0</inkml:trace>
  <inkml:trace contextRef="#ctx0" brushRef="#br0" timeOffset="-100637.74">15848 9110 118 0,'9'-5'197'0,"0"1"-6"0,0 0-2 16,2 4-6-16,-1 0-15 0,-1 2-7 0,1 2-4 15,-1 2-12-15,-1 0-13 0,0 2-9 0,-2 0-18 16,-2-2-4-16,0 4-10 0,-3-1-8 0,-2 2-9 16,-2 1-6-16,-2-1-5 0,-6 2-8 0,-1 1-15 15,-1-2-24-15,-3 0-32 0,2-1-41 0,-3-2-49 16,5-3-51-16,-3 2-197 0,2-5-384 0,2 0 170 15</inkml:trace>
  <inkml:trace contextRef="#ctx0" brushRef="#br0" timeOffset="-100406.53">16007 8955 73 0,'6'-10'255'0,"-1"2"-15"0,-1 2-4 0,-2 0-20 15,-2 6-19-15,4-7-24 0,-4 7-11 0,0 0-5 16,0 0-1-16,15 14-14 0,-13-4-7 0,1 3-11 16,0 5-12-16,-4-1-7 0,-1 3-9 0,1 5-9 15,0-6-6-15,-2 4-10 0,1 3-3 0,-1-9-15 16,-1 2-27-16,3-4-21 0,-3-4-20 0,2 7-25 16,0-7-34-16,1 1-31 0,1 0-48 0,0-4-24 15,3 2-47-15,-2-4-140 0,3-1-394 0,-4-5 175 16</inkml:trace>
  <inkml:trace contextRef="#ctx0" brushRef="#br0" timeOffset="-100231.4">16183 9136 79 0,'5'-7'242'0,"-2"2"-10"16,0 0-11-16,-3 5-19 0,4-6-23 0,-4 6-14 16,0 0-5-16,0 0 2 0,0 0-5 0,0 0-14 0,5 24-11 15,-5-12-10-15,-1 2-11 0,-2 1-8 0,3 3-14 16,-1-1-6-16,-2-2-7 0,2 1-28 15,0 0-30-15,-2-1-36 0,2-3-39 0,0-2-37 0,-1 2-48 16,4-5-49-16,-4 3-180 0,-1-4-401 0,3-6 177 16</inkml:trace>
  <inkml:trace contextRef="#ctx0" brushRef="#br0" timeOffset="-100086.64">16163 8988 106 0,'0'0'127'0,"-1"-8"-41"0,1 8-30 0,0 0-17 16,0 0-37-16,0 0-44 0,0 0-21 0,0 0-68 15,5 30 32-15</inkml:trace>
  <inkml:trace contextRef="#ctx0" brushRef="#br0" timeOffset="-99822.96">16362 9231 180 0,'11'-4'188'0,"-2"-1"-5"16,3-2-14-16,-1 1-11 0,-1-2-14 0,3-3-12 16,1 2-8-16,-1-3-10 0,-1-1-10 0,-1 0-7 15,-1-1-15-15,0 2 1 0,-2 1 0 0,-4 1 4 16,1 1-3-16,-2 0-4 0,-2 2-4 0,-1 0-6 16,0 7 1-16,-5-9-3 0,5 9-2 0,-11-6-4 15,5 4-2-15,6 2-1 0,-24 7-2 0,7 3-1 16,0 0 7-16,-4 6-11 0,7-5-8 0,-2 2-1 15,5 2-3-15,1 1-6 0,3-1-1 0,2 0-3 16,5-4-4-16,1 6-3 0,5-3-17 0,4 0-29 16,3-1-26-16,4-5-31 0,5 5-42 0,5-4-40 0,2-2-39 15,-7-3-30-15,7-1-147 0,1 1-408 16,-1 0 180-16</inkml:trace>
  <inkml:trace contextRef="#ctx0" brushRef="#br0" timeOffset="-99440.55">16777 9274 32 0,'14'-10'95'0,"-6"4"3"0,-1-5 4 16,0 3 10-16,-2-4 14 0,-3 3 2 0,0-3 3 0,-2 2 10 15,-2 0 6-15,1-1 0 0,-3 3-4 16,-1-1-8-16,-3 2-2 0,0 4-1 0,0 1-6 0,-3 1 1 16,11 1 0-16,-24 4-6 0,13 2-7 15,-3 3 3-15,-2 1-16 0,5 0-10 0,1 2-6 0,2-2 1 16,-1 6-16-16,4-6-5 0,1 5-10 0,3-4-5 16,1-1-1-16,1 0-7 0,4 0-1 0,0-1-3 15,3-2-6-15,0-1-2 0,-2-5-2 0,4 2-4 16,0-2-5-16,-2 0-1 0,-8-1-2 0,14-3-5 15,-6-1 1-15,0-2-1 0,-2 0-6 0,3-3 2 16,-3 1 3-16,1-1-4 0,-3-2-3 0,-1-7-1 16,1 3 2-16,0-9-2 0,-1 7 1 0,0-4-4 15,-1-3-1-15,-1-3-1 0,-1 8-2 0,2-7 2 16,-2-1 0-16,3 1-1 0,-6 0 0 0,3 0 1 16,2 8 5-16,-2 4 6 0,-2 4 5 0,4-1 8 15,-2 4 1-15,0 7-8 0,-2-11 8 0,2 11-16 16,0 0-4-16,0 0 0 0,0 0 7 0,0 0 5 15,-5 36 1-15,0-18 1 0,-1 8-2 0,2 0 1 16,0-1 1-16,0 1-6 0,0-7 0 0,4 0 1 16,-1 7 0-16,0-7-10 0,2-1-28 0,0 3-32 15,1-3-37-15,0 1-43 0,4-2-46 0,0-2-60 16,2-2-260-16,-1-3-545 0,2-3 241 0</inkml:trace>
  <inkml:trace contextRef="#ctx0" brushRef="#br0" timeOffset="-99115.25">17273 9135 52 0,'-4'-9'237'15,"4"9"-1"-15,-13-3-9 0,13 3 6 0,-24 6-8 16,6 2-8-16,-1 2-11 0,-3 1-6 0,3 0-17 16,2 1-14-16,3-1-16 0,0 3-15 0,3-3-16 0,2 1-12 15,3-2-5-15,1 1-13 0,2-1-4 16,1-3-14-16,4 0 0 0,-2-7-10 0,7 11-9 0,-2-8-4 15,3-1 4-15,2 0-16 0,0-2-12 16,2-2 2-16,1 2-1 0,-2-4-3 0,1-4-6 0,-1 3 1 16,-2-3 0-16,-1-1-6 0,2-1-3 0,-4 0 3 15,1 0 1-15,-2 1-1 0,0 0 2 0,-1 4 7 16,0-2 2-16,0 2 3 0,-4 5-2 16,5-9-7-16,-5 9 1 0,4-4-7 0,-4 4 0 0,0 0 3 15,0 0-5-15,0 18-6 0,0-18 3 0,-3 18-1 16,2-6-2-16,-2 1-17 0,1 3-34 0,-2 0-47 15,0 0-46-15,3 1-66 0,0-2-67 0,-1-1-247 16,5-2-561-16,-1 0 249 0</inkml:trace>
  <inkml:trace contextRef="#ctx0" brushRef="#br0" timeOffset="-98517.45">17415 9307 39 0,'2'-17'248'0,"-1"-2"2"15,-1 3-5-15,2-3-14 0,-1-2 3 0,4-3-12 16,-1 6-16-16,2 0-12 0,3 0-11 0,3 4 1 16,-2 1-23-16,3-1-10 0,-3 8-17 0,2 0-14 15,-1 4-7-15,-1 1-11 0,1-1-14 0,0 7-9 16,-1 4-9-16,-1-1-8 0,0 1-4 0,1 4-2 16,-3 1-6-16,0 3-8 0,0 0 5 0,-4-1-10 15,3 0 2-15,-2 1-5 0,-1-1 0 0,1-5-15 16,-1 0 11-16,2 0-8 0,-1 0-2 0,1-3 1 15,0-2-2-15,0-1-4 0,3-1-7 0,3-2-7 16,-1-1-3-16,2-1-2 0,-2-2-4 0,3-1 0 16,-2-1-3-16,2-1 0 0,-2-2-1 0,0 0 4 15,2-3 1-15,-6 3-3 0,3-3 3 0,1-2 1 0,-1-2 2 16,0-2 1-16,-3 0-1 0,-1 1 0 16,1 1 3-16,-1 1-1 0,-2 3-5 0,1 1 9 0,-3 3 6 15,0-1-2-15,-2 7 0 0,2-9-7 16,-2 9-2-16,0 0 5 0,0 0 0 0,0 0 2 15,0 0 2-15,0 0 3 0,-1 25 5 0,1-15-2 16,-1-2-4-16,2 2 5 0,0-1 1 0,3 0 0 0,0-1 1 16,0 0-4-16,3-1 2 0,1-1-5 0,1-1 2 15,2-1 3-15,1-1-5 0,0 0 7 0,1-2-1 16,-2-1-4-16,0-1 0 0,1-2-4 0,-1 0 2 16,-4 1-8-16,1-1 12 0,-1-2-4 0,-1 2 2 15,0-2 10-15,-1 0-16 0,1 1-1 16,-2-2 2-16,0 2-1 0,-4 4 1 0,7-7 2 0,-7 7-12 15,4-4 6-15,-4 4-3 0,0 0 1 0,0 0-2 16,0 0 1-16,8 14 3 0,-8-3-3 0,-3 1 2 16,0 2 9-16,-1 6 0 0,-2-2 4 15,1 0 5-15,-2 5-4 0,-3 2 8 0,2-2-11 0,-1 0 3 16,0 1-4-16,1 0-3 0,1-5 7 0,0 0-3 16,2 1-9-16,-3-4-26 0,3 0-35 0,-1 0-34 15,2-3-45-15,-1 2-51 0,0-5-58 0,2 0-41 16,2-1-244-16,1-2-575 0,0-7 255 0</inkml:trace>
  <inkml:trace contextRef="#ctx0" brushRef="#br0" timeOffset="-98097.48">18452 8914 137 0,'-1'-15'289'0,"1"2"-9"15,0 5-15-15,-1 1-26 0,1 7-25 0,-2-10-25 0,2 10-17 16,0 0-15-16,0 0-7 0,-6 26-14 0,3-7-11 16,0 10-3-16,-2-1-6 0,2-1-7 15,-1 1 4-15,3 1-17 0,-2-2-8 0,3 0-4 16,-2-8-8-16,2 0-8 0,-1 0-4 0,1-3-6 16,0-1-4-16,0-4-3 0,-2-5-5 0,2-6-5 0,0 12-7 15,0-12 5-15,2 7-4 0,-2-7 4 16,0 0-3-16,0 0 9 0,0 0-14 0,0 0 0 15,0 0-9-15,0 0 0 0,0 0-7 0,0 0 2 0,11-22-6 16,-2 12-11-16,0 2 3 0,1 1-1 0,3 2-7 16,2-3-3-16,-2 3 4 0,-1 3-4 15,-1 0 1-15,2 2 0 0,-3 4 0 0,0 1 0 0,-1 1 5 16,0 2-4-16,-1-1 3 0,1 3 1 0,-5 0-4 16,-2-1 2-16,-1 2-4 0,-1 0 5 0,-3-1 2 15,-1 1 2-15,-5 0 0 0,1-2 1 0,0 0 2 16,-3 0 3-16,2-2-6 0,-3 0 5 0,1-1-6 15,0-1 3-15,0-2-8 0,-1 1-39 0,1-3-40 16,1 1-50-16,-1-1-61 0,11-1-60 0,-11-3-269 16,11 3-567-16,-2-7 251 0</inkml:trace>
  <inkml:trace contextRef="#ctx0" brushRef="#br0" timeOffset="-97911.29">18766 9072 42 0,'3'-4'212'0,"-3"4"-19"0,7-5-8 0,-7 5-1 16,0 0-5-16,0 0 1 0,0 0-7 0,7 16-11 16,-8-5-13-16,1-1-9 0,0 2-12 0,-3-1-11 15,3 7-17-15,-2-1-6 0,-2 0-8 16,0 0-9-16,2-1-25 0,1-1-38 0,-2-1-31 0,2-4-32 0,-1 1-47 16,1-2-50-16,1-2-63 0,-1 0-116 15,1-7-353-15,1 11 156 0</inkml:trace>
  <inkml:trace contextRef="#ctx0" brushRef="#br0" timeOffset="-97752.51">18773 8929 73 0,'-4'-7'148'0,"2"-2"-17"0,1 2-10 0,1 7-18 15,0 0-18-15,0 0-15 0,0 0-25 0,0 0-41 16,0 0-38-16,6 30-40 0,1-20-38 15,5 2-122-15,2 1 54 0</inkml:trace>
  <inkml:trace contextRef="#ctx0" brushRef="#br0" timeOffset="-97164.08">19071 9078 137 0,'0'0'209'16,"0"0"-1"-16,10-4-3 0,-10 4-7 0,0 0-6 16,0 0-10-16,0 0-16 0,0 0-12 0,0 0-15 15,0 0-6-15,-31 2-4 0,15 6 2 0,-6 8-13 16,5-6-3-16,0 3-11 0,-3 3-6 0,5-2-1 15,3-3-6-15,2 4-7 0,3-4-4 0,0 0-7 16,2-1-5-16,3 1-6 0,0-1-3 0,4-1-11 16,1-3-2-16,3 2 4 0,1-2-3 0,6 0 4 15,-1-2-18-15,0-4 2 0,4 0-7 0,3 0-4 16,-4-4 2-16,-2 0-6 0,4-1 0 0,-5-1 2 16,1 0-6-16,-1-1 2 0,-1 0 1 0,-2-2-5 15,1-4 1-15,-3 4-5 0,0-1 1 0,0-4-1 16,-3 2 9-16,-1-3-15 0,1 2 4 0,-2 2 9 15,0-1-13-15,1 1 0 0,0 1-1 0,-1 4-4 16,-1 0 1-16,-1 6 3 0,0-9-7 0,0 9 1 16,0 0-1-16,0 0 4 0,0 0 9 0,0 0 9 15,-11 21-6-15,5-9 3 0,4-2 3 0,-2 6-2 0,1 0 13 16,0 0-10-16,1-5-8 0,4 1 3 16,0 2-1-16,2 0 5 0,0-2-5 0,2-2 0 0,2-4-2 15,2 2 7-15,-1-2-5 0,0-1-1 16,2-3 1-16,1-1-7 0,2-1 1 0,-1-3-1 0,0 0-5 15,2-4 2-15,-3 2-12 0,-1-2-2 0,-1-1-3 16,-1-1-6-16,4-4-5 0,-5 4-3 16,-1-5 6-16,1 3-7 0,-1 1-8 0,1-6-9 15,-1 6 0-15,-3 0 1 0,-2 1 8 0,4 1 2 0,-3 3 2 16,-1-1-2-16,1 0 5 0,-3 6-1 0,0 0 1 16,0 0 5-16,0 0 4 0,0 0 2 15,0 0 5-15,-16 28-2 0,10-18 4 0,0 4 5 16,-1 0 10-16,0 0-3 0,3-2 3 0,0 1 0 0,2 2 6 15,-1-3-2-15,-1 3 5 0,3-2 0 0,0-1 7 16,-2-1-7-16,2-1 6 0,0 1 3 16,-2 0-2-16,2 0 2 0,-2-1 7 0,1-1-3 15,-1-2-4-15,1 0 0 0,-2 3 4 0,0-5-5 0,-1 0-16 16,0 0-24-16,-4 2-31 0,2-3-45 0,0-1-54 16,0 0-74-16,7-3-69 0,-11 3-199 0,11-3-531 15,0 0 236-15</inkml:trace>
  <inkml:trace contextRef="#ctx0" brushRef="#br0" timeOffset="-96797.8">19822 9036 156 0,'-11'-7'230'0,"3"6"-3"15,8 1-1-15,-32 7-9 0,7 1-10 0,-3 4-8 16,1 1-9-16,4-2-10 0,5 1-17 0,0 2-7 0,6 0-15 15,0-1-13-15,1 1-9 0,5-4-14 16,2 1-10-16,0 0-10 0,4-2-9 0,2 0 0 16,1-1-9-16,5-1-4 0,2-1 4 0,2-1-16 15,-1-4-6-15,5 3-2 0,-1-3-13 0,-1-1-5 16,-1-1-3-16,1 0 3 0,-4-2-4 0,0-1-4 0,2-1-5 16,-6 0 1-16,-1-1-2 0,2-3 4 15,-3 4-5-15,-2-2-3 0,3-3-1 0,-2 3 1 16,-3 7-1-16,4-11 0 0,-4 11 3 0,3-8-1 0,-3 8 6 15,2-7-5-15,-2 7-3 0,0 0-4 0,0 0 13 16,0 0 8-16,0 0 2 0,0 0-2 16,-2 26 0-16,1-17-3 0,0 2 1 0,1-2 0 15,-1 3-3-15,2 0 1 0,0-2-3 0,4 1-32 0,-1-1-32 16,1-1-39-16,3 1-57 0,0-3-70 0,2 0-75 16,4-4-215-16,-3-2-545 0,3 0 242 0</inkml:trace>
  <inkml:trace contextRef="#ctx0" brushRef="#br0" timeOffset="-96577.75">20051 8955 175 0,'0'-13'295'16,"1"3"9"-16,2 0 6 0,-3 2-18 0,3 2-17 16,-3 6-34-16,1-7-22 0,-1 7-11 0,0 0-7 15,0 0-7-15,12 26-6 0,-9-11-7 0,1 4-16 16,0 7-20-16,0 1 7 0,-2-1-15 15,2 1-10-15,0-3-12 0,-2 0-13 0,0-4-13 0,0 5 0 16,-1-7-14-16,-1 0-1 0,2 0-44 0,-1-3-40 16,-1-2-53-16,0-3-50 0,0-1-46 0,-4 1-51 15,2-7-75-15,2-3-306 0,-9 6-639 0,9-6 282 16</inkml:trace>
  <inkml:trace contextRef="#ctx0" brushRef="#br0" timeOffset="-96429.54">20037 9078 174 0,'0'0'220'0,"0"-7"-7"0,0 7-14 16,3-7-14-16,-3 7-15 0,6-5-23 0,-6 5-12 15,17-1-14-15,-6 0-14 0,-1-1-15 0,4 2-41 16,3 0-53-16,2 2-64 0,2-5-86 0,-5 3-114 0,-3-2-288 16,0 2 127-16</inkml:trace>
  <inkml:trace contextRef="#ctx0" brushRef="#br0" timeOffset="-95755.93">14510 9590 118 0,'0'0'209'0,"2"-8"-21"0,-2 8-17 0,0 0-12 16,0 0 4-16,0 0 0 0,10 18-5 0,-8-4-4 16,-2 3-7-16,2 3-12 0,-2 5-12 0,0 2-9 15,0-1-10-15,-2-1-14 0,2 2-3 0,-2-4-9 16,-1-4-8-16,3 2-7 0,-2-2-8 0,1 5-3 16,1-6-6-16,0 1-4 0,1-2-16 0,-1-5-19 15,0 0-29-15,0-1-30 0,2 0-37 0,-2-5-31 16,0-6-33-16,0 10-7 0,0-10-9 0,1 7-158 15,-1-7-353-15,0 0 157 0</inkml:trace>
  <inkml:trace contextRef="#ctx0" brushRef="#br0" timeOffset="-95214.93">14439 9875 61 0,'4'-6'153'16,"0"1"-7"-16,5-1-4 0,5 0-12 0,1-2 2 15,6 3 0-15,7-6-7 0,-2 5-6 0,3-5-1 16,-2 3-11-16,-1-1-10 0,1 1-6 0,0-3-9 15,-2 3-11-15,-5 1-2 0,-4-2-2 0,0 4-3 16,-5-2 1-16,2-3 0 0,-3 3 3 0,-2-1-5 16,-3-1-2-16,-1-1-6 0,2 2-7 0,-4-2 2 15,0 2-4-15,0-1 6 0,-2 2 3 0,0 7-1 16,0-10-2-16,0 10-12 0,0 0-4 0,0-8-7 16,0 8 1-16,0 0-7 0,0 0-2 0,-4 24-4 15,-4-9 6-15,3 2-9 0,0 2-1 0,-2 4 1 16,1-3-3-16,0-1-5 0,2-1 3 0,1 1 1 15,1 0-3-15,2-3 0 0,-4-1 1 0,4-3-3 16,2 0 5-16,-4-1-2 0,4 0 3 0,-2-3-6 16,2-4 3-16,-2-4-4 0,0 9 4 0,0-9-2 15,0 0 1-15,7 7-3 0,-7-7 5 0,0 0-9 0,16-5 3 16,-3-1-1-16,3-2 3 0,1-1-7 0,2 1 1 16,0 2 1-16,-4 0 1 0,3 1-1 15,-3-1 1-15,3 1-3 0,-6 3 7 0,6-1-7 16,-5 2-1-16,1-1 5 0,-1-1-5 0,-2 3 0 0,3 0 2 15,-1-3-1-15,0 2 5 0,-3-2-1 0,0 1 3 16,2 0-4-16,-3 0 4 0,1-1 0 0,-3 0 13 16,0 1-5-16,-2-3 3 0,0 0 0 15,-1 0-2-15,-4 5 3 0,4-13-1 0,-3 7 0 0,-1 6-2 16,-1-17 0-16,-3 12 0 0,0-2 0 0,0 2-3 16,-1 1 1-16,5 4 2 0,-14-7-7 0,8 7 2 15,6 0-1-15,-18 7-4 0,6-3-1 16,2 5-4-16,-3 4 2 0,2 0-2 0,2 2 2 0,1 2 0 15,4-1 0-15,1 3-10 0,3-4-24 0,1 0-23 16,5 0-26-16,2 2-35 0,2-1-35 0,3-5-41 16,11 3-43-16,0-2-171 0,6-2-440 0,2-5 195 15</inkml:trace>
  <inkml:trace contextRef="#ctx0" brushRef="#br0" timeOffset="-94839.84">15708 9873 6 0,'6'-10'199'15,"-1"1"-8"-15,-4-3-13 0,-1 3 12 0,0-1 2 16,0 10-13-16,-6-9-10 0,2 3-7 0,-4 4-7 16,-2 0-9-16,-4 4-2 0,0 3-4 0,-3 1-8 15,-1-1-10-15,2 4-12 0,4-3-9 0,-1 1-10 16,4 1-9-16,0 1-9 0,2-1-4 0,2 1-6 16,2-4-6-16,2 3-7 0,1-8-5 0,0 9 0 15,0-9-6-15,4 9-5 0,-4-9-5 0,11 4-6 16,-5-4 2-16,2 1-7 0,-8-1 1 0,14-3-9 15,-5 1 2-15,-2 0-4 0,0-2-1 0,-1 1 4 16,2 0-10-16,-2 0 2 0,-6 3-6 0,8-3 2 16,-8 3-4-16,9-1 1 0,-9 1-2 0,10 4 3 15,-10-4-3-15,9 13 4 0,-5-4-6 0,-1 1 7 16,2 7-1-16,-1 1 1 0,-2 0-4 0,0 7 9 0,-1 0-7 16,-2-6-1-16,-6 6 5 0,5-6 6 0,-3-1 4 15,-4-1 4-15,-3 6 1 0,-3-2 4 16,-2 0 0-16,-2-3-3 0,4-4-1 0,-2-2 0 15,2 2-3-15,-1-3 1 0,2-4-11 0,3-1-16 0,-1-2-17 16,1 1-24-16,1-2-39 0,-1-3-48 16,4 0-45-16,7 0-41 0,-9-8-225 0,5 4-487 15,4 4 215-15</inkml:trace>
  <inkml:trace contextRef="#ctx0" brushRef="#br0" timeOffset="-94108.07">16011 9851 156 0,'3'-6'229'0,"-1"0"-3"0,-2 6-10 0,0 0-8 16,-5-11-9-16,5 11-12 0,-14 3-4 0,14-3-12 15,-22 11-14-15,9-1-14 0,1 2-9 0,-2 4-9 16,2-5-18-16,2 2-2 0,4-2-13 0,-2 0-5 16,4 0-13-16,2 2-6 0,2-4-4 0,0 3-9 15,2-5-3-15,0 1-3 0,4-4-5 0,4 3-6 16,-1-4-6-16,0-2 1 0,5 1-4 0,-2-4 0 15,0 0-4-15,0-1-3 0,1-3-2 0,-1 1 5 16,3-6-10-16,-4 5-2 0,-3-3-1 0,-1 0 1 16,1-1-4-16,1-1 2 0,-4 1 0 0,-1 1-8 15,0-2 9-15,-2 0-6 0,-2 1 4 0,0 3 0 16,0 7 6-16,0-12 3 0,0 12-10 0,0-9-3 16,0 9-3-16,0 0 2 0,0 0-3 0,0 0 1 15,0 0-2-15,-21 13 1 0,17-7 2 0,1 3 1 16,1 0 12-16,0 1-12 0,1 3-2 0,1-4 2 15,1 3 2-15,2-3-5 0,1 1 3 0,0-3-1 16,3 1 6-16,2-1-2 0,0-1-3 0,3 1 0 16,0-5 0-16,6 1 4 0,-5-3-1 0,0-3-2 15,4-1 5-15,-5 0-4 0,1-1-3 0,1-4 5 16,-4 2-2-16,3-5 2 0,-4 2-2 0,1-3-2 0,-3 4 3 16,-1-2 1-16,1-5 0 0,-2 0 7 15,0-3-4-15,-3 2 1 0,2-1 3 0,0-2 0 16,0 1 1-16,-2-1-4 0,1 4 1 0,-2 0 5 15,1 4-3-15,-2 3 5 0,1 1 5 0,-1 8-3 0,1-13-11 16,-1 13 0-16,0-7-3 0,0 7 6 0,0 0-6 16,0 0-2-16,0 0-3 0,-2 41 1 15,-1-23 1-15,0 1 0 0,1 1-3 0,-1-1 3 16,3 0-1-16,0 0-3 0,1 0 20 0,5 1-14 0,-1-3-7 16,4-1 4-16,1-1 3 0,0-2-1 0,7-2-1 15,-2-2 1-15,6-3-3 0,-1-2 4 16,0-1 2-16,9-4 1 0,-8-1 4 0,2 0-10 0,-3-3-2 15,-1-1 11-15,-2-1-7 0,0 0 2 0,-3-2-4 16,0-1-2-16,-5 1 3 0,-1 1 0 0,-1-1-3 16,-1-3 3-16,-1 1-3 0,-3 2 6 0,0-2-7 15,0 3 0-15,-2 2 3 0,0 6-6 0,-4-11 1 16,4 11-7-16,-7-7-1 0,7 7 2 0,-17 3 0 16,5 1 3-16,-2 5 3 0,-1-1 0 0,1 3-4 15,3 0-1-15,2 1-3 0,1 1 20 0,3-2-15 16,1 2-1-16,3-2-9 0,2 1-32 0,4-2-31 15,0 1-36-15,2-3-38 0,0 1-36 0,5-3-61 16,-2 0-37-16,-1 1-240 0,1-3-566 0,-2-3 250 16</inkml:trace>
  <inkml:trace contextRef="#ctx0" brushRef="#br0" timeOffset="-93966.7">16375 9864 11 0,'-7'-5'217'15,"3"2"-18"-15,4 3-18 0,-8-7-23 0,8 7-12 16,0-7-19-16,0 7-31 0,16-9-40 0,0 3-54 16,12-1-74-16,-2-3-116 0,6 1-201 0,0-5 89 15</inkml:trace>
  <inkml:trace contextRef="#ctx0" brushRef="#br0" timeOffset="-93793.58">17020 9605 134 0,'10'2'238'0,"-1"6"4"16,1 1 10-16,-1 0 0 0,0 5-18 0,-3 0-13 16,3 2-16-16,0 2-22 0,-4 0-1 15,1 8-33-15,-1-3-13 0,-2 1-10 0,-4 1-12 16,-4 3-25-16,-3-3-37 0,-5-2-47 0,-3 3-45 0,-7 0-60 16,-1-1-76-16,-16 10-241 0,-2-6-451 0,-3-2 200 15</inkml:trace>
  <inkml:trace contextRef="#ctx0" brushRef="#br0" timeOffset="-85134.22">13555 10614 83 0,'-2'-15'173'16,"2"-1"18"-16,-2 4 1 0,0 1-6 0,0 3-3 16,1-1-12-16,1 9-7 0,-2-10-23 0,2 10-13 0,0-7-11 15,0 7-13-15,0 0-5 0,0 0-2 16,0 0-1-16,9 19 0 0,-3-4 2 0,-3 4-14 15,4 7-12-15,-2-2-2 0,-1 3-7 0,-2 0-4 16,2-3-6-16,-3 1-6 0,-1-7-4 0,2-1-7 16,-2-6-1-16,2 3-3 0,-2-2-3 0,0-2-4 15,0-3 0-15,0-7-4 0,0 11 3 0,0-11 1 16,0 8-1-16,0-8-1 0,0 0-4 0,0 0 0 16,0 0-3-16,0 0-1 0,0 0-1 0,0 0-4 0,-11-29 0 15,9 15-4-15,2 3 5 0,2-6-4 0,0 2-3 16,2-4 4-16,3-6-7 0,1 1-1 15,0 0 5-15,-1 7-4 0,2-1 1 0,0 1-3 16,2 3-2-16,2 1-2 0,-1 2 4 0,-1 4-4 0,0 1-5 16,1 4 2-16,-2-2-4 0,2 6 6 0,1 1-2 15,0 1 0-15,3 5-1 0,-7 1 4 0,5 0 2 16,-3 4 0-16,0 0-3 0,-1 4 7 0,-2 0-4 16,-1 0 0-16,1 1 4 0,-4-1-8 0,-2 0-22 15,2 0-21-15,-4 0-26 0,0 0-30 0,-2-3-26 16,0-1-35-16,0-2-43 0,-1-2-188 0,-4 2-430 15,3-3 191-15</inkml:trace>
  <inkml:trace contextRef="#ctx0" brushRef="#br0" timeOffset="-84840.6">13922 10763 12 0,'0'0'177'0,"0"0"-8"0,0 0-3 0,10 8-15 15,-10-8-7-15,5 6 2 0,-5-6-13 0,3 10-5 16,-1-3-9-16,-2-7-15 0,7 9-6 0,-5-5-10 16,2 0 0-16,3-1-1 0,0-1-5 0,2-1-1 15,-9-1-3-15,15 1-6 0,-6-3 1 0,-2 0-2 16,4-1 0-16,-4-1-4 0,4-2 3 0,-4 2-5 16,0-2-1-16,-1-3 1 0,2 2-4 0,-4-3-9 15,-2 4-2-15,0-3-5 0,-2-1-7 0,0-1-3 16,0 11-2-16,-4-11-9 0,0 3-16 0,-1 3-22 15,-4 1-13-15,-2 2-16 0,0 2-16 0,-3 2-16 16,-2 6-19-16,-6 1-31 0,6 1-15 0,-2 2-16 16,0 6-20-16,3-4-22 0,-1 6-120 0,4-5-345 0,6-4 152 15</inkml:trace>
  <inkml:trace contextRef="#ctx0" brushRef="#br0" timeOffset="-84548.78">14146 10877 132 0,'21'-9'163'0,"3"-4"9"0,1 0-8 16,-7 4-1-16,-3-1-7 0,-3 0-6 0,-3 2 3 16,4-3-3-16,-6 2 1 0,-1-3-10 0,-2 0-12 0,-1 1-13 15,2 0-11-15,-5-2-9 0,0 2-10 0,0 0-7 16,0-2-10-16,-5 1 0 0,5 1-11 16,0 2-3-16,-3-1-5 0,2 0-8 0,-2 3-3 15,3 7-5-15,0-10-5 0,0 10 1 0,0 0-7 0,3-12-3 16,1 10-5-16,-4 2-2 0,14 0-3 0,-3 2 0 15,1 1-4-15,-1 1 2 0,0 3-2 0,2 2 1 16,-2 0 4-16,-2 0-4 0,5 4-5 0,-7 1 7 16,2 0-8-16,-2-2 3 0,-5 4-3 0,5 1-5 15,-6-5-11-15,-2 1-17 0,1 0-22 0,-2-2-30 16,1 2-29-16,-3-1-30 0,2-1-35 0,0 0-50 16,-3-1-120-16,2 1-376 0,1-3 167 0</inkml:trace>
  <inkml:trace contextRef="#ctx0" brushRef="#br0" timeOffset="-84158.03">14903 10643 166 0,'-6'-8'199'0,"-2"0"7"0,-1 1-3 16,-1 2-13-16,-1 2-12 0,-1 1-11 0,-1 0-10 15,1 4-14-15,-5 5-7 0,-2 2-14 0,2 4-12 16,0 1-9-16,3-2-11 0,3 4-7 0,1-1-8 16,1 0-7-16,2 1-6 0,2-1-9 0,3-3-3 15,2-1-3-15,0-1-7 0,4 0-5 0,-2-1-2 16,3 0-2-16,2-5-3 0,-2-1 1 0,1 1-3 16,1-4-1-16,1 2-1 0,-8-2-3 0,17-2-3 15,-9-1-2-15,2 1 1 0,-1-3-5 0,1-2 0 0,-1 1 2 16,-1-3 0-16,2 2-5 0,-5-5 0 0,4 2 1 15,-4-1 2-15,0-1-2 0,-1 2 13 16,1 1 3-16,-1-1-1 0,-1 6-2 0,-3 4-2 16,6-10-5-16,-6 10-3 0,2-5-6 0,-2 5 0 0,0 0-1 15,0 0 0-15,0 0-1 0,11 12 0 0,-7-2 0 16,-3 3 0-16,0-3-26 0,2 5-20 0,-1-2-29 16,1 4-38-16,-2 1-50 0,2-3-41 15,-1-3-33-15,-1 4-171 0,1-2-436 0,-2-4 193 0</inkml:trace>
  <inkml:trace contextRef="#ctx0" brushRef="#br0" timeOffset="-83517.83">15008 10830 63 0,'-2'-12'220'16,"2"12"-11"-16,0 0 0 0,0 0-9 0,0 0-12 15,0 0-10-15,0-8-12 0,0 8-9 0,0 0-9 16,0 0 0-16,0 0-7 0,0 0 1 0,0 0-3 15,0 0-1-15,0 0-2 0,0 0-12 0,0-11-9 16,0 11-9-16,3-7-8 0,0 2-8 0,-3 5-7 16,6-12-2-16,-3 6-8 0,2-4-13 0,0 2 0 15,3-3-11-15,-2 3-7 0,3-2 1 0,-1 2-3 16,1-2-8-16,-2 2-4 0,2 2-1 0,-2 2-7 16,2 2-7-16,-2 1-1 0,-7 1-1 15,14 3-1-15,-7 0 9 0,2 2-10 0,-1 2 0 0,0 1-3 16,-1 2 12-16,2-1-12 0,-3 2 11 0,-2-4-16 15,4 3 2-15,-1-2-2 0,1 1 16 0,-2-1-17 16,1-2-3-16,-1 1 0 0,5-2-4 0,-4 0-4 16,-1-2 4-16,2-3-1 0,3 3 1 0,-3-2-1 15,1-2 3-15,3 0-2 0,-5-1-2 0,0-1-1 16,-1-1 2-16,2-2-2 0,-2 3 3 0,-1-1-3 16,0-3 6-16,2-1 2 0,-1-1-7 0,-1 0 6 15,0 0 1-15,0 1 0 0,-1 1-2 0,0-1 1 16,-1 3-1-16,-3 5 0 0,6-10 13 0,-5 4-19 15,-1 6 1-15,2-7-1 0,-2 7 8 0,0 0-10 16,0 0 2-16,0 0 0 0,0 0 2 0,11 11 8 16,-11-11-3-16,5 6-1 0,-5-6-2 0,5 9 3 15,-1-3 5-15,1-2-5 0,0 1 2 0,2-1 1 0,-1-1-2 16,2-3 2-16,2 0 5 0,0 0-7 0,1 0 4 16,-1-3-2-16,-1 1 6 0,0-3-1 0,1 0 1 15,-2 0-5-15,1 0 2 0,-4-1 6 16,1 2 0-16,-1-2 3 0,-1 2-4 0,1 1 1 0,-5 3-6 15,6-9 19-15,-3 6-15 0,-3 3-3 0,0 0-4 16,8-4 1-16,-8 4-4 0,0 0 3 16,0 0-2-16,2 13 15 0,-1-3-19 0,-2 2 3 15,0 1-4-15,-2 3 11 0,0 4-5 0,0 5 4 0,-1 1 9 16,0-7-11-16,1 6-3 0,-3 0-2 0,4 0-24 16,-2-1-17-16,-1-5-20 0,0 6-22 0,0 1-26 15,1 0-39-15,1-9-48 0,3-3-36 16,0 0-30-16,-1-1-166 0,1-4-467 0,0 1 206 0</inkml:trace>
  <inkml:trace contextRef="#ctx0" brushRef="#br0" timeOffset="-83155.86">15737 10711 230 0,'3'-10'229'16,"0"1"-16"-16,1 3-16 0,-2 2-18 0,5 0-6 15,-7 4-12-15,0 0-4 0,0 0-10 0,13 13-3 16,-10-3-14-16,4-2-10 0,0 9-11 0,0-1-7 16,3 6-11-16,-5-5-7 0,-1-1-9 0,5 1-5 15,-4 1-2-15,1-4-8 0,1 2-8 0,-2-4-7 16,4-3 7-16,-4 1-11 0,1-2 0 0,0-2 9 16,-1-1 3-16,2 0 7 0,-2-3 11 0,-5-2 1 15,11 4 2-15,-6-4-1 0,-5 0-1 0,12-6 7 16,-5 2-7-16,-1-1-3 0,1-4-7 0,0 0-4 15,-2-4-4-15,4-2-7 0,-1 0-5 0,3 0 0 16,0-10-8-16,-3 6-8 0,3-7 2 0,2 6-5 16,-3 1 5-16,-1 1-9 0,-1 3-5 0,-1-2 6 15,0 2-17-15,-2 3-9 0,0 2-5 0,0 1-9 16,-2 4-17-16,0-2-27 0,-3 7-36 0,6-7-17 16,-6 7-22-16,0 0-30 0,0 0-36 0,0 0-37 15,0 0-36-15,0 0-194 0,-9 33-510 0,7-25 226 16</inkml:trace>
  <inkml:trace contextRef="#ctx0" brushRef="#br0" timeOffset="-82930.46">16147 10807 25 0,'0'0'163'0,"4"6"-14"0,1-5 3 16,-5-1-2-16,6 8-5 0,-2-6 0 0,-4-2-6 16,6 2-6-16,-6-2-3 0,8 3-8 0,-8-3-1 15,9 1-7-15,-9-1-2 0,0 0-3 0,13-4-7 0,-13 4-1 16,11-3 1-16,-6-2-9 0,0 1-4 0,-1-1-3 15,1-1-6-15,-1 0-3 0,-1 1-6 16,-1-5-6-16,-3 1-8 0,1 9-1 0,-2-14-12 16,-1 9-4-16,3 5-1 0,-9-10-10 0,4 8-21 0,5 2-17 15,-21 0-16-15,10 0-30 0,-3 4-30 0,1 3-43 16,2-2-55-16,2 2-72 0,0 1-130 0,1 0-417 16,-1 1 185-16</inkml:trace>
  <inkml:trace contextRef="#ctx0" brushRef="#br0" timeOffset="-82693.7">16442 10605 20 0,'0'-12'304'0,"1"1"-8"16,-1 4-12-16,2 0-14 0,-2 7-19 0,1-10-26 15,-1 10-26-15,0 0-18 0,0 0-14 0,0 0 1 16,0 0-10-16,0 0-7 0,0 36-10 0,0-16-9 15,-1-1-16-15,1 8-11 0,-2 2-7 0,1-5-10 16,0 0-4-16,-1 1-20 0,2-6-25 0,-1-1-30 16,1-1-27-16,0-1-31 0,1 1-37 0,1-6-45 15,-1 0-56-15,2-1-49 0,-2-1-47 0,-2-3-144 16,1-6-462-16,2 7 204 0</inkml:trace>
  <inkml:trace contextRef="#ctx0" brushRef="#br0" timeOffset="-81616.69">16645 10603 194 0,'5'-13'226'0,"-2"2"2"16,-2 4-5-16,0 0-22 0,-1 7-20 0,2-7-14 15,-2 7 1-15,0 0-4 0,0 0 2 0,0 0 5 0,-5 35-3 16,2-18-10-16,-2 2-2 0,-1 10-5 16,0-4-18-16,3 0-10 0,-3 0-9 0,3-5-10 15,-1-1-9-15,0 6-8 0,0-8-8 0,2 2-10 16,-1-3-23-16,3-5-50 0,-1 5-27 0,1-6-24 15,0 0-18-15,0-2-30 0,0-8-30 0,0 10-20 16,0-10-22-16,0 8-21 0,0-8-13 0,0 0 1 16,0 0 8-16,0 0 9 0,0 0-117 0,0 0-331 15,-16-22 146-15,9 13 1275 0,0 0-887 0,-2-4 27 0,0-2 20 16,1 1 27-16,0-2 29 0,0 6 20 0,3-1 24 16,-1 2 21-16,2-2 8 0,0 3 5 0,1 2 3 15,3 6-3-15,-2-11-9 0,2 11 1 16,5-9 0-16,3 7-1 0,3-3-2 0,3 3-1 0,5-2-3 15,3-2 1-15,5 3-9 0,0-4 0 0,4 5-5 16,-3-1-4-16,1 2-6 0,-2-2-1 16,-4 0-3-16,-4 0 1 0,1 2-1 0,-3-3-1 0,1 1-2 15,-5 0 3-15,-3 3 4 0,-1 0 8 0,-1-2 9 16,-8 2 4-16,10-2 4 0,-10 2-5 0,0 0-2 16,0 0-6-16,0 0-2 0,0 0 0 0,0 0 0 15,0 0 7-15,-21 18 1 0,11-11-3 0,-5 4-2 16,5-2-1-16,-2 2-5 0,2-1-2 0,3-1 5 15,0 1-17-15,2 1-2 0,2-3-6 0,-2 1 13 16,4-2-10-16,0-1-6 0,1-6 1 0,3 13-4 16,1-7-1-16,1-1 1 0,0-2-6 0,2 1 8 15,-1-1-9-15,3-2 0 0,4-2 2 0,-3 0-5 16,1-1 1-16,0 0 0 0,-3-2 0 0,2-1 0 16,-1 2-2-16,-4-4 3 0,1 0-7 0,2-1 4 15,-3 1-1-15,-1-3 1 0,-2 2-6 0,1 2 0 16,-1 1 3-16,-2 5-2 0,3-10-3 0,1 7-1 15,-4 3 1-15,0 0-5 0,5-6 2 0,-5 6 1 16,0 0 1-16,0 0-1 0,8 12 1 0,-8-12-1 16,9 7 5-16,-4-4-2 0,2 4 3 0,3-2 6 15,0 1-7-15,1-1-1 0,3-1 0 0,3 1 5 16,2-2-4-16,0-2 1 0,-1-1 0 0,1 0-1 16,0-5 2-16,2 0 2 0,-5 0-3 0,1 2-1 15,-4-2 2-15,-1 0-3 0,0-3 2 0,-2 3-1 16,-1-3 3-16,-2 1-2 0,-1-1 3 0,-1 0 0 15,-2 1 8-15,-2 0 2 0,-1 7 0 0,1-10 7 16,-1 10-1-16,-2-10-7 0,2 10-1 0,-3-7-4 16,3 7 14-16,0 0-10 0,0 0-6 0,0 0 2 15,-17 9-5-15,11 0 2 0,1 2-3 0,-5 3-1 0,3 3 5 16,1 0-5-16,1 1 8 0,-2 5-10 0,4 4 6 16,0-2-3-16,2 0 0 0,1 2 2 15,1 3 5-15,0 1-7 0,1-1 1 0,3 0 0 16,-2 1-1-16,1-2 0 0,0 0 1 0,-1-2 10 0,-2 1-7 15,-1-1-8-15,-4-2 2 0,2-5 3 0,-6 4-3 16,0-7-1-16,-1 1-7 0,0-5-7 16,-5 0-13-16,-1 0-10 0,0-4 1 0,-2-1 4 15,-1-5 2-15,5 0-7 0,-1-2 3 0,4-2-1 0,0-4-6 16,-3 1 1-16,5-5 8 0,3 0-3 0,1-6-1 16,4-2 4-16,6-1 0 0,5-5 4 0,6-3 2 15,4 0 3-15,3-2 3 0,11-5-2 16,3-2 3-16,2 2-1 0,-1 1 7 0,1 3-1 0,0-2 1 15,0 2-1-15,-11 5 3 0,0 1 4 0,0 1-1 16,-1 2 1-16,0-6 0 0,-3 3 7 0,-4 0 4 16,1 2 8-16,-10 5 0 0,4-6 7 0,-9 7 4 15,0 3 6-15,-2 1-2 0,-3 0 9 0,0 4-1 16,-2 7-1-16,-7-9-8 0,7 9 0 0,-15 0 7 16,-2 6-6-16,-2 4 0 0,-5 3 0 0,-2 3-3 15,2-1 1-15,5 2-5 0,0 2-7 0,6-4-4 16,2 1-14-16,3-1-36 0,4 1-26 0,3-4-37 15,4 3-53-15,3-4-55 0,8 0-56 0,1-2-202 16,12 0-510-16,3-2 226 0</inkml:trace>
  <inkml:trace contextRef="#ctx0" brushRef="#br0" timeOffset="-77103.11">16225 7567 25 0,'-2'-8'76'16,"2"8"-18"-16,0 0-9 0,0 0-11 0,0 0-8 15,0 0-5-15,0 0-10 0,3-11-8 0,-3 11-1 16,0 0-11-16,0 0-10 0,6-7-37 0,-6 7-56 16,8-6 25-16</inkml:trace>
  <inkml:trace contextRef="#ctx0" brushRef="#br0" timeOffset="-76118.45">18719 7038 30 0,'0'0'56'0,"0"0"-2"16,0 0-3-16,0 0-6 0,0 0-10 0,0 0-5 15,0 0-16-15,0 0-14 0,0 0-53 0,0 0-57 16,0 0 26-16</inkml:trace>
  <inkml:trace contextRef="#ctx0" brushRef="#br0" timeOffset="-63622.24">17421 6842 31 0,'-3'-10'113'0,"3"10"3"0,-5-5-8 0,5 5-18 0,0 0-4 16,0 0-14-16,0 0-4 0,-2-8-15 0,2 8-2 16,0 0-5-16,0 0-5 0,0 0-3 0,0 0-8 15,0 0-5-15,0 0-10 0,0 0-10 0,0 0-18 16,0 0-25-16,0 0 0 0,0 0-7 0,0 0-13 15,0 0-16-15,0 0-47 0,0 0-130 0,0 0 58 16</inkml:trace>
  <inkml:trace contextRef="#ctx0" brushRef="#br0" timeOffset="-63231.44">17218 5495 25 0,'0'0'6'0,"0"9"-12"0,0-9-5 0,-4 6 2 16</inkml:trace>
  <inkml:trace contextRef="#ctx0" brushRef="#br0" timeOffset="-62752.05">17188 6873 3 0,'0'0'109'0,"0"0"-2"0,0 0-14 0,0 0-5 16,0 0-1-16,0 9-15 0,0-9-10 0,0 0 1 16,0 0-3-16,0 0-13 0,0 0-8 0,0 0 3 15,0 0-23-15,0 0-11 0,0 0-7 0,0 0-15 16,0 0-9-16,0 0-6 0,0 0-22 0,0 0-20 15,0 0-48-15,0 0-129 0,0 0 58 0</inkml:trace>
  <inkml:trace contextRef="#ctx0" brushRef="#br0" timeOffset="-62334.33">17095 5732 34 0,'0'0'51'0,"0"0"1"0,0 0-4 15,0 0-13-15,0 0-5 0,0 0-3 0,0 0 3 0,0 0-5 16,0 0 3-16,0 0-14 0,0 0-3 16,0 0-15-16,0 0-9 0,0 0-17 0,0 0-27 15,0 0-61-15,-2 13 27 0</inkml:trace>
  <inkml:trace contextRef="#ctx0" brushRef="#br0" timeOffset="-61916.41">17357 7046 43 0,'0'0'116'0,"0"0"0"0,0 0-12 16,0 0-10-16,0 0-6 0,0 0-12 0,0 0-2 16,0 0-14-16,0 0-5 0,0 0-10 0,0 0-2 15,0 0-12-15,0 0-9 0,0 0-21 0,0 0-12 16,0 0-12-16,0 0-13 0,3-15-23 0,-3 15-23 16,-2-13-45-16,2 13-136 0,-1-12 60 0</inkml:trace>
  <inkml:trace contextRef="#ctx0" brushRef="#br0" timeOffset="-61519.36">17408 5569 32 0,'0'0'38'0,"0"0"-6"0,0 0-6 15,0 0-8-15,0 0-12 0,0 0-18 0,0 0-12 16,0 0-25-16,-13 17 11 0</inkml:trace>
  <inkml:trace contextRef="#ctx0" brushRef="#br0" timeOffset="-57057.01">17102 7159 19 0,'0'0'91'0,"0"-9"1"0,0 9-7 16,0 0-1-16,0 0-17 0,0 0-8 0,0-12-13 15,0 12-4-15,0 0-21 0,0 0-19 16,1-7-27-16,-1 7-32 0,0 0-31 0,0 0-95 16,-3-9 42-16</inkml:trace>
  <inkml:trace contextRef="#ctx0" brushRef="#br0" timeOffset="-55392.1">15958 7585 22 0,'0'0'61'0,"0"0"3"0,2-7-12 16,-2 7-1-16,0 0-8 0,4-6-3 0,-4 6-1 15,0 0-2-15,0 0-10 0,0 0-3 0,0 0-7 16,0 0-6-16,1-8-5 0,-1 8-9 0,0 0 1 16,0 0 0-16,0 0-8 0,0 0-3 0,0 0 2 15,0 0-7-15,0 0-3 0,0 0-6 0,0 0-3 16,0 0-30-16,0 0-64 0,0 0 28 0</inkml:trace>
  <inkml:trace contextRef="#ctx0" brushRef="#br0" timeOffset="-54235.33">15960 7622 16 0,'0'0'31'0,"0"0"-2"16,0 0-1-16,0 0-5 0,0 0-4 0,0 0 2 15,0 0-5-15,0 0-2 0,0 0 2 0,0 0-4 16,0 0 2-16,0 0 0 0,0 0-6 0,0 0 4 16,0 0 1-16,0 0-4 0,0 0-1 0,0 0-1 15,0 0 1-15,0 0 0 0,0 0-2 0,0 0 8 16,0 0-9-16,0 0-4 0,0 0 3 0,0 0-3 16,0 0-4-16,0 0-2 0,-7-12-1 0,7 12 1 15,0 0 1-15,0 0-1 0,0 0-1 0,0 0 1 16,0 0-1-16,0 0-2 0,0 0 1 0,0 0-3 15,0 0-3-15,0 0-6 0,0 0-3 0,0 0-18 16,0 0-41-16,0 0 19 0</inkml:trace>
  <inkml:trace contextRef="#ctx0" brushRef="#br0" timeOffset="-50696.68">18990 7040 109 0,'0'0'123'0,"0"0"2"0,0 0-9 16,0 0-2-16,0 0 2 0,0 0-3 0,0 0-9 16,0 0 2-16,0 0-1 0,0 0-15 0,0 0-13 15,0 0-5-15,0 0-7 0,0 0-8 0,0 0-6 16,0 0-4-16,0 0-7 0,0 0 2 0,0 0-12 15,0 0-5-15,0 0-10 0,0 0-12 0,-6-13-11 16,6 13-5-16,0 0-5 0,0 0 0 0,0 0-9 16,0 0-4-16,0 0-8 0,0 0-12 0,0 0-15 15,0 0-22-15,0 0-20 0,0 0-105 0,0 0-231 16,0 0 102-16</inkml:trace>
  <inkml:trace contextRef="#ctx0" brushRef="#br0" timeOffset="-50413.63">19600 6891 46 0,'0'0'148'16,"0"0"-2"-16,0 0-16 0,8-2-4 0,-8 2-14 15,0 0-10-15,0 0-11 0,0 0-7 0,0 0-11 16,0 0-3-16,0 0-6 0,0 0-1 0,0 0-13 16,0 0 2-16,0 0-7 0,0 0-6 0,0 0-2 15,0 0-5-15,0 0-4 0,0 0-5 0,0 0-5 16,0 0-12-16,0 0-22 0,0 0-26 0,0 0-15 16,0 0-30-16,0 0-32 0,0 0-92 0,0 0-228 15,0 0 100-15</inkml:trace>
  <inkml:trace contextRef="#ctx0" brushRef="#br0" timeOffset="-49766.68">16195 7346 46 0,'0'0'59'0,"0"0"10"0,0 0-12 16,0 0-6-16,0 0-8 0,0 0-19 0,0 0-7 0,0 0-11 15,0 0-5-15,0 0-24 0,0 0-36 0,-10 5-63 16,10-5 28-16</inkml:trace>
  <inkml:trace contextRef="#ctx0" brushRef="#br0" timeOffset="-49504.37">15078 7407 19 0,'8'-1'35'16,"-8"1"-2"-16,0 0-12 0,0 0-25 0,13 5-14 15,-13-5-19-15,0 0 9 0</inkml:trace>
  <inkml:trace contextRef="#ctx0" brushRef="#br0" timeOffset="-40517.78">18160 10749 35 0,'3'-9'166'0,"0"5"-14"0,-3 4-6 16,0-11-6-16,0 11-15 0,0 0-3 0,-6-14-12 16,6 14-8-16,-10-6-1 0,4 4-5 0,-1 0-17 15,-2 1-3-15,9 1-13 0,-19 3 3 0,7 2-2 16,-5 4-6-16,2 1 0 0,0 2-9 15,1-2-2-15,-2 2-5 0,9-1-3 0,-1 2-4 0,0-1-9 16,5-2 5-16,-1 6-9 0,1-6 2 0,2 3-5 16,3-4 2-16,1 3-2 0,0-3 1 0,3 1-3 15,1-3 2-15,-1-1-1 0,1 0-6 0,0-1 1 16,3 0-4-16,0-1 0 0,-1-3-2 0,3 1 6 16,-2-2-3-16,1-2 1 0,-1-1-2 0,0-2-3 15,0 0 2-15,0-2-1 0,-2 0-3 0,-1-1 5 16,0-3-1-16,2 1-1 0,-3 0 9 0,-2-1-1 15,1 1 3-15,-1 1-1 0,-2 3-3 0,1-3 5 16,1 3 0-16,-4 6 0 0,1-11 1 0,-1 11-4 16,3-7-7-16,-3 7 0 0,0 0-1 0,0 0-2 15,0 0-4-15,0 0-2 0,0 0 6 0,-2 25 0 16,2-13 2-16,2-1-2 0,-1 3-5 0,0 1-4 16,2 0-16-16,-1 1-17 0,2-2-17 0,0-2-25 15,0 0-33-15,3-2-31 0,-2-2-26 0,1 1-27 16,-3-2-102-16,3-4-321 0,-1 0 142 0</inkml:trace>
  <inkml:trace contextRef="#ctx0" brushRef="#br0" timeOffset="-40319.96">18322 10655 154 0,'-1'-16'185'0,"-1"6"2"0,1 1-4 0,0 2-9 15,1 7-24-15,-2-9-12 0,2 9-9 16,0 0-8-16,0 0-2 0,0 0-10 0,0 0-16 15,-5 35-3-15,2-16-8 0,0 7-7 0,1-1-11 16,-1 1 0-16,2 2-10 0,-2-1-4 0,1-3-7 16,0 1-11-16,2-5-20 0,2-2-29 0,-2 0-36 0,1 0-35 15,0-2-38-15,0-4-51 0,-2-2-132 16,0 1-333-16,0-5 149 0</inkml:trace>
  <inkml:trace contextRef="#ctx0" brushRef="#br0" timeOffset="-40174.12">18277 10772 97 0,'10'-7'136'0,"-1"4"-16"0,5-1-8 0,-1 2-14 0,3-3-23 16,3 1-35-16,0 2-37 0,0-1-45 0,-1 1-65 16,2-1-115-16,-2-1 51 0</inkml:trace>
  <inkml:trace contextRef="#ctx0" brushRef="#br0" timeOffset="-39961.89">18684 10550 45 0,'0'0'225'16,"2"-8"-17"-16,-2 8-19 0,0 0-20 0,0 0-16 0,0 0 2 16,0 0 0-16,0 0-7 0,0 0-5 0,5 27-16 15,-3-11-8-15,-4 3-8 0,1 4-14 0,0 1-7 16,-1 4-9-16,1-2-3 0,-1-1-12 15,2 1-5-15,0-1-7 0,-2-6-3 0,2 5-23 0,-2-6-14 16,-1-1-23-16,2 1-29 0,0-2-33 0,-2 1-36 16,1-5-34-16,0-1-30 0,1-1-168 0,-3-2-367 15,0-1 164-15</inkml:trace>
  <inkml:trace contextRef="#ctx0" brushRef="#br0" timeOffset="-39706.33">18702 10597 144 0,'13'-2'179'0,"2"2"-4"15,-1 2-7-15,0 5-1 0,1 1-7 0,-1 4-8 16,-2 3-8-16,3 8-8 0,-3 0-8 0,-2 0-15 16,-4 2-9-16,0 0-8 0,-2-2-8 0,-2-4-8 15,-1 0-7-15,-4-2-4 0,2 1-7 0,-4 0 0 16,0-2-3-16,-5 1-5 0,-1-2-6 0,-1 0-1 15,-11 1-6-15,5-3-5 0,-3 0-2 0,-4 1-3 16,0-4-3-16,0 0-19 0,6-3-17 0,1-3-26 16,5 0-32-16,0-3-43 0,3 0-44 0,0-1-57 15,0 0-142-15,10 0-380 0,-12-8 168 0</inkml:trace>
  <inkml:trace contextRef="#ctx0" brushRef="#br0" timeOffset="-38926.11">18967 10715 27 0,'11'-2'186'16,"0"-1"-11"-16,-2 2 2 0,-9 1-1 0,18 2-9 0,-9 1-14 15,-3 1-13-15,1-1-7 0,-2 5-12 16,2 2-8-16,-2 0-10 0,1-1-11 0,-5 4-8 16,1-3-8-16,-2 3-9 0,0-2-5 0,-2 1-4 15,-1-1-6-15,-1 1-5 0,1-3-4 0,-4-1-3 16,4-1-7-16,0-2-4 0,-1 0-1 0,4-5 1 0,-6 7-3 15,6-7-3-15,-8 4-3 0,8-4 2 16,0 0-5-16,0 0 0 0,0 0-3 0,0 0-3 16,0 0-1-16,0 0-5 0,17-30-2 0,-3 20-3 15,1-2-3-15,7-4 2 0,1 0-9 0,-1 1 7 0,3 1-2 16,-2 0 0-16,-5 2 2 0,0 2-2 0,0-3 3 16,-3 3-1-16,2-2 0 0,-3 2 2 15,0 0 10-15,-1 0 3 0,-4 1-3 0,-1 2 1 16,-3 1 8-16,-1 0 2 0,0 2-2 0,0-2 0 0,-4 6-2 15,4-6-3-15,-4 6 0 0,0 0-7 0,0 0 5 16,0 0 7-16,0 0 4 0,-27 19 1 16,16-5-3-16,-5 7 3 0,5-5-2 0,-6 5-2 15,6-4 1-15,2-3 0 0,2 2 0 0,-2 0-2 0,6-5-3 16,-1 1-3-16,2 0-4 0,2-2 6 16,2-3-2-16,0 3 2 0,2-3-1 0,4 0-2 15,1-4 2-15,0 1-4 0,2 0 3 0,3-4-3 16,-2-1-1-16,3-1 0 0,-3-1 0 0,0-4-2 0,0 3 1 15,-3-4-1-15,2 1-1 0,-2-1 2 0,3-6 0 16,-5 4-1-16,1-6 0 0,-3 3 2 0,0 0-5 16,-2 1-3-16,-2 1 3 0,0 0-1 0,-1 4 1 15,0 7-3-15,-1-14-1 0,1 14 6 0,0-8-9 16,0 8-2-16,0 0 2 0,0 0-3 0,0 0 2 16,0 0-1-16,0 0 3 0,-18 19-2 0,16-11 1 15,-1 5-1-15,2-5 2 0,-2 3 1 0,6-1 1 16,-2 0 4-16,2-3-3 0,2 2 3 0,0-3-1 15,4 1-1-15,0-1 2 0,2-3 0 0,1-2-2 16,2 3 3-16,-1-6 2 0,4 0 0 0,0-2-2 16,-3 0 0-16,3-2 0 0,-1-3 1 0,-1 0 3 15,-2 1-2-15,-2 0 1 0,3-3-3 0,-5-2 3 16,-2 4 2-16,0-1 3 0,0-5 9 0,-3 5-13 16,0 0 3-16,0-2 2 0,-1 4-1 0,-1-1 2 15,-1 3 5-15,-1 6-1 0,3-10-2 0,-3 10-7 16,1-5-7-16,-1 5 1 0,0 0 0 0,0 0-1 15,0 0-1-15,0 0 1 0,0 0 2 0,0 0-2 16,-6 27 0-16,6-14 0 0,0-3 6 0,1 3-7 16,0 0 11-16,1-3-8 0,0 2 1 0,1 0-3 15,-1-1-4-15,6-1-23 0,-3-4-25 0,0 1-31 0,0-2-38 16,-1 1-33-16,1-2-43 0,0 0-35 16,-5-4-197-16,5 6-462 0,-5-6 204 0</inkml:trace>
  <inkml:trace contextRef="#ctx0" brushRef="#br0" timeOffset="-38760.32">19553 10382 95 0,'7'-4'92'0,"-7"4"-15"0,16 7-12 15,-6 2-23-15,1 5-10 0,7 5-20 0,-1 4-28 16,1 2-18-16,0 4-28 0,-4-3-65 0,5 3 30 15</inkml:trace>
  <inkml:trace contextRef="#ctx0" brushRef="#br0" timeOffset="-38572.42">19844 10756 166 0,'0'0'186'0,"0"0"8"0,0 0-2 16,0 0-8-16,0 0-6 0,8-16-10 0,-7 6-15 16,-1 1-6-16,2-2-9 0,1 2-10 15,2-3-14-15,2 1-8 0,0 1-7 0,3 0-7 0,-1 0-7 16,2 1-11-16,0 3-4 0,1 0-10 15,-2 5-4-15,3 1-8 0,-2 1-4 0,3 4-6 0,-4 2-3 16,0 0-1-16,1 7-8 0,-3 1 1 0,-3 1 2 16,0 1-14-16,-1 0-30 0,-2 0-26 0,1 2-39 15,-6 0-49-15,-2-2-49 0,-3 0-230 0,-3 1-441 16,-8 2 196-16</inkml:trace>
  <inkml:trace contextRef="#ctx0" brushRef="#br0" timeOffset="-37926.06">15808 11409 146 0,'0'0'239'0,"0"0"-24"0,-4-8-23 0,4 8-14 15,0 0-14-15,0 0-18 0,-11 23-11 0,7-12-11 16,0 5-16-16,-1 0-4 0,3 0-16 0,3 1-5 16,0 0-9-16,4-1-8 0,0-1-5 0,2-1-8 15,0-3-3-15,0-2-3 0,3-1-6 16,-2-2-1-16,2 1-6 0,0-5-1 0,0 2-2 0,-1-5-4 16,3 0-3-16,-2-2 1 0,-4 0-2 0,1-1-2 15,2-3-4-15,-2-2 3 0,0 0-5 0,-1-1 0 16,-1 3-1-16,-1-2-1 0,0-2 1 0,-2 0-3 15,1 1 0-15,-2 3-2 0,1-3 0 0,0 3 0 16,-2 7-4-16,1-8 0 0,-1 8-3 0,2-7-4 16,-2 7-1-16,0 0 1 0,0 0 0 0,0 0-2 15,0 0 3-15,9 25 0 0,-7-13-3 0,1 0 0 16,-1-1 3-16,2 0-2 0,-1 1 3 0,4-3 0 16,0-1 3-16,4 1 1 0,-1-3 7 0,-1-2 6 15,5-1 6-15,4-4 2 0,0-1 3 0,1-6 7 16,-1 3-4-16,0-5 5 0,-1-1-1 0,-1-1 0 15,1-7 0-15,-3 4-1 0,-4 2 1 0,-4 2 0 16,2-6-2-16,-3 2-2 0,-2 3-2 0,-3-4-4 16,-1 4-4-16,-4 1-2 0,-3-2-14 0,2 1-11 15,-2 5-15-15,-1 0-21 0,-1 3-23 0,0 2-29 16,-1 3-36-16,-5 5-46 0,2 3-36 0,-3 5-38 0,-3 4-135 16,2 5-415-16,0-2 184 0</inkml:trace>
  <inkml:trace contextRef="#ctx0" brushRef="#br0" timeOffset="-37775.71">16399 11597 56 0,'10'-7'287'0,"-1"2"-8"0,-2-1-19 0,0 2-21 0,-2-2-24 16,-1 2-21-16,-4 4-29 0,2-6-39 0,-2 6-38 16,0 0-38-16,0 0-41 0,0 0-46 0,0 0-50 15,-18 10-54-15,16-1-144 0,-1 2-307 0,2 0 137 16</inkml:trace>
  <inkml:trace contextRef="#ctx0" brushRef="#br0" timeOffset="-37459.69">16606 11830 27 0,'10'-6'240'0,"-1"-1"-1"16,2-3-8-16,2-3-9 0,-3 1-9 0,-2 3-9 15,3-4-12-15,-4 3-13 0,-2-3-15 0,-1 3-13 16,1-6-12-16,-2 0-18 0,-3 4-2 0,0-3-15 15,-2 3-8-15,1 0-1 0,0 0-8 0,-3 1-13 16,0-1-4-16,1 3-3 0,2 1-9 0,-2 2-7 16,3 6-7-16,-2-9-7 0,2 9-6 0,0 0-10 15,1-10 0-15,-1 10-2 0,11-5 0 0,-2 5-4 16,4 0-1-16,4 2-4 0,4-1 1 0,-2 2-3 16,-1 0 1-16,-1 3-4 0,0-1 3 0,-2 3-4 15,0 0 0-15,-5 2-4 0,-1 0 3 0,-4 0 4 16,0 5-5-16,-1-3 1 0,-3 4 1 0,0-4 0 15,1 4-3-15,-4-1-10 0,1-2-8 0,0 3-20 16,1-1-20-16,-3-4-30 0,1 2-35 0,0-5-31 16,1 2-24-16,2-3-35 0,-1-7-33 0,0 12-144 15,0-12-421-15,2 7 187 0</inkml:trace>
  <inkml:trace contextRef="#ctx0" brushRef="#br0" timeOffset="-37313.49">17029 11667 57 0,'3'-6'207'0,"0"1"-6"0,-3 5-12 0,4-9-14 16,-4 9-20-16,4-3-18 0,-4 3-12 0,0 0-12 0,0 0-15 16,0 0-10-16,0 0-14 0,0 0-26 0,12 10-40 15,-8-5-45-15,0 1-46 0,0 1-63 16,0-3-90-16,1 2-253 0,1-2 112 0</inkml:trace>
  <inkml:trace contextRef="#ctx0" brushRef="#br0" timeOffset="-37092.2">17384 11501 236 0,'5'-11'270'0,"-4"6"-8"0,2-2-8 15,-3 7-18-15,2-9-16 0,-2 9-26 0,3-5-19 16,-3 5-22-16,0 0-10 0,0 0 6 0,0 0 2 16,6 31-13-16,-6-13-5 0,0 1-3 0,0 8-17 15,0 0-10-15,-2 1-11 0,-1 0-8 0,1-2-6 16,0 3-14-16,0-3-4 0,-1 2-1 0,4-3-9 15,-2-6-12-15,1-1-19 0,0-1-28 0,1 1-24 16,1-3-34-16,-2-1-33 0,-2-2-49 0,1-1-55 16,0-3-45-16,-4 1-217 0,0-4-505 0,0-1 225 15</inkml:trace>
  <inkml:trace contextRef="#ctx0" brushRef="#br0" timeOffset="-36782.08">17291 11741 24 0,'7'-4'178'0,"4"0"-4"0,-2 1-9 16,1 1 2-16,1 2-12 0,-1 2-11 0,3 1 0 15,-1 0-13-15,0 2-6 0,0 1-9 0,0 1-9 16,3 1-8-16,-4-2-3 0,2 1-13 0,-1-1-6 16,3 0-4-16,3-2-4 0,-5 1-3 15,1-4-4-15,5 0 0 0,-3-2-3 0,0 0-1 0,-3 0 2 16,1-1 0-16,4-3 2 0,-3-1 0 0,-4 0 2 15,-2-1-2-15,3 0-6 0,-8-1-3 0,2 0-2 16,-2-2 0-16,0 1 0 0,-4-1-9 0,0-2-2 16,-3 2-4-16,-1 1-2 0,-1-1-6 0,-4 1 1 15,0-4-4-15,0 6-6 0,2 0-9 0,-5 4-9 0,5-2-9 16,-4 1-13-16,0 3-14 0,2 2-18 16,-1 1-17-16,-1 3-22 0,1 0-40 0,1 2-37 15,3 1-39-15,-2 1-216 0,0 0-459 0,5-1 203 16</inkml:trace>
  <inkml:trace contextRef="#ctx0" brushRef="#br0" timeOffset="-36472.62">18161 11519 244 0,'-1'-9'262'0,"1"9"-11"0,-9-13-15 0,4 9-12 16,-3-1-20-16,0 2-13 0,-1 3-19 0,9 0-15 0,-16 2-12 15,8-1-16-15,-2 4-12 0,1 2-19 0,2 1-6 16,2 2-10-16,0 1-8 0,3 1-5 0,2 0-6 16,2 0-3-16,3 1-11 0,3 1-4 15,0 2-8-15,1-3-1 0,3 2-4 0,-1-2-5 0,1 0 0 16,1-3-2-16,-2 3-5 0,-4-4-7 0,1 1 7 16,-1 0-5-16,-3-2-2 0,0 2 0 0,-1-3 0 15,-3 0-2-15,0 1 2 0,0-8-4 0,-5 13-5 16,-2-7-2-16,1 2-4 0,-7-2-6 0,-1 1-16 15,-3 0-13-15,-1-1-18 0,-1-1-20 0,0 1-34 16,-1 0-26-16,2-3-33 0,1 0-39 0,3-2-206 16,0-1-446-16,5-1 197 0</inkml:trace>
  <inkml:trace contextRef="#ctx0" brushRef="#br0" timeOffset="-36205.75">18270 11658 39 0,'6'3'227'0,"-6"-3"-2"16,13 6-15-16,-7-4-5 0,-1 2-10 0,0 1-11 16,2-2-17-16,-2 3-12 0,1-1-17 0,-1-2-11 15,2 1-8-15,0 0-4 0,0-2-4 0,2 4-6 16,-1-6-1-16,0 0-2 0,-8 0-3 0,13-2-1 16,-13 2-1-16,12-4-5 0,-5-1-7 0,-2 2-7 15,-2-3-9-15,-3 6-1 0,4-13-7 0,-4 8-8 16,1-4-2-16,-3-1-6 0,-2 1-6 0,-2 0-5 15,1-1-10-15,0 2-21 0,-1 3-11 0,1-1-18 16,0 0-23-16,0 2-29 0,5 4-33 0,-13-5-29 16,13 5-24-16,-8-1-28 0,8 1-26 0,0 0-29 15,-10 6-136-15,10-6-412 0,-3 7 182 0</inkml:trace>
  <inkml:trace contextRef="#ctx0" brushRef="#br0" timeOffset="-35700.26">18530 11575 81 0,'7'-3'256'0,"-2"-1"-11"15,-5 4-8-15,0 0-14 0,6-3-13 0,-6 3-21 16,0 0-11-16,0 0-4 0,0 0-6 0,10 7-9 16,-10-7-9-16,-1 10-13 0,2-1-10 0,-1 0-8 0,-1 0-2 15,1 2-12-15,-1-1-20 0,2-1-7 16,-1-2-7-16,4 5-7 0,1-5-3 0,-1 1-10 16,2-1 0-16,-1-1-3 0,2-1-6 0,-3-1-4 15,5 0 1-15,1 0-7 0,0-4-3 0,0 0 10 0,1 0-16 16,-1-3-2-16,0 0-3 0,-4 0 1 15,3-3-8-15,1-4 2 0,-1 3-9 0,-2-3 0 16,0-1-2-16,2 1 0 0,0-4 8 0,-2 3-12 16,0-1 0-16,0 1 0 0,-1 1 0 0,-3 0-3 0,-1 3 4 15,1 4 0-15,-3 3-7 0,6-9 6 16,-6 9-12-16,0 0 5 0,0 0-2 0,0 0 3 16,0 0 2-16,7 18 3 0,-9-8-3 0,2 0 2 0,0 0 0 15,-1 0 3-15,1 1-7 0,0-1 3 0,1-2 0 16,2 1 6-16,-2-2 0 0,2 0 1 0,1-2-1 15,1 3 5-15,0-2 0 0,0-2 5 0,1-2 5 16,-6-2-1-16,14 3 2 0,-6-3-1 0,2-1-4 16,-10 1-1-16,16-7 1 0,-6 2-2 0,-4 0-1 15,-1-1-1-15,2 0 2 0,-1-2 0 0,-1-1 0 16,0 1-4-16,0-1-2 0,1 0 2 0,-3-1 2 16,3-1-11-16,0 3 7 0,0 1-3 0,-2 0 1 15,-4 7-9-15,4-7 13 0,-4 7-16 0,5-6 3 16,-5 6 1-16,0 0-2 0,0 0-1 0,0 0 5 15,15 10-5-15,-12-5-1 0,-1 3 6 0,1-1 1 16,1 2 5-16,-2 0-5 0,0 1-24 0,-1 0-27 16,2-1-27-16,-3 2-32 0,1-2-42 15,-1-1-47-15,1-2-42 0,-1-6-238 0,0 13-520 0,0-13 231 16</inkml:trace>
  <inkml:trace contextRef="#ctx0" brushRef="#br0" timeOffset="-35330.99">19186 11507 106 0,'0'0'251'0,"0"-10"-14"15,0 10-25-15,0 0-9 0,0 0-6 0,0 0 5 16,0 0-21-16,0 0-14 0,-12 22-9 0,7-10-11 16,4 3-15-16,-4 1-14 0,1 0-11 0,3-3-4 15,1 1-9-15,2-1-6 0,1-1-7 0,1-2-4 16,5-1-7-16,-3 0-9 0,3-2 2 0,1 1-6 15,4-3 0-15,-1 0-8 0,5-1 2 0,1 0-2 16,-2-3-6-16,2-2-2 0,0-2 4 0,-1 0-12 16,-1-1-3-16,-5-2 1 0,-1-1-7 0,1 0 3 15,-3-1-4-15,2 0-1 0,1-4 0 0,-4 1-6 16,2-2 3-16,-3-2-3 0,-1 3-2 0,-1-2 0 0,-1 2 0 16,-2 2 6-16,-2 1 3 0,0 9 2 15,2-11 0-15,-2 11-7 0,0 0 0 0,0 0 3 16,-19 0 0-16,5 9 4 0,1 2 1 0,-4 8-1 15,-3 1-5-15,3 2-2 0,2 1-3 0,2-3-4 0,3-2 4 16,2-1-12-16,0 1-22 0,7-2-36 16,0 0-45-16,3-2-51 0,4-1-66 0,5-4-73 0,1 2-252 15,14-2-587-15,4 0 260 0</inkml:trace>
  <inkml:trace contextRef="#ctx0" brushRef="#br0" timeOffset="-35171.42">19876 11722 2856 0,'8'-5'103'0,"-5"1"-34"0,-1-2-29 16,-2 6 4-16,1-10 5 0,-1 10 13 0,0 0-6 0,1-9-10 16,-1 9-12-16,0 0-1 0,0 0-12 0,0-8-14 15,0 8-26-15,0 0-37 0,0 0-45 0,0 0-58 16,-12-2-71-16,12 2-247 0,0 0-515 16,-18 4 229-16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23:04.5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9259 3047 44 0,'-12'0'47'0,"12"0"-9"16,-13 0 5-16,13 0-10 0,-14 0 3 0,7 2-7 15,7-2-7-15,-16 0 1 0,9 3 1 0,-2-2 0 16,9-1-3-16,-16 3 18 0,9 0-24 0,7-3 3 15,-12 1-6-15,6-1 3 0,6 0-5 0,0 0 11 16,-13 2 1-16,13-2-10 0,0 0-6 0,-8 3 10 16,8-3-5-16,0 0-1 0,0 0 0 0,0 0 2 15,-7 1-9-15,7-1 0 0,0 0 0 0,0 0 1 16,0 0-3-16,0 0 10 0,0 0-8 0,0 0-1 16,0 0-3-16,0 0 6 0,0 0-4 0,0 0 1 15,0 0 4-15,0 0-4 0,16 11 3 0,-4-9 2 16,1 1-8-16,4 0 5 0,4 0 4 0,11 1 0 15,2-1 8-15,5 0-12 0,0-2 3 0,15 4-11 16,0-3 13-16,-4 1-7 0,4 1 8 0,-1 0-2 16,-3 0-3-16,-9-1 0 0,11 3 10 0,-1 1-11 15,0-2-8-15,-15 2 23 0,2-1-16 0,1-1-1 16,12 5-6-16,-14-4-5 0,14 3 6 0,-14-1 5 16,2-3-4-16,10 4 8 0,-10-2 0 0,14 0-6 15,-3 1 2-15,3 0-4 0,-1-2 4 16,4 0 1-16,-1-2 2 0,3 0 1 0,4 1 1 0,3-1-3 15,-1-3 4-15,1 2-10 0,0-3 3 0,1 0 1 16,-1 0 3-16,0 0-9 0,-1-3 7 0,1 5-2 16,1-1 2-16,-1 0-3 0,-2 0 0 0,0 1-2 15,-4-1 7-15,-4 3 0 0,1-4-8 0,-2 3 6 16,2-1-5-16,-4-1 2 0,0 2 0 0,-1-2 8 16,2 1-11-16,0-2 3 0,1 1 2 0,4 1-4 15,-4 0 1-15,-2 0-2 0,4-4 6 0,-4 0-8 16,2 2 2-16,-1-2 6 0,1 1-6 0,-2 1 5 15,-1-3-3-15,3 2-1 0,-2-2 7 0,0 2-6 16,-1 0-1-16,1-2-1 0,0 2 1 0,-1-2 4 16,-10 2-1-16,8 2-5 0,-11-1 2 0,16-1 1 15,-16 1 0-15,16 0-3 0,-4-2 7 0,-12 2-2 16,12-1-2-16,3 0-4 0,-1 1-3 0,2-1 4 16,-3 1 1-16,-12 0 23 0,12-4-5 0,-1 4-5 15,-12-1 0-15,-2-1-3 0,5 2-1 0,-5-3 6 16,1 0-2-16,-3 2-6 0,0-1-6 15,-1 1 9-15,-3-2-2 0,-3 1-2 0,0 1 1 0,-7 1 3 16,0-3-3-16,1 5 9 0,-1-2-10 16,0-2 5-16,-2 2-9 0,0-1 1 0,-4 1 1 0,-1-1-1 15,1-2 2-15,-4 3 0 0,-3-1-4 0,-7 1 4 16,16 0-4-16,-8 0-9 0,-8 0-7 0,10-1-8 16,-10 1-2-16,0 0-3 0,7 1-11 15,-7-1-6-15,0 0-11 0,0 0-56 0,0 0-124 0,0 0 55 16</inkml:trace>
  <inkml:trace contextRef="#ctx0" brushRef="#br0" timeOffset="947.05">9279 4299 21 0,'-18'0'40'0,"-2"0"-1"0,6 0 4 0,-5-1-9 15,1 1 7-15,1 0-7 0,3 0 0 0,4 0 2 0,-4 1-4 16,0-1 5-16,-3 2-5 0,2-2 4 0,3 0-3 16,1 1-3-16,0-1 5 0,2 0-7 0,-2 2 3 15,11-2 2-15,-17 1-6 0,12-1-3 0,5 0 0 16,-10 1-5-16,10-1 2 0,0 0-2 0,-9 3 0 15,9-3 0-15,0 0-5 0,0 0 3 16,0 0 10-16,26 6-1 0,-3-3 6 0,7-1-2 16,22-1-3-16,4 2 6 0,10-2 5 0,31 2 5 0,3-1-2 15,1-4-3-15,4 2 0 0,2-3-6 16,4 1 2-16,0 0 4 0,3 1-5 0,7 1 0 0,6 0-4 16,5 1 5-16,3 2-2 0,6 0-5 15,-2-2 4-15,7 2-5 0,1-1-9 0,1 0 7 16,1 2-7-16,-6-3 1 0,1 5-4 0,-4-2 5 15,1-1-9-15,-11 1-1 0,-1-2 2 0,-11 3 3 0,-9-1 2 16,-9-2-6-16,-35 1 1 0,0-2-2 0,-2-1 3 16,-7 1-7-16,-6 0-2 0,-14-1 0 15,-5 1-5-15,-4-2 9 0,-4 1 0 0,-8 0 3 16,-1-1-8-16,-5 1 7 0,2-1 8 0,-5 0 16 16,-6 1 2-16,14-2-6 0,-14 2-4 0,0 0 0 0,7-5-4 15,-7 5 0-15,2-5 1 0,-2 5 7 0,0 0-9 16,0 0-1-16,0 0-4 0,-9-12-1 15,9 12-5-15,-4-7 0 0,4 7-8 0,0 0-6 0,-4-4-16 16,4 4-18-16,0 0-16 0,0 0-11 16,-10 0-19-16,10 0-21 0,0 0-21 0,-15 4-22 15,8-1-105-15,-2 1-274 0,-2-2 121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05:04:25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3625 2370 141 0,'0'0'190'0,"-2"-14"-12"0,2 14 8 0,-5-10-20 15,5 10-6-15,-2-10-13 0,2 10-6 0,-1-10-8 16,1 10-10-16,0 0-12 0,-2-12-12 0,2 12-12 16,0 0-11-16,0 0-10 0,-2-7-5 0,2 7-8 15,0 0-8-15,0 0-1 0,0 0-7 16,0 0-4-16,4 35-2 0,-4-24-3 0,1 2-2 16,3 6-3-16,-4-2-1 0,1 4 0 0,-1-3-1 15,0 0 2-15,0 0-2 0,0-1-4 0,2 2 0 16,-2-6-1-16,2 4-1 0,-3 0-1 0,2-1 0 15,0 0-7-15,1-1-11 0,0-3-19 0,1-1-11 16,-1 1-22-16,4-3-24 0,-4 0-25 0,-2-9-25 0,5 12-16 16,-5-12-17-16,6 9-14 0,-3-7-103 15,-3-2-302-15,0 0 133 0</inkml:trace>
  <inkml:trace contextRef="#ctx0" brushRef="#br0" timeOffset="203.26">3763 2403 77 0,'2'-11'128'16,"0"2"4"-16,-2 9 0 0,1-12-5 0,-1 12-11 16,0 0-19-16,2-12-11 0,-2 12-3 0,0 0-3 15,0 0-8-15,0 0 5 0,0 0-4 0,0 0-2 16,8 32-4-16,-6-15 12 0,-2-1-11 0,1 1 0 16,-2-1-9-16,3 2-7 0,0 1-3 0,-2-4-6 15,0 4-7-15,0-2 1 0,-2 0-25 0,2 0-25 16,-1 1-40-16,1-1-43 0,0-5-44 0,0 0-131 15,-4-1-291-15,-1-1 129 0</inkml:trace>
  <inkml:trace contextRef="#ctx0" brushRef="#br0" timeOffset="569.09">4126 2346 99 0,'8'16'170'0,"-2"3"-1"15,-1 1-10-15,-1 8-5 0,-1-2-4 16,-6 0-15-16,1 2-11 0,-2 0-12 0,-4-3-9 16,2 2-11-16,-5 0-7 0,-6-1-8 0,4-2-7 15,-8 1-28-15,5-2-32 0,-6-3-38 0,2-1-38 16,-7 1-52-16,1-2-139 0,-6-2-278 0,2-2 123 15</inkml:trace>
  <inkml:trace contextRef="#ctx0" brushRef="#br0" timeOffset="783.4">3142 2502 170 0,'-31'37'170'0,"10"-7"-13"0,4 12-7 16,3-8-8-16,4-2-17 0,7 2-9 0,5 1-9 15,8-3-8-15,5 1-10 0,6-3-1 0,22 7-28 16,-2-8-30-16,11-2-42 0,8-2-56 0,25 0-70 16,-29-9-77-16,9-3-232 0,-1-1 103 0</inkml:trace>
  <inkml:trace contextRef="#ctx0" brushRef="#br0" timeOffset="4351.39">14036 3795 34 0,'0'0'75'0,"0"0"-13"0,0 0-8 16,0 0-1-16,0 0-4 0,0 0 10 0,0 0-18 16,-27 3 3-16,27-3-6 0,0 0 7 0,-14-2-11 0,14 2-2 15,-9 2 3-15,9-2-8 0,-15 0-8 0,6 0-2 16,9 0 2-16,-18-2-2 0,9 2 11 15,-2-1-1-15,0-1-1 0,4 2 0 0,7 0 11 16,-20 2-3-16,13-4-1 0,-1 1 4 0,8 1 9 16,-17-3-6-16,17 3 8 0,-10-1 1 0,10 1 2 0,-12 0-2 15,12 0 4-15,-7-1 1 0,7 1 1 0,0 0-5 16,0 0-4-16,-9-2-1 0,9 2-9 0,0 0 1 16,0 0-8-16,0 0-3 0,0 0-2 0,0 0-2 15,0 0-2-15,-12-2-6 0,12 2-12 16,0 0 11-16,0 0 0 0,0 0-2 0,0 0-2 15,0 0 2-15,0 0 0 0,0 0 5 0,30 6-1 0,-16-2-3 16,5-5 4-16,4 2 4 0,9-2-2 16,-3 0 5-16,4 1-5 0,1 0 2 0,2-2 1 15,3 1-1-15,-3 1 4 0,1-3-4 0,-1 3-5 0,0-2-1 16,3 1-1-16,-5 0 4 0,4-2 0 16,-5 3-6-16,0 0 3 0,1 0 0 0,0-2-5 15,-3 2-1-15,3-1 0 0,2 1 2 0,-2 0-2 16,-1-1 0-16,2 2 3 0,2 0 1 0,-3-3 4 0,4 1-6 15,1 2 0-15,-4-1-3 0,1-1 4 16,-2-1-1-16,4 4 0 0,1-4 0 0,-1 2-1 16,2-1-1-16,-2 0-3 0,16 0 4 0,-17 1 3 15,3 0-4-15,0-2-3 0,11 2 2 0,-12 0-2 16,-1-3-1-16,16 4 0 0,-3-2-6 0,-13 1 6 0,1 0 2 16,0-1-3-16,14-1 4 0,-2 2-5 0,-12-1 1 15,0-1-1-15,0 2 1 0,15-1 5 16,2 0-1-16,-2-3-5 0,-4 2 3 0,-11-2-5 15,13 2 3-15,0 0 0 0,-2 0 0 0,-13 1 3 16,-1 0-4-16,-1 1 0 0,1-2 1 0,0 0-2 16,2 3 2-16,-5-1-4 0,-2-1 4 0,4-2-3 15,-6 3 3-15,0-2 0 0,-1 1-1 0,1 1 2 0,-8-2-1 16,1 0 0-16,6 3 2 0,0-4-4 16,-7 2 1-16,7-1 3 0,-1 0 1 0,1 1 0 15,1-1-3-15,-2-1 5 0,-5 3 1 0,6-1-4 16,-8-1 1-16,3 1 0 0,7-1 4 0,-7 0 22 15,5 2-1-15,1-1-4 0,-1-1-2 0,3 0-2 16,-3-2 4-16,3 3-6 0,-2 0 0 0,3-3-2 16,-1 4-2-16,0-2-3 0,-1-1 1 0,1 0-3 15,-2-1 2-15,2 4-4 0,1-1 0 0,0-3-4 16,-3 4 0-16,-1-4 2 0,3 3 1 0,1-1-3 16,-10 0 5-16,8 0-3 0,1 0-2 0,0 1 1 15,-3-2 1-15,3 0-1 0,-1 2-4 0,1-1 0 16,-2-1 0-16,2 2 2 0,0-1-2 0,1 0 1 15,-3 0 1-15,0 2-2 0,-1-3 1 0,1 2 2 16,-8 0-2-16,9-1 4 0,-3 0-1 0,1 1-3 16,-7-1-1-16,9 1 1 0,-2-2 1 0,0 2-1 15,1-2 3-15,2 3-3 0,0 0 3 0,-3-2 0 16,1 1 0-16,8 0 5 0,-6-2-6 0,5 1 2 16,-2 1 1-16,1 1-2 0,3-1 1 0,2 2-1 15,-2-1 6-15,-1 0-6 0,0-1 4 0,-2 2-1 16,2-3 1-16,-5 3 3 0,1-2 2 0,-1 1-2 15,-1-2-3-15,-1 1 1 0,1 1-2 0,0 0 7 16,-2 0-6-16,-3-1 0 0,3 1 1 0,-1 0-4 16,0 1 2-16,2-2-1 0,0 1 0 0,0 0-3 15,-2 0-1-15,1 2 1 0,-2-2 2 0,1 2-1 16,-7-4-2-16,0 2 1 0,9 0-3 0,-7 0 3 16,3-1 3-16,4 1 1 0,-10-2-7 0,3 3 2 15,-2-4 5-15,-1 3-3 0,-1-2 3 0,1 1 1 16,-4-1 0-16,3 2-2 0,-2-1 2 0,1 1-1 15,0-1-1-15,0-1 0 0,-1 2-1 0,0-1 0 16,-3-2-1-16,4 3-3 0,-5 0 2 0,-2 0-5 16,2-1 3-16,-1 0-1 0,-2 1 1 0,-2-1 1 15,-8 1 2-15,16 0 0 0,-8 0-4 0,-8 0 4 16,11 0-3-16,-11 0-1 0,9-1 1 0,-9 1-2 16,9 1 2-16,-9-1 1 0,8-3-3 0,-8 3 0 15,0 0 1-15,13 0-3 0,-13 0-1 0,0 0 7 16,11-1-2-16,-11 1-5 0,12 0-9 0,-12 0-19 15,10-1-30-15,-10 1-37 0,6 1-39 0,-6-1-54 16,0 0-47-16,0 0-255 0,0 0-531 0,0 0 235 16</inkml:trace>
  <inkml:trace contextRef="#ctx0" brushRef="#br0" timeOffset="6589.4">13867 3802 19 0,'-8'0'65'0,"8"0"-5"16,-11-1-8-16,11 1-1 0,-14 1-5 0,5-1-6 15,9 0-4-15,-18 0 1 0,11 2-7 0,-4-2-2 16,1 0 4-16,-2 0-5 0,3 0-2 0,-3 2 6 15,5-1-2-15,7-1 19 0,-15 0-8 0,15 0 1 16,-18 2 4-16,13-4 0 0,5 2-7 0,-16-1 3 16,16 1-4-16,-15 0 2 0,15 0 1 0,-14-1-18 15,14 1 4-15,-13 1 10 0,13-1-13 0,-11 1 6 16,11-1-8-16,0 0 5 0,-18 2-4 0,18-2-6 16,-13 1 1-16,13-1 2 0,-14 4-3 0,14-4 3 15,-9 3-2-15,9-3 4 0,0 0-5 0,-14 2 1 16,10 0 3-16,-1 1 3 0,-1 1 6 0,6-4 2 15,-7 2-1-15,7-2 1 0,-6 4-2 0,6-4 2 16,0 0-6-16,-8 4 3 0,8-4-1 0,0 0-2 16,0 0 0-16,-6 2 2 0,6-2-5 0,0 0 8 15,0 0 1-15,0 0-4 0,0 0 8 0,0 0-6 16,0 0-10-16,0 0 1 0,0 0-2 0,-5 5-2 16,5-5 1-16,0 0-2 0,0 0 1 0,0 0-2 15,0 0-3-15,0 0 1 0,0 0-4 0,0 0-3 16,-2 5 4-16,2-5-4 0,0 0-4 0,0 0 4 15,-2 12 6-15,2-12-3 0,0 10 0 0,-2-3-2 16,0 2 2-16,-1-2-1 0,0 3-1 0,3 0 2 16,0 3-2-16,-4 3 4 0,4 0-4 0,-2 1 12 15,0-1 5-15,1 2-3 0,-3-1-4 0,4 2 6 16,0 2-5-16,2-2 0 0,-4 6 6 0,2-1-1 16,0 2 3-16,0-7 1 0,4 0 0 0,-3-2-2 15,-1 4 4-15,4 4-7 0,-4-6 1 0,4 0 0 16,-4 0-1-16,6 1 7 0,-6-1-7 0,4 0-4 15,-2 7 3-15,0-6 4 0,1 4 0 0,1 1-1 16,2 0 1-16,0 4 0 0,0-3 2 0,-4 3 1 16,1-5 3-16,-1 2-6 0,0-1 4 0,4 0-6 15,-4 0 1-15,-1-4-1 0,6 2-3 0,-2 3 2 16,-1-1-1-16,-2-6 1 0,2 9 0 0,1-3-3 16,-1-6 2-16,0 8-2 0,0-8 9 0,0 5-12 15,-2 0 5-15,0-5 2 0,0-1 1 0,0 0-3 16,1 0-2-16,-3 1 4 0,2-2-1 15,-2-2-4-15,0 2 1 0,0 1-2 0,2-1 6 16,-2 3-4-16,0-2 1 0,0-1 4 0,0 2-1 0,2-2-1 16,0 3 0-16,-2 6-2 0,1-7 3 0,-1 0-5 15,1 0 1-15,0 0 1 0,1 0-2 0,-2 0-4 16,3-2 1-16,-1 1 3 0,0 1-2 0,-2-1-1 16,3 0 3-16,1-1 6 0,-4 0-5 0,2-1 4 15,0 1-8-15,0-3 6 0,1 1-4 16,-1-1 1-16,0-3-1 0,0-2-3 0,0 4-2 0,1-4 5 15,-3-9-8-15,0 22 5 0,3-11-6 0,-3-11 8 16,2 24 6-16,-2-13-2 0,4-1-2 0,-4-10-1 16,5 19-4-16,-4-9 4 0,-1-10-7 0,1 16 5 15,-1-16 0-15,2 18-10 0,-2-18 9 16,4 17-2-16,-4-17-6 0,0 13 9 0,0-13-6 16,2 11 7-16,-2-11-7 0,3 13-3 0,-3-13 4 0,0 0-1 15,5 15 5-15,-5-15-11 0,0 0 5 0,0 11 1 16,0-11-7-16,0 0 18 0,4 11-22 15,-4-11 5-15,0 0 0 0,0 0 10 0,4 14-5 16,-4-14-2-16,0 0-1 0,5 11 3 0,-5-11-4 16,0 0 14-16,4 10-10 0,-4-10-3 0,0 0-1 15,9 11 2-15,-9-11 2 0,8 6-5 0,-8-6 4 0,0 0-3 16,10 10 1-16,-10-10 5 0,7 7 2 0,-7-7 10 16,0 0-15-16,16 10 4 0,-16-10-1 15,13 5 7-15,-13-5-4 0,18 5 4 0,-9-3-8 16,-9-2-4-16,21 4 14 0,-13-1-10 0,3 0-2 15,-11-3 3-15,23 2-6 0,-11-1 5 0,5 0-3 16,-3 2 0-16,-14-3-3 0,26 0 2 0,-9 0 0 16,3 1 8-16,-7 1-9 0,5-5 5 0,-18 3-1 0,32 0-2 15,-13 1 2-15,4-1 0 0,-4-1-1 16,2 0 6-16,0-1-5 0,2 1-2 0,-1-2 3 16,9 3 4-16,-2-3-10 0,-6 1 6 0,6-1-12 15,0 3 16-15,0-3-6 0,-2 1-2 0,1-1-3 16,-8 0 2-16,11 3-1 0,-2-3 4 0,2 1-1 15,-1 1-1-15,-3 2-1 0,2-1 2 0,0-4-5 16,-1 2 6-16,2 0-2 0,-2 2-1 0,1 2 12 16,-2-4-13-16,2 2-3 0,2-3 4 0,-3 3-1 15,4-3 9-15,-1 5-13 0,-2-5 11 0,3 3-9 16,-1 0 6-16,3 0-5 0,-3 0 4 0,1-2 5 16,1 1-4-16,0 1-6 0,1 0 7 0,1-1-6 15,0 0 5-15,1 2-1 0,-1-1 4 0,1 0-6 16,1 0 5-16,0-1 5 0,2 3-6 0,13-2-5 15,-13 1 4-15,0-1 4 0,15 0-1 0,-2 0-3 16,0-1 3-16,0-1 2 0,-1 0 1 0,4 0 1 16,-2 1-2-16,0-2-3 0,0 3 2 0,4-1 9 15,-4-1-10-15,2-1-4 0,0 4 2 0,3-2-5 16,-3-1 4-16,1 2-1 0,1 0 2 0,-1-2 1 16,-2 3-6-16,1-4 11 0,3 5-7 0,-2-4-6 15,-2 4 5-15,3-2 0 0,-3 1 2 0,2-2-2 16,0 1-6-16,1-2 8 0,-1 1-3 0,0 0 9 15,-1-3-8-15,-1 6-4 0,0-2 2 0,3 0 1 16,-2 0 3-16,1-3-7 0,0 2 6 0,-2-1-1 16,4 0 0-16,-4 0 4 0,3-2-2 0,-1-1 2 15,-4 5-4-15,1 0-6 0,-2-5 7 0,4 4-1 16,-5 0-3-16,-11-2 2 0,15 3-2 0,-2-1-7 16,1-2 5-16,-2 0 4 0,-10 1 4 0,9 1-9 15,-12-2 5-15,16 1-2 0,-5-1 1 0,-11 2-4 16,0-1 3-16,-1 0-2 0,1 1 2 0,-2 1-4 15,0-1 5-15,-3-2-3 0,2 3 2 0,-2 0 0 16,-1-1 4-16,0-1-6 0,0 2 5 0,-3-1-5 16,2 0-2-16,-2-1 2 0,1 2 3 0,-1 0 5 15,0-3-5-15,-1 0-4 0,-1 2 0 16,-5 0 4-16,12-2 1 0,-4 3-9 0,-2-1 2 0,1 1-3 16,1-2-6-16,7 0-6 0,-1 2-5 0,-2-3-7 15,2 3-17-15,-1-1-20 0,-4 1-30 0,5-2-26 16,-4 1-28-16,-4-1-24 0,-1 1-29 0,-6-1-40 15,-1-2-44-15,0 3-46 0,-7-2-235 0,1 0-617 16,0-1 274-16</inkml:trace>
  <inkml:trace contextRef="#ctx0" brushRef="#br0" timeOffset="8634.4">20142 3542 11 0,'-12'0'98'15,"12"0"-6"-15,0 0 9 0,0 0-21 0,-11 1-4 16,11-1 2-16,0 0 3 0,0 0 3 0,-10-1 1 16,10 1 8-16,0 0-5 0,0 0 1 0,0 0 12 15,0 0-8-15,0 0-5 0,0 0-4 0,0 0-6 16,0 0-6-16,0 0-13 0,0 0 0 0,0 0-11 16,30-6-3-16,-17 4-2 0,10 2-8 0,8-1 6 15,-3 1-7-15,4-3-1 0,0 3-3 0,-4-1-2 16,4 1-5-16,0 0 7 0,-3-2-10 15,1-1-1-15,-4 3 0 0,2 0-3 0,-1 0 0 0,-7 1 1 16,0-2-3-16,-1 1 3 0,-1 0-1 0,0-3 5 16,-5 3 2-16,-2-1 2 0,2 2 3 0,-4-3-5 15,2 2 5-15,-3-2 2 0,0 2-1 16,-8 0 2-16,11-3 1 0,-11 3-1 0,12 0-2 0,-12 0 1 16,7 0-7-16,-7 0 4 0,0 0-3 0,0 0-5 15,11 0-1-15,-11 0-1 0,0 0-5 0,0 0-1 16,0 0-3-16,9-2-2 0,-9 2-1 0,0 0-2 15,0 0-3-15,6 3 5 0,-6-3-2 16,0 0-2-16,5 6 2 0,-5-6 0 0,5 8-2 16,-5-8 2-16,4 8-2 0,0-3-2 0,0 1 2 15,-4-6 2-15,5 11-3 0,-1-3 0 0,0 2 5 0,-2-2-2 16,2 2 0-16,0 1 2 0,-2 0 3 16,2 2 2-16,0 3 2 0,-2-2 2 0,2 4-2 15,-1 0 3-15,1 0-1 0,-3 1 2 0,3 7 6 16,-2-2 2-16,5 3 1 0,-7-3-2 0,1 4 3 0,-1-1 3 15,-1 1 8-15,-2 1-2 0,1 2 2 16,0-2-4-16,2 2 2 0,-2-2-5 0,1-2 0 16,-3 0 1-16,0 1 1 0,1-2-11 0,1 2 15 15,-1-3-4-15,-1-5 2 0,1 6-12 0,1-7 13 16,1-1-4-16,-1 2 1 0,0-1-11 0,1-2 13 16,0-2-2-16,-2 2 0 0,3 0 0 0,-1 1 4 15,0-1-6-15,-1-1 0 0,2 2-2 0,0 0 6 16,0 0-4-16,-1 0-2 0,1 1-7 0,-1-2-5 15,-2 1 7-15,2-2 3 0,-1 0-7 0,2 2-2 16,-2-1-6-16,1 0 5 0,-3 2 18 0,3-2-21 16,-1 2 5-16,2-2 1 0,-1 4-1 0,0-2-3 15,0 1 2-15,-1-3 9 0,0 2-10 0,0 0-13 16,0 0-4-16,-1-2 13 0,1 2 2 0,2-5 2 16,-3 3 5-16,2-6-3 0,0 3-11 0,-2 1 11 15,-1-2 6-15,4 2-15 0,-1-1 9 0,0 1-3 16,-1 0-3-16,2-15 2 0,-1 25 3 0,1-12-4 15,-2-2 5-15,2-11 3 0,-2 22-8 0,1-11 0 16,1-11-3-16,-3 21 3 0,2-11-1 0,1-10-19 16,-2 21 22-16,0-12-7 0,0 3 3 0,2-12-2 15,-5 21 4-15,3-9-18 0,2-12 18 16,-6 20 0-16,6-20 5 0,-4 20-8 0,4-20-17 0,-4 16 27 16,4-16-10-16,-2 16-3 0,2-16-1 0,-4 13 8 15,4-13 1-15,-3 13-18 0,3-13 12 0,0 0 1 16,-4 16 0-16,4-16-3 0,0 0-3 0,-3 11 2 15,3-11-2-15,0 0 2 0,0 0-1 0,-10 18 0 16,10-18-5-16,-3 9 5 0,3-9 2 0,-3 13-2 16,3-13-3-16,-3 11-12 0,3-11 14 0,0 0 3 15,-3 19-3-15,3-19-2 0,-4 11 7 0,4-11-11 16,-3 13-7-16,3-13 15 0,0 0 5 0,-3 17-7 16,3-17 0-16,-7 12 0 0,7-12 3 0,-1 13-16 15,1-13 16-15,-1 13 4 0,1-13 0 0,0 15-13 16,0-15 12-16,0 0 7 0,0 16-8 0,0-16 2 15,0 0-2-15,0 16-5 0,0-16 8 16,0 0-3-16,-1 13-5 0,1-13 5 0,0 0-2 0,0 0 4 16,2 17-3-16,-2-17-2 0,0 0-1 0,0 0 0 15,-1 14 7-15,1-14-14 0,0 0 10 0,-3 14-5 16,3-14 0-16,0 0 2 0,0 0-2 0,-2 13-3 16,2-13 3-16,0 0 1 0,0 0-2 15,-2 14 3-15,2-14 1 0,0 0-5 0,0 0-1 16,-1 15 3-16,1-15-4 0,0 0 4 0,0 0-3 15,-1 16 2-15,1-16 0 0,0 0 6 0,0 0 5 16,0 0-14-16,0 15 4 0,0-15 1 0,0 0 0 0,0 0 2 16,0 0-2-16,0 0 1 0,0 0 3 0,0 0 1 15,0 0-3-15,0 0-4 0,0 0 2 16,0 0 6-16,0 0-3 0,0 0-1 0,0 0 1 16,0 0-4-16,0 0 3 0,0 0 1 0,-5 9-1 15,5-9-5-15,0 0-1 0,0 0 0 0,0 0 1 16,-21 0 3-16,21 0-5 0,0 0 6 0,-21 1-3 15,21-1-5-15,-20 2 3 0,8-1-2 0,12-1 4 16,-25 3-6-16,11-2 4 0,3 1 1 0,11-2 2 16,-28 2 2-16,10 1-6 0,6-3 3 0,-7 4-2 15,19-4 6-15,-34 5-8 0,21-3 1 0,-2 0 1 16,-2 2 0-16,-1-2 3 0,18-2-3 0,-32 5 2 16,18-3-4-16,-5 0-4 0,6 1 9 0,-5 1-9 15,4-1 3-15,-3-2 3 0,0 2 2 0,0 0-7 16,3-1-4-16,0-1 4 0,-3 1 0 0,4 1-6 15,-3-1-1-15,-5 0 1 0,4-2-3 0,0 0 5 16,-1 0-4-16,0-2 4 0,-1 2-4 0,0-1 1 16,2 1 6-16,17 0-2 0,-28-4 2 0,10 2-3 15,5 2 4-15,13 0-15 0,-25-3 15 0,13 3 4 16,12 0-6-16,-21-2 5 0,21 2 1 0,-22 0-1 16,22 0-4-16,-17-1-1 0,17 1 1 0,-18 1 3 15,18-1 1-15,-16 0 0 0,16 0 2 0,0 0-3 16,-19 2 1-16,19-2 1 0,0 0-7 0,-18 0 7 15,18 0 2-15,0 0-2 0,-17 0-19 0,17 0-25 16,0 0 0-16,-19 0-18 0,19 0-28 0,0 0-23 16,-22-2-26-16,22 2-21 0,-18-2-20 0,18 2-37 15,0 0-50-15,-21-6-56 0,21 6-235 0,-13-7-605 16,13 7 268-16</inkml:trace>
  <inkml:trace contextRef="#ctx0" brushRef="#br0" timeOffset="8795.77">19763 5615 87 0,'0'0'222'0,"0"0"-32"0,0 0-33 0,0 0-41 16,0 0-52-16,0 0-53 0,0 0-50 0,0 0-96 15,0 0-146-15,0 0 65 0</inkml:trace>
  <inkml:trace contextRef="#ctx0" brushRef="#br0" timeOffset="10437.56">20893 4261 80 0,'0'0'98'0,"-6"-2"1"0,6 2-5 16,0 0 2-16,0 0 5 0,0 0-18 0,0 0 2 16,0 0-5-16,0 0 9 0,-8-3-3 0,8 3-10 15,0 0 4-15,0 0 5 0,0 0-8 0,0 0-1 16,0 0-6-16,0 0 1 0,0 0-13 0,0 0-3 15,0 0-5-15,0 0-3 0,0 0-2 0,0 0-8 16,0 0-4-16,0 0-5 0,0 0-4 16,0 0 0-16,30-3-3 0,-14 1 0 0,5 1-3 15,-2 0-4-15,1-1-2 0,2 1-4 0,-2 2 2 16,2 1-1-16,-1-2 0 0,-1-2-2 0,-1 2 1 0,2 0 0 16,-3 0 1-16,0-1-1 0,-5 1 0 0,0 0-6 15,0-2 3-15,-1 2 0 0,-5-1 0 16,-7 1-5-16,16 0 2 0,-16 0 5 0,9 0 0 0,-9 0 6 15,9 0 6-15,-9 0 4 0,0 0-1 16,8 1 1-16,-8-1 1 0,0 0 0 0,0 0-4 16,0 0 3-16,0 0-7 0,9 0 0 0,-9 0-4 0,0 0-4 15,0 0-4-15,0 0 8 0,0 0-2 0,0 0-2 16,0 0-4-16,0 0 3 0,0 0-6 0,6 3 4 16,-6-3-3-16,0 0 1 0,0 0 0 0,0 9 0 15,0-9 0-15,0 0 4 0,5 7-5 16,-5-7 1-16,4 3 2 0,-4-3 0 0,2 7 1 15,-2-7-4-15,5 5 6 0,-5-5 1 0,3 7-4 0,-3-7 2 16,1 10 0-16,-1-10 0 0,4 9-1 16,-2-4 0-16,0 1 2 0,-2-6 2 0,1 15 1 15,-1-6 3-15,-1-1 2 0,1 4 1 0,1-2-3 16,-1 2 0-16,1 0 3 0,-1 4-1 0,0 2 1 16,0-7 5-16,0 4-2 0,0-1-3 0,0 4 4 15,-1 0 3-15,1-1 2 0,-3 2 3 0,2-1 1 16,0 2 0-16,-1-5-4 0,1 2 2 0,0-2-4 0,-2-2 1 15,3 0 0-15,0 3 0 0,-1-4-3 16,1 1-4-16,1-2 4 0,-2 1-1 0,-3 2-1 16,3-2 4-16,2-1-7 0,-2 2 3 0,-1-2-1 15,2 2-4-15,1 1-3 0,-2-2 3 0,1-1-1 16,1 0-2-16,-1-11-1 0,1 19 8 0,-2-10-4 16,1-9-12-16,1 19 2 0,-1-13 2 0,0-6 0 15,1 15 2-15,-1-15 0 0,0 11-1 0,0-11-2 16,0 0-2-16,0 15 3 0,0-15 2 0,0 0-6 15,-1 11 3-15,1-11 1 0,0 0-2 0,0 0-3 16,1 13 5-16,-1-13 0 0,0 0 5 0,-5 10 3 16,5-10-4-16,0 0-6 0,0 0 4 0,-5 10-2 15,5-10 1-15,0 0 1 0,-5 5 10 0,5-5 6 16,0 0-3-16,-9 6-2 0,9-6-2 0,-13 4 9 16,13-4-10-16,-15 3-3 0,1-2-2 0,2 1 7 15,-3-1-4-15,-2-1-5 0,-3 2 1 0,-2 0-1 16,4-2-3-16,-5 2 3 0,-3-2-5 0,-3 0 0 15,8 0-7-15,-8 0 12 0,-1 2-6 0,2-4 3 16,6 0-8-16,-6 2 1 0,7-1 2 0,0 1 1 16,0 0 1-16,3-1 0 0,1-1-3 0,2 2 1 15,3 0 10-15,12 0-8 0,-17-1-2 0,17 1-3 16,-13 0 2-16,13 0-7 0,-9 0-15 0,9 0-17 16,-7-3-16-16,7 3-24 0,0 0-35 0,-8-5-24 15,8 5-33-15,0 0-39 0,0 0-36 0,0-11-219 16,0 11-502-16,0 0 223 0</inkml:trace>
  <inkml:trace contextRef="#ctx0" brushRef="#br0" timeOffset="10740.59">21011 4324 173 0,'0'0'178'16,"3"-6"-11"-16,-3 6-22 0,0 0-9 0,0 0-18 16,0 0-4-16,0 0-3 0,0 0-2 0,-4 28-6 15,0-3-6-15,0-7-4 0,-3 10-9 0,-1-4-11 16,1-1-3-16,-2 2-8 0,0-1-5 0,2 2-4 15,0-2-6-15,-2 1-2 0,3-7-7 0,-2-1-17 16,5 1-32-16,-4-2-31 0,2 0-44 16,4-6-39-16,-2 2-51 0,-1-2-100 0,2-4-299 0,0 0 132 15</inkml:trace>
  <inkml:trace contextRef="#ctx0" brushRef="#br0" timeOffset="10949.44">21130 4373 166 0,'0'0'190'0,"0"0"-2"15,-9 31-4-15,0-8-10 0,-6 3-9 0,-2 4-13 16,2 1-13-16,-3-2-12 0,0 3-9 0,1-2-16 16,0 0-5-16,2-2-10 0,-2-2-14 0,4 0-19 15,0-1-21-15,-1-5-36 0,5-2-39 0,1-3-42 16,3-3-42-16,-1-2-28 0,2-1-120 0,0-2-296 15,3-4 132-15</inkml:trace>
  <inkml:trace contextRef="#ctx0" brushRef="#br0" timeOffset="11129.5">21125 4587 64 0,'3'-4'235'0,"1"1"-26"15,-4 3-22-15,0 0-10 0,0 0-7 0,0 0-7 16,-25 28-9-16,4-6-15 0,-2 0-13 0,-2 2-14 15,3 5-6-15,-1-3-16 0,-9 10-3 16,9-11-9-16,-3 3-13 0,5-2-18 0,0-3-35 16,2 3-32-16,1-6-42 0,8-3-33 0,2-7-41 0,2 0-44 15,0-2-108-15,2-2-312 0,4-6 138 0</inkml:trace>
  <inkml:trace contextRef="#ctx0" brushRef="#br0" timeOffset="11290.66">21085 4779 8 0,'0'0'232'0,"0"0"-23"0,-22 16-19 16,7-8-15-16,-4 9-11 0,-4 1-11 0,0 0-21 15,1 0-9-15,-1 1-13 0,1 1-8 16,1-1-15-16,1 0-29 0,0 0-40 0,2-2-51 16,3-4-64-16,3-1-55 0,1-3-95 0,2-1-267 15,1-3 118-15</inkml:trace>
  <inkml:trace contextRef="#ctx0" brushRef="#br0" timeOffset="11758.92">21392 4615 102 0,'0'0'142'0,"0"0"-19"15,-16 0-5-15,16 0-11 0,-10 1-6 0,10-1 2 16,-11 2 1-16,6 1 2 0,5-3-10 16,-9 2-5-16,9-2-7 0,-7 4-5 0,7-4-1 15,0 0 5-15,0 0-1 0,0 0 8 0,0 0-8 16,21 10-2-16,8-10-1 0,4-4-8 0,18 1 0 0,6-3-4 15,4 3-7-15,3-3-10 0,2-1 5 0,1 1-6 16,26-8 1-16,-30 8-2 0,-4-3-2 16,3 0-1-16,0 4-5 0,-2 1 7 0,0-4-3 15,-2 3-9-15,-5 1 0 0,-3-3-5 0,-12 3 3 16,-2 2 2-16,-4-2-1 0,-4 3-1 0,-8 0 4 16,1 0 3-16,-2 0 4 0,-5-1 7 0,-1 1-2 0,-3 1 0 15,-2-1 6-15,-8 1 8 0,11-3-3 16,-11 3 5-16,8 0 4 0,-8 0-3 0,0 0 0 15,0 0-7-15,9 1-1 0,-9-1-10 0,0 0 5 16,0 0-17-16,0 0-13 0,0 0-20 0,0 0-21 16,0 0-34-16,0 0-36 0,0 0-41 0,0 0-35 0,0 0-60 15,0 0-63-15,0 0-203 0,0 0-532 16,0 0 236-16</inkml:trace>
  <inkml:trace contextRef="#ctx0" brushRef="#br0" timeOffset="13403.23">22727 4455 28 0,'0'0'124'0,"-6"-3"-7"0,6 3-2 0,0 0-2 15,0 0-13-15,0 0-4 0,0 0-6 0,0 0 9 16,0 0-24-16,0 0-5 0,0 0-2 16,0 0 0-16,0 0 5 0,0 0-5 0,0 0-2 0,-14 7 0 15,14-7-1-15,-7 7 2 0,7-7-8 0,-6 7 0 16,2-3-5-16,0 1-3 0,-2 2 0 0,0 0-3 16,0-1-1-16,0 3-8 0,1 0-5 0,-3-1 5 15,5 3 1-15,-3-4-3 0,0 2 1 16,1 0 1-16,0-1-1 0,0-1-6 0,2-1 1 0,2 1-1 15,-2 2-5-15,1-2-1 0,2-7-2 0,0 13 1 16,2-6-2-16,-2-7 1 0,3 13 3 0,1-8 0 16,1 0 5-16,2 1-4 0,2-2 7 15,3 1-5-15,-1-2 1 0,-2 1-3 0,3-2 1 16,-2-1-2-16,-1 0 4 0,4-1-8 0,-3 0 2 0,2-1 0 16,-1-1 1-16,0-1-3 0,-4 0-1 0,4-2-1 15,-4 1 10-15,-1-3-9 0,1 0 0 0,-2 1-4 16,1-2 1-16,-4-2 0 0,1 2-5 0,-2-3-3 15,1 2 1-15,-2-2-2 0,-2 2-2 16,0-1-1-16,-1 2 0 0,1-1-8 0,-3 1 4 0,-2 1-4 16,0 0-6-16,-1 1-6 0,-3 1-9 0,-1 2-14 15,-3 2-10-15,-2 0-17 0,-2 3-14 0,1 1-37 16,1-1-37-16,4 2-46 0,3 2-212 0,-1-3-443 16,3 5 196-16</inkml:trace>
  <inkml:trace contextRef="#ctx0" brushRef="#br0" timeOffset="13684.74">23262 4723 70 0,'0'0'235'16,"0"0"-6"-16,0 0-10 0,0 0-16 0,0 0-21 15,-8-22-14-15,8 22-19 0,0 0-12 0,0 0-15 16,0 0-13-16,2-12-15 0,-2 12-21 0,0 0-35 16,0 0-33-16,0 0-34 0,0 0-30 0,0 0-34 15,0 0-25-15,0 0-37 0,-15 23-109 0,6-16-285 16,1 2 127-16</inkml:trace>
  <inkml:trace contextRef="#ctx0" brushRef="#br0" timeOffset="14149.37">22727 4966 186 0,'3'-5'235'16,"-3"5"-1"-16,5-8-5 0,-5 8-7 0,4-4-10 16,-4 4-15-16,0 0-16 0,4-6-19 0,-4 6-16 0,0 0-17 15,0 0-16-15,0 0-11 0,0 0-9 16,0 0-3-16,7 13-1 0,-7-13 2 0,-1 18-3 16,0-7-1-16,-2 2-9 0,1-1-1 0,-2 5-1 15,3 1-3-15,-3-2 1 0,1 4-8 0,-1-3-6 16,2-1 1-16,-5-1-7 0,6 2-3 0,-2-4-6 15,1-2-2-15,1 1-7 0,-1-1 2 0,1 0-11 0,1-1 2 16,-1-1-7-16,1-1 5 0,0-8-10 16,-1 11-3-16,1-11-18 0,-2 11-24 0,2-11-22 15,2 8-28-15,-2-8-21 0,0 0-28 0,0 0-31 16,0 0-38-16,0 0-40 0,-4 13-244 0,4-13-520 0,0 0 230 16</inkml:trace>
  <inkml:trace contextRef="#ctx0" brushRef="#br0" timeOffset="14415.6">22712 4988 60 0,'0'0'198'0,"14"-3"7"0,-5 3-9 0,2 0-12 16,1 0-8-16,-3 0-3 0,2 4-6 0,1 2-10 15,4 1-8-15,-1 1-12 0,-3 1-11 0,4 3-2 16,-2 0-13-16,0 1-2 0,-5 1-11 15,-2 0-4-15,4 1-7 0,-6 0-7 0,-3 3-2 0,0-3-2 16,-2 1 1-16,-4 0-1 0,0 1-7 0,-4-2-1 16,-2 1-7-16,-4-3 5 0,-4 0-6 0,-5 0-8 15,0 0-5-15,-4 1-2 0,0-2-2 0,2-3-17 16,-2-2-31-16,-1-3-17 0,6 0-34 0,-6-2-48 16,0-2-53-16,0-3-60 0,0 3-269 0,6-4-526 15,-7-2 233-15</inkml:trace>
  <inkml:trace contextRef="#ctx0" brushRef="#br0" timeOffset="16350.84">13538 4505 29 0,'0'0'119'0,"0"0"-6"16,0 0 0-16,0 0-9 0,0 0-7 0,0 0-2 15,0 0 2-15,0 0-8 0,0 0 3 0,0 0-1 16,0 0 4-16,0 0 0 0,0 0-3 0,0 0-2 16,0 0-4-16,0 0-2 0,2-7-4 0,-2 7-7 15,0 0-6-15,0 0-8 0,0 0-5 0,0 0-7 16,0 0-4-16,0 0-5 0,-25 0-5 0,13 2-2 16,1 0 4-16,0-1-13 0,-2 2-1 0,-1-2-4 0,-4 1 3 15,-1 0-3-15,0 2 0 0,1-1-16 16,0 0 3-16,-2-1-13 0,2-1 13 0,-2 0-3 15,2 1 3-15,-2-1-3 0,4 3-1 0,-2 0 3 16,2-3-1-16,-1 1 4 0,3 0-1 0,3 1-4 16,-3 0 0-16,3-4-5 0,2 4 5 0,-1 1-2 0,2-4 8 15,8 0 2-15,-15 3-2 0,7 0 9 16,8-3-1-16,-9 2 1 0,9-2 4 0,-10 0-5 16,10 0-1-16,-10 3-1 0,3-1 1 0,7-2 0 15,-11 3-5-15,11-3 3 0,-8 1-3 0,8-1 0 16,-10 3 0-16,10-3 0 0,-8 1-2 0,8-1 0 15,0 0-4-15,-7 1 0 0,7-1 2 0,0 0-2 16,0 0-1-16,-5 5 1 0,5-5-1 0,0 0-1 16,0 0 2-16,-5 5 0 0,5-5-1 0,0 0 7 15,0 0-10-15,-2 7 2 0,2-7-1 0,-2 7 0 16,2-7 2-16,0 9 5 0,0-9 1 0,0 10 1 16,0-10 2-16,0 14 0 0,2-5 6 0,-2 0 0 15,2 0-3-15,0 1 4 0,2 0 1 0,-2 2 2 16,2-1-3-16,-4 1 1 0,4 5 1 0,-2-1 0 15,1 0 2-15,3-1 3 0,-4 0-5 0,1 2 3 16,0 0 3-16,1 0-3 0,-2-1 2 0,3 1 2 16,-3-1 1-16,0 0 3 0,-2-4-2 0,0 4-4 15,2-1-1-15,0-3 0 0,-4 0-2 0,4 1 6 16,-2 0-2-16,2 2 3 0,-2-3-5 0,0-1 0 16,1 0 0-16,1 1 3 0,-2-1 11 0,0-1-7 15,0-1 0-15,0 3 3 0,0-2-9 0,2 0 9 16,-4-3-16-16,2 3 3 0,0-1 2 0,0-9-3 15,0 15 6-15,0-15-9 0,0 13-4 0,0-13 1 16,2 10-6-16,-2-10 10 0,0 0-2 0,0 13-2 16,0-13-3-16,0 0-1 0,0 9 6 0,0-9-8 15,0 0 3-15,0 0-1 0,0 0 3 0,0 0-10 16,2 10 10-16,-2-10-1 0,0 0-1 0,0 0 1 16,0 0 3-16,0 0 8 0,5 7-3 0,-5-7 7 15,0 0-4-15,0 0 0 0,14 1 2 0,-14-1-7 16,0 0 14-16,22-4-14 0,-13 4 4 0,5-1-2 15,5-3-2-15,-2 2-1 0,0-3 1 0,4 1-8 16,1 0-1-16,-2 1 3 0,0 0-4 0,1 0-2 16,-4-1 4-16,6 1-4 0,-4 1 4 0,0 0-3 15,0-1 1-15,2 0-10 0,-5-1 9 0,3 2-3 16,-8-1-4-16,2 2 2 0,-1-2 0 16,0 3-4-16,-12 0 0 0,17-3-3 0,-17 3-12 0,15 0-7 15,-5-2-1-15,-10 2 3 0,19-2-15 0,-7-1-12 16,-5 0-7-16,10-1-13 0,1-1-16 0,0 2-17 15,-2-2-27-15,5 1-22 0,-6 1-36 0,3-2-41 16,-1-1-31-16,-5 1-213 0,-5 2-512 0,-1-1 227 16</inkml:trace>
  <inkml:trace contextRef="#ctx0" brushRef="#br0" timeOffset="16645.18">13310 4671 102 0,'0'-7'180'0,"0"7"-23"0,0 0-12 0,0 0-11 0,0 0 13 16,0 0 0-16,0 0-4 0,0 0-4 0,0 31-11 15,-4-12-5-15,-3 0-4 0,1 4-10 0,-4 2-8 16,0-1-7-16,3-6-3 0,2-2-16 0,-4 1-5 16,2-1-8-16,1 0-6 0,-1-2-11 0,0 0-28 15,2-3-33-15,-1 0-38 0,2-3-47 0,-1-1-55 16,1-1-188-16,-1 1-370 0,5-7 163 0</inkml:trace>
  <inkml:trace contextRef="#ctx0" brushRef="#br0" timeOffset="16844.49">13403 4767 1835 0,'8'-10'110'0,"-2"3"-38"16,0-2-21-16,-2 2-11 0,1 4-8 0,-3-1-13 15,2-2 11-15,-4 6-13 0,0 0 2 16,0 0 6-16,0 0 11 0,0 0 7 0,0 0 4 0,-11 20 1 16,5-10 0-16,-4 6-8 0,1 1-1 0,-3-2-5 15,0 1 4-15,1 0-9 0,-2-1 2 0,1 2-1 16,1-2-21-16,2-1-25 0,0-4-25 15,2 6-28-15,1-7-44 0,1-2-48 0,1 0-43 16,-1 1-149-16,2-3-383 0,3-5 169 0</inkml:trace>
  <inkml:trace contextRef="#ctx0" brushRef="#br0" timeOffset="17021.18">13454 4834 177 0,'-4'13'182'15,"-2"-1"1"-15,-2 3-5 0,-3 2-10 0,-3 5-12 0,-1 0-12 16,-1 2-12-16,-2-1-14 0,-2-1-7 0,5-1-17 16,-4 1-9-16,4-2-6 0,-3-1-25 15,5-3-31-15,-1-1-43 0,3-4-56 0,2-1-40 0,1 1-48 16,2-4-88-16,2 0-272 0,-1-4 121 16</inkml:trace>
  <inkml:trace contextRef="#ctx0" brushRef="#br0" timeOffset="17170.64">13394 5085 83 0,'6'-3'221'0,"-6"3"-14"0,0 0-22 15,0 0-11-15,0 0-21 0,0 0-13 0,0 0-11 16,-20 10-13-16,11-3-4 0,-6 1-31 0,1 2-38 0,1-6-52 16,-1 4-65-16,-2 0-65 0,0 0-98 0,-1-3-257 15,-4 1 113-15</inkml:trace>
  <inkml:trace contextRef="#ctx0" brushRef="#br0" timeOffset="18064">13027 4868 78 0,'0'0'79'0,"0"0"-8"0,0 0-12 16,0 0-6-16,0 0-9 0,0 0 4 0,9 1 1 15,-9-1-24-15,0 0 9 0,0 0-6 0,5 4 22 16,-5-4-32-16,0 0-4 0,7 5 5 0,-7-5-7 16,0 0 3-16,9 4-6 0,-9-4 14 0,6 3-11 15,-6-3 0-15,5 0-10 0,-5 0 4 0,10 4 13 16,-10-4-5-16,8 2 2 0,-8-2 10 0,0 0 12 15,9 1 18-15,-9-1 8 0,0 0 12 0,4 4 15 16,-4-4 8-16,0 0 7 0,0 0 7 16,0 0 3-16,0 0 2 0,6 3 0 0,-6-3-7 15,0 0-7-15,0 0-5 0,0 0-7 0,0 0-9 0,-23 2-3 16,13-2-5-16,1 1-4 0,-2 1-7 0,-3-1-1 16,3-1-6-16,-1 3-5 0,-7-3-7 0,-1 3-3 15,-4 1-2-15,1-1-2 0,-4 3 4 16,0 1-11-16,-2-3-6 0,-3 0 3 0,3 2-3 15,-2 0 6-15,-1 0-5 0,-4-2 7 0,3 3-2 0,-3 0-6 16,-1-1 8-16,3 1-3 0,1-2 0 16,-1 1 0-16,-2 0 3 0,3-1-2 0,3-1 3 15,-1 0 2-15,2-1-10 0,2 0 1 0,0 2 1 0,5-1 1 16,2-3-2-16,-1 1 2 0,1-1 2 0,2 2 5 16,-4-2 6-16,4-1-2 0,4 1 0 15,-3-2 1-15,4 1-5 0,1 0-2 0,-1 1 1 0,3-2-2 16,-1 1-2-16,1 0 0 0,10 0-4 0,-15 1 6 15,7-1-8-15,8 0-10 0,-11 0 4 16,11 0-7-16,0 0 3 0,-10-1-2 0,10 1 2 16,0 0-2-16,0 0 2 0,-11-1-5 0,11 1 2 15,0 0-6-15,-10-3 7 0,10 3-11 0,0 0 0 16,-7-1 2-16,7 1-6 0,0 0-8 0,-10-3-20 0,10 3-21 16,-12-2-20-16,12 2-14 0,-13 0-26 0,4-2-27 15,9 2-35-15,-16 0-46 0,16 0-62 0,-15 0-249 16,15 0-573-16,-20 2 253 0</inkml:trace>
  <inkml:trace contextRef="#ctx0" brushRef="#br0" timeOffset="19183.38">11922 5005 163 0,'0'0'194'0,"0"0"-5"0,-4-9-8 0,4 9-9 15,0 0-10-15,0 0-10 0,-4-5-10 0,4 5-11 16,0 0-14-16,0 0-6 0,-7-3-12 0,7 3-3 16,0 0-17-16,-12 1-4 0,12-1-6 0,-10 6 1 15,10-6-8-15,-10 5-6 0,3-1-6 0,1-1-2 16,2 2-4-16,-1 1 0 0,-2 0-4 0,2 1 1 15,-2-1-7-15,3 2-1 0,-2 0-2 0,3-1-2 16,0 3-7-16,2-3 1 0,-1 1 5 0,0-1-11 16,2-7 1-16,0 13-2 0,0-7-1 15,2 1 2-15,-2-7-4 0,5 10 4 0,-3-4-1 0,2-2-2 16,1 0 4-16,3-1-4 0,-3 1 4 0,6-2 3 16,-4 0 4-16,4-2 9 0,0 2-1 0,2-2 8 15,0 0-5-15,0-2-1 0,0-4 1 0,1 5 1 16,-2-3-4-16,0 0 2 0,-1-2-3 0,-2 1 0 15,2-2 4-15,-2 1-2 0,-4-1 5 0,3 0 0 16,-2-2 2-16,-2 2-16 0,-1-3 4 0,-2 5-3 16,0-3-6-16,-2-2-3 0,0 0-1 0,-1 2-4 15,1-1 1-15,-3 3-5 0,0 0 0 16,-2 0-8-16,2 2-13 0,4 4-14 0,-14-6-18 0,1 6-19 16,2 4-16-16,-2 1-19 0,-5 2-35 15,-1 4-29-15,2-3-60 0,-6 7-37 0,0 0-185 0,5-4-480 16,1 1 212-16</inkml:trace>
  <inkml:trace contextRef="#ctx0" brushRef="#br0" timeOffset="20195.52">11513 5356 2 0,'3'-3'189'0,"-3"3"2"0,0 0-8 0,5-6-3 15,-5 6-10-15,0 0 3 0,0 0-16 0,0 0-3 16,0 0-10-16,6-4-10 0,-6 4-5 0,0 0-3 16,0 0-10-16,4-5-5 0,-4 5-7 0,0 0-6 15,0 0-2-15,0 0-5 0,0 0-4 0,0 0-2 16,0 0-7-16,0 0 1 0,0 0-4 0,0 0-6 15,0 0-3-15,0 0-1 0,0 0-3 0,0 0-2 16,0 0 2-16,0 0 2 0,0 0-1 0,0 0-4 16,0 0-6-16,0 0-5 0,0 0-10 0,0 0 6 15,-17 13-9-15,11-11-8 0,6-2 5 0,-17 6-7 16,6-1-1-16,-1 0 10 0,2-2-15 0,0 2 0 16,-3 1-1-16,4-1-6 0,-4 2 1 0,2-1 1 15,1-1 1-15,1 2-5 0,-2-2-1 0,1 1 4 16,1 1-10-16,0-1 9 0,3 1-6 0,0-1-5 15,0 0 1-15,1-1-1 0,3 2 1 0,-2-1-7 16,4-6 6-16,-4 11 4 0,4-11-8 0,3 12 8 16,-2-5-5-16,0 0 1 0,4 0 0 0,-1-2-3 15,3 4 6-15,0-3-3 0,5 2 10 0,-2-2-10 16,3 1 1-16,1 1 14 0,-3-2-16 0,7-2 5 16,-5 1-2-16,3 1 2 0,0-1 3 0,-2-2-8 15,-4 1 2-15,2 1-4 0,-1-1 13 0,-1 1-11 16,0-2 1-16,0 1-6 0,-4-2 7 0,0 2-2 15,-6-4-3-15,9 4 0 0,-4-1 0 0,0 1 3 16,-5-4 2-16,4 8 5 0,-4-8-1 0,0 0 2 16,-2 11 6-16,-2-4-3 0,-5-1-1 0,-1 3 3 15,0-2 0-15,-7-1-3 0,3 2 0 0,-3-3 5 16,-1 0-10-16,1 0 9 0,0-1-5 0,-2 1-13 16,1-1-15-16,5-3-16 0,-1 1-16 0,0-1-27 15,3-1-37-15,-3 0-31 0,2-1-37 0,0-1-53 16,5 1-39-16,-1-2-245 0,-3 2-562 0,4-4 249 15</inkml:trace>
  <inkml:trace contextRef="#ctx0" brushRef="#br0" timeOffset="20351.36">11512 5611 211 0,'9'-2'258'0,"-9"2"-7"0,6-2-19 16,-6 2-17-16,0 0-22 0,0 0-22 0,0 0-30 15,10-1-36-15,-10 1-42 0,0 0-44 0,0 0-54 16,0 0-71-16,0 0-181 0,0 0-310 0,0 0 137 16</inkml:trace>
  <inkml:trace contextRef="#ctx0" brushRef="#br0" timeOffset="24198.57">16794 3843 75 0,'0'-7'248'0,"0"7"-10"0,0 0-15 0,0 0-17 16,-3-9-17-16,3 9-22 0,0 0-18 0,0 0-19 15,0 0-13-15,0 0-15 0,0 0-8 0,0 0-12 16,0 0-3-16,3 26-3 0,-3-12 4 0,0 4-2 0,0 0 1 15,3 2-8-15,-1-1-1 0,0-1 4 0,-4-1-7 16,2 1-4-16,0-3-5 0,0-4-11 16,0 6 5-16,2-6-4 0,-2 0-8 0,1 0-3 15,-1-1 0-15,2-3-5 0,-1 3-3 0,0-3-3 16,-1-7-2-16,0 12-4 0,1-5 2 0,-1-7-2 16,3 10-3-16,-2-6-22 0,-1-4-18 0,-1 12-27 15,1-12-22-15,0 7-25 0,0-7-36 0,0 0-20 16,-1 14-44-16,1-14-22 0,-3 6-168 0,3-6-418 15,-9 5 186-15</inkml:trace>
  <inkml:trace contextRef="#ctx0" brushRef="#br0" timeOffset="24475.09">16779 3957 136 0,'0'0'162'0,"4"-8"-10"0,-4 8-7 15,7-10-8-15,-3 7-6 0,-1-1-6 0,5 0-7 16,-2 3-8-16,-6 1-9 0,21-3-8 0,-12 3-9 16,4 0-7-16,0 1-4 0,-3 1-10 0,1 1-10 15,2 0-3-15,-7 1-5 0,3 0-3 0,-4-1-4 16,2 0 0-16,-7-3-2 0,7 9 1 0,-3-4 1 16,-4 2 5-16,0-7 0 0,-6 11-2 0,1-5-2 15,-4 0-1-15,-2 2-4 0,-1-1-6 0,-2 0 0 16,2-2-6-16,1 0-14 0,0 0-9 0,2 0-19 15,-2-1-21-15,2 0-28 0,3-2-39 0,6-2-40 16,-8 6-43-16,2-3-114 0,1 0-331 0,5-3 146 16</inkml:trace>
  <inkml:trace contextRef="#ctx0" brushRef="#br0" timeOffset="24734.37">17126 4002 183 0,'0'0'242'0,"0"0"-14"16,0 0-20-16,0 0-19 0,0 0-15 0,0 0-20 16,4-5-15-16,-4 5-15 0,10-4-11 0,-10 4-13 15,13-4-9-15,-2 2-8 0,0 0-9 16,2-1-6-16,-2 0-8 0,3 2-5 0,0-2-7 15,4 1-13-15,-2 1-20 0,-3-1-25 0,-1 1-27 0,0 1-32 16,-1-3-43-16,0 3-35 0,-3 0-34 0,-8 0-124 16,10-1-330-16,-10 1 146 0</inkml:trace>
  <inkml:trace contextRef="#ctx0" brushRef="#br0" timeOffset="24910.76">17273 3892 98 0,'-8'-4'251'15,"8"4"-7"-15,0 0-15 0,-8-6-23 0,8 6-24 16,0 0-18-16,0 0-21 0,0 0-14 16,0 0-13-16,0 0-9 0,-5 19-10 0,7-11-8 15,-4 3-5-15,2 1-10 0,0 0-6 0,3 4-6 16,-1-1-18-16,1 1-29 0,-3 0-49 0,4 1-81 16,-2 1-80-16,-2-1-148 0,0 0-373 0,-2-2 165 0</inkml:trace>
  <inkml:trace contextRef="#ctx0" brushRef="#br0" timeOffset="26990.99">16149 5970 102 0,'0'0'104'0,"0"0"5"16,0 0-2-16,0 0 1 0,0 0 3 0,0 0-9 16,0 0 6-16,0 0-2 0,0 0-1 0,0 0-1 15,0 0-6-15,0 0-8 0,0 0-8 0,0 0-1 16,0 0-13-16,0 0-6 0,0 0-9 0,0 0-1 16,0 0-8-16,0 0-6 0,0 0 0 0,0 0-7 15,0 0 0-15,0 0-5 0,0 0-2 0,0 0-3 16,0 0 1-16,0 0-2 0,0 0 2 0,0 0 5 15,0 0 2-15,0 0 4 0,0 0 3 0,0 0-3 16,0 0 3-16,0 0-2 0,0 0-3 0,0 0 2 16,0 0-4-16,0 0-2 0,0 0 1 0,0 0 0 15,0 0 1-15,0 0-1 0,0 0-1 0,0 0 5 16,0 0 3-16,0 0 4 0,0 0-5 0,0 0-1 16,0 0-4-16,0 0-1 0,0 0 0 0,0 0-5 15,0 0-2-15,-5-13 3 0,5 13-2 0,0 0 1 16,0 0-3-16,0 0-3 0,0 0-2 0,7-12-1 15,-7 12 1-15,0 0 0 0,5-9-1 0,-5 9-2 16,2-7 4-16,-2 7-2 0,5-8 7 0,-2 2-4 16,-3 6 1-16,5-6-1 0,-1 1 5 0,0 0 1 15,2 1 0-15,-2-3-1 0,2 1-5 0,-3 0 0 16,1 0-1-16,4-3-21 0,-2 2 2 0,-2 2 1 16,-1-2-3-16,4 0 4 0,-2-1-2 0,0-1 4 15,-1 4 0-15,2-2 3 0,-1 0-3 0,-1 0 2 16,0 2 1-16,1 0-1 0,2-4 3 0,-5 3-1 15,4 2 0-15,-2 0 1 0,0-2-3 0,1 3 4 16,-1-3-3-16,1 1 4 0,3-2-3 0,-2 0-1 16,1-1 0-16,-1-1 4 0,3-1-2 0,-1 1-2 15,1 1 0-15,-2-3 1 0,3 4-2 0,1-3 0 16,-1 3-3-16,0-3 6 0,-1 3-6 0,-1-3 2 16,2 5 4-16,-1-4-1 0,0 0 2 0,0 2-2 15,2 0 1-15,-2-1-1 0,2 2-5 0,-3-2 9 16,1 2-7-16,1-1 4 0,-2 1-2 0,0-2 4 15,1 2-6-15,0-2 1 0,1 2 2 0,-1-1 1 16,0 2 3-16,0-3-3 0,0 4-1 0,0-2 3 16,0 1-2-16,0-1 0 0,-2 0-3 0,2 1 10 15,3-1-7-15,-3 0 0 0,1 0-3 0,0 1 2 16,2 1-1-16,-2-2 1 0,1 3 0 0,0-3 2 16,-1 2 3-16,0-2-3 0,0 3-3 0,1-2 0 15,-1 0 1-15,1 0 7 0,2 3-5 0,-3-1 0 16,2 0-1-16,4-3 2 0,-4 3 0 0,4-1 1 15,-1 3-7-15,-1-2 9 0,2 0-4 0,1-1 4 16,-4 0-4-16,-2 2 3 0,2-1-3 0,-1 0 2 16,1 2 1-16,-1-3 0 0,1 3-3 0,0-2-1 15,-1 2-1-15,1-2 5 0,0 3 0 0,0-2-3 16,1 1 2-16,-3-2-6 0,5 2 5 0,-3 1 2 16,4-3-1-16,-4 4-1 0,5-3 1 0,-1 0 15 15,2 2-8-15,-1-3 6 0,-2 3-16 0,2 0 8 16,-1-3-4-16,-5 3-2 0,1 2 3 0,1-1-5 15,-1-1 7-15,-3 0-3 0,3 0 2 0,-1 0-6 16,-2 0-2-16,3 0 3 0,-3 0-1 0,1 3 2 16,0-3-2-16,0 2 1 0,-1-1-2 0,1 0-5 15,-1 1 5-15,-1-1 10 0,1 0-9 0,0-1 10 16,2 2-11-16,-3-2-1 0,-2 0 6 16,5 3-1-16,-12-3-7 0,20 2 7 0,-7 0 2 0,-3 0 0 15,1 0 0-15,0-1-1 0,-2 3 0 0,1-1-4 16,3-2 2-16,-3 3-7 0,-1-2 6 0,3 2 2 15,-2 0-3-15,1 0-3 0,-1-3 5 0,2 3-1 16,0-1-5-16,-2 2 11 0,1-1-7 0,1-1 2 16,-3 0-1-16,1 1 3 0,-10-4 2 0,18 4-5 15,-9-2-1-15,-1 2 12 0,0-2 1 0,-1 0 0 16,2 2 0-16,0 0-6 0,1-1-1 0,-4 0-1 16,-1 0-5-16,3-1 6 0,0 3-2 0,-2-2-5 15,-1 1 2-15,2-1-2 0,-1 0-1 0,2 1 5 16,-3 0-5-16,0 0 1 0,1 0 0 0,0-1 1 15,0 3-2-15,0-3-1 0,-2 1 7 0,2 0-2 16,0 2-8-16,-3-2 6 0,4 2-7 0,-7-6 6 16,7 9 3-16,-1-6-2 0,-3 2 2 0,1 0-11 15,0-1 9-15,0 2-4 0,1 0-2 0,-1-1 2 16,-2 2 3-16,1-2-6 0,1 1 7 0,-2 2-9 16,1-2 8-16,0 1 2 0,0 3 4 0,1-3 0 15,0 1-8-15,0 0 12 0,0 2-8 0,-2 0-5 16,2-1 3-16,-1 1 6 0,1 0 4 0,-2-1-11 15,2 0 7-15,-2-2 0 0,1 0-1 0,-1-1-5 16,0 1 9-16,-2-7-9 0,4 12 2 0,-3-7 0 16,-1-5 2-16,4 9-9 0,-2-5 13 0,-2-4-9 15,2 8 4-15,-2-8 2 0,3 7 4 0,-3-7-2 16,3 8 6-16,-3-8-5 0,5 6-3 0,-5-6-2 16,5 5 5-16,-5-5-5 0,0 0 2 0,4 5-1 15,-4-5-2-15,0 0-1 0,4 5-5 0,-4-5-12 16,0 0-16-16,0 0-25 0,0 0-4 0,0 0-24 15,0 0-25-15,0 0-11 0,0 0-15 0,0 0-23 16,0 0-23-16,0 0-32 0,0 0-30 0,-18 5-37 16,18-5-24-16,-15-4-194 0,3 3-536 0,-1-1 238 15</inkml:trace>
  <inkml:trace contextRef="#ctx0" brushRef="#br0" timeOffset="27473.34">17168 5570 58 0,'-3'-4'191'0,"3"4"-2"0,-5-9-8 16,5 9 0-16,-4-5-6 0,4 5 3 16,-2-6-3-16,2 6-3 0,0 0 0 0,-5-5-15 0,5 5-7 15,0 0-11-15,0 0-6 0,-4-7-12 0,4 7-13 16,0 0-14-16,0 0-12 0,0 0-12 15,0 0-4-15,0 0-9 0,0 0-7 0,0 0-10 16,0 0 6-16,5 26-2 0,-5-15-4 0,0 0-5 16,1 2 2-16,-1-1 1 0,3 5 7 0,-2 0 11 0,-1-1-10 15,1 1-2-15,1 0 1 0,-2-1-7 16,1-3-1-16,-1-1-4 0,-1 0 0 0,1-1-3 0,1 1 5 16,0-1-10-16,-1-2-3 0,2 0 1 15,-2-3-9-15,0-6 3 0,1 16-20 0,-2-11-22 16,1-5-23-16,0 12-19 0,0-12-16 0,-3 10-22 15,3-10-20-15,-3 8-24 0,3-8-40 0,-6 6-27 0,6-6-30 16,-8 2-165-16,8-2-446 0,0 0 197 0</inkml:trace>
  <inkml:trace contextRef="#ctx0" brushRef="#br0" timeOffset="27713.19">17144 5641 126 0,'3'-5'162'0,"-3"5"-7"15,11-7-4-15,-5 5-8 0,2-2 1 0,-3 2-16 16,3-1-11-16,-8 3-10 0,12 1-10 0,-3 1-17 16,-9-2-1-16,13 4-8 0,-6 0-8 15,0 1-3-15,-2 1-4 0,-2-1-2 0,1 1 1 16,-2 4 6-16,-2-2 2 0,-1 1-3 0,-3 2-3 0,-1 0-2 16,-3-2-7-16,2 1-2 0,-4-2-6 0,1 1 0 15,-1-1-10-15,-1 1-5 0,1-2-8 16,-1-1-25-16,0 0-23 0,4-3-17 0,-5 1-28 15,6-1-40-15,-1-3-55 0,7 0-153 0,-12 3-350 16,12-3 155-16</inkml:trace>
  <inkml:trace contextRef="#ctx0" brushRef="#br0" timeOffset="27983.02">17371 5677 216 0,'0'0'228'0,"0"0"-14"0,0 0-11 0,0 0-18 15,0 0-12-15,7-3-15 0,-7 3-10 0,0 0-14 16,0 0-8-16,0 0-9 0,0 0-6 0,0 0-6 16,0 0-16-16,10-1-4 0,-10 1 0 0,9-1-2 15,-2-1-7-15,4 1-13 0,1-4-3 0,0 2-8 0,1 1-4 16,3-1-8-16,-2 0-4 0,-1 1-22 15,-1 1-24-15,0-1-23 0,-3 1-27 0,3-1-31 16,-6 2-42-16,-6 0-35 0,13-3-25 0,-8 2-168 16,-5 1-389-16,0 0 172 0</inkml:trace>
  <inkml:trace contextRef="#ctx0" brushRef="#br0" timeOffset="28167.1">17475 5582 95 0,'0'0'241'0,"0"0"-8"15,0 0-23-15,0 0-20 0,-5-6-22 0,5 6-24 16,0 0-9-16,0 0-17 0,0 0 6 0,0 0-2 16,1 24-6-16,0-14-11 0,0 1-9 0,2 5-9 15,2 0-8-15,-3 0-8 0,1 1-4 0,1-2-6 16,-3 1-35-16,2 1-31 0,-1-4-38 0,1 3-60 16,-2-4-60-16,-1 0-42 0,-1 0-124 0,1-12-355 15,1 19 158-15</inkml:trace>
  <inkml:trace contextRef="#ctx0" brushRef="#br0" timeOffset="28303.9">17500 5891 2 0,'0'0'57'15,"0"0"-43"-15,0 0-27 0,0 0-12 0,0 0 5 16</inkml:trace>
  <inkml:trace contextRef="#ctx0" brushRef="#br0" timeOffset="31839.44">16243 3277 22 0,'1'-7'108'15,"-1"7"-4"-15,0 0-2 0,-1-13-2 0,1 13-13 16,0-9-2-16,0 9 3 0,1-9-5 0,-1 9 2 16,4-8 0-16,-4 8-4 0,1-8 6 0,-1 8-3 15,1-6 3-15,-1 6-2 0,1-7 1 0,-1 7-3 16,0 0 10-16,2-9-8 0,-2 9-1 0,0 0-6 16,0 0-11-16,0 0-8 0,0 0-8 0,0 0-7 15,4-4-7-15,-4 4-4 0,0 0-5 0,0 0-1 16,0 0-6-16,6 17 0 0,-5-6 1 0,1 1-6 15,0 6 8-15,0 1 5 0,1 7-5 0,-1-9 2 16,1 10-2-16,-1-8 0 0,-1 6 0 0,0-6 2 16,-1-1-1-16,3 2 3 0,-3-3-2 0,1 0 5 15,2-1-9-15,-3 0 2 0,1-4 0 0,1-1-2 16,1 3-1-16,-3-3-6 0,3 1 3 0,-2-1-4 16,0-1 1-16,1-1-1 0,-1 1-2 0,0 0 3 15,0-1-2-15,2-2-6 0,-2-1-21 0,0 1-22 16,2-1-11-16,-3-6-30 0,1 12-25 0,-1-12-27 15,0 10-29-15,0-10-31 0,-1 7-162 0,1-7-379 16,0 0 167-16</inkml:trace>
  <inkml:trace contextRef="#ctx0" brushRef="#br0" timeOffset="32738.78">16283 3137 87 0,'0'0'153'0,"-5"-5"-13"0,5 5 2 16,0 0-19-16,0 0-14 0,0 0-9 0,0 0-6 16,17-5-12-16,1 2-2 0,-1 2-8 0,11-5-7 15,1 3-8-15,2-2 1 0,-1 2-8 0,4-2-2 16,-1 2-4-16,3-1-5 0,2-1-1 0,-2 0-3 16,2 3-3-16,13-7-5 0,0 5 1 0,0 0-5 15,-12 1-7-15,0 0 5 0,1 1-2 0,9-4-2 16,-11 4 2-16,-4 2-4 0,1 0-1 0,-2-2 0 15,0-1-2-15,-2 2 1 0,0-4 1 0,-1 4 3 16,-3 0-6-16,1-1 3 0,-6 0 0 0,-1 0 0 16,0 0 1-16,1 1 0 0,-1-1-5 0,-2 1 1 15,0 1-1-15,0-3 0 0,0 3-2 0,-1-4 1 16,2 4-2-16,-2 0-4 0,-2 0 1 0,-1 0 2 16,2 0-7-16,-3 0 8 0,-3 0-5 15,2-3 4-15,0 4-4 0,-3-2 14 0,3 1-9 16,-6-1 4-16,-7 1-3 0,13-3 8 0,-13 3-5 0,10 0-1 15,-10 0 3-15,9 0 0 0,-9 0 3 0,0 0-4 16,0 0 5-16,11-2-5 0,-11 2-1 0,0 0 1 16,7 2 0-16,-7-2-3 0,0 0-1 15,0 0-2-15,0 0 3 0,10 0-5 0,-10 0 0 16,0 0 0-16,9 0-1 0,-9 0 7 0,8 0-5 0,-8 0-5 16,0 0 5-16,0 0-2 0,9 3 0 15,-9-3-2-15,0 0 2 0,0 0-1 0,5 2 2 0,-5-2 1 16,0 0-2-16,0 0 5 0,0 0 1 0,5 8-1 15,-5-8 1-15,0 0 9 0,3 7-11 0,-3-7-1 16,1 8 4-16,2-3-2 0,-3-5 2 0,4 14 0 16,-3-6 7-16,1 1 4 0,-2 2 4 15,5 0 3-15,-1 2 0 0,-3-2 0 0,-1 2-2 0,3-1 1 16,0 3-2-16,-2-4 0 0,0 3-4 16,1-2 2-16,0 0-4 0,-1 0 1 0,-1 1-2 15,3 6 5-15,-2-2 8 0,2 0-4 0,-1-2 2 0,2 0 1 16,-3 2 6-16,-2 1-4 0,2-1 3 0,-1-1-1 15,-1 1 1-15,1 2 7 0,1-3-1 16,-2 0-5-16,1 1 2 0,1 1-7 0,-1-2 1 16,2 0-5-16,-4 1 1 0,4-1-1 0,-4-3-3 15,2 0 4-15,0 3-8 0,2-4-1 0,-2-2-3 16,0 1 0-16,2 0-3 0,-1-1 2 0,-1 0-3 16,3 0 1-16,-3 0 0 0,0-1 1 0,1-2-9 15,-1-7-3-15,-1 12 6 0,1-12-5 0,0 0 5 16,1 17 1-16,-1-17 0 0,2 11-4 0,-2-11-17 15,0 11-19-15,0-11-13 0,0 7-15 0,0-7-14 16,0 0-24-16,0 0-30 0,-6 11-49 0,6-11-54 16,0 0-50-16,-19 2-150 0,19-2-464 0,-16-4 206 15</inkml:trace>
  <inkml:trace contextRef="#ctx0" brushRef="#br0" timeOffset="33043.58">16783 3183 8 0,'0'0'163'0,"0"0"-3"0,2 23-4 0,-8-9-3 0,0 4-2 16,-5 6-13-16,-1 2-9 0,-3 1-10 0,1 0-8 15,-3-3-11-15,3 4-13 0,-4-5-3 16,3-1-15-16,-1 1-22 0,1-3-33 0,2-7-33 0,2 1-41 16,-1-2-43-16,2-2-30 0,2-2-96 0,-1 0-249 15,3-3 110-15</inkml:trace>
  <inkml:trace contextRef="#ctx0" brushRef="#br0" timeOffset="33237.74">16805 3296 28 0,'0'0'185'0,"-1"18"-3"0,-7-5-8 0,-1 9-12 16,0-5-8-16,-6 8-21 0,2-5-14 0,-1 3-5 15,5-4-14-15,3-3-12 0,-1 0-16 0,-2 0-24 16,4-2-31-16,0-1-34 0,4-3-45 0,1 0-47 16,0-2-123-16,1 0-250 0,-1-8 110 0</inkml:trace>
  <inkml:trace contextRef="#ctx0" brushRef="#br0" timeOffset="33425.41">17128 3325 85 0,'0'0'155'0,"0"0"-19"0,0 0-12 16,0 0-2-16,0 0 0 0,3 21 6 0,-7-4-9 15,-2 0-13-15,-2 7-7 0,-3 0-8 0,0 0-5 16,0-1-7-16,2-5-11 0,0 0-27 0,1-1-27 16,-3-2-30-16,3-2-31 0,3 0-31 0,1-5-36 15,0-2-106-15,3 0-239 0,1-6 106 0</inkml:trace>
  <inkml:trace contextRef="#ctx0" brushRef="#br0" timeOffset="33588.44">17411 3339 22 0,'0'0'122'0,"11"8"1"0,-11-2-10 15,-1 7-9-15,-3-2-15 0,-2 6-1 0,-7 5-3 16,4-5-18-16,-6 3-21 0,3-3-35 0,-1-2-45 15,3 0-26-15,2-1-70 0,-4-3-140 16,7-2 63-16</inkml:trace>
  <inkml:trace contextRef="#ctx0" brushRef="#br0" timeOffset="33746.44">17581 3432 34 0,'0'0'130'0,"0"0"-13"16,-4 13-9-16,4-13-14 0,-8 14-34 0,2-10-33 16,-2 3-35-16,0-2-35 0,2-2-44 0,-7 1-93 15,4-1 41-15</inkml:trace>
  <inkml:trace contextRef="#ctx0" brushRef="#br0" timeOffset="35043.08">16903 1424 59 0,'2'-8'138'0,"-2"8"-6"0,1-7 9 0,-1 7-12 16,2-8 12-16,-2 8-9 0,4-8-11 0,-4 8 23 16,3-8-12-16,-3 8-4 0,4-7-5 0,-4 7-1 15,0 0-10-15,1-8-9 0,-1 8-10 0,0 0-13 16,0 0-5-16,0 0-10 0,0 0-6 0,0 0-8 16,0 0-10-16,0 0-1 0,0 0-5 0,0 0-4 15,0 0-3-15,0 0-9 0,0 0 1 0,0 0 2 16,0 0-4-16,0 0-12 0,0 0 11 0,14 24-1 15,-13-16 6-15,2 3 5 0,-1 2-3 0,0-2-6 16,3 10 3-16,0-2 3 0,3 6-1 0,-5-6 1 16,4 6 4-16,-3 0 1 0,0-5-2 0,2 5 3 15,-1 1-3-15,-3-6-5 0,4 3 3 16,-2-3-5-16,1 4 3 0,-3 2 1 0,1-7-3 16,2 5 6-16,-3-3-3 0,1 3 4 0,-2 2 5 15,0-6-2-15,1 0-2 0,-1 5 4 0,0-7-2 16,3 0-2-16,-5 1 2 0,2 2-1 0,2-3-2 0,-1-3-1 15,0 2 0-15,-1 0-3 0,-2-5-20 16,2 4 19-16,0-1-3 0,-1-2 0 0,1 0 5 16,2 3 0-16,-3-4 1 0,1 1 2 0,2 4-4 15,-1-1-3-15,0-4 3 0,-1-1-3 0,0 3 0 16,0 2 6-16,1-5-2 0,-2-11-11 0,1 22 8 16,-1-12-2-16,0-10-1 0,1 21 7 15,-1-21-12-15,2 20 6 0,-2-8 1 0,0-12-5 0,2 20 3 16,-2-11-2-16,0-9-2 0,1 22 1 0,-1-22-5 15,2 17 9-15,-1-7-6 0,-1-10 0 0,0 22 3 16,1-11 0-16,-1-11 11 0,3 19-3 0,-3-19-8 16,1 18 3-16,-1-18-2 0,1 16-3 0,-1-6 4 15,0-10-3-15,0 16-3 0,3-5 2 16,-3-11-2-16,0 18-1 0,0-18 3 0,0 19 4 16,0-9-8-16,0-10 4 0,2 20-1 0,-2-20-2 0,2 20-4 15,-2-8 6-15,0-12-3 0,1 20 0 0,-1-9 0 16,0-11-6-16,-1 21 4 0,1-21 1 15,0 21 6-15,0-11-9 0,0-10 2 0,0 19-2 16,0-19 4-16,0 20-1 0,0-20-4 0,-2 18-4 16,4-8 9-16,-2-10 1 0,0 19 3 0,0-19 2 15,-2 18-9-15,2-18 3 0,0 17 3 0,0-17-7 16,0 0 9-16,0 25-2 0,0-25-6 0,0 0 4 16,-2 16-2-16,2-16-6 0,0 0 4 0,0 17 1 15,0-17-4-15,0 0 1 0,0 0 0 0,0 21 1 16,0-21-1-16,0 0-3 0,0 0 0 0,0 0 3 15,2 15-3-15,-2-15 1 0,0 0-1 0,0 0-7 16,0 0 15-16,0 0-5 0,0 0 2 0,0 0-5 16,0 0-4-16,0 0 4 0,0 0-17 0,0 0-6 15,0 0-14-15,0 0-7 0,0 0-20 0,0 0-13 16,0 0-18-16,0 0-32 0,0 0-43 0,0 0-33 16,0 0-55-16,0 0-90 0,0 0-223 0,0 0-613 15,0 0 272-15</inkml:trace>
  <inkml:trace contextRef="#ctx0" brushRef="#br0" timeOffset="36213.94">16930 1391 57 0,'0'0'168'0,"0"0"-8"0,0 0-8 16,0 0 1-16,0 0 23 0,3-7-16 15,-3 7-7-15,0 0-9 0,0 0-10 0,0 0-1 16,0 0-8-16,0 0-14 0,0 0 3 0,0 0-10 16,0 0-7-16,0 0-10 0,0 0-9 0,0 0-3 15,0 0-9-15,0 0-11 0,0 0-1 0,0 0-12 16,0 0 0-16,0 0-13 0,0 0 5 0,0 0-10 16,0 0 0-16,0 0 0 0,0 0 1 0,0 0-16 15,0 0 10-15,-19 25-1 0,15-20-4 0,4-5 2 16,-5 12-16-16,3-4 13 0,-2 1 1 0,2 3-3 15,-1-2 4-15,-2 0-2 0,4 0-5 0,0 1 6 16,1-11 2-16,-1 19-2 0,-1-10 1 0,2-9-5 16,2 14-3-16,1-3 0 0,-3-11 6 0,4 12-8 15,1-3-7-15,0-4 2 0,-5-5 11 0,9 10-9 16,-2-7 10-16,-7-3 1 0,12 6 0 0,-4-4 4 16,2-1-1-16,-10-1 1 0,21 0 6 0,-11 0 8 15,-10 0 0-15,18-3 10 0,-18 3 0 0,15-6 1 16,-3 2 2-16,-3-2-7 0,0 2 1 0,-2-5-2 15,1-1-3-15,0 1 2 0,-1 0-9 16,1 1 6-16,-3-4-8 0,0 3 9 0,-1 1-16 16,0-3 6-16,-1 0 7 0,-2-2-8 0,0 1-2 0,0 1 0 15,-2-1-7-15,1 1-6 0,-1-1 9 0,-2 2-5 16,-1 0-3-16,2 1 8 0,-5 1-10 0,5 2 4 16,-3 1-2-16,-2 1-9 0,7 4-5 15,-12-4-13-15,4 2-11 0,-5 2-17 0,2 0-17 16,11 0-27-16,-32 6-19 0,14 1-31 0,1-3-33 15,-1 3-43-15,7-2-63 0,-7 4-178 0,8-2-495 16,-6 1 219-16</inkml:trace>
  <inkml:trace contextRef="#ctx0" brushRef="#br0" timeOffset="38208.42">16919 1496 120 0,'0'0'118'0,"0"0"-2"16,0 0-3-16,0 0 0 0,0 0-10 16,0 0-1-16,0 0-10 0,0 0-2 0,0 0-9 0,0 0-3 15,0 0 2-15,0 0-8 0,0 0 1 16,0 0-1-16,0 0-9 0,-32 11 0 0,32-11-8 15,-10 1-16-15,10-1 14 0,0 0-4 0,-13 2-1 16,13-2 0-16,-13 1-9 0,13-1-4 0,-15 4 4 16,6-3-1-16,2 2 0 0,-3-2-1 0,-1-1-9 15,3 1 5-15,-2 1-7 0,-3-1-1 0,1 0-5 16,1 1 4-16,-3 0-8 0,1-1 7 0,-5 3-10 16,0-1 3-16,0-2-5 0,2 2 5 0,-5 0-3 15,0 1-3-15,-6-1 0 0,-3 2-5 0,1 1 5 16,-4-2 0-16,1 0 0 0,-1 1 2 0,-2 0 2 15,2-1 1-15,-3 0-4 0,1 2 5 0,2-3-3 16,0 3-2-16,-5 1 0 0,3-4 0 0,-3 5 3 16,2-3-2-16,0 2-2 0,-1-2 2 0,2 0-4 15,-3 1 5-15,3 0-2 0,-4-2-2 0,2-1-2 16,3 6 1-16,-2-5-2 0,-1 2 4 0,0 2-1 16,-3 0 0-16,2-4-1 0,0 4 5 0,-15 0-5 15,16-4-1-15,1 1 0 0,-1-1 2 16,1 1 1-16,-2-1-2 0,2 2 1 0,1-2-1 15,-3 2 2-15,1-1 0 0,-1-3-9 0,0 1 7 16,2 1 1-16,-4 1-1 0,1-1-1 0,-12-1-2 16,12 3 3-16,2 1-9 0,-2-5 8 0,-1 2 3 15,-1-1 0-15,3 2 0 0,-2-2 1 0,-10 3-3 16,12-3 1-16,1 1 1 0,-14-1 0 0,11 0-2 0,-10 1 0 16,-1 3 4-16,10-6 1 0,3 3-5 15,-2 1 5-15,-16-1-1 0,6-1-1 0,-4 4 2 16,3-3 2-16,10-2-6 0,-10 4 7 0,-3-2-1 15,14 0-4-15,2 0-1 0,-3 1 1 0,-8 0-3 16,10-1 1-16,-12 3-1 0,-1-2 3 0,16-3-5 16,-2 1 3-16,-1 0-3 0,-1 1 3 0,2-1-3 15,0-1 3-15,-12 4 0 0,10-2-2 0,1 1-5 16,-12-1 2-16,-1 2 2 0,17-1 1 0,-5-2-2 16,1 2-1-16,-12 0 2 0,14-1 0 0,-1 1-5 15,2-1 5-15,-2 1-1 0,2-1 1 0,-3 0 4 16,1-3-1-16,5 2-5 0,0 1 10 15,3-2-8-15,7-1 5 0,-6 1 0 0,8-2-5 16,2 3 1-16,-4-3-4 0,3 0 7 0,-8 0 0 16,7 0-2-16,1 0-1 0,0 2 4 0,1-2-6 15,0 2 2-15,-1 0 1 0,3-2-3 0,4 1 2 0,-3 2 3 16,-1-3-4-16,0 1-2 0,2 1 3 0,1-1 3 16,-2 1-7-16,2-1 3 0,-3 0-2 0,3 0-2 15,1 0 1-15,0-1 8 0,-3 1-5 16,-1-1 2-16,1 4 1 0,3-3-4 0,-4 1 6 15,-3 0-3-15,3-2-2 0,-3 0 4 0,2 2 1 16,-3 0 2-16,4-1-3 0,-2 2 4 0,0-3-4 16,1 0 8-16,-3 0 7 0,0 1-6 0,0 0 1 15,1-2-1-15,1 1 1 0,1 3 0 0,-1-3-1 16,6 0-1-16,-3 0-4 0,16 0 0 0,-27 3-17 16,14-3 14-16,13 0 2 0,-27 0 4 0,13 0-20 15,14 0 12-15,-22 2 0 0,22-2 0 0,-19 1 4 16,19-1-1-16,0 0 2 0,-15-3-5 0,15 3-1 15,0 0 1-15,0 0-1 0,0 0 1 16,0 0-4-16,-18 2-4 0,18-2 8 0,0 0-5 16,0 0-1-16,0 0 0 0,0 0 3 0,0 0-6 15,0 0 1-15,0 0 3 0,0 0-3 0,0 0-3 0,0 0 6 16,0 0-4-16,0 0-3 0,0 0-13 0,0 0 10 16,0 0-5-16,-13-2-9 0,13 2-19 15,0 0-18-15,0 0-5 0,0 0-15 0,0 0-20 16,0 0-12-16,0 0-22 0,0 0-27 0,0 0-37 15,0 0-48-15,18 22-212 0,-18-22-492 0,0 0 218 16</inkml:trace>
  <inkml:trace contextRef="#ctx0" brushRef="#br0" timeOffset="40245.25">11560 2017 81 0,'0'0'107'0,"0"0"4"0,0 0-17 0,0 0-9 15,0 0 0-15,0 0-9 0,0 0-16 0,0 0 1 16,0 0-11-16,0 0 0 0,0 0-1 0,0 0-10 16,0 0-10-16,0 0 13 0,0 0-16 0,0 0 6 15,0 0-6-15,0 0 2 0,0 0 15 16,0 0 2-16,0 0 7 0,0 0-2 0,-2 11-1 15,2-11-6-15,0 0 11 0,0 0 7 0,5 23-7 16,-5-23-9-16,5 16 6 0,-5-16 3 0,4 18 0 16,-3-6-6-16,3-2-2 0,-4-10-3 0,6 20-1 15,-4-10-1-15,2 1-1 0,-4-11 0 0,8 21-1 16,-5-5 1-16,-1-5-1 0,2 0 1 0,0 2-7 16,0 4 3-16,-1-1-1 0,1-4 1 0,2 4 7 15,-4-4-6-15,4 4-4 0,-3-1 2 0,0-4-3 16,2 0-3-16,-2 0 6 0,-3-11-5 0,5 24 2 15,-1-13 0-15,-1 5-9 0,0-3-1 0,1 3 4 16,-1-2 0-16,-1 1-4 0,0 1 5 0,1 1 2 16,3-2-3-16,-4 1 5 0,1 0-4 0,0 0-3 15,-3 0 0-15,1-1 4 0,2 2-3 0,-1-1 1 16,-2 0-5-16,2-5 3 0,-2 2-4 0,1 2 9 16,1 2-5-16,0-5-11 0,-2-12 3 0,-4 23 14 15,4-23-4-15,0 22 5 0,0-22-5 0,-1 24-3 16,1-24-2-16,-2 23-3 0,2-23 4 15,0 23-6-15,0-23 3 0,0 24-3 0,0-13 4 16,0-11-19-16,0 23 13 0,-2-8 4 0,2-15 0 16,0 29 0-16,0-14-1 0,0-15 4 0,0 22-2 15,0-7 2-15,0-15 7 0,2 35 0 0,-2-19-10 16,-2-2 3-16,2-14 3 0,-2 25 4 0,2-25-9 16,2 27-1-16,-2-27 3 0,-3 23 0 0,3-10 2 15,0-13 0-15,0 20-4 0,0-20 4 0,-1 24-20 16,1-24 15-16,0 22-5 0,0-22-2 0,0 21 6 15,0-21 1-15,1 22-4 0,-1-22 3 0,-2 23-1 16,2-23 1-16,0 20-1 0,0-20-4 0,1 22-4 16,-1-22 3-16,0 19-1 0,0-19 3 0,1 21-4 15,-1-21 7-15,1 20-3 0,-1-20-2 0,4 22 5 16,-4-22-3-16,0 22 3 0,0-22-4 0,0 22 6 16,0-11-1-16,0-11 1 0,4 23-11 0,-4-23 6 15,1 21-4-15,1-8 8 0,-2-13-8 0,0 24 9 16,0-24 0-16,2 24-2 0,-2-12-1 15,0-12-6-15,4 25 7 0,-4-9 15 0,0 0-10 16,0-16 4-16,0 24-2 0,0-9 2 0,0-15-6 16,3 24-2-16,-3-12 1 0,0-12 1 0,0 25-4 15,1-12 6-15,-1-13-15 0,1 29 13 0,2-14-9 16,-2 0 1-16,-1-15 1 0,5 28 1 0,-5-14-6 16,0-14 6-16,3 24 0 0,-1-12-4 15,0 4-2-15,-2-16 2 0,6 25-12 0,-5-13 10 0,-1-12-2 16,2 23 5-16,-2-10-8 0,0-13 7 0,2 29 1 15,-2-15 2-15,4 0-4 0,-4-14 0 0,6 24 1 16,-1-9-1-16,0 1 5 0,-3-5-13 0,2 5 12 16,1 0 0-16,-5-16-1 0,4 23-9 0,-1-7 11 15,0-3-5-15,-3-13-1 0,6 25 2 0,-6-13-8 16,0-12 11-16,4 27-3 0,-1-15 2 0,-3-12-4 16,2 27 3-16,2-14-2 0,-2-1-1 0,-2-12-1 15,3 24-3-15,2-7 5 0,-3-6 1 0,-2-11-5 16,2 26 0-16,1-14 6 0,-1 2-3 15,2 2-4-15,0 0 0 0,-1-1 6 0,-3-15 1 16,6 24-4-16,-4-12-4 0,-2-12 5 0,4 22-1 16,-1-11 3-16,2 5-4 0,-5-16-2 0,5 29 3 15,-2-17-1-15,0 3 3 0,-3-15-3 0,4 27-1 16,-1-13 0-16,1-1-2 0,-4-13 0 0,7 23 6 16,-7-9-4-16,0-14 1 0,5 21-5 0,-3-10 4 15,-2-11-3-15,6 23 2 0,-4-11 3 0,-2-12 2 16,5 22-1-16,-2-13-1 0,-3-9 1 0,3 20 2 15,-3-20-4-15,6 19-2 0,-6-19 11 0,6 20-2 16,-6-20-4-16,2 16 0 0,-2-16-1 0,3 19 3 16,-3-19-4-16,4 17 0 0,-4-17 4 0,2 18-8 15,-2-18 5-15,6 15 1 0,-6-15 3 0,2 15-2 16,-2-15-9-16,4 12 11 0,-4-12-1 0,0 0-12 16,2 18 11-16,-2-18-3 0,3 14 2 0,-3-14-2 15,0 0-3-15,3 17 1 0,-3-17 3 0,0 0 1 16,3 18-3-16,-3-18-1 0,0 0-1 0,2 14 4 15,-2-14 0-15,0 0 0 0,2 17-1 16,-2-17-2-16,0 0-1 0,2 19 2 0,-2-19-1 0,0 0 1 16,3 17-2-16,-3-17-1 0,0 0 1 15,5 16-6-15,-5-16 6 0,0 0 0 0,4 15 2 16,-4-15-4-16,0 0 3 0,2 15-5 0,-2-15 1 0,0 0 0 16,0 0 5-16,3 14-4 0,-3-14 1 15,0 0-2-15,0 0-2 0,4 13 4 0,-4-13-1 16,0 0 3-16,0 0-3 0,0 0 3 0,5 13-9 15,-5-13-6-15,0 0-22 0,0 0-14 0,0 0-28 16,0 0-32-16,0 0-42 0,0 0-46 0,0 0-52 16,0 0-83-16,0 0-108 0,0 0-226 0,0 0-718 15,0 0 318-15</inkml:trace>
  <inkml:trace contextRef="#ctx0" brushRef="#br0" timeOffset="41318.87">11940 5216 52 0,'0'0'133'0,"0"0"-3"0,1-8-3 16,-1 8 2-16,0 0 1 0,4-6 1 0,-4 6 0 15,0 0-2-15,0 0-2 0,0 0-9 16,0 0-23-16,0 0-7 0,0 0-9 0,0 0-12 16,0 0-2-16,0 0-10 0,0 0-6 0,0 0-9 0,0 0-2 15,0 0-6-15,0 0-4 0,0 0-1 0,0 0 1 16,0 0 2-16,0 0 4 0,0 0 2 15,13 16 1-15,-11-6-4 0,0-1 3 0,0-1 2 16,4 3-2-16,-3 3 5 0,1 3 5 0,0 2 8 16,0 6-7-16,-2 0-2 0,2 3-2 0,2-2-3 15,-3 3 4-15,1 1-1 0,-3 2 0 0,2-4-2 0,-3 6-1 16,4-2 6-16,-2-2 5 0,1 4 4 0,-1-4-4 16,-2 0 8-16,4 0 0 0,-4 1-13 0,0-3 9 15,2-2-1-15,2 0-7 0,-2 0 1 16,0-1-3-16,0-5 2 0,1 4-7 0,1 3 3 15,-3-3-2-15,4-5-3 0,-3 6-2 0,0 0 6 0,1-1 1 16,2 0 0-16,-3-6 3 0,0 1 0 16,0 0-1-16,0 3 3 0,-1 1-3 0,1-4 3 0,0 7 9 15,-2-7-12-15,0 7-1 0,2-6 6 16,0 3-9-16,-4-2 2 0,4-2-4 0,-4 0 1 16,2 5-9-16,2-5-1 0,-4 0-2 0,2-1 0 0,0 0 8 15,0 2-10-15,0-2 8 0,0 0-3 0,-2 1 4 16,2 0-5-16,0 0-6 0,-2 1-1 15,4-2 5-15,-4 8 1 0,0-7-7 0,1-1 5 16,1 8-5-16,0-3 2 0,0 2 2 0,-2 4 7 16,1-4-13-16,0 2 7 0,-1 0-4 0,2 1-2 0,0-1 6 15,0 1-7-15,0 0 3 0,-2-3-2 0,2 2 0 16,2 2 7-16,-4-3 0 0,2 2 4 0,0-1-10 16,0 2-3-16,0 0 5 0,-5 1-1 15,6-2-3-15,-2 2 3 0,1 2 2 0,0-1-3 16,-1 1-1-16,2-1 5 0,-1-1-7 0,0-1-1 0,0-1-2 15,1 0 4-15,-2 3-3 0,6-7 3 0,-5 1-3 16,2-1-3-16,-2-6 2 0,0 0-3 0,0-1-3 16,2 0 2-16,-1-4-3 0,0-1-4 0,-1-1 5 15,2 1-2-15,-2-12 0 0,0 14-4 16,1-7 2-16,-1-7-18 0,2 12-21 0,-2-12-28 0,2 10-26 16,-2-10-36-16,0 0-27 0,2 10-28 0,-2-10-27 15,0 0-27-15,0 0-40 0,0 0-68 16,0 0-52-16,0 0-226 0,0 0-668 0,0 0 297 15</inkml:trace>
  <inkml:trace contextRef="#ctx0" brushRef="#br0" timeOffset="41821.11">11765 7727 18 0,'0'0'182'16,"-13"-2"-2"-16,3 2-3 0,10 0-2 0,-14-1-1 15,7 1-2-15,7 0-9 0,-14-2-6 16,14 2-7-16,-9 0-9 0,9 0-11 0,-9 2-4 0,9-2-12 15,0 0-10-15,0 0-6 0,0 0-10 0,0 0-7 16,0 0-8-16,0 0-3 0,0 0-2 0,49-12-2 16,-21 7-5-16,5 1-2 0,3-6-12 0,15 4 2 15,0-3-7-15,-1 3 3 0,-14-2-12 0,14 1 2 16,-12 3-6-16,-2-3-3 0,2 3 0 0,-4 0-10 16,-4 1-24-16,3-1-16 0,-4 1-17 0,-3 0-24 15,-5 2-20-15,-2-1-35 0,-2 0-35 0,1 0-40 16,-7 4-34-16,-2 0-147 0,-9-2-407 0,10 6 180 15</inkml:trace>
  <inkml:trace contextRef="#ctx0" brushRef="#br0" timeOffset="42051.63">12073 7854 79 0,'-11'3'234'0,"0"0"-11"15,6 0-9-15,-3 1-6 0,8-4-13 0,-9 4-12 16,9-4-7-16,0 0-12 0,-6 3-11 0,6-3-6 16,0 0-9-16,0 0-8 0,32-3-9 0,-12-1-16 15,-3 0-6-15,4-1-13 0,0 2-6 0,-1-2-11 16,9 0-16-16,-9 0-25 0,1-2-31 0,-1 5-30 16,-3-1-43-16,-3 0-47 0,2 0-47 0,-5 0-51 15,-2 2-156-15,-9 1-408 0,11 0 181 0</inkml:trace>
  <inkml:trace contextRef="#ctx0" brushRef="#br0" timeOffset="42222.28">12077 7970 110 0,'-8'4'245'0,"1"1"-19"0,1 0-13 16,4 0-14-16,2-5-5 0,-4 4-9 0,4-4-6 15,0 0-12-15,0 0-14 0,12 7-11 0,-1-7-14 16,0-1-11-16,7-3-15 0,0 2-36 0,0 1-43 15,1 0-54-15,-6-1-45 0,7-1-76 0,-9-1-59 16,-5 3-120-16,4 0-356 0,-10 1 158 0</inkml:trace>
  <inkml:trace contextRef="#ctx0" brushRef="#br0" timeOffset="42363.94">12089 8087 150 0,'0'0'285'0,"0"0"-30"0,-5 4-27 0,5-4-12 16,0 0-10-16,0 0-12 0,25-2-19 0,-5-6-19 15,9 1-12-15,3-3-16 0,2 0-25 0,1-3-27 16,15-5-42-16,-14 6-42 0,0 0-55 0,0-1-86 16,-3 1-206-16,-2 2-386 0,-1-5 171 0</inkml:trace>
  <inkml:trace contextRef="#ctx0" brushRef="#br0" timeOffset="45093.42">11638 2081 20 0,'0'0'58'0,"-14"24"-5"0,14-24-4 15,0 0 3-15,0 0-9 0,0 0 5 0,0 0-20 16,0 0 20-16,-3 8 11 0,3-8-5 0,0 0-6 16,0 0 1-16,0 0-13 0,-2 12 14 0,2-12-16 15,0 0 4-15,0 0-14 0,0 0 6 0,2 16-2 16,-2-16-2-16,0 0-6 0,0 0-3 0,0 0-2 15,-2 11 2-15,2-11 0 0,0 0-17 16,0 0 2-16,0 0 12 0,0 0-9 0,0 0 8 16,-2 10-2-16,2-10 1 0,0 0 5 0,0 0-1 15,0 0 1-15,0 0 7 0,0 0-6 0,0 0 1 16,0 0 3-16,0 0 1 0,0 0-4 0,0 0 3 16,0 0-4-16,0 0-1 0,0 0 2 0,0 0 5 15,0 0-1-15,0 0 0 0,0 12 6 0,0-12 2 16,0 0 5-16,0 0 8 0,0 0-9 0,0 0 8 15,0 0 4-15,0 0 4 0,0 0 8 0,0 0-7 16,0 0 0-16,0 0-5 0,0 0 0 0,0 0-5 16,0 0 3-16,0 0-6 0,0 0 4 0,0 0-2 15,-11-22-7-15,11 22 4 0,-4-10-4 0,4 10-5 16,-5-12 3-16,2 9-4 0,3 3-1 0,-5-13-3 16,1 7-2-16,2-1-4 0,-2 0 7 0,2 1-10 15,-2-3 7-15,1 2-3 0,1 0 0 16,-1 1 34-16,3 6-5 0,-5-14 5 0,4 6-11 0,0 1-1 15,-1-3-2-15,-3 3-5 0,3-1 0 0,1-2-1 16,-3 2-1-16,3 2 1 0,-1-4-1 0,-2 1-7 16,3 3-2-16,0-4-5 0,-2 3-2 15,2-2-10-15,1 9 4 0,-2-17 10 0,0 7-1 0,2 1-2 16,0-1 0-16,-1-4-6 0,2 4 6 16,-1-1-6-16,0-1-12 0,0 0 12 0,0 0 1 15,4-4-6-15,-6 6 5 0,4-3-1 0,-2-2-2 16,-2 3 4-16,2-1-4 0,2 0-2 0,-2 3 2 15,0 10-3-15,0-23 1 0,0 13-3 0,0-3 1 16,0 13 0-16,1-18 2 0,-1 9-5 0,0 9 7 16,0-17 0-16,0 17 3 0,-1-18-3 0,1 18 3 15,0-14-2-15,0 5-5 0,0 9 0 0,0-12 4 16,-2 2-2-16,2 10 0 0,0-21-1 0,-2 11-1 16,2 10-2-16,0-19 5 0,0 7-2 0,0 0-4 15,0 5 4-15,0 7 2 0,2-15-2 0,-4 5 0 16,2 0 0-16,-1 1-5 0,1 9 3 0,-1-14 0 15,-1 5-2-15,1 0 7 0,1 9-3 0,-3-17-1 16,2 9 1-16,1-2 2 0,0 10-4 0,-5-20 2 16,4 12-1-16,1 8 0 0,-3-19-1 0,2 7-7 15,0 4 5-15,-1-2 4 0,2 4 1 0,0 6-12 16,0-15 12-16,0 8-4 0,0 7-2 0,0-15 4 16,0 8-2-16,0 7 3 0,0-14-2 15,0 5 1-15,0 9-4 0,0-14 6 0,0 6-5 16,0 1 5-16,2-1 0 0,-2 8 5 0,1-12 4 15,-1 12 0-15,-1-12-6 0,2 5 1 0,-1 7 3 16,0-12-2-16,0 12-3 0,-1-12 0 0,1 5-3 16,0 7 8-16,1-11-3 0,-1 11-3 0,2-11-1 0,-2 11-2 15,0-10 1-15,0 10 0 0,2-10 1 16,-2 10 4-16,1-6-10 0,-1 6 14 0,0 0-4 16,0 0 8-16,0 0-15 0,0-16 14 0,0 16-3 15,0 0 0-15,1-11-3 0,-1 11 4 0,0 0-7 16,2-13-3-16,-2 13-1 0,0 0 2 0,2-10-5 15,-2 10 2-15,0 0 3 0,0 0-4 0,0-17 5 16,0 17 3-16,0 0-11 0,0-10-5 0,0 10 11 16,0 0 1-16,0-11 1 0,0 11-6 15,0 0 2-15,0 0 4 0,0 0 0 0,0 0-4 16,0 0 2-16,0 0 0 0,0 0-3 0,0 0 1 0,0 0 2 16,0 0 0-16,0 0-2 0,4-58-13 0,-4 58 17 15,0 0-3-15,0 0 1 0,0 0-2 16,0 0 1-16,0 0-2 0,0 0 4 0,4-34-4 15,-4 34 1-15,0 0 2 0,0 0-5 0,0 0 7 16,0 0-11-16,0 0 7 0,0 0 1 0,0 0-3 16,0 0-2-16,0 0 2 0,0 0-3 0,0 0 5 0,0 0-5 15,0 0 0-15,0 0 2 0,0 0-3 0,0 0-8 16,0 0 7-16,0 0-3 0,0 0-4 16,0 0-5-16,0 0 9 0,0 0 1 0,0 0-7 15,0 0 13-15,0 0-4 0,22-18 7 0,-22 18-15 16,0 0 17-16,0 0-4 0,0 0 0 0,51 4-7 15,-51-4 3-15,0 0 6 0,51 3-3 0,-51-3-1 16,48 0-12-16,-48 0 16 0,49 5-7 0,-49-5 7 16,50 0 4-16,-21 2-3 0,-29-2-2 0,52 2-2 15,-22-2 4-15,-30 0-4 0,56 4 1 0,-26-4 2 16,-30 0-2-16,61 3-3 0,-27-1 4 0,-34-2-24 16,63 0 26-16,-29 1-5 0,-34-1-4 0,71 0 7 15,-37-1-1-15,2 2-6 0,4-2 1 16,-3-2 1-16,2 1-3 0,0 0 5 0,17 0 1 15,-18 2-4-15,1-4 2 0,-2 2-5 0,0-1 3 16,-37 3 3-16,71-1-7 0,-34-2 3 0,-3 3-1 16,-34 0 2-16,73 1-6 0,-39-2 3 0,-1 1-1 15,-33 0-3-15,70-2 3 0,-34 1 2 0,0-1-2 0,0 0 4 16,-36 2-4-16,72-2 2 0,-32-1-11 16,-4 1 16-16,2-1-4 0,14 2 3 0,-14 0 0 15,0-2 3-15,0 0-2 0,1 2-2 0,-1-2-3 16,-38 3 0-16,72-2-2 0,-37 0 3 0,2 3 5 15,-1-2-2-15,4 1 0 0,12 1 3 0,-14-2-30 16,14-1 3-16,-14 2 0 0,2-2 13 0,0 0 0 16,-1 0-7-16,1-1 1 0,16-1 8 0,-4-1-1 15,-3 4 2-15,-11 0 2 0,12-5 1 0,-10 3-1 16,12 2 2-16,0-4-1 0,3 2 0 0,0 1 0 16,-1-4 9-16,0 1-12 0,2 4 6 0,-5-1-1 15,-13-2 0-15,1 3 3 0,1 1 0 0,-4-2-4 16,-36 2 1-16,69 0 4 0,-34-3 2 15,-35 3-4-15,64-4 4 0,-36 2 2 0,-28 2-3 16,57 0-4-16,-28-2 1 0,-29 2 3 0,47-1 0 16,-47 1-3-16,39-3 5 0,-39 3-7 0,37-2 5 15,-37 2 0-15,0 0 1 0,41-3-3 0,-41 3 2 0,0 0 0 16,0 0-2-16,0 0 7 0,0 0-5 16,35-2-3-16,-35 2 3 0,0 0-7 0,0 0-8 15,0 0-9-15,0 0-14 0,0 0-16 0,0 0-11 16,0 0-14-16,0 0-17 0,0 0-6 0,0 0-25 15,41 1-35-15,-41-1-26 0,0 0-36 0,0 0-149 16,0 0-402-16,0 0 178 0</inkml:trace>
  <inkml:trace contextRef="#ctx0" brushRef="#br0" timeOffset="45550.71">15347 462 38 0,'0'0'170'0,"0"0"-9"0,0 0-7 0,0 0-10 15,0 0-12-15,19-38-6 0,-19 38-12 0,0 0-7 16,0 0-9-16,0 0-8 0,0 0-5 0,0 0-9 16,0 0-12-16,0 0-4 0,0 0-10 0,0 0-22 15,0 0-14-15,0 0-20 0,0 0-4 0,0 0-10 16,0 0-20-16,0 0 2 0,0 0-7 0,0 0-27 16,0 0-13-16,29-9-4 0,-29 9-13 0,0 0-3 15,0 0-79-15,0 0-198 0,0 0 88 16</inkml:trace>
  <inkml:trace contextRef="#ctx0" brushRef="#br0" timeOffset="45890.58">15449 445 45 0,'0'0'83'15,"0"0"13"-15,0 0 12 0,0 0 0 0,0 0 6 16,0 0 2-16,0 0 3 0,0 0-2 0,0 0-1 16,0 0 1-16,0 0-2 0,0 0-9 0,0 0-1 15,0 0-8-15,0 0-5 0,0 0-12 0,0 0-7 16,0 0-8-16,0 0-11 0,0 0-7 0,0 0-6 15,0 0-5-15,0 0-4 0,0 0-3 0,0 0-3 16,0 0 1-16,0 0 10 0,13 52 1 16,-13-52 3-16,4 50-4 0,-3-23-8 0,-1-27 2 15,4 56 8-15,-4-21 14 0,2-2 11 0,0 1-3 16,-2-34-10-16,0 67 6 0,0-36 6 0,0 0-10 16,2-1-2-16,-2-1-1 0,1-1-4 0,-1-2-3 15,-1 1 6-15,1-8-6 0,-2-1-7 0,2 1-2 16,0-1 2-16,0-2-7 0,2 0-2 0,-2 0-4 15,0-16 3-15,-2 22-4 0,0-11 0 0,2-11-6 16,4 18-2-16,-4-18-21 0,1 15-25 0,-1-15-20 16,3 13-24-16,-3-13-16 0,0 0-25 0,4 14-36 15,-4-14-20-15,6 9-35 0,-6-9-26 0,0 0-140 16,0 0-405-16,7 7 180 0</inkml:trace>
  <inkml:trace contextRef="#ctx0" brushRef="#br0" timeOffset="46366.78">15789 388 84 0,'0'0'210'0,"0"0"-6"16,0 0-10-16,0 0-14 0,0 0 11 0,0 0-20 0,0 0-18 15,0 0-14-15,0 0-18 0,0 0-13 16,0 0-19-16,0 0-3 0,0 0-14 0,0 0-2 15,0 0-11-15,0 0-5 0,0 0-6 0,0 0-2 16,0 0 0-16,0 0-4 0,0 0-3 0,0 0 3 16,-10 107 10-16,10-79-2 0,0-28 3 0,0 62 4 15,0-27-3-15,2 14 5 0,0-12 0 0,-2-2 0 16,-2 11-1-16,2-12 4 0,2 1 1 0,-2-2-10 16,0-2-5-16,2-2 1 0,2 0-4 0,-5-5-5 15,2-3 1-15,0-2-5 0,-1 0-2 16,0-2-8-16,1-2 6 0,1 1-5 0,-2-5 0 15,0-11 1-15,1 19-27 0,-1-19-32 0,1 17-24 16,-1-17-34-16,3 13-29 0,-3-13-52 0,0 0-44 16,4 12-69-16,-4-12-151 0,0 0-470 0,0 0 208 15</inkml:trace>
  <inkml:trace contextRef="#ctx0" brushRef="#br0" timeOffset="50507.35">19480 595 2 0,'0'0'65'0,"0"0"-7"0,0 0 1 0,0 0 7 16,0 0-4-16,0 0 1 0,0 0-13 0,0 0 3 15,0 0-4-15,0 0-2 0,0 0-8 0,0 0 6 0,-49-8-2 16,49 8 3-16,0 0-3 0,0 0-3 0,0 0-3 16,0 0-7-16,0 0-7 0,0 0 7 0,0 0-12 15,0 0-1-15,0 0 9 0,-36-7-10 16,36 7 6-16,0 0-6 0,0 0 8 0,0 0-7 15,0 0 3-15,0 0 18 0,0 0-17 0,0 0 7 16,0 0-2-16,0 0-7 0,0 0 12 0,0 0-9 16,0 0 4-16,0 0 14 0,0 0-5 0,0 0 5 15,0 0-1-15,0 0 1 0,0 0-3 0,0 0 5 16,137-3-2-16,-86 0-2 0,5 2 0 0,2-2-6 16,2 0 1-16,0 2 0 0,5-1-3 0,-2-1-6 15,1 0 5-15,2 0-6 0,28 3-2 0,-32-4 3 16,5 4 3-16,-2-2-7 0,0 2 1 15,28-1 2-15,-29-2 3 0,27 0-7 0,-26 3 4 16,-1-3-5-16,2 0 2 0,25 1-3 0,-32-1 5 16,4 5 1-16,-3-2-2 0,-3-3 1 0,-2 2-1 15,-1 1 1-15,-2-3-2 0,-15 4-1 0,2 1-2 16,-2-2-1-16,1 1 2 0,0 2 0 0,-38-3-3 16,69 0-4-16,-35 1 1 0,0 0 3 0,-34-1 0 15,62-2 0-15,-34 3-4 0,-28-1 1 0,51-1-4 16,-51 1 3-16,47-2-1 0,-47 2 0 0,41-4 1 15,-41 4-3-15,38-1-4 0,-38 1 4 0,39-5-1 16,-39 5 1-16,0 0 0 0,46-2-6 0,-46 2 2 16,37-3 3-16,-37 3-1 0,0 0-2 0,38 0 1 15,-38 0-3-15,0 0 1 0,42 0-2 0,-42 0 2 16,0 0 0-16,38-1 2 0,-38 1 4 0,0 0 1 16,0 0 7-16,0 0 11 0,44-2-1 0,-44 2 3 15,0 0-2-15,0 0 1 0,40-2 16 0,-40 2 0 16,0 0-6-16,40-3-3 0,-40 3-6 15,38-2-2-15,-38 2-5 0,41-3-1 0,-41 3 2 0,37-4-2 16,-37 4-6-16,37-1 0 0,-37 1-1 16,0 0-2-16,39-3-3 0,-39 3 7 0,0 0-13 15,0 0 6-15,35-2 3 0,-35 2 2 0,0 0-2 16,0 0-1-16,0 0-1 0,0 0-1 0,0 0-2 16,0 0 0-16,37-2-8 0,-37 2 3 0,0 0 2 15,0 0-4-15,0 0 1 0,0 0-1 0,0 0-1 16,0 0 3-16,0 0 0 0,0 0-3 0,0 0 0 15,0 0-1-15,0 0-1 0,0 0 0 0,0 0 3 16,0 0-3-16,0 0-5 0,0 0 6 0,0 0-1 16,0 0-1-16,0 0 0 0,0 0 1 0,0 0-2 15,0 0 5-15,0 0-10 0,0 0 9 0,0 0-4 16,0 0 6-16,0 0-4 0,0 0 2 16,0 0 0-16,0 0 2 0,0 0-4 0,20 22 1 15,-20-22-3-15,0 0 1 0,0 0 0 0,0 0 1 16,0 0-4-16,0 0 11 0,0 0-5 0,0 0 3 15,-9 43-6-15,9-43 6 0,0 0-2 0,0 0 2 16,0 0 1-16,0 0 2 0,-12 51-2 0,12-51 1 16,0 0 0-16,-7 32 3 0,7-32-6 0,0 0 11 15,-6 39 0-15,6-39 2 0,-5 29-3 0,5-29 3 16,0 0 0-16,-7 35 0 0,7-35 1 0,0 0-2 16,-6 34 0-16,6-34-5 0,0 0 11 0,-4 36 0 15,4-36-2-15,0 0 3 0,-5 37 7 16,5-37-5-16,0 0-2 0,-5 34-1 0,3-23 5 15,2 1-3-15,-1-1-1 0,1-11 4 0,0 24-3 0,-1-14-2 16,1-10-1-16,-1 21-6 0,-1-8 6 0,2-13 2 16,-1 24-1-16,-1-12-8 0,2-12 10 0,-2 24 0 15,1-12-4-15,0 0-4 0,1-12-2 16,-3 24 14-16,3-12-4 0,-2 0-3 0,2-12-3 16,-3 22 8-16,2-9-7 0,1-13-1 0,-5 22-4 15,2-11 4-15,3-11-1 0,-3 23 5 0,3-23-3 16,-1 22-3-16,1-22 8 0,-1 19-10 0,1-19 0 15,-3 20 1-15,3-20 1 0,-3 20 6 0,3-20-4 16,0 21-4-16,0-21 0 0,-3 20 7 0,3-20 2 16,-1 16-5-16,1-16-2 0,0 18 0 0,0-18 0 15,-1 17-3-15,1-17 9 0,-2 22-17 0,2-22 5 16,0 0-9-16,2 25 16 0,-2-25-6 0,-2 21 7 16,2-21-17-16,2 17 11 0,-2-17-8 0,0 19-1 15,0-19-6-15,0 20 12 0,0-20-4 16,1 19 11-16,-1-19-5 0,1 20-4 0,-1-20 1 15,-2 19-2-15,2-19 6 0,0 17-4 0,0-17-9 16,0 19 10-16,0-19-5 0,2 18 6 0,-2-18-3 16,0 20 6-16,0-20-4 0,1 19 4 0,-1-19-1 15,2 20-1-15,-2-20 5 0,0 19 3 0,0-19-7 16,0 21-2-16,0-21 0 0,0 21 6 0,0-21-5 16,-2 21 4-16,2-21-4 0,0 23 8 0,0-23-5 15,2 22-1-15,-2-10 1 0,0-12 1 0,3 23-5 16,-1-10-7-16,-2-13 9 0,2 24-2 15,-2-24-4-15,0 23 5 0,1-10 0 0,-1-13-19 16,2 29 21-16,-1-17-5 0,-1-12-7 0,1 26 4 16,1-15 1-16,0 5 7 0,0-1-7 0,-2-15 7 15,3 26 0-15,0-15-6 0,0 5-4 0,-3-16 6 16,3 24-5-16,-1-8 4 0,0 0-5 0,-2-16-3 16,3 23 2-16,-1-12 10 0,-1 6-7 0,-1-17-3 15,2 29 8-15,-1-17 1 0,-1 6 5 0,0-18-4 16,0 29-1-16,1-12-1 0,1-1 3 0,-2-16 0 15,0 25-3-15,0-10 0 0,0-15 0 0,0 28 0 16,0-16-13-16,1 4 10 0,0 0-2 0,-1-16 6 16,-1 24-1-16,2-8-1 0,-1-16 1 0,0 28 0 15,1-11 2-15,-1-17-1 0,2 25 1 0,-1-10-15 16,-1-15 14-16,0 24-1 0,1-11-1 0,-1-13-10 16,4 27 17-16,-4-15-7 0,0-12 0 0,4 24-3 15,-3-11 2-15,-1-13 5 0,4 24-7 0,-1-11-2 16,-3-13 7-16,1 29-6 0,-1-17 13 15,0-12-14-15,5 24 14 0,-5-11-19 0,0-13 10 0,1 28 6 16,2-12-10-16,-2-1 0 0,-1-15 1 16,3 24 1-16,-1-8-6 0,1 0 1 0,-3-16 14 15,0 24-13-15,1-9 9 0,-1-15 1 0,1 26-6 16,1-10 3-16,-1 0 6 0,0 2-8 0,-1-18-2 16,3 32 2-16,-6-18 1 0,3-14-8 0,4 27 9 15,-3-11 3-15,1 0-7 0,-2-16 1 0,1 26 0 16,0-11-2-16,-1-15 7 0,1 29-6 0,1-13 7 15,-1-1-5-15,-1-15 0 0,4 32 0 0,-3-20-1 16,0 1-1-16,-1-13-2 0,0 28 4 0,0-15-5 16,0-13 3-16,4 27-1 0,-4-15 3 15,0-12-4-15,2 26 2 0,-2-11 0 0,0-15-3 0,3 23-5 16,-3-23 8-16,0 21 3 0,0-21-4 16,2 22 1-16,-2-22 2 0,1 22 2 0,-1-22-2 15,0 19-4-15,0-19 8 0,4 20 5 0,-4-20-11 16,1 18 6-16,-1-18-7 0,0 17 3 0,0-17 0 15,1 17 7-15,-1-17-12 0,1 18 7 0,-1-18 0 16,2 16 0-16,-2-16 1 0,0 0-2 0,1 21 1 16,-1-21 2-16,0 0-9 0,0 20 3 0,0-20 4 15,3 13-3-15,-3-13-8 0,0 0 9 0,1 19 1 16,-1-19-3-16,0 0 6 0,1 19-6 0,-1-19-1 16,0 0-1-16,0 19 3 0,0-19-1 0,0 0-3 15,1 19 4-15,-1-19-2 0,0 0 2 0,2 18-2 16,-2-18 1-16,0 0 3 0,0 18 3 0,0-18-6 15,0 0-1-15,0 0 3 0,-2 19-3 0,2-19 5 16,0 0-2-16,0 0-4 0,3 17 3 0,-3-17 0 16,0 0-2-16,1 16 2 0,-1-16 1 0,0 0 1 15,0 0-1-15,0 0 0 0,0 22 0 0,0-22-1 16,0 0-2-16,2 14 2 0,-2-14 4 16,0 0-7-16,0 0 2 0,1 20-2 0,-1-20-6 15,0 0 8-15,3 17-1 0,-3-17 3 0,0 0-2 16,1 17 1-16,-1-17 0 0,0 0 0 0,0 16-3 15,0-16 0-15,0 0-1 0,1 20-4 0,-1-20 11 16,0 0-6-16,1 18 1 0,-1-18 1 0,0 0-3 16,0 20 2-16,0-20-3 0,0 0 1 0,0 18 0 15,0-18-3-15,0 0 5 0,3 22-6 0,-3-22 6 16,1 18 4-16,-1-18-4 0,1 16 1 0,-1-16 0 16,0 19-5-16,0-19 9 0,2 14-6 0,-2-14-1 15,1 18 2-15,-1-18-2 0,0 0 3 0,0 23 1 16,0-23 0-16,2 15-1 0,-2-15-5 15,0 0 5-15,0 22 0 0,0-22-2 0,0 0 0 16,-1 18 4-16,1-18-4 0,0 0 2 0,0 17-4 16,0-17 1-16,0 0 4 0,0 0-3 0,1 18-1 15,-1-18 4-15,0 0-2 0,0 0-3 0,2 17 1 16,-2-17 2-16,0 0-1 0,0 0-1 0,0 0 1 16,2 16 0-16,-2-16-1 0,0 0-1 0,0 0 3 15,0 0-1-15,0 0 3 0,-2 19-5 0,2-19-1 16,0 0 2-16,0 0-1 0,0 0 0 0,0 0 2 15,0 0-1-15,2 20 0 0,-2-20 1 0,0 0 2 16,0 0-5-16,0 0-1 0,0 17 4 0,0-17-1 16,0 0 1-16,0 0-3 0,0 0 2 0,2 19 2 15,-2-19-1-15,0 0 1 0,0 0-2 0,1 17 2 16,-1-17-7-16,0 0 4 0,0 0 0 0,-1 19 1 16,1-19 0-16,0 0 3 0,0 0-6 15,0 19 4-15,0-19 1 0,0 0-1 0,0 0 0 16,0 0-3-16,0 19 3 0,0-19-1 0,0 0 0 15,0 0 2-15,0 0-6 0,0 0 2 0,1 15 1 16,-1-15-1-16,0 0 2 0,0 0 3 0,0 0-1 16,0 0-4-16,1 15 3 0,-1-15-1 0,0 0 1 15,0 0-3-15,0 0 0 0,0 0 2 0,0 0 2 16,0 18-10-16,0-18 12 0,0 0-3 0,0 0-1 16,0 0 1-16,-1 23-2 0,1-23 1 0,0 0 2 15,-3 16-4-15,3-16 3 0,-1 16-2 0,1-16 5 16,0 0-4-16,-3 20-1 0,3-20 8 0,0 0 0 15,0 21-1-15,0-21 0 0,0 0-1 16,-2 17 0-16,2-17 0 0,0 0 2 0,0 0-3 16,-3 18-1-16,3-18-2 0,0 0 7 0,0 0-5 15,0 0-3-15,-1 15 6 0,1-15-5 0,0 0-1 16,0 0-1-16,0 0 2 0,0 0 1 0,-4 15-2 16,4-15-3-16,0 0 2 0,0 0 1 0,0 0 1 15,0 0 0-15,0 0-2 0,0 0-1 0,0 0 3 16,0 0-1-16,0 0 2 0,0 0-2 0,-1 17-1 15,1-17-2-15,0 0-7 0,0 0-19 0,0 0-27 16,0 0-28-16,0 0-37 0,0 0-35 0,0 0-35 16,0 0-32-16,0 0-43 0,0 0-49 0,0 0-59 15,0 0-62-15,0 0-229 0,0 0-720 0,0 0 319 16</inkml:trace>
  <inkml:trace contextRef="#ctx0" brushRef="#br0" timeOffset="51914.88">15834 296 97 0,'0'0'108'0,"0"0"-6"16,0 0 9-16,0 0-7 0,0 0-4 0,0 0 3 16,0 0-1-16,0 0-2 0,0 0-1 0,0 0-8 15,0 0-2-15,0 0-3 0,0 0 0 0,0 0-5 16,0 0-6-16,0 0-1 0,0 0 2 16,0 0 19-16,0 0-4 0,0 0-10 0,0 0-6 15,0 0-4-15,0 0-3 0,0 0-6 0,0 0-4 16,0 0-8-16,-18-37 2 0,18 37-7 0,0 0-6 15,0 0-1-15,0 0-6 0,0 0-2 0,0 0-8 16,0 0-8-16,0 0 6 0,0 0-1 0,0 0-2 16,-16-22-6-16,16 22 6 0,0 0-5 0,0 0 2 15,0 0-5-15,0 0 0 0,0 0 1 0,0 0 0 16,0 0-3-16,0 0 1 0,0 0-8 16,0 0 14-16,0 0-6 0,0 0-6 0,0 0 8 15,-10-28-5-15,10 28-2 0,0 0 12 0,0 0-2 16,0 0 4-16,0 0-4 0,0 0 3 0,0 0-2 15,0 0 0-15,0 0 0 0,0 0 6 0,0 0-5 16,0 0 3-16,0 0 2 0,0 0-1 0,0 0-5 0,0 0 2 16,0 0-1-16,0 0-9 0,0 0 6 0,0 0-3 15,0 0 4-15,0 0-2 0,0 0-2 16,0 0 0-16,0 0-2 0,0 0-3 0,0 0 1 16,0 0-4-16,0 0 3 0,0 0-3 0,0 0-7 15,0 0-3-15,0 0 2 0,0 0 0 0,0 0 5 16,0 0-5-16,0 0 3 0,0 0-3 0,0 0 0 15,0 0-2-15,0 0 4 0,0 0 3 0,0 0-1 16,18 101 2-16,-18-101 0 0,4 52 2 0,-3-23 0 16,-1-29 0-16,0 54 2 0,3-28-3 0,-3-26-4 15,2 55 11-15,1-32-12 0,-3-23-24 0,9 44-19 16,-9-44-24-16,13 36-29 0,-5-20-40 0,-8-16-43 16,17 34-59-16,-17-34-135 0,15 18-409 0,-15-18 182 15</inkml:trace>
  <inkml:trace contextRef="#ctx0" brushRef="#br0" timeOffset="52411.05">16138 323 88 0,'0'0'212'0,"0"0"-10"16,0 0-12-16,0 0-14 0,0 0-17 0,0 0-10 15,0 0-17-15,0 0-15 0,0 0-8 0,0 0-7 16,0 0-11-16,0 0-11 0,0 0-9 0,0 0-7 16,74-13-3-16,-74 13-4 0,55-3-9 0,-55 3-4 15,42 0-3-15,-42 0-16 0,41 0-20 0,-41 0-29 16,0 0-19-16,38 0-34 0,-38 0-48 16,0 0-58-16,0 0-113 0,0 0-320 0,0 0 142 15</inkml:trace>
  <inkml:trace contextRef="#ctx0" brushRef="#br0" timeOffset="52627.92">16231 213 202 0,'0'0'238'0,"0"0"-18"0,0 0-22 0,0 0-20 15,0 0-21-15,0 0-17 0,0 0-9 0,0 0-6 16,0 0-20-16,0 0-3 0,0 0-3 0,0 0-13 15,0 0-2-15,0 0-6 0,19 84-12 16,-19-84 0-16,7 43-3 0,-7-43-26 0,5 39-30 16,-5-39-32-16,-1 44-39 0,1-44-53 0,-2 36-89 15,2-36-123-15,-9 32-355 0,9-32 157 0</inkml:trace>
  <inkml:trace contextRef="#ctx0" brushRef="#br0" timeOffset="53150.7">14658 455 114 0,'0'0'220'0,"0"0"-15"0,0 0-5 0,0 0-12 0,0 0-15 15,0 0-11-15,0 0-11 0,0 0-19 16,0 0-4-16,0 0-14 0,0 0-12 0,0 0-5 16,0 0-8-16,0 0-11 0,0 0-9 0,0 0-8 15,99-13-2-15,-68 10-29 0,-31 3-30 0,68-5-40 16,-35 2-51-16,3 1-67 0,-36 2-190 0,61-4-376 16,-31 2 167-16</inkml:trace>
  <inkml:trace contextRef="#ctx0" brushRef="#br0" timeOffset="54061.9">16140 887 233 0,'0'0'254'16,"0"0"-2"-16,0 0-20 0,0 0-5 0,0 0-18 16,0 0-17-16,0 0-15 0,0 0-22 0,0 0-17 15,0 0-27-15,0 0-4 0,0 0-10 0,0 0-12 16,0 0-9-16,0 0-10 0,0 0-7 0,0 0-2 15,12 0-6-15,-5 15-3 0,-3 2-5 0,4-1-7 16,0 0-31-16,-1 1-2 0,1-1 1 0,0-1 4 16,1-1 0-16,0 2-3 0,-3-3 3 0,0-2 1 15,0 1-2-15,1-3-5 0,-1-2 4 0,0 4-2 16,-1-6 2-16,0 3 1 0,-5-8-4 0,6 11 7 16,-1-7-2-16,-5-4 2 0,7 9-3 0,-7-9 3 15,0 0 6-15,6 7 12 0,-6-7 21 16,0 0 23-16,0 0 2 0,0 0-8 0,0 0-14 15,14-13 2-15,-9 3-6 0,2-1 0 0,-2 0-5 16,3-6-3-16,-2 0-5 0,4-1-1 0,-10 18 8 16,19-43-20-16,-7 19-2 0,-1 0-3 0,-11 24-3 15,21-42 3-15,-11 20-8 0,-10 22-1 0,13-23-1 16,-13 23-11-16,0 0-13 0,13-26-17 0,-13 26-21 16,0 0-36-16,0 0-33 0,0 0-39 0,0 0-23 15,0 0-14-15,0 0-25 0,0 0-33 0,0 0-158 16,0 0-450-16,0 0 199 0</inkml:trace>
  <inkml:trace contextRef="#ctx0" brushRef="#br0" timeOffset="54321.05">16557 945 149 0,'0'0'234'0,"0"0"-5"0,0 0-19 0,0 0-24 16,0 0-20-16,0 0-18 0,10-8-15 0,-10 8-21 15,0 0-4-15,0 0-1 0,2 21 10 0,-1-9-2 16,-1-1-6-16,1 5-5 0,-2 0-7 0,1-1-8 16,0 0 4-16,0 1 2 0,1 0-7 0,-2-4 4 15,1-2-16-15,0 3-6 0,0-3-10 0,0-10-6 16,0 22-1-16,1-12-5 0,-1 0-7 0,1-2-4 16,-1-8-22-16,0 14-29 0,0-14-30 0,-1 12-27 15,1-12-25-15,0 0-23 0,-1 17-32 0,1-17-42 16,-3 7-23-16,3-7-173 0,-5 7-421 0,5-7 187 15</inkml:trace>
  <inkml:trace contextRef="#ctx0" brushRef="#br0" timeOffset="54887.31">16921 894 53 0,'0'0'270'0,"0"0"-16"0,0 0-29 0,0 0-23 15,0 0-16-15,0 0-25 0,0 0-17 0,0 0-5 16,0 0-2-16,0 0-8 0,0 0-8 16,25 8 3-16,-24 3-15 0,0-1-7 0,0 2 3 15,1 4-5-15,-2-5-12 0,-3 1-2 0,3 1-2 16,3-1-6-16,-3 0-13 0,1 1-2 0,0 0-5 15,-1-4-8-15,3 2-7 0,-3-11-1 0,0 18 7 16,0-18-13-16,1 15-8 0,-1-15-22 0,-4 12-29 16,4-12-37-16,0 11-26 0,0-11-30 0,0 0-45 15,-1 16-40-15,1-16-32 0,-4 7-177 0,4-7-444 16,0 0 197-16</inkml:trace>
  <inkml:trace contextRef="#ctx0" brushRef="#br0" timeOffset="55147.3">16897 893 14 0,'0'0'219'0,"38"-19"-10"16,-38 19-12-16,0 0-10 0,48-5-12 0,-48 5-14 15,38 5-10-15,-38-5-19 0,36 13-11 0,-20-3-5 16,1-1-13-16,-5 5-5 0,1-1-2 15,-5-2-6-15,0 3 7 0,-3 0-4 0,-1-1-6 16,-4 4 5-16,-4 0-3 0,-2-1-8 0,-7 6-4 16,-5-1-6-16,-6-2-8 0,1 1-9 0,-6-2-19 15,-1 0-24-15,-5-4-30 0,1 2-43 0,-1-5-48 16,2 0-74-16,0-3-240 0,0 0-460 0,-3-2 204 16</inkml:trace>
  <inkml:trace contextRef="#ctx0" brushRef="#br0" timeOffset="65115.23">17562 1410 66 0,'0'0'154'0,"6"-9"6"16,-1 6-6-16,-5 3 4 0,0 0-16 0,3-10-4 15,-3 10-10-15,0 0-12 0,3-5-2 0,-3 5-11 16,0 0-11-16,0 0-14 0,0 0-1 16,0 0-13-16,0 0-6 0,0 0-2 0</inkml:trace>
  <inkml:trace contextRef="#ctx0" brushRef="#br0">17383 1714 1187 0,'0'10'95'0,"1"0"-204"0,3-2 414 0,-2 2-576 0,3 0 390 0,1-1-121 0,3 4-105 0,-1-3 411 0,1-2-301 0,2 0-2 0,0-1 48 0,1 0-79 0,3-1 56 16,3-2-39-16,-5 0 10 0,1-3 31 0,-3 2-23 15,3-2-13-15,-1-2 21 0,-13 1 13 0,20-4-65 16,-9 3 84-16,-1-4-31 0,-3 2-29 16,-7 3 19-16,13-10-35 0,-7 2 53 0,1 2-101 15,-3-5 53-15,-4 11-5 0,5-17 50 0,-4 7-50 16,-1-2 9-16,0 2 19 0,0 10-7 0,-6-22 41 15,3 10-55-15,1 2 12 0,-3 1 26 0,1-2-72 16,-2 0 103-16,2 3-36 0,0 1-14 0,4 7-43 16,-7-12 82-16,7 12-57 0,-3-8 18 0,3 8-46 15,0 0 65-15,-4-9-45 0,4 9 12 0,0 0-1 16,0 0 70-16,0 0-94 0,20-5 52 16,-8 3-16-16,0-1 11 0,8 0-14 0,211 13 5 15</inkml:trace>
  <inkml:trace contextRef="#ctx0" brushRef="#br0" timeOffset="65486.53">17757 1615 333 0,'-6'8'-84'16,"-2"-2"42"-16,4 2-45 0,-2-5 21 0</inkml:trace>
  <inkml:trace contextRef="#ctx0" brushRef="#br0" timeOffset="67019.13">17711 1431 72 0,'0'0'85'0,"0"0"7"16,-1-10 5-16,1 10-1 0,0 0-14 0,-5-5-9 16,5 5-3-16,-3-7-8 0,3 7-12 0,-4-8 1 15,4 8-14-15,-4-7 11 0,4 7-6 0,-7-6-11 16,3 1 2-16,4 5-4 0,-5-7-4 0,5 7-3 15,-8-6 1-15,3 3-4 0,5 3 10 0,-9-3 19 16,9 3-6-16,-8-5 3 0,3 2-14 0,5 3-5 16,0 0-7-16,0 0 9 0,-21-1-8 0,21 1-9 15,-13 1-4-15,13-1 6 0,-18 3-4 0,9 2 2 16,-1-2 0-16,-3 3 3 0,1-1-6 16,1 5 3-16,-3 0-5 0,-3-1-2 0,2 1 1 15,1 3-1-15,1 0 0 0,4 2-1 0,-3-1-1 0,2 3 6 16,3-3-6-16,-1 0 2 0,-1 3 1 0,5-2 11 15,-2 3-13-15,2-2 5 0,0-5-12 0,0 5 6 16,1 0 3-16,0-4-3 0,1 1 9 0,4 2 2 16,-4-3-3-16,4 3 3 0,-1 1-8 0,-1-4-16 15,5 1 18-15,-2-1 2 0,1 0 2 16,1 0 13-16,0-1-8 0,2-1-2 0,-2 0 8 16,2-1-2-16,1-2 4 0,0 0 2 0,3-1 4 15,-3-4-11-15,1 3 7 0,1-3-5 0,4-2 2 16,-1 0 2-16,1-1-8 0,4-3 3 0,-4 2-4 15,2-3-2-15,-3 3 2 0,-1-4 0 0,0 3 1 16,-1-2-5-16,-2 1-1 0,-2-1 3 0,5-3-7 16,-3 2 1-16,-3-3-3 0,2 1-2 0,-2-1 4 15,-2-1-6-15,0 0-2 0,-2 1 1 0,2-3-5 16,0 3 5-16,-4-2-3 0,0 11-1 0,-2-22 2 16,-1 14 0-16,0-2 4 0,1 0-5 0,-3 1-3 15,0 1 1-15,5 8 4 0,-11-15-4 0,4 6-2 16,0 3 4-16,0 0-14 0,-5 0 14 0,2 2 2 15,10 4-5-15,-17-5-2 0,7 2 6 0,10 3-4 16,-14-3 4-16,14 3-2 0,-14-2 2 0,14 2 0 16,-10-4 0-16,10 4-3 0,0 0-3 15,0 0 0-15,-13-1-7 0,13 1 5 0,0 0 7 0,0 0-4 16,0 0 0-16,0 0 4 0,0 0 2 16,0 0-4-16,0 0 1 0,0 0-1 0,4 18 0 15,-4-18-1-15,0 0 6 0,23 9-6 0,-10-5 5 0,-2-2 1 16,4-1 1-16,3 1 1 0,1-1-2 15,1-1-2-15,0 2 8 0,0-4-2 0,-3 2 4 16,2 2-11-16,-3-1 5 0,-1-2 1 0,-5 1-1 16,4 0-13-16,-14 0 19 0,22-2-4 0,-9 1 5 15,-2 0-4-15,3 1 7 0,-2-2-6 0,-12 2 7 16,22 2-7-16,-12-3-1 0,-10 1 3 0,16 2 1 16,-16-2-6-16,12 0 0 0,-12 0 3 0,13 4 0 15,-13-4-2-15,11 3-3 0,-4 1 4 0,-4 0-5 16,4 1 5-16,-3 1-7 0,1 1 5 0,-1 3 7 15,-1 0-9-15,-1 0 5 0,-1 0-6 0,2 6 5 16,-3 1 1-16,-6 0-3 0,5 1-8 0,-1 1 12 16,-1-1-2-16,-2 1 3 0,1 1-5 0,0-2 4 15,2 1-13-15,-1-1-27 0,3 0-46 0,1 1-67 16,-1 0-166-16,0-7-337 0,3 1 150 0</inkml:trace>
  <inkml:trace contextRef="#ctx0" brushRef="#br0" timeOffset="72812.88">12004 8035 33 0,'4'4'55'0,"-4"-4"-7"0,0 0-1 15,0 0 0-15,7 3-8 0,-7-3-5 0,0 0 0 16,10 0-4-16,-10 0 0 0,8 2-15 0,-8-2-5 16,0 0-3-16,0 0-11 0,5 3-7 0,-5-3-12 15,0 0-2-15,0 0-2 0,0 0 0 0,0 0-25 16,0 0-57-16,2 7 25 0</inkml:trace>
  <inkml:trace contextRef="#ctx0" brushRef="#br0" timeOffset="76410.34">22166 4543 90 0,'0'0'138'0,"0"0"-10"16,0 0-3-16,7 3 2 0,-7-3-3 0,0 0-15 16,0 0-8-16,0 0-15 0,0 0-9 0,0 0-19 15,7 1-19-15,-7-1-22 0,0 0-19 0,0 0-19 16,0 0-19-16,0 0-23 0,0 0-19 0,0 0-16 16,-42-4-55-16,15-1-164 0,-1-3 72 0</inkml:trace>
  <inkml:trace contextRef="#ctx0" brushRef="#br0" timeOffset="115626.23">22154 4659 23 0,'0'0'44'0,"0"0"-2"16,0 0-5-16,0 0-6 0,0 0 2 0,0 0-7 16,0 0-1-16,0 0-14 0,0 0-22 0,0 0-33 15,0 0-47-15,0 0 21 0</inkml:trace>
  <inkml:trace contextRef="#ctx0" brushRef="#br0" timeOffset="131108.66">14294 4750 20 0,'0'0'103'0,"0"0"-11"16,0 0-6-16,0 0-11 0,0 0-6 0,0 0 8 15,0 0-21-15,0 0 10 0,0 0-4 0,0 0-14 16,-9 20 0-16,5-15-7 0,0 2 8 0,0 0-11 16,2 3 18-16,-4-2-5 0,4 0 0 0,-2 1-5 15,-1-1-8-15,1-1 0 0,2 1 5 16,-6 1-11-16,6-1-3 0,-5 1-3 0,1-2 3 0,3 0-1 16,-1-1-6-16,2 0-2 0,-5-1 9 0,2 4-11 15,1-4 9-15,-1 1-6 0,1 1-9 0,0-1-8 16,4-6-1-16,-7 8 4 0,4-6-2 15,3-2-2-15,-4 6 5 0,4-6 1 0,0 0-1 0,-6 6-4 16,6-6-4-16,0 0-1 0,-5 7 5 0,5-7 3 16,0 0-2-16,0 0-4 0,0 0 0 0,0 0 3 15,0 0-4-15,0 0-1 0,-4 4-3 0,4-4 15 16,0 0-8-16,0 0-7 0,0 0 2 0,0 0 3 16,0 0-1-16,0 0-1 0,0 0 4 0,0 0-4 15,0 0 2-15,2 9 1 0,-2-9-3 0,0 0-1 16,0 0 0-16,4 9 5 0,-4-9-1 0,0 0 6 15,6 7-11-15,-6-7-2 0,5 4 7 0,-5-4-3 16,5 5 2-16,-5-5-2 0,7 6 7 0,-3-2-1 16,-4-4-2-16,9 7 2 0,-5-4 0 0,0 1 2 15,-4-4-9-15,10 6-1 0,-6-2-8 0,-1 0 14 16,1 1-3-16,-4-5 2 0,9 6-2 0,-7 0 3 16,3-1-6-16,-2 0 3 0,-3-5 1 0,6 6-3 15,-4-2 5-15,2 1 0 0,-4-5-3 0,5 8-2 16,-5-8 6-16,6 6-3 0,-3-3 5 0,4 1-1 15,-7-4-7-15,9 5 1 0,-1-2-18 0,2-1-26 16,4 2-16-16,-4-3-25 0,8 4-30 0,1-3-107 16,-2-2-241-16,2 0 106 0</inkml:trace>
  <inkml:trace contextRef="#ctx0" brushRef="#br0" timeOffset="131678.51">14263 5218 119 0,'0'0'131'0,"0"0"5"0,0 0-9 0,-5-4-4 15,5 4-5-15,0 0-8 0,0 0-12 0,-6-4-3 0,6 4-10 16,0 0-5-16,0 0-11 0,0 0-5 16,0 0-4-16,0 0-8 0,0 0-4 0,0 0-5 15,15-8-7-15,-1 8-3 0,-1-3 1 0,1 3-10 16,2-2 2-16,2 2-17 0,3-2-18 0,-2 2-22 16,-1 0-22-16,0-2-22 0,-2 2-19 0,-3 2-19 0,1-4-16 15,-3 4-74-15,-4-1-220 0,-1 0 98 16</inkml:trace>
  <inkml:trace contextRef="#ctx0" brushRef="#br0" timeOffset="132213.87">14447 5189 25 0,'-9'0'124'0,"9"0"4"15,0 0-11-15,0 0-16 0,0 0-3 0,0 0-17 16,-6-6-4-16,6 6-11 0,0 0-8 0,0 0 1 0,0 0-21 16,0 0 11-16,-7 16-10 0,6-11 16 15,-1 2-3-15,2-7-10 0,-4 16 4 0,4-5-3 16,-3 0-1-16,1-1 2 0,0-1-5 0,0 1-4 16,2 0-2-16,-2 1-3 0,-1 1 0 0,3-2-2 15,-2 0-1-15,1-4-7 0,1 7 8 0,-1-6-10 0,2 3-3 16,-1-1 4-16,1 1-5 0,-1-10-4 15,0 10 7-15,0-4-7 0,0-6 3 0,3 9-1 16,-1-2-3-16,-2-7 5 0,0 7-6 0,0-7 4 16,2 6-13-16,-2-6 9 0,0 0 2 0,0 0-2 15,0 10-1-15,0-10 0 0,0 0-2 0,0 0-5 0,0 0-6 16,0 0-5-16,-8 4-3 0,8-4-8 16,-11 0-1-16,11 0-2 0,-12-1-5 0,12 1-1 15,-15-1 22-15,4-1-11 0,3 2 0 0,8 0-3 16,-14-3 6-16,14 3 2 0,-13-2 9 0,7 0-3 15,6 2 0-15,-8-2 5 0,8 2 0 0,0 0 5 0,-9-3 8 16,9 3-8-16,0 0 5 0,0 0 0 16,-9-2-5-16,9 2 5 0,0 0-7 0,0 0-3 15,0 0 4-15,0 0-1 0,0 0 1 0,0 0 2 16,0 0-2-16,0 0 3 0,0 0 11 0,25 4-4 16,-25-4 3-16,18-2 0 0,-4 4-5 0,-1-2-3 0,-2-2 10 15,7 4-13-15,0-2-2 0,-4 1-9 16,2-2-32-16,-1 1-27 0,-1 0-4 0,-1-2-13 15,0 2-20-15,1 0-12 0,-3-1-81 0,1 1-213 16,-5 0 94-16</inkml:trace>
  <inkml:trace contextRef="#ctx0" brushRef="#br0" timeOffset="132517.15">14650 5302 10 0,'0'0'197'0,"-4"-7"-19"16,4 7-5-16,0 0-9 0,0 0-18 0,0 0-9 16,0 0-14-16,0 0-13 0,0 0-8 0,0 0-13 15,0 0-15-15,0 0-14 0,0 0-7 0,0 0-5 16,0 0-3-16,0 0-9 0,0 0 3 0,0 0-4 16,5 22-7-16,-5-22-1 0,-1 17-4 0,0-10 0 15,1-7-3-15,-1 16 1 0,-1-6 2 0,1 0-1 0,1-1-5 16,-3-2-2-16,1 3-1 0,2 0-1 15,0-3-2-15,0-7 2 0,-2 14 2 0,2-7-3 16,0-7-5-16,-2 12-5 0,2-5 3 0,0-7 1 16,-1 10-6-16,-3-5-22 0,4-5-8 0,-2 10-16 15,0-4-33-15,2-6-27 0,-5 10-11 0,-1-5-24 0,2 0-126 16,-1-1-287-16,-2 0 127 0</inkml:trace>
  <inkml:trace contextRef="#ctx0" brushRef="#br0" timeOffset="132815.34">14585 5293 113 0,'0'0'125'15,"4"-6"-8"-15,-4 6-7 0,11-4-4 0,-4 3-7 16,-7 1-11-16,18-1 1 0,-5 2-3 0,1 2-10 15,1 3 5-15,-1-2-6 0,4 1-7 0,-5 1-18 16,-2 2 1-16,6 1-3 0,-8-1-3 0,-3 3-5 16,2-2-2-16,0 6 0 0,-4-3-3 0,-1-1 6 15,-2 7 1-15,-3-2-3 0,-2-1-2 0,-5 0-3 16,-1 0-6-16,-3-3-4 0,-7 7-10 0,-2-4-2 16,0 0-11-16,-4-1-13 0,0 0-14 0,3-4-23 15,-4 0-20-15,2-1-12 0,6-3-39 0,-2 0-28 16,0 0-77-16,2-3-242 0,-4-1 107 0</inkml:trace>
  <inkml:trace contextRef="#ctx0" brushRef="#br0" timeOffset="185208.84">25140 6931 88 0,'-13'1'105'15,"-1"-1"3"-15,1-1-4 0,2 1-5 0,-3 0 1 16,4 0 5-16,10 0-4 0,-17 0-9 0,8-2-1 15,0 2-6-15,9 0-2 0,-14-4-6 0,14 4 0 16,-10 0-1-16,10 0-9 0,-9 0 9 0,9 0-3 16,0 0-8-16,0 0-3 0,-12 0-8 0,12 0-3 15,0 0 3-15,0 0-5 0,0 0 0 0,-7-3-2 16,7 3-4-16,0 0-1 0,0 0 0 0,0 0-2 0,0 0-1 16,0 0-1-16,0 0-3 0,0 0-2 15,0 0-6-15,0 0 3 0,0 0 0 0,0 0-4 16,0 0-2-16,0 0-5 0,0 0 0 0,0 0-2 15,0 0 0-15,0 0-2 0,-8-2-1 0,8 2-2 16,0 0-1-16,0 0-3 0,0 0 0 0,0 0-2 16,0 0-1-16,0 0 0 0,0 0 1 0,0 0-3 15,0 0 2-15,0 0-3 0,0 0-1 0,0 0 4 16,0 0-1-16,0 0-1 0,0 0-1 0,0 0 1 16,0 0 0-16,0 0-6 0,0 0-9 0,0 0-7 0,0 0-13 15,0 0-9-15,0 0-21 0,0 0-19 16,0 0-17-16,0 0-7 0,21 7-19 0,-21-7-20 15,0 0-11-15,10 4-146 0,-10-4-326 16,6 1 145-16</inkml:trace>
  <inkml:trace contextRef="#ctx0" brushRef="#br0" timeOffset="190988.87">25426 3795 93 0,'0'0'141'0,"0"0"-16"0,0 0-5 0,0 0-9 15,0 0-1-15,0 0-2 0,0-10-2 0,0 10-8 16,0 0 1-16,0 0 0 0,0 0-11 0,0 0 3 16,0 0-5-16,0 0-9 0,0 0-3 0,0 0 1 15,0 0-8-15,0 0-2 0,-7-6 1 0,7 6-3 16,0 0-3-16,0 0-3 0,0 0-3 0,0 0 3 16,0 0-3-16,0 0-4 0,0 0 4 0,0 0-4 15,0 0-7-15,0 0 1 0,0 0-4 0,0 0 1 16,0 0-3-16,0 0-2 0,0 0-4 0,0 0-1 15,0 0-4-15,0 0 2 0,0 0-2 0,0 0-3 16,0 0-2-16,0 0-1 0,0 0 0 0,0 0-5 16,0 0-1-16,0 0-3 0,0 0-2 0,0 0-1 15,0 0-1-15,0 0 1 0,0 0-3 0,0 0-1 16,0 0-3-16,0 0 3 0,0 0-1 0,0 0-6 16,0 0-1-16,0 0 5 0,0 0-2 0,0 0 1 15,0 0 2-15,0 0-7 0,0 0 1 0,0 0 0 16,0 0 0-16,0 0 2 0,0 0 1 0,0 0 0 15,0 0-3-15,0 0 3 0,0 0-3 0,0 0 3 16,0 23-4-16,0-23 0 0,-4 9 5 0,4-9-1 16,-1 8 1-16,1-8-2 0,0 9-1 0,0-9 1 15,-2 9 5-15,2-1-1 0,0-8-3 0,-2 10-1 16,2-10-2-16,-3 11 6 0,2-6-2 0,1-5 0 16,0 10-3-16,0-10 3 0,-1 10-1 0,1-10 0 15,0 9-3-15,0-9 4 0,0 9-3 0,0-9 2 16,0 8 1-16,0-8-1 0,-2 8 0 0,2-8 1 15,0 9-1-15,0-9 1 0,-2 8 0 0,2-8 2 16,0 9-2-16,0-9 1 0,2 8 6 0,-2-8-5 16,-2 9-3-16,2-9 3 0,0 9 0 0,0-9-1 15,-2 8 1-15,2-8 0 0,0 10 1 0,0-10 0 16,2 11-1-16,-2-11 5 0,-2 10-2 0,2-10-3 16,-2 9 3-16,2-9-3 0,0 12 5 0,0-12 6 15,0 9-7-15,0-9-4 0,0 11 1 0,0-11 2 16,0 9 2-16,0-2-3 0,0-7 0 0,0 9 0 15,0-9-3-15,2 11 3 0,-2-6-2 0,0-5 2 16,0 12 2-16,0-12 4 0,-2 9 0 0,2-9-4 16,0 12 1-16,0-12 0 0,0 11 5 0,0-11 0 15,0 11-1-15,0-4 4 0,0-7-4 0,0 11 10 16,2-5-15-16,-2-6 4 0,0 12 2 0,0-6-3 16,0-6-4-16,0 11 5 0,0-11-5 0,0 11 1 15,0-4-1-15,0-7 2 0,0 10 0 16,0-10-1-16,0 12-4 0,0-7 4 0,0-5-2 15,4 12 9-15,-4-7-12 0,0-5 5 0,-2 12-2 0,4-7 1 16,-2-5 1-16,0 13-6 0,0-6 5 0,0-7 5 16,0 11-8-16,0-4 2 0,0-7 1 0,0 11 0 15,0-5-1-15,0 3-1 0,0-9-1 0,0 11 3 16,0-3-5-16,3-1 3 0,-3-7-2 0,0 13 4 16,0-6-2-16,0-7-2 0,0 14 3 0,0-6 3 15,0-1-4-15,1 0-5 0,-1-7 4 0,0 16 0 16,-1-8 0-16,1 1 3 0,0-9 5 0,0 13-10 15,1-7 3-15,-2 2-2 0,1 1 11 0,0-9-3 16,0 15 3-16,0-5 2 0,0-1 8 0,0-1-13 16,0 1 10-16,1 0 1 0,-2 0-1 0,1 0-2 15,0-9 3-15,-3 13 0 0,3-3-5 0,-2-1 3 16,2-3-4-16,0-6-2 0,0 16 6 0,-2-6-1 16,2-1-1-16,-2 0-9 0,-1 1 4 0,3-2 5 15,3 2-2-15,-3-2 0 0,0 2 0 0,0-2-3 16,-3 1 0-16,3 1 3 0,0-1-1 0,-1 2-1 15,-1-1-1-15,2-3 5 0,2 4-5 0,-2-3 0 16,0 1 2-16,0 0 2 0,-2-1-5 0,2 4-2 16,0-5 18-16,0-7-3 0,0 19-8 0,0-13-2 15,0 1 3-15,0 1-6 0,0 0 4 0,0 1-1 16,0-9 4-16,0 14-6 0,0-6 1 0,0-8-5 16,-2 15 1-16,2-8 9 0,0 0-6 0,0-7-2 15,0 15 13-15,0-9-3 0,0-6-10 0,0 14-10 16,-2-8 12-16,2 3-2 0,0-2 1 0,0-7 1 15,0 15 8-15,0-10-8 0,0 3 1 0,2 1 5 16,-2-9-6-16,0 14-2 0,-2-8 5 0,2-6-8 16,0 14 9-16,0-7-6 0,0-7 5 0,0 14 1 15,0-7-8-15,0-7 1 0,0 13 8 0,0-5-3 16,0-8-6-16,0 13 9 0,0-4-1 0,0-9 6 16,-2 12-8-16,2-5 0 0,0-7-4 0,0 12-7 15,-2-6 7-15,2-6-5 0,0 11 3 0,0-11-2 16,0 15 6-16,0-8 1 0,0-7-1 0,-1 12-1 15,1-6 2-15,0-6-4 0,0 11 2 0,0-4-1 16,0-7 0-16,0 0 4 0,-2 19-4 0,2-19 3 16,-1 12 4-16,1-12-4 0,0 15-1 0,0-15-3 15,-1 13 1-15,1-13-2 0,-1 15 7 0,1-5-6 16,0-10 2-16,-3 17 3 0,3-8 0 0,0-1-2 16,0-1 2-16,0 2-4 0,-2-1 0 0,2-8 1 15,-2 16-2-15,2-10 7 0,-1 4-5 0,1-2 0 16,0-8-4-16,0 15 0 0,1-6 2 0,-2 1 0 15,-1-3 7-15,4 3-14 0,-2-1 9 0,0-9-5 0,-2 16 1 16,1-7 1-16,0 0-6 0,1-1 5 16,0 1 4-16,-1 1-4 0,1-1 1 0,-1 0 1 15,2 0 0-15,-1 1 0 0,0-1 2 0,-1 1 1 16,-2-1-4-16,3 1 1 0,0-1-1 0,0 3 0 16,0-3-1-16,-2 3 5 0,2-2-2 0,-2-1-1 15,1 3 3-15,1-2-4 0,-1 0 3 0,1 0 3 16,-2 0-6-16,1 1 2 0,-1 1 2 0,0-3-4 15,0 3 0-15,0-1 0 0,1 0 2 0,0 0-2 16,-2 1-3-16,1-1 5 0,2 0 1 0,-2-1-2 16,0 2 1-16,-2-2-4 0,3 1 2 0,0-1 1 0,-1 2 0 15,2-1 1-15,-2-2-6 0,2 3 7 16,-2-3-4-16,0 1 2 0,-1 1 1 0,1-1 0 16,0 6-1-16,0-8-1 0,0 1 1 0,2 1 3 15,-3 0-1-15,0 0-3 0,3-10-3 0,-4 21 2 16,4-11 3-16,-2 2-4 0,2-2 0 0,-4 2 2 15,3-2 1-15,-2 1 1 0,2-1 1 0,1-1-2 16,-4 1 2-16,4 1-1 0,-4 0 1 0,1 0-2 16,3-1 4-16,-2 1-5 0,0 0 1 0,-1 0 2 15,0 0 0-15,2 1-2 0,-1-3 0 0,0 1 0 16,1-1-1-16,-3 2 0 0,2 1 0 0,0-1-1 16,1 0-2-16,0-2 0 0,-1 2-2 0,1 0 3 15,-1-1-1-15,0 0 1 0,2 0-1 0,-2-1-2 16,-2 3 2-16,4-2-2 0,-1 0 2 0,-1 1-1 15,1-3-3-15,-3 3 3 0,2-1-1 0,0-1 0 16,1 0-1-16,-1 1 0 0,0-1-2 0,0 1 4 16,-2-1-1-16,3-1 0 0,1 2-3 0,-2-1 9 15,1 0-4-15,-1 2-3 0,0-5-1 0,2 4 4 16,0-1-3-16,-2 2 4 0,2-3-2 0,-3 3 0 16,2-1 0-16,-2-1-4 0,1-1 3 0,2 3-5 15,-2-3 5-15,0-1 0 0,2 3-3 0,-3-1-1 16,3-1 2-16,-2 4 1 0,2-5 1 0,0-7-1 15,-3 16-2-15,3-8 2 0,0 3 2 0,0-11-4 16,-1 16 1-16,1-16 2 0,-2 16 1 0,-1-9-3 16,3-7-1-16,0 14 2 0,0-14-4 0,-3 15 4 15,3-5-2-15,0-10-2 0,-1 15 4 0,0-6 1 16,1-9-1-16,-3 14-1 0,3-14-2 0,0 15 2 16,-1-7 2-16,1-1 0 0,0 1-1 0,-2-1 1 15,2 3-2-15,0-1 4 0,-2-2-1 0,2 3-3 16,0 0 3-16,-1-4 3 0,1-6-3 0,-1 16-2 0,1-9 0 15,0 2 2-15,0 1-1 0,0-1 2 0,0-1-2 16,-2 4 4-16,1-6-3 0,0 4 2 16,1-2 0-16,-1 0 1 0,1-8-3 0,-2 14 2 15,2-5-3-15,0-3 2 0,0 4-2 0,0-10 3 16,-2 10-3-16,0-4 3 0,2-6-1 0,0 12-3 0,0-12 0 16,-1 8 2-16,1-8-1 0,0 9-1 0,0-9 2 15,1 8 1-15,-1-8-1 0,0 0 1 0,0 0-17 16,-1 11-16-16,1-11-22 0,0 0-21 15,0 0-16-15,0 0-33 0,0 0-33 0,0 0-35 16,3 7-33-16,-3-7-38 0,0 0-49 0,0 0-57 0,0 0-37 16,0 0-262-16,0 0-720 0,0 0 319 0</inkml:trace>
  <inkml:trace contextRef="#ctx0" brushRef="#br0" timeOffset="192327.5">25251 7187 33 0,'0'0'61'0,"0"0"-3"16,0 0-6-16,0 0-3 0,0 0-10 0,-30-10 0 16,30 10-4-16,-14-3 9 0,14 3-16 0,-17-4-6 15,6 1-7-15,-1 3 5 0,-1-2-6 0,-7 1 0 16,2 0-11-16,0 1 11 0,-1 0-3 0,-2 0-3 16,2 1-1-16,-1-2-3 0,2 1-6 0,0 0 5 15,0 0 0-15,3-2-1 0,2 2 6 0,0 0 2 16,0 0 11-16,1-1-6 0,12 1 13 0,-22 0 7 15,11 0 1-15,11 0 4 0,-17 0 4 0,17 0 1 16,-17-1 7-16,17 1 7 0,-11 0-3 0,11 0 15 16,0 0 1-16,-16-5 4 0,16 5 3 0,0 0-12 15,-10-1-6-15,10 1-7 0,0 0-2 0,-13-2-5 16,13 2-1-16,0 0-9 0,-14-1 2 0,14 1-2 16,0 0-9-16,-14-1 11 0,14 1-5 0,-9-4 2 15,9 4 0-15,0 0-1 0,0 0-3 0,-15 0 0 16,15 0-4-16,0 0-5 0,0 0 2 0,0 0-5 15,0 0-4-15,0 0 2 0,0 0-5 0,0 0 7 16,0 0-6-16,0 0-2 0,0 0 2 0,-7 4 10 16,7-4 3-16,0 0 6 0,0 0 8 0,27 5 1 15,-16-5-3-15,7 2 0 0,1-2-3 0,11-2 2 16,2 2-2-16,3-1 8 0,4-1-10 0,10 0-5 16,-11 0 0-16,14-3-2 0,0 3 3 0,4-3-1 15,-4 1-3-15,2 0-1 0,6 2 0 0,-1-2-5 16,1 0 4-16,-1 2-3 0,-1-1-2 0,3 1-1 15,1-2-2-15,1-3 1 0,-2 1 1 0,0 5-1 16,-8-4-3-16,3 4 2 0,1-2 1 0,-3 2-3 16,0-3 3-16,-3 4-3 0,3-1-2 0,-2-3 7 15,-12 1-3-15,10 0 0 0,-12 0 4 0,14-2 1 16,-14 1 0-16,0 0 3 0,14 0-3 0,-16 2 3 16,2-1-1-16,-1 2 1 0,-1-2 1 0,1 0 2 15,-1-1 2-15,0 1-2 0,-3 0-1 0,3-1-5 16,0 1 3-16,1 1 9 0,1-1-13 0,-3 0-1 15,3-1-4-15,-2 3 5 0,3-3-3 0,-3 2-2 16,0 0-1-16,-1 0 4 0,1-2-3 0,0 2-3 16,1-1 1-16,-4 3 1 0,3-3-1 0,0 2 5 15,-3-3-3-15,3 3-4 0,0-3 2 0,2 3-3 16,-2-1 0-16,-2 2 3 0,2 0 1 0,0 0 1 16,3-3-6-16,-2 1 2 0,2 0 0 0,-2 0-2 15,-3 2 2-15,3-1 0 0,-3 1-1 0,-3-3-3 16,0 3 5-16,0 0 0 0,-1 0 4 0,1 0 3 15,-1-1-2-15,-2-2 14 0,-1 1-10 0,0 2 0 16,2-1-3-16,-8 0-7 0,8-1 7 0,-1 2-8 16,-9 0 2-16,4 0 5 0,-1-2 7 0,6-1 0 15,-1 2-2-15,1-1 0 0,0 2-5 0,0-1 0 16,3 1 2-16,1-3-7 0,2 2 4 0,-3-1-5 16,-4 4 6-16,2-4-2 0,-1 2-3 0,-6-1-2 15,5 1 5-15,-6 0-2 0,0 0-1 0,2-4 10 16,-3 4-13-16,1-2 10 0,2 1-10 0,-2-1 4 15,-1 2 6-15,3 0-11 0,-2 0 14 0,0-2-15 16,-1 2 2-16,2-2 3 0,0 3-1 0,-2-1 6 16,1 0-2-16,-1-1 1 0,1 1-2 15,0 0-3-15,1-2 2 0,-3 2-6 0,9-1 2 0,-7 1-4 16,-1-3 4-16,2 5 3 0,0-6-7 0,-2 4 6 16,-1 0 1-16,2-1-4 0,-3-1 2 0,2 0 5 15,0 0-4-15,0 1 3 0,0 0-6 0,1 1 1 16,-1 0 2-16,1 1 1 0,-4-1 3 0,1 0-4 15,1 0-1-15,-2-1 0 0,1 0 2 0,-6 1-5 16,1 0-1-16,-1 0-1 0,-12 0 3 0,24 0-2 16,-24 0-1-16,16 0-1 0,-7-1 3 0,-9 1-4 15,11-3 3-15,-11 3-3 0,12 0-3 0,-12 0-2 16,0 0 2-16,16 0-1 0,-16 0 2 0,0 0-12 16,13 0-8-16,-13 0-28 0,0 0-10 0,0 0-18 15,11 0-24-15,-11 0-17 0,0 0-40 0,0 0-34 16,0 0-44-16,0 0-55 0,0 0-36 0,0 0-248 15,0 0-620-15,-30-17 275 0</inkml:trace>
  <inkml:trace contextRef="#ctx0" brushRef="#br0" timeOffset="194599.15">25410 3229 39 0,'0'0'138'16,"-2"-10"-8"-16,2 10 2 0,-1-9-7 0,1 9-2 16,0 0-4-16,-1-12-2 0,1 12-14 0,-3-6 0 15,3 6-5-15,0 0-5 0,2-10-3 16,-2 10-8-16,0 0-3 0,-2-7 0 0,2 7-6 15,0 0 1-15,0 0-4 0,0-10 4 0,0 10-6 16,0 0-5-16,0 0-4 0,0 0-7 0,0 0-5 0,0 0-5 16,0-8-5-16,0 8-6 0,0 0 2 0,0 0-8 15,0 0-5-15,0 0-4 0,0 0-1 0,0 0-1 16,0 0-2-16,0 0 0 0,0 0-2 16,0 0 4-16,0 0-10 0,4 28 0 0,-4-28 2 15,0 12-2-15,1-4 1 0,1-1 0 0,0 4-2 16,-2-1 1-16,0 0 6 0,0 0-1 0,0 3 0 0,3-2-2 15,-4 1-1-15,2-1 3 0,2 0 0 0,-5 3 1 16,2 2 6-16,3-5-9 0,-3 5 4 0,2 0-1 16,-2-1 4-16,-1-1 2 0,5-4 2 15,-7 7 0-15,3-5 0 0,3 4-2 0,-6-5-2 16,6 5 6-16,-1-4-3 0,-2 1 4 0,0 0-3 16,2-1-4-16,-2-1 6 0,2 2 0 0,1-1 2 15,-2-1-3-15,0 2 2 0,1-3-1 0,0 2 2 0,2-1 2 16,-1 0 0-16,-1 0-1 0,0-2-1 0,0 1-3 15,-2-1 3-15,3 1-8 0,-2-1 1 16,3 0-1-16,-4-9 0 0,2 16 0 0,-2-7-14 16,0-9 12-16,4 15 0 0,-4-15-1 0,0 18-3 15,2-9 1-15,-1 1 2 0,0-2-1 0,-1 2-1 16,0-10 5-16,0 19 0 0,0-11-1 0,0-8 5 16,-1 14-15-16,1-14 8 0,-1 13 2 0,1-7 1 15,0-6 3-15,-2 12-3 0,2-12-2 0,-4 9 1 16,2-1 0-16,2-8-3 0,0 0 1 0,-4 13 2 15,4-13-1-15,0 0-6 0,-4 10 1 0,4-10-1 16,-4 7-2-16,4-7 3 0,0 0-1 0,-5 9-1 16,4-5-2-16,1-4 3 0,0 0-9 0,-3 8 6 15,3-8 2-15,0 0-13 0,0 0 15 0,0 12-3 16,0-12-1-16,0 0 3 0,0 0-4 0,0 7 1 16,0-7 3-16,0 0-1 0,0 0-2 0,-2 7-3 15,2-7 2-15,0 0-1 0,0 0 2 0,0 0-2 16,0 0 1-16,0 8 2 0,0-8-4 0,0 0 2 15,0 0 0-15,0 0 0 0,0 0 0 0,2 11 2 16,-2-11-2-16,0 0 0 0,0 0-3 0,0 6 10 16,0-6-6-16,0 0-3 0,0 0 2 0,0 0 1 15,0 0-4-15,0 0 2 0,0 0 1 0,0 0 3 16,0 0-6-16,0 0-13 0,0 0-9 0,0 0-11 16,0 0-11-16,0 0-18 0,0 0-9 0,0 0-4 15,-13-23-8-15,13 23-6 0,-2-20-10 0,-1 3-11 16,2 2 12-16,0-3-6 0,2 2 4 0,-2 0 4 15,0-1 12-15,2-1 8 0,-1 1 11 16,1-1 5-16,-2 0 10 0,0 3 7 0,-1 0 10 0,1 2 12 16,1 1 5-16,1 1 14 0,-2 2 12 0,0-3 5 15,2 2 2-15,-1 10 3 0,-1-17-2 0,-1 8 3 16,0 2 3-16,-1-2 7 0,3 9 7 0,-2-12-3 16,2 12 9-16,-2-11-1 0,2 11 6 0,0-8-6 15,0 8 6-15,0 0-5 0,0-10 2 0,0 10-2 16,0 0-2-16,0 0-2 0,0-8-2 15,0 8-3-15,0 0-2 0,0 0-6 0,0 0-3 0,0 0-6 16,0 0-3-16,0 0-3 0,0 0 0 0,0 0 0 16,0 0-2-16,0 0-2 0,-10 26 0 0,8-16 1 15,0 2 2-15,2 2-3 0,-2-3 0 0,-2 13 3 16,0-6-1-16,3 8 1 0,1-6 0 0,-1-4 1 16,0 2-5-16,1 0 3 0,0-3 0 15,0 1-2-15,1 1 1 0,-4-5 1 0,3 6 1 16,3-5-2-16,-3-1-15 0,0-2-15 0,0 2-18 0,0-1-24 15,1-1-32-15,-1-10-34 0,-1 18-53 16,-2-11-47-16,3-7-160 0,-4 12-423 0,4-12 187 16</inkml:trace>
  <inkml:trace contextRef="#ctx0" brushRef="#br0" timeOffset="195148.26">25475 3198 111 0,'0'0'110'0,"0"0"4"15,-7-3-2-15,7 3-2 0,0 0 5 0,0 0-7 16,-4-6-10-16,4 6-10 0,0 0-6 0,0 0-8 16,0 0-4-16,0 0-12 0,0 0-7 0,0 0 1 15,0 0-3-15,-16 9-7 0,10-3 0 0,-1 1-2 16,0 1 1-16,-6 4 4 0,4-4-5 0,-4 5 0 15,-1-1-4-15,1 1-3 0,-2-1-1 0,0 1 1 16,-1 0-13-16,-5 4 8 0,4-5-5 0,-1 1-3 16,-4 2-2-16,3-3-1 0,3-1-16 15,1-2-20-15,-1-2-17 0,7-2-25 0,1 0-28 0,3-1-24 16,0 1-19-16,5-5-119 0,-9 3-271 0,9-3 120 16</inkml:trace>
  <inkml:trace contextRef="#ctx0" brushRef="#br0" timeOffset="195338.23">25480 3153 74 0,'11'3'129'0,"-11"-3"0"0,9 6-3 0,-5-4-12 15,3 4-5-15,2 0-17 0,2 1 4 0,2 2-10 16,2 1-9-16,-1 2-9 0,5-3-17 0,-1 2-33 15,0-2-44-15,0 0-57 0,-2 1-94 0,-1-2-192 16,-6-1 85-16</inkml:trace>
  <inkml:trace contextRef="#ctx0" brushRef="#br0" timeOffset="196000.9">24298 3462 109 0,'0'0'161'16,"0"0"-9"-16,0 0-15 0,0 0-7 0,10-10-17 15,-5 7-5-15,-5 3-16 0,14-6-3 16,-3 3-11-16,1 0-10 0,-1 0-5 0,-1 1-5 0,4 0-10 15,-1-1-5-15,1 1-4 0,0 1-1 0,0-2-5 16,-1 3-18-16,-2-1-20 0,3 1-25 0,0-1-26 16,-1-1-25-16,-3 1-25 0,-10 1-13 0,17 0-78 15,-12 0-212-15,-5 0 94 0</inkml:trace>
  <inkml:trace contextRef="#ctx0" brushRef="#br0" timeOffset="196542.36">24488 3387 63 0,'0'0'148'0,"0"0"-3"0,0 0-8 0,0 0-10 16,0 0-5-16,0 0-9 0,0 0-9 0,0 0-8 16,0 0-1-16,0 0-13 0,0 0-2 0,0 0-7 15,0 0-6-15,0 0-7 0,0 0-8 0,0 0-5 0,0 0-6 16,0 0-4-16,0 0 0 0,0 0-7 15,0 0-5-15,0 0-1 0,0 0-2 0,0 0-4 16,0 0 0-16,-5 12 7 0,5-12-9 0,1 10 5 16,-1-10-3-16,-1 12 2 0,1-12-4 0,3 17 3 15,-2-8 6-15,3 3-5 0,-3-2 1 0,1 0 1 16,1 3-2-16,1 2 2 0,-3 2 3 0,2 0-2 16,-3-2 0-16,1 1-3 0,0 0-1 0,3 1-2 15,-1-1 1-15,-1 1 1 0,0-5-4 0,-1 4 9 16,2-2-13-16,-3-2 0 0,0 0 1 0,1-1-1 15,0 1-3-15,-1-12 3 0,-1 18-4 0,1-18 3 16,1 12-1-16,-1-12 0 0,0 9-1 0,0-9-1 16,1 10 4-16,-1-10 2 0,0 0-2 0,0 0-4 15,0 0-8-15,-9 7-1 0,9-7-5 0,-11-4 1 16,11 4-3-16,-13-4-1 0,13 4 4 0,-10-7 1 16,5 2-1-16,5 5 0 0,-10-4 0 0,10 4 2 15,-5-7-7-15,5 7 8 0,-6-5-1 0,6 5 2 16,-5-4-3-16,5 4 4 0,0 0 2 0,0 0 2 15,0 0 4-15,0 0-4 0,-6-4 3 0,6 4-2 16,0 0 3-16,0 0-3 0,0 0 0 0,0 0 5 16,19-1 0-16,-19 1-4 0,19-1 3 0,-19 1 0 15,23-2-6-15,-5 1 5 0,-5 0-6 0,6 0-11 16,-1-1-26-16,-5 0-15 0,6-1-27 0,0 2-33 16,-1 0-42-16,1-1-28 0,-7 1-130 0,-1-3-336 15,-1 2 149-15</inkml:trace>
  <inkml:trace contextRef="#ctx0" brushRef="#br0" timeOffset="196794.94">24777 3565 213 0,'0'-6'225'0,"0"6"-3"0,0 0-15 16,0 0-13-16,0 0-24 0,0 0-12 0,0-10-18 15,0 10-19-15,0 0-12 0,0 0-12 0,0 0-11 16,0 0 3-16,0 0-9 0,0 0 0 15,-5 34 1-15,4-24-5 0,-2 0-2 0,2 2-5 16,-1 0-12-16,0-1-1 0,0 1-3 0,-1-1-5 16,2 0-6-16,-3-1-7 0,4 1 1 0,-3-2-3 0,3 0-4 15,-2-3-10-15,2 4-24 0,2-3-23 0,-2-7-23 16,0 0-26-16,-2 22-24 0,2-22-33 16,0 10-26-16,0-10-26 0,2 8-9 0,-2-8-132 15,0 0-355-15,0 0 157 0</inkml:trace>
  <inkml:trace contextRef="#ctx0" brushRef="#br0" timeOffset="197051.07">24731 3572 135 0,'0'0'155'0,"5"-9"-4"16,-1 2-11-16,4 4-4 0,1 0-11 0,1 1 0 15,4 0-3-15,-3 2-9 0,9 2-9 0,-2 2-4 16,-1 0 0-16,0 3-10 0,1 1-8 0,-3-1-11 15,1 3-2-15,-7-2-6 0,1 2-4 0,-3-1 0 16,1 1 0-16,-5 1 0 0,1-1-2 0,-3 0-1 16,-2 0-1-16,-2 2-3 0,-1-3-2 0,-2 3 0 15,-6 2-9-15,1-2-4 0,-2-2-3 0,-4 1-1 16,3-4-23-16,-3 3-13 0,2-3-18 0,-1 1-19 16,2-4-29-16,-3 1-37 0,4 0-43 0,1-2-45 15,-5 0-141-15,3-1-364 0,2 0 162 0</inkml:trace>
  <inkml:trace contextRef="#ctx0" brushRef="#br0" timeOffset="198222.44">29885 7287 128 0,'0'-10'215'0,"0"10"-2"0,1-10-3 0,-1 10-2 16,0-10-7-16,0 10-11 0,2-7-15 0,-2 7-12 15,0 0-17-15,0 0-13 0,0-11-15 16,0 11-12-16,0 0-12 0,0 0-10 0,0 0-10 16,0 0-12-16,0 0-8 0,0 0-6 0,0 0-5 15,0 0-5-15,0 0-5 0,0 0-2 0,7 26 4 0,-6-17-9 16,2 0-5-16,0 3-1 0,-1-1-1 15,2 1-2-15,-1-1-2 0,-1 2 1 0,1-1-5 16,-1-1 1-16,3-2-2 0,-2 2-2 0,-1-3 3 16,0 4-1-16,0-4-1 0,1 1 2 0,-1 0-5 0,0-2 3 15,-1-1-4-15,0 0 3 0,-1-6-2 0,4 11-2 16,-4-11-1-16,3 7 4 0,-3-7 0 16,3 5 0-16,-3-5-1 0,3 5 3 0,-3-5 11 0,0 0 11 15,0 0 11-15,0 0 13 0,0 0 5 16,0 0-7-16,0 0 0 0,5 4-6 0,-5-4-3 0,0 0-2 15,8-15-5-15,-6 9 7 0,4-1-4 0,-1-2-6 16,1-1 1-16,-1 0-3 0,4-5-1 16,-2 0-5-16,-1 0-4 0,0 0-5 0,1-3 2 15,-1 3 1-15,-1 3-6 0,-1 1-2 0,1-1 1 16,0 1-1-16,-1 3-1 0,0 3-3 0,-2-4 5 0,0 2 5 16,-2 7-15-16,4-10 9 0,-4 10-10 0,5-5-1 15,-5 5-4-15,0 0-9 0,3-7-16 16,-3 7-18-16,0 0-29 0,0 0-23 0,0 0-29 15,3-7-39-15,-3 7-19 0,0 0-20 0,0 0-18 16,0 0-26-16,0 0-185 0,0 0-470 0,-13 24 208 0</inkml:trace>
  <inkml:trace contextRef="#ctx0" brushRef="#br0" timeOffset="198573.68">30161 7411 213 0,'0'0'251'0,"0"0"-12"0,0 0-10 0,1-14-18 15,-1 14-7-15,-1-6-13 0,1 6-10 0,0 0-8 16,0 0-5-16,0-10-10 0,0 10-14 0,0 0-15 0,0 0-13 16,0 0-10-16,0 0-15 0,0 0-9 0,0 0-9 15,0 0-10-15,0 0-6 0,0 0-8 0,0 0-4 16,0 0-6-16,0 0-5 0,0 0-3 15,0 0-5-15,-10 23-1 0,7-14-1 0,1 0-3 16,-3 2-2-16,3 0-3 0,-3-1 2 0,2 3-6 0,-1-2 1 16,1 1-1-16,0-1-1 0,0 2-4 0,-1-3 7 15,1 1-4-15,1-2-4 0,-1 2 3 0,2-3-2 16,-2-1 1-16,2 1 0 0,-1-3-5 16,2-5-22-16,-2 13-21 0,1-6-19 0,1-7-16 0,0 0-23 15,-3 15-25-15,3-15-16 0,0 0-25 0,-3 7-18 16,3-7-19-16,0 0-27 0,0 0-142 0,0 0-400 15,-11 3 176-15</inkml:trace>
  <inkml:trace contextRef="#ctx0" brushRef="#br0" timeOffset="198863.14">30131 7413 36 0,'2'-7'172'0,"2"1"2"15,0-1-3-15,-1 4-9 0,-3 3-10 16,6-8-14-16,-3 4-6 0,-3 4-12 0,11-4-11 15,-2 4-2-15,1 0-1 0,1 2-5 0,3 0-8 0,-2 3-8 16,3-1-6-16,-1 2-6 0,3 4-8 0,-4-2-8 16,-4 0-7-16,2-2-2 0,-3 4-8 0,1-3-2 15,-3 1-2-15,-1 2-2 0,-1-3 1 0,0 2-2 16,-2-2 3-16,0 3 2 0,-2-10 7 16,-5 17 5-16,2-8-1 0,-2 0-5 0,-4 1-2 0,3-4-3 15,-5 3-6-15,-4-1 1 0,0 1-6 0,-2-1-2 16,2 1-2-16,-3-5-8 0,5 1-18 0,-1 0-16 15,3 0-18-15,0-1-23 0,0-2-19 16,11-2-21-16,-14 3-29 0,14-3-26 0,-13 1-34 16,13-1-25-16,0 0-117 0,-13-1-356 0,13 1 157 0</inkml:trace>
  <inkml:trace contextRef="#ctx0" brushRef="#br0" timeOffset="199503.96">30617 7435 7 0,'0'0'204'0,"0"0"-3"0,0 0-5 15,0 0-5-15,0 0-11 0,0 0-13 0,0 0-9 16,0 0-13-16,0 0-10 0,7-2-7 0,-7 2-10 15,0 0-8-15,0 0-1 0,0 0-7 0,0 0-1 16,0 0-10-16,0 0 1 0,0 0-7 0,0 0-5 16,0 0-5-16,0 0-2 0,0 0-1 0,0 0-9 15,0 0 0-15,0 0-6 0,0 0-5 0,0 0 1 16,0 0-4-16,0 0-8 0,0 0-3 0,0 0 1 16,0 0-6-16,0 0 0 0,0 0 1 0,0 0-3 15,0 0-6-15,0 0 0 0,0 0 0 0,0 0-2 16,0 0-2-16,0 0 1 0,0 0-5 0,0 0-1 15,0 0-1-15,0 0-1 0,0 0-2 0,0 0 1 16,0 0-3-16,0 0-1 0,0 0-1 0,0 0-4 16,0 0 1-16,0 0-4 0,0 0 5 0,0 0 5 15,0 0-10-15,0 0 1 0,0 0 1 0,0 0 1 16,0 0-3-16,0 0-3 0,0 0 6 0,0 0-6 16,0 0 2-16,0 0 0 0,0 0 0 0,0 0 4 15,0 0-3-15,0 0 1 0,0 0-3 0,0 0-1 16,0 0 3-16,0 0-3 0,0 0-1 0,0 0 1 15,0 0 0-15,0 0 1 0,0 0-2 0,0 0 0 16,0 0 0-16,0 0 4 0,0 0-2 0,0 0 0 16,0 0-3-16,0 0 4 0,0 0-3 0,0 0 1 15,0 0-4-15,0 0 4 0,0 0-1 0,0 0 1 16,0 0-3-16,0 0 2 0,0 0-4 0,0 0 0 16,0 0 2-16,0 0 2 0,0 0 0 0,0 0-8 15,0 0 5-15,0 0 0 0,0 0-3 0,0 0-1 16,0 0-4-16,0 0 2 0,0 0-2 0,0 0 1 15,0 0-6-15,0 0-9 0,0 0-11 0,0 0-11 16,0 0-7-16,0 0-16 0,0 0-20 0,0 0-25 16,0 0-25-16,0 0-27 0,0 0-23 0,0 0-28 15,-17 12-168-15,17-12-420 0,0 0 186 0</inkml:trace>
  <inkml:trace contextRef="#ctx0" brushRef="#br0" timeOffset="200158.64">30652 7441 66 0,'0'0'214'0,"0"-9"-16"0,0 9-9 16,0 0-8-16,0 0-4 0,0 0-11 0,0 0-7 0,-3-10-14 16,3 10-5-16,0 0-9 0,0 0-8 0,0 0-7 15,-7-9-10-15,7 9-5 0,0 0-5 0,-7-6-3 16,7 6-8-16,-9-2-6 0,9 2-3 16,-7-2-9-16,7 2-7 0,-8-3-4 0,8 3-6 15,-10 0-2-15,10 0-6 0,-13 0-1 0,13 0-8 0,-12 2-4 16,5 0 1-16,-2 0-2 0,2 2-1 0,1-1-2 15,-3 1-1-15,0 2-1 0,0-2-4 0,0 1 1 16,4 0-2-16,-4 0-2 0,3 1-2 0,1 0-3 16,1-3-2-16,0 3 2 0,4-6-2 0,-1 9-1 15,-4-4-2-15,5-5 2 0,-2 12 0 0,2-12 1 16,5 14 1-16,1-4-3 0,1-5-1 0,1 2 2 16,3-1-6-16,0 1 10 0,4 3-7 0,-4-3 4 15,0-2-8-15,1 0 4 0,-1 2-1 0,0-1-3 16,-1-1 1-16,-3 0-2 0,1-1 1 0,-3 3 2 15,0-3-3-15,0 2-1 0,-1-2 2 0,-4-4 1 16,3 9 2-16,-1-6 2 0,-2-3-1 0,0 0 3 16,-13 13 0-16,4-9 1 0,-1 0 0 0,-3 1-3 15,-5-1 2-15,-1-2-9 0,1 1-18 0,-1-3-24 16,1 4-30-16,3-4-45 0,-1 1-71 0,5-2-77 16,-7 4-205-16,18-3-510 0,-23-10 227 0</inkml:trace>
  <inkml:trace contextRef="#ctx0" brushRef="#br0" timeOffset="204946.84">25212 7167 29 0,'0'0'55'16,"0"0"-7"-16,0 0 6 0,0 0-15 0,0 0 0 15,0 0-3-15,0 0-9 0,0 0 3 0,0 0-8 16,0 0 1-16,0 0 5 0,0 0-6 0,0 0-6 16,0 0 1-16,0 0-9 0,0 0 7 0,0 0 2 15,0 0-5-15,0 0-1 0,0 0-1 0,0 0 1 16,0 0 5-16,0 0 4 0,0 0-4 0,-2 11 2 15,2-11 0-15,0 0-3 0,0 0-1 0,0 0 0 16,0 0 10-16,0 0-4 0,0 0 1 0,0 0-12 16,0 0 11-16,0 0-13 0,0 0 19 0,0 0-9 15,0 0 0-15,0 0-8 0,0 0 7 0,0 0 4 0,0 0-1 16,0 0-5-16,0 0 7 0,0 0-3 0,0 0-3 16,9 4 2-16,-9-4 7 0,0 0-2 15,0 0-6-15,0 0 5 0,0 0-6 0,0 0 0 16,0 0-3-16,0 0 0 0,0 0 7 0,0 0-1 0,0 0 0 15,0 0-1-15,0 0 0 0,0 0-13 0,0 0 18 16,0 0-1-16,0 0-8 0,0 0 9 16,0 0-1-16,0 0-6 0,0 0 8 0,0 0 0 15,0 0-5-15,0 0-4 0,0 0 5 0,0 0 2 0,0 0-3 16,0 0 2-16,0 0-4 0,0 0 3 0,0 0-3 16,0 0 2-16,0 0 1 0,0 0-5 0,0 0-2 15,0 0 0-15,0 0 3 0,0 0 1 0,0 0-3 16,0 0-2-16,0 0 0 0,0 0 5 0,0 0-7 15,0 0-13-15,0 0 20 0,0 0-1 0,0 0-2 16,0 0 5-16,0 0-3 0,0 0-2 0,0 0 2 16,0 0-5-16,0 0 6 0,0 0-4 0,0 0-1 15,0 0-1-15,0 0 1 0,0 0-3 0,0 0-2 16,0 0 2-16,0 0-5 0,0 0-1 0,0 0 5 16,0 0-5-16,0 0 2 0,0 0-2 0,0 0-1 15,0 0 3-15,0 0 2 0,0 0-2 0,0 0 0 16,0 0-1-16,0 0 3 0,0 0-4 0,0 0 1 15,0 0 1-15,0 0 1 0,0 0 0 0,0 0 3 16,0 0-7-16,0 0 4 0,0 0-5 0,0 0 3 16,0 0-1-16,0 0 5 0,0 0-4 0,0 0 1 15,0 0 5-15,0 0-6 0,0 0-3 0,0 0 8 16,0 0-5-16,0 0-1 0,0 0 4 0,0 0 1 16,0 0-4-16,0 0-2 0,0 0-1 0,0 0 2 15,0 0 5-15,0 0-2 0,0 0-3 0,0 0 1 16,0 0-1-16,0 0-1 0,0 0 1 0,0 0 4 15,0 0-4-15,0 0 4 0,0 0 0 0,0 0 1 16,0 0-7-16,0 0 3 0,0 0-1 0,0 0 0 16,0 0-3-16,0 0 4 0,0 0 0 0,0 0-4 15,0 0-4-15,0 0 7 0,0 0-2 0,0 0 1 16,0 0-6-16,0 0 5 0,0 0 0 0,0 0-1 16,0 0 0-16,0 0 1 0,0 0-7 0,0 0 3 15,0 0 3-15,0 0-2 0,0 0 3 0,0 0-1 16,0 0-4-16,0 0 8 0,0 0-3 0,0 0 3 15,0 0-4-15,0 0 5 0,0 0-6 0,0 0 3 0,0 0 3 16,0 0-2-16,0 0-2 0,0 0 3 16,0 0-3-16,0 0 0 0,0 0 2 0,0 0-4 15,0 0 5-15,0 0-3 0,0 0 0 0,0 0-3 16,0 0 7-16,0 0-5 0,0 0 1 0,0 0-5 0,0 0 6 16,0 0 1-16,0 0-3 0,0 0 4 15,0 0-5-15,0 0-1 0,0 0 4 0,0 0 3 0,0 0-1 16,0 0-6-16,0 0 2 0,0 0-1 15,0 0 5-15,0 0 0 0,0 0-7 0,0 0 5 0,0 0-3 16,0 0 1-16,0 0-2 0,0 0 3 0,0 0-2 16,0 0 4-16,0 0-3 0,0 0 2 0,0 0 1 15,0 0-5-15,0 0 7 0,0 0-4 16,0 0 1-16,0 0 0 0,0 0-1 0,0 0-2 0,0 0 8 16,0 0-5-16,0 0-3 0,0 0 3 0,0 0-4 15,0 0 0-15,0 0 2 0,0 0 1 0,0 0 1 16,0 0-4-16,0 0-2 0,0 0 8 0,0 0-9 15,0 0 11-15,0 0-2 0,0 0-7 16,0 0 3-16,0 0 2 0,0 0-1 0,0 0-1 0,0 0 4 16,0 0-3-16,0 0-6 0,0 0 9 0,0 0-4 15,0 0 2-15,0 0-4 0,0 0 2 0,0 0 0 16,0 0 1-16,0 0 0 0,0 0 5 0,0 0-1 16,0 0-7-16,0 0 2 0,0 0 4 0,0 0-3 15,0 0-1-15,0 0 2 0,0 0 1 0,0 0-2 16,0 0-1-16,0 0 5 0,0 0-2 0,0 0-4 15,0 0-1-15,0 0 5 0,0 0-1 0,0 0-1 16,0 0-1-16,0 0 4 0,0 0 2 0,0 0-3 16,0 0-2-16,0 0 1 0,0 0-1 0,0 0 5 15,0 0-5-15,0 0 4 0,0 0 8 0,0 0 0 16,0 0-1-16,0 0 3 0,0 0 5 0,0 0-3 16,0 0 2-16,0 0-1 0,0 0-4 0,0 0 0 15,0 0-1-15,0 0 0 0,0 0-2 0,0 0 0 16,0 0-2-16,0 0-3 0,0 0 3 0,0 0-5 15,0 0 1-15,0 0 1 0,0 0-1 0,0 0-3 16,0 0 0-16,0 0 0 0,0 0-3 0,0 0 0 0,0 0-2 16,0 0-7-16,0 0 1 0,0 0 0 15,0 0 3-15,0 0 2 0,0 0 2 0,0 0-4 16,0 0-7-16,0 0 0 0,0 0-11 0,0 0 2 16,0 0-5-16,0 0-12 0,0 0-14 0,0 0-13 15,0 0-12-15,0 0-13 0,0 0-16 0,0 0-7 0,0 0-6 16,0 0-16-16,0 0-94 0,0 0-249 15,0 0 111-15</inkml:trace>
  <inkml:trace contextRef="#ctx0" brushRef="#br0" timeOffset="206076.81">26201 7041 202 0,'0'0'214'0,"-5"-6"-5"0,5 6-12 15,-5-4-3-15,5 4-11 0,0 0-7 0,0 0-8 16,0 0-7-16,-2-9-13 0,2 9 3 0,0 0-21 16,0 0-13-16,0 0-7 0,0 0-4 0,0 0-10 15,0 0-9-15,0 0-2 0,0 0-9 0,-2-7-8 16,2 7-6-16,0 0-4 0,0 0-4 0,0 0-9 16,0 0-3-16,0 0-1 0,0 0 2 0,0 0-6 0,0 0 4 15,0 0-7-15,0 0-1 0,0 0-6 16,-4-6-1-16,4 6-3 0,0 0-4 0,0 0-2 15,-1-10 2-15,1 10 3 0,0 0 2 0,-2-8 6 16,2 8-6-16,0 0 3 0,0 0 3 0,-4-8 0 16,4 8 4-16,0 0-3 0,0 0-1 0,0 0 2 15,0 0-6-15,0 0-11 0,-2-6 4 0,2 6 2 16,0 0 1-16,0 0-17 0,0 0-1 0,0 0-4 0,0 0 0 16,0 0 1-16,0 0-1 0,0 0-1 0,-3 25-2 15,2-13 3-15,-2 5 0 0,1-2 1 0,-3 3 9 16,5 0-13-16,-4-1 15 0,3-2-19 0,-1 2 8 15,0 1-4-15,2-3 3 0,-2 1 3 0,2-4 3 16,0-1-6-16,0 0 16 0,0-1-10 0,2 0 0 16,-2-2 2-16,2 2 0 0,-2-10 2 0,0 9-5 15,0-9 3-15,0 9-5 0,0-9 8 0,0 0-5 16,0 7 5-16,0-7 2 0,0 0-3 0,0 0-4 16,0 0 4-16,0 0-1 0,0 9-6 0,0-9-1 15,0 0-17-15,0 0-16 0,0 0-37 0,0 0-36 16,0 0-45-16,0 0-58 0,0 0-54 0,0 0-282 15,0 0-589-15,0 0 260 0</inkml:trace>
  <inkml:trace contextRef="#ctx0" brushRef="#br0" timeOffset="207094.16">27564 6983 188 0,'0'0'201'0,"0"-9"1"0,0 9-1 0,0 0-11 16,0 0-8-16,0-10-16 0,0 10-9 0,0 0-9 15,0 0-10-15,0-9-8 0,0 9-7 0,0 0-5 16,0 0-7-16,0 0-7 0,0 0-7 0,0-10-3 16,0 10-9-16,0 0-3 0,0 0-9 0,0 0 6 15,0 0-7-15,0 0-2 0,0 0-4 0,-2-7-5 16,2 7 1-16,0 0-12 0,0 0 2 0,0 0-7 15,0 0-2-15,0 0-3 0,0 0-4 0,0 0-2 16,0 0-4-16,-2-7-2 0,2 7-2 0,0 0-6 16,0 0 2-16,0 0-6 0,0 0-3 0,0 0-1 15,-2-9-2-15,2 9 1 0,0 0-4 0,0 0 1 16,-5-7-3-16,5 7 0 0,0 0 1 0,0 0 11 16,-4-8-13-16,4 8-2 0,0 0 3 0,0 0-1 15,-5-6 0-15,5 6-3 0,0 0-3 0,-5-6 0 16,5 6 7-16,0 0-4 0,0 0-5 0,0 0 7 15,-2-8 0-15,2 8-1 0,0 0-2 0,0 0-2 16,-2-8 4-16,2 8 7 0,0 0-2 0,0 0 8 16,0 0-1-16,0 0-1 0,0 0 2 0,0 0 1 15,0 0-15-15,0 0 7 0,0 0 2 0,0 0-3 16,0 0-2-16,0 0-5 0,0 0-1 0,0 0 0 16,0 0-1-16,0 0-1 0,0 0 3 0,0 0 2 0,-3 22-2 15,3-13 0-15,-1 3 11 0,0-2-14 16,1 1 0-16,-4 2 1 0,4 0 0 0,-2-3 1 15,0 2 5-15,2 0 8 0,0 1-13 0,0-2 1 16,0 0 2-16,-1 1 0 0,-1-5 0 0,-1 4 33 0,3-1-5 16,0-2-1-16,0-2 2 0,0-6 1 0,0 11-4 15,0-11-2-15,0 10 4 0,0-10-4 0,0 9-5 16,0-9 1-16,0 0-2 0,0 9-2 16,0-9-1-16,0 0-2 0,0 0 12 0,0 9-10 15,0-9-3-15,0 0-5 0,0 0 0 0,0 0-6 0,0 0-19 16,0 0-28-16,0 0-35 0,0 0-35 0,0 0-42 15,0 0-45-15,0 0-62 0,0 0-46 0,0 0-221 16,0 0-573-16,0 0 254 0</inkml:trace>
  <inkml:trace contextRef="#ctx0" brushRef="#br0" timeOffset="208315.2">28550 6873 14 0,'6'-3'146'16,"-6"3"-5"-16,0 0-15 0,0 0-10 0,0 0-9 15,0 0-14-15,0 0-1 0,5-3-10 0,-5 3-3 16,0 0 1-16,0 0-6 0,0 0-8 0,0 0 10 15,0 0-14-15,0 0 0 0,6-6 3 0,-6 6-10 16,0 0-9-16,0 0-7 0,0 0 9 0,0 0-12 16,0 0-4-16,0 0 4 0,0 0-7 0,0 0-1 15,0 0-6-15,0 0 0 0,0 0 1 0,0 0-5 16,0 0 7-16,0 0 1 0,0 0-2 0,0 0 6 16,0 0 2-16,0 0 1 0,0 0 4 0,0 0 2 15,0 0 4-15,0 0 0 0,0 0-1 0,0 0 4 16,0 0-2-16,0 0-1 0,0 0 7 0,0 0-8 15,0 0 0-15,0 0 1 0,0 0 0 0,0 0-4 0,0 0 0 16,0 0-3-16,0 0 0 0,0 0-3 16,0 0 2-16,0 0-1 0,0 0 0 0,0 0 1 0,0 0 3 15,0 0-2-15,0 0 4 0,0 0-4 16,0 0-2-16,0 0-2 0,0 0 1 0,0 0-2 16,0 0 0-16,0 0-2 0,0 0 1 0,0 0-4 0,0 0-3 15,0 0 1-15,0 0-5 0,0 0 2 16,0 0-1-16,0 0-7 0,0 0 0 0,0 0 2 15,0 0 0-15,0 0-4 0,0 0-2 0,0 0 0 16,0 0 4-16,0 0-6 0,0 0 1 0,0 0 0 0,0 0-5 16,0 0 4-16,0 0 3 0,0 0 1 0,0 0-3 15,0 0 1-15,0 0 4 0,0 0-7 0,0 0 6 16,0 0-3-16,0 0 3 0,0 0-3 16,0 0 4-16,0 0-6 0,0 0 5 0,0 0-4 0,0 0 2 15,0 0 5-15,0 0 2 0,0 0 0 0,0 0-6 16,0 0 11-16,0 0-3 0,0 0 3 0,0 0 0 15,0 0-2-15,0 0 3 0,0 0 5 0,0 0-4 16,0 0 5-16,0 0-4 0,0 0 4 0,0 0-2 16,0 0 6-16,0 0-1 0,0 0 1 0,0 0-4 15,0 0-2-15,0 0 14 0,0 0-16 0,0 0-3 16,0 0 2-16,0 0-12 0,0 0 5 0,0 0-3 16,0 0 1-16,0 0 11 0,0 0-24 0,0 0-1 15,0 0 7-15,4 18-2 0,-4-11 1 0,0 2-2 16,0 1 11-16,-1 1-15 0,1 4-2 0,-1 1 3 15,1-3-1-15,-3 2 4 0,0 2-1 0,1 1-4 16,1-3 2-16,0 1 4 0,-1-2 4 0,2 1-6 16,-1-2 1-16,0-3-5 0,-1 2 2 0,1-4 6 15,-1 4 0-15,2-3-6 0,-3-2 13 0,3 1-16 16,0-8 3-16,-1 11 4 0,1-11-3 0,-3 9-15 16,3-9-22-16,0 9-33 0,0-9-1 0,-4 5-33 15,4-5-49-15,-7 3-50 0,7-3-69 0,-11 0-58 16,11 0-232-16,-16-2-603 0,16 2 267 0</inkml:trace>
  <inkml:trace contextRef="#ctx0" brushRef="#br0" timeOffset="209445.18">25182 6406 30 0,'0'0'161'0,"0"0"0"0,-15-1-2 16,15 1-8-16,-10-3-7 0,10 3-9 0,-14-2-4 0,7 1-7 16,7 1 0-16,-11 0 1 0,11 0-2 0,-12 0-4 15,12 0-4-15,-9-2-4 0,9 2-9 0,0 0-9 16,0 0-8-16,0 0-4 0,-11-1-7 16,11 1-4-16,0 0-2 0,0 0-7 0,0 0-7 0,0 0-6 15,0 0-2-15,0 0-2 0,0 0-4 0,0 0 3 16,0 0 1-16,0 0 3 0,0 0-1 0,0 0 2 15,34-3-6-15,-21 3 2 0,5-1-2 0,0 0 1 16,4 1 0-16,-1 0 0 0,0-2-2 16,7-2 7-16,-1 2-9 0,0-2 0 0,-7 2-6 0,1 0 0 15,-4 0 1-15,2 2-8 0,-6-1 4 0,-1-1-7 16,-1 2-4-16,0 0 3 0,-1-3-5 0,-10 3-2 16,14 0-3-16,-14 0-19 0,10-1-18 15,-10 1-29-15,9-2-26 0,-9 2-36 0,0 0-42 16,0 0-45-16,0 0-37 0,0 0-229 0,0 0-508 0,0 0 225 15</inkml:trace>
  <inkml:trace contextRef="#ctx0" brushRef="#br0" timeOffset="210306.73">24248 6399 158 0,'0'0'211'16,"0"0"-5"-16,0 0-7 0,-4-7-8 0,4 7-13 15,0 0-8-15,0 0-6 0,0 0-17 0,0 0-10 16,0 0-12-16,0 0-12 0,0 0-4 0,7-9-14 16,-7 9-6-16,8-3-6 0,-8 3-10 0,0 0-1 15,12-1-9-15,-12 1-6 0,9 0-3 0,-9 0-7 16,11 4-4-16,-4-2-7 0,-3 2-4 0,-4-4-3 15,7 6-2-15,-3-1-1 0,0 1-5 0,-3 1 3 16,2-2-4-16,-1 5-1 0,-2-1 2 0,-5 0-3 16,3 1-4-16,-6 0 6 0,2-1 0 0,-3 2 2 15,1-4-6-15,-6 5 4 0,4-5-8 0,0-1 2 16,-1 1-2-16,4-1 4 0,-2-2-6 0,1-1 2 16,3 0-2-16,5-3 0 0,-8 6-2 0,8-6 6 15,-6 3-2-15,6-3-3 0,-5 3-3 0,5-3 0 16,0 0 3-16,0 0-2 0,0 0-4 0,-8 4 2 15,8-4-2-15,0 0-1 0,0 0 2 0,0 0 1 16,0 0-3-16,0 0 2 0,19 2 2 0,-19-2 0 16,18 0 0-16,-6 0 2 0,-1-2-9 0,3 0-10 15,4 0-13-15,0 1-7 0,-1-1-19 0,-5-1-16 16,1 2-10-16,1 0-17 0,-1-2-11 0,-1 1-14 16,2 0 7-16,-2-1 6 0,0 0 5 0,3 0 1 15,-3-2 2-15,1 2 4 0,0-3 14 0,-2 3 10 16,-1-1 3-16,-1-2 9 0,0 1 12 0,-1 1 16 15,-1 0 13-15,1 2 15 0,-8 2 14 0,9-4 11 16,-9 4 2-16,6-4 7 0,-6 4-1 0,0 0 4 16,0 0 0-16,0 0 5 0,0 0-2 0,0 0 8 15,0 0-2-15,0 14-3 0,0-14-1 0,0 0-4 16,-5 13 0-16,5-13-5 0,-1 7-3 0,1-7-2 16,0 0-2-16,1 12 0 0,4-8-2 0,-5-4 6 15,5 7 5-15,1-5 9 0,-6-2 1 0,12 4 2 16,-5-4 8-16,-7 0 4 0,14 0-7 0,-3-1 1 15,-3 0-9-15,1-1 3 0,0 0 0 0,-9 2 2 16,11-5-3-16,-7 1-1 0,0 0-5 0,1-1-3 16,-5 5-4-16,4-10 0 0,-5 2-6 0,1 8-6 15,-3-17-1-15,-2 9-4 0,1-1 0 0,0 0 0 16,-3 3-7-16,-4 1 2 0,5 0-19 0,1 2-26 16,-4-1-26-16,-1 2-23 0,-3 2-34 0,3 2-41 15,-2-1-57-15,3 1-59 0,-5-1-147 0,5 1-458 16,9-2 203-16</inkml:trace>
  <inkml:trace contextRef="#ctx0" brushRef="#br0" timeOffset="211222.53">24074 4203 47 0,'-1'11'151'0,"1"-11"-9"16,-3 7-3-16,3-7-5 0,0 10-6 0,0-10 1 15,0 0-5-15,0 8-3 0,0-8 5 0,0 0 2 16,0 0 1-16,-1 8 35 0,1-8-2 0,0 0-10 16,0 0 0-16,0 0-8 0,0 0-12 0,0 0-13 15,0 0-7-15,0 0-8 0,0 0-6 0,0 0-6 16,0 0-9-16,-11-17-1 0,11 17-1 0,-3-9-10 15,3 9-3-15,-1-13-12 0,2 6-7 0,2-3 0 16,-3 10-6-16,2-13-7 0,1 7-3 0,1 0-9 16,1 0-5-16,0 1-5 0,0 0-9 0,1 3 0 15,1 0 0-15,4 1-3 0,-1 2-14 16,2 1 13-16,-1 0-5 0,0 3 2 0,0 0 0 0,-2 1-1 16,0 1 0-16,-2 1 4 0,-1-2-3 0,0 0-10 15,-2 2 20-15,0-3-6 0,-2-1 1 0,2 3-1 16,-4-7-3-16,4 8 6 0,-4-8-2 15,8 6 5-15,-8-6 0 0,5 5 2 0,-5-5-6 16,0 0 8-16,0 0-1 0,0 0 2 0,0 0 2 0,0 0 1 16,0 0-7-16,0 0 1 0,8-13-3 0,-5 7-3 15,1 0-3-15,0 1-2 0,2 0-14 0,-1 0 13 16,1 1 0-16,-6 4-4 0,6-8-5 0,-6 8-8 16,9-3-8-16,-9 3 5 0,8 0-3 0,-8 0 1 15,0 0-1-15,14 4 5 0,-9 0 1 16,0-1 2-16,0 3-15 0,-4-1-12 0,4 1-16 15,-3 2-24-15,0-1-29 0,0 0-43 0,0 0-57 0,-2-7-57 16,0 13-157-16,0-13-462 0,0 0 204 0</inkml:trace>
  <inkml:trace contextRef="#ctx0" brushRef="#br0" timeOffset="211603.87">24466 4189 12 0,'0'0'210'0,"0"0"-19"0,7-2-13 15,-7 2-18-15,0 0 1 0,0 0-1 0,0 0-2 16,4 13-6-16,-4-13-3 0,-2 11-8 16,2-11-8-16,-1 12-11 0,1-12-8 0,-1 11-3 15,1-11-7-15,0 10-5 0,0-10 1 0,0 9 13 16,0-9 16-16,0 0 12 0,-3 6 11 0,3-6-6 16,0 0-20-16,0 0-2 0,0 0-12 0,0 0-6 15,0 0-5-15,-11-18-4 0,11 18-5 0,-1-14-13 16,-2 2-4-16,3 3-15 0,1-4-3 0,-1 1-5 15,2 0-9-15,0-4-16 0,2 0-3 0,1 0 4 16,-1 5-7-16,0-1-3 0,2 1-4 0,-2 2-2 16,0 2-2-16,-3 0 2 0,3 2-14 0,-4 5-2 15,9-6 3-15,-9 6-17 0,0 0 13 0,13 6-3 16,-6 1 3-16,0 2 6 0,-3 1-3 0,3 5 3 16,-3-1 8-16,3 1-6 0,-5-3-9 0,6 3 2 15,-5 0 4-15,0-3-4 0,1 1-25 0,0-3-30 16,1 1-30-16,-4-1-25 0,2 0-24 0,-2-3-15 15,-1-1-20-15,0-6-20 0,0 0-31 0,0 0-25 16,-5 16-24-16,1-14-176 0,4-2-484 0,-14 3 215 16</inkml:trace>
  <inkml:trace contextRef="#ctx0" brushRef="#br0" timeOffset="211717.73">24484 4217 30 0,'0'0'150'0,"-3"-6"-7"0,3 6-14 0,0 0-9 15,-3-6-11-15,3 6-11 0,0 0-8 0,0 0-9 16,10-7-17-16,-10 7 1 0,17-6-10 0,-17 6-9 15,11-3-24-15,2 1-50 0,1-2-49 0,-5 2-107 16,-9 2-197-16,19-7 88 0</inkml:trace>
  <inkml:trace contextRef="#ctx0" brushRef="#br0" timeOffset="211894.66">24711 4064 182 0,'0'0'181'0,"12"5"-5"15,-8 0-2-15,-4-5-9 0,7 11-12 0,-3-4-13 16,1 1-5-16,-3 3-11 0,3 1-12 0,-5-1-10 16,2 5-9-16,-2-3-3 0,-7 3-14 0,2 0-34 15,-4-1-35-15,0 0-40 0,-2-3-53 0,-2-2-52 16,-2 2-145-16,-6 2-306 0,2-7 135 0</inkml:trace>
  <inkml:trace contextRef="#ctx0" brushRef="#br0" timeOffset="212095.22">23936 4034 151 0,'-7'12'201'15,"4"-2"-17"-15,2 5-13 0,-3 6-14 0,3 2-17 16,1 5-9-16,1 0-16 0,-1 2-11 0,2-4-36 0,2 2-39 15,1-1-24-15,3-4-59 0,5 3-77 0,-3-1-82 16,5-4-229-16,-1 0 103 0</inkml:trace>
  <inkml:trace contextRef="#ctx0" brushRef="#br0" timeOffset="212692.97">25343 5031 50 0,'0'0'182'0,"-9"2"-13"0,9-2-9 16,-14 1-6-16,7-1-5 0,-4 0-14 0,2 0 6 15,-2 0-9-15,2 0-6 0,-4 0-9 0,3 0-4 0,2 0-7 16,8 0-7-16,-19 0-4 0,15 2-1 16,4-2-10-16,-12 0-10 0,12 0-10 0,-8 1-1 15,8-1-10-15,0 0-6 0,0 0-2 0,0 0 3 16,0 0-3-16,0 0 5 0,38 5-15 0,-10-5 2 16,2-2-7-16,3-1-1 0,2 2-13 0,-5-1-24 15,1 2-27-15,-3 0-31 0,-10 0-40 0,1-1-45 0,-6-1-46 16,-2 2-167-16,-6 0-393 0,-5 0 174 15</inkml:trace>
  <inkml:trace contextRef="#ctx0" brushRef="#br0" timeOffset="213280.3">24344 5011 183 0,'0'0'226'0,"-6"-7"-11"16,6 7-16-16,-6-6-10 0,6 6-18 0,-3-5-16 16,3 5-21-16,0 0-17 0,0 0-11 0,0 0-13 15,0 0-13-15,0 0-6 0,-9 11-9 0,6-3-3 16,-1 3-6-16,2-1-4 0,2 2-5 0,0-1-4 16,1 0-3-16,-1 1-5 0,5-2 2 0,-2 2-6 15,0-3 3-15,1 2-3 0,1-3 7 0,1 0 0 16,-3-3-5-16,6 2 3 0,-1-1-2 0,-3-4 4 15,2 1 4-15,-7-3-2 0,12 3 4 0,-5-3 0 16,-7 0-6-16,13-2 8 0,-5-2-8 0,-8 4 2 16,12-7-5-16,-6 2 1 0,1-2-8 0,0-2 4 15,0 1-4-15,-1 0 1 0,-1 0 1 0,2-2 0 16,0 0 0-16,-1 2 1 0,-3 1 5 0,0 3 1 16,2-2-3-16,-5 6 0 0,4-9-7 0,-4 9-9 15,5-4-1-15,-5 4-6 0,0 0-2 0,0 0 1 16,0 0-4-16,0 0 0 0,7 14 0 0,-4-6 1 15,-2 0-3-15,1 1 4 0,-1 3 6 0,0-2-8 16,-1 2-5-16,1-1 3 0,-2 0-3 0,2 0 5 16,-2 0-1-16,2 0 12 0,-1-1-12 0,-1 1-10 15,2-5-29-15,-1 5-28 0,2-4-39 0,-2-7-37 16,0 0-42-16,0 18-54 0,0-18-44 0,0 0-161 16,0 13-475-16,0-13 211 0</inkml:trace>
  <inkml:trace contextRef="#ctx0" brushRef="#br0" timeOffset="213550.8">24624 5157 164 0,'0'0'177'16,"0"0"-11"-16,6 6-3 0,-6-6-9 0,5 3-5 16,-5-3-4-16,7 3-3 0,-1 0-6 0,0-1-10 15,-6-2-10-15,13 1-3 0,-5 1-2 0,4-4 0 16,-1 0-6-16,-2-1-6 0,4-1-4 0,-3 1-2 15,-4-1 2-15,2-2-2 0,0 2-7 0,-3-2-6 16,1 0-8-16,-4 0-7 0,0-1 1 0,-1 0-9 16,-1 7-8-16,-2-15-4 0,-1 6-10 0,-2 4-1 15,-1-1-6-15,-2-2-5 0,-1 4-7 0,1 3-4 16,-3 1-14-16,-2 1-17 0,3-1-18 0,0 3-19 16,-2 1-27-16,3 1-45 0,-1-1-56 0,4 1-68 15,-2 2-158-15,8-7-445 0,-5 7 197 0</inkml:trace>
  <inkml:trace contextRef="#ctx0" brushRef="#br0" timeOffset="-208907.85">25242 7192 41 0,'0'0'85'0,"0"0"-1"15,0 0-11-15,0 0-4 0,0 0 1 0,0 0-3 16,0 0-4-16,0 0-1 0,0 0-5 0,0 0-5 16,0 0-10-16,0 0 3 0,0 0-16 0,0 0 4 15,0 0-5-15,0 0 6 0,0 0-11 0,0 0 8 16,0 0-14-16,0 0 3 0,0 0-3 0,0 0 12 15,0 0-11-15,0 0 6 0,0 0-1 0,0 0-4 16,0 0-1-16,0 0-3 0,0 0 2 0,0 0-3 16,0 0-12-16,0 0 14 0,0 0-7 0,0 0-2 15,0 0 4-15,0 0-5 0,0 0 5 0,0 0-10 16,0 0 1-16,0 0 6 0,0 0-11 0,0 0 3 16,0 0-3-16,0 0 1 0,0 0 1 0,0 0-1 15,0 0 10-15,0 0-6 0,-21 11 1 0,21-11 0 16,0 0-9-16,0 0 4 0,0 0 2 0,0 0-10 15,-7 3 12-15,7-3 0 0,0 0-4 0,0 0 4 16,0 0-1-16,0 0 1 0,0 0 0 0,0 0-1 0,0 0-7 16,-9 2 0-16,9-2 1 0,0 0 11 15,0 0-10-15,0 0 8 0,0 0-1 0,0 0-6 16,0 0-3-16,0 0 9 0,0 0-6 0,0 0 2 16,0 0 5-16,0 0 4 0,0 0 1 0,0 0-3 15,-2 5 8-15,2-5 5 0,0 0-2 0,0 0 4 16,0 0 2-16,0 0 0 0,0 0 9 0,0 0 4 15,0 0 3-15,0 0 4 0,0 0-2 0,0 0-1 16,0 0 0-16,0 0 3 0,0 0 0 0,0 0-9 0,0 0 4 16,0 0-4-16,0 0-1 0,0 0-1 0,0 0-4 15,0 0-2-15,0 0-2 0,12-14-4 0,-12 14 3 16,0 0-4-16,0 0-4 0,0 0 4 16,0 0-1-16,0 0-5 0,4-7 3 0,-4 7-1 0,0 0-1 15,0 0-2-15,7-6 1 0,-7 6-4 0,0 0 1 16,0 0 5-16,0 0-8 0,0 0-3 0,0 0 3 15,0 0-1-15,0 0-2 0,0 0 2 16,0 0-2-16,0 0 3 0,0 0-4 0,0 0 3 0,0 0 2 16,6-3 0-16,-6 3-1 0,0 0 1 0,0 0 0 15,0 0 3-15,0 0-5 0,0 0 3 0,0 0-1 16,0-9 2-16,0 9 0 0,0 0 0 0,0 0-1 16,0 0 0-16,0 0 0 0,0 0-3 0,0 0 0 15,4-7 4-15,-4 7-2 0,0 0-1 0,0 0 0 16,6-4 2-16,-6 4-1 0,0 0 0 0,0 0 0 15,4-6 2-15,-4 6 3 0,0 0 1 0,3-7-5 16,-3 7 7-16,4-5-1 0,-4 5-2 0,0 0 3 16,4-7-2-16,-4 7 2 0,0 0-7 0,5-4 5 15,-5 4-3-15,0 0 0 0,3-5-1 0,-3 5-1 16,0 0-1-16,3-6-3 0,-3 6 1 0,0 0 3 16,0 0-2-16,5-6-2 0,-5 6 1 0,0 0-3 15,0 0 2-15,0 0-1 0,0 0-1 0,0 0 0 16,0 0 1-16,0 0-6 0,0 0 2 0,0 0 0 15,5-5-12-15,-5 5-2 0,0 0-9 0,0 0-11 16,0 0-16-16,0 0-2 0,0 0-6 0,0 0 2 16,0 0-9-16,0 0 1 0,0 0-1 0,0 0-8 15,-18 16 3-15,18-16-1 0,-5 6 6 0,5-6 6 16,-8 4 5-16,8-4 5 0,-7 5 5 0,7-5 0 16,-7 4-2-16,7-4 4 0,-6 4 6 0,6-4 2 15,-6 6 1-15,6-6 7 0,0 0-1 0,-7 4-5 0,7-4 10 16,0 0-2-16,-7 6 5 0,7-6-4 15,0 0 13-15,-4 4-4 0,4-4 13 0,0 0-5 16,-8 3 6-16,8-3-1 0,0 0 9 0,0 0-1 16,0 0 9-16,0 0 0 0,0 0 9 0,0 0 3 0,-5 4-1 15,5-4-8-15,0 0 8 0,0 0 1 0,0 0 6 16,0 0-6-16,0 0 1 0,0 0-2 16,0 0 3-16,0 0-4 0,0 0 3 0,0 0-6 15,0 0-1-15,0 0 0 0,0 0-2 0,0 0 0 0,0 0-7 16,0 0 3-16,0 0-5 0,0 0-2 0,0 0 7 15,0 0-1-15,0 0-2 0,0 0-1 16,0 0 4-16,0 0-1 0,0 0 4 0,0 0-2 16,0 0 0-16,0 0 2 0,0 0 1 0,0 0 2 0,0 0-2 15,0 0 0-15,0 0 0 0,0 0 2 0,0 0 5 16,0 0-4-16,0 0 1 0,0 0-3 0,0 0 0 16,0 0-2-16,0 0 1 0,0 0-1 0,0 0 2 15,0 0 1-15,0 0-6 0,0 0 5 16,0 0-4-16,0 0-3 0,0 0 1 0,0 0 4 0,0 0 1 15,0 0-3-15,15-13 1 0,-15 13-1 0,0 0-6 16,0 0 2-16,0 0 0 0,0 0-2 16,5-6-2-16,-5 6-1 0,0 0 0 0,0 0 2 0,4-6-1 15,-4 6-3-15,0 0-1 0,0 0 2 0,7-3 2 16,-7 3 2-16,0 0 3 0,0 0 2 0,6-7-1 16,-6 7 2-16,0 0 0 0,5-5 6 0,-5 5-4 15,5-3 2-15,-5 3-1 0,0 0 0 0,5-6-2 16,-5 6 1-16,0 0-5 0,0 0 1 0,0 0-3 15,4-6-1-15,-4 6 1 0,0 0-2 0,0 0 0 16,0 0 0-16,0 0-3 0,1-9 5 0,-1 9-6 16,0 0-1-16,0 0-5 0,0 0 6 0,3-5 1 15,-3 5 3-15,0 0-4 0,0 0 5 0,3-7 2 16,-3 7-4-16,0 0 3 0,6-5-1 0,-6 5 0 16,0 0-2-16,0 0 4 0,1-8-4 0,-1 8-1 15,0 0 3-15,0 0-1 0,0 0 1 0,2-7-6 16,-2 7 3-16,0 0 1 0,0 0-5 0,3-8 4 15,-3 8-3-15,0 0-3 0,0 0 10 0,3-6-7 16,-3 6 0-16,0 0-1 0,0 0 2 0,0 0-3 16,0 0 2-16,5-11-1 0,-5 11 5 0,0 0-2 15,1-6-1-15,-1 6-1 0,0 0 1 0,3-5 1 16,-3 5 3-16,0 0-3 0,2-6 5 0,-2 6-9 0,0 0 4 16,3-6 2-16,-3 6-4 0,0 0 0 15,4-6 2-15,-4 6 0 0,4-6-1 0,-4 6-4 16,0 0 5-16,5-7-3 0,-5 7-2 0,6-5-3 15,-6 5 1-15,0 0 2 0,4-7 1 0,-4 7-3 0,0 0-1 16,2-6 5-16,-2 6-1 0,0 0-3 0,2-7 3 16,-2 7 0-16,0 0 3 0,4-7 3 15,-4 7-2-15,0 0-3 0,3-6 6 0,-3 6-3 16,0 0 0-16,0 0-1 0,6-7 4 0,-6 7-2 0,0 0 2 16,0 0-2-16,2-5-5 0,-2 5 5 0,0 0 3 15,0 0-4-15,5-5 3 0,-5 5-7 0,5-6 0 16,-5 6 8-16,0 0-6 0,0 0-2 15,5-7 0-15,-5 7 2 0,0 0-2 0,4-6 1 0,-4 6 8 16,4-4 0-16,-4 4-1 0,4-6 8 0,-4 6-6 16,0 0 3-16,0 0 0 0,3-9-4 0,-3 9-1 15,0 0 5-15,2-6-5 0,-2 6 4 16,0 0-5-16,7-6 2 0,-7 6-3 0,0 0-1 16,3-5-1-16,-3 5-2 0,0 0 2 0,6-6-3 0,-6 6-5 15,0 0 15-15,0 0-16 0,2-10 5 0,-2 10 3 16,4-4-4-16,-4 4-6 0,0 0 2 0,5-8 4 15,-5 8 2-15,0 0-1 0,4-7-3 0,-4 7 5 16,4-3 1-16,-4 3-9 0,0 0 6 0,0 0 0 16,6-4 5-16,-6 4-3 0,0 0 1 0,6-6-1 15,-6 6-1-15,0 0 14 0,0 0-14 0,5-6-3 16,-5 6 4-16,0 0 1 0,4-5 13 0,-4 5-15 16,0 0 6-16,3-4-7 0,-3 4 1 0,0 0 2 15,0 0-1-15,5-5 3 0,-5 5-5 0,0 0 3 16,0 0 2-16,0 0-4 0,6-6 2 0,-6 6 3 15,0 0-3-15,0 0 0 0,4-6 2 0,-4 6-5 16,0 0 4-16,3-5 3 0,-3 5-6 0,0 0 3 16,0 0 3-16,0 0-6 0,4-7 18 0,-4 7-17 15,0 0 2-15,0 0-1 0,2-7 3 0,-2 7 7 16,4-4-8-16,-4 4-2 0,0 0 0 0,5-6-3 16,-5 6 5-16,0 0-6 0,0 0 7 0,4-4-2 15,-4 4 0-15,0 0 5 0,6-5-1 0,-6 5-7 16,0 0 4-16,6-4-1 0,-6 4 7 0,0 0-7 15,0 0 2-15,0 0-2 0,0 0 7 0,2-9 0 16,-2 9 13-16,0 0-20 0,2-6 5 0,-2 6 0 0,0 0 10 16,0 0-18-16,2-7 4 0,-2 7 0 15,0 0 5-15,5-7-10 0,-5 7 7 0,0 0-8 16,0 0 2-16,4-4 3 0,-4 4-2 0,0 0-11 16,2-6 12-16,-2 6-3 0,0 0 5 0,0 0 1 15,0 0-1-15,5-7 16 0,-5 7-11 0,0 0-7 0,0 0 5 16,0 0-11-16,5-6 1 0,-5 6 6 15,0 0 2-15,4-3 2 0,-4 3 0 0,0 0 1 16,0 0-1-16,2-8 0 0,-2 8 3 0,0 0-5 16,0 0-4-16,3-6 4 0,-3 6 6 0,0 0-2 0,2-6-5 15,-2 6-1-15,0 0 0 0,0 0-4 16,4-6 3-16,-4 6-3 0,0 0 13 0,0 0-10 16,2-9-4-16,-2 9 3 0,0 0 1 0,0 0-3 15,3-7 1-15,-3 7 4 0,0 0-6 0,5-4-4 0,-5 4 12 16,0 0 1-16,2-6-9 0,-2 6 1 0,0 0-3 15,0 0 5-15,4-6-4 0,-4 6-3 0,0 0 9 16,1-7-4-16,-1 7-1 0,0 0 0 16,0 0 0-16,0 0 6 0,2-9-3 0,-2 9-4 0,0 0 8 15,0 0-1-15,2-8-4 0,-2 8-1 0,0 0 0 16,0 0-1-16,6-5 5 0,-6 5-16 0,0 0 21 16,0 0-15-16,0 0 8 0,0 0 1 0,5-6-7 15,-5 6 7-15,0 0-7 0,2-6 9 0,-2 6-5 16,0 0-1-16,4-5 4 0,-4 5 0 0,0 0-4 15,5-6 2-15,-5 6 2 0,0 0-5 0,3-8 0 16,-3 8 2-16,0 0 5 0,2-7-8 0,-2 7 5 16,0 0-3-16,0 0-5 0,4-7 5 0,-4 7 2 15,0 0-1-15,3-7 2 0,-3 7-3 0,0 0 4 16,2-5-4-16,-2 5-4 0,0 0 7 0,4-5 4 16,-4 5 34-16,0 0-10 0,4-5-4 0,-4 5-1 15,0 0-2-15,2-7-1 0,-2 7-1 0,0 0-14 16,6-7 11-16,-6 7-2 0,4-6-2 0,-4 6-3 15,0 0 1-15,3-7-1 0,-3 7-3 0,4-6-2 16,-4 6 0-16,4-6 3 0,-4 6-6 0,2-6 3 16,-2 6-3-16,3-6 0 0,-3 6 2 0,3-6-13 15,-3 6 8-15,3-5 4 0,-3 5-1 0,0 0-1 16,5-8-2-16,-5 8-1 0,4-7 4 0,-4 7 1 16,0 0-4-16,0 0 0 0,5-4 1 0,-5 4-2 15,0 0 4-15,0 0 0 0,2-7-2 0,-2 7-1 16,0 0-6-16,3-7-1 0,-3 7 4 0,0 0 6 0,0 0-1 15,2-6-2-15,-2 6 0 0,0 0-3 16,4-6 0-16,-4 6 7 0,0 0-4 0,2-7 1 16,-2 7-4-16,0 0 2 0,4-6 3 0,-4 6-1 0,0 0-1 15,5-8 0-15,-5 8-3 0,0 0 3 16,0 0-2-16,1-8 1 0,-1 8-1 0,0 0 1 16,4-7-1-16,-4 7 3 0,4-6-12 0,-4 6 8 15,1-6 0-15,-1 6 1 0,3-5 4 0,-3 5-3 0,5-5 2 16,-5 5-5-16,0 0 10 0,2-7-10 0,-2 7 0 15,0 0 2-15,3-5-3 0,-3 5 3 16,0 0-3-16,7-6 0 0,-7 6 1 0,0 0 2 0,4-6 2 16,-4 6-3-16,0 0 1 0,2-6 9 15,-2 6-18-15,0 0 8 0,0 0 0 0,5-6 3 0,-5 6 5 16,0 0-8-16,0 0 1 0,4-6-1 0,-4 6 5 16,0 0-4-16,0 0-3 0,0 0 1 0,0 0 3 15,2-7-16-15,-2 7 15 0,0 0 0 0,0 0-1 16,3-6 1-16,-3 6 1 0,0 0 1 0,0 0-3 15,4-5 4-15,-4 5-11 0,0 0 10 0,0 0-6 16,0 0-8-16,4-7 13 0,-4 7 2 0,0 0 1 16,3-6-5-16,-3 6-3 0,4-5-6 0,-4 5 12 15,0 0 1-15,0 0 1 0,1-9-2 0,-1 9 0 16,6-4-6-16,-6 4 6 0,5-7 5 0,-5 7-3 16,4-6 2-16,-4 6-1 0,2-6-1 0,-2 6 1 15,0-8-1-15,0 8-6 0,5-5 8 0,-5 5 1 16,3-8-2-16,-3 8-1 0,0 0 2 0,2-8-4 15,-2 8 1-15,4-6 2 0,-4 6 0 0,0 0-2 16,0 0-1-16,3-9 1 0,-3 9-6 0,1-5 7 16,-1 5-3-16,0 0-3 0,3-10 7 0,-3 10-2 15,2-6-4-15,-2 6 0 0,0 0 4 0,6-6-4 16,-6 6 0-16,0 0-1 0,2-9 6 0,-2 9-6 16,0 0 0-16,5-4 1 0,-5 4 0 0,0 0-1 15,0 0 2-15,5-6-2 0,-5 6 0 0,0 0-2 16,0-7 6-16,0 7-1 0,0 0-1 0,0 0 0 15,4-9-1-15,-4 9 0 0,0 0 0 0,0 0 3 16,3-6-3-16,-3 6 0 0,0 0-2 0,0 0 4 16,0 0-1-16,4-6-1 0,-4 6 2 0,0 0-5 15,4-6 0-15,-4 6 6 0,2-6-3 0,-2 6 2 16,0 0-3-16,5-6 3 0,-5 6 0 0,0 0-3 0,2-9 1 16,-2 9 0-16,2-4 1 0,-2 4-2 15,0 0 3-15,3-6-2 0,-3 6 0 0,0 0-1 16,2-7 1-16,-2 7 3 0,0 0-5 0,3-8 2 15,-3 8 0-15,0 0-1 0,0 0 0 0,4-8-1 16,-4 8 0-16,0-7 2 0,0 7 0 0,0 0 2 0,4-6-4 16,-4 6 5-16,3-8-2 0,-3 8-1 15,2-8-1-15,-2 8-1 0,4-7-2 0,-4 7 7 16,3-6-6-16,-3 6 2 0,0 0 0 0,2-9 4 16,-2 9-3-16,5-7-2 0,-5 7 3 0,0 0-2 0,4-6 3 15,-4 6-2-15,0 0 2 0,3-6-4 16,-3 6 6-16,0 0-6 0,2-6 1 0,-2 6-2 15,0 0 2-15,4-7-1 0,-4 7 3 0,0 0-2 16,0 0 2-16,4-6-1 0,-4 6 4 0,0 0-3 0,2-7 0 16,-2 7 0-16,0 0 1 0,3-5-2 0,-3 5 0 15,0 0-3-15,4-6 1 0,-4 6-2 0,0 0 3 16,5-6 5-16,-5 6-13 0,0 0 7 16,1-6 3-16,-1 6-2 0,3-6 2 0,-3 6-2 15,0 0 1-15,3-7-1 0,-3 7 1 0,0 0 2 0,4-5-3 16,-4 5 2-16,0 0-1 0,3-7 5 0,-3 7-3 15,0 0-4-15,0 0 1 0,4-7 2 16,-4 7-1-16,0 0-1 0,2-5 1 0,-2 5-1 16,0 0 0-16,4-6 3 0,-4 6-1 0,0 0-1 0,3-6 1 15,-3 6-8-15,0 0 10 0,5-8-6 0,-5 8 3 16,2-5 0-16,-2 5 0 0,0 0 3 0,4-8-3 16,-4 8 3-16,3-4 0 0,-3 4-3 0,0 0 2 15,4-7-11-15,-4 7 9 0,0 0 3 0,0 0-5 16,2-8 3-16,-2 8-1 0,0 0 2 0,4-6-2 15,-4 6-4-15,0 0 3 0,3-5 2 0,-3 5 0 16,0 0-3-16,4-7 4 0,-4 7 1 0,3-7-4 16,-3 7-1-16,0 0 1 0,5-6-1 0,-5 6 2 15,4-6-9-15,-4 6 7 0,4-5 5 0,-4 5-3 16,0 0 1-16,4-8 2 0,-4 8-3 0,3-7-1 16,-3 7 2-16,0 0-1 0,6-9-1 0,-6 9 1 15,5-6 2-15,-5 6 0 0,0 0-4 0,3-8 2 16,-3 8 6-16,2-6-6 0,-2 6-1 0,0 0 2 15,4-9-1-15,-4 9-3 0,4-5 2 0,-4 5-1 16,2-7 0-16,-2 7 4 0,5-7-2 0,-5 7-8 16,0 0 10-16,2-10-1 0,-2 10 2 0,2-4-3 15,-2 4 0-15,3-6 1 0,-3 6-3 0,5-7 1 16,-5 7 1-16,2-6 1 0,-2 6-3 0,4-6 2 16,-4 6-1-16,3-7 2 0,-3 7-10 0,6-6 10 15,-6 6-8-15,2-6 8 0,-2 6-1 0,0 0 0 16,5-7 0-16,-5 7 2 0,0 0 1 0,4-7-4 15,-4 7 3-15,0 0-4 0,3-6 1 0,-3 6 3 16,4-4-5-16,-4 4 3 0,0 0-1 0,5-8 0 16,-5 8 2-16,0 0-2 0,4-7-5 0,-4 7 6 15,0 0 6-15,2-6-6 0,-2 6-2 0,0 0 4 16,3-7 0-16,-3 7-3 0,0 0 0 0,4-7 0 16,-4 7 0-16,0 0 4 0,2-9 1 0,-2 9-2 15,0 0 1-15,4-6 1 0,-4 6-4 0,3-6 7 16,-3 6-5-16,5-6-4 0,-5 6 2 0,0-7-2 15,0 7 1-15,4-7 0 0,-4 7 0 0,3-9-1 16,-3 9-3-16,1-7 5 0,-1 7-1 0,3-8 1 16,-3 8 1-16,4-7 0 0,-4 7-1 0,2-8-2 15,-2 8 6-15,0 0-4 0,2-7-6 0,-2 7 3 16,3-7 5-16,-3 7-2 0,3-6 3 0,-3 6-6 16,0 0 6-16,4-7-2 0,-4 7 4 0,0 0-7 0,4-7 0 15,-4 7 0-15,2-7 0 0,-2 7 4 0,0 0-3 16,5-7 0-16,-5 7-3 0,0 0 2 15,2-7 2-15,-2 7-4 0,0 0 5 0,2-7 6 16,-2 7-11-16,0 0 4 0,2-7 1 0,-2 7-3 16,0 0 3-16,3-8 2 0,-3 8-1 0,0 0 1 0,0 0-3 15,2-7-2-15,-2 7-4 0,0 0 5 0,2-7 3 16,-2 7-1-16,0 0-1 0,0 0 2 16,0 0-1-16,3-9-3 0,-3 9 1 0,0 0 2 0,0 0-5 15,4-5 2-15,-4 5-1 0,0 0 1 16,0 0-1-16,3-8 2 0,-3 8 1 0,0 0 7 15,2-6-5-15,-2 6-11 0,0 0 12 0,4-5-3 16,-4 5 0-16,0 0 0 0,0-8-3 0,0 8 6 16,0 0-2-16,4-7 0 0,-4 7 3 0,3-6-8 15,-3 6 2-15,0 0 5 0,2-6-3 0,-2 6 6 0,0 0-6 16,6-8 2-16,-6 8-4 0,0 0 0 16,3-5 4-16,-3 5-2 0,5-6 1 0,-5 6-2 0,2-7-1 15,-2 7 2-15,0 0-3 0,2-5 5 0,-2 5-3 16,0 0 0-16,5-7 2 0,-5 7-6 0,0 0 11 15,4-6-5-15,-4 6-1 0,0 0-9 0,4-9 11 16,-4 9 0-16,0 0-1 0,1-9 0 0,-1 9-1 16,4-5-1-16,-4 5 2 0,5-5 4 0,-5 5-5 15,0 0 0-15,0 0 0 0,0-9 0 0,0 9 0 16,4-6-3-16,-4 6 3 0,0 0 0 0,5-8 0 16,-5 8 0-16,0 0-3 0,0 0 1 0,0-9-1 15,0 9 2-15,0 0 4 0,4-9 0 0,-4 9 0 16,0 0-12-16,0 0 7 0,5-4 4 0,-5 4-1 15,0 0 1-15,4-6-1 0,-4 6 0 16,0 0 0-16,0-9 2 0,0 9-4 0,0 0-1 0,2-5 2 16,-2 5 1-16,0 0 1 0,0 0 0 0,2-8-1 15,-2 8-4-15,0 0 0 0,0 0 4 0,5-8-1 16,-5 8-2-16,0 0 5 0,0 0-2 0,0 0 3 16,1-6-4-16,-1 6-1 0,0 0 1 0,0 0-3 15,4-9 3-15,-4 9-11 0,0 0 4 0,0 0 10 16,4-6-1-16,-4 6 0 0,0 0-5 0,4-7 4 15,-4 7-1-15,0 0 3 0,0 0 1 0,3-7-1 16,-3 7-4-16,0 0-1 0,0 0-3 0,0-7 5 16,0 7-2-16,0 0 2 0,4-7 2 0,-4 7-2 15,0 0 3-15,4-6-1 0,-4 6-5 0,0 0 7 16,6-5-4-16,-6 5 5 0,0 0-5 0,0 0 3 16,4-6-4-16,-4 6 2 0,0 0-1 0,0 0-2 15,0 0 3-15,0-11 2 0,0 11 0 0,0 0-4 16,0 0 2-16,4-5-1 0,-4 5 0 0,0 0-3 15,0 0 1-15,5-7 3 0,-5 7 2 0,0 0-3 16,2-7 0-16,-2 7-2 0,0 0 3 0,2-5 0 16,-2 5-3-16,0 0 2 0,0 0 2 0,4-8-6 15,-4 8 11-15,0 0-16 0,5-7 11 0,-5 7-5 16,0 0 3-16,5-4-1 0,-5 4 0 0,0 0 3 16,4-6-4-16,-4 6 4 0,0 0 0 0,0 0-4 15,5-8 4-15,-5 8-4 0,0 0 2 0,2-7-10 16,-2 7 10-16,0 0 1 0,0 0 1 15,4-4-6-15,-4 4 3 0,0 0-1 0,0 0 4 0,0 0 1 16,2-8-2-16,-2 8 0 0,0 0-2 0,0 0 4 16,5-4-3-16,-5 4 3 0,0 0-4 0,0 0 1 15,7-4 8-15,-7 4-9 0,0 0-7 0,0 0 3 16,0 0 5-16,0 0 1 0,0-10-2 0,0 10-10 16,5-4 14-16,-5 4-4 0,0 0 2 0,2-8-1 15,-2 8 2-15,0 0-2 0,4-7 1 0,-4 7-1 16,0 0-2-16,5-7 4 0,-5 7-5 0,4-5 6 15,-4 5-4-15,0 0 4 0,2-7-2 0,-2 7 1 16,0 0-4-16,0 0-1 0,4-7 3 0,-4 7 3 16,0 0-1-16,3-5-1 0,-3 5 1 0,0 0-1 15,0 0-1-15,3-7 2 0,-3 7 0 0,0 0-4 16,6-5 2-16,-6 5-28 0,0 0 5 0,0 0 1 16,0 0 0-16,2-9 0 0,-2 9 4 0,0 0 3 15,0 0-1-15,3-6 3 0,-3 6 3 0,0 0-4 16,0 0 9-16,2-5-4 0,-2 5 3 0,0 0-1 15,0 0 1-15,8-5-2 0,-8 5 4 0,0 0-1 16,0 0 1-16,1-7-2 0,-1 7-2 0,0 0 10 16,0 0 0-16,0 0-3 0,4-8 2 0,-4 8-2 15,0 0 0-15,5-6-1 0,-5 6 0 0,0 0-1 0,0 0 0 16,0 0 0-16,2-5 1 0,-2 5 1 16,0 0-1-16,0 0 7 0,3-7-5 0,-3 7 0 15,0 0 5-15,0 0-4 0,4-5-3 0,-4 5 6 16,0 0-3-16,0 0 7 0,0 0-7 0,0 0 3 0,4-6 0 15,-4 6-6-15,0 0 4 0,0 0 1 0,0 0 1 16,0 0-3-16,0 0 2 0,5-5 1 16,-5 5-1-16,0 0-2 0,0 0 5 0,0 0-3 15,0 0 2-15,0 0-1 0,0 0 4 0,0 0-3 0,0 0-2 16,0 0-2-16,0 0 2 0,0 0-1 16,0 0 0-16,0 0-3 0,0 0 6 0,0 0-8 15,0 0 3-15,2-6 2 0,-2 6 1 0,0 0-3 0,0 0 3 16,0 0-5-16,0 0 4 0,0 0-2 15,0 0 6-15,0 0-8 0,0 0 7 0,0 0-4 0,0 0 0 16,0 0 3-16,0 0-3 0,0 0-1 0,0 0 1 16,0 0-4-16,0 0 6 0,0 0-2 0,0 0 0 15,0 0 0-15,0 0 0 0,0 0-2 0,0 0 5 16,0 0 0-16,0 0 8 0,0 0-9 16,0 0-1-16,0 0 4 0,0 0-1 0,0 0-2 0,0 0 9 15,0 0-12-15,0 0 8 0,0 0-5 0,2-9-6 16,-2 9 3-16,0 0 1 0,0 0 2 0,0 0-1 15,4-6-2-15,-4 6 0 0,0 0-2 16,2-6 2-16,-2 6-2 0,0 0 4 0,0 0-2 0,4-7 0 16,-4 7-1-16,0 0 2 0,0 0 2 0,4-6-5 15,-4 6-2-15,0 0 6 0,0 0-9 0,2-6 8 16,-2 6-1-16,0 0 4 0,0 0 1 0,0 0-5 16,0 0 0-16,4-5 2 0,-4 5-3 0,0 0-1 15,0 0 3-15,0 0-1 0,0 0-3 0,0 0 0 16,0 0 0-16,0 0 1 0,0 0 2 0,0 0 4 15,0 0 0-15,0 0-6 0,0 0 2 0,0 0 2 16,0 0-3-16,0 0 2 0,0 0-5 0,0 0 5 16,3-7-3-16,-3 7 2 0,0 0-2 0,0 0 6 15,0 0-4-15,0 0 2 0,0 0-5 0,0 0 2 16,0 0 3-16,0 0-2 0,0 0-1 0,0 0 2 16,0 0-1-16,0 0-4 0,0 0 2 0,0 0 2 15,0 0 1-15,0 0-2 0,0 0 1 0,0 0 0 16,0 0 0-16,0 0 0 0,0 0 0 0,0 0 0 15,0 0-1-15,0 0 0 0,0 0-1 0,0 0 1 16,0 0-1-16,0 0 0 0,0 0 2 0,0 0-3 16,0 0 4-16,0 0 1 0,0 0-4 0,0 0 2 15,0 0 0-15,0 0 3 0,0 0-4 0,0 0 2 16,0 0-4-16,0 0 6 0,0 0-3 0,0 0-1 16,0 0-2-16,0 0 3 0,0 0 0 0,0 0 1 15,0 0-4-15,0 0 3 0,0 0 0 0,0 0 0 16,0 0-3-16,0 0 3 0,0 0 0 0,0 0 1 15,0 0-3-15,0 0 3 0,0 0 0 0,0 0 1 16,0 0-5-16,0 0 3 0,0 0-1 0,0 0 2 16,0 0-1-16,0 0-4 0,0 0 1 0,0 0 4 15,0 0 7-15,0 0-7 0,0 0-3 0,0 0 1 16,0 0 4-16,0 0-6 0,0 0 3 0,0 0-8 16,0 0 6-16,0 0 0 0,0 0 0 0,0 0-3 15,0 0-10-15,0 0-22 0,0 0-33 0,0 0-24 16,0 0-31-16,0 0-54 0,0 0-35 0,0 0-46 15,0 0-48-15,0 0-57 0,0 0-272 0,0 0-688 16,0 0 305-16</inkml:trace>
  <inkml:trace contextRef="#ctx0" brushRef="#br0" timeOffset="-205175.94">26410 5023 2 0,'0'0'63'0,"0"0"-7"0,0 0-3 16,0 0-8-16,0 0-11 0,0 0-2 16,0 0-1-16,0 0-2 0,0 0-6 0,0 0 0 15,0 0 2-15,0 0-1 0,0 0-1 0,0 0-3 16,0 0-3-16,0 0 3 0,0 0 1 0,0 0 3 15,0 0-1-15,0 0 0 0,0 0 2 0,0 0-7 0,0 0 2 16,0 0-5-16,0 0 2 0,0 0 3 0,0 0-8 16,0 0-14-16,0 0 14 0,0 0-5 15,-19 11 4-15,19-11 0 0,0 0-3 0,0 0-7 16,0 0 0-16,0 0 8 0,0 0-1 0,0 0 3 16,-6 3-9-16,6-3 3 0,0 0-5 0,0 0 8 15,0 0 4-15,0 0 1 0,0 0 13 0,0 0 6 0,0 0 1 16,0 0-4-16,0 0-2 0,0 0-5 15,0 0 1-15,0 0-9 0,-8 3 3 0,8-3-2 16,0 0-6-16,0 0 9 0,0 0-4 0,0 0 5 16,0 0-12-16,0 0 9 0,0 0 1 0,0 0-2 15,0 0 1-15,0 0-4 0,0 0 3 0,0 0 2 16,0 0-2-16,-6 5-3 0,6-5-2 0,0 0-3 16,0 0 0-16,0 0 1 0,0 0 0 0,0 0 2 15,0 0-1-15,0 0-11 0,0 0 7 0,-9 1-1 16,9-1 1-16,0 0 0 0,0 0 0 0,0 0-4 15,0 0 4-15,0 0-2 0,0 0-2 0,0 0 6 16,0 0 3-16,0 0 6 0,0 0 1 0,0 0 5 16,0 0-1-16,0 0 9 0,0 0 4 0,0 0 3 0,0 0-4 15,0 0 9-15,0 0 1 0,0 0 4 16,0 0-1-16,0 0 3 0,0 0-3 0,0 0 0 16,0 0-2-16,0 0 1 0,0 0-4 0,0 0 0 15,0 0 3-15,0 0-3 0,0 0 1 0,0 0 3 0,0 0-2 16,0 0-5-16,0 0 3 0,0 0-7 15,0 0 1-15,0 0-6 0,0 0 1 0,0 0-2 16,0 0-3-16,0 0-5 0,0 0-1 0,0 0 0 16,0 0-2-16,0 0 0 0,0 0-4 0,0 0-2 15,2-15 3-15,-2 15-2 0,0 0 3 0,0 0-2 16,-2-8-1-16,2 8-3 0,0 0 5 0,0 0-4 16,0 0 4-16,0 0-3 0,0 0 0 0,2-11-2 15,-2 11 5-15,0 0-3 0,0 0 3 0,5-5-1 16,-5 5-1-16,0 0-5 0,0 0 1 0,0 0 0 15,2-9-2-15,-2 9-3 0,0 0 1 0,6-9 2 16,-6 9-3-16,4-4 0 0,-4 4 0 0,4-6 2 0,-4 6-3 16,6-4-3-16,-6 4 4 0,0 0-1 15,3-7 1-15,-3 7 1 0,0 0 0 0,4-5-3 16,-4 5 4-16,0 0-5 0,0 0 8 0,5-6-2 16,-5 6 3-16,0 0 2 0,0 0 3 0,4-4 1 15,-4 4 1-15,0 0-2 0,0 0 6 0,3-7-5 16,-3 7 1-16,0 0-4 0,4-5 1 0,-4 5-2 0,0 0 1 15,0 0-2-15,7-4-2 0,-7 4 1 16,0 0 0-16,4-5 5 0,-4 5-8 0,0 0-1 16,4-7-1-16,-4 7 1 0,3-4 4 0,-3 4-4 15,4-6 0-15,-4 6 2 0,0 0-1 0,5-6 0 16,-5 6-3-16,5-7 1 0,-5 7 1 0,0 0-4 16,4-3 1-16,-4 3-3 0,0 0 4 0,4-7-4 15,-4 7 2-15,0 0 9 0,0 0-7 0,5-7 1 16,-5 7 2-16,0 0 1 0,4-3 4 0,-4 3-5 15,0 0 6-15,0 0-1 0,0 0-3 0,5-4 4 16,-5 4-4-16,0 0 3 0,0 0-4 0,7-5 1 16,-7 5 2-16,0 0 1 0,0 0-2 0,4-7 5 15,-4 7-5-15,0 0 0 0,7-3 9 0,-7 3-7 0,0 0-2 16,0 0-1-16,4-6 9 0,-4 6-7 16,0 0-1-16,4-4-4 0,-4 4 3 0,0 0-6 15,5-6 3-15,-5 6 0 0,0 0-5 0,7-4 5 16,-7 4 0-16,0 0-1 0,0 0-1 0,0 0-2 15,5-5 1-15,-5 5 1 0,0 0-3 0,0 0 0 16,0 0 2-16,0 0-3 0,8-2 3 0,-8 2 2 16,0 0-4-16,0 0 1 0,0 0-1 0,3-5 3 15,-3 5 3-15,0 0-2 0,0 0-1 0,0 0-4 16,6-4 13-16,-6 4-12 0,0 0 10 0,0 0-3 0,6-4-6 16,-6 4-1-16,0 0-2 0,0 0 3 15,8-5-1-15,-8 5 0 0,0 0 1 0,0 0 1 16,0 0 6-16,7-1-8 0,-7 1 1 0,0 0-2 15,0 0 2-15,6-7-1 0,-6 7 0 0,0 0 4 16,0 0-6-16,7-1 2 0,-7 1 1 0,0 0-2 0,0 0-2 16,0 0 3-16,9-1 0 0,-9 1 0 0,0 0-2 15,0 0 2-15,0 0 2 0,9-1-1 16,-9 1-1-16,0 0-1 0,0 0-5 0,0 0 9 16,0 0-2-16,0 0-2 0,7-1 1 0,-7 1 2 15,0 0-1-15,0 0-1 0,0 0 2 0,11-1-2 16,-11 1 3-16,0 0 3 0,0 0-2 0,9 0-2 15,-9 0-2-15,0 0 2 0,9-2-1 0,-9 2-1 16,0 0 1-16,0 0 0 0,10-2 2 0,-10 2-3 16,8-1 3-16,-8 1 6 0,0 0 1 0,7-1-1 15,-7 1-1-15,0 0 3 0,0 0-4 0,11-1 4 16,-11 1 0-16,0 0 3 0,11-2 0 0,-11 2 0 0,0 0-1 16,9 0-6-16,-9 0 1 0,5-4 3 15,-5 4-2-15,0 0 0 0,0 0-3 0,11-1 2 16,-11 1-3-16,0 0-4 0,7-2 12 0,-7 2-10 15,0 0 1-15,0 0-1 0,9 0-1 0,-9 0 0 16,0 0 2-16,0 0 0 0,10-1-3 0,-10 1 6 16,0 0-2-16,0 0 0 0,10-2 0 0,-10 2 1 15,0 0 5-15,0 0 13 0,9 0-18 0,-9 0-1 16,0 0 5-16,9-2 1 0,-9 2 4 0,0 0-1 16,0 0-4-16,11-1 11 0,-11 1-11 0,0 0-1 15,9 0-3-15,-9 0 7 0,9-2-11 0,-9 2 3 16,6-2 3-16,-6 2 1 0,10-1-5 0,-10 1 2 15,7-1-2-15,-7 1-4 0,0 0 4 0,10-2 3 16,-10 2-5-16,8-2 0 0,-8 2 4 0,0 0-6 16,9-1 3-16,-9 1 2 0,0 0-2 0,0 0-1 15,0 0-1-15,8-2 5 0,-8 2 9 0,0 0 2 16,7-1-11-16,-7 1 3 0,0 0-3 0,10-2-7 0,-10 2 9 16,8-3 1-16,-8 3 3 0,7-1-4 0,-7 1 2 15,0 0-12-15,12 0 8 0,-12 0-3 16,0 0 2-16,8-2-2 0,-8 2-1 0,0 0-5 15,9-2 6-15,-9 2 3 0,0 0-2 0,12-3-2 16,-12 3-2-16,0 0 3 0,8-3-4 0,-8 3-1 16,0 0 2-16,7-2-3 0,-7 2 2 0,0 0 5 15,13 0 1-15,-13 0-3 0,10-1 6 0,-10 1-3 16,11-3-3-16,-11 3-2 0,10-1 5 0,-10 1-5 16,12-1-2-16,-5-1 2 0,-7 2-1 0,9 0 1 15,-9 0 4-15,12-2-3 0,-12 2 4 0,6-1 0 16,-6 1-10-16,9-3 5 0,-9 3 0 0,8 0 0 15,-8 0 14-15,10-1-16 0,-10 1 5 0,9-2-4 16,-9 2-1-16,0 0 6 0,14 0-6 0,-14 0 0 16,10-1 2-16,-10 1-1 0,0 0 4 0,12-2-4 15,-12 2 4-15,11 0 0 0,-11 0-8 0,13-2 10 16,-13 2-2-16,9-1 0 0,1 0 5 0,-10 1-12 16,10 0 3-16,-10 0 4 0,11-2-15 0,-11 2 22 15,10-1-11-15,-3-2 11 0,-7 3-1 0,11-2 2 16,-11 2-4-16,9 0 1 0,-9 0-3 0,7-1 7 15,-7 1-7-15,11-1-2 0,-11 1 3 0,0 0 2 16,10-3 1-16,-10 3-1 0,8 0-5 0,-8 0 3 16,7-2-4-16,-7 2 4 0,8-1-5 0,-8 1 1 15,0 0 4-15,0 0-3 0,14 0-3 0,-14 0 3 0,0 0-1 16,9 0-5-16,-9 0 4 0,0 0-2 16,9-2 8-16,-9 2-2 0,0 0-3 0,6 0-2 15,-6 0-1-15,0 0 4 0,0 0-2 0,14-2 3 16,-14 2-2-16,0 0 0 0,9 0 3 0,-9 0-6 15,9-1 0-15,-9 1 4 0,0 0-2 0,11-1 2 16,-11 1-3-16,0 0-1 0,12-1 4 0,-12 1-13 16,8 0 8-16,-8 0 2 0,10-3 3 0,-10 3 6 15,10-1-8-15,-10 1 3 0,9-2-4 0,-9 2-3 16,12 0 3-16,-12 0 3 0,9 0-1 0,-9 0 2 16,11 0-1-16,-11 0-6 0,11-2 0 0,-11 2 6 15,0 0-4-15,14-1 13 0,-14 1-12 0,11 0 6 16,-11 0-6-16,11-2-2 0,-11 2-9 0,9-1 8 15,-9 1-2-15,12-1 8 0,-12 1 2 0,9 0-3 16,-9 0-2-16,13 0-1 0,-13 0 4 0,12-3 11 16,-6 2-15-16,-6 1 0 0,11 0-5 0,-11 0 9 15,12 0-11-15,-5 1 10 0,-7-1 0 0,8-3-4 16,-8 3 6-16,14 0-3 0,-14 0-8 0,9 0 10 16,-9 0-9-16,11 0 9 0,-2 0-7 0,-9 0 3 15,11-2 2-15,-11 2 3 0,13-1-9 0,-6 0 9 16,-7 1-2-16,14 1-1 0,-14-1-3 0,13-3-2 15,-8 5 1-15,-5-2 9 0,13-2-3 0,-7 0-1 16,-6 2-1-16,13-1-3 0,-7 0 6 0,-6 1-1 16,9 0-5-16,-9 0 7 0,12-4-3 0,-12 4 2 15,10 2-2-15,-10-2 5 0,9-2-7 0,-9 2-3 16,9-2 0-16,-9 2 2 0,0 0-2 0,11 0 7 16,-11 0-3-16,0 0-5 0,12 1 3 0,-12-1 2 15,6 0 2-15,-6 0 0 0,0 0-3 0,12-1 5 16,-12 1-6-16,9 0 2 0,-9 0-1 0,9-1 2 15,-9 1-6-15,9-2 0 0,-9 2 3 0,0 0 0 16,13 0 3-16,-13 0-1 0,9-2 8 0,-9 2-8 16,12-3-2-16,-12 3 0 0,9 3-7 0,-9-3 16 15,8-3 3-15,-8 3-13 0,0 0 1 0,12 0-2 16,-12 0 4-16,0 0-2 0,10-2 0 0,-10 2 1 16,0 0-18-16,10 0 22 0,-10 0-2 0,7-2 15 15,-7 2-18-15,0 0-1 0,11 0 2 0,-11 0 3 16,11-1-12-16,-11 1 12 0,13-1-6 0,-8 2 11 15,-5-1 4-15,16 0-18 0,-9-1 12 0,-7 1 5 16,15 0-10-16,-6 0 4 0,-9 0-1 0,14 0-1 16,-6-2-7-16,-8 2 7 0,14 0 2 0,-14 0-8 15,11 0 2-15,-11 0 5 0,11 0-4 0,-11 0-1 16,10 0-3-16,-10 0-10 0,6-2-18 0,-6 2-18 16,0 0-12-16,7-1-26 0,-7 1-19 0,0 0-23 15,0 0-27-15,0 0-30 0,0 0-28 0,11-1-47 16,-11 1-26-16,0 0-225 0,0 0-554 0,0 0 246 15</inkml:trace>
  <inkml:trace contextRef="#ctx0" brushRef="#br0" timeOffset="-204312.63">26584 4893 12 0,'0'0'21'0,"0"0"-1"0,0 0-2 0,0 0 4 16,0 0-3-16,-13-8-7 0,13 8-6 0,0 0-6 15,0 0-2-15,-12 0-6 0,12 0-12 0,0 0-22 16,-8-2 9-16</inkml:trace>
  <inkml:trace contextRef="#ctx0" brushRef="#br0" timeOffset="-203651.2">26479 4866 8 0,'0'0'39'0,"0"0"1"0,0 0 2 16,-11-3-3-16,11 3-5 0,0 0-1 0,0 0-4 15,-9-2 2-15,9 2-3 0,0 0 3 0,-9 0-5 16,9 0 10-16,0 0 1 0,-7-2-3 0,7 2-6 15,0 0 5-15,0 0-7 0,-11-2 4 16,11 2 2-16,0 0 2 0,0 0 5 0,0 0 1 16,-7-2-5-16,7 2-6 0,0 0 3 0,0 0 0 15,0 0 2-15,0 0-2 0,0 0-3 0,0 0 4 0,0 0 0 16,0 0-13-16,-6-4-4 0,6 4 2 0,0 0-6 16,0 0 2-16,0 0-1 0,0 0-7 0,0 0 5 15,0 0 0-15,0 0-2 0,0 0-3 0,0 0 0 16,27-1-4-16,-27 1 4 0,8-3-4 0,-8 3 0 15,11-1 5-15,-11 1-1 0,14 0-6 0,-7 0 5 16,1-2-2-16,2 1-1 0,-10 1 0 0,20-1-9 16,-10 0 6-16,2-1 5 0,-3 1-4 0,1 0 3 15,1 0 3-15,-3-1-3 0,2 2 1 0,1-2-3 16,-2 1-7-16,2 0 15 0,-4-2-6 0,-7 3-4 16,15 0-5-16,-3-2 3 0,-3 2 10 0,2-2-5 15,-5 2-1-15,4-2 0 0,1 1-2 0,-2 0-2 16,2 0 0-16,0-2 0 0,1 2 7 0,-3 0-7 15,2-1 2-15,1 1-1 0,-4 0 10 0,3 1-1 16,3-3 10-16,-1 2-12 0,1 1 5 16,-1-2-17-16,0 0 9 0,1 0-3 0,2 1 5 15,-2-2 6-15,-2 0-4 0,2 3 3 0,-3-1-1 0,3-1 2 16,2 1 11-16,-3-1-9 0,1 0-2 0,-1 0 2 16,1 2-1-16,-3-1-4 0,0-1 3 0,3 0 1 15,-1 0 4-15,-1 0-10 0,3 1 4 16,3-2-8-16,-1 1 6 0,-2 1 3 0,-4 0-3 15,3 0-1-15,1 0-8 0,1-1 9 0,-1 2 1 16,-1-1-10-16,3-2 11 0,2 2 1 0,-2-2 1 0,1 3-9 16,0-2 5-16,1-1 5 0,-1-2-3 0,1 3-1 15,-2 2 0-15,2-3 2 0,0 2 0 0,-1 0-3 16,1-1-5-16,-2 1 6 0,2 1-6 16,-1-2 1-16,-6 2 5 0,6-3-7 0,-5 2 12 15,1 1-2-15,-1-3-13 0,1 2-3 0,-3-1-13 0,5 0 11 16,-5 2-11-16,2-1-13 0,1 0-7 0,-1 1-11 15,6-3-11-15,-2 3-5 0,-3-2-39 16,-1 0-102-16,-1 2-222 0,1-1 98 0</inkml:trace>
  <inkml:trace contextRef="#ctx0" brushRef="#br0" timeOffset="-202752.54">27723 4687 26 0,'0'0'117'15,"0"0"-4"-15,0 0-12 0,0 0-2 0,0 0-5 16,29 2-5-16,-22-2-17 0,-7 0-2 0,19-4 1 16,-13 4-4-16,4 0 1 0,-10 0-1 0,19 0-4 15,-8 0 1-15,1 0-7 0,-1 0 0 0,3 0-12 16,-2 0 3-16,0 0 5 0,8 0 2 0,0 0-2 15,-2 0-2-15,1 0-7 0,-1 0-3 0,2 0 2 0,0-2-6 16,-3 4 2-16,2-2-4 0,-1 0-1 16,-1 0-1-16,2 0-3 0,-2 2-3 0,-4-4 0 15,6 2-6-15,-5 0 4 0,1 0 0 0,3 0 0 16,-2-2-3-16,2 2 4 0,-5 2-2 0,6-4-2 0,-6 2-1 16,1 0-1-16,3 0 3 0,-1 0-3 15,-2-1-3-15,0 1 3 0,1-1-1 0,-2 1 6 16,5 0-7-16,0 0 3 0,1-2-1 0,-2 4-2 15,2-4 0-15,-2 4-3 0,-3-1 2 0,3-2-3 16,-3 1 1-16,-3 0 1 0,0 0 1 0,1 1 0 16,1-4 0-16,-2 3 2 0,1 2 4 0,-2-2-2 15,2 0 0-15,-5 0-2 0,4-2 0 0,-1 4-3 16,-10-2 11-16,14 0-7 0,-6 1 0 0,-8-1-1 16,15 0 5-16,-5 0-2 0,-2-1 0 0,2-1 1 15,-10 2-1-15,15 0-2 0,-6 0 5 0,-9 0-5 16,13 0-2-16,-6-1-2 0,6 2 1 0,-2-2 0 15,-1 1 0-15,1-1-5 0,0 1-4 0,-4 0 0 0,-7 0-2 16,16 1 1-16,-9-2-1 0,1 0 0 16,-8 1 2-16,14 0-1 0,-14 0-2 0,13-2 3 15,-5 2 1-15,0-1-2 0,-8 1 2 0,13 1-1 16,-5-2 4-16,1 2-2 0,-9-1-3 0,14-1 1 16,-6 1 0-16,-8 0 0 0,13 0 5 0,-13 0-3 15,12-3 2-15,-12 3-3 0,10 1 7 0,-10-1 2 16,9-1 5-16,-9 1 0 0,9 0 12 0,-9 0-8 15,9-1 3-15,-9 1-11 0,10-1 3 0,-10 1-1 16,8-2 4-16,-8 2-3 0,9 0-2 0,-9 0-4 16,0 0-2-16,15-2 3 0,-15 2-2 0,12-1-4 15,-12 1 3-15,11-2-8 0,-11 2 4 0,13-1 0 16,-13 1 0-16,12-1 1 0,-12 1 1 0,10 0-6 16,-10 0 4-16,9-2 0 0,-9 2 5 0,9 0-2 15,-9 0-5-15,7-2 10 0,-7 2-7 0,0 0 3 16,9-2-2-16,-9 2-3 0,0 0-1 0,0 0 2 15,8-1-7-15,-8 1-12 0,0 0-22 0,0 0-20 16,5-3-24-16,-5 3-35 0,0 0-40 0,0 0-41 16,0 0-45-16,0 0-18 0,-28-3-206 0,16 4-496 15,0-1 220-15</inkml:trace>
  <inkml:trace contextRef="#ctx0" brushRef="#br0" timeOffset="-201617.37">27775 4670 93 0,'0'0'100'0,"0"0"-3"16,-9 3 12-16,9-3-2 0,0 0 3 0,0 0-11 15,0 0 2-15,0 0-4 0,0 0 3 0,0 0-8 16,0 0-6-16,0 0 4 0,0 0-6 0,0 0-2 16,-9 1-9-16,9-1-5 0,0 0-4 0,0 0-5 15,0 0-6-15,0 0-3 0,0 0 0 0,0 0-6 16,0 0-2-16,0 0 4 0,0 0-8 0,27-5-3 16,-18 4 3-16,-9 1-2 0,18-2 0 0,-5 0 0 15,6 4-3-15,-1-7 2 0,1 4 2 0,0-2-1 16,3 3 1-16,-4 0-2 0,3 0 0 0,1 0-3 15,-3 0 4-15,2-4-3 0,-1 3-1 0,-2 0 5 16,2 2-2-16,-2-2 0 0,3 2 1 0,-3-2-5 16,1 0 5-16,-2 1-1 0,-4 0-4 0,8 0 4 15,-4-1 0-15,2 1-1 0,0 0-4 0,-3 0-2 16,5 1-3-16,-4-6 2 0,2 5-5 0,-1-2 3 16,-3 1-3-16,5 1 1 0,-3-1 0 0,-3 1-3 15,4 0 3-15,1-2-1 0,-1 1 3 0,-1 0-10 16,-3 1 1-16,4 1-4 0,-4-2 0 0,2 1-2 15,-2-2 0-15,-2 0-3 0,-1 2 1 16,1-1-1-16,1 1 3 0,-1 0-1 0,-3 1-1 0,3-2-2 16,-1 1 6-16,-3 0 2 0,4 0-1 0,-1 0 5 15,-2-2 0-15,0 2 0 0,4-3-2 0,-3 3 4 16,0-2-3-16,3 1 2 0,-3 1-1 0,-2-1-3 16,3-1 2-16,1 2-3 0,-2 0 12 0,3-1-14 15,-2-1 2-15,0 2 7 0,1-2-8 0,0 2 2 16,-3 0-2-16,2-1-2 0,-3 0-1 0,2 1-5 15,-10 0-1-15,16 0 9 0,-9-1-5 0,-7 1 3 16,14 0-4-16,-7-2 3 0,-7 2 1 0,11-1 2 16,-11 1-1-16,12-1 0 0,-12 1-1 0,11-1 3 15,-4-1-7-15,-7 2 0 0,12 0 9 0,-12 0-12 16,13-1 2-16,-5 0 1 0,-8 1-3 0,15 0 1 16,-8-2 1-16,-7 2-3 0,13 0-1 0,-5 0 2 15,-8 0 12-15,14 0-16 0,-6 0 6 0,-8 0-4 16,17-1 5-16,-11-1-2 0,2 4-2 0,-8-2 9 15,14-2-4-15,-7 2-1 0,-7 0-1 16,16 0-1-16,-10-1 2 0,-6 1 1 0,12-1 5 0,-6 0 0 16,-6 1-2-16,11-1-3 0,-11 1 3 0,11 0-5 15,-11 0-3-15,11 0 0 0,-11 0 11 0,13-3-8 16,-7 3 2-16,-6 0-5 0,16-1 1 0,-16 1 0 16,13 0 1-16,-7 0 1 0,-6 0-5 0,13-3 7 15,-13 3-7-15,10 0 1 0,-10 0 4 0,13-1-2 16,-4 2 0-16,-9-1 8 0,12 0-6 0,-12 0 7 15,11-3-5-15,-11 3 3 0,12 0 1 0,-12 0-1 16,9 0-1-16,-9 0 4 0,13 0 0 0,-13 0-2 16,12 0 4-16,-12 0-4 0,14 0 0 15,-7-2 0-15,-7 2-7 0,13-1-1 0,-13 1-5 0,12 1 13 16,-12-1 4-16,11-1-16 0,-11 1 3 0,12 0-3 16,-7 1 6-16,-5-1 0 0,11-1-3 0,-4-2 1 15,-7 3 0-15,9-1-4 0,-9 1 2 0,10-1-5 16,-10 1 7-16,10-2-4 0,-10 2-1 0,8 0 3 15,-8 0-2-15,0 0-13 0,9-1-20 16,-9 1-16-16,0 0-20 0,0 0-23 0,0 0-27 0,11 0-24 16,-11 0-26-16,0 0-24 0,0 0-49 0,0 0-18 15,0 0-254-15,0 0-556 0,-29 5 245 0</inkml:trace>
  <inkml:trace contextRef="#ctx0" brushRef="#br0" timeOffset="-200890.91">28652 4621 77 0,'0'0'170'0,"0"0"-6"15,0 0-4-15,0 0-11 0,0 0-14 0,0 0-13 16,0 0-11-16,0 0-6 0,0 0-5 0,0 0-11 0,0 0-3 16,0 0 3-16,0 0 1 0,33-1-6 15,-22-1-2-15,1 2-3 0,2 0 2 0,3-2-6 16,0 2-1-16,3-1-6 0,-1 1-6 0,1-2-3 15,0 2-2-15,3-2-7 0,-1 2 1 0,-2 0-9 16,3 0 3-16,-2-1-1 0,1 0-3 0,-1 1-2 0,0 0-1 16,1-1 0-16,-3 1-3 0,3 1-2 0,-2-2-3 15,0-1 0-15,0 5-3 0,0-3 0 0,-2-1-1 16,-1 3 0-16,4-2 0 0,-1-1-1 16,-2 1-3-16,1 0-2 0,0 1 0 0,-2 0-1 15,3-3 2-15,-7 2 0 0,2-1 8 0,3 1-4 16,-1 0-4-16,-3-2 3 0,-1 4 1 0,0-2-3 0,-1 0 3 15,2 1-1-15,-1-1 3 0,-3 0-6 0,2 0 5 16,0-1 6-16,0 2-12 0,-2 0-3 16,0-2 3-16,1 0 0 0,1-1 1 0,0 2 4 15,-3-2-4-15,4 2 3 0,-3-2-5 0,-1-1 6 16,2 5 4-16,-11-2 4 0,16-2-7 0,-9 1 1 0,-7 1 1 16,16 0 1-16,-10 1-4 0,-6-1-1 0,14-1-6 15,-14 1-4-15,10 1 6 0,-10-1 5 0,11-3-3 16,-5 3-2-16,-6 0 1 0,14-3 4 15,-6 2-7-15,-8 1 0 0,10-3 7 0,-10 3-6 16,11 2-5-16,-11-2 3 0,0 0 1 0,11-2-4 0,-11 2 2 16,0 0-1-16,0 0 2 0,9 2-2 0,-9-2-2 15,0 0-2-15,0 0 12 0,0 0-18 0,0 0 6 16,8 0 1-16,-8 0 2 0,0 0-8 16,0 0 0-16,0 0-4 0,0 0 13 0,0 0-17 15,0 0 2-15,0 0 1 0,0 0 0 0,0 0-6 0,0 0-3 16,0 0-18-16,0 0-10 0,0 0-21 0,0 0-23 15,0 0-21-15,0 0-26 0,0 0-26 16,0 0-37-16,0 0-54 0,0 0-50 0,-25 8-217 16,25-8-555-16,-27 5 246 0</inkml:trace>
  <inkml:trace contextRef="#ctx0" brushRef="#br0" timeOffset="-190109.97">26544 4830 77 0,'0'0'72'0,"0"0"0"0,-2-12-3 15,2 12-4-15,0 0 2 0,0 0 0 16,0 0-4-16,0 0-7 0,0 0-11 0,-2-10-6 15,2 10 9-15,0 0-1 0,0 0 5 0,0 0-6 16,0 0 0-16,0 0-3 0,0 0 2 0,0 0-7 16,0 0 4-16,0 0-4 0,0 0-1 0,0 0-4 15,0 0-2-15,0 0-4 0,0 0-3 0,0 0 1 16,0 0 4-16,0 0-13 0,0 0-2 0,0 0 1 16,0 0 0-16,0 0-5 0,0 0-4 0,0 0-1 15,0 0-4-15,0 0 1 0,0 0 4 0,0 0-2 16,0 0 3-16,0 0-7 0,0 0 1 0,0 0 1 15,0 0-5-15,0 0 11 0,0 0-2 0,6 23-3 16,-6-23 6-16,1 10-1 0,-1-10-5 0,2 10 12 16,-2-10-4-16,2 10-12 0,-2-3 12 0,0-7-2 15,0 14-9-15,0-8 5 0,0-6 4 0,-2 14 8 16,2-7-10-16,0-7-3 0,0 12-8 0,-2-6 12 16,2-6-1-16,0 12-3 0,-1-6 3 0,1-6-1 15,0 11-1-15,0-11 1 0,-2 13-3 0,4-7 4 16,-2-6-2-16,-2 13-2 0,2-6 7 0,0-7-6 15,2 11 2-15,-2-11 1 0,-2 9-1 0,2-9-4 16,2 8 4-16,-2-8-6 0,0 10 0 0,0-10 0 16,0 9 5-16,0-9 2 0,0 11-7 0,0-11 3 15,0 10-1-15,0-10 2 0,0 9-2 0,0-9 5 16,0 10 0-16,0-4 1 0,0-6 8 0,0 0-10 16,0 13-2-16,0-13 1 0,0 6-7 0,0-6 8 15,0 0-3-15,0 11 4 0,0-11-4 0,0 0 4 16,1 9-5-16,-1-9 5 0,0 10-3 0,0-10 4 15,2 8-8-15,-2-8 1 0,0 0-8 0,2 10 10 16,-2-10 6-16,0 8-4 0,0-8-4 0,0 9 2 16,0-9-1-16,0 8 0 0,0-8 0 0,2 9-2 15,-2-9 2-15,0 0-1 0,0 10-9 0,0-10 9 16,0 7-3-16,0-7 2 0,2 8 5 0,-2-8-2 16,0 7-3-16,0-7 0 0,2 7 6 0,-2-7-8 15,0 0 2-15,2 10-2 0,-2-10 2 0,0 8 2 16,0-8 0-16,1 8 3 0,-1-8 4 0,2 9-9 15,-2-9-1-15,0 7 1 0,0-7-2 0,0 0 2 16,0 13-1-16,0-7 2 0,0-6-1 0,3 10 0 16,-3-10 1-16,0 10 2 0,0-4 1 0,0-6-9 15,0 0 4-15,0 14 4 0,0-14 1 16,0 11-5-16,0-11 3 0,0 10 0 0,0-10 0 0,0 10-2 16,0-10 6-16,2 9-9 0,-2-9 3 0,0 10-5 15,0-10 4-15,0 10 3 0,0-10 2 0,0 10-1 16,2-4-5-16,-2-6 11 0,0 9-8 0,0-9-1 15,0 10 0-15,2-5-1 0,-2-5-3 0,-2 12 5 16,2-12-5-16,2 12 5 0,-2-6-2 0,0-6 3 16,-2 10-2-16,2-10 0 0,2 10 1 0,-2-10 2 15,-2 10-2-15,2-10-1 0,0 12 4 0,0-12-4 16,0 9 3-16,0-9 5 0,0 11-10 0,0-11 3 16,2 11-1-16,-2-11 3 0,-2 9-8 0,2-9 8 15,0 10-3-15,0-4-1 0,0-6 2 0,-2 12 1 16,0-6 0-16,2-6 3 0,0 13-3 0,0-13 2 15,-3 12-4-15,1-6 1 0,2-6 0 0,-1 12-1 16,-3-5-1-16,4-7 2 0,0 13-1 0,-2-6 1 16,0-2 4-16,2 2-9 0,0-7-1 0,-2 13 10 15,2-7-6-15,0-6 6 0,-2 13-8 0,2-4 6 16,-1-2-1-16,1-7-2 0,1 13-1 0,1-6 3 16,-2-7-3-16,0 13 4 0,2-7-4 0,-2 1 0 15,0-7 2-15,-2 12 4 0,4-5-5 0,-2-7 3 16,-2 12-3-16,2-12 2 0,0 10-3 0,2-3 1 15,-2-7 2-15,-2 10 1 0,2-10-2 0,-2 12 0 16,2-12 5-16,0 10-8 0,0-10-3 0,0 10 8 16,0-10-6-16,2 10 5 0,-2-10-1 0,0 10 0 15,0-10 2-15,-2 10-4 0,2-10 1 0,2 10 3 16,-2-10-9-16,0 8 15 0,0-8-6 0,2 10-3 16,-2-10 2-16,0 10 1 0,0-10-3 0,0 9-4 15,0-9 5-15,2 10-2 0,-2-10 0 0,0 8 3 16,0-8-2-16,2 9 3 0,-2-9-3 0,0 9 6 15,0-9-9-15,2 9 3 0,-2-9-1 0,0 9-9 16,0-9 14-16,2 10-5 0,-2-4 3 0,0-6-3 16,1 9 2-16,-1-9-1 0,0 0-5 0,2 16 7 15,-2-16-5-15,3 11 1 0,-3-11 3 0,0 10 1 16,0-10 1-16,2 11-6 0,-2-11 0 0,2 10 11 16,-2-10-8-16,0 12 1 0,0-12-7 0,0 11 8 15,0-11 3-15,2 9-1 0,-2-9-2 0,0 0 2 16,0 18 0-16,0-18-1 0,0 11 6 0,0-6 1 15,3 2 2-15,-3-7 3 0,0 10-7 0,0-10 3 16,0 12 0-16,0-12-2 0,0 10-3 0,0-10 3 16,0 9 0-16,0-9-2 0,2 8-13 0,-2-8 12 15,2 8-1-15,-2-8 5 0,0 0-1 0,0 8-2 16,0-8-4-16,0 0 4 0,0 9-2 0,0-9 2 16,0 0-1-16,0 9 6 0,0-9-7 0,0 0 4 15,0 8-4-15,0-8 2 0,0 0-4 0,0 8 2 16,0-8 3-16,0 0-2 0,0 0-1 0,0 9 1 15,0-9 1-15,0 0-3 0,0 0-3 0,0 10 1 16,0-10 3-16,0 0 1 0,-2 11-2 0,2-11 12 16,-2 10 6-16,2-10-2 0,0 11-1 0,0-5-5 15,0-6-6-15,0 12 8 0,0-12-2 0,-3 10-6 16,3-10 3-16,0 12-2 0,0-12 0 0,0 11-2 16,-2-4-4-16,2-7 6 0,2 11-3 0,-2-11-3 15,-2 12 3-15,2-12-4 0,0 9 1 0,0-9-1 16,0 11 4-16,0-11-2 0,0 8 0 0,0-8 1 15,0 0 5-15,0 12-5 0,0-12-4 0,0 7 3 16,0-7-3-16,0 0 2 0,-2 8 2 0,2-8-6 16,0 0-1-16,0 0 4 0,0 0 1 0,0 7-2 15,0-7-1-15,0 0 1 0,0 0 2 0,0 10-1 16,0-10 1-16,0 0-1 0,0 0 1 0,0 0-2 16,-2 7 4-16,2-7-5 0,0 0 2 0,0 0 2 15,2 8-2-15,-2-8-2 0,0 0 5 0,0 0-4 16,-2 10 2-16,2-10 2 0,0 8-4 0,0-8 7 15,0 0-2-15,0 10 1 0,0-10 0 0,-3 8-5 16,3-8 6-16,0 0-5 0,0 11 0 0,0-11 3 16,0 7-3-16,0-7 2 0,3 8 0 0,-3-8-2 15,0 0-1-15,0 10-1 0,0-10 3 0,0 0-2 16,0 10 1-16,0-10 0 0,0 0 2 0,0 0-5 16,-3 10-2-16,3-10 3 0,0 8 4 0,0-8-5 15,0 0 2-15,3 9 6 0,-3-9-5 0,0 0-5 16,-3 10 3-16,3-10 2 0,3 8-2 0,-3-8 1 15,0 0-1-15,0 10 0 0,0-10 3 0,0 9-4 16,0-9 2-16,0 0-3 0,0 11 4 0,0-11-3 16,-3 7 0-16,3-7 2 0,0 0 1 0,0 13-2 15,0-13-2-15,0 9 1 0,0-9 3 0,0 9 1 16,0-9 2-16,-2 8-4 0,2-8 1 0,0 0-6 16,0 11 4-16,0-11 0 0,0 7 1 0,0-7-1 15,0 0-1-15,0 9 5 0,0-9-2 0,0 0-2 16,-1 10 3-16,1-10-4 0,0 0 1 0,0 9 3 15,0-9-2-15,0 0 3 0,0 7-2 0,0-7-1 16,0 0-1-16,0 9-1 0,0-9-1 0,1 9 2 16,-1-9-1-16,0 0 2 0,0 11-1 0,0-11-1 15,0 7 0-15,0-7 1 0,0 7 2 0,0-7-2 16,0 0 1-16,2 9-2 0,-2-9-2 0,0 0 3 16,0 0 4-16,3 9-6 0,-3-9 2 0,0 0 0 15,0 0-1-15,0 0-1 0,0 0 0 0,0 14 2 16,0-14 0-16,0 0 0 0,0 0 0 0,0 0 1 15,0 11-1-15,0-11-1 0,0 0 2 0,0 0-4 16,0 0 4-16,0 0-4 0,0 0 5 0,0 13-2 16,0-13 6-16,0 0-7 0,0 0-1 0,0 0 2 15,0 0 1-15,0 12-4 0,0-12 4 0,0 0 2 16,0 0 0-16,2 12-2 0,-2-12 0 0,0 0-2 16,0 10 5-16,0-10-2 0,0 0-2 0,0 11-2 15,0-11 3-15,0 0-1 0,0 11 2 16,0-11-1-16,0 0 1 0,2 11-2 0,-2-11 2 0,0 0-1 15,0 15 4-15,0-15-8 0,0 0 9 0,0 12-4 16,0-12 3-16,0 0 0 0,0 0-2 0,0 11 3 16,0-11-3-16,0 0 0 0,0 0 1 0,0 0-1 15,0 12 2-15,0-12-4 0,0 0 6 0,0 0-7 16,0 0 0-16,-2 11 1 0,2-11-3 0,0 0 4 16,0 0 0-16,2 10 0 0,-2-10-3 0,0 0-2 15,0 0 4-15,0 0 0 0,0 0 2 0,0 11-4 16,0-11 3-16,0 0-4 0,0 0 3 0,0 0 2 15,0 11-1-15,0-11-3 0,0 0 2 0,0 0-2 16,0 0 5-16,0 0-4 0,0 9 0 0,0-9 1 16,0 0 0-16,0 0-3 0,0 0 5 0,0 0-1 15,0 0 3-15,0 0-4 0,2 13 2 0,-2-13-1 16,0 0 4-16,0 0-6 0,0 0 2 0,0 0 0 16,0 0 2-16,0 0-2 0,0 10 1 0,0-10-2 15,0 0 0-15,0 0-3 0,0 0 6 16,0 0-2-16,0 0 1 0,0 0-3 0,-4 12 2 0,4-12-3 15,0 0 4-15,0 0-2 0,-2 8 1 0,2-8 0 16,0 0-1-16,0 0 9 0,0 0-3 0,0 11-11 16,0-11 1-16,0 0 3 0,-3 4 1 0,3-4 0 15,0 0-4-15,0 0 4 0,0 0-1 16,0 0-3-16,0 0 2 0,0 0 2 0,0 10-2 0,0-10 0 16,0 0 1-16,0 0-2 0,0 0 1 0,0 0-2 15,-2 7 1-15,2-7 1 0,0 0 3 0,0 0-5 16,0 0 4-16,2 9-2 0,-2-9 2 0,0 0 7 15,0 0-1-15,-2 10-11 0,2-10 1 0,0 0 2 16,0 0-1-16,-1 7-3 0,1-7 6 0,0 0 5 16,0 0-9-16,0 12 2 0,0-12-2 0,0 0 2 15,0 0 2-15,0 7 1 0,0-7-5 0,0 0 0 16,0 0 3-16,0 0-1 0,-2 9 3 0,2-9 0 16,0 0 0-16,0 0-6 0,0 0 7 0,0 0-5 15,0 0 2-15,0 0-1 0,0 0 3 0,0 0 0 16,0 0-2-16,0 0 1 0,0 10-1 0,0-10 1 15,0 0 3-15,0 0-1 0,0 0 2 0,0 0-1 16,0 0-1-16,0 0-2 0,0 0 2 0,0 0-9 16,0 0-14-16,0 0-23 0,0 0-33 0,0 0-47 15,0 0-54-15,0 0-44 0,0 0-178 0,0 0-432 16,0 0 192-16</inkml:trace>
  <inkml:trace contextRef="#ctx0" brushRef="#br0" timeOffset="-188976.76">25210 7151 54 0,'0'0'58'0,"0"0"-6"0,0 0-5 0,0 0-7 15,0 0-4-15,0 0-5 0,0 0-8 0,0 0-10 16,0 0-3-16,0 0 0 0,0 0-10 0,0 0-1 16,0 0-3-16,0 0 3 0,0 0-4 0,0 0-1 15,0 0-2-15,0 0-7 0,0 0 0 0,0 0-8 16,0 0-27-16,0 0-53 0,0 0 23 0</inkml:trace>
  <inkml:trace contextRef="#ctx0" brushRef="#br0" timeOffset="-187196.37">25210 7151 34 0,'0'0'57'0,"0"0"1"0,0 0-5 0,0 0-2 16,0 0 0-16,0 0-2 0,0 0-5 0,0 0 1 15,0 0 0-15,0 0-1 0,0 0 0 0,0 0-2 16,0 0-1-16,0 0-11 0,0 0-4 0,0 0-6 15,0 0-1-15,0 0 2 0,0 0 1 0,0 0 4 16,0 0-15-16,0 0-4 0,11 0 2 0,-11 0 3 16,0 0 4-16,0 0-4 0,0 0-13 0,0 0 10 15,5-5 1-15,-5 5-4 0,0 0-2 0,0 0-3 16,2-6 4-16,-2 6 4 0,0 0-8 0,0 0-3 16,0 0-3-16,0 0 1 0,4-6-2 0,-4 6-1 15,0 0 5-15,0 0 1 0,5-5-7 0,-5 5 4 16,0 0-1-16,0 0 3 0,5-6 2 0,-5 6-13 15,0 0 6-15,0 0-5 0,4-8-7 0,-4 8 2 16,3-4-1-16,-3 4-4 0,0 0-2 0,2-8 10 16,-2 8 2-16,4-6-7 0,-4 6 1 0,4-7 2 15,-4 7 1-15,3-4 4 0,-3 4-2 0,6-8 6 16,-6 8-4-16,5-5-5 0,-5 5 10 0,4-6-2 16,-4 6-1-16,5-10 3 0,-5 10-3 0,4-4 0 15,-4 4 2-15,4-8 7 0,-4 8 0 0,5-7-4 16,-5 7 5-16,2-6 0 0,-2 6-3 0,5-7 1 15,-5 7 1-15,3-6 1 0,-3 6-2 0,2-6 0 16,-2 6 4-16,0 0-2 0,4-7-1 0,-4 7 5 16,0 0-8-16,3-7 7 0,-3 7-8 0,0 0 6 15,2-7 4-15,-2 7-11 0,4-6 6 0,-4 6-4 16,2-5 4-16,-2 5-1 0,0 0 3 0,2-9-5 16,-2 9-4-16,3-7 6 0,-3 7-3 0,0 0 6 15,7-4-1-15,-7 4-3 0,2-7 2 0,-2 7 0 16,0 0-1-16,0 0 2 0,3-7-3 0,-3 7-2 15,0 0 0-15,8-5 4 0,-8 5-2 0,0 0 2 16,2-5-9-16,-2 5 0 0,0 0-2 0,5-6-7 0,-5 6 2 16,0 0 7-16,6-7-1 0,-6 7 0 15,5-6 5-15,-5 6-2 0,2-6 5 0,-2 6-4 16,0 0 2-16,7-9-11 0,-7 9 11 0,0 0 0 16,4-8 0-16,-4 8 2 0,0 0 4 0,7-10-2 0,-7 6-3 15,0 4 4-15,4-8-1 0,-4 8-9 16,5-6 5-16,-5 6 6 0,5-7 6 0,-5 7-4 15,8-6 2-15,-8 6 3 0,5-6-5 0,-2 3-2 16,-3 3 1-16,4-7-4 0,-4 7 5 0,7-6-2 0,-7 6-4 16,4-4 8-16,-4 4-5 0,5-4 4 0,-5 4-9 15,6-5 4-15,-6 5 1 0,0 0 5 0,3-6-13 16,-3 6 0-16,0 0 5 0,6-7 5 16,-6 7-1-16,0 0-6 0,5-4 9 0,-5 4 1 15,0 0 3-15,3-6-5 0,-3 6-4 0,0 0-2 0,4-7 7 16,-4 7 3-16,4-3-10 0,-4 3-1 15,0 0 2-15,4-7 4 0,-4 7 3 0,0 0-7 16,2-6 3-16,-2 6 4 0,0 0-3 0,7-6-3 16,-7 6 1-16,0 0 7 0,2-4-7 0,-2 4-6 0,8-6 7 15,-8 6-7-15,0 0 2 0,4-5-1 16,-4 5 2-16,0 0-9 0,0 0 3 0,4-8 1 0,-4 8 3 16,3-5-2-16,-3 5-2 0,0 0 2 15,4-7 0-15,-4 7-8 0,4-4 3 0,-4 4 9 16,3-8-4-16,-3 8 1 0,0 0 1 0,7-6-4 0,-7 6 1 15,5-6-4-15,-5 6-11 0,4-6 10 0,-4 6 0 16,4-6 4-16,-4 6 4 0,4-9-3 0,-1 5 1 16,-3 4 1-16,0 0-1 0,6-5 2 0,-6 5-2 15,5-6 9-15,-5 6-7 0,0 0-2 0,5-9 2 16,-5 9 1-16,0 0 0 0,5-4 3 0,-5 4-1 16,0 0-2-16,4-7 1 0,-4 7 10 0,0 0-8 15,4-5 8-15,-4 5-2 0,0 0 2 0,4-5-1 16,-4 5-2-16,0 0 0 0,4-6 4 0,-4 6 2 15,0 0-2-15,6-8 8 0,-6 8 2 0,0 0 1 16,5-5-5-16,-5 5 7 0,0 0-11 0,4-8 7 16,-4 8-4-16,0 0-2 0,4-5-4 0,-4 5 2 15,4-5 1-15,-4 5-5 0,0 0 4 0,4-6-10 16,-4 6 13-16,3-6-4 0,-3 6 4 0,0 0 2 16,5-7 1-16,-5 7-2 0,0 0-9 0,3-5 11 15,-3 5 0-15,2-7-1 0,-2 7-1 0,0 0 1 16,4-7-7-16,-4 7 3 0,0 0-2 0,0 0 1 15,4-8-8-15,-4 8 6 0,3-5-7 0,-3 5 7 16,0 0-3-16,6-7 5 0,-6 7-6 0,2-6 1 16,-2 6-7-16,3-7-3 0,-3 7 11 0,5-6-12 15,-5 6 3-15,4-5 7 0,-4 5-5 0,4-8 1 16,-4 8-2-16,3-5-3 0,-3 5-3 0,6-8 4 16,-4 3-3-16,-2 5 8 0,3-5-5 0,-3 5-1 15,7-6-3-15,-7 6 10 0,2-7-6 0,-2 7-1 16,5-4 2-16,-5 4 0 0,4-5-1 0,-4 5 7 15,0 0-7-15,4-6 1 0,-4 6 1 0,4-7 6 16,-4 7-10-16,5-7 3 0,-5 7-2 0,2-5 3 16,-2 5-3-16,0 0 5 0,7-7 5 0,-7 7-8 15,3-3 4-15,-3 3-5 0,4-8 0 0,-4 8-1 16,0 0 1-16,5-8 3 0,-5 8 1 0,4-4 4 16,-4 4-4-16,0 0 6 0,4-6-3 0,-4 6-11 15,4-7 4-15,-4 7 8 0,6-5 2 0,-6 5-1 0,4-6-1 16,-4 6 2-16,3-7-6 0,-3 7 6 0,4-6-5 15,-4 6 0-15,2-5-1 0,-2 5 1 16,4-6 4-16,-4 6-10 0,3-7 5 0,-3 7 0 16,0 0 8-16,2-9-1 0,-2 9-3 0,4-7 4 15,1 4 0-15,-5 3 1 0,4-7-5 0,-4 7-1 0,3-7 6 16,-3 7 9-16,2-7-16 0,-2 7-7 16,4-7 4-16,-4 7 5 0,2-8-3 0,-2 8 3 15,3-9-3-15,-3 9 8 0,4-7-6 0,-4 7 4 16,2-6-4-16,-2 6 4 0,3-6-3 0,-3 6 3 15,4-7-1-15,-4 7-2 0,3-7-1 0,-3 7-2 0,2-6-3 16,-2 6 12-16,0 0-16 0,4-7-1 16,-4 7 7-16,0 0 2 0,5-7 0 0,-5 7 3 15,0 0-7-15,4-3-8 0,-4 3 4 0,0 0-2 16,0 0-2-16,2-8-1 0,-2 8 1 0,4-4-2 0,-4 4 3 16,0 0 0-16,0 0-3 0,4-11-2 0,-4 11-14 15,4-5 5-15,-4 5 4 0,0 0-9 16,5-10-15-16,-5 10 4 0,2-7 2 0,-2 7 8 15,4-6 0-15,-4 6 5 0,6-6 5 0,-6 6-5 16,3-7 4-16,-3 7 1 0,7-6 4 0,-4 2 2 0,-3 4-2 16,4-9-3-16,-4 9 2 0,4-5-1 0,0 0 2 15,-4 5 3-15,5-9-9 0,-5 9-3 0,4-5 9 16,-4 5 3-16,2-8 2 0,-2 8-1 16,5-6-4-16,-5 6-3 0,5-8-3 0,-5 8-6 15,0 0 0-15,0-7-26 0,0 7-55 0,0 0 24 0</inkml:trace>
  <inkml:trace contextRef="#ctx0" brushRef="#br0" timeOffset="-176082.11">21931 4602 7 0,'0'0'69'0,"0"0"-17"0,0 0-5 0,0 0 3 15,0 0-12-15,0 0 2 0,0 0-6 0,0 0 0 16,0 0-8-16,0 0-5 0,0 0-12 0,0 0-27 16,0 0-19-16,0 0-25 0,0 0-68 0,0 0 31 15</inkml:trace>
  <inkml:trace contextRef="#ctx0" brushRef="#br0" timeOffset="-166373.34">15158 1121 19 0,'0'0'28'0,"-7"9"-8"16,7-9-1-16,-8 6-2 0,5-3-2 0,3-3 3 16,-10 8 0-16,10-8-1 0,-9 8 8 0,9-8-2 15,-8 7 2-15,8-7 2 0,-9 4 2 0,9-4 4 16,-8 6 0-16,8-6 3 0,0 0-8 15,-9 6 15-15,9-6-5 0,0 0 6 0,0 0-3 16,0 0 10-16,0 0 5 0,0 0-5 0,-7 3 11 16,7-3 5-16,0 0-4 0,0 0-4 0,0 0 2 15,0 0 2-15,0 0-3 0,0 0-2 0,0 0-5 16,0 0-12-16,0 0 0 0,0 0 7 0,0 0-14 16,23-21-1-16,-9 10-11 0,1 0 3 0,9-7-2 15,3 0-5-15,1-3-5 0,6 2-1 0,8-8-1 16,4 3-5-16,-3-2 2 0,3 2 1 0,-2 0-3 15,0 0-2-15,1-2-2 0,0 4 4 16,-12 5 2-16,10-10-3 0,-9 9-1 0,-2-2 1 16,2 0 0-16,-2 2-1 0,1-1 0 0,12-4-8 0,-3-4 6 15,-8 11 2-15,10-9-3 0,-12 10-1 0,0-6 0 16,-1 3 2-16,-1 3-3 0,2-3 2 16,-2 3-4-16,-3-2 3 0,2 2 4 0,-3-1-6 15,-2 2 4-15,1 1-7 0,-25 13 2 0,46-28-3 16,-21 17 4-16,-25 11-5 0,34-17 10 0,-15 6 28 15,-19 11-4-15,34-18 0 0,-34 18-5 0,30-17 1 0,-30 17-6 16,25-13-3-16,-25 13 6 0,21-14-9 16,-21 14 2-16,0 0-4 0,0 0 5 0,31-16-4 15,-31 16-1-15,0 0-5 0,0 0 5 0,0 0-3 16,23-13-4-16,-23 13 6 0,0 0 9 0,0 0-6 16,0 0 1-16,0 0 5 0,0 0-1 15,0 0-7-15,0 0 5 0,0 0 0 0,0 0-5 0,0 0-2 16,24-13 0-16,-24 13 0 0,0 0 4 0,0 0-6 15,0 0 1-15,0 0-2 0,0 0-1 16,0 0-1-16,0 0 5 0,27-16-4 0,-27 16 1 16,0 0 0-16,0 0-1 0,0 0-2 0,24-14 3 15,-24 14-1-15,0 0 0 0,0 0 0 0,0 0 2 16,0 0-2-16,0 0 0 0,23-15-4 0,-23 15 2 16,0 0-7-16,0 0 11 0,0 0-2 0,0 0 6 15,0 0 3-15,0 0 0 0,0 0 3 0,0 0-1 16,0 0-4-16,0 0 8 0,0 0-11 0,0 0 2 15,0 0-2-15,0 0 4 0,0 0-3 0,0 0-4 16,0 0-3-16,0 0 0 0,0 0-3 0,0 0 3 16,0 0-2-16,0 0 0 0,0 0-1 0,0 0 2 15,0 0-1-15,0 0-3 0,0 0 3 0,0 0 2 16,0 0 0-16,0 0 3 0,0 0-2 16,0 0 2-16,0 0 1 0,0 0 1 0,-32 85-6 15,32-85 3-15,0 0 0 0,-15 25 6 0,15-25-3 16,0 0-3-16,0 0 1 0,-13 25 3 0,13-25 1 15,0 0-3-15,0 0-7 0,0 0-2 0,-11 25-18 16,11-25-19-16,0 0-31 0,0 0-15 0,0 0-42 16,-16 24-52-16,16-24-126 0,0 0-332 0,-29 16 148 15</inkml:trace>
  <inkml:trace contextRef="#ctx0" brushRef="#br0" timeOffset="-165928.15">16750 242 128 0,'0'0'167'0,"0"0"-9"0,0 0-9 0,0 0-1 16,0 0-2-16,0 0-13 0,0 0-5 0,0 0 2 15,0 0-9-15,0 0-5 0,-64-33-10 0,64 33-3 16,0 0-7-16,-31-15-8 0,31 15-9 0,0 0 3 16,-33-11-4-16,33 11-7 0,0 0-1 0,-34-13-5 15,34 13-8-15,0 0 2 0,-34-13-4 0,34 13-4 16,0 0-7-16,-29-10-4 0,29 10-4 16,0 0-3-16,0 0-14 0,0 0-16 0,0 0-27 15,-29-9-25-15,29 9-37 0,0 0-48 0,0 0-36 16,0 0-40-16,0 0-138 0,0 0-377 0,0 0 167 15</inkml:trace>
  <inkml:trace contextRef="#ctx0" brushRef="#br0" timeOffset="-145393.75">26502 4866 1 0,'0'0'13'0,"0"0"-2"0,0 0-3 0,0 0 1 16,0 0-4-16,0 0 3 0,0 0 1 0,0 0-3 15,0 0-3-15,0 0 3 0,7-6 3 0,-7 6-10 16,0 0 5-16,10-1 0 0,-10 1-1 16,9-2-7-16,-9 2 8 0,16-1-4 0,-9 0 3 15,4-1-8-15,1 2 8 0,1-3-3 0,-1 2 0 16,1-2-4-16,1 3 5 0,1-2-5 0,5 1 0 15,-2-1 0-15,2 0-2 0,1 2 1 0,0-1 0 0,0 0 0 16,2 0 3-16,4-1-9 0,2-1-11 16,-7 2 6-16</inkml:trace>
  <inkml:trace contextRef="#ctx0" brushRef="#br0" timeOffset="-134437.78">11076 8463 197 0,'0'0'206'0,"-5"-9"-24"16,5 9-15-16,0 0-20 0,0 0-14 0,0 0-12 15,0 0-2-15,-9 20-8 0,1-4-9 0,3 9-10 16,-1 3 0-16,-2 2-12 0,2 0-7 0,1 0-4 16,1 1-8-16,-1-2-6 0,3-1-10 0,2-2-2 15,-1-5 1-15,2 2-10 0,2-5-2 0,1-2 0 16,2 0-3-16,-1-4-1 0,3-4 5 0,-1 0 5 16,3 0 4-16,0-1 0 0,0-2 4 0,3-2 3 15,5-3 8-15,-6-1-9 0,7-4-4 0,1 1-2 16,-4-5-3-16,2-1-4 0,0-2-4 0,3-3 1 15,-7 1 2-15,-1-2-6 0,-2 1-2 0,-3 0-3 16,-1 0-1-16,1 5 5 0,-3-2 0 0,-1 4 0 16,0 1-7-16,-3 1-3 0,-1 6-3 0,4-9-6 15,-4 9-4-15,0 0-1 0,0 0 1 0,0 0-3 16,5 20 1-16,-6-8 1 0,-1 4-3 0,1 3 22 16,2 6-1-16,1-4-5 0,-1-4-2 0,5 2 1 15,-2-2-3-15,5 0 0 0,-4-1 1 0,8-1 4 16,-4 1-3-16,4-5 0 0,1 0-3 0,1-1 0 15,2-3-2-15,2-2 1 0,-1-1-1 0,1 1-9 16,0-5 2-16,0-2-2 0,-2-2-6 0,0-1-7 16,-2-1-4-16,1-2-3 0,-6 1-3 0,0-4-2 15,-3 1-12-15,-3-7-13 0,1-1-4 0,-1-7 4 16,-2 1 3-16,-1 5 2 0,-4-10 7 0,1 4 5 16,-4 6 4-16,1 2 16 0,0 3 10 0,1 1 5 0,1 3 4 15,-1 1 0-15,3 4 2 0,1 5-9 0,-3-12-1 16,3 12 2-16,-3-5-3 0,3 5 0 0,0 0 0 15,0 0-1-15,0 0 3 0,0 0 1 0,0 0-2 16,16 1 3-16,-16-1 0 0,25 3 0 0,-11-4-2 16,-1 1-2-16,7-2-1 0,9-3 3 0,-1 0-3 15,-3-3 0-15,1-2 0 0,-6 1-2 0,3-4-1 16,-6 3 2-16,0-3 0 0,-5-2 0 0,5-5 3 16,-5 5 1-16,-2-2-3 0,-5-1 4 0,3-6-3 15,-3 8 5-15,-4-1 5 0,0-1 2 0,1 8 2 16,-2-1 7-16,2 5 0 0,-2 6-7 0,0-12-4 15,0 12 0-15,0 0-4 0,0 0 1 0,0 0-4 16,0 34 3-16,-5-8 0 0,2 4 3 0,-2 5-4 16,0 0 0-16,0-2 2 0,2 2-2 0,-2-2 1 15,4-4 3-15,0 0-3 0,1-8 2 0,0-3-2 16,-1-1 1-16,2-2-1 0,0-3 4 0,-1-3-2 16,0-2 4-16,0-7 1 0,1 8 9 0,-1-8 10 15,0 9 0-15,0-9-2 0,0 0 1 0,0 0-5 16,0 0-3-16,0 0-2 0,25-20-1 0,-14 7 0 15,-2-3-3-15,4 0-2 0,-3 0 1 0,3 2-4 16,-3 0-1-16,-1 5-6 0,1 2 0 0,-1-1-2 16,1 4-2-16,-2 2-3 0,-3 2 1 0,-5 0 0 15,14 6-1-15,-4 0 2 0,1 3 0 0,-2 0 1 16,1 0 2-16,-1 1-3 0,4 1 2 0,-1 0 1 16,2-3 2-16,0 3-5 0,2-3 4 0,2 0-1 15,2-5-2-15,2-2 4 0,6-1-3 0,1-3-3 16,4-4 4-16,-4 0 1 0,1-2-2 0,1-1 3 15,-4 0-6-15,-8 0 5 0,2-5 1 0,2 1-3 16,-6 2-2-16,-5 0 6 0,-1-5-3 0,-3 3 0 16,1-3 2-16,-1 2 4 0,-6 3 10 0,3 3 1 15,-5 2 0-15,2 0-3 0,-2 7-4 0,0 0-2 16,-5-13 3-16,5 13-5 0,-15 4-3 0,-1 3-1 16,-9 8 2-16,-1 1-1 0,-1 3 4 0,4 1-6 15,-1-1 1-15,4 2 3 0,6-6-7 0,3 1 3 16,2-2 0-16,4-2 0 0,3-1 0 0,0 0 2 15,2-1-2-15,2-3 2 0,2-2 3 0,4 2-1 16,1-3-1-16,1-1-1 0,2-1-1 0,3-4-2 16,2 1 5-16,-6-3-6 0,2-1 3 0,1 0 1 15,-2-2-2-15,0 1 1 0,-1-2 3 0,0 2 0 16,-1-3-2-16,-3-1-3 0,-1 2 0 0,-2 0 6 16,0 2-5-16,-1 1 3 0,-3 5 6 0,7-6-6 15,-7 6-5-15,4-6-3 0,-4 6 1 0,0 0-4 16,0 0 2-16,0 0-1 0,0 0-2 0,-4 25 3 15,4-19-2-15,2 2 2 0,-2-2 3 0,2 2-3 16,-1 0 2-16,5-2 2 0,-2 1 1 0,3 0 3 0,3-3 0 16,-1 0 0-16,1 0 5 0,4-4 2 0,1-2-7 15,4 0 1-15,-2-3 3 0,0-2-5 16,-1 0 1-16,1-4 5 0,-3-3-1 0,-5 3 1 16,-1-2 2-16,1-2-1 0,-1-2 6 0,0-1-5 15,-3-1 1-15,-1-1 1 0,0-4 10 0,-1-4-5 0,0 2 3 16,-3 7 7-16,0 0 2 0,0 6 13 15,2 0 7-15,-2 4-4 0,2 3-2 0,-2 6-13 16,2-9-7-16,-2 9-3 0,0 0 2 0,0 0-8 16,-2 26-6-16,0-8 10 0,-5 14-7 0,4 0 4 0,-5-2 4 15,1 5-7-15,1-2-2 0,0 1 2 0,-2-2 1 16,3-3-3-16,1 1-1 0,-1-2-20 16,1-3-23-16,-1-7-15 0,5-1-28 0,0 0-41 15,-2-6-40-15,-1-1-60 0,3-1-62 0,-2-1-244 0,2-8-565 16,-4 9 250-16</inkml:trace>
  <inkml:trace contextRef="#ctx0" brushRef="#br0" timeOffset="-134290.78">12567 8707 220 0,'0'0'268'0,"-2"-8"-24"0,2 8-27 0,-4-9-23 15,4 9-22-15,0 0-15 0,0 0-15 16,15-4-15-16,-3 4-36 0,3 0-50 0,6 1-65 0,12-1-91 15,-4 0-174-15,7 3-314 0,2-3 139 0</inkml:trace>
  <inkml:trace contextRef="#ctx0" brushRef="#br0" timeOffset="-133930.3">13780 8293 60 0,'-3'-7'249'0,"1"2"-16"0,2 5-21 0,-8-9-15 16,8 9-19-16,-7 0-16 0,7 0-11 0,-12 14-11 15,6 3 7-15,-3 7-12 0,3 10-3 16,-2 15-9-16,3 6-4 0,1-1-7 0,2 1-1 0,2 0-17 16,0-3-4-16,0-2 4 0,0 0-16 0,0-17-7 15,0 2-6-15,2 10-3 0,-2-12-10 16,0-2-2-16,0-1-3 0,0-2-5 0,0-2-5 16,-2 0-1-16,0-7-29 0,2-5-24 0,-2 2-25 0,0-4-34 15,1-2-46-15,-1-1-35 0,0-3-36 0,2-6-42 16,-9 6-173-16,9-6-441 0,0 0 195 0</inkml:trace>
  <inkml:trace contextRef="#ctx0" brushRef="#br0" timeOffset="-133503.59">13501 8822 2270 0,'-6'-15'-2'16,"1"1"9"-16,1 2 25 0,4 4-27 0,0-1-8 16,6 0 0-16,1 1 3 0,3 0-3 0,11 1 1 15,6-3 1-15,3 1 3 0,5 1 0 0,-1 0 0 16,3 3 0-16,-1-4-2 0,2 4 0 0,-1 0 2 15,-1 0 1-15,-1-2-1 0,-4 0-3 0,-2-1 7 16,-2 1 2-16,-7 3-5 0,-1-6-2 0,-7 7 4 16,-3 0-3-16,3-1 10 0,-5 2 6 0,-3 0 6 15,-4 2 0-15,7-5-3 0,-7 5 5 0,0 0-2 16,0 0 8-16,-18 12 2 0,6-2-1 0,-3 4 6 16,-4 4-1-16,0 3 1 0,1 1 3 0,2-1-3 15,3 1-7-15,4-5 0 0,-1-2-3 0,2 0-3 16,5-2-4-16,1-1 0 0,0-1-3 0,2-1-1 15,4-1 2-15,3 1-3 0,0-5 2 0,2 1-2 16,2-2-5-16,3-3-5 0,1-2-9 0,5-1 11 16,0-2-9-16,-1-2-1 0,-1-4 1 0,-3 0 1 15,3-2-4-15,-4 0 1 0,-1-4 10 0,-3-1-8 16,-2 1 0-16,-1 0 5 0,0-1-6 0,-2 4 1 16,-1 2-2-16,-2 0 14 0,-2 4-7 0,2 0-1 0,-2 7-5 15,5-7-4-15,-5 7-1 0,0 0 3 16,0 0-3-16,0 0 1 0,0 0 4 0,0 27 0 15,1-10-1-15,-1-1 3 0,1-1 0 0,1 2-9 16,-2-6-21-16,4 3-29 0,0 0-37 0,0-2-37 0,0-1-34 16,4-1-55-16,-3 0-175 0,5-3-428 0,0-2 190 15</inkml:trace>
  <inkml:trace contextRef="#ctx0" brushRef="#br0" timeOffset="-133099.1">14432 8629 207 0,'-5'-9'232'0,"0"0"-15"0,-3 4-12 0,-1 2-14 0,-1 3-14 16,10 0-4-16,-29 11-7 0,13 2-14 0,-4 6-11 15,1 2-15-15,0-1-15 0,6 4-4 0,1 0-12 16,5-8-11-16,3 4-8 0,2-1-3 0,7-3-7 16,-3 2-6-16,4-3-8 0,4 0 4 0,-1-4-25 15,5-1-19-15,3 1-28 0,4-4-18 0,-2-1-32 16,4-2-31-16,6-4-20 0,0-3-36 0,-1-3-1 15,-7 2-10-15,6-7 7 0,-8 1 2 0,5-4 15 16,-8 1 14-16,-2-1 11 0,3-9 21 0,-3 0 25 16,-1-4 16-16,-4 1 15 0,0-3 18 0,-4-2 11 15,3 1 32-15,-3-5 17 0,0 2 7 0,0-1 15 16,1 4 30-16,-4 2 21 0,-1 10 9 0,2 3 5 16,-2 2 7-16,-1 4-5 0,0 1-16 0,0 1-16 15,0 7-10-15,0 0-5 0,0 0 7 0,0 0 5 16,-4 29 9-16,-3-6-7 0,-3 8-1 0,3-2-8 15,-3 5 1-15,4-2-12 0,-2 3-9 0,4-1-4 16,-5-3 3-16,5 0-16 0,-1 0-6 0,1-4-6 16,0 0-25-16,3-4-25 0,-2-4-21 0,1-3-18 15,-3-2-23-15,1 0-38 0,0-3-41 0,2-2-41 0,-1-2-42 16,-2-1-182-16,5-6-453 0,-8 5 202 16</inkml:trace>
  <inkml:trace contextRef="#ctx0" brushRef="#br0" timeOffset="-132813.62">14598 8671 66 0,'0'0'167'0,"4"-4"-20"0,-4 4-9 15,0 0 0-15,0 0-10 0,14 11-3 0,-9-4-10 16,-1 3-2-16,2 6-3 0,3-3 0 0,1 1-12 16,-4-3-10-16,5 1-10 0,1 1-7 15,1-3-4-15,3-1-5 0,2 1 3 0,-1-4-3 0,2-3 0 16,-2-2-3-16,4-2-2 0,-3-1 3 0,-2-1 2 15,-3-1 4-15,1 0 13 0,-4-2-6 16,1-1-5-16,-4-3-6 0,0 1 1 0,-2-1-3 0,-5-2 5 16,0 2-22-16,-2-3 2 0,1 0-5 0,-10-1-7 15,3-1-5-15,-5 3-1 0,-2-4-7 0,0 6-2 16,-2 3-6-16,0 0-10 0,-3 4-21 0,2 3-17 16,0 3-19-16,-1 4-26 0,0 0-30 0,3 5-29 15,2 2-26-15,3 1-37 0,0 2-171 0,4-1-405 16,3 0 180-16</inkml:trace>
  <inkml:trace contextRef="#ctx0" brushRef="#br0" timeOffset="-132490.72">14998 8883 62 0,'4'-5'215'16,"2"-2"-6"-16,-1-1-5 0,2-1 10 0,-4 1-10 15,0-1-17-15,-2-2-15 0,1-1-21 0,-2-2-10 16,-2 1-9-16,0-3-6 0,0 0-15 0,-1 0-4 15,-1 1-11-15,0-2-8 0,-2 3-8 0,2-2-9 16,1 3-6-16,1 4-7 0,-2-1-1 0,1 4-8 16,1-1-5-16,2 7-9 0,-3-10-6 0,3 10 1 15,-4-8-10-15,4 8-6 0,0 0-6 0,0 0 7 0,9-8-6 16,-9 8 0-16,12 0-3 0,-12 0 2 16,21 4-3-16,-9 0-3 0,-2 1 3 0,3-1-2 15,0 4 1-15,1 2-1 0,-5-2-1 0,2 3 0 16,-2-2-5-16,0 4 6 0,-1 2-4 0,-5-3 2 15,5 3-4-15,-5-3 4 0,-2 6 0 0,-1-1 4 16,0-1 0-16,0 0 0 0,-3-5 1 0,2 7-1 16,-1-4 1-16,-4 1-37 0,4-2-48 0,-2-2-56 15,4 0-76-15,-4-1-228 0,3 0-473 0,1-10 210 16</inkml:trace>
  <inkml:trace contextRef="#ctx0" brushRef="#br0" timeOffset="-131450.46">16036 8784 5 0,'-8'-3'245'16,"2"0"-22"-16,6 3-27 0,-9-4-16 0,9 4-13 15,0 0-8-15,0 0-8 0,-16 8-7 0,14-2-9 0,2-6-6 16,-4 12-8-16,3-6-7 0,-2 0-13 16,3-6-3-16,0 13-10 0,0-13-10 0,0 10-4 15,0-10 0-15,0 8 0 0,0-8 8 0,0 0 8 16,0 0 15-16,-1 7 7 0,1-7-13 0,0 0-8 0,0 0-10 16,0 0-2-16,-13-14-11 0,7 7 4 0,6 7-7 15,-8-15-1-15,4 4-6 0,0-2-6 16,3-3-6-16,2 1-5 0,-1-2-8 0,3-1 2 0,1-1-13 15,2 0 0-15,7-3-10 0,-2 5-7 0,8-2 15 16,-3 6-17-16,7 1-5 0,2 1 4 16,-3 6 4-16,-1 4-8 0,0 1-1 0,1 3 0 0,-4 3-5 15,4 2 6-15,1 3 3 0,-7 0-5 0,1 1 5 16,-4 1-2-16,-1-2 2 0,0 3-4 0,-3-2 1 16,-3-2-4-16,1 0 5 0,-2 0 4 0,-1-2-2 15,-3 0-1-15,1-3 4 0,0 0-2 0,-2-5 1 16,0 0-1-16,0 0-6 0,-4 11-7 0,4-11-1 15,0 0-4-15,0 0-3 0,0 0-3 0,0 0 8 16,-10-19-8-16,8 7-5 0,4 3-3 0,0-2-1 16,5-5 0-16,0 4 10 0,1-2-9 0,5 2 1 15,-4 4 1-15,0 0 2 0,-1 3 5 0,3 0-1 16,0 2 1-16,-2 2 2 0,1 1 1 0,1 3 2 16,-1 2-1-16,-1 3 6 0,1-1-6 0,1 6 8 15,-1-3-2-15,0 3 0 0,2-1 1 0,0 1 6 16,3-1-3-16,1-2 3 0,3 0-2 0,0-6-4 15,1 2-6-15,10-4 3 0,-3-6-2 0,1 0 2 16,-9 0-1-16,3 0 2 0,-3-5 1 0,-4 2 4 16,2-1 3-16,-2-2-2 0,-2-1 3 0,-5 3 0 0,-2-3 3 15,-2 2 4-15,0-3 10 0,1 5 5 16,-8-4 2-16,1 2 4 0,-2 3-3 0,-1-1 5 16,-3 4-7-16,-3 0 2 0,-2 3-2 0,-5 3 0 15,3 0-4-15,-5 5-1 0,2 0-4 0,3 1-2 16,2 2-3-16,2-1 2 0,3-1-7 0,2 1 7 0,1 1 0 15,1-1-7-15,1-1 0 0,2 1-6 0,1-4 3 16,0-6-3-16,8 9 0 0,-2-4-5 16,2-3 1-16,2 0 0 0,2-2-3 0,-1-4 2 15,2-1-1-15,-2 2 0 0,1-3 0 0,-5 0 5 0,2 0 0 16,-1 1-3-16,2 0 1 0,-6 2 0 16,-4 3 4-16,8-5-5 0,-8 5-1 0,6-1 5 0,-6 1-2 15,0 0-1-15,7 9-1 0,-2-5-1 16,-2 2 2-16,0 2 8 0,2 0-3 0,0 0 2 0,1 1-2 15,4-1 2-15,-3 0 2 0,2-3 11 16,4-1-3-16,-1-2-7 0,7 1-1 0,0-4 5 16,-1-3-1-16,2-1-4 0,-1-2 2 0,0-2 1 15,-2-1 1-15,-2-3-2 0,0 1 2 0,-1-2 0 16,-3 0-1-16,-2-4 0 0,1 2-1 0,-1-2 3 16,0-6 1-16,-4 5-1 0,3-7 1 0,-6 6 3 15,1 1 1-15,2-5-1 0,-4 10 8 0,1 4 11 0,-1-1 1 16,-1 2-1-16,0 3-6 0,0 6 7 15,0 0-13-15,0 0-4 0,0 0-1 0,0 0 2 0,-4 29 4 16,-1-6 3-16,0 4-3 0,-1 2 3 0,-1-1-5 16,2 1 6-16,-1 2-4 0,0-3 0 0,-1 0-3 15,4-2-1-15,2 0 0 0,0-1-1 0,1-8-3 16,2 1-17-16,0-5-30 0,-1-2-31 0,3 3-42 16,-3-3-50-16,0-2-65 0,2-3-33 0,-2 0-236 15,-1-6-534-15,4 4 237 0</inkml:trace>
  <inkml:trace contextRef="#ctx0" brushRef="#br0" timeOffset="-130915.56">17215 8618 25 0,'3'-10'208'0,"-3"2"-6"0,1 0-5 16,-1 8-17-16,0-8-19 0,0 8-9 0,0 0-10 16,0 0-2-16,-15 15-7 0,3-1 0 0,2 1-12 15,-5 4-7-15,-1 3-9 0,2 1-4 0,3-1-12 16,3-5-3-16,4-1-13 0,0 1-6 0,-1 0-5 15,5-5-4-15,2 1-6 0,1-2-4 0,5-2-3 16,1 0-6-16,9-1-2 0,0-2 0 0,1-2-3 16,4-3-5-16,6-1-2 0,-2-3-4 0,3-2 5 15,-2-4-8-15,0 1-6 0,-3 1 1 0,-6-5-7 16,0 2 2-16,-2-3 3 0,1-6-8 0,-4 5-1 16,0-5-1-16,-1 1-2 0,-3 2 1 0,-2-2-2 15,1 2 1-15,-3 0 1 0,-2 2-2 0,-1 4-1 16,-3 3 4-16,-2 0-2 0,2 7 5 0,-5-10-4 15,5 10-1-15,-10 0 2 0,10 0 1 0,-19 11-1 16,2 0 4-16,3 5-1 0,-1-1 2 0,1 0-3 16,2 1 1-16,1 0 4 0,2 0-3 0,1 0-5 15,4-5 7-15,2 0-3 0,4 0-1 0,2-1 3 16,4-1 0-16,1-1-2 0,5-3 0 0,4-2 0 16,5-1 0-16,4-4-1 0,3-2 3 0,0-2-1 0,4 0-8 15,-6-5 3-15,0 0-1 0,1 0 0 0,-8-4-1 16,-3 2 4-16,-2 2-2 0,-1-4-5 15,-2 0 7-15,1 1-6 0,-5-3 12 0,-2-2-8 0,1 4-1 16,-3-1-4-16,2 2 7 0,-5 3 1 0,1 3 3 16,-2 2-2-16,-1 6-2 0,4-9-2 0,-4 9 1 15,0 0 5-15,0 0 1 0,-16 18 2 0,10-6-2 16,-4 5 0-16,1 0 2 0,-4 5-3 0,0 3 3 16,8-6-3-16,-5 4 2 0,4 0-3 15,1-4 1-15,2-2-19 0,4 2-32 0,-1-3-33 0,3 1-17 16,3-2-35-16,-1-3-47 0,11-1-56 0,-1 0-203 15,3-2-470-15,2-3 208 0</inkml:trace>
  <inkml:trace contextRef="#ctx0" brushRef="#br0" timeOffset="-130708.3">18244 8417 97 0,'6'-24'265'0,"-3"10"12"16,-1 3-7-16,0 1-17 0,0 3-24 0,0 2-26 15,-2 5-22-15,0 0-14 0,0 0 4 0,0 0 0 16,-4 44-11-16,-3-15-6 0,-1 6-19 0,0-2-11 16,-5 12-8-16,5-10-15 0,2-3-8 0,1 4-12 15,0-2-8-15,0-2-26 0,-2 0-27 0,5-1-35 16,-1 0-38-16,1-6-49 0,-1-6-52 0,2-5-60 16,-1-2-64-16,-1-3-151 0,-1-2-465 0,0-4 206 15</inkml:trace>
  <inkml:trace contextRef="#ctx0" brushRef="#br0" timeOffset="-129974.58">18255 8579 51 0,'11'-12'168'16,"-1"-2"-17"-16,1 0-6 0,0 2 6 0,-1 0-1 16,-1 3-1-16,-1-1-5 0,1-5-7 0,-1 5-2 15,1-4-5-15,-1 3-11 0,0-3-10 0,-2 5-11 16,0 1-7-16,0-4-4 0,-4 4-8 0,2-4-5 0,2 2-4 15,-1 0-5-15,-2 5 0 0,-2-2-4 16,-1 7-10-16,5-9-3 0,-5 9-10 0,3-4-3 16,-3 4-1-16,0 0-6 0,0 0 2 0,0 0-1 15,-7 33-1-15,-1-14 3 0,-3 9-2 0,4-3 1 0,-6 3-1 16,4-2-5-16,0 3 1 0,3-1-4 16,-3-3-3-16,2 2 0 0,4-8-4 0,-1-2 4 15,1 2-4-15,0-2-1 0,3-8-2 0,-1 1 0 16,2-2-6-16,-1-8 3 0,4 12-3 0,0-8 4 0,1-2-4 15,3-1 0-15,-8-1 0 0,18-3 1 16,-6-2-2-16,5-2-1 0,0-2 2 0,1 1-4 0,1-2 0 16,-1 3 3-16,0-1 5 0,-5 2-1 0,4 1 0 15,0-1-1-15,-4 3-1 0,4 2 1 16,-6-2-2-16,0 2-2 0,-2 2 1 0,3 2-1 0,-3 0-1 16,0-1-1-16,3 2 5 0,-1-1 2 0,-2 0 0 15,3-1-3-15,0 0 3 0,1 1 8 0,1-3-8 16,-3-1 0-16,3 1 0 0,-1-4 0 15,1 1-1-15,2-3 4 0,-1-2-6 0,-4 4 1 0,1-3 2 16,-2-1-1-16,-1 1 0 0,0 0-1 0,-1-3 18 16,-3-1-17-16,1 1 0 0,-1-1 0 0,-1 1-1 15,1-1 3-15,-2 4 5 0,-1 2 5 0,1-1-2 16,-3 6-2-16,2-10-7 0,-2 10-2 0,0 0-2 16,0 0 1-16,0 0 2 0,0 0 1 0,-19 27 5 15,13-16-3-15,-1 3 0 0,0-2-3 0,3 2 2 16,3-3-1-16,-2 0-2 0,2 2 2 0,1-5 0 15,3 0 2-15,0-1-3 0,5-1 2 0,0 1 2 16,3-5-1-16,3-2 8 0,4-2-12 0,3-1 5 16,-1-1-6-16,-2-2 3 0,1-1-4 0,-2-2 4 15,-1 2 3-15,-2-5-6 0,2 2 1 0,-3-3 6 16,-2 2-8-16,-2-3-5 0,-1 4-1 0,-1-5 4 16,2 2 0-16,0-2-4 0,-4 7 2 0,0-2 0 15,-2 3-2-15,1 3-2 0,-4 4-2 0,4-6-2 16,-4 6 16-16,0 0-14 0,0 0 6 0,2 20 2 15,-4-8 8-15,-5 5-2 0,5 1 4 0,-5-1-1 16,-2 5-1-16,4-2 0 0,-1-1-2 0,0-1 3 16,-1 1 1-16,2-1-5 0,1 0-23 0,0 0-23 15,-1-6-30-15,1-1-39 0,1 0-42 0,-1-1-57 16,1-6-70-16,-2 1-211 0,0-2-529 0,5-3 233 16</inkml:trace>
  <inkml:trace contextRef="#ctx0" brushRef="#br0" timeOffset="-129815.23">18649 8353 153 0,'-5'-3'213'0,"0"-1"-26"16,5 4-31-16,0 0-20 0,0 0-44 0,0 0-41 0,0 0-61 15,0 0-73-15,0 0-67 0,31-1-161 0,-10 3 71 16</inkml:trace>
  <inkml:trace contextRef="#ctx0" brushRef="#br0" timeOffset="-129110.23">20077 8342 53 0,'0'0'268'0,"-3"-11"-18"0,3 11-15 0,0 0-12 15,-15 2-16-15,15-2-7 0,-21 16-14 0,5-6-15 16,2 5-14-16,-6 4-12 0,1 1-12 0,4-1-6 16,0 3-20-16,6-7-12 0,2 3-13 0,3-2-2 15,2 0-10-15,3 2-4 0,2-1-7 0,2-1-6 16,4-2-3-16,3 1-5 0,4-6-8 0,3 1-8 16,5 1-10-16,6-3-7 0,-3-3-4 0,6-2-13 15,-4-2-1-15,6-2-8 0,-5-3-7 0,1 0-1 16,-4-4 2-16,-1 1-5 0,-6-1-1 0,-5 0-1 15,1-2 2-15,-4 0 5 0,2-3 2 0,-3 0-1 16,-2 0-1-16,1-3 8 0,-5 2-1 0,-1-2 2 16,0 5 3-16,0-1 2 0,-2 2 4 0,-1 1 10 15,2 2-2-15,-2 1 5 0,0-2 9 0,-1 8-8 16,2-6 0-16,-2 6-2 0,0 0-3 0,1-10 2 16,-1 10-6-16,0 0 3 0,1-6-2 0,-1 6 0 15,0 0 1-15,0 0-5 0,0 0 3 0,0 0-3 16,0 0 2-16,0 0-1 0,0 0-1 0,0 0 3 15,0 0-3-15,0 0 2 0,0 0 1 0,0 0-3 16,0 0 1-16,0 0-1 0,0 0 4 0,0 0-3 16,0 0 0-16,0 0 1 0,0 0 2 0,0 0 1 15,0 0 3-15,0 0-2 0,0 0 2 0,0 0 2 0,12 12 0 16,-12-12-1-16,0 0 2 0,0 0-3 0,0 0-1 16,0 0 3-16,0 0 6 0,0 0-6 15,0 0 1-15,0 0 1 0,0 0-1 0,0 0 2 16,0 0 0-16,0 0-2 0,0 0-1 0,0 0 1 15,0 0-3-15,0 0 1 0,0 0-1 0,0 0-2 0,0 0-6 16,0 0-6-16,2 5-10 0,-2-5-13 16,0 0-16-16,0 0-25 0,0 0-26 0,0 0-30 0,-7 13-38 15,7-13-34-15,-7 8-34 0,3-3-143 0,-1-1-407 16,-1 1 180-16</inkml:trace>
  <inkml:trace contextRef="#ctx0" brushRef="#br0" timeOffset="-126710.3">20399 8475 115 0,'1'-6'153'0,"3"0"-2"0,-3-3-1 0,2-2-7 16,-2 3-3-16,0-2-8 0,0 2-9 0,-1-2-11 15,2 3-4-15,-2 7-2 0,2-13-9 0,-2 13-1 16,-1-9-1-16,1 9-5 0,0-11-7 0,0 11-11 16,0 0-11-16,1-8-7 0,-1 8-9 0,0 0-4 0,0 0-5 15,0 0-2-15,0 0-11 0,0 0 2 16,-4 28-1-16,4-12 1 0,2-1-3 0,-2 2-3 16,1 0-6-16,2 2 6 0,-2-2-5 0,0 1 0 15,3-3-6-15,-1-1 4 0,3 0-4 0,2 1 4 0,-3-5-1 16,0 0-3-16,3-1 3 0,2 1-1 15,-1-3 0-15,0-2-4 0,0 2-1 0,1-4 5 16,0-1 0-16,-4-1-3 0,6-2-1 0,-3-1 2 16,0-1-1-16,1-5 1 0,-2 2-2 0,-1-2 0 0,1-2-1 15,0-6 0-15,-2 0-1 0,-1 5-1 16,-1-8 1-16,0 4-2 0,-1-2-2 0,-1-1 5 0,3 1-3 16,-4 6 5-16,1-1 7 0,-2 6 7 15,1-1-6-15,-1 7-3 0,0-9-7 0,0 9 4 0,0 0-7 16,0 0 3-16,0 0-1 0,0 0 0 0,8 17-1 15,-7-5-2-15,1 0-1 0,2 4 5 16,0 1-2-16,-1-3-2 0,2 1 2 0,0-2 0 16,0-2-1-16,3 4 3 0,-3-5 2 0,5 0 0 0,1 1 2 15,0-3-2-15,0-1 6 0,1 0-1 16,2-4-3-16,1 2 1 0,0-2-4 0,0-3 1 0,1-2 1 16,-3 0 0-16,0-3-2 0,-1-2 3 15,0 4-2-15,2-9-2 0,-5 3-2 0,3-5 6 0,-2-1-4 16,-4-2-3-16,-1 0 1 0,-2 1-2 0,-1-9-2 15,-2 7 2-15,-1-1-1 0,-3 1 0 0,0-1-2 16,-2 5 5-16,-2-1 1 0,3 4 1 0,1 2 2 16,-2 0 4-16,2 4 1 0,-1-1 0 0,-1 0 1 15,-1 4-2-15,7 2-2 0,-10-4-1 0,5 3 0 16,5 1-2-16,-12-2-1 0,12 2-2 0,0 0 0 16,0 0 0-16,0 0-3 0,-10 5-1 0,10-5 10 15,0 0-9-15,0 0 0 0,18 11 1 0,-8-9-1 16,3 4 0-16,5-3-1 0,-1-3 4 0,0 3-3 15,1 2 1-15,-1-1-3 0,-1 2 0 0,-3 0 0 16,0-2 1-16,-4 3-4 0,-1 1 5 0,0 2-3 16,0-1-1-16,-1 1 3 0,-1 2 0 0,-1-1 4 0,2 1-3 15,-2-2 0-15,0 1-5 0,-3 2 5 16,5 2-1-16,-3-1-1 0,1-4 5 0,2 5-6 16,0-4 6-16,-2-3-1 0,3 2 1 0,-3-2 1 0,4-1 1 15,-2-2-7-15,0 0 6 0,-1-2 0 16,3-2 0-16,-1-1 2 0,-8 0-2 0,16-1-2 15,-8-2 4-15,0 0-2 0,-1-4 3 0,-1-1-4 16,-4 0 3-16,1-4-6 0,0 2 0 0,-8-7 0 0,5 1 2 16,-5 0-3-16,0 0 1 0,0 0-1 0,-2-1 0 15,-1 2 7-15,1 3-5 0,3 3 1 16,1-2-2-16,-1 7-2 0,1-2 1 0,3 6-5 0,-4-11 1 16,4 11-1-16,0 0-1 0,0 0 1 0,9-7 3 15,3 7-5-15,0 0-3 0,8 4 9 0,-1 3-2 16,1 0-2-16,-2 1 3 0,0 1 0 0,0 0 2 15,-3 3-3-15,2-2 0 0,-2 3 1 0,-6-4 2 16,0-1-3-16,0 2 2 0,-1-1-1 0,0-4 0 16,0 3 2-16,-1-1 1 0,-1 0-3 0,-1-3 4 15,3 2 0-15,-2-2 2 0,1-3 1 0,-1 2 1 16,2-2 6-16,-8-1 7 0,18-1-2 16,-8-2-1-16,1-1-3 0,0-2 4 0,-1-1-2 0,1 1 1 15,-4-2 4-15,-1-1-6 0,1-2-3 0,-2 1 1 16,-3-2-5-16,1-1 4 0,-3 2-2 0,-3 0 1 15,1 1-2-15,1-1 9 0,-3 4 2 0,0 1-5 16,4 6-1-16,-7-9-4 0,7 9-3 0,-9-2-1 16,9 2-2-16,-17 7 2 0,6-1-1 0,1 3 7 15,0 5-10-15,0-1-4 0,1 1-22 0,1 2-24 16,3 0-30-16,2-4-31 0,3 5-52 0,-2-1-40 16,4-4-47-16,-2 2-154 0,3-4-437 0,2 2 194 15</inkml:trace>
  <inkml:trace contextRef="#ctx0" brushRef="#br0" timeOffset="-126520.27">21601 8517 92 0,'7'-16'181'0,"-2"1"-5"15,1-2-3-15,1 2-6 0,0-1-8 0,2 2-12 16,0 6 1-16,-1-2-11 0,2 3-13 16,-1 4-15-16,1-1-4 0,3 0-10 0,-1 6-11 15,-2 1-6-15,1 3-8 0,-1 2-9 0,1 4-5 16,1 1-3-16,-3-2-8 0,0 3 0 0,0 0-8 0,-2 1-2 15,-2 0-26-15,-3-4-30 0,2-1-44 16,0 4-50-16,-3-5-63 0,-1-1-157 0,0-3-362 16,0-5 160-16</inkml:trace>
  <inkml:trace contextRef="#ctx0" brushRef="#br0" timeOffset="-126340.43">21928 8325 96 0,'0'0'168'0,"0"0"5"0,0 0 4 0,0 0-13 0,0 0-16 16,0 0-15-16,0 35-4 0,-2-17-13 0,1 0-8 15,-3-1-11-15,2 2-4 0,-1-2-17 0,0 1-17 16,-2 1-42-16,0-2-47 0,1-2-74 0,-2 3-166 16,-2-5-293-16,0-4 129 0</inkml:trace>
  <inkml:trace contextRef="#ctx0" brushRef="#br0" timeOffset="-126198.18">21866 8431 12 0,'5'-9'196'0,"1"2"-18"0,3-1-24 16,-2 1-18-16,2 2-5 0,2-2-24 0,-1 4-30 16,1-2-32-16,1 3-55 0,0-2-47 0,-1 1-105 15,3 1-175-15,-2 0 78 0</inkml:trace>
  <inkml:trace contextRef="#ctx0" brushRef="#br0" timeOffset="-122344.73">22300 8239 29 0,'0'0'170'0,"0"0"-15"16,0 0-14-16,8-1-14 0,-8 1-5 0,0 0-3 15,13-2-15-15,-13 2-12 0,14 2-9 0,-1-2-2 16,-1-2-18-16,5 2-2 0,2-1-1 16,-1-1-9-16,1 0-7 0,2 2-6 0,-3-2-21 0,-3 1-17 15,-1-2-3-15,-1 2-31 0,-3-1-19 0,1-1-4 16,-3 1-2-16,-1-1-19 0,-1 1-10 0,-6 2-1 15,10-5 7-15,-10 5 11 0,7-4 2 16,-7 4 7-16,0 0 11 0,0 0 13 0,0 0 12 0,0 0 13 16,-18-12 11-16,13 11 20 0,5 1 6 0,-15-5 6 15,9 5 29-15,6 0 5 0,-16 0 5 0,16 0 7 16,-13 2 11-16,5 1 4 0,3 2 7 0,0 0 6 16,-2 4 15-16,1 0-2 0,1 2 2 0,0 2-1 15,0 3-3-15,0 3 1 0,1-3-10 0,1 0-7 16,2 2 0-16,-2-3-15 0,3 3-10 0,0-1 4 15,0 1-17-15,2-3-4 0,-1-2-5 0,-1 2-5 16,1-3-7-16,2-1-6 0,-2 2 0 0,-1-4-16 16,0-2-10-16,1-1-10 0,-1-6-2 0,-2 8-3 15,2-8-1-15,-3 8 2 0,3-8-6 0,-5 3-8 16,5-3-3-16,0 0-1 0,-18-3 2 0,18 3 2 16,-18-5 0-16,9 1 3 0,0-2-2 0,3 4 5 15,-3-1 2-15,4-1-1 0,5 4 1 0,-9-5 2 16,9 5-1-16,-9-4-2 0,9 4 5 0,-6-4-1 15,6 4 4-15,0 0 3 0,0 0 4 0,0 0 1 16,0 0 1-16,0 0 0 0,25 3-3 0,-12-2 4 0,4-1 1 16,3 2-4-16,-1-4-5 0,2 2-16 0,0-1-23 15,7 2-28-15,-7 1-28 0,1-4-34 16,7 1-23-16,1 2-20 0,-4-1-16 0,-4 0-114 16,-3 0-329-16,3 0 145 0</inkml:trace>
  <inkml:trace contextRef="#ctx0" brushRef="#br0" timeOffset="-122160">22800 8451 59 0,'3'-5'115'0,"3"-1"15"15,-6 6 14-15,2-9 4 0,-2 9 7 0,0-8 0 0,0 8 1 16,0 0-5-16,0 0-11 0,0-8-13 0,0 8-10 16,0 0-1-16,0 0 0 0,0 0-1 0,0 0-12 15,-5 25-7-15,3-15-5 0,1 1-5 0,-2 1-10 16,2-1-3-16,0 6-7 0,-1-1-4 0,1-4-7 16,1 1-4-16,0-1-4 0,1 1-8 0,1-3-6 15,-1 0-24-15,0-2-22 0,-1 3-35 0,0-6-42 16,0-5-37-16,0 14-39 0,0-7-47 0,0-7-150 15,-8 9-393-15,3-7 175 0</inkml:trace>
  <inkml:trace contextRef="#ctx0" brushRef="#br0" timeOffset="-121968.39">22772 8428 63 0,'10'-7'179'15,"2"2"-4"-15,0 2-9 0,0 3-1 0,-2 0-5 16,4 3-9-16,-2 2-8 0,-1 3-8 0,3 1-9 15,-6 2-6-15,2 1-7 0,-2-2-10 0,0 5-8 16,-5-4-4-16,0 1-8 0,-2-2-5 0,1 3-11 16,-2 0-5-16,-2-2-6 0,0 0 0 0,-2-1-12 15,0-1-17-15,0-2-22 0,-1 3-27 0,-3-2-23 16,2-1-43-16,-2-2-37 0,-1 0-53 0,-2-1-157 16,-1-1-362-16,0 1 161 0</inkml:trace>
  <inkml:trace contextRef="#ctx0" brushRef="#br0" timeOffset="-120839.97">23544 8229 2290 0,'4'-5'2'0,"-4"5"31"15,0-10-27-15,0 10-1 0,0 0-3 0,-13-8-8 16,13 8 8-16,-14 4 14 0,4 0-1 0,-1 4 16 16,0 3 13-16,-3 4 10 0,0 7-6 0,-1 0-4 15,6-4-5-15,-1 7-1 0,2 0-1 0,3 0 1 16,2-7-2-16,4 3-7 0,3-2-2 0,4 6 0 0,-2-7-4 15,3-3 8-15,0-2-11 0,5 1-5 16,-1 0-7-16,1-5-10 0,0-2-8 0,3 2-17 16,-2-5-14-16,-2-2-9 0,-1-4-13 0,1 1-2 15,0-2-2-15,4-4 10 0,-5 1-3 0,3-2 11 16,0-3 1-16,-2-2 8 0,-1 0 2 0,-1-3 15 16,-1 1-2-16,-1-2 11 0,-3 2 8 0,1-2 7 15,-1 2 9-15,-1 4 2 0,-1-2 18 0,1 2 6 16,-3 3-3-16,1 1-4 0,-3 7-5 0,5-6-5 0,-5 6-2 15,0 0-1-15,0 0-3 0,0 0 3 0,0 0 2 16,2 21-2-16,-5-10 5 0,2 2-2 16,1 5 3-16,-3-1-5 0,2-4 0 0,3 3 0 0,1-2-1 15,1 1-1-15,1 1-1 0,0-4 2 0,3-4-3 16,-1 2 1-16,2-3 2 0,0 0-4 0,0-3 2 16,1 1 8-16,-2-3 1 0,4-1 2 0,-5 1 0 15,-7-2 3-15,18-3-6 0,-12 0 2 16,2-5-2-16,0 1-2 0,-3 3-4 0,1-4 0 0,1 0-1 15,-3-2 1-15,-2 0-5 0,1-3 2 0,-2 3-5 16,0-2 6-16,-1-2-9 0,2 3-3 0,-4-3 2 16,1 3-6-16,0 2-4 0,2-2 3 0,0 3-8 15,-1 8-7-15,2-13 1 0,0 9-5 0,-2 4 0 16,9-4 3-16,-9 4 4 0,13 0-2 0,-4 4 3 16,2 0-1-16,-2 3 2 0,4 3 2 0,0 3-2 15,-2-2 3-15,1 3-4 0,-6-3 6 0,4 1-1 16,-1 1 4-16,-2-3 1 0,0-1 2 0,-3-3-2 15,0 1-1-15,-1-1 3 0,-1-1 0 0,1 0 1 16,-3-5 4-16,6 6 23 0,-6-6 10 0,3 7 11 16,-3-7 3-16,0 0-4 0,0 0-7 0,0 0-5 15,0 0 0-15,12-16-7 0,-8 7 0 0,2 0-1 0,0-2-1 16,0 0-8-16,4-3 1 0,-2 1-9 16,2-1 1-16,2 0-4 0,-1 4 1 0,-2 0-4 15,-1 3 0-15,-1 3-5 0,-1 1 10 0,0-1-14 0,-6 4 4 16,12 0-3-16,-12 0-1 0,11 2 2 0,-3 5 1 15,-2-3-3-15,2 1 3 0,1 4 2 0,0-4 0 16,1 2-1-16,0 0 15 0,2-1-10 16,-2-1 8-16,1-2 9 0,3 0-3 0,-1 0 0 0,2-3 0 15,2-2 0-15,-3 1-3 0,-1-5 2 16,1 3 4-16,-2-2-3 0,-1-1 3 0,6-1-2 16,-8-1 3-16,2-2-4 0,-3 3 0 0,-3-3-3 15,1 2 3-15,0-2-3 0,0 0-3 0,-1 1 12 0,-5 1-10 16,0 8-4-16,2-11-5 0,1 5-1 0,-3 6-1 15,0 0-5-15,1-5-3 0,-1 5 9 16,0 0-8-16,0 0 2 0,-11 22-4 0,6-11 2 16,1 7 0-16,-1-3 1 0,0 2-3 0,1-1-2 0,1 3-2 15,-1 0-17-15,0-1-8 0,0 0-26 0,2-1-26 16,0 0-37-16,0-1-39 0,2-5-60 0,2 2-261 16,-2-3-524-16,-2-3 232 0</inkml:trace>
  <inkml:trace contextRef="#ctx0" brushRef="#br0" timeOffset="-120611.84">24687 8235 61 0,'1'-13'299'0,"-1"4"-21"16,0 3-27-16,0 6-27 0,1-10-26 0,-1 10-14 15,0 0 2-15,0 0 4 0,0 0-6 0,9 35-7 16,-5-16-2-16,-2 7-17 0,2 0-9 0,-1 2-10 15,-1 0-21-15,-2 0-9 0,3-2-10 0,1-1-8 16,-2 0-11-16,1-6-20 0,-1-2-33 0,0 2-29 16,0-2-36-16,-1-4-35 0,-1-3-42 0,0 3-49 0,0-6-62 15,0-1-23-15,0-6-180 0,-3 9-464 16,3-9 206-16</inkml:trace>
  <inkml:trace contextRef="#ctx0" brushRef="#br0" timeOffset="-120219.74">24625 8432 1949 0,'-4'-10'55'0,"4"3"-15"16,0 7-12-16,-4-12-11 0,4 12-14 0,-1-8 0 16,1 8 2-16,8-8 3 0,-8 8 7 0,9-4-4 15,1 3 9-15,3 1 0 0,0-2 1 0,6 3-4 16,-1 0 1-16,3-1 0 0,-4 1-3 0,4 2-2 16,-4-2-6-16,-3 0 2 0,0-2-1 0,-3 2 2 15,-4 1-2-15,-7-2 6 0,16 0 5 0,-10-2 8 16,-6 2 10-16,9 0 6 0,-9 0-1 0,0 0 2 15,3 8-1-15,-3-8 0 0,0 0 5 0,-7 14-4 16,2-8-7-16,0 2 0 0,0 0-6 0,0 2-1 16,1 0-4-16,1-3-2 0,-1 3-3 0,3-1-1 15,0-1 1-15,1-8-3 0,1 9-2 0,-1-9 1 0,5 9 1 16,-2-4-6-16,1-1 9 0,-4-4-6 16,11 2-1-16,-2-2 4 0,-9 0-7 0,13-2 1 0,-4-1-5 15,-1 2 11-15,2-4 0 0,-4 2 0 16,2-1-2-16,-1 0-1 0,2-1 0 0,0 3-5 15,-4-3-1-15,3 2-2 0,-8 3-2 0,8-4-4 16,-8 4-1-16,9 0 3 0,-9 0-3 0,0 0-7 0,8 10-17 16,-6-4-16-16,-2-6-24 0,1 14-25 0,1-5-25 15,-1 0-24-15,0-2-31 0,0 1 0 0,2-3-18 16,-1 2 1-16,0-1-8 0,-2-6-123 16,7 12-344-16,-2-8 152 0</inkml:trace>
  <inkml:trace contextRef="#ctx0" brushRef="#br0" timeOffset="-120053.49">25026 8571 504 0,'0'0'19'0,"9"-6"15"16,-5 2 22-16,-1-2-4 0,1 1 12 0,0-4 14 15,2-1 7-15,-3 1-5 0,3 0 14 0,-2-1 0 16,2 0-3-16,0-1-2 0,4 2 6 0,-1-1-10 16,-3 1 0-16,1 4-1 0,0 1-10 0,-2 0-4 15,2 1-2-15,-7 3 0 0,12 2-7 0,-12-2 4 16,10 3-6-16,-5 3-8 0,-1-1-4 0,0 2-2 16,1 1-5-16,-1 0-1 0,1 2-11 0,-4-4-23 15,0 4-34-15,1 0-40 0,-1 1-37 0,0-6-54 16,2 5-182-16,-3-3-369 0,0-7 165 0</inkml:trace>
  <inkml:trace contextRef="#ctx0" brushRef="#br0" timeOffset="-119849.18">25263 8319 79 0,'0'-16'260'0,"2"-1"-7"15,1 5-1-15,-3 3-3 0,3 2-8 0,-1-1-30 16,-2 8-22-16,1-8-19 0,-1 8-23 0,0 0-13 15,0 0 5-15,5 22 1 0,-5-4-16 0,0 6-12 16,-1-1-8-16,0 4-6 0,-3 2-11 0,-1 0-5 0,5-2-8 16,-3 0-23-16,1-2-32 0,-1 1-25 15,2-7-33-15,-1-1-50 0,-2 7-61 0,2-7-36 16,1-3-82-16,0-4-146 0,-2-1-447 0,-1-2 199 16</inkml:trace>
  <inkml:trace contextRef="#ctx0" brushRef="#br0" timeOffset="-119697.89">25232 8436 164 0,'0'-7'210'15,"0"7"-19"-15,3-11-19 0,-3 11-18 0,1-8-23 16,5 2-33-16,-6 6-39 0,9-7-46 0,-1 5-44 16,1-1-53-16,-2 1-96 0,5 0-194 0,2 1 85 15</inkml:trace>
  <inkml:trace contextRef="#ctx0" brushRef="#br0" timeOffset="-119448.85">25675 8293 117 0,'11'-7'236'15,"-2"3"-13"-15,0-1-7 0,-2 0-14 0,0 1-13 0,1 1-20 16,-8 3-15-16,14-2-13 0,-14 2-7 0,11 9-6 16,-2-3-7-16,-2 4-9 0,-2 1-11 0,1-1-9 15,-4 3-6-15,1 3-10 0,-3 1-6 0,-1-1-8 16,-1 1-3-16,-2-1-8 0,-2 2 0 0,1-4 0 15,-3-1-12-15,4-3-2 0,-2 2-4 0,0-2-6 16,1 1 2-16,-2-2-6 0,2 0 0 0,1 0-1 16,-1-1-1-16,-3 0-8 0,3 2-13 0,0-4-7 15,3 1-9-15,-1 2-8 0,2-2-5 0,0 2-12 16,1 1-8-16,-2 1-7 0,2-1-11 0,2 4-12 16,-2-1-28-16,0-2-26 0,1 0-29 0,3 1-21 15,-2 3-177-15,-2 1-389 0,5-4 173 0</inkml:trace>
  <inkml:trace contextRef="#ctx0" brushRef="#br0" timeOffset="-119314.77">25760 8855 52 0,'5'5'155'0,"-5"-5"6"15,0 0 8-15,4 5 3 0,-4-5-1 0,0 0-7 0,0 0-9 16,5 3-12-16,-5-3-13 0,0 0-15 16,0 0-15-16,0 0-26 0,0 0-36 0,0 0-54 15,0 0-58-15,0 0-73 0,15-5-114 0,-15 5-282 16,3-5 125-16</inkml:trace>
  <inkml:trace contextRef="#ctx0" brushRef="#br0" timeOffset="-118420.16">15771 9710 2079 0,'1'-16'22'0,"-1"-2"8"0,0 6 12 16,2 2 3-16,-4 1-9 0,2 9-6 0,-1-12-14 15,1 12-5-15,0-10-3 0,0 10 2 0,0 0 3 16,0 0 4-16,0 0 8 0,0 0 1 0,-5 32-3 16,4-13 2-16,-2 6-6 0,2 2 4 0,-1 0-3 15,0 1 2-15,-1-2-5 0,0 0 3 0,1-1-5 16,2-5 1-16,0-1-6 0,2 2 3 0,-2-2-3 16,1-1 0-16,-1-1 0 0,2-3 1 0,0-1-19 15,-1-2-15-15,-1-1-21 0,2-1-29 0,-2-1-26 16,2-2-30-16,-2-6-27 0,1 7-17 0,-1-7-156 15,0 0-355-15,0 0 158 0</inkml:trace>
  <inkml:trace contextRef="#ctx0" brushRef="#br0" timeOffset="-117712.02">15651 9678 14 0,'0'-11'170'0,"1"-1"-19"0,3 3-8 15,6 0 1-15,2 4-7 0,4-1-1 0,5 3-7 16,10 3-4-16,-1 6 4 0,2 2-10 0,0 5-10 15,0 2-6-15,0 2-7 0,-4 1-10 0,2 4-8 16,-5 2-8-16,-3 2-7 0,-6 3-1 0,-3-1-8 16,-5 1-4-16,-6 1-3 0,-2 1-4 0,-3 2-4 15,-5-4-7-15,-5-1 1 0,-1-2-3 0,-2-1-1 0,0-4-2 16,1-6-8-16,-6 0-4 0,3-4-4 0,-1-4 0 16,1 0 1-16,-2-3-7 0,-1-2 3 15,1-4-1-15,0 1-6 0,0-3 9 0,4-3-5 16,0 1 13-16,1-2 5 0,6 3 4 0,0-1 1 0,4-1 1 15,3 2-6-15,2 5 1 0,1-12-4 16,-1 12 4-16,10-11 0 0,2 5-3 0,5-1 1 0,3 2-2 16,12-2 0-16,1 0-3 0,5 0-1 15,0 0 2-15,0-1-1 0,-3 1-1 0,16-3-7 0,-12 3 4 16,-2-1-3-16,2 2 2 0,-2-1-3 0,-2-4 1 16,-2 2-3-16,-3-1-1 0,-2 2 2 0,-9 1 1 15,-2 1-1-15,-3-1-2 0,-3 1-1 0,-2 0 4 16,-1-1-6-16,-1 0 2 0,-2-1-1 0,-3-1 4 15,-1 0-5-15,-2 0 2 0,-3-1-2 0,0 1 1 16,-1 3 0-16,1 1 5 0,-3-1-4 0,0 1 3 16,-3 3-4-16,1 1 1 0,-1 2-2 0,-3 2 8 15,-2 4-5-15,2 2-5 0,-3 1 1 0,6 1 1 16,-1 3 0-16,2 3-1 0,5 1 3 0,-1-1-2 16,5-1-5-16,0 1 7 0,4-5-7 0,2 2 6 15,3 0 2-15,6-4 1 0,2 1-4 0,3-4-2 16,2 1-8-16,6-4-5 0,2-4-7 0,0 0-6 15,-2-2-2-15,-1-4 0 0,-1-2 4 16,-6 2 2-16,-1-4 0 0,2-7 2 0,-3 4 4 0,-4 1 3 16,1-4 1-16,-3-1 1 0,-1-5-1 0,-2 5 3 15,-4-2 2-15,2-5 6 0,-5 0 1 0,1-2 3 16,-2 1 4-16,-2 6 12 0,2-5 3 16,-3 6 7-16,0 4 2 0,1 1 5 0,0 3 13 0,-1 1-3 15,2 9-11-15,-1-12-3 0,1 12-8 0,0 0 1 16,0 0-6-16,0 0 1 0,0 0-4 0,-2 33 12 15,0-8-3-15,-4 3 6 0,2 3-7 0,-2 1-2 16,1 2 1-16,-1 1 11 0,1 11-14 0,3-13-3 16,-1-1-6-16,1 0 3 0,3-5 0 0,-1 0-17 15,2-1-24-15,0-1-20 0,-4-7-23 0,4 0-29 16,-2 0-48-16,0-4-38 0,1-4-39 0,2 2-24 16,-3-2-187-16,0-3-470 0,0-7 208 0</inkml:trace>
  <inkml:trace contextRef="#ctx0" brushRef="#br0" timeOffset="-117510.54">16648 9851 2 0,'9'-7'164'0,"-2"2"-13"0,4-1 6 0,0 5 0 16,-2 2-7-16,1 3-1 0,2 3-7 0,-3 1-13 15,1 4-12-15,0 2-8 0,-2 4-5 0,-3 0-8 16,-2 0-6-16,-2 0-5 0,-1 1-12 0,-3 0-5 0,-1 0-8 15,1-3-17-15,-3 0-31 0,3-5-11 16,-4 0-30-16,3-3-36 0,-1 1-39 0,0-3-40 16,0 0-143-16,5-6-310 0,0 0 138 0</inkml:trace>
  <inkml:trace contextRef="#ctx0" brushRef="#br0" timeOffset="-117118.38">16862 9719 69 0,'5'-9'243'0,"-3"-1"-15"16,-1 4-18-16,2 2-26 0,-3 4-15 0,6-6-7 0,-6 6 0 16,0 0-5-16,18 15-13 0,-13-4-9 0,0 5-9 15,-1 3-10-15,0 7-12 0,0 2-11 0,-4-1-13 16,-1 1-2-16,3 0-20 0,-2-1-9 16,0-8-14-16,5-1-8 0,-4-2-9 0,1-4-5 0,5 4 1 15,-2-5-5-15,1 0 3 0,4-3-1 16,-3 0-2-16,2-4-4 0,2 0 2 0,1-1 0 15,-1-3-3-15,0 2 3 0,2-2 1 0,-2-4 0 16,1-2 5-16,-2 1 6 0,5-7-1 0,0 2 2 16,-3-4-1-16,4 1-3 0,-2-2 4 0,1 2-1 0,0-8 4 15,-3 7 5-15,-3-3 14 0,-3 2-10 0,1 1 2 16,-2 1 2-16,-3 0 3 0,-1 3 3 16,1 0 5-16,-2 10 18 0,-3-13-11 0,2 7 0 15,1 6-5-15,-11-6-8 0,4 6-6 0,7 0 2 0,-19 10-2 16,7 1-5-16,0 0-4 0,0 4 0 0,6-1-2 15,-2 1 2-15,2 2-10 0,-1 0-2 0,6 2-10 16,1-2-18-16,6-2-18 0,-2 1-33 16,3-2-25-16,0-5-39 0,1 1-33 0,2-2-41 0,2 0-32 15,4-3-238-15,-4-2-511 0,6-1 226 0</inkml:trace>
  <inkml:trace contextRef="#ctx0" brushRef="#br0" timeOffset="-116908.99">17445 9753 202 0,'-2'-20'225'16,"1"2"10"-16,-2 6-3 0,2 0 3 0,1 3-7 16,0-1-18-16,0 10-25 0,-2-11-21 0,2 11-19 15,0 0-7-15,0 0-5 0,0 0-3 0,3 29 6 16,-3-12-1-16,0 7-8 0,-1 1-14 0,1 2-8 16,0-3-10-16,0 2-11 0,0-8-6 0,1 9-9 15,0 2 7-15,1-4-19 0,0-7-43 0,2-1-28 16,-3-1-25-16,2-4-31 0,-2 2-40 0,0-4-55 15,2 0-64-15,-3-4-61 0,0-6-149 0,0 0-477 16,0 0 211-16</inkml:trace>
  <inkml:trace contextRef="#ctx0" brushRef="#br0" timeOffset="-116641.83">17315 9888 174 0,'0'0'170'0,"13"-10"-10"0,-6 9-8 15,7-3-14-15,3 2-6 0,3-2-14 0,1 1-12 16,8 0 2-16,-1-3-6 0,1 1-8 0,-1 1-10 16,-8 0-3-16,-2 1-2 0,2 1 10 0,-3 0-2 15,-4-1 4-15,-4 2 0 0,-3 1-9 0,-6 0-2 16,13 1 7-16,-8 0 8 0,-5-1 2 0,9 6 5 16,-6-3 2-16,-3-3 0 0,5 13-1 0,-5-13-9 15,6 14-6-15,-2-3-4 0,-3-1-11 0,2 0-9 16,-2 3-1-16,2-2-18 0,-3-2-27 0,1 4-25 15,1-2-32-15,0 0-27 0,-2-11-47 0,1 18-50 16,-1-13-53-16,0-5-55 0,0 14-157 0,0-14-462 16,0 0 204-16</inkml:trace>
  <inkml:trace contextRef="#ctx0" brushRef="#br0" timeOffset="-116489.33">17528 9690 5 0,'0'0'125'16,"-2"-4"-15"-16,2 4-7 0,0 0-43 0,0 0-44 15,0 0-48-15,11 21-33 0,-4-14-70 0,2 2 31 16</inkml:trace>
  <inkml:trace contextRef="#ctx0" brushRef="#br0" timeOffset="-116019.79">17866 9865 154 0,'-4'4'223'0,"4"-4"-5"0,-9 8-9 0,4-4-14 16,5-4-9-16,-10 13-14 0,6-6-11 0,0 2-5 0,1 2-19 15,2 1-10-15,0-2-3 0,2 2-14 0,0 0-8 16,3-2-9-16,0 0-5 0,0-2-13 16,1 2-3-16,5-3-8 0,-2 0 1 0,0 0-10 15,4-4-4-15,-1 3-6 0,0-2-6 0,0-4-1 0,1 0-4 16,1 0-3-16,-2-4 2 0,0 1-4 15,0-1-6-15,-3-2-1 0,-1-1-4 0,1-1-5 16,-2-2 9-16,-1-1-10 0,-3-1-1 0,-1-1-2 16,2-3 0-16,-5 0-1 0,1 1-6 0,0-3-3 15,1 2-1-15,0 7-4 0,0-1 8 0,0 3-1 16,0 7-1-16,0-12-4 0,0 12 0 0,1-6 1 16,-1 6 0-16,0 0 2 0,0 0-3 0,17 10-1 15,-11-1 4-15,0 1-1 0,0 2 2 0,0-2-1 16,1 4 1-16,0 1 1 0,-3-3 5 0,1-1-2 0,-1 1 2 15,-2-4-3-15,4 2 10 0,-4-7-9 16,1 3 4-16,-3-6 12 0,3 8 4 0,-3-8 1 16,8 2 0-16,-8-2-6 0,0 0 1 0,19-9-1 15,-9 2-1-15,2-1-1 0,1-3 0 0,3-2-3 16,1 2 0-16,-2-1-1 0,2 4 1 0,-3-2-3 0,1 2-3 16,-2 2-4-16,-4 2-1 0,1 0-2 0,-2 2 2 15,-8 2-2-15,13 0 2 0,-6 3-4 0,-2 2-2 16,1 2 4-16,-1 0-4 0,0 3-21 15,-1 4-26-15,3 0-35 0,-3 2-41 0,1 0-50 0,3-2-50 16,2 2-30-16,2-3-176 0,2 3-468 0,9-1 207 16</inkml:trace>
  <inkml:trace contextRef="#ctx0" brushRef="#br0" timeOffset="-115160.64">18886 10074 120 0,'3'-16'269'0,"1"4"-11"15,4-5-15-15,-3-2-9 0,1 2-10 0,2-9-18 16,2 1-12-16,-5 2-17 0,2-2-18 0,-1 2-16 16,1-3-17-16,-4 1-10 0,2-1-3 0,-2 3-10 15,-3 2-18-15,-1 3-7 0,-2 0 0 0,-1 3-9 16,-2-1-1-16,0 4-3 0,-1 2-10 0,-2 1-2 16,-3 3-5-16,-5 2-10 0,-2 3 2 15,-3 3-3-15,-4 5-4 0,-3 2-2 0,3 3 4 0,7-2-1 16,1 0-8-16,3 3-10 0,7-5-3 0,1 2-3 15,2-1 5-15,6 2 0 0,5-3-2 0,1 0-4 16,8-1-2-16,3 0 2 0,10-1 8 0,0-2-14 16,5 0 0-16,1-4-2 0,-1 3-2 0,0-5 3 15,-2 4-4-15,-4-2 2 0,-8 0-3 0,-1 1 0 16,-7 3-2-16,1-2-2 0,-2 2 0 0,1-1 4 16,-4 3 11-16,-1 2-7 0,1 1 13 0,-4 0 7 15,1 0 3-15,3 1-3 0,-2-1 0 0,-3 1-6 16,2 0 1-16,1 1 1 0,0 0-6 0,2-1 5 15,0-2 0-15,2 1 11 0,3-4-15 0,-1 1 0 16,6-2 1-16,2-2-3 0,1 0-2 0,-1-1 6 16,1-4-7-16,7-6 1 0,-9 2 0 0,1 0-2 15,-3 0 3-15,2-1-1 0,0-2 0 0,-1 0-1 0,1-1 0 16,0-6-2-16,-4 5 2 0,-1 0 1 16,-6 1 0-16,2-2-6 0,-1 1 6 0,-4 0-6 15,-1 2 4-15,-1-2 2 0,-1 3-7 0,-2 2-2 16,1 7 3-16,0 0-9 0,-7-17 4 0,7 17 5 15,-11-4-1-15,-2 4-3 0,13 0 6 0,-26 14 0 16,9-4-2-16,0 5 4 0,3-2 1 0,1 2 0 16,0-1 2-16,3-1-3 0,1 0-3 0,4-1 2 15,4-2 0-15,1 2-2 0,0-12 5 0,10 17-10 16,3-7 10-16,2-1 0 0,3-3 1 0,9-4 14 16,1-1-5-16,3-4-8 0,-1 2 7 0,4-4 2 15,-3-1-1-15,1-1-9 0,0-2 7 0,-1-1-10 16,-3-2 7-16,-1 5-4 0,-2-6 2 0,1 1 17 15,-9 1-17-15,1-1-3 0,-2 2 1 0,-1-4-3 16,-2 3 3-16,-4 3 2 0,0-1 0 0,-1-1-10 0,-3 1 9 16,0-1 4-16,-2 4-8 0,-2 1 3 0,-1 5 8 15,5-9-3-15,-5 9 2 0,0-9-1 16,0 9-4-16,0 0-3 0,0 0 3 0,-13-5-7 16,13 5-5-16,-16 4 11 0,3 0-3 0,-3 2-2 0,4-1-2 15,-4 3 1-15,4-1-7 0,-1 3 17 0,4-3-15 16,-1 3-4-16,1-4 3 0,1 4 2 15,2 0-3-15,-1-1 5 0,5 1-5 0,-1-1-3 0,3-9 7 16,3 19-3-16,-2-9 10 0,4 1-21 16,0 0 14-16,0-1 3 0,2 0-3 0,-1 5 0 0,3 2 1 15,-1-2-4-15,-2-1 16 0,1 3-19 0,-1 0 2 16,0-3 3-16,-3 3 2 0,-3-1-2 0,1 0 2 16,-1 0-7-16,0 0 0 0,-1-1-14 15,-3 2 1-15,0-5-8 0,-1 2-29 0,0 1-22 0,0-3-18 16,0 0-23-16,-2-2-32 0,1 2-47 0,2-3-54 15,2-3-59-15,-2 0-235 0,4-6-591 0,0 0 262 16</inkml:trace>
  <inkml:trace contextRef="#ctx0" brushRef="#br0" timeOffset="-114950.34">20118 9735 275 0,'1'-12'304'0,"-4"1"-13"15,2 0-4-15,0 5-7 0,1 6-33 0,-2-11-20 16,2 11-18-16,0 0-7 0,0 0-12 0,0 0-9 16,-14 21-12-16,9-4-18 0,3 0-14 0,-2 8-13 15,-1-2-17-15,1-2-8 0,3-2 7 0,-2 6-26 16,2 0-24-16,-2-1-36 0,2-7-37 0,1 0-44 16,-4 0-46-16,0-5-63 0,4-2-70 0,0 3-285 15,-2-5-568-15,2-8 251 0</inkml:trace>
  <inkml:trace contextRef="#ctx0" brushRef="#br0" timeOffset="-114780.98">20082 9637 2046 0,'-5'-18'21'16,"-2"4"4"-16,-2-1-20 0,3 7-5 0,0 3-1 15,-1 1-12-15,2 2 8 0,5 2-7 0,-11-2-11 16,11 2-24-16,0 0-35 0,-4 12-25 0,4-12-37 15,7 16-134-15,2-4-300 0,4 0 133 0</inkml:trace>
  <inkml:trace contextRef="#ctx0" brushRef="#br0" timeOffset="-114312.89">20334 9762 56 0,'-4'6'221'0,"4"-6"-2"0,-9 13 8 15,1-5-7-15,1-1 1 0,3 0-13 0,-3 0-6 16,2 3-9-16,5-10-12 0,-5 16-10 0,4-10-13 15,1-6-7-15,-3 16-14 0,4-6-16 0,-1-10-11 16,4 12-12-16,0-4-1 0,2 0-14 0,1-1-4 16,2-3-4-16,0 2-8 0,1-3-6 0,-2-1-5 15,2 2-5-15,-10-4-12 0,18-1 4 0,-18 1-6 0,16-5-1 16,-8 3-2-16,-1-5-1 0,-7 7-2 16,7-10-8-16,-7 10 1 0,5-16-8 0,-1 6 0 15,-4 0-5-15,0 10 3 0,1-21-7 0,1 9-5 0,-1 2 4 16,0-2 1-16,2 0-7 0,-1 3-10 15,1-1 4-15,-1 4 1 0,5 1-4 0,-1 1 3 16,1 0 4-16,3 3-1 0,2 2 4 0,0 1 12 16,0 4-15-16,-1 1 7 0,-1 1 1 0,3 4 0 0,-3-3 1 15,-2 1 1-15,5 2-2 0,-7-2 0 0,1 2 3 16,-1-2 2-16,-1-1-1 0,1-1 2 16,-3-2-3-16,-3-6 2 0,5 6 5 0,-5-6 1 15,4 8 9-15,-4-8 6 0,0 0-5 0,0 0 0 0,0 0-7 16,0 0 3-16,0 0 9 0,24-17-18 0,-19 7 3 15,2 0-6-15,0 0 5 0,3-3-6 0,0 4-3 16,-3 0 2-16,2 0 5 0,-1 4 2 0,-3 0-4 16,1 1-3-16,0 0-2 0,-6 4-4 0,13-1 7 15,-13 1-1-15,8 4-2 0,-8-4 4 0,8 10 7 16,-6-3-7-16,0 2-12 0,-2-9 8 0,2 20 15 16,1-11-42-16,-3 2-35 0,-3 1-40 0,-1-1-48 15,2 1-61-15,-1-5-102 0,-3 3-287 0,6-10-642 16,-10 17 284-16</inkml:trace>
  <inkml:trace contextRef="#ctx0" brushRef="#br0" timeOffset="-113532.02">21383 9636 103 0,'-3'-4'279'0,"3"4"-28"0,-7-8-12 15,7 8-18-15,-9 2-9 0,9-2 0 0,-14 13-7 16,6-2-5-16,-1 3-19 0,1 1-16 0,3 1-10 16,1-1-19-16,2 3-6 0,2 0-20 0,2-2-9 15,2 0-1-15,5 2-12 0,0-4-5 0,0-4 1 16,4 2-2-16,2-2-2 0,2 2 0 0,1-5-9 16,1-4-2-16,0 2-3 0,0-3 2 0,0 1-14 0,-5-6-5 15,0 3-1-15,-1-3-8 0,-1 0-6 16,0 1 1-16,-1-3-13 0,-4-3 6 0,0 0-2 15,-1 1-3-15,-1-2-3 0,-1 0-5 0,-1-1 2 16,-1-1-4-16,0 1 5 0,0 2-3 0,-1 1-6 0,1 0-1 16,-2 7-4-16,2-10-4 0,-2 10-3 15,4-4 0-15,-4 4-6 0,0 0 7 0,0 0-5 16,0 0 2-16,15 14 3 0,-9-9 4 0,1 4-7 16,-1-2 1-16,2 0 8 0,1 2 4 0,3-1-8 0,-2 0 2 15,3-3-4-15,-1 1 6 0,0-1 0 16,1 1-8-16,-1-3-3 0,-1-3 2 0,0 0-4 15,-2 0-8-15,-9 0-4 0,15-3-8 0,-10 0 0 16,-1-2-7-16,-4 5-9 0,6-11 7 0,-5 5 3 0,-1-4-5 16,-1 0 1-16,-2-2 5 0,0-1 8 0,-1 4-2 15,2-3 3-15,1 3 5 0,-1 3 3 0,2 6-5 16,-5-10 7-16,5 10-1 0,-2-8-4 16,2 8 3-16,0 0 5 0,0 0-2 0,9-6 4 0,-9 6-1 15,15 0 3-15,-3 0-1 0,2-2 4 0,-1 2-1 16,13 0 2-16,-4-2 1 0,-3 0 0 0,0 0 2 15,3-2 3-15,-5 2 2 0,2 0 5 16,-9-1 6-16,1 1 8 0,-3 1 9 0,3-3 5 0,-5 0-2 16,0 1-4-16,-1-1 10 0,-5 4 7 0,8-5 7 15,-8 5 12-15,6-6-10 0,-6 6-7 16,4-3-6-16,-4 3-6 0,8-3-2 0,-8 3-10 0,0 0-1 16,6 9-2-16,-2-2 3 0,0 0-1 0,-3 5-3 15,2-1-5-15,-2 1 0 0,0 1-25 0,1-2-36 16,-1 1-33-16,3 1-38 0,-3 3-44 0,-1-4-50 15,0-1-74-15,-1 1-295 0,2-2-624 0,-1 0 277 16</inkml:trace>
  <inkml:trace contextRef="#ctx0" brushRef="#br0" timeOffset="-113372.73">21972 9500 99 0,'-4'-11'210'16,"2"3"-21"-16,-2-1-34 0,1 4-31 0,3 5-35 16,0 0-41-16,0 0-33 0,18 0-64 0,-6 7-98 0,5 2-159 15,1 0 70-15</inkml:trace>
  <inkml:trace contextRef="#ctx0" brushRef="#br0" timeOffset="-112804.61">22483 9667 231 0,'-13'0'263'16,"-2"0"-4"-16,0 2-16 0,-1 0-2 0,0-1-26 0,-2 3-10 15,1 2-14-15,3 2-14 0,1 2-11 0,2-1-18 16,2 1-12-16,2 0-14 0,0 0-10 16,3 2-12-16,2 1-10 0,0-2-10 0,5 3-4 15,1 1 0-15,1-4-12 0,1 0-5 0,4 2-6 0,2-6 7 16,1-1-16-16,-2 0-5 0,3-3-13 15,-1 1 1-15,1-2-4 0,-2-4-8 0,-1 1 0 16,0-2 11-16,1 0-12 0,-2-5-3 0,0 0 1 0,-2-2 0 16,0-3-1-16,-1-3-1 0,0-1-3 0,-2-1 8 15,0-7-14-15,-2 6 2 0,1-8-3 0,1-1 4 16,-2 0 2-16,-1 0 0 0,-1-3 3 0,0 3 4 16,0-1 19-16,-1 4-1 0,0 7 15 0,0 1-2 15,0 2 10-15,-1 4 15 0,0 3-10 0,1 1-6 16,0 7-7-16,0-10-15 0,0 10 14 0,0 0-23 15,0 0 5-15,0 0-8 0,-15 36-1 0,7-5-3 16,-1-1-1-16,-1 3-2 0,3 0 2 0,2-1-5 16,3-2 2-16,3-1 0 0,2-2 0 0,-1-2 3 15,6 1-6-15,2-7 4 0,2 2-2 0,0-4-3 16,1-3 7-16,0-2 5 0,2-2-2 0,1-2-10 16,3 1 6-16,-1-4-7 0,1-3 5 0,0-2-1 15,0 0 0-15,2-5 4 0,-1 1 3 0,-2-3-10 16,1-1 13-16,-3-3-14 0,3 1 2 0,-5-4-6 15,2 0 6-15,-4-1 0 0,0 2-9 0,-3-4 17 16,-3 1-9-16,0 0-2 0,-2 0-5 0,-4 6-5 16,0 0 7-16,-3 1-4 0,0-1 0 0,-1 5-3 0,-2 1 15 15,0 1-20-15,6 3 6 0,-19 3 0 16,7 2-3-16,-4 3 1 0,2 2 3 0,0 2 0 16,1 0-5-16,3 2-23 0,2-4-28 0,3 5-39 0,1-4-41 15,3 4-38-15,1-3-54 0,4 0-64 0,-2-3-52 16,5 1-197-16,-1 0-588 0,2-2 260 15</inkml:trace>
  <inkml:trace contextRef="#ctx0" brushRef="#br0" timeOffset="-112316.18">22954 9814 89 0,'6'-11'237'16,"0"-6"-8"-16,1 2 1 0,-1-1 1 0,2 0-10 15,2 1-6-15,-2 0-4 0,-1 0-9 0,1 2-9 0,3 1-9 16,-3 1-11-16,1 3-15 0,1 1-16 0,0 1-12 15,0 4-12-15,-2-1-10 0,0 4-14 0,1 1-7 16,-1 0-7-16,2 4-3 0,-4 2-5 16,1 0-7-16,-1 4-10 0,0-1 3 0,-1 0-11 0,-1 1 1 15,0 0-5-15,0-1-3 0,-1 0 11 0,1-2-17 16,-1 1 0-16,1-4 1 0,0 3-1 0,0-4 1 16,0 1 1-16,-1-3 1 0,4 1-4 0,3-1 0 15,0-3-3-15,3-2 4 0,1 1-6 0,3-3 4 16,1-1-9-16,1 0-1 0,-3-3-9 0,1 0 6 15,-3-2-2-15,1 1 3 0,-2-4-5 0,-2 1 4 16,-3 2-10-16,0-4 4 0,0-3 2 16,-3 1-1-16,0 1-6 0,0-2 4 0,-3 2-5 0,1 2 2 15,0 0-6-15,-2 3 5 0,-1 2 0 0,1-2 11 16,-1 10-3-16,0-12 0 0,0 12-12 0,-1-6 5 16,1 6-17-16,0 0 9 0,0 0-2 0,0 0-5 15,-10 17 7-15,6-8-1 0,0 2 2 0,0 1-4 16,0-2-1-16,2 3 2 0,-1 0-1 0,2-2 2 15,2 2 4-15,-1-1-4 0,0 3 1 0,4 1 5 16,-3-4-7-16,2 3 0 0,0-3-2 0,0 1 2 0,2-3-1 16,-2-1 3-16,-1 1-1 0,1 2 0 15,-2-2 2-15,1-2-7 0,-1-1 6 0,-1 1 0 0,0-8-3 16,0 10 3-16,0-10-9 0,-3 13-26 16,3-13-18-16,-5 9-40 0,1-4-52 0,4-5-49 0,-10 5-79 15,5-3-87-15,5-2-220 0,-11 0-627 16,11 0 279-16</inkml:trace>
  <inkml:trace contextRef="#ctx0" brushRef="#br0" timeOffset="-112146.34">23709 9817 281 0,'10'-2'387'16,"-4"2"-28"-16,3-1 10 0,-9 1 24 0,13-3 9 16,-8 2-12-16,-5 1-32 0,10-3-36 0,-10 3-30 15,7-4-33-15,-7 4-25 0,7-3-25 0,-7 3-47 16,0 0-67-16,7-3-84 0,-7 3-95 0,0 0-76 15,0 0-92-15,0 0-107 0,0 0-253 16,0 0-662-16,0 0 293 0</inkml:trace>
  <inkml:trace contextRef="#ctx0" brushRef="#br0" timeOffset="-104496.16">10975 10999 2023 0,'3'-14'-7'0,"-1"-3"21"0,-4 0 5 16,2 2 15-16,-2-3-6 0,0 10 3 0,2-3 0 0,-2 2 2 16,2-2 10-16,-2 4 6 0,2 7 6 0,-1-13-4 15,1 13-5-15,-3-8-5 0,3 8-4 16,0 0-6-16,0 0-3 0,0 0-5 0,0 0-4 16,0 0 3-16,0 0-6 0,4 36 2 0,0-16-4 0,-2 8 3 15,2 1-4-15,0 1 0 0,0 1 1 0,-2-1-5 16,2-2 1-16,1 3-1 0,-2-5 1 0,-2 2-3 15,2-3 1-15,3-1 0 0,-3-6 0 0,0-2-1 16,0 2-14-16,1-2-20 0,-3-3-18 0,2-2-36 16,-1 0-28-16,1-1-42 0,0-3-44 15,-3 0-175-15,0-7-401 0,0 9 179 0</inkml:trace>
  <inkml:trace contextRef="#ctx0" brushRef="#br0" timeOffset="-103956.63">10871 10923 112 0,'17'-11'172'0,"2"2"-13"0,11 0-13 15,-1 5 2-15,4 1-5 0,2 6 1 0,4 2-8 16,-3 4-10-16,13 6-9 0,-15-1-9 0,1 4-15 16,-2 2-2-16,-4 3 1 0,-4 1-6 0,-2 2-8 15,-4 2-11-15,-3-3-6 0,-4 4-6 0,-6-3-6 16,-3 0-2-16,-3 0-5 0,-4-1-1 0,-2-8-7 15,-3 2-11-15,-4-5-5 0,-7 7 1 0,0-6-11 16,1-4-2-16,-5 0-5 0,5-3 0 0,-2-3 0 16,0-1 0-16,0-3 0 0,-1-2 1 0,3 0 2 15,5-3 4-15,1 0 7 0,2-2 4 0,3 0 1 16,-1 0 6-16,5 0-3 0,2 0 5 0,2 6-6 16,0-12-2-16,0 12 1 0,13-12-4 0,-2 6 1 15,7-1 1-15,0 0-3 0,9-2 4 0,1 3-5 16,4 0 2-16,1 2-3 0,2-2-2 0,0 2-1 15,0-2 0-15,4 2-2 0,0-3-1 0,-2 1 0 16,0 1 0-16,-3 0 0 0,2-1 2 0,3 0-4 16,-6 2-1-16,-4-2 2 0,-1-2-2 0,-8 4 0 15,-3-3-1-15,-3 3 0 0,-2-2 2 0,0-1 0 0,0-1-1 16,-5-1-1-16,-1 0-1 0,-1-1 0 16,-1 0 1-16,-4-2-2 0,0 0 1 0,0-1 0 15,-4 2-1-15,-1 2-1 0,-1-3 1 0,-1 4-3 16,-3 3 1-16,0-2 0 0,1 4 0 0,-3 0 9 15,1 4-4-15,-1 2 1 0,-3 4 1 0,-2 5 3 16,1 1 2-16,0 6 0 0,1 2-3 0,5-4 1 16,1 3-2-16,3-4 1 0,3 3-2 0,1-2 1 15,4 0 2-15,2 0-5 0,4-2 0 0,-2-1-12 16,5 0-23-16,1-5-30 0,1 0-40 0,2-1-44 16,3 1-39-16,3-5-43 0,-1 0-160 0,-2-1-419 15,3-4 186-15</inkml:trace>
  <inkml:trace contextRef="#ctx0" brushRef="#br0" timeOffset="-103748.39">12000 10985 87 0,'-3'-20'239'0,"0"4"3"0,3 0 6 0,-3 6 4 16,2 0-22-16,1 4-13 0,0 6-32 16,-1-10-19-16,1 10-21 0,0 0-8 0,0 0-13 15,0 0 5-15,1 49-5 0,-2-20-7 0,1 5-9 16,-2 12-10-16,0-11-12 0,2 10-12 0,-2-12-2 15,0-1-5-15,-1 1-8 0,2-2-2 0,1-1-23 16,0-2-23-16,1-1-28 0,-1-8-31 0,0 5-44 16,3-7-49-16,-3-2-44 0,2 2-41 0,-2-5-208 15,-2 0-469-15,-1-4 208 0</inkml:trace>
  <inkml:trace contextRef="#ctx0" brushRef="#br0" timeOffset="-103531.61">12046 11113 197 0,'14'0'197'15,"1"0"-2"-15,-1 3-5 0,-1 0-12 0,3 4-19 16,-1 2-13-16,-6-1-14 0,3 4-7 16,-3 4-12-16,-5-6-11 0,-2 3-3 0,-1 3-15 15,-4 0-3-15,-4-1-10 0,-1 0-12 0,-2 0-28 0,2-4-20 16,-3 1-19-16,-1 1-44 0,3-5-34 15,-1-2-46-15,2 1-46 0,-3-3-108 0,3-1-309 16,8-3 136-16</inkml:trace>
  <inkml:trace contextRef="#ctx0" brushRef="#br0" timeOffset="-103297.95">12327 10881 224 0,'4'-10'287'0,"-2"1"-15"0,1 1-5 0,-2 4-19 0,-1 4-31 16,3-9-22-16,-3 9-19 0,0 0-10 0,0 0 0 16,5 21 5-16,-5-1 1 0,0 8-5 0,-2 7-26 15,0-2-9-15,-3 2-4 0,2-1-14 0,-2 1-13 16,3-3-9-16,0-3-6 0,0 1-11 16,0 1-2-16,0-5-28 0,2-1-17 0,0-5-40 0,0-3-35 15,2 1-33-15,-2-3-50 0,0-1-61 0,2-6-51 16,-2 4-60-16,-2-4-155 0,2-8-495 15,-2 13 220-15</inkml:trace>
  <inkml:trace contextRef="#ctx0" brushRef="#br0" timeOffset="-103016.25">12324 11319 69 0,'7'-9'215'0,"-2"4"5"0,2 1 1 15,-1-3-12-15,3 0-9 0,1 1-8 16,0-3-20-16,6 2-11 0,0-3-14 0,2 1-11 0,-3-1-7 15,4 0-16-15,-2-2-9 0,0 3-11 0,-4-2-8 16,-2 2-8-16,1-3-5 0,-4 3-8 16,1-1-4-16,-2-1-7 0,2-3-7 0,-7 2 3 0,2 2-5 15,-4 0 5-15,-2 1 0 0,2 9-3 0,-2-13-4 16,0 7 0-16,2 6-5 0,-9-5 6 0,9 5-5 16,-16 1 7-16,7 5-3 0,-7 1-5 15,7 2 0-15,-4 3-6 0,1 2-3 0,4-1-2 16,-3 2-1-16,4-1-4 0,4-1 0 0,1-2-7 15,2 0-16-15,0 2-19 0,4-4-27 0,4 1-30 0,-2 0-50 16,1-1-54-16,2-2-66 0,1 0-236 0,2-2-522 16,-3-1 231-16</inkml:trace>
  <inkml:trace contextRef="#ctx0" brushRef="#br0" timeOffset="-102797.48">12731 10924 62 0,'0'-17'299'0,"-2"6"-8"0,0 2-8 16,1 1-16-16,1 8-29 0,-2-8-24 16,2 8-15-16,0 0-6 0,0 0 18 0,0 0-8 0,2 36-4 15,-2-10-22-15,0 3 13 0,-4 0-17 0,4 1-13 16,-4 0-18-16,6-1-11 0,-2-2-15 0,0-1-11 16,0-1-7-16,-2 0-13 0,2-5-25 0,4-3-48 15,-2 0-35-15,0 0-39 0,-1-6-31 16,1 1-48-16,-2 0-67 0,2-3-74 0,-2-2-269 0,0-7-594 15,0 0 262-15</inkml:trace>
  <inkml:trace contextRef="#ctx0" brushRef="#br0" timeOffset="-102529.22">12574 11141 30 0,'4'-4'207'0,"4"2"-18"16,4-1-9-16,7-3-6 0,-4 3 3 0,5-3-18 15,0 3-13-15,10-4-9 0,1 1-11 0,-4 0-9 16,2 2-8-16,0 0-7 0,-10 0-4 0,3 1-2 16,-2 1-8-16,-6 2-1 0,-3-1-7 0,0 1-5 15,-1 0-8-15,-2 1 2 0,-3 1 7 0,1 0 4 16,2 3 9-16,-4 2 5 0,1 2 4 16,-1 1-9-16,-2-2-1 0,2 1-8 0,-2 4-1 0,-1-3-3 15,1 2-12-15,0 0-2 0,0 0-2 0,-2 0-17 16,0 0-37-16,0-2-30 0,0 0-37 0,-2 2-55 15,0-3-69-15,4 1-67 0,-4-2-242 0,2-8-534 16,-5 12 237-16</inkml:trace>
  <inkml:trace contextRef="#ctx0" brushRef="#br0" timeOffset="-102374.95">12859 10843 81 0,'0'0'90'16,"-3"-4"-36"-16,3 4-37 0,0 0-58 0,0 0-43 15,0 0 19-15</inkml:trace>
  <inkml:trace contextRef="#ctx0" brushRef="#br0" timeOffset="-101853.89">13158 11067 226 0,'-7'6'263'0,"3"-2"-6"16,-1 0-13-16,3 2-9 0,-2 1-16 0,-2-1-15 15,2 4-16-15,0-2-17 0,0 2-13 0,1 1-17 16,1-1-17-16,2 0-12 0,0 0-5 0,4-2-9 16,1 2-10-16,-1-2-8 0,3 1-9 0,2-3-6 15,0-1-4-15,0 2 0 0,5-3-11 0,-3-1-5 16,0-2-3-16,3 0 5 0,-3-2-14 0,0 0-5 15,-2-2-6-15,-2 1-1 0,1-2-3 0,2-3-6 16,-6 1-4-16,1-4-4 0,-1 2-5 0,-2-3 0 16,0 1-3-16,-2-1 1 0,0-3-4 0,-2 3 4 0,0-7-6 15,0 1 1-15,0 0 4 0,2 1-7 16,-3 5 6-16,1 2-1 0,2 2 1 0,0 7 1 16,5-10-6-16,-5 10 4 0,8-2-4 0,-8 2 3 15,17 5 0-15,-7 4-1 0,-1-3 2 0,5 7-2 0,-5 0 2 16,5 1 1-16,-5 0 2 0,1-2 0 15,0 1-3-15,-3-2 7 0,-1-1-4 0,-1-1 3 16,3-1-2-16,-3 1 2 0,-2-4 2 0,1 0 0 16,-2 0-1-16,-2-5 6 0,7 5 12 0,-7-5 9 15,0 0-1-15,0 0-3 0,0 0 3 0,0 0-2 0,0 0-2 16,16-19-3-16,-7 11-4 0,-1-5-1 16,4-2-1-16,6-4-2 0,-4 3-2 0,7-3 0 15,0 4-2-15,0-1-2 0,-4 5 0 0,-3 3-5 16,-3 2 2-16,0 2-1 0,1 2 1 0,-2 2-3 0,1 3 3 15,-1 0-4-15,1 1-1 0,-3 5 0 0,0-3 2 16,-1 4-1-16,-1-1 4 0,0 4-4 0,-3-3 5 16,-1 3-1-16,1 0 3 0,-3 2-40 15,-3 2-37-15,1-2-56 0,0 1-83 0,1-4-86 0,-3-2-192 16,2 4-529-16,-2-4 233 0</inkml:trace>
  <inkml:trace contextRef="#ctx0" brushRef="#br0" timeOffset="-101092.58">14103 11020 66 0,'0'0'265'0,"0"0"-22"16,0 0-9-16,0 0-14 0,3 24-10 0,-3-10-15 16,-1 3-4-16,2-2-18 0,-1 0-13 0,2 2-20 15,0-2-7-15,0-1-18 0,3 0-12 0,0-2-8 16,-1-1-6-16,3-1-11 0,-1-1-7 0,3-1-2 0,1 1 3 15,0-3-19-15,2-3-4 0,1 1-5 16,0-2-3-16,-1-2-4 0,-1-2 1 0,2 0-1 16,-1-2-9-16,-1-1-1 0,1 1 0 0,-4-4-3 0,-3 1-3 15,3-2 0-15,-3 0 0 0,0-3-7 16,-2 0-2-16,1-3-1 0,-2 1-1 0,0 0-1 16,-2 2 2-16,2 1-4 0,-2 4-1 0,0 7-5 0,2-14-3 15,-2 14-4-15,0-5 3 0,0 5 0 0,0 0-2 16,0 0 8-16,0 0-6 0,17 19 0 0,-15-8 0 15,5 0 2-15,-1-1 0 0,2 1-1 0,2 4 5 16,-1-3-5-16,4-1 2 0,3-1 2 16,-3 0 2-16,4-2-2 0,-2-2 0 0,-2-1 1 0,3 0 1 15,-2-3 0-15,-3-1-2 0,1 1 6 0,-1-5-2 16,-2 1 1-16,-3-1 0 0,2-1-4 0,-4 1-3 16,0-4-7-16,-2 0-6 0,-2 7-4 0,0-18 4 15,0 7-2-15,-4-1 0 0,-2-3 10 16,-3 1-3-16,1 0-4 0,2 2 0 0,-1 3-1 0,5-1 13 15,-5 4-9-15,4-1 0 0,-1 3-2 0,4 4 1 16,-3-7-2-16,3 7 0 0,0 0 2 0,0 0 4 16,0 0-4-16,0 0 5 0,0 0-4 0,19 2 5 15,-8 0-3-15,0-1 4 0,9 2-4 0,-1-4 4 16,2-1 3-16,0 1-2 0,0-3-3 0,0 0 4 16,-2-1 3-16,1 2 6 0,-3-2 2 0,-1-2 12 15,-4 3-3-15,1 1 12 0,-4-2 4 0,0 1-1 16,-3 0 5-16,-1 2 6 0,-5 2-5 0,10-4-1 15,-10 4-7-15,7-1-5 0,-7 1-2 0,0 0-8 16,8 4 2-16,-8-4 4 0,6 10 0 0,-2-5-2 16,-2 6-9-16,-2 0 4 0,2 0-4 0,0 1-13 15,-4 1-22-15,0-1-20 0,1 5-27 0,-2-4-40 16,1-2-53-16,-2 6-56 0,2-7-58 0,-1 1-203 16,-1-1-519-16,0-2 229 0</inkml:trace>
  <inkml:trace contextRef="#ctx0" brushRef="#br0" timeOffset="-100935.18">14548 10919 1600 0,'-5'-16'31'0,"-1"0"-7"16,4 5-31-16,1 3-2 0,1 2-23 0,0 6-16 15,0 0-8-15,12-5-6 0,-12 5-35 0,20 10-127 16,-5-3-243-16,3 2 107 0</inkml:trace>
  <inkml:trace contextRef="#ctx0" brushRef="#br0" timeOffset="-100528.53">15159 11032 96 0,'-11'-4'270'0,"-6"2"-5"0,0-1-10 0,3 5-6 16,-5 0-17-16,2 1-15 0,1 3-18 0,-1 1-25 15,4 4-10-15,-1 0-15 0,3 2-16 0,3 1-4 16,0 1-19-16,5 1-14 0,1-4-6 16,2 0-8-16,3 3-7 0,1-2-8 0,3-2-5 0,0-2-5 15,2 1-4-15,5 0-12 0,-3-3-4 0,2-2-6 16,1-1-5-16,-1-2-3 0,1 0-2 16,-1-2 2-16,1-4-3 0,-3 2 1 0,0-4 2 15,1-2-14-15,-4 0 3 0,1-2 2 0,-4-1-6 0,1-4 1 16,-1-2-1-16,-1-1-5 0,-2-1 0 0,3-4 4 15,-3 2 0-15,0-6-6 0,0 2 1 0,1-2 1 16,2 2 0-16,-5-1-1 0,0 0-1 0,0 8 3 16,4 1 8-16,-3 2 6 0,1 2 0 0,1 5 0 15,-2-1-4-15,1 4-2 0,-2 5-5 0,0 0-4 16,0 0 0-16,0 0 4 0,0 0-2 0,0 37 0 16,0-12 2-16,-2 3 0 0,2 0 9 0,-2 3-7 15,2-2 0-15,0 0-4 0,1 0 15 0,-1-3-14 16,3-2-15-16,-1-5-38 0,3-2-30 0,-1 1-27 15,2-1-45-15,-2-5-59 0,3-3-49 0,-2 1-233 16,-2-3-530-16,3-3 235 0</inkml:trace>
  <inkml:trace contextRef="#ctx0" brushRef="#br0" timeOffset="-100318.15">15436 10910 199 0,'0'-10'260'0,"2"3"-15"0,-2 7-26 15,0-8-18-15,0 8-8 0,0 0 1 0,0 0-2 16,0 0 7-16,1 35-7 0,-2-16-11 0,1 7-12 16,0 3-12-16,-3-3-16 0,1 3-17 0,2-3-2 15,0 0-14-15,-2-1-15 0,2-6-2 0,2 0-15 16,0-1-18-16,-1-3-26 0,1-2-29 0,-1-1-31 16,0-1-37-16,0-1-42 0,1-3-56 0,-2-7-39 15,0 10-41-15,0-10-198 0,0 0-476 0,0 0 210 16</inkml:trace>
  <inkml:trace contextRef="#ctx0" brushRef="#br0" timeOffset="-99933.95">15395 11095 104 0,'3'-10'167'0,"2"0"-7"0,1-2-3 0,5-2-10 16,-2 1 11-16,3 0-9 0,4 0-3 0,4-3-5 0,-1-1-6 16,3 2 0-16,1-1 0 0,-8 3-1 15,3 0-3-15,-2 0 7 0,1 1-5 0,-1 2 0 16,-2-1-4-16,-5 2-1 0,0 2 6 0,0-1-16 15,-2 1-5-15,-2 3-11 0,1-2-11 0,-2 3-7 0,-4 3-12 16,8-4-11-16,-8 4-11 0,8 10 3 16,-7 0 8-16,2 2-6 0,-2 5 1 0,-1 3-5 0,1 7-3 15,-1-3-4-15,-1-3-3 0,-1 3 1 16,2-6-13-16,0 0-3 0,0 0-2 0,1-2 3 0,0-2 5 16,0-3-11-16,1 0 1 0,-1-1-6 0,0-3 6 15,1-2-8-15,-2-5-3 0,2 11 3 0,-2-11-2 16,3 6 1-16,-3-6 3 0,6 3-5 15,-6-3-2-15,0 0-2 0,14-7-4 0,-7 3 0 0,1-2-3 16,1 1 7-16,-1-1-2 0,1 0-8 0,1 0 4 16,-2-1-8-16,-2 3 22 0,-2 1-20 0,-4 3 0 15,14-3 1-15,-9 1-2 0,-5 2 3 0,12 5-4 16,-7 0 0-16,0 0 6 0,-1 0 1 0,-2 2 0 16,2 0 3-16,0 3 1 0,0 1-38 0,-1-1-51 15,0-1-42-15,2 1-62 0,-1 1-86 0,-1-1-317 16,2-4-639-16,1 3 283 0</inkml:trace>
  <inkml:trace contextRef="#ctx0" brushRef="#br0" timeOffset="-99490.61">16919 10996 108 0,'-9'-7'266'0,"-3"1"-14"0,0 2-22 0,-1 2-16 16,-5 3-17-16,2 3-14 0,-3 1-9 0,-2 9-13 16,3 5-10-16,1 3-9 0,2 0-7 0,1 4-9 15,3 0-14-15,2 1-7 0,6-8-16 0,-1 0 5 16,4 1-20-16,2-2-1 0,1 0-9 0,3-1-7 15,5 1-2-15,0-5-6 0,3 0-7 0,3-1-13 16,-2-3-23-16,5-1-18 0,7-2-28 0,-6-2-28 16,6-4-36-16,-7-1-40 0,2 0-25 0,-3-4-33 15,0-3-30-15,-2 1-138 0,-1-3-401 0,7-5 179 16</inkml:trace>
  <inkml:trace contextRef="#ctx0" brushRef="#br0" timeOffset="-98912.45">17115 10975 18 0,'-3'-30'156'0,"-2"2"3"15,2 1 1-15,1 8 10 0,-1-1 8 0,0 4 11 16,3 4-3-16,-1 3-9 0,-1 2-19 0,0 0-18 16,2 7-13-16,0 0-16 0,0 0-5 0,0 0-1 15,0 29-7-15,-1-3 0 0,1 4-7 0,-1 3-2 16,1 0-4-16,-2 15-1 0,4-14-5 0,-2 0-2 16,2 0-4-16,-3-3-10 0,2-1 3 0,2-5-10 15,-2-5-1-15,2-3-5 0,-1-1-8 0,0-5-3 0,0 0 0 16,1-1-9-16,-3-3 6 0,0-7-7 15,3 10 6-15,-3-10-1 0,3 5-2 0,-3-5 0 0,0 0-6 16,0 0 4-16,0 0-6 0,0 0 1 16,14-19-7-16,-7 11-3 0,3-5-11 0,0-1-10 0,1-2 2 15,6-4-8-15,-2 1-2 0,6 1 3 0,-6 4-1 16,-2 1-1-16,1 5 2 0,-1 2-2 16,-4 2 2-16,1 0-1 0,3 2 0 0,-3 3 2 15,3 1 0-15,-4 2 2 0,1 1 1 0,1 2-2 0,0-1 6 16,3 3-4-16,-2-2 5 0,3 1 0 0,0 2-3 15,-2-6 4-15,4 3 10 0,1-4-9 0,0 1 0 16,1-3 0-16,-1 0 2 0,0-2 1 16,-1-2 0-16,-3 1-2 0,-1-1 9 0,4-5-9 0,-5 3-1 15,-2 0 2-15,0-3 0 0,-1 1 2 0,0-1-1 16,0-1 1-16,-5-1 1 0,1-2-2 0,-2 1 4 16,-2 2-7-16,-1-2 4 0,-1 3 10 0,1 8-1 15,-5-14 2-15,1 8-1 0,-1 1 1 0,-3 1-5 16,2 2 2-16,6 2-2 0,-21 1-3 0,9 3 1 15,0 2-1-15,-1-2 1 0,2 4-3 0,-1 0 3 16,3 0-5-16,2 3 1 0,0-4 0 0,3 3 0 16,-1-2 3-16,3-1-2 0,2-7-1 0,0 13-7 15,2-7 4-15,-2-6 4 0,9 8-1 0,-2-4 3 16,0-2-4-16,5-1 0 0,-3 1 2 0,1 0-2 16,1-2-1-16,-2 1 0 0,2 1-3 0,0-1-8 15,-3 0-11-15,-2 1-16 0,-6-2-16 0,14 7-21 16,-7-3-29-16,-2 1-38 0,2 3-36 0,-3-3-46 15,1 3-44-15,-2 2-180 0,2-2-483 0,-1 1 213 16</inkml:trace>
  <inkml:trace contextRef="#ctx0" brushRef="#br0" timeOffset="-98709.05">17807 11230 65 0,'3'-11'202'0,"0"-1"-3"0,4-4 5 16,-1 2-16-16,0-1-7 0,4 2-6 0,-2 3-13 0,0 0-2 15,0 3-11-15,-1-1-3 0,2 4-18 16,-2 1-12-16,-1 3-5 0,-6 0-8 0,15 2-10 16,-10 0-6-16,3 5-9 0,-3-1-6 0,1 3-8 15,-3 1-7-15,2-1-2 0,-3 1-7 0,-1 3-17 16,0-1-28-16,0-1-38 0,-2 1-38 0,2 0-53 16,1-3-62-16,0 1-222 0,2-2-443 0,1 1 197 15</inkml:trace>
  <inkml:trace contextRef="#ctx0" brushRef="#br0" timeOffset="-97859.02">18239 11044 87 0,'-4'-9'290'16,"-1"1"-20"-16,-2 1-16 0,-1 1-16 0,-1 5-15 0,-2 2-14 15,-3 4-15-15,-2 2-17 0,-1 2-17 0,-1 1-14 16,3 1-17-16,2 2-9 0,0 0-16 0,7-1-8 15,1-2-10-15,2 2-6 0,1-2-11 16,2-1-8-16,0 1-13 0,4-4-14 0,1 1-14 0,2 0-12 16,5-3-6-16,-2-1-5 0,0-2-5 0,4 1 1 15,1-5-1-15,-2 2 2 0,-1-3-4 0,-2-1 3 16,2 0 0-16,-3-2 3 0,0 0 1 16,-1-3 1-16,0 3-1 0,-3-2 1 0,1 1-1 0,0-1 9 15,-4 3 8-15,1 2 7 0,-3 4 3 0,5-9-3 16,-5 9-3-16,0 0 1 0,0 0-2 0,0 0 15 15,0 0 5-15,-3 26-1 0,0-9-1 16,-5 9 8-16,2 2 3 0,-2 2 1 0,0 5 0 16,-2 12 16-16,1 2 15 0,3-2-6 0,1 3 1 0,3 0-5 15,0-3-6-15,-1-12-7 0,1 11-4 0,0-13-2 16,0 0-7-16,-3-2 16 0,1-3-21 0,-3-2 6 16,1-2-4-16,-1-8-4 0,-1-2-4 15,-3-1-10-15,3-4-3 0,-1-2-19 0,0-2-13 0,-4-2-9 16,1-3-12-16,0-2 2 0,-2-3-3 0,-1-1-9 15,3-7-2-15,2 0 16 0,2-4-17 0,1-1 3 16,0-7 5-16,3 0-6 0,7-2 11 0,0 0-2 16,7 0 5-16,3 1 2 0,3-2-4 0,3-1 16 15,3 2 1-15,10-9-7 0,-7 10 4 0,1 0 4 16,11-4 9-16,-9 7-6 0,1 1 2 0,-1-2 0 16,2 2 2-16,-5-1 0 0,4 1 4 0,0 0 0 15,-2 0 2-15,-2 1-1 0,-1 0 7 0,-3 1 6 16,-2-1-1-16,-1 0-3 0,-7 5 1 0,1 0 6 15,-2-1 5-15,-2-1-6 0,-3 2 3 0,0-1-2 16,-4 4 0-16,2 1 1 0,-6-1-4 0,2 3 6 16,-1 1 2-16,-2 2 10 0,-1 3-14 0,-3 1 0 15,-5 4-2-15,2 2 0 0,-2 2-1 0,-2 5 2 16,-2 4-5-16,0 5 0 0,0 0-2 0,4-3 3 16,2 7-2-16,4-7-3 0,0 1 3 0,5 0-6 15,1-2 3-15,2 0 5 0,3-4 8 0,0-1-10 0,1 1 1 16,2-4-5-16,3 1 1 0,2-1 0 0,6-1 2 15,-3-2-3-15,4-2 2 0,2-2-2 16,2-2 1-16,-4-1-14 0,1-2 8 0,-2-1-1 16,0-2 3-16,-2 1 1 0,-5 0 3 0,5-2-5 0,-6 0 1 15,-1-1-3-15,1-2 5 0,-1-2-1 16,-2 4-3-16,0-1 9 0,-3 1-6 0,1 1-1 16,1 0-3-16,-2 4 2 0,-3 0-8 0,-1 5 10 15,5-8-12-15,-5 8 0 0,0 0 2 0,0 0-3 0,0 0 9 16,0 0 7-16,5 23 3 0,-6-14 3 0,-1 4 4 15,-1 1-10-15,-1 2 3 0,-3-1 1 0,2 2 1 16,-2 0-1-16,2-1-1 0,-2-1-15 16,2 0-20-16,-2-1-28 0,4-1-26 0,1-2-35 15,0 1-42-15,1-3-57 0,2 1-58 0,-1-1-227 0,3-3-542 16,-3-6 240-16</inkml:trace>
  <inkml:trace contextRef="#ctx0" brushRef="#br0" timeOffset="-93336.28">19318 10890 176 0,'0'0'192'0,"-3"-8"-26"0,3 8-17 15,0 0-10-15,0 0-12 0,0 0-12 0,0 0-2 16,8 25-4-16,-3-8-8 0,0 8-5 0,-3 1-4 16,4 2-12-16,-3-1-7 0,3 1-2 0,-3-5-6 15,1-3-3-15,-1-2-8 0,-1-1-2 0,1 1-1 16,1-3 0-16,-1-3-9 0,1-2-1 0,-1-1-4 15,-2-2-1-15,1-2-5 0,-2-5 2 0,2 11 3 16,-1-7 9-16,-1-4 7 0,0 0 3 0,4 6-8 16,-4-6 4-16,0 0-9 0,0 0-2 0,0 0-6 15,0 0-4-15,0 0-3 0,9-21-5 0,-6 14-2 16,2-3-1-16,2 2-6 0,4-2 0 0,4 1-3 16,0 0-1-16,2 2-1 0,-1 2-1 0,1 3-2 0,2 2 1 15,0 2-4-15,-3 2 0 0,2 0 3 16,-8 3-6-16,3 0 1 0,-3 1 3 0,-2 0-3 15,-1 1 0-15,-2 1 0 0,0 0 2 0,-1-1-2 16,-3 1 1-16,-1-2 0 0,-1 1 1 0,-1-1-2 0,-5-2 1 16,1 1 0-16,-4 0 2 0,-3-1 0 15,-2 0-2-15,-3-2 3 0,1 2-2 0,-5-5-19 0,-4-1-15 16,6 0-22-16,0 0-36 0,2-3-45 0,5-1-44 16,3 1-233-16,-1-1-446 0,0-1 198 0</inkml:trace>
  <inkml:trace contextRef="#ctx0" brushRef="#br0" timeOffset="-92615.95">19891 11000 225 0,'0'0'232'0,"-9"-10"-21"0,3 7-7 16,-3 2-17-16,9 1-9 0,-19 6-16 0,5 3-6 16,2 1-14-16,-3 2-11 0,3 4-11 0,1 1-7 15,-2 5-6-15,5-3-7 0,0-2-3 0,3 2-9 16,2 0-3-16,2 0-8 0,1-2-7 0,2 0-7 16,3 0-4-16,2-3-6 0,2 0-5 0,4 0-2 15,0-5-5-15,2 0-5 0,1-1-22 0,0-1-28 16,1-1-30-16,0-2-31 0,0-2-32 0,2-1-26 15,-1-1-25-15,-1-2-20 0,0-3-4 0,1 0 3 16,1-1-5-16,-1 0 9 0,-5-3-95 0,-2 0 232 16,0 1-89-16,-2-2 21 0,-2 0 24 0,0-1 24 15,-4-3 24-15,0 3 22 0,1-5 18 0,-4 3 33 16,0 2 23-16,0-1 17 0,-1 3 18 0,-1 1 8 16,2 8 6-16,-2-14-4 0,0 9-7 0,2 5-14 15,0 0-10-15,-3-7-5 0,3 7-1 0,0 0 1 16,0 0-2-16,-9 20-1 0,4-10-4 0,1 2-2 0,3-1-5 15,-2 2-7-15,2 0-2 0,2-1-5 16,0 1-1-16,1-2-5 0,3 0-3 0,2-1 2 16,0-1-5-16,0-1-3 0,1-3-2 0,5 1 1 15,-2-2-8-15,2-2 6 0,0 0-5 0,5-2-2 16,0-2-1-16,-4-2-3 0,2 0 2 0,-4-2-1 0,1 1 0 16,-3-1 4-16,0-2 2 0,-4 1-1 15,1-3-1-15,-1 0 1 0,-2-1-5 0,-1-2 0 16,-5 1-3-16,-1 0-2 0,-1-4 0 0,-4 2 3 15,-1-1-6-15,-2 3-2 0,0 3-1 0,1-2-6 16,-1 3-4-16,-1 3-15 0,1-1-17 0,0 2-18 0,1 2-29 16,-1 2-30-16,2 2-39 0,1 0-33 0,0 0-47 15,-1 1-123-15,4 0-387 0,5-3 171 16</inkml:trace>
  <inkml:trace contextRef="#ctx0" brushRef="#br0" timeOffset="-92336.2">20396 10975 58 0,'10'-3'181'0,"2"3"-6"0,-1 0 0 0,1 3-7 15,-1 0-9-15,0 4-10 0,0 2-8 0,-1 2-8 16,1 4-1-16,-3 1-10 0,-1 1 2 16,-3-1-7-16,-2 1-6 0,0 2-4 0,-4-1-3 0,1 0-8 15,-3-1-1-15,-1 0-5 0,-1-1-3 16,-2 0 2-16,2-4 2 0,-2 1-8 0,1-2-7 15,2-3-5-15,-2 0-7 0,4-2-5 0,-1-2-7 16,4-4-6-16,-3 8-3 0,3-8-6 0,-3 7 2 0,3-7-5 16,0 0-3-16,0 0-2 0,14 5-1 0,-1-4-4 15,-2-2-3-15,10 1-4 0,-1-3-23 0,10-2-32 16,2-1-45-16,1 0-53 0,2-1-77 0,-1 1-77 16,0-1-159-16,2 1-487 0,-3-1 216 0</inkml:trace>
  <inkml:trace contextRef="#ctx0" brushRef="#br0" timeOffset="-87694.8">21444 11104 90 0,'-5'-5'208'0,"5"5"-14"0,-15 0-5 0,3 4-8 15,1 2-15-15,-3 3-6 0,2 3-21 0,2 1-11 0,-2 1-8 16,5 0-12-16,-1 2-9 0,4-2-10 16,4-2-10-16,1 1-5 0,3-3-7 0,1 0-1 0,1 3-5 15,8-3-8-15,-4-1-2 0,6-2-3 0,0 0-5 16,3-3-6-16,-1 0-1 0,1-3-5 0,3-2-1 15,-2-1-4-15,-1-2-1 0,2-3-4 0,-7 1 0 16,-4-2 0-16,1 2-6 0,-4-2-3 0,-2-2 0 16,-1 0-7-16,-3-2-7 0,-5-3 2 0,-1-1 11 15,-5 1-2-15,-3-1-2 0,-3-4 0 0,2 7-1 16,-2-1-3-16,0 3 1 0,0 3-1 0,0 0-6 16,5 5 6-16,-1 1-6 0,0 1 5 0,6 1-6 15,6 0-2-15,-13 5 9 0,9-1-5 0,4-4-3 16,-4 10 3-16,4-10-1 0,12 12 0 0,-2-7-3 15,7 0 2-15,2 1-1 0,9-5 0 0,3 2-1 16,2-4-1-16,-1-4-2 0,-3 1 5 0,2-1-1 16,-3-3-3-16,0-1 3 0,-9 2 2 0,-1 0-1 15,-4-3 1-15,2-2 4 0,-6 0-3 0,-3 1 0 16,0-1 2-16,-3-3-1 0,-2-3-2 0,-2 1 3 16,-2-1 6-16,-2-1 4 0,1 2 3 0,-1 5 1 15,1 2 5-15,-1-2 2 0,1 5 0 0,2 1 1 16,1 6-10-16,-3-8-1 0,3 8 1 0,0 0-1 15,0 0 7-15,-7 33 10 0,3-4 7 0,0 4 3 16,-2 17 7-16,-1 2-3 0,2-2 0 0,0-3-3 16,0-11-2-16,1 9 3 0,-2 2-1 0,5-13-8 15,-2-2 4-15,3 3-6 0,0 1-3 0,0-2-1 16,1-4-3-16,2 2-13 0,-2-5-24 0,0-1-13 0,2 0-11 16,-2-6-31-16,0-1-50 0,-1-3-60 15,2-3-54-15,-2-1-219 0,-2-1-490 0,2-3 216 16</inkml:trace>
  <inkml:trace contextRef="#ctx0" brushRef="#br0" timeOffset="-87547.27">21761 11344 168 0,'15'-5'140'0,"4"2"-28"0,12-3-29 16,2-1-43-16,1 2-49 0,-5 1-80 0,6-3-97 15,3 1 42-15</inkml:trace>
  <inkml:trace contextRef="#ctx0" brushRef="#br0" timeOffset="-87328.21">22468 10973 100 0,'0'-8'268'0,"0"8"-15"0,-3-10-25 15,3 10-28-15,0-9-19 0,0 9-11 0,0 0 2 0,0 0-7 16,-3 40-8-16,-1-11-9 0,-2 3-8 16,1-1-9-16,-1 4-17 0,-3-2-7 0,3-1-12 0,-1 0-10 15,1 1-8-15,2-4-3 0,-1 0-10 16,4-2-15-16,-1 1-29 0,0-3-32 0,2-7-41 16,-1 0-43-16,2-2-51 0,0-3-57 0,2 0-211 0,-5-7-449 15,4 0 199-15</inkml:trace>
  <inkml:trace contextRef="#ctx0" brushRef="#br0" timeOffset="-86806.68">22309 11241 93 0,'3'-6'157'0,"3"0"-5"16,2 1-5-16,4-1-9 0,3 0-4 15,3 1-9-15,1-1-10 0,-1 1-8 0,0 2-9 0,2-1-4 16,-1 2-1-16,-2 0-4 0,-4 3-4 0,1-1-6 15,-3 1-3-15,-2 1-7 0,-1 0-3 0,-2 2 10 16,1 2-4-16,-2 0-4 0,0 1-2 16,-3-1 1-16,2 3 1 0,0 1-6 0,-3-3-8 0,3 1 0 15,-1 0-7-15,1 2-5 0,1-1-5 0,2-3-2 16,1 1-3-16,-3-4-4 0,3 3-2 0,1-4 0 16,1 0 0-16,2 0-2 0,0-2-3 0,1-2-3 15,2-1-1-15,-2-1-1 0,-1 0 1 0,4-5-3 16,-5 4-1-16,-1-4 0 0,2-2-4 0,-4 3 0 15,2-5-2-15,-3 2 4 0,-2 0-5 0,-3-1 1 16,2 0 0-16,-4 0 0 0,-1 0 1 0,1 1-3 16,0 4 1-16,0 7-4 0,-1-13-2 0,1 13-2 15,-4-7-2-15,4 7 4 0,0 0-1 16,0 0 4-16,-13 16-1 0,6-7-4 0,4 4 1 0,-1-5 1 16,3 4 0-16,2 0 1 0,-2-1 0 0,3 1 2 15,2-3 2-15,1 1-2 0,4-2 6 0,1-2-6 16,1-1 0-16,7-2 6 0,-1-2-2 0,1 0 5 15,3-1-1-15,-2-4 2 0,0 1 3 0,-6 0 6 16,0-3 7-16,-2-1-1 0,-1 1 0 0,-1-2 0 16,-2-1-1-16,-1-1-8 0,-3 0 2 0,-2-4-5 15,-1 0 0-15,-1-3 0 0,-2 2-3 0,-1-2-3 16,-1 1-10-16,0-2-7 0,-1 4-10 0,-1-1-10 16,2 5-7-16,4 0-20 0,-4 2-24 0,2 1-32 15,3 7-50-15,-4-8-29 0,4 8-14 0,0 0-19 16,0 0-163-16,0 0-415 0,0 0 184 0</inkml:trace>
  <inkml:trace contextRef="#ctx0" brushRef="#br0" timeOffset="-86564.8">23093 11162 117 0,'0'0'204'0,"2"10"-3"16,1-5-4-16,-3-5-4 0,1 10-8 0,-1-10-10 15,8 8-9-15,-4-5-8 0,3 2-11 0,0-1-1 16,3-1-10-16,1-3-6 0,1 3-10 0,7-3-8 15,-2-1-9-15,1-1-7 0,0 0-14 0,-1 1-8 16,-1-5-3-16,-1 3-7 0,-5-2 4 0,2-1-12 16,-3 0-3-16,-3-2-11 0,-2 0-5 0,-1 0 4 15,-5-3-8-15,-2 1-3 0,-2 0-7 0,-7-2-3 16,-1-1-8-16,0 4-7 0,-6 0-11 0,-1 4-15 16,-6 2-25-16,-1 0-30 0,1 4-33 0,-1 4-43 15,8-1-45-15,-2 4-39 0,-1 3-173 0,7-1-444 0,1 1 197 16</inkml:trace>
  <inkml:trace contextRef="#ctx0" brushRef="#br0" timeOffset="-85656.21">23499 11330 257 0,'10'-8'260'0,"2"0"-13"0,-4-3-3 15,4-3-21-15,2 0-10 0,-3-1-13 0,-1 0-14 16,0-3-9-16,2-4-19 0,0-1-16 0,-1-1-9 15,-5 1-13-15,3-2-8 0,0 1-11 0,-5 5-8 0,-2-1-1 16,0 1-12-16,-1-5-7 0,-5 5-1 16,0 1-12-16,1 1-2 0,0 6-8 0,-4 1-4 15,2-1-4-15,-1 3-7 0,-1 1-5 0,0-1-1 16,-1 6-8-16,0-1 0 0,-2 3-3 0,10 0 1 0,-15 0-8 16,15 0 1-16,-9 4-5 0,9-4 3 0,-3 7-5 15,3-7 4-15,11 9 1 0,0-6 0 0,6 2-5 16,3-1 4-16,7 0-3 0,4-4 2 15,-1 3-4-15,-9-3-1 0,6 0 1 0,-7 0-1 0,-3 0-3 16,-5 0 1-16,0 0-2 0,-2 3-2 0,0 0 0 16,-3 1 0-16,2 2 0 0,-3 0 1 0,-2 3 4 15,1 0 7-15,-1 3 0 0,-2-2 8 16,1 3-1-16,0 2-2 0,-2-2-1 0,2 0 2 16,0 1 2-16,2 2-3 0,-1-5 5 0,0 0-9 0,1-1 4 15,3 1 1-15,3 0-6 0,-2-3-5 0,7 1-3 16,-4-2 9-16,5-2 1 0,1-1 4 0,2-2-4 15,0-2 4-15,3 0 8 0,-2-2-14 0,0-3 0 16,0 0-4-16,5-2 3 0,-4-1-2 0,-3-1 0 16,0 0-3-16,-2-1 5 0,-2-5-4 0,-2 2-2 15,-1-3 1-15,-4 2-4 0,-3-1-1 0,-1-1 4 16,-4 3 0-16,2 0 1 0,-4 2-6 0,1 0 2 16,-3 1-2-16,-1 1 0 0,0 2 1 0,1 4 4 15,-5-1-6-15,0 2-6 0,9 2 2 0,-23 8 2 16,10 1-3-16,-2 2 2 0,2 2 4 0,3 1-6 15,0 1 5-15,5 0-1 0,1 2 5 0,3-5 3 16,3 0 0-16,2 3-4 0,6-1 4 0,-1-5 1 16,8 3-2-16,7-2 1 0,2 0-3 0,4-4 1 15,-2-2 7-15,3-1-2 0,1-3-7 0,-1-1-5 16,-1-3 6-16,0 0 2 0,-1-1 3 0,-2-3 0 16,0 0-2-16,-3-1-4 0,-6 1 7 0,1-1-6 15,-2-1 6-15,1-2-6 0,-4 0 4 0,0-1-3 16,0-2 0-16,1 2 4 0,-2-1-1 0,-4 3-5 15,-3 2 12-15,2-1 0 0,-4 1 1 0,1-2 8 16,-4 6 10-16,2-2-3 0,-3 7 11 0,0-10-1 16,0 10-12-16,-5-9 1 0,-1 6-3 0,6 3-6 15,-19-2 6-15,8 2 12 0,-2 3-10 0,-1 1-8 16,-4 0-9-16,5-1 3 0,-1 3-1 0,3 0 0 16,0-1-13-16,3 3 8 0,0 0-2 0,2-2 1 15,3 1-6-15,0 0-3 0,2 1-2 0,4 1-1 16,2 0 1-16,1 2-1 0,7 0-11 0,-5-1 8 0,3 3-8 15,-2-4 9-15,3 4-6 0,-1-1-1 16,3 1 4-16,-6 1 2 0,0-2 2 0,1 2 0 16,-1 1-2-16,-1 2 0 0,2 0 2 0,-4 1 0 15,-1-1-2-15,-2 0 11 0,3 0 0 0,-2 2-3 0,-2-2 7 16,0-1 9-16,1 1-2 0,-4-2 12 16,1 1-12-16,-1-5 0 0,-2 5 3 0,0-6-9 15,-1 2-3-15,0-2-11 0,-4-3-21 0,2 1-9 16,1-4-22-16,-4 3-29 0,4-5-23 0,-1 2-36 0,7-4-59 15,-12 0-50-15,12 0-62 0,-11-8-193 16,6 2-554-16,5 6 246 0</inkml:trace>
  <inkml:trace contextRef="#ctx0" brushRef="#br0" timeOffset="-85442.22">24945 11018 1931 0,'15'-24'89'0,"-1"1"-28"0,-2 0-24 16,1 1 32-16,-6 8 29 0,-1 2 15 15,0 2 9-15,0 1 2 0,-1 2-7 0,-4 1-5 16,-1 6-12-16,5-6-10 0,-5 6-6 0,0 0 12 0,0 0 11 16,4 16 0-16,-4-4-5 0,0 5-17 0,-2-1-13 15,0 4 7-15,-2 1-15 0,3 2 0 0,-1 3-8 16,0-7-2-16,0 2-38 0,-1 3-26 16,3-7-34-16,0 2-35 0,-2-3-37 0,1 1-49 0,2-1-65 15,1-3-71-15,-4-1-217 0,2-3-560 0,-1-1 248 16</inkml:trace>
  <inkml:trace contextRef="#ctx0" brushRef="#br0" timeOffset="-85289.07">24978 10824 2054 0,'-8'-17'62'0,"0"0"12"15,1 2-57-15,0 4-17 0,2 5-21 0,0-1-29 16,1 3-11-16,4 4-10 0,0 0-33 0,0 0-34 15,0 0-156-15,-11 15-318 0,11-15 141 0</inkml:trace>
  <inkml:trace contextRef="#ctx0" brushRef="#br0" timeOffset="-84520.61">25223 10920 33 0,'0'0'226'0,"0"0"-5"0,0 0-7 16,0 0-9-16,-13 12-8 0,13-12-12 0,-7 11-7 15,3-6-13-15,1 1-7 0,1 5-9 0,-2-1-14 16,1 1-14-16,2 0-8 0,2 1-12 0,2 0-11 16,-3 0-4-16,4-1-4 0,1 0-13 0,1-1-7 15,1 0-3-15,2-2-2 0,0 0-8 0,3-2-4 16,-4 1-4-16,1-4-4 0,0 3-4 0,1-5-5 16,-1 2 0-16,1-3-2 0,-2 0-5 0,-8 0 3 15,11-3-3-15,-11 3 0 0,10-5-5 0,-8 0-1 16,-1-2 0-16,4-3 0 0,-3 1-6 0,-4-2-2 15,0-1 1-15,-1-4 0 0,1 0 2 0,-1 3-3 16,-1-1-7-16,0-3 0 0,2 2-3 0,1-1 3 16,-1 0-3-16,2 1 3 0,0 5 0 0,2-2-3 15,0 3 0-15,3 2 0 0,-1 3 4 0,4 3 1 16,2-1-2-16,2 5 3 0,0 0-4 0,4 5 2 16,1 1 2-16,-2 3 4 0,1 0-6 0,-3 1 4 15,2 1 6-15,-4 0 2 0,0 1 3 0,0-3 3 16,-2 0-4-16,-2-2 2 0,-1 1-1 0,-1-3-3 15,0 1 4-15,-1-3-3 0,2-2 8 0,-4 2 13 16,3-1 17-16,-5-5 22 0,4 5 18 0,-4-5 13 0,0 0 7 16,0 0-11-16,0 0-14 0,0 0-9 0,0 0-5 15,0 0-9-15,0 0-6 0,0 0-9 16,-8-30-1-16,7 23-8 0,1-4-3 0,1 0-23 16,-1 1-3-16,2-2-12 0,0-1-19 0,2 2-6 15,1-1 15-15,2 5-10 0,-2-1-2 0,1 1 0 0,-1 2-3 16,4 3 10-16,-9 2-11 0,17 1 8 15,-10 1-1-15,2 4 1 0,0-1 8 0,0 3-3 0,-1 2-3 16,0-1 1-16,-1 1 4 0,0 0 0 16,4-1 2-16,-5 1 7 0,3 0-1 0,0-3 12 0,1-1-7 15,3 0-4-15,1-3 8 0,-1-2-6 0,0 1 14 16,7-4 7-16,-8-1-20 0,2-1 14 0,1-1 8 16,-2-3-7-16,0-1 2 0,-2 0 5 15,-3 0-2-15,1-2 3 0,-3-3 5 0,2-1-11 0,-2 4-6 16,-4-1 3-16,0 0 3 0,1-1-2 0,-3 3 9 15,0-1-19-15,0-1-2 0,0 5 3 0,0 7 3 16,-3-10-11-16,3 10-19 0,0 0 12 0,-4-6 2 16,4 6-6-16,0 0 9 0,-12 19-2 0,8-8 3 15,-3 5-3-15,1 0 1 0,-2 1 2 0,2 1-6 16,-1 5 2-16,1-4-1 0,1 0-10 16,1 1 16-16,0-2 6 0,-2 0-6 0,2 1-8 0,2-4-3 15,0-2 5-15,0 1 2 0,-1-4 0 0,2 2-5 16,-2-2-9-16,1-1-12 0,0-2-12 0,2-7-18 15,-3 10-31-15,-1-5-28 0,4-5-50 0,-5 8-70 16,0-5-78-16,-3-2-247 0,8-1-614 0,-11 2 272 16</inkml:trace>
  <inkml:trace contextRef="#ctx0" brushRef="#br0" timeOffset="-84364.53">26145 11107 56 0,'0'0'186'0,"4"-7"-51"0,-4 7-62 15,0 0-81-15,0 0-66 0,0 0-80 0,0 0 35 16</inkml:trace>
  <inkml:trace contextRef="#ctx0" brushRef="#br0" timeOffset="-17369.33">16208 4441 81 0,'-10'-8'138'0,"10"8"-14"16,0 0-14-16,-28 8-18 0,12-2-23 0,-3 0-30 16,0 4-28-16,0-3-31 0,0 1-32 15,0-2-47-15,2 1-107 0,3-3 47 0</inkml:trace>
  <inkml:trace contextRef="#ctx0" brushRef="#br0" timeOffset="-12530.5">16103 5689 125 0,'0'0'145'0,"3"-6"-6"16,-3 6-5-16,4-6-11 0,-4 6-18 0,0 0-8 15,5-7-12-15,-5 7-11 0,0 0-1 0,0 0-10 0,0 0-5 16,10 12 2-16,-9-5-9 0,2 2 0 16,-3 1-7-16,1 2-6 0,-1-1-2 0,0 2-3 15,-1-1-4-15,-2 4 0 0,3-3-1 0,-2 1-4 16,-1-2-7-16,2 4 5 0,-2-5-44 0,2 2-17 15,-3-4-34-15,2 1-34 0,0-1-23 0,0 0-89 16,2-9-237-16,-5 12 105 0</inkml:trace>
  <inkml:trace contextRef="#ctx0" brushRef="#br0" timeOffset="-12327.42">16337 5511 98 0,'0'0'168'0,"0"-9"-18"0,0 9-20 0,0 0-15 16,0 0-5-16,0 0-8 0,0 0-15 0,0 0 4 15,-7 29-13-15,4-18-12 0,-2 6-7 0,0 0-1 16,1-1-16-16,0-1-3 0,-1 1-13 0,3-1-28 16,-1-3-27-16,2-1-35 0,-1 0-43 0,4-1-97 15,-2-3-219-15,1 0 98 0</inkml:trace>
  <inkml:trace contextRef="#ctx0" brushRef="#br0" timeOffset="-12146.58">16667 5356 110 0,'1'-5'175'16,"-1"5"-16"-16,0 0-17 0,0 0-5 0,0 0-5 15,0 0-15-15,0 0-6 0,-20 19-14 0,10-3-8 16,2-3-10-16,-1 5-8 0,0-1-6 0,0 6-4 15,1-5-29-15,3-1-29 0,1 1-44 0,-1-7-33 16,4 2-40-16,0-1-112 0,0-1-243 0,1 1 108 16</inkml:trace>
  <inkml:trace contextRef="#ctx0" brushRef="#br0" timeOffset="-11970.91">16894 5296 59 0,'4'-5'195'0,"-4"5"-17"16,3-9-17-16,-3 9-20 0,2-6-16 0,-2 6-12 16,0 0-7-16,0 0-15 0,-10 24-10 0,3-14-14 15,-2 5-27-15,-4 7-30 0,1-5-46 0,2 5-19 16,1-6-22-16,-1 2-24 0,3-2-82 0,2-2-199 16,3-3 88-16</inkml:trace>
  <inkml:trace contextRef="#ctx0" brushRef="#br0" timeOffset="-11788.3">17175 5237 126 0,'0'0'164'0,"4"-5"-19"0,-4 5-10 0,0 0-11 16,0 0-16-16,0 0-9 0,-14 32-9 0,5-15-9 15,0 0-7-15,-2-1-7 0,2 2-21 0,0-2-15 16,0 3-40-16,2-3-27 0,3-1-30 15,0-5-28-15,3 1-88 0,-2-2-195 0,4-3 87 0</inkml:trace>
  <inkml:trace contextRef="#ctx0" brushRef="#br0" timeOffset="-11611.28">17505 5191 127 0,'0'0'160'0,"0"0"-12"0,5-8-20 15,-5 8-11-15,0 0-9 0,0 0-11 0,0 0-11 0,0 0-4 16,-19 19-15-16,13-10-27 0,1 0-35 0,-2 2-28 16,2-2-30-16,3 3-29 0,-1-3-18 0,2 3-52 15,1-12-164-15,2 15 73 0</inkml:trace>
  <inkml:trace contextRef="#ctx0" brushRef="#br0" timeOffset="-11448.31">17931 5144 106 0,'6'-2'153'0,"-6"2"-14"0,0 0-3 0,0 0-13 15,0 0-15-15,-6 21-10 0,1-10-10 0,-3 4-9 16,-3 1-4-16,-1 7-7 0,2-6-16 0,1 2-19 16,1-1-30-16,1 0-26 0,1-3-24 0,1 1-41 15,3-1-97-15,-1-4-198 0,2 1 88 0</inkml:trace>
  <inkml:trace contextRef="#ctx0" brushRef="#br0" timeOffset="-11264.56">18346 5199 130 0,'0'0'168'0,"0"0"-27"0,0 0-10 0,0 0 0 15,-21 14-13-15,6 0-10 0,-11 4-4 0,-1 3-18 16,0 4-4-16,0-2-3 0,0 3-16 0,2-5-16 15,2 2-22-15,2-2-24 0,6-1-17 0,3-3-26 0,3-3-22 16,3-2-22-16,0-1-23 0,3-1-75 16,1 0-197-16,2-5 88 0</inkml:trace>
  <inkml:trace contextRef="#ctx0" brushRef="#br0" timeOffset="-11106.49">18406 5386 23 0,'0'0'172'0,"0"0"-18"0,0 0-4 0,0 0-15 16,-33 14-4-16,15-3-15 0,-7 6-19 0,-1 4-6 16,-1-4-9-16,3 4-14 0,-2-2-34 0,1 2-30 15,3-2-34-15,4 1-32 0,6-7-36 0,0 3-81 16,4-6-191-16,4-1 84 0</inkml:trace>
  <inkml:trace contextRef="#ctx0" brushRef="#br0" timeOffset="-10945.77">18458 5519 71 0,'0'0'155'0,"0"0"-15"0,0 0-11 0,-27 14-12 16,13-5-18-16,-3 2-2 0,0 2-4 0,-4 3-26 16,4-3-29-16,-2 6-27 0,6-4-31 0,-1-4-40 15,4 0-97-15,1-1-168 0,1-1 74 0</inkml:trace>
  <inkml:trace contextRef="#ctx0" brushRef="#br0" timeOffset="-10786.9">18574 5598 17 0,'0'0'183'16,"0"0"-26"-16,0 0-10 0,-24 8-9 0,9 0-11 15,-2 1-15-15,-1 2-11 0,-5 5-1 0,1 1-20 16,1-1-23-16,5-3-34 0,3-1-38 0,-1 1-38 15,2 0-51-15,5-2-75 0,-2-3-193 0,5-1 85 16</inkml:trace>
  <inkml:trace contextRef="#ctx0" brushRef="#br0" timeOffset="-10632.55">18764 5705 103 0,'-20'9'205'0,"1"-1"-18"0,1 2-18 15,-9 3-18-15,-4 2-29 0,0-1-15 0,-3 1-36 16,6 0-21-16,0 0-35 0,2 1-42 0,2-1-36 16,7-5-119-16,2 0-197 0,5-3 87 0</inkml:trace>
  <inkml:trace contextRef="#ctx0" brushRef="#br0" timeOffset="18433.3">10293 12448 51 0,'-4'-5'188'16,"1"-3"-2"-16,2 0 0 0,-3 3-9 0,4 5 1 15,-5-11-7-15,2 7-9 0,3 4-1 0,-1-9-14 16,1 9-12-16,-4-8-15 0,4 8-7 0,0 0-15 16,-3-7-6-16,3 7-13 0,0 0-6 0,0 0-14 15,0 0 0-15,-3-6-11 0,3 6-4 0,0 0-8 16,0 0-2-16,0 0-3 0,0 0-4 0,1 27 14 15,2-17-2-15,-3 2-7 0,0 1-1 0,1 2-2 16,-2-1-2-16,1 2-5 0,1 0 3 0,-1 1-7 16,0-2 1-16,0 2 2 0,1-2-1 0,-2 1-6 15,1-2-1-15,0-1-4 0,1-2 0 0,1 1 2 16,0-2-1-16,-2 0-25 0,1-2-17 0,-1-8-29 16,-1 13-35-16,2-7-31 0,-1-6-34 0,3 8-24 15,-3-8-24-15,0 0-152 0,0 0-389 0,0 0 173 16</inkml:trace>
  <inkml:trace contextRef="#ctx0" brushRef="#br0" timeOffset="18583.82">10121 12286 1899 0,'-9'-10'-16'0,"3"3"23"0,0-1 16 0,6 8-25 0,-9-11-2 15,9 11-23-15,0 0-12 0,-12-10-15 16,12 10-7-16,0 0-14 0,0 0-22 0,0 0-24 15,0 0-119-15,0 0-258 0,0 0 115 0</inkml:trace>
  <inkml:trace contextRef="#ctx0" brushRef="#br0" timeOffset="18801.47">10459 12269 43 0,'10'4'208'0,"0"3"-7"15,0-1-7-15,1 6-9 0,-2 1-2 0,-2 2-9 16,2 2-13-16,-5 0-8 0,0 10-14 0,-4-2-1 16,-1-6-17-16,-2 1-16 0,-1 0-10 0,-1 4-9 15,-5 1-9-15,2-8-3 0,0 2-11 0,-2 0-7 16,1-3-4-16,-1 0-19 0,-1-1-28 0,-1 0-34 16,-1-2-39-16,1-1-45 0,-3-1-43 0,0 1-54 15,0-3-119-15,-3-3-355 0,2 1 157 0</inkml:trace>
  <inkml:trace contextRef="#ctx0" brushRef="#br0" timeOffset="19013.5">9885 12366 73 0,'-10'0'259'0,"-2"2"-27"16,4 1-20-16,-1 3-14 0,1 3-13 0,0 0-10 15,0 7-12-15,3 2-14 0,1 1-16 0,2 8-12 16,2-1-12-16,1 0-9 0,4 1-8 0,4-1-10 16,4-1-15-16,2 0-27 0,6-5-42 0,2 1-55 15,7-2-62-15,15 2-58 0,5-2-163 0,2-3-367 16,-1-4 163-16</inkml:trace>
  <inkml:trace contextRef="#ctx0" brushRef="#br0" timeOffset="19472.93">11610 12194 210 0,'-1'-12'226'0,"1"12"0"0,-3-9-13 16,3 9-13-16,0 0-22 0,0-8-14 0,0 8-22 15,0 0-12-15,0 0-14 0,0 0-6 0,0 0 2 16,-5 21 0-16,1 4-5 0,1 0-6 0,1 3-7 16,-3 2-4-16,1 3-7 0,0-1-3 0,1-1 14 15,-1 3-8-15,0-2-1 0,1 1-13 0,-3-2-3 16,5-1-7-16,1-4-8 0,-1 2-2 0,0-8-8 16,1 5-3-16,0-6-4 0,0-1-3 0,0-1 0 15,1-2-9-15,0-2-2 0,0-1 1 0,0 0-32 16,1-2-17-16,-2 0-28 0,-2-3-27 0,1 1-44 15,1-8-41-15,-5 10-48 0,2-6-54 16,3-4-166-16,-10 5-469 0,10-5 209 0</inkml:trace>
  <inkml:trace contextRef="#ctx0" brushRef="#br0" timeOffset="19719.59">11487 12501 2061 0,'6'-17'-33'0,"1"0"21"0,1 3 7 0,2 4-5 15,-1-2 8-15,5 4 15 0,2 0 5 0,10 1 20 16,-7 2 7-16,2 0 4 0,7 2-2 0,-6 2-3 16,-1 3-3-16,-1 3-2 0,2 1-4 0,-5-1-3 15,-1 4-3-15,-2 1-3 0,-3 2-2 0,-2-2 8 16,-2 0 4-16,-4 2-3 0,-3-1-2 0,0 1 5 16,-6 4-1-16,-2 0-2 0,-6-1 0 0,-5 3-3 15,-4-1-1-15,0-2-2 0,-1 1-9 0,-3-3-7 16,-1-1-13-16,2-2-13 0,-2 1-19 0,9-4-27 15,0-2-30-15,1-2-47 0,5 0-45 0,2-1-208 0,-1-3-421 16,4-2 187-16</inkml:trace>
  <inkml:trace contextRef="#ctx0" brushRef="#br0" timeOffset="23714.19">12207 12360 92 0,'0'-7'204'15,"-4"-1"-11"-15,4 8 2 0,0-13-11 0,-2 8-8 16,2 5-8-16,0 0-12 0,-3-13-17 0,3 13-16 15,0 0-13-15,0 0-13 0,0 0-10 0,0 0-2 16,0 0 7-16,0 0-5 0,10 27-3 0,-5-10 1 16,-1 3 16-16,-1 6-7 0,-2-1-3 0,-1 1 0 15,-1 1-8-15,1 0-7 0,1 0-2 0,-1-7-10 16,0-1-8-16,1 0-4 0,2 1-6 0,-3-1-2 16,1-2-2-16,1-1-8 0,-2 0-3 0,0-4-6 15,2-1-26-15,-4-1-15 0,2 1-22 0,-3-3-26 16,2-1-33-16,-2-2-32 0,3-5-30 0,-4 10-41 15,4-10-33-15,-7 3-171 0,7-3-438 0,0 0 193 16</inkml:trace>
  <inkml:trace contextRef="#ctx0" brushRef="#br0" timeOffset="24125.84">12094 12558 132 0,'0'0'177'0,"0"0"-15"0,6-9-6 16,-6 9-3-16,11-8-10 0,1 4-8 0,-1 0-8 15,9-1-9-15,-3 2-8 0,6-1-9 0,-4 1-7 16,2 2-9-16,0-1-10 0,-4 2-8 0,2 2-6 16,-1 0-5-16,-5 0-9 0,1 3-1 0,-3-1 1 15,0 2 4-15,1-1-8 0,-4 1-1 0,1 2 0 16,-4 0-6-16,2 0-1 0,-2 0-3 0,1-1-1 16,-1 1 0-16,-1-3-4 0,0 1 1 0,1 0 4 15,0-3-10-15,-1 1-1 0,-4-4-3 0,9 8 3 16,-5-6-4-16,-4-2 1 0,10 2 1 0,-10-2 0 15,13 0 3-15,-7-4-1 0,1 0 3 0,3-1 2 16,-2-1-1-16,-1-1 4 0,3-2 0 0,-2 1 1 0,-2 0 1 16,3 0-1-16,-6 0 4 0,4 0 4 15,-5 0 1-15,2 4-8 0,-1-2 5 0,-3 6 1 16,4-10-1-16,-4 10-6 0,4-7-9 0,-4 7-1 16,2-5-8-16,-2 5 1 0,0 0-2 0,0 0-4 15,5 18 0-15,-5-7 4 0,0 6-5 0,0-2 0 16,-2 3 6-16,2 2 1 0,0-1-7 0,0-2 0 15,-2 2 1-15,2 0 0 0,2-2-5 0,-2-1-18 16,2-4-21-16,-4 1-24 0,6 0-33 0,-6-3-37 0,4 0-42 16,-2-2-31-16,0-1-38 0,0-7-164 15,3 9-439-15,-3-9 193 0</inkml:trace>
  <inkml:trace contextRef="#ctx0" brushRef="#br0" timeOffset="24358.79">12731 12352 112 0,'0'-12'251'16,"0"2"-7"-16,0-1-14 0,0 5-19 0,0 6-25 15,0 0-22-15,0-10-11 0,0 10-4 0,0 0-3 16,5 21-2-16,-3 0-1 0,0 7-8 0,-2 6-5 0,0-1-8 16,1 12-12-16,-2-10-13 0,1-1-9 0,1-2-9 15,0 1-4-15,2-2-10 0,-3 0-5 0,-3-3-6 16,6 0-2-16,-1-3-17 0,-2-8-24 15,0 0-18-15,2-4-26 0,-2 1-31 0,0-1-40 0,0-3-48 16,0-2-41-16,0-3-32 0,0-5-187 0,-2 12-445 16,2-12 196-16</inkml:trace>
  <inkml:trace contextRef="#ctx0" brushRef="#br0" timeOffset="24768.24">12768 12530 13 0,'8'-3'195'0,"1"1"-6"16,-2 2-9-16,6 0-10 0,0 2-16 0,-3 1-14 16,-1 2-8-16,-1 3-13 0,1 0-11 0,-1 2-11 15,-4 2-9-15,0-2-8 0,1 4-6 0,-5-2-10 16,-2 0-2-16,-1-2-7 0,-1 2-9 0,-2-2-8 16,0-1-4-16,2 0-9 0,-3-1-8 15,1-2 0-15,1-2-2 0,1 0-1 0,4-4-4 16,-12 5 2-16,12-5-4 0,-6 0-4 0,6 0 4 0,0 0-4 15,0 0 0-15,0 0 2 0,0 0-2 0,21-21 5 16,-11 13-6-16,3 1 3 0,3-3 0 0,7-3 0 16,-1 0 1-16,5-2 2 0,-2-1 3 0,2 1 8 15,0 0 6-15,-4 0 1 0,-2 0 7 16,-2 3 9-16,-4 0 4 0,-1 2 14 0,-3-2 10 0,-5 2-2 16,0 0-6-16,-2 1-2 0,-4 0 2 0,-2 1 3 15,2 8-2-15,-12-12 2 0,1 10 3 0,-5 2-4 16,-1 2-3-16,-4 3 4 0,-4 7-8 15,0-1 4-15,8 1-11 0,-4 3-6 0,8 0 1 0,1 2-8 16,4 0-1-16,3-2 2 0,5 1-29 0,0-3-20 16,5 0-21-16,3 2-37 0,4-4-33 0,4 1-46 15,2-3-50-15,9-2-48 0,2-3-234 0,-7-1-520 16,9-4 231-16</inkml:trace>
  <inkml:trace contextRef="#ctx0" brushRef="#br0" timeOffset="25652.75">1609 8264 2 0,'0'-7'224'0,"0"7"-17"16,0-13-21-16,0 13-24 0,0-9-17 0,0 9-17 15,0 0-14-15,0 0-12 0,0 0-1 0,4 28 6 16,3 1-6-16,-2 21-11 0,-1 7-4 0,5 31 2 16,-4-8-6-16,-1 3-5 0,3 0-4 0,-3-3-6 15,1 0-7-15,-1-21-3 0,0 2-8 0,0 21-1 16,0-22-3-16,6 21-8 0,-9-27 4 0,3 3-2 15,0 3-5-15,-1-7 1 0,-1-2-5 0,6-3-2 16,-5 2-1-16,0-16 1 0,2-1-3 0,-2-2-7 16,0-1 1-16,-1-2-2 0,-2-1-19 0,2-8-21 15,-4-2-14-15,2-3-22 0,0-4-22 0,0-10-18 16,0 12-44-16,0-12-61 0,0 0-152 0,0 0-385 16,0 0 171-16</inkml:trace>
  <inkml:trace contextRef="#ctx0" brushRef="#br0" timeOffset="26332.52">1532 8313 2621 0,'-12'-14'4'0,"0"-2"-9"16,3 3 2-16,0 2-8 0,0 3 5 0,2 1-3 15,3 2-17-15,2-1-12 0,2 6 0 0,0 0-42 16,11-11 27-16,7 7 10 0,8-4 3 0,13 1 13 15,24 0 5-15,36-6 2 0,2 0 10 0,10-2-5 16,0-1-2-16,8 2 6 0,2-4 4 0,6 1 2 16,-2 1 0-16,3-1 0 0,-3 1-2 0,-4-3 3 15,-2 5 0-15,1-1 3 0,2 2-4 0,1 0 0 16,-3 0-4-16,-7-2 1 0,-8 3-4 0,-3-1 2 16,-6 2 4-16,-31 3 3 0,2-1-3 15,26-3-5-15,-34 7 3 0,4 0 5 0,-5-1-7 0,-3-1 4 16,-5 2 1-16,-14 1-4 0,-4 0 4 0,-1 1-1 15,-8 0 5-15,-3 2-3 0,-3-3 2 0,-5 2-6 16,0 2 5-16,-12 0 0 0,18 0 1 0,-18 0-7 16,13 3 8-16,-13-3 2 0,11 5-5 0,-11-5 6 15,8 8-3-15,-7-3 4 0,2 4 8 0,-2 3 9 16,1 4-2-16,0 3 0 0,0 7 3 0,-2 4 8 16,0 3 2-16,-1 1-2 0,1 2 1 0,1 10-4 15,-2 1-3-15,1 0 4 0,-1 1 3 0,3 4-6 16,2 2-1-16,1 5 1 0,1-2 4 0,10 21 5 15,-3-23 14-15,-2 1-5 0,6 1 8 0,-1 0-7 16,1-2-2-16,-2 1 3 0,4 1-5 0,-3-6-2 16,-1 6-5-16,-3 2 0 0,3-4-1 0,-5-1-7 15,-1-1 3-15,1-2-6 0,-1-1 4 0,-5 0-6 16,1-4 7-16,-1 0-7 0,-5-13-2 0,-2 2-2 16,-2-1 1-16,1-1 5 0,-2-1-8 0,-5-3-3 15,0 0 0-15,0-3-2 0,-7 1 3 0,-2 1-3 16,-4-4 1-16,-5-3 2 0,-4 0-3 0,-13 6-1 15,-7 0 0-15,-2-8 2 0,-6-1-4 0,-27 0-1 16,23-4 2-16,-32-3-4 0,0-2-2 0,-4 4 12 16,-6-4-10-16,-6 5-1 0,-9-5-2 0,0 4-4 15,-6-1 2-15,1 6-2 0,-4-3 3 16,-2-2 4-16,1 3-12 0,-2 1-6 0,7-4 3 0,5 0-3 16,4 0 4-16,9-2-6 0,6 3-8 0,5-2-5 15,33-6-8-15,4-2-6 0,1 0-19 0,8-4-20 16,16-3-27-16,2-1-41 0,6-3-48 0,8 2-194 15,1-8-425-15,8-1 188 0</inkml:trace>
  <inkml:trace contextRef="#ctx0" brushRef="#br0" timeOffset="26698.42">2812 8492 254 0,'0'-11'227'16,"0"4"-25"-16,0 7-21 0,2-7-19 15,-2 7-19-15,0 0-13 0,0 0-16 0,11 32-8 16,-6-2-4-16,2 23 1 0,0 2-23 0,3 27 5 15,1-23-10-15,-3 26-13 0,2-26-1 0,-1 23-3 16,0 1-2-16,-3-23 3 0,4 20-9 0,-5-21-1 16,-1-2-3-16,1 3-3 0,2-2-2 0,-2 0-7 0,-2-4-2 15,3-3-1-15,-2-3-2 0,-3-1 5 16,3-1-7-16,-3-8-8 0,0-6 1 0,2 1-3 16,-2-4 7-16,2 0-1 0,-5-1-10 0,5-3-18 15,-3-7-23-15,0-1-30 0,2-2-39 0,-4-1-43 0,2-4-41 16,-5-1-200-16,0 0-412 0,-4-3 182 15</inkml:trace>
  <inkml:trace contextRef="#ctx0" brushRef="#br0" timeOffset="26973.07">2232 9441 2751 0,'-6'-34'-9'0,"-2"3"13"15,1-2-5-15,1 8-2 0,4 6 10 0,-2 2-9 16,2 2 0-16,1 4-2 0,0 4-1 0,0 0 1 16,1 7-1-16,-1-10-5 0,1 10 2 15,0 0 1-15,0 0 5 0,0 0 13 0,10 26 8 16,-8-2 1-16,4 4 3 0,-1 3-2 0,0 4 3 0,-1 11-6 16,-2-12 1-16,3 1-2 0,-1 0 1 0,1-3-3 15,-2 2 0-15,-3-3-2 0,0 0 3 0,1-3-6 16,0 0 1-16,-1-3-22 0,2 0-24 0,-2-6-39 15,-3 1-39-15,3-5-51 0,-1 0-63 16,-7 0-164-16,2-5-425 0,-2-3 188 0</inkml:trace>
  <inkml:trace contextRef="#ctx0" brushRef="#br0" timeOffset="27191.35">2163 9483 2043 0,'12'-29'18'16,"0"1"13"-16,-2 5-20 0,2 7-8 0,-3 3-4 15,3 0 5-15,0 1 1 0,4 2 19 0,-5 4 0 0,2 2 7 16,5 1 4-16,-8 3-2 0,3 0-2 0,-2 5-3 16,2-1 1-16,-5 2-6 0,1 4 1 0,-3-1-2 15,2 5-1-15,-4 3-4 0,-3 1 1 16,-1-1-2-16,0 3 4 0,-5-1-4 0,-3 0 0 16,-7 6 0-16,0 1-4 0,-2-3-12 0,3-3-22 0,-5-1-35 15,6-2-37-15,3-5-54 0,-3 1-57 0,0-2-136 16,3-4-370-16,1-3 165 0</inkml:trace>
  <inkml:trace contextRef="#ctx0" brushRef="#br0" timeOffset="27759.41">3536 9113 47 0,'0'0'82'0,"0"0"11"0,0 0 7 0,0 0 9 15,-7-4 7-15,7 4-3 0,0 0 8 0,-6-4-3 16,6 4 0-16,-4-6-1 0,4 6 1 0,-5-6 0 0,5 6 3 16,0 0-6-16,-6-3 0 0,6 3-5 15,0 0-8-15,-6-6-10 0,6 6-10 0,0 0-9 16,0 0-10-16,0 0-9 0,0 0-4 0,0 0-7 16,0 0-3-16,-5 17 2 0,8-8-6 15,-3 7 1-15,1 1-5 0,0 4-1 0,1-2-1 0,0-1-1 16,-2 1-5-16,3 0-1 0,-1 0-1 0,-2-3 2 15,2-3-3-15,-1-1 1 0,0-1-4 0,2-2 2 16,-3-2-2-16,1-1 7 0,-1-6 8 0,1 9 15 16,-1-9 13-16,0 0 6 0,0 0-7 0,0 0-1 15,0 0-11-15,0 0-2 0,0 0-6 0,-3-37-4 16,5 18-6-16,3-8 1 0,4-3-7 0,0-1-6 16,3 1-1-16,0-1 0 0,4 2 1 0,3 4-9 15,-4 1-4-15,3 2-3 0,-5 9-2 0,-3 5 0 16,0-1-6-16,1 6 1 0,0-1-4 0,-1 4 0 0,1 4 1 15,-1 2 3-15,0 2 2 0,3 7 1 16,-4 3-2-16,1 6-1 0,-5 5-19 0,-1-1-22 16,0 1-28-16,-7 3-41 0,1-1-50 0,-1 1-37 15,-2-2-57-15,-5-2-177 0,1-2-471 0,-4-4 208 16</inkml:trace>
  <inkml:trace contextRef="#ctx0" brushRef="#br0" timeOffset="28188.25">3200 8346 32 0,'5'-2'71'0,"-5"2"-33"15,11 0-22-15,-11 0-19 0,13 1-23 0,-8 3-28 16,-5-4 12-16</inkml:trace>
  <inkml:trace contextRef="#ctx0" brushRef="#br0" timeOffset="28603.1">3224 8399 110 0,'-3'-9'153'0,"3"9"-3"0,-6-9 1 0,6 9-5 16,-3-4-8-16,3 4-15 0,0 0-10 0,0 0-10 15,-5-8-15-15,5 8-12 0,0 0 3 0,0 0-19 16,0 0-2-16,0 0 0 0,0 0-4 0,0 0 9 16,8 34-15-16,-3-16-3 0,0 6 3 0,2 2-6 15,-4 0 6-15,4 4-2 0,-5 1 1 0,1 2 0 16,3 3-2-16,-1 12 3 0,-2-12 5 0,2 8 0 16,-1 4 0-16,-3-1 2 0,3 0-5 0,0 0-4 15,1-1 2-15,-4 0-3 0,4 6-1 0,-3-3 2 16,0 0-4-16,-3 0-2 0,2-2-2 0,-1 2 0 15,1-1-2-15,-2 1-1 0,4-3 0 0,-3 2-3 16,1 1 4-16,-1-2-5 0,-1-11-4 0,2 10-2 16,-1-11-2-16,3-2 3 0,-2 2-5 0,3-1-2 15,-2-3-2-15,2 0 0 0,0-1-3 0,-2-1 0 16,4-2-1-16,-3-3-1 0,0-7 1 0,1-1-5 16,-3 0 2-16,2 1-2 0,-2-3 1 0,0-2 0 15,2 0-2-15,-6-2 1 0,2 0 0 0,0-1-9 16,1 3-16-16,-3-3-16 0,-1-1-19 0,2 2-20 15,-1-1-25-15,1-5-34 0,2-4-26 0,-7 9-38 16,7-9-47-16,-7 1-151 0,7-1-425 0,0 0 188 16</inkml:trace>
  <inkml:trace contextRef="#ctx0" brushRef="#br0" timeOffset="29101.62">3068 8365 51 0,'5'-5'101'0,"-5"5"-9"16,0 0-3-16,0 0-2 0,0 0-3 0,0 0-9 16,9 11 4-16,-10-1-4 0,-1 4-5 0,-1 1-3 15,-1 11-6-15,-3-1-6 0,-1 1-4 16,1 1-10-16,-1 1-2 0,1-2-3 0,-3 1-1 15,1-2-28-15,1 0-25 0,-3 1-20 0,3-2-26 0,3-5-31 16,-4 5-69-16,0-8-176 0,2-2 78 0</inkml:trace>
  <inkml:trace contextRef="#ctx0" brushRef="#br0" timeOffset="29298.2">3079 8718 114 0,'-3'17'91'0,"-1"-1"-4"16,0 1-9-16,-1 2-8 0,1 0-9 0,-1-1-19 16,0 0-17-16,0 1-24 0,-2-1-30 0,0-1-61 15,-1 1-98-15,-1-4 43 0</inkml:trace>
  <inkml:trace contextRef="#ctx0" brushRef="#br0" timeOffset="29482.51">3154 8829 20 0,'0'0'145'0,"0"0"-1"0,1 17-8 0,-6-8-4 16,0 8-9-16,-8 5-22 0,-1 4-6 0,-2 1-7 15,-3 1-9-15,1 1-19 0,1 2-35 0,-1 1-25 0,4-4-31 16,-2 0-43-16,3 2-101 0,-3-5-187 16,2-2 83-16</inkml:trace>
  <inkml:trace contextRef="#ctx0" brushRef="#br0" timeOffset="29649.5">3108 9292 90 0,'-6'15'127'0,"0"4"-15"0,-5 6-33 15,-1 0 0-15,-3 2-29 0,3-1-24 0,-2 3-34 16,3-4-27-16,0 0-52 0,1-1-94 0,5-6 42 16</inkml:trace>
  <inkml:trace contextRef="#ctx0" brushRef="#br0" timeOffset="29794.82">3156 9758 68 0,'-15'23'53'16,"-6"-1"-27"-16,3 0-29 0,-2-3-21 0,0-2-26 15,6-3 11-15</inkml:trace>
  <inkml:trace contextRef="#ctx0" brushRef="#br0" timeOffset="31625.21">1517 9409 26 0,'-7'-6'115'0,"1"-2"-11"0,-3 3-11 15,1-1-20-15,2 1 20 0,-1 2-7 16,1 1-3-16,6 2-4 0,-18-5-14 0,8 4-3 15,-2 2-10-15,1 1-4 0,-3 1-10 0,-4 4 1 16,-1 2 1-16,-8 4-3 0,5-1-10 0,0 2-2 16,6-2 0-16,2-2 2 0,1-1 0 0,3-2 3 15,2 1-5-15,-3 0 7 0,3-1-4 0,0-1-1 16,1 1 0-16,3-3-5 0,-1 0 4 0,1 0-1 16,4-4-6-16,-9 7-2 0,9-7 0 0,-5 5-6 15,5-5 4-15,0 0 4 0,-5 5 19 0,5-5-1 16,0 0-7-16,-4 5 0 0,4-5-7 0,0 0 5 15,0 0-11-15,-6 5-3 0,6-5 0 0,0 0-8 16,-2 9 5-16,2-9-3 0,-5 10 4 0,4-2-4 16,-3 1 9-16,1 0-11 0,2 3 0 0,-4 3-1 15,1 0-2-15,2 2 7 0,-1 1 5 0,-2 8 0 16,3-2 5-16,0 4 1 0,0-2-3 0,-1 3-1 16,4 2 4-16,-2 2 5 0,1 13 0 0,0 0 2 15,1 0-1-15,3-10-6 0,0 10 6 0,3-1-1 16,0 0 0-16,0-9-3 0,5 11 1 0,-2-2 2 15,1 1-4-15,-4-13-4 0,3 3 4 0,3 8 0 16,-5-10-6-16,6 11-1 0,-7-11-1 0,0-2 0 16,0 4 1-16,-1 0-1 0,-1-2 5 0,-1-1-4 15,3-2-3-15,0 0 1 0,-3 0-2 0,1-4 0 16,-1 1 0-16,-1-3-1 0,0 1-2 0,-2-7 3 16,1-1-6-16,0 0 2 0,-2 0 0 0,0-3 0 15,0-2-5-15,0-1 3 0,0-2-1 0,0 1 0 16,0-1-3-16,2-1 0 0,-2-3 3 0,0-6-1 15,0 17 0-15,2-10-1 0,-2 1-1 0,0-8 0 16,1 11 1-16,-1-11 1 0,0 12-4 0,0-5 4 16,4-1-1-16,-3-1-1 0,-1-5 2 0,7 12 0 15,-3-8 0-15,5 1 1 0,2-2 3 0,0 0 3 16,7 2 1-16,2-5 2 0,7-1-2 0,4-5 0 16,3 2-2-16,2-2 6 0,3-3-5 0,11-5 1 15,-2 1-5-15,-1 1 6 0,-8 4-4 0,15-10 0 16,-5 1-5-16,-11 6-11 0,13-3-4 0,-4 0-12 15,-16 5-11-15,-1 3-13 0,1 0-19 0,-3-1-10 16,-6 4-19-16,-1 1-19 0,0 0-11 0,-2 2-15 16,2 0-22-16,-6 0-26 0,-2-1-104 0,-13 1-315 15,18-1 140-15</inkml:trace>
  <inkml:trace contextRef="#ctx0" brushRef="#br0" timeOffset="31975.12">2236 10694 60 0,'-4'-10'219'16,"-2"1"-4"-16,1-1-3 0,0 4-9 0,-1-3 0 16,0 1-7-16,6 8-7 0,-8-11-11 0,8 11-6 0,-6-7-18 15,6 7-16-15,0 0-11 0,-6-10-14 16,6 10-12-16,0 0-10 0,0 0-15 0,0 0-9 15,0 0-11-15,0 0-2 0,0 0-5 0,0 0-6 16,0 0-1-16,0 0-6 0,11 50-4 0,-7-24 5 16,2 4 0-16,-2 0 3 0,0 2 3 15,-1 0-3-15,-1 0-4 0,1-1 5 0,-3 2-6 0,1-2 0 16,2-1 4-16,-2-1-5 0,1-2-6 0,1-8-1 16,1 2-3-16,-3 4 1 0,4-7-5 0,-2 0 0 15,1-3 2-15,-1 1-6 0,4-2 1 0,-5-1-3 16,0-2-24-16,3 2-30 0,-2-1-21 0,-1-2-30 15,-1 1-34-15,-1-11-50 0,1 21-57 0,-2-12-50 16,-4 0-158-16,5-9-477 0,-9 12 210 0</inkml:trace>
  <inkml:trace contextRef="#ctx0" brushRef="#br0" timeOffset="32647">2501 10578 122 0,'-3'-11'151'0,"3"11"2"15,0-9-3-15,0 9-7 0,-1-9-5 0,1 9-7 16,0 0-5-16,0-10-8 0,0 10-5 0,0 0-12 15,0 0-8-15,0 0-4 0,0-10-15 16,0 10-9-16,0 0-11 0,0 0 0 0,0 0-9 0,0 0-3 16,0 0 0-16,0 0-5 0,0 0 2 15,10 20 1-15,-5-9 8 0,0 6-1 0,0 1 0 0,2 11 12 16,-2 2-8-16,1-1 1 0,2 4-7 0,-2 2 3 16,1 10-5-16,0 2-19 0,2-14 2 15,1 16-2-15,-3-1 0 0,-1-2 1 0,2 2 1 16,-4-13 1-16,0 9 4 0,-1-11-2 0,-1 0-9 0,-1 1-1 15,-1-1 1-15,0 0-1 0,0 0-2 0,0-3 0 16,-1 2-4-16,-1-3 1 0,2-2-10 16,-1-1-9-16,-1-8-14 0,0-2-18 0,4 1-23 0,-2-3-24 15,0-6-29-15,1 1-28 0,-1-6-28 16,2 2-34-16,-2-6-149 0,0 0-380 0,0 0 168 0</inkml:trace>
  <inkml:trace contextRef="#ctx0" brushRef="#br0" timeOffset="33127.67">2581 11083 115 0,'0'0'124'16,"0"0"10"-16,0 0-1 0,0 0-12 0,0 0 0 15,0 0-16-15,45 0 0 0,-13-2-4 0,6-1-5 16,15-4-10-16,-1 0-8 0,4-2-9 0,4 0-7 15,0 0-1-15,0 0-10 0,5 0-1 0,1 0-3 0,-1 6 0 16,29-13-5-16,-2 6 2 0,-1-3-1 16,0-1 2-16,1 3 5 0,0-3 12 0,5-2-5 15,-2-2-5-15,1-2-4 0,1 3 4 0,5-2-3 16,-8-1-1-16,2 10 5 0,-8-8-1 0,-25 8-1 16,1 1 1-16,-1-4 0 0,-1 4-6 0,1-1 0 15,-3-1-2-15,0 3-7 0,-4 0-3 0,-3 2-1 16,-14 0-4-16,12-1-2 0,-14 3-4 0,-2-2 0 15,-3 3-5-15,-3-1 3 0,-8 0-11 0,-3 2-14 16,-7 0-16-16,-1 2-14 0,1-2-21 0,-11 2-31 16,9-3-44-16,-9 3-46 0,0 0-43 0,0 0-153 15,0 0-401-15,0 0 179 0</inkml:trace>
  <inkml:trace contextRef="#ctx0" brushRef="#br0" timeOffset="33980.28">4775 8883 73 0,'-5'-4'113'0,"5"4"4"16,0 0-2-16,0 0-11 0,0 0-5 0,0 0-11 15,0 0-9-15,0 0 4 0,0 0-21 0,23-12 0 16,-5 8-8-16,12-4-2 0,2 2-2 0,1 0-13 0,6 0 8 16,11 0-14-16,0-1 3 0,-12 2-6 15,0 0-8-15,2 1 4 0,-3 0-12 0,-3 4 5 16,-1 1-9-16,-5-1 12 0,-5 0-3 0,-5 2 1 15,2-1-5-15,-6 1-3 0,-1 0-3 0,-1 2-1 0,-2 0 10 16,0 0 0-16,-1 3 1 0,-1-1 13 0,1 2 0 16,-4 0 3-16,0 4 7 0,-1 0 3 0,1 5 8 15,-2 1 13-15,0 7-3 0,-4 3 5 16,1 1-3-16,0 1-2 0,0 2-6 0,-2 1 4 0,0 2-4 16,1 0-5-16,1 10-1 0,-1-9-4 0,2 0-6 15,-1 0-3-15,1 9 1 0,1 1-4 0,1-10 1 16,1-3-2-16,0 3-5 0,1 0 3 0,4 8-3 15,-3-8-4-15,4 9 0 0,-4-9-1 16,3 10 0-16,-5-12-3 0,1 16-1 0,3 1 0 0,-4-3-1 16,0 2-2-16,-3-14-1 0,2 0 1 0,0-3-4 15,1 1 0-15,1-3 0 0,1-2-3 0,-4 0 1 16,5-3 1-16,1-1-3 0,-3-5-2 16,0-1 0-16,1-3 2 0,-2 1 0 0,2 0-4 0,-2-6 1 15,0 2 0-15,-1-2-1 0,-1 1 0 0,1-3-1 16,-2 3 0-16,-2-1 3 0,-2-2 4 0,3 0 1 15,-2 2 3-15,-1 0 4 0,-2 1 2 0,-1-3-2 16,-1 7 0-16,2-4-1 0,-1-1-1 0,-3 3-1 16,0-1 0-16,-1 1-3 0,1-1 0 0,0 0-1 15,0-3 3-15,-4 3-4 0,1-1-1 0,1-2 3 16,2-2-5-16,-1-1 3 0,-3 4-4 0,0-4 2 16,-2 1-4-16,0 2 4 0,-2-3 1 0,0-1-3 15,-2 0-1-15,0-1 4 0,0 0-4 0,-2 0-6 16,1 1-12-16,-7-2-19 0,-2 2-20 0,-1-1-18 15,2-1-24-15,-1 0-32 0,-1 1-38 0,1-1-30 16,-6 3-42-16,-3-2-151 0,-16 3-421 0,5 1 186 16</inkml:trace>
  <inkml:trace contextRef="#ctx0" brushRef="#br0" timeOffset="34495.35">2908 11633 177 0,'-9'-3'202'0,"9"3"-6"0,-10 0-5 0,10 0-11 0,-8-4-10 16,8 4-11-16,0 0-17 0,-8-3-14 0,8 3-12 15,0 0-12-15,0 0-8 0,0 0-6 0,0 0-5 16,28-8-11-16,-11 3-6 0,3 3-7 15,1-5-10-15,0 2-22 0,-3 0-24 0,3 1-26 16,-2 1-27-16,0 1-28 0,-7 2-30 0,1-1-25 0,-4 1-17 16,0-3-24-16,-3 2-99 0,-6 1-293 0,0 0 130 15</inkml:trace>
  <inkml:trace contextRef="#ctx0" brushRef="#br0" timeOffset="34663.49">3027 11469 118 0,'0'0'204'0,"-6"-5"-11"0,6 5-22 0,-4-4-15 16,4 4-10-16,0 0-7 0,0 0-11 0,0 0-12 16,-5 21-9-16,7-4-4 0,1 8-15 0,-3 2-6 15,2 4-8-15,-2-1-16 0,0 1-31 0,0 2-43 16,-1-4-34-16,2 0-38 0,-2-2-33 0,0-8-28 16,-3 9-99-16,3-12-269 0,-3 0 120 0</inkml:trace>
  <inkml:trace contextRef="#ctx0" brushRef="#br0" timeOffset="35122.71">1793 11840 59 0,'-4'-1'227'15,"4"1"-10"-15,-8-3-2 0,8 3-13 0,0 0-24 16,-6-4-19-16,6 4-14 0,0 0-10 0,0 0-14 15,0 0-14-15,0 0-8 0,29-8-11 0,-11 5-8 16,13-5-12-16,-1 2-37 0,5-3-36 0,6 2-37 16,10-5-73-16,-12 2-62 0,-4-4-122 0,12 0-324 15,-13 1 144-15</inkml:trace>
  <inkml:trace contextRef="#ctx0" brushRef="#br0" timeOffset="40795.78">2943 9836 20 0,'0'0'40'0,"0"0"4"0,0 0-2 0,0 0 6 16,0 0-3-16,0 0 0 0,0 0 0 0,0 0 5 15,0 0 8-15,0 0-6 0,0 0-1 0,0 0 0 16,0 0 4-16,0 0 0 0,0 0 9 16,0 0-12-16,0 0-5 0,0 0-7 0,0 0 2 0,0 0-5 15,-25 6-3-15,25-6-10 0,-11 3 0 0,2-1-5 16,-1 1 8-16,-3-1-11 0,0 4 2 0,-3-3-9 15,-1 1 0-15,-2 4 6 0,1-4-8 0,-3-1-1 16,1 3 3-16,1-1-4 0,-3 0 2 0,3 0-1 16,0 1-1-16,-2 1 7 0,5-3-4 0,-2-1-1 15,5 0 2-15,0-1 1 0,3-2 19 0,4 3 4 16,6-3 2-16,-13 3 8 0,13-3 5 0,-10-1-3 16,10 1 4-16,-8 2 1 0,8-2-6 0,0 0-2 15,0 0-4-15,0 0-2 0,0 0 2 0,-10-4-7 16,10 4-3-16,0 0-3 0,0 0-4 0,0 0 1 15,0-11 1-15,0 11-7 0,0 0 1 0,0 0-4 16,0 0-1-16,0 0-2 0,0 0 2 0,0 0-3 16,0 0-1-16,6-11-3 0,-6 11-4 0,0 0-6 15,0 0-8-15,0 0-8 0,0 0 2 0,0 0-13 16,0 0-16-16,0 0-16 0,0 0-17 0,0 0-23 16,17 4-19-16,-17-4-24 0,8 4-86 0,-8-4-252 15,3 6 112-15</inkml:trace>
  <inkml:trace contextRef="#ctx0" brushRef="#br0" timeOffset="41176.65">2704 9783 59 0,'-3'-6'79'0,"3"6"-7"0,0 0-7 16,0 0-4-16,0 0-6 0,0 0-8 0,0 0-4 16,-19 9-4-16,14-4-2 0,1 1-6 0,-2 0 1 15,-2 0 6-15,0 2-6 0,-1-2 4 0,-1 3 3 16,1-2-5-16,-1 3-8 0,0-1 2 0,0-2 3 15,2-1 1-15,-1 1-8 0,0 0 2 0,4-2 1 16,-3 1-10-16,3-1 4 0,0 1-3 0,-1-2-6 16,6-4 10-16,-8 8-10 0,8-8 2 0,-6 9-9 15,6-9 4-15,-4 7-4 0,4-7 2 0,0 0 4 16,-3 10-3-16,3-10-9 0,0 0 4 0,8 13-10 16,-2-9-14-16,2 2-25 0,2-2-15 0,2 3-22 15,0 0-74-15,2 2-169 0,3 0 75 0</inkml:trace>
  <inkml:trace contextRef="#ctx0" brushRef="#br0" timeOffset="41673.15">3246 9823 53 0,'0'0'124'0,"0"0"-6"0,0 0-12 16,0 0 4-16,0 0-19 0,0 0-11 0,0 0-12 15,0 0-3-15,0 0-10 0,0 0-22 0,27-10-16 16,-27 10-20-16,16-2-15 0,-7 1-15 0,-1 1-14 16,3 1-14-16,-11-1-10 0,14 3-44 0,-7-3-124 15,0 1 55-15</inkml:trace>
  <inkml:trace contextRef="#ctx0" brushRef="#br0" timeOffset="42082.58">3359 9794 25 0,'0'0'126'0,"0"0"-4"0,0 0-24 16,0 0-8-16,0 0-5 0,0 0-6 0,0 0-16 16,0 0-5-16,0 0 1 0,0 0-8 0,32-8-9 15,-21 6-2-15,3 0-7 0,-2 1 5 0,8-3-8 16,-1 0 2-16,-1 0-11 0,2 3 2 0,-1-2-4 16,2 3 1-16,-2-3-3 0,-2 2-4 0,-4 0-6 15,0-1 5-15,0 4 6 0,-3-2-9 0,1-2-2 16,-11 2 4-16,15 0-6 0,-9 2 2 0,-6-2-1 15,9 1 6-15,-9-1-4 0,0 0 8 16,10 1 2-16,-10-1 7 0,0 0 12 0,0 0-2 0,8 0-5 16,-8 0 1-16,0 0-4 0,0 0 4 0,0 0-8 15,0 0-3-15,0 0-6 0,0 0 3 0,0 0 0 16,0 0-3-16,-16 16 4 0,10-10-5 0,0-3 0 16,-2 6-1-16,-1-2 0 0,0 1-1 0,0 1-1 15,-1-1-2-15,1 1-4 0,2 0-3 0,-1 0-27 16,-1-1-29-16,0 2-28 0,3-2-38 0,-1 1-122 15,-3-2-264-15,4 0 117 0</inkml:trace>
  <inkml:trace contextRef="#ctx0" brushRef="#br0" timeOffset="42262.57">3613 9745 19 0,'-17'-8'172'0,"2"0"-9"0,-1 1-14 0,-2 0-15 16,3 1-13-16,2 2-11 0,3 0-12 0,0 0-8 16,3 2-13-16,1 0-48 0,6 2-50 0,0 0-39 15,-6-6-43-15,6 6-60 0,0 0-178 0,0 0 79 16</inkml:trace>
  <inkml:trace contextRef="#ctx0" brushRef="#br0" timeOffset="46718.64">13762 12784 15 0,'0'0'158'0,"0"0"-9"0,0 0-16 16,0 0-8-16,0 0-13 0,0 0-8 0,0 0-6 15,0 0-8-15,0 0-7 0,0 0 4 0,0 0-13 16,0 0-6-16,0 0-2 0,0 0-9 0,0 0-8 16,0 0-6-16,0 0 0 0,0 0-4 0,0 0-6 15,0 0-4-15,0 0-9 0,0 0-9 0,0 0-14 16,0 0-16-16,0 0-14 0,5 3-13 0,-5-3-17 15,0 0-23-15,0 0-24 0,0 0-111 0,0 0-240 16,0 0 106-16</inkml:trace>
  <inkml:trace contextRef="#ctx0" brushRef="#br0" timeOffset="47666.02">13823 12804 43 0,'0'0'168'0,"0"0"3"0,0 0-8 0,0 0-11 16,0 0-6-16,0 0-7 0,0 0-11 0,0 0-13 16,0 0-8-16,27-12-7 0,-14 5-9 0,1-1-6 15,3-4-8-15,0 0-3 0,4-5-7 0,-6 4-7 16,0-2-1-16,1 1-4 0,-3-1-5 0,5-5-8 15,-7 4 0-15,1 0-3 0,-3 0-3 0,-3-1 3 16,1 1 7-16,0 1-2 0,-4 3 1 0,-1 0 0 16,0 3 2-16,0-2 0 0,-2 1 2 0,0 2 1 15,0 8 1-15,0-11-5 0,0 11 1 0,0-8-9 16,0 8-6-16,4-7 2 0,-4 7-13 0,0 0-6 16,0 0-1-16,0 0 0 0,0 0 3 0,0 0-5 15,-8 33-2-15,8-21-2 0,2 4 1 0,0-3 0 16,2-3-3-16,0 3 1 0,-1-3 0 0,1 2-1 15,4-3-1-15,1-1 1 0,3 0 1 0,-2-1 1 16,8 0-1-16,2-4-2 0,-1 0 4 0,4-3-2 16,-4-3 1-16,8-2-1 0,-6 2-2 0,-2-3 1 15,1-2-3-15,-4 1 4 0,0-2 1 0,-1-2-2 16,-1 2-1-16,-5-1 1 0,-1 0 3 0,-1-4-4 16,-2 3 1-16,-1-1-3 0,-4 0 2 0,0 1-1 15,-2 0 1-15,4 3-1 0,-4-2 1 0,2 10 1 16,0-13 1-16,0 13-3 0,-1-7-6 0,1 7-3 15,0 0 0-15,0 0 0 0,0 0 9 0,-6 22 0 16,1-6 5-16,-1 2-2 0,4 3 5 0,-5 4-7 16,1-1-2-16,2 1-1 0,3-6 3 0,1 1-2 15,0-1 2-15,0-1-2 0,0 6-1 0,0-7-21 16,2-2-19-16,-2 1-31 0,3-5-42 0,-1-1-61 16,0 0-64-16,-2-10-198 0,1 13-471 0,-1-13 209 15</inkml:trace>
  <inkml:trace contextRef="#ctx0" brushRef="#br0" timeOffset="47821.64">14056 12343 2108 0,'-11'-15'15'0,"4"1"-29"0,-1 3 8 0,2 2-39 0,4 5-28 15,2 4-5-15,0 0-13 0,0 0-30 16,0 0-44-16,25 2-90 0,-6 4-277 0,8 0 122 15</inkml:trace>
  <inkml:trace contextRef="#ctx0" brushRef="#br0" timeOffset="49172.4">14944 12665 122 0,'-7'4'280'0,"3"0"-8"15,-3-1-6-15,1 0-1 0,6-3-3 0,-8 4-11 16,8-4-15-16,-5 3-3 0,5-3-7 0,0 0-3 16,0 0-13-16,-10 0-8 0,10 0-17 15,0 0-11-15,-8-9-19 0,8 9-16 0,-4-11-14 0,4 2-16 16,0-2-12-16,2-2-6 0,5-2-30 0,0-2-2 16,6-4-28-16,3-2-7 0,1 1 0 0,2 0-24 15,3 0 2-15,2 3-9 0,0 2-5 0,0 5 2 16,-4 2-1-16,-1 6-2 0,0 1 2 0,-3 3-1 15,4 3-3-15,-2 3 8 0,-2 3-2 0,0 5-2 16,-2 1 3-16,-2 1 2 0,0 8-3 0,-5-7 3 16,1-1 1-16,0 2 0 0,-2-3-3 0,-1 0 5 15,-1-5-5-15,0 0 8 0,-1-3-1 0,-2-1 0 16,0 0 2-16,-1-6 7 0,3 8-4 0,-3-8 6 16,0 0-3-16,0 0 3 0,0 0-5 0,0 0 1 15,0 0 3-15,0 0-2 0,0 0 6 0,0 0-7 16,0 0 2-16,-10-25-13 0,12 13 8 0,2 0-11 15,5-5-5-15,0 0-6 0,-1 0-6 0,4 1 0 16,1 0 2-16,3 5-3 0,-5-2 6 0,1 7-1 16,-1 0 2-16,-2 1-5 0,-4 5 1 0,-5 0-1 15,17 5 6-15,-7 3 4 0,-2 1-3 0,-3 2 6 16,5 5-5-16,-2 0 6 0,1 2 5 0,-4-6-3 16,3 5 5-16,1-2-4 0,0-1-1 0,3-1-5 15,-3-5 0-15,0-1-3 0,2-1 2 0,1-2-2 16,6-2-2-16,0-1-5 0,1-1-3 0,1-4-5 15,8-3 7-15,-2-1-1 0,-2-4 2 0,-5 4 4 16,-2-2 4-16,-1-1 2 0,0 0 1 0,-3-2-2 16,-3 2 6-16,0-4-3 0,0 2 6 0,-2 3-2 15,-2-2 7-15,-3 3 7 0,0 0 12 0,-2 4 3 0,-1 5-1 16,1-13 4-16,-1 13 1 0,-4-7 2 16,4 7-2-16,-11-3-3 0,11 3 3 0,-23 6-6 15,9 4 3-15,-3 0-6 0,-6 6 4 0,3 1-2 16,4-5-5-16,3 3-1 0,0-1 0 0,3 0-4 15,3-4 0-15,3 1 3 0,1-1-2 0,0-1 0 16,1-1-2-16,2-1 0 0,0-7 0 0,8 9-11 16,-4-5 0-16,-4-4-3 0,11 2 3 0,1-2-3 15,-3 0-2-15,1-3 0 0,0-1 5 0,-1-2-1 16,1 0-1-16,-1 0 2 0,-1-1-1 0,2-1 3 0,-5 0 0 16,2 0-1-16,-3 2 2 0,1 1 1 15,-5 5-1-15,5-8-2 0,-5 8-8 0,4-4 1 16,-4 4 3-16,0 0-1 0,0 0-2 0,0 0 5 15,9 16 8-15,-7-10-8 0,1 3 0 0,2 1-2 16,0-1 6-16,0 3-2 0,0-3 2 0,3 1 0 0,1-2-3 16,1 1-14-16,5-3-10 0,1 1-17 0,3-1-19 15,1-2-15-15,10-3-9 0,-4-1-9 16,3-4 1-16,0 1 2 0,0-3 9 0,-1-1 10 16,-7 1 7-16,1-1 7 0,-3 1 7 0,-5-4 2 15,-3 4 10-15,-2-2 5 0,0-1 6 0,-1 2 19 0,-2-3 7 16,-2 2 8-16,-1-2 3 0,-2 2 5 0,-1 0 11 15,0 8 4-15,-5-14 14 0,1 8 2 16,-1 2 3-16,5 4 0 0,-9-7-1 0,3 5-5 16,-5 2-1-16,11 0-5 0,-19 9-1 0,9-3-2 0,-4 5 0 15,1-1 3-15,4 2-6 0,2-3-4 0,0 3-2 16,1 3 0-16,1-5-1 0,2 1-3 16,1 1 1-16,0-2-2 0,6-1 2 0,0 1-2 0,0-3-4 15,3-1 2-15,0-1-1 0,4-1 1 16,0-4-5-16,1 0 1 0,1-3-1 0,0-1 2 0,1 0 1 15,-3-4-4-15,2-2 8 0,-4 1-9 0,3-5 1 16,-3-2-4-16,-2 0 2 0,0 0 0 0,-3-3-1 16,-3-1 0-16,3-6-1 0,-4-2-3 15,1 2 1-15,-4-3 1 0,3-3-1 0,-1 3 3 0,-1-2 4 16,-1 0 2-16,2 4 11 0,-1 2 8 0,0 7 12 16,2 6 10-16,-2 3 1 0,1-1-10 0,0 4-8 15,1 6-4-15,0 0 6 0,0 0-4 0,0 0-11 16,0 0-4-16,-10 48 1 0,7-18-1 15,2 2-3-15,-2 0-6 0,5-1-1 0,0 2 5 0,2-4 11 16,4 0 1-16,-2-2-14 0,2-3-7 0,2-1 3 16,1-6 1-16,2-1 2 0,1-2 3 0,0-1 0 15,4-1 3-15,0-3-3 0,1-2-3 0,1-3 0 16,3-1-1-16,-2-3 2 0,10-4-5 16,-2-2 7-16,-2-4-5 0,1 3-3 0,-5-5 1 0,-4 2-1 15,3-5 9-15,-1-1-19 0,-2-2-15 0,-9 3 13 16,4 0-4-16,-5-1 4 0,-2 1-3 0,0 0 2 15,-4 3-3-15,-3 3 6 0,0 1-9 0,0 8 10 16,-4-9-1-16,4 9-6 0,-15 0 15 0,2 3-10 16,-6 4 3-16,1 4-1 0,-7 2 19 0,0 3-16 15,3 1 0-15,8-3-2 0,1 0 3 0,3 3 1 16,6-6-14-16,2 5-29 0,3-4-34 0,4-3-36 16,5 4-56-16,7 0-61 0,11-3-61 0,6-1-286 15,19-3-624-15,4-1 277 0</inkml:trace>
  <inkml:trace contextRef="#ctx0" brushRef="#br0" timeOffset="49519.32">17574 12520 157 0,'-21'-1'241'0,"-2"1"10"0,3 0-5 0,1-1-8 0,4 1-16 15,5 0-12-15,2 0-18 0,8 0-18 0,-14 0-17 16,14 0-16-16,0 0-8 0,0 0 2 15,0 0-3-15,0 0-13 0,55-7-12 0,-20 4-5 0,4 0-11 16,12-1-11-16,3-1-5 0,-3 1-7 16,-14-1-19-16,-2 3-32 0,-5-1-37 0,-2 3-31 15,-7-1-48-15,-5 1-47 0,-2-2-53 0,-2 2-52 0,-3 0-178 16,-3 0-464-16,-6 0 205 0</inkml:trace>
  <inkml:trace contextRef="#ctx0" brushRef="#br0" timeOffset="49872.81">17965 12362 2 0,'3'-12'264'0,"-2"-3"-9"0,4 3 8 0,-3 2 3 15,0-4 2-15,1 2-15 0,-2 3 0 0,0-1-2 16,1 3-17-16,0 1-29 0,-2 6-19 16,3-10-26-16,-3 10-19 0,0 0-13 0,0 0-8 0,12 24 1 15,-8-6-4-15,1 9-3 0,1 0-13 16,-1 3-19-16,0-1 5 0,1-2-6 0,-3 2-3 0,-1-1-9 15,3-3-23-15,-2 1 26 0,2-8-7 0,-1 0-18 16,2-2-3-16,1 0-4 0,-2-5-25 16,0-1 19-16,0-1 3 0,-1-2-9 0,1-2-2 0,-1 0 3 15,-4-5-2-15,5 8 16 0,-3-4 10 16,-2-4 2-16,0 0-3 0,0 0-5 0,15-10-2 16,-10 4-1-16,1-3 0 0,-1 0-1 0,0-3-21 15,0-5 14-15,2 0-5 0,0-2 0 0,2-4-3 0,0-3-2 16,3 2-2-16,-1-1-4 0,2 3-3 0,-3 5-7 15,-2 1-17-15,-2 0-22 0,1 5-37 0,-1 1-50 16,-1 3-53-16,0-1-44 0,0 3-54 0,-1 2-39 16,3 0-31-16,-7 3-38 0,0 0-192 0,15 7-612 15,-7 1 271-15</inkml:trace>
  <inkml:trace contextRef="#ctx0" brushRef="#br0" timeOffset="50168.33">18396 12569 176 0,'0'0'229'0,"8"6"-4"0,-8-6 15 0,10 0 2 0,-10 0-3 16,0 0-9-16,17-7-13 0,-7 2-5 0,-1 1-15 16,0 0-17-16,3-4-4 0,0 1-14 0,2-3-8 15,-4 3-7-15,-1-1-20 0,1-3 1 0,-2 2-15 16,-3-1 4-16,0 0-22 0,-1 0-6 16,0 0-11-16,-5 1-5 0,1 9-5 0,-5-13-7 0,-2 7-11 15,-2 3-7-15,-2 1-4 0,-2 1-5 0,-5 2 2 16,3 3-2-16,-4 5-1 0,2 0 2 0,0 3 0 15,2 3 18-15,1 0 3 0,4 2 2 0,2 1-3 16,1 1-2-16,3-2 3 0,5 2-5 0,0-1 2 16,7-1-5-16,1 0-5 0,4 0 1 0,7 0-7 15,7-4 2-15,1 0-19 0,4-6-36 0,2 1-56 16,0-4-58-16,-1-2-42 0,1-2-34 0,-2 2-48 16,-1-4-46-16,1 1-24 0,-4 0-261 0,-8-5-633 15,7 0 280-15</inkml:trace>
  <inkml:trace contextRef="#ctx0" brushRef="#br0" timeOffset="50289.68">18951 12641 170 0,'4'-2'294'16,"-4"2"-12"-16,7-6-25 0,-7 6-2 0,0 0 13 16,5-3 2-16,-5 3-8 0,0 0-26 0,0 0-22 15,0 0-21-15,0 0-14 0,0 0-44 0,0 0-60 16,0 0-73-16,0 0-85 0,0 0-115 0,0 0-271 16,0 0-508-16,0 0 226 0</inkml:trace>
  <inkml:trace contextRef="#ctx0" brushRef="#br0" timeOffset="51303.39">9957 13511 225 0,'0'0'231'0,"2"-10"-3"16,-2 10-14-16,0 0-14 0,1-7-22 0,-1 7-19 15,0 0-17-15,0 0-16 0,0 0-10 0,0 0-10 16,0 0-1-16,0 0 1 0,0 0-5 0,2 28 0 15,-2-16-2-15,2 4-2 0,-4 0-4 0,2 1-6 16,0 0 0-16,0 1-8 0,-3 0-1 0,3 0-7 16,1 0-3-16,-1-3-10 0,0 3-3 0,2 0-7 15,-2-2-4-15,2 2-1 0,-2-4-4 0,1-3-5 16,-1 0-26-16,2 1-28 0,0-3-33 0,-4 0-29 16,0 1-34-16,2-10-43 0,2 12-41 0,-2-7-37 15,0-5-190-15,0 0-462 0,0 0 204 0</inkml:trace>
  <inkml:trace contextRef="#ctx0" brushRef="#br0" timeOffset="51524.87">10119 13619 116 0,'0'-7'258'0,"0"7"2"0,-3-14-7 16,3 14-11-16,5-7-14 0,-5 7-23 0,0 0-22 15,-2-9-18-15,2 9-19 0,0 0-8 0,0 0-10 16,0 0-7-16,0 0-8 0,0 0-9 0,6 30-8 15,-9-19-9-15,6 0-5 0,-2 3-8 0,-1-3-7 16,2 1-8-16,0-1-6 0,0 5-4 0,0 0-2 16,-2-4-7-16,1-1-18 0,-1 2-27 0,2-1-21 15,-1-2-36-15,0 0-37 0,-1 0-44 0,0-10-51 16,2 15-57-16,-2-9-175 0,0-6-462 0,0 0 204 16</inkml:trace>
  <inkml:trace contextRef="#ctx0" brushRef="#br0" timeOffset="51686.51">10073 13322 91 0,'0'0'111'0,"0"0"-26"0,0 0-40 15,0 0-30-15,0 0-42 0,0 0-27 0,0 0-58 16,0 0 26-16</inkml:trace>
  <inkml:trace contextRef="#ctx0" brushRef="#br0" timeOffset="51885.91">10377 13494 39 0,'6'8'207'0,"1"4"0"0,3 2-5 15,-4 2-7-15,2 2-7 0,-2 1-16 0,1-2-14 16,-2 8-17-16,-1-5-15 0,0-1-13 0,-4 1-8 15,1-1-8-15,-2 0-12 0,-3 0-6 0,-3 0-5 16,-2-4-10-16,-1 3-4 0,-4 2-10 0,0-5-24 16,-3 4-20-16,1-6-30 0,-8 4-43 0,-2-2-43 15,2-3-44-15,-5 0-187 0,1-1-367 0,2-2 163 16</inkml:trace>
  <inkml:trace contextRef="#ctx0" brushRef="#br0" timeOffset="52111.32">9795 13583 2595 0,'-21'-14'-37'0,"1"4"41"0,3 3-49 0,-4 4 23 16,3 1 10-16,-1 5 9 0,4 4 8 0,-3 0 17 16,2 4 5-16,-1 9 12 0,2 0 6 0,0 1 1 15,4 3-2-15,3 0-2 0,1 1-1 0,5-6-2 16,0 7-6-16,4-3 1 0,3-3-8 0,7 1 1 15,3 4-4-15,4-6-26 0,4 0-33 0,2-6-26 16,4 2-41-16,3-2-66 0,2-5-59 0,-2 2-168 16,5-4-428-16,0-3 190 0</inkml:trace>
  <inkml:trace contextRef="#ctx0" brushRef="#br0" timeOffset="60285.67">11495 13475 2 0,'3'-11'207'0,"-2"5"-3"0,-1 6 2 0,0-9-10 15,0 9-6-15,0 0-16 0,-1-13-16 0,1 13-16 16,-4-8-7-16,4 8-18 0,-5-7-13 0,5 7-3 0,-9-3-7 16,9 3-5-16,-13 0-7 0,13 0-24 0,-21 5 0 15,8 2-4-15,0 0 0 0,-5 3-1 0,5 2-3 16,-2 1-2-16,-1-2-3 0,2 1-4 15,4 2-3-15,1-1-4 0,0-2-6 0,4 0 0 16,1-2-4-16,0 1 0 0,4 0-4 0,2 0 1 0,0 1-2 16,2-3 0-16,4 2-4 0,1 0-2 0,2 0 1 15,3 1-1-15,0-4 8 0,5 1-10 0,-2 0-1 16,2-3-3-16,-1 3 7 0,0-2-11 16,2 1 4-16,-5-1-3 0,1 1-1 0,-2 1 0 15,-5-1 2-15,2-2 0 0,-4 1-1 0,1 0 0 0,-4-2 0 16,-3 2 2-16,1 2-2 0,-2-8 2 15,-7 16 0-15,0-10-3 0,-5 6 3 0,-4-3 1 16,0 1 0-16,-5-2-1 0,-4 1-4 0,7-1 3 16,-9-1-2-16,-1 0 0 0,6-4-1 0,-1 2 2 15,-4-1-17-15,7-1-14 0,-1-3-13 0,1 1-27 16,7-1-26-16,-1 0-47 0,5-4-48 0,1 3-49 0,8 1-154 16,-10-5-423-16,10 5 188 0</inkml:trace>
  <inkml:trace contextRef="#ctx0" brushRef="#br0" timeOffset="61054.91">11824 13390 97 0,'0'0'209'0,"2"-8"-4"16,-2 8-4-16,0 0-21 0,4-7-17 0,-4 7-19 16,0 0-17-16,0 0-11 0,0 0-15 0,0 0-9 15,0 0-4-15,0 0-1 0,0 0-1 0,5 32 5 16,-4-13-5-16,2 11-3 0,-3 0 2 15,-3 5 8-15,-2 13-6 0,2-12 4 0,-1 17-5 0,-7 0 0 16,4-1-4-16,0-1-8 0,-2-2-3 0,0-14-8 16,4 10-4-16,3-9-4 0,-7 0-4 0,1-4-7 15,3-2-23-15,-3 0 1 0,2-3-7 0,0-2 6 16,3-5-10-16,-1-1-9 0,0 1-28 16,-2-4-32-16,2 0-32 0,-1-4-38 0,0-1-47 0,2-2-49 15,-3 0-205-15,-2-2-465 0,3-1 205 0</inkml:trace>
  <inkml:trace contextRef="#ctx0" brushRef="#br0" timeOffset="62109.37">12129 13672 74 0,'0'0'177'0,"-6"-9"-5"0,3 5-10 0,3 4-1 16,-9-6-9-16,3 2-11 0,6 4-3 0,-16 0-7 15,2 4-4-15,-1 2 0 0,-3 3-5 0,1 3-2 0,-6 6-8 16,2 6-7-16,-2 1-3 0,-2 1-7 16,5 0-9-16,2 0-6 0,3-1-4 0,3 0-9 15,5-2-6-15,1 2-7 0,4-7-3 0,4 0-4 0,2-1-5 16,5-3-3-16,3 0 3 0,3-1-8 15,4-4-12-15,10-1-19 0,2-2-29 0,7-2-35 0,14-2-42 16,-13-4-44-16,16-6-61 0,-5 2-189 0,3-4-428 16,-16 1 189-16</inkml:trace>
  <inkml:trace contextRef="#ctx0" brushRef="#br0" timeOffset="64676.38">12768 13476 73 0,'2'-17'194'0,"-2"2"-5"15,0 3 9-15,-2 1-5 0,2 1-7 0,0 10-10 16,-1-13-16-16,1 13-18 0,1-9-14 0,-1 9-17 16,0 0-12-16,0 0-8 0,0 0-7 0,12 26-5 15,-9-7-9-15,3 9-2 0,-4 3-10 0,1 0-1 16,0 2-3-16,1 0-6 0,-2-1-1 0,0 1-5 15,-1-1-6-15,1-2-3 0,2-2-2 0,0-2 2 16,-1-3-7-16,-1-3 0 0,0-4-2 0,0 1-1 16,1-6-5-16,-3-1-18 0,2 1 7 0,-1-5-5 15,0 0-3-15,-1-6 4 0,1 10 8 0,-1-10 13 16,2 7 2-16,-2-7 5 0,0 0 0 0,0 0-3 16,0 0-6-16,0 0 2 0,0 0-4 0,2-29 1 15,-2 18-7-15,6-7-2 0,-3 1 2 0,7-8-1 16,-2 8-3-16,-2-1 3 0,3 1-2 0,3 0-5 15,-1 3 0-15,-3 4-2 0,2 2-1 0,-1 0-1 16,2 4-3-16,1 1 0 0,-3 5-2 0,3 2 2 16,0 2-1-16,1 4 0 0,0 2 8 0,-3 3-8 15,-1-2 2-15,0 4-7 0,2-2-12 0,-4 1-8 16,2-1-13-16,-3-1-25 0,4 0-10 0,-2-4-32 16,1 1-31-16,5-2-28 0,1-2-26 0,4-3-26 15,3-1-131-15,5-4-379 0,2-5 168 0</inkml:trace>
  <inkml:trace contextRef="#ctx0" brushRef="#br0" timeOffset="65007.7">13526 13641 76 0,'0'-12'145'0,"-6"1"3"15,-1 1 2-15,-5 2 6 0,-3 2-3 0,-3 1 1 16,-2 5-2-16,-1 4-5 0,-8 1-8 0,4 4-14 16,0 5-4-16,1 2-11 0,8-3-6 0,-4 8-11 15,7-6-7-15,2 2-7 0,1-2-8 0,6 1-9 16,-1-1 0-16,5 0-8 0,3-4 0 0,1 0-4 15,8 1-13-15,-4-5 0 0,8 1-6 0,0-4-3 16,4-3 1-16,-2-5-3 0,2 4-5 0,3-3 0 16,3-4-1-16,-1-2-3 0,-4 3-5 0,-6-3 3 15,5-3-2-15,-4 0 1 0,-7-1-3 0,-2 4 2 16,5-7-1-16,-6 5 1 0,-1 1 0 0,-1-2 13 16,-2 4 3-16,0 2 2 0,2-2-3 0,-3 4-4 15,-1 4-5-15,0 0-5 0,4-8-3 0,-4 8 1 16,0 0-4-16,0 0 2 0,-7 22-2 0,3-13 0 15,4 3 1-15,-2-1-3 0,2 5-3 0,2-3-8 16,0 3-19-16,-2 0-22 0,4 0-29 0,-1-4-39 0,2 1-38 16,0-4-41-16,1 2-49 0,-2-2-137 15,1-2-409-15,-1-3 181 0</inkml:trace>
  <inkml:trace contextRef="#ctx0" brushRef="#br0" timeOffset="65594.92">13708 13598 101 0,'2'-5'213'0,"-2"5"-23"16,0 0-6-16,0 0-6 0,0 0-11 0,0 0-1 15,14 11-7-15,-9 0-9 0,1 6-9 0,3 1-11 16,-3 1-9-16,2-1-6 0,-2 2-11 16,1 3-4-16,1-4-12 0,0-2-4 0,-1 1-8 0,-1-3-5 15,1 0-8-15,0 1-6 0,0-7-4 0,-3-1-8 16,0 0-4-16,-1-3-1 0,-1 1-5 0,-2-6 2 15,4 7-1-15,-4-7 10 0,7 4-8 0,-7-4 1 16,0 0-8-16,14-8 1 0,-6 2-6 0,-3-3 1 16,9-2-3-16,-5-1-2 0,5-2-3 0,-1-1-2 15,-3-1-1-15,9-4-4 0,3 1 0 0,-7-2-1 16,2 0-2-16,2 2-2 0,-2 1-1 0,-4 1 2 16,-1 0-4-16,1 2 1 0,-3 0 2 0,2 0-3 15,-5 2-1-15,0 5 5 0,-3-1-4 0,1 0 1 16,-3 3-2-16,-2-1-6 0,0 7 4 0,0-10 1 15,0 10-2-15,-9-10-2 0,9 10 3 0,-12-3-2 16,2 5 1-16,-2 0-5 0,1 2-1 0,-3 2 2 16,6 0-1-16,-1 1 1 0,0 2-1 0,1 0 2 15,2 1-3-15,4 3 4 0,0-4-4 0,2 2 3 16,4-1 5-16,0 0-6 0,6-2 4 0,-1 1 0 16,2-2-4-16,2-2 7 0,3 2-5 0,4-3-5 15,-2 0 2-15,2-2-6 0,-1-4 1 0,3 2-2 16,0-4-3-16,-3 2-1 0,-2-3 4 0,1 0 1 15,-1 1 3-15,-3-1-4 0,-3 1 6 0,-1-2 0 16,-1 2 1-16,-3 1 2 0,-3-2 2 0,-3 5 5 16,9-6 13-16,-9 6-8 0,7-4-4 0,-7 4 1 15,4-4-2-15,-4 4-7 0,0 0 6 0,0 0 1 16,0 0 4-16,7 13 2 0,-5-2-1 0,-4 0 3 16,2 0-3-16,0 1 8 0,-2 4-3 0,-3 0-3 15,1 2-1-15,4-1 0 0,-2-2-4 0,2 2-19 16,-2 0-23-16,2-5-27 0,0-1-38 0,-3 1-52 15,5-1-53-15,-4-2-58 0,-3 1-157 0,5-10-456 16,-4 10 203-16</inkml:trace>
  <inkml:trace contextRef="#ctx0" brushRef="#br0" timeOffset="65758.55">14240 13389 53 0,'-2'-7'193'0,"2"7"-16"16,0-9-20-16,0 9-19 0,0 0-18 0,0 0-29 16,0 0-29-16,10 38-48 0,-2-16-34 0,1 3-27 15,3 4-36-15,5 0-60 0,2-1-154 0,0-1 68 16</inkml:trace>
  <inkml:trace contextRef="#ctx0" brushRef="#br0" timeOffset="65982.17">14519 13766 82 0,'0'0'188'0,"0"0"0"15,0 0 0-15,0 0 0 0,0 0-1 0,0 0-7 16,0 0-15-16,0 0-13 0,-12-21-12 0,12 12-7 16,1-1-8-16,1-2-4 0,2 1-12 0,4 0-7 15,1-2-6-15,-3 3-8 0,4 3-6 0,0-1-16 16,-1 2-5-16,0 2-6 0,0 3-5 0,-2 1-6 16,4 1-1-16,-4 3-10 0,2 2-3 0,0 3-4 15,-1 0-1-15,-3 1 0 0,4 0-4 0,-4 1-13 16,0 1-26-16,1 3-12 0,1-1-28 0,0-2-24 15,0-4-26-15,-1 1-24 0,3-2-34 0,4-1-20 16,3-2-7-16,4-4-4 0,1 1-109 0,8-3-330 16,-2-5 146-16</inkml:trace>
  <inkml:trace contextRef="#ctx0" brushRef="#br0" timeOffset="66423.7">14946 13743 442 0,'17'-12'-10'0,"-1"1"31"16,-2-1-1-16,-3-2 19 0,-2 0 32 0,-2 3 14 16,-4 2 22-16,-1-1 16 0,-2 1 15 0,0-1 2 15,-3 2 4-15,-1 2-2 0,4 6-2 0,-12-9-3 16,3 8-1-16,1 1-9 0,-4 2-5 0,1 1-10 15,1 2-10-15,-2 3-10 0,3-1-10 0,0 1-5 16,2 0-6-16,0 1-9 0,1-1-4 0,1 0-7 16,5-2-5-16,-2 1-4 0,2-7-2 0,2 13-3 15,-2-5-5-15,5-2 3 0,-1-2-4 0,0-1-6 16,-4-3-1-16,12 2-3 0,-12-2 1 0,13-2-2 16,-13 2-2-16,11-2 0 0,-11 2-2 0,11-3-2 15,-11 3 4-15,5-4-5 0,-5 4 1 0,9-4-3 16,-9 4-5-16,0 0-2 0,0 0-9 0,0 0 7 15,11 7 0-15,-8 2 4 0,-1 4 4 0,0 5 3 16,2 10 2-16,-3 3 3 0,0 3 24 0,-2 14-3 16,2 1 8-16,-1 5-2 0,3-3-2 0,1 4-5 15,-2-1 5-15,1-4-6 0,2 2 6 0,0-3-2 16,0-2-1-16,-2 0-3 0,-1-14-4 0,1 0 1 16,-3 2-3-16,0-7-5 0,-3-1-3 0,1-7 3 15,-1-4 5-15,-2-7-6 0,-3 0-4 0,-1-5-2 16,-2-3 6-16,-3-2-10 0,-6-7 2 0,-6-5-1 15,-4-3 3-15,1-6-7 0,-7-12 2 0,2 0-7 16,-1-2-1-16,6-4-14 0,3-1-7 0,8 11-8 16,7-5-5-16,2-9 1 0,5 7-3 0,5 2 0 15,7 1-3-15,3 1-7 0,2 0-8 0,6 5-11 16,3 1-31-16,1 1-20 0,5 6-26 0,2 1-26 16,2 1-33-16,14-6-35 0,2 6-38 0,-12 8-193 15,0 2-498-15,16-1 220 0</inkml:trace>
  <inkml:trace contextRef="#ctx0" brushRef="#br0" timeOffset="66784.27">15765 13687 120 0,'-8'-16'222'0,"2"-1"4"0,-5 2-14 0,1-1-1 15,-1 2-15-15,0 1-5 0,2 5-9 0,-2-1-13 16,-1 3-15-16,2 2-16 0,-2 4-16 0,0 4-10 15,-1 4-13-15,-1 2-11 0,-4 11-7 0,3-2-8 16,6-1-9-16,-3 8-4 0,5-3-7 0,6 1-5 16,-1-5-5-16,5-1-3 0,2 0-2 0,3-2-4 15,2-1-6-15,-1-7-3 0,5 3-11 0,-1-2 0 16,-1-4-2-16,1-2-4 0,1-3-4 0,0-1 1 16,-2-2-5-16,2 0 3 0,0-6-1 0,-1-2 2 15,-3 3 1-15,-2-3 4 0,-3 0-5 0,0-1 8 16,-1-5-11-16,1 3-2 0,-4 2 2 0,-1 1 1 15,2 1 7-15,0 0 8 0,-1 6-5 0,-1 4 0 16,1-10-11-16,-1 10 5 0,0 0-7 0,0 0 6 16,0 0-2-16,0 0-2 0,0 33 4 0,2-17-2 15,-2 2-1-15,0 0-22 0,1 1-25 0,3 4-25 16,-2 3-48-16,2-7-51 0,3 1-46 0,1-3-213 16,3 0-464-16,3-3 206 0</inkml:trace>
  <inkml:trace contextRef="#ctx0" brushRef="#br0" timeOffset="67075.34">16708 13609 1977 0,'2'-32'0'0,"1"0"83"0,-3 4 13 16,-4 9-12-16,-1 0-14 0,0 2 1 0,1 2 4 15,0 4-1-15,0 2-8 0,2 3-5 0,2 6-2 16,-3-6-8-16,3 6 2 0,0 0 4 0,-16 21 1 15,9 2 5-15,1 5 2 0,1 7 3 0,-2 12 0 16,4-2 4-16,0 3-4 0,0 1 2 0,3-13 1 16,-1 9-6-16,0 0 3 0,2-10-17 0,0-2 7 15,-1 1-20-15,3-2 3 0,-4 1-5 0,1-3-3 16,1-2-4-16,0 1-1 0,1-4-5 0,-2-7 5 16,1-2-17-16,-1 0-17 0,0-3-24 0,0-4-27 15,-1-2-19-15,-1-1-16 0,2-6-21 0,-2 8-48 16,2-8-61-16,-8 2-52 0,8-2-219 0,-15-7-535 15,4-1 237-15</inkml:trace>
  <inkml:trace contextRef="#ctx0" brushRef="#br0" timeOffset="67343.78">16391 13894 154 0,'4'-6'159'0,"7"0"-14"0,3-1-7 0,5-2-7 15,11-2-9-15,0 3-11 0,4 2 1 0,-1-1-5 16,5-1-4-16,-2-1-5 0,2 3-1 0,1-1-3 15,-1 0-1-15,-1 0-6 0,-1-2 1 0,-7 5-6 16,1-1-2-16,-9-1-6 0,-1 2 5 0,-9 0 2 16,-4 2 2-16,0 0 0 0,1 1 1 0,-8 1-5 15,10-4-2-15,-10 4-7 0,7-2-10 0,-7 2-3 16,0 0 1-16,8 7-2 0,-5 0 2 0,-3 3-4 16,0 1 5-16,0 5-10 0,0 0-5 0,-3 1-7 15,0 2-2-15,-1-1-5 0,4 0 1 0,-4 0-35 16,1-1-26-16,3-1-32 0,-2 0-37 0,-1-1-44 15,5-4-52-15,-2 0-41 0,0-2-193 0,1-1-464 16,-1 0 206-16</inkml:trace>
  <inkml:trace contextRef="#ctx0" brushRef="#br0" timeOffset="67488.81">16884 13577 27 0,'0'0'69'16,"7"-6"-18"-16,-7 6-24 0,0 0-21 0,19 24-36 16,-8-1-33-16,2 2 14 0</inkml:trace>
  <inkml:trace contextRef="#ctx0" brushRef="#br0" timeOffset="67881.38">17160 14001 171 0,'0'0'223'0,"0"0"-1"15,0 0-1-15,-11-20-21 0,8 11-18 0,-1 0-13 16,3-1-7-16,1-2-15 0,3-5-8 0,0 1-10 16,5-1-10-16,1 1-12 0,2-1-6 0,2 4-11 15,4-2-8-15,-4 4-9 0,1 3 3 0,-3 2-12 16,2 3-9-16,-1 3-14 0,-1 2 4 0,1 5-11 16,-2-4-2-16,0 6-6 0,-1-1 3 0,0 2-4 15,-1-1-3-15,2 4-2 0,-4-4 0 16,3 0-2-16,-1-1 4 0,2-1 3 0,0-2 7 0,1-2 4 15,1-2 4-15,2 2-3 0,3-6-2 0,1 0-2 16,0-1 4-16,-2-1-7 0,1-5 8 0,-2 2-9 16,2-2-4-16,-2-1-3 0,-1-2 1 0,-3 2-1 15,1-3 2-15,-4 3 11 0,-2-3-11 0,-2 0-5 16,-1 3 1-16,-3-1 0 0,2 1 2 0,0 0 9 16,-2 4 9-16,0 7-7 0,1-11-2 0,-1 11-2 15,1-9-15-15,-1 9 3 0,0 0-4 0,0 0 1 16,0 0-7-16,-5 26 6 0,1-13-2 0,3 4 3 15,-2-1-8-15,3 4 5 0,-2-3-4 0,3 2 4 16,0-3-26-16,1-5-26 0,3 6-33 0,-3-5-31 16,1-3-41-16,0 1-43 0,0-5-55 0,2 1-52 15,-3 0-185-15,-2-6-522 0,7 9 231 0</inkml:trace>
  <inkml:trace contextRef="#ctx0" brushRef="#br0" timeOffset="68022.95">17563 13547 93 0,'-7'-4'175'0,"1"2"-36"15,6 2-37-15,0 0-37 0,-13 6-44 0,13-6-68 16,-2 15-45-16,2-15-98 0,6 15 43 0</inkml:trace>
  <inkml:trace contextRef="#ctx0" brushRef="#br0" timeOffset="68273.61">18013 13566 39 0,'0'-16'256'0,"0"3"-2"0,-3 3-7 0,3-3-3 0,-1 6-6 16,1 7-3-16,-2-14-19 0,2 7-9 0,0 7-35 16,0 0-21-16,0 0-11 0,0 0-13 0,0 0 1 15,8 22 1-15,-5-4-1 0,-1 8-2 0,1 1-4 16,-3 3-12-16,-1 1-4 0,1 0-24 0,-2-3 5 15,1 3-10-15,-1-4-10 0,-1 2-13 0,2-2 4 16,-1-3-7-16,1 2-4 0,-2-8-15 0,2 1-35 16,1-4-27-16,-1 2-34 0,0-6-31 0,-1-1-34 15,0-1-35-15,1-2-46 0,1-7-41 0,-2 13-45 16,2-13-152-16,-5 4-486 0,5-4 215 0</inkml:trace>
  <inkml:trace contextRef="#ctx0" brushRef="#br0" timeOffset="68398.7">17898 13673 96 0,'0'0'132'0,"2"-5"-25"0,-2 5-43 0,10-2-58 16,-10 2-74-16,0 0-73 0,21 3 33 0</inkml:trace>
  <inkml:trace contextRef="#ctx0" brushRef="#br0" timeOffset="68687.15">18178 13941 64 0,'7'-2'267'0,"3"-5"-9"0,2 1-4 0,3-5-18 16,-1 1-15-16,2 3-18 0,-1-5-18 0,2-1-16 16,-2 0-16-16,7-4-13 0,-2-1-13 0,-2 0-10 15,-4 3-13-15,-5-2-9 0,0 1-10 0,2 2-10 16,-7 3-6-16,-1-2-8 0,-3 3-10 0,-3 0-3 15,-3 4-7-15,-2 0-6 0,-2 2-6 0,-4 3 1 16,2 6-2-16,-5 1 1 0,1 3 6 0,1 5-3 16,0-1 2-16,-1 6 2 0,6-3 3 0,2 0-9 15,3 2-3-15,0-1 1 0,5 0-2 0,1-1-4 16,3 0-2-16,1-1-1 0,4-3-5 0,0-3-25 16,3-2-19-16,-2 1-25 0,6-1-33 0,-4-1-32 15,-2-2-52-15,4-1-61 0,-3 0-239 0,-5-3-510 16,2 1 226-16</inkml:trace>
  <inkml:trace contextRef="#ctx0" brushRef="#br0" timeOffset="68831.33">18041 13755 2184 0,'-14'-6'8'0,"4"0"1"0,0 0-17 0,3 3-23 0,7 3 0 15,-3-7 16-15,3 7-7 0,18-10 6 0,4 2-8 16,9-2-20-16,3 1-41 0,20-6-47 0,-4 0-168 15,3 1-323-15,1-1 144 0</inkml:trace>
  <inkml:trace contextRef="#ctx0" brushRef="#br0" timeOffset="84583.04">18791 13898 188 0,'-9'2'211'0,"9"-2"-5"0,0 0-7 0,0 0-4 16,0 0-1-16,0 0-7 0,0 0-5 15,0 0-12-15,0 0-13 0,0 0-13 0,0 0-6 16,0 0-6-16,17-15-7 0,-6 6-4 0,1-1-10 0,0-2-5 15,1-2-9-15,0 1-10 0,1-3-3 0,-4 0-10 16,3 0-4-16,0-6-2 0,-3 4-11 0,1 1-7 16,1-6-2-16,0 0-6 0,-5 4 5 0,3-4-13 15,0-2-5-15,0 2-3 0,-4 6 0 0,-1 2-5 16,-5 4-2-16,3-1 2 0,-1 4-9 0,0-1 7 16,-2 9-9-16,1-12-2 0,-1 12 2 0,-1-8-4 15,1 8-1-15,0 0-4 0,-9-7 3 0,9 7 0 16,0 0-1-16,-16 5-3 0,16-5 0 0,-11 3 0 15,4 1 5-15,2-1-11 0,5-3-1 0,-9 9 1 16,9-9 5-16,0 7 1 0,0-7-3 0,8 8 1 16,1-4 4-16,4-1-2 0,7-1 3 0,3 0 6 15,6 2-11-15,1-2 1 0,1 0 1 0,-10 0-6 16,1 1 1-16,-5 0-1 0,-1 2 3 0,1 3-4 16,-4 3 0-16,-1 0-1 0,-1 3 1 0,-5 1 1 15,1 0 7-15,-2 2-6 0,1 2-1 0,-2-5 3 16,0 5-2-16,-2-5 1 0,2 2-1 0,-3-3 3 15,3 2 1-15,0 1 2 0,1-6 1 0,1-1-1 16,3-1 0-16,-1 1 0 0,3-4 5 0,1-3-2 16,3-1 4-16,3 1-3 0,4-4 6 0,0-3 1 15,3-1-4-15,-4 0 1 0,0-1-4 0,4-3 4 16,-7 0 1-16,1-1-5 0,-1 2 0 0,-2-2-4 16,-2 1 3-16,-1-4-6 0,-4 2 3 0,-1 2-3 15,-4-2-2-15,-1 2 0 0,0 0 3 0,-3 1-2 16,0-1 6-16,0 10-8 0,-6-13 0 0,2 8-1 15,4 5 5-15,-9-5-10 0,2 4 8 0,7 1-4 16,-19 6 0-16,9-1-1 0,2 4 3 0,-3 3-2 16,3-2 4-16,3 1 0 0,1-1-4 0,2 2 1 15,2-2 3-15,2-1-1 0,-1 0 5 0,5 1 1 16,3-3-1-16,3-1-2 0,4 1 6 0,0-2 1 16,4-3-4-16,0-3 2 0,2-3-4 0,-3 0 3 15,12-3 0-15,-11 1 0 0,4-4-6 0,-7-1 7 16,1 2 0-16,-4-1-6 0,1-1 3 0,-2 0 4 15,-5 0-5-15,-2 2-3 0,0-2 0 0,-2-1 1 16,0 0-2-16,-1 1 1 0,-2 0 2 0,-1 2-2 16,0 2 0-16,0 7-22 0,1-11-2 0,-1 11 7 15,0 0-5-15,0 0 3 0,0 0 5 0,0 0-2 16,0 0 6-16,-13 23-2 0,9-10 5 0,3 5-1 16,0 0 3-16,-2-2 8 0,6 1 5 0,-1 1-10 15,1-3-2-15,1-3 6 0,1 2 0 0,0-4 0 16,0-3 3-16,4 0 4 0,-1-1-1 0,0 0 1 15,2-4 1-15,-3 0-5 0,5-5 3 0,1 0 4 16,0 1-2-16,-2-3-7 0,2-2 6 0,0 2-2 16,2-5 2-16,-2 0-4 0,1-2 2 0,0 1-1 15,-1-1-1-15,-1 2-1 0,-1-3 0 0,0 0 1 16,-2 0-1-16,0 0 1 0,0 1-2 0,-1 1-2 16,-2 1 4-16,-3 1-2 0,-1 3 4 0,2 0-2 15,-4 6 1-15,4-8 0 0,-4 8 4 0,5-6-6 16,-5 6 1-16,6-5-3 0,-6 5 0 0,0 0 1 15,0 0-1-15,0 0-1 0,0 0-2 0,0 0 0 16,-1 21 3-16,1-21-1 0,0 11-2 0,1-5 4 16,-1-6-2-16,4 12-1 0,-1-5 3 0,1-3 0 15,1 0 2-15,1 1 2 0,0-3-4 0,1 1 1 16,-7-3 1-16,19 0 1 0,-8-2-3 0,1 2 2 16,-1-3 4-16,1-1-4 0,-3 0-1 0,2 1 1 0,1-2-3 15,-4-1 1-15,-1 1-1 0,1 0 4 16,-3-1-9-16,-1 0 6 0,0-3 0 0,-2 0 0 15,1 3-3-15,-1-2 3 0,0 0 3 0,-1 1-5 16,0-1 5-16,-1 8-5 0,0-11-1 0,0 11 4 16,5-7-4-16,-5 7-4 0,0 0 0 0,0 0 0 15,0 0 1-15,0 0 5 0,-2 32 1 0,-3-15 0 16,2-2 1-16,1 2 1 0,-1 0 1 0,-3 9 3 16,4-7 0-16,5 0-4 0,-3 0 0 0,0-3 2 15,-1 2-4-15,-2-1 4 0,2 0-16 0,-1-8-26 16,2 3-38-16,-1-4-48 0,-1 4-53 0,2-12-59 15,-9 12-245-15,1-6-522 0,-1-1 231 0</inkml:trace>
  <inkml:trace contextRef="#ctx0" brushRef="#br0" timeOffset="84733.56">20014 13531 2151 0,'-18'-24'-2'0,"3"-2"15"16,2 11-5-16,3 0-7 0,2 1-4 0,0 7-2 15,2-1 0-15,2 4-3 0,4 4-11 0,0 0-16 16,0 0-41-16,15-5-46 0,-3 7-195 0,5 1-342 16,3 0 151-16</inkml:trace>
  <inkml:trace contextRef="#ctx0" brushRef="#br0" timeOffset="85033.45">20805 13294 7 0,'-4'-17'252'0,"3"6"-9"0,1-2-10 0,-2 5-9 16,2-2-9-16,0 10-17 0,-4-11-23 0,4 11-19 15,0 0-15-15,0 0-6 0,0 0 0 0,9 31-4 16,-4-4 3-16,-2 5 1 0,3 2-1 0,-1 2-11 15,-3 0-8-15,-2-2-8 0,0-1-5 0,3-1-17 16,-2 1-3-16,0-2-11 0,-1-3 6 0,0 0-7 16,0-4-17-16,-1 3-5 0,1-3-10 0,-1-7-18 15,1-5-27-15,-1 0-26 0,-1-1-38 0,1-2-34 16,-2 2-42-16,1-4-58 0,-1-2-64 0,3-5-198 16,-9 6-507-16,9-6 225 0</inkml:trace>
  <inkml:trace contextRef="#ctx0" brushRef="#br0" timeOffset="85449.35">20643 13586 144 0,'14'-4'160'0,"4"-1"-11"16,10-1 0-16,1 1-14 0,3-1-7 0,2 1-8 16,0 3-14-16,0-1-6 0,0 0-10 0,-1 0-9 15,-4 0-7-15,-2-1-1 0,-8 3-11 0,2 0-3 16,-8 0-3-16,-1 0-2 0,-1 1 8 0,-4-2-10 15,-7 2 1-15,14-1-2 0,-14 1 4 0,9 0-1 16,-9 0-4-16,0 0 2 0,4 5-3 0,-4-5 8 16,0 0-3-16,-13 18 9 0,4-8-6 0,0 0 4 15,-1 5-3-15,-3-2-2 0,6 1-9 0,-2 1 1 16,1 1-7-16,1-5-3 0,1 0-6 0,4 0-5 16,-1-3 8-16,4 3-8 0,-2-2-3 0,1-9-1 15,1 11-2-15,2-6 2 0,1 0-6 0,-4-5 2 16,11 2-4-16,-6 0 1 0,-5-2-2 0,15-4-1 15,-5 1-1-15,-1-1 1 0,-3 0-3 0,2-2 2 16,-3 2 4-16,2-2-9 0,-3 2 3 0,2-6-5 16,-1 3 3-16,0-1-3 0,1 1 0 0,-3 0-1 15,-2-1-3-15,1 4 5 0,-2 4-3 0,6-9-6 16,-6 9-1-16,3-6 2 0,-3 6-1 0,0 0 1 16,0 0-1-16,8 12 0 0,-7-5-13 0,1 2-21 15,-2 1-29-15,-2 5-35 0,1 0-46 0,1-3-50 16,-1-1-41-16,0 1-163 0,1-1-432 0,0-11 192 15</inkml:trace>
  <inkml:trace contextRef="#ctx0" brushRef="#br0" timeOffset="85644.08">21250 13707 79 0,'5'-9'188'0,"3"-3"1"0,0 3-1 15,0 0-6-15,1-1 0 0,4 2-15 0,-4 2-9 16,1 2-8-16,2 1-9 0,-3 0-8 0,1 3-10 15,-1 0-12-15,0 2-7 0,-3 2-12 0,3 2-4 16,-3-2-11-16,-2 5-8 0,1 0-8 0,-1 0-10 16,-1 0-35-16,-1 2-32 0,0-3-48 0,-1 1-35 15,-1-9-44-15,3 12-40 0,-3-6-158 0,0-6-370 16,0 0 165-16</inkml:trace>
  <inkml:trace contextRef="#ctx0" brushRef="#br0" timeOffset="86000.35">21583 13612 30 0,'3'-11'211'0,"-2"1"0"0,-1 0-5 16,2 0 4-16,-2 3 3 0,0 7-12 0,0-12-16 15,0 12-22-15,0 0-14 0,0 0-18 0,0 0 0 16,0 0 3-16,-17 14-9 0,9-1-12 0,1 3-9 16,0-2-8-16,2 3-6 0,-1 0-12 0,2-1-7 15,4-4-6-15,0 3-8 0,1-2-2 0,3-3-6 16,4-1-4-16,3 3-1 0,6-1-8 0,-1-5 1 15,3 1-4-15,2-5-6 0,1-1 1 0,6-3-3 16,-1-3-3-16,-1-1-2 0,-8 1 0 0,8-4-1 16,-7-1-1-16,-2 3 1 0,-2-3-4 0,-2-1-2 15,-2 4 4-15,-3-2-3 0,-3-1-2 0,0-1 0 16,2 0-5-16,-6 1-1 0,1-1 0 0,-5 0 2 16,-1 1 1-16,-1 2-1 0,0 0-5 0,-1 4 3 15,1 1-1-15,5 3 3 0,-15 0-5 0,3 4 16 16,1 3-9-16,1 1 1 0,-1 5-3 0,1 0-3 15,4-3 2-15,1 6 1 0,2-4-5 0,2-3-23 16,4 2-25-16,2-1-27 0,4 3-42 0,2-4-46 16,1-3-51-16,8-3-54 0,-1 1-204 0,2-3-506 15,7-1 224-15</inkml:trace>
  <inkml:trace contextRef="#ctx0" brushRef="#br0" timeOffset="90397.5">22792 13564 47 0,'-7'-11'192'0,"0"2"-2"16,-3-1 1-16,1 2-4 0,-5 0-13 0,-5 4-4 15,0 1-9-15,2 4-5 0,-5 3-7 0,-4 4-6 16,0 5-6-16,3 4-7 0,-3 5-15 16,3 0-2-16,1 3-9 0,2 0-6 0,2 2-13 15,6-1-4-15,2-2-13 0,6-4-3 0,1-1-9 0,2-1-2 16,6 1-9-16,0-2-3 0,5-2-1 15,0-1-25-15,2-4-2 0,6-1 0 0,2-6-3 0,0 1 0 16,8-4-4-16,-7-1 2 0,0-3-5 0,-1-1 1 16,1-4-4-16,-2 2 4 0,-1-4-1 15,-3 0-1-15,-1-1-5 0,-2-2 5 0,0 0-2 0,-1-2 1 16,-5 0-2-16,2-1 2 0,-5-1-1 0,0 3-1 16,0-2-4-16,-3 2 5 0,0 6 0 0,0-2 1 15,0 11-2-15,-2-11 6 0,2 11-4 16,2-9 0-16,-2 9-6 0,0 0 6 0,0 0-1 15,0 0 1-15,-8 29-4 0,7-12 5 0,1 1 0 16,0 2-6-16,0 4 7 0,1-5-3 0,-1-1-1 0,1 0-14 16,-1 2-15-16,3-4-26 0,-1 1-28 15,1 1-28-15,-2-7-33 0,3-1-40 0,0 0-35 0,-3-1-162 16,-1-2-412-16,0-7 182 0</inkml:trace>
  <inkml:trace contextRef="#ctx0" brushRef="#br0" timeOffset="90702.8">22941 13737 81 0,'0'0'154'0,"2"-6"-9"15,-2 6 4-15,0 0 3 0,0 0-4 0,0 0-7 16,14 14-9-16,-9-5-11 0,-1 0-7 0,-1 1-6 16,1 3-8-16,-2-2-12 0,2 0-7 0,-1-1-4 15,-2-1-7-15,0-3-11 0,2-2 1 0,-3-4-10 16,2 10 11-16,-2-10 10 0,3 8 7 0,-3-8-2 15,0 0-7-15,0 0-6 0,0 0-4 0,0 0-2 16,0 0-8-16,0 0-9 0,5-25-4 0,-1 16-5 0,0-1-1 16,1-2 0-16,4-1-5 0,-1-1-3 0,2-1 0 15,1 2-5-15,2 0-1 0,-2 0-1 0,1 6-7 16,-2 1-1-16,-1 2-1 0,2 1-2 16,-3 3 0-16,1 0-2 0,-9 0-2 0,17 6-6 15,-10 1-9-15,0-1-18 0,-1 3-15 0,-2 1-29 0,2 1-43 16,1-1-36-16,-5-1-40 0,3 1-184 0,-3 1-411 15,3-3 182-15</inkml:trace>
  <inkml:trace contextRef="#ctx0" brushRef="#br0" timeOffset="91092.48">23468 13657 127 0,'-3'-10'233'0,"-1"0"-13"0,-1-1-12 16,-5 4-13-16,1 1-10 0,-2 4-15 0,-1 0-15 15,-1 6-7-15,-5 2-13 0,1 4-12 0,1 1-12 16,-1 0-11-16,2 4-11 0,2 1-6 0,3 0-6 0,2 0-9 16,2 1-10-16,2-1-3 0,4-4-5 15,0 1-3-15,2-3-7 0,2 0 0 0,1-2 2 16,4-1-8-16,0-3-1 0,0-1-10 0,1-1 4 16,0-1-6-16,1-2-1 0,0-4-1 0,3 1-2 15,-3-4-3-15,3-2 0 0,-4 1 6 0,-2-2-6 16,2-3-3-16,-3 0-2 0,0-1 1 0,-3 0-3 0,-2-4 3 15,1 2-3-15,-1-3-1 0,0-5 0 0,-4 0 1 16,1-1-1-16,0 1-2 0,0 1 3 0,-2-2-4 16,2 7 6-16,-2 2 3 0,2 5 7 15,0 3 4-15,1-1-6 0,-2 3-4 0,2 7-3 16,0 0 0-16,0 0-2 0,0 0-3 0,0 0-3 16,2 28 3-16,-1-10-1 0,-1 7-1 0,-1 2 3 15,2-1-3-15,1 2-2 0,0-2 4 0,2 0-16 16,-2-1-15-16,6 1-18 0,-3-7-24 0,0-1-36 15,1-1-36-15,2-2-42 0,1 0-46 0,-3-5-182 16,-1 1-445-16,3-7 197 0</inkml:trace>
  <inkml:trace contextRef="#ctx0" brushRef="#br0" timeOffset="91316.54">23878 13469 16 0,'1'-13'243'0,"1"2"-6"0,2 3-14 15,-4 1-22-15,0 7-23 0,3-7-18 0,-3 7-2 16,0 0-4-16,7 24 10 0,-4-5-14 0,-2 7-4 16,-2 1-12-16,1 3-13 0,1 0-10 15,-2-1-7-15,1 6-11 0,1-5-14 0,-1-4-3 16,1 2-7-16,-1-2-5 0,4-7-10 0,-5 0-10 16,4-1-18-16,-2-2-20 0,0 2-26 0,-1-9-32 0,1 2-37 15,-1-5-54-15,2 1-39 0,-2-7-26 16,1 10-179-16,-1-10-418 0,0 0 186 0</inkml:trace>
  <inkml:trace contextRef="#ctx0" brushRef="#br0" timeOffset="92144.72">23878 13698 112 0,'1'-11'153'0,"4"3"1"0,-1-3-13 0,2 1-6 16,0-2 0-16,6 0-7 0,1 1-4 0,1-3-9 15,1 1 0-15,1 2-3 0,1-2-4 16,-1 1 1-16,-1-1-7 0,-2 1 1 0,1-1-12 15,-3 2 7-15,2-2-5 0,-3 0-11 0,-3 3-6 0,-1-1-10 16,2 3 0-16,-4 2-1 0,-1 1-8 0,1 0-5 16,-4 5-11-16,5-7-4 0,-5 7-3 15,0 0-2-15,0 0-1 0,4 18-8 0,-1-7-2 16,-4 2 3-16,-1 2-7 0,0 2 0 0,-2 0-4 16,3 2-1-16,-1-3-2 0,0 0 1 0,0-1 2 15,1-4-2-15,2 0 4 0,-1-1-7 0,2-1 1 16,-2-1-3-16,1-3 1 0,-1-5 2 0,4 11-5 15,-2-7 1-15,-2-4-4 0,6 4 0 0,-6-4-4 16,7 2-3-16,-7-2-3 0,12 0 4 0,-12 0 0 16,11 1-1-16,-2 1-3 0,1-2 1 0,0 0 0 15,2 3 2-15,-2-1-2 0,1 2 4 0,3-2-2 0,-3 1 3 16,8-1 2-16,-2-1-2 0,3-1 2 16,1 2 1-16,-1-3-4 0,7 0 6 0,-5 1-8 15,-2-3 1-15,3 1-6 0,-4-3 0 0,3-1-4 16,-4 0 1-16,2 1 2 0,-2-4-7 0,2 3 9 15,-6-3 0-15,-2 2 5 0,-3 2-6 0,-1-2 5 16,-3 1 1-16,0-2-2 0,-4 2 3 0,-1 6-3 0,-1-12 0 16,1 12-1-16,-10-10 5 0,1 6 2 15,3 4 7-15,-5 0-5 0,-4 2 0 0,0 4 1 16,-2 2 2-16,2 0-1 0,-1 0-1 0,2 2 3 16,4 1-1-16,1-3-4 0,3 2 2 0,2-2-4 15,-1 2 3-15,2-2 1 0,2 2 0 0,1-10 0 16,3 9 1-16,-3-9-4 0,7 6 0 0,-2-3-2 15,2-2 3-15,-7-1-3 0,18-4 2 0,-10 3-1 0,0-2 0 16,1-2-1-16,1 2-1 0,1-3-2 0,-4 1 7 16,1 2-3-16,-2 0 1 0,1-1 5 0,-2 1-7 15,-5 3-6-15,6-5 4 0,-6 5-3 16,0 0-1-16,16 4 1 0,-16-4 1 0,7 5 4 16,-4 1-3-16,2-3-1 0,-2 2 8 0,3 1-4 15,-6-6 3-15,9 7 5 0,-4-3-1 0,5 0 0 0,0-1 5 16,1-2-2-16,4-1 3 0,2-3-4 15,0 0 4-15,0-3-3 0,0 0 5 0,-2-1-2 16,2 0 1-16,-3-2-3 0,-3 1 6 0,-1 2 2 16,1-6 4-16,-4 2-4 0,-2 0-1 0,1-1 2 15,-5 0 2-15,3-1 1 0,-2 1-4 0,1-1 0 0,-1-3-1 16,0-1 3-16,-1 1 3 0,-1 2 7 16,1 3 8-16,2 2-2 0,-1-1 4 0,-2 9-2 15,0-9-4-15,0 9-11 0,0 0-2 0,0 0-3 0,0 0 15 16,0 0 3-16,0 27-1 0,-5-11 2 15,3 4 3-15,0-1-2 0,0 0-12 0,-1 2-5 16,1-2 3-16,0 6-1 0,2-7 0 0,-1 1-7 0,2-4-20 16,-1-3-14-16,2 3-35 0,0-4-30 15,-2 0-30-15,0-11-46 0,0 15-42 0,2-9-40 0,-2-6-209 16,0 0-489-16,0 0 217 0</inkml:trace>
  <inkml:trace contextRef="#ctx0" brushRef="#br0" timeOffset="92289.13">24783 13629 54 0,'-1'-10'242'0,"1"10"-20"0,0-8-10 0,0 8-17 15,3-7-14-15,-3 7-26 0,7-8-16 0,0 3-13 0,3 0-26 16,2 0-41-16,4-1-42 0,11-3-39 0,5-2-89 16,-1 3-151-16,2-3-284 0,1 2 127 15</inkml:trace>
  <inkml:trace contextRef="#ctx0" brushRef="#br0" timeOffset="93694.96">25360 13713 71 0,'5'-12'224'16,"4"-4"-7"-16,-1-1-7 0,3 0-12 0,3-8-12 16,-2 4-14-16,-1-3-12 0,0 1-8 0,0-1-15 15,-1 1-12-15,-3-2-6 0,-1 1-9 0,-2-1-4 16,-4 6-9-16,0-1-4 0,-4 4-1 15,1 5-7-15,0-1-8 0,-2 2-7 0,-1 1-4 0,-4 1-11 16,1 5-4-16,-2 0-3 0,-3 4-5 0,-3 2-7 16,0 1-2-16,1 5-1 0,-1 1-9 0,4-1 2 15,3 5-4-15,-3-1-5 0,9-3-3 0,1 4 2 16,4-2-5-16,7 0 4 0,5 1-3 16,-1-1-3-16,2-1-1 0,11-2-6 0,1 0-2 0,-5-3 0 15,7-4 0-15,3 0-5 0,-3 1 12 0,-5-2-11 16,-3 2 1-16,-3 0 0 0,1 0-5 0,-5 0 0 15,-3 4 3-15,-1 0-2 0,-2 3 1 0,1 1 0 16,-2 3 0-16,-2-1 1 0,0-2 8 16,-4 4-6-16,3 2 0 0,-2-2 0 0,2-4-4 15,-1 0 3-15,1-1 4 0,-1-2-2 0,2 0 2 16,1-2 1-16,-1 0 1 0,3-4 3 0,4 0-5 16,-2-2 5-16,2 0-2 0,1-2 3 0,6-2-2 15,-7-2-1-15,3 1-2 0,3-4 3 0,-3-4-3 16,-1 1 2-16,1 1-3 0,-3-2 3 0,-2 0 4 0,1-2-8 15,-2 0 1-15,-2 0-2 0,3-1 2 16,-4-2 3-16,-2 0-2 0,-1 1-1 0,-2 5 0 0,0 1 0 16,0 1 0-16,0 10-3 0,-2-13 2 0,2 7-5 15,0 6 0-15,-12 0 2 0,12 0-2 0,-20 7 1 16,6 3 1-16,1 3 4 0,-1 3-1 0,-3 5-2 16,5 0 1-16,5-6-1 0,1 1 2 0,2 1 0 15,4-4-3-15,0-2 16 0,4-1-13 0,0 2 2 16,1-4-1-16,3 1 2 0,0-4 2 0,3-2-2 15,5 0 0-15,-3-1 4 0,5-4-3 16,-5-1-2-16,3-2 1 0,0 0 3 0,0-3-1 0,-3-1-6 16,0 3-3-16,-3-2-1 0,3-3 7 0,-4-1-1 15,-2 1-2-15,2 1 2 0,-3-1-1 0,-2 0 2 16,1-2-4-16,2-2 5 0,-4 7-3 0,-1-4 5 16,2 4-6-16,-2 2-1 0,0 1-3 15,-2 5 2-15,1-7 3 0,-1 7-3 0,0 0-3 0,0 0 1 16,0 0 0-16,-9 24 0 0,5-13 1 0,3 0-1 15,-3 1 1-15,-1 1-1 0,5-3 2 0,-3 2 3 16,4-1 0-16,-2 0 1 0,1-1-1 0,0-10-1 16,1 11 5-16,1-5-3 0,3 1 5 0,-1-5-3 15,-4-2 0-15,13 2 3 0,-6-2-3 0,5-3-1 16,-1-2 2-16,-1 0-2 0,7-3 1 0,-4-2 0 16,1 1 1-16,-1 2-1 0,1-4 2 0,-5 0-1 15,4-1 0-15,-3-2-2 0,3 0-1 0,-7 4 4 16,6-4-1-16,-6 3-2 0,-1 1 2 0,-1 1-4 15,0 3 9-15,-1 0-8 0,-3 6-5 0,7-8 7 16,-7 8-10-16,0 0 2 0,0 0-1 0,0 0 1 16,0 0 1-16,0 0 1 0,0 0 1 0,0 0 0 15,0 0-2-15,-7 30 0 0,7-23 1 0,0-7 4 16,-2 11-3-16,2-11-1 0,2 9 5 16,1-4 2-16,-3-5-1 0,4 6 2 0,-4-6-2 0,0 0 3 15,11 0-1-15,-11 0 2 0,13-3-2 0,-13 3-2 16,10-7-1-16,-4 3 0 0,-2 0 0 0,1 0 1 15,2-4 1-15,-2 2-2 0,-3-3-3 0,4 5 6 16,-3-2-4-16,3-3 0 0,-2 5-3 0,-4 4-4 16,6-6 3-16,-6 6-1 0,0 0-4 0,0 0 5 15,0 0 0-15,9 16-1 0,-9-7 0 0,0 4 0 16,-1 2 2-16,-1 2 1 0,0-1 1 0,-2 1-2 16,1 1 3-16,0-3-1 0,-1 1-20 0,2 0-19 15,0 0-31-15,0-5-35 0,-1 1-63 0,3-2-46 16,0-10-198-16,-4 14-448 0,4-14 199 0</inkml:trace>
  <inkml:trace contextRef="#ctx0" brushRef="#br0" timeOffset="93856.58">26073 13296 1732 0,'-10'-25'-7'0,"2"6"24"0,3 3 4 16,-1 2-27-16,2 3-6 0,0 3 10 0,0 2-7 15,4 6-5-15,0-6-20 0,0 6-30 0,0 0-41 16,0 0-41-16,0 0-83 0,25 14-248 0,-15-8 111 16</inkml:trace>
  <inkml:trace contextRef="#ctx0" brushRef="#br0" timeOffset="94076.05">26502 13189 173 0,'0'-8'230'0,"4"2"0"0,-4 6-18 0,5-9-18 16,-5 9-15-16,4-3-16 0,-4 3-15 0,0 0 9 0,11 22-3 16,-7-4-4-16,-1 6-12 0,0 6-6 0,-1 1-13 15,-2 0-4-15,-4 1-11 0,3 1-7 0,1-2-13 16,-3-1-7-16,6-3-7 0,-3-1-4 0,0-2-8 16,0-5-10-16,3-2-23 0,-1-2-17 15,2-2-26-15,-2-1-25 0,1-5-29 0,-1 3-38 0,0-2-42 16,2-5-40-16,-4-3-41 0,4 6-153 0,-4-6-417 15,0 0 185-15</inkml:trace>
  <inkml:trace contextRef="#ctx0" brushRef="#br0" timeOffset="94450.09">26387 13447 39 0,'0'0'156'0,"0"0"-11"0,4-10-4 15,-4 10-6-15,14-7-9 0,0 3-13 0,8-1 0 16,-4 2-13-16,11-4 6 0,2 4-13 0,1-1-2 15,-1-2-8-15,1 2-4 0,-3-3-3 16,0 2-7-16,-8 0-3 0,-2 0 0 0,-3 0 0 0,-3 3-3 16,-1-1 1-16,-1 3 1 0,-4-3-1 0,-7 3-11 15,14-2-3-15,-14 2-2 0,6 2 4 0,-6-2 2 16,-2 12 3-16,2-12-5 0,-8 19 1 16,-2-4-5-16,3 0-3 0,1 1-7 0,-3-3-2 0,1 1-4 15,2-2-1-15,2-4-5 0,4 3-2 0,-2 0-1 16,2-2-3-16,0-2 1 0,0-7-5 0,2 14 0 15,2-9-4-15,0 0-1 0,1-1 2 0,-5-4-4 16,12 3 2-16,-12-3-2 0,15-2 2 0,-15 2-6 16,14-5 4-16,-8 1-2 0,3-2 0 15,-3 1-3-15,2 1 3 0,-1-3-4 0,-1 0 8 0,3 0-10 16,-4 2 0-16,0 2 0 0,-5 3-1 0,8-8-2 16,-8 8-1-16,5-2-3 0,-5 2 5 0,0 0-7 15,0 0-9-15,14 7-29 0,-14-7-37 0,0 11-51 16,0-4-55-16,0-7-238 0,-4 16-461 0,2-7 204 15</inkml:trace>
  <inkml:trace contextRef="#ctx0" brushRef="#br0" timeOffset="94644.31">26969 13486 95 0,'6'-10'230'0,"3"0"-7"16,-2 3-5-16,3-1-15 0,-2 4-18 0,-1 1-16 15,-1 2-15-15,-6 1-15 0,18 0-11 0,-7 4-11 16,1-1-10-16,-5 3-6 0,-1 0-17 0,1 1 1 16,3 0-21-16,-4 2-35 0,-1-2-32 0,1 1-50 15,2 0-62-15,-4-2-39 0,0-1-42 0,1 0-106 16,-5-5-327-16,13 6 144 0</inkml:trace>
  <inkml:trace contextRef="#ctx0" brushRef="#br0" timeOffset="94973.33">27319 13362 106 0,'0'-7'239'0,"0"7"-13"0,-4-11-13 0,4 11-25 15,0 0-17-15,-3-4-9 0,3 4-8 0,0 0-1 16,-16 25-13-16,8-11-15 0,-3 3-15 0,3 0-9 16,2 0-12-16,1 2-10 0,3-2-4 15,0-4-7-15,4 1-5 0,0 0-5 0,0-3-8 16,5-1 0-16,1-1-8 0,0-1-2 0,5-3-1 0,3-1-7 15,2 0 0-15,0-3-3 0,0-2-3 0,0-2-1 16,1 1-3-16,-2-2-5 0,1-1 2 0,-7 0-1 16,5-3-1-16,-5 1-2 0,-2-1 0 0,0 0-2 15,-4-1-3-15,3-1-1 0,-3 0 0 0,-1-1-1 16,-1 1-1-16,0 2-3 0,-3 1 5 0,0 0-3 16,0 7 1-16,0-10-3 0,0 10-4 0,0 0 1 15,-12-6 1-15,12 6-2 0,0 0 3 0,-16 14-5 16,10-5-5-16,-2 1-24 0,0-1-19 0,4 2-38 15,1 1-50-15,1-2-51 0,2-1-41 0,2 3-165 16,3-4-427-16,1 1 190 0</inkml:trace>
  <inkml:trace contextRef="#ctx0" brushRef="#br0" timeOffset="95401.26">27748 13544 216 0,'13'-13'224'16,"1"1"-2"-16,-1 1 0 0,10-6-9 0,-10 3-13 15,3 1-19-15,5-4-13 0,-8 2-15 0,8-4-7 0,-2 0-9 16,2 0-8-16,-3-2-12 0,-5 7-6 0,3-7-2 16,-3 6-6-16,-2-1 1 0,-2 3 1 0,-2 2-4 15,-1 2-1-15,-3 4-2 0,2 0-10 0,-3-3-12 16,-2 8-13-16,0 0-3 0,0 0-5 16,0 0-6-16,0 0-5 0,-5 27-1 0,-2-10-3 0,-1 0-6 15,4-1-2-15,-4 0-5 0,5 0-5 0,0-4-2 16,0-1-3-16,1 1 1 0,6-3 2 0,-2-1-7 15,1-1 11-15,1-1-7 0,6 0 1 0,-1-5 0 16,4 1-8-16,5-4 4 0,-2 1-2 16,-3-3 0-16,2-2 9 0,3 0-8 0,-3-1-6 0,0-1 6 15,-4 3-7-15,0-3-7 0,2-3-1 0,-4 0 5 16,-1 3 5-16,1-2-7 0,-1 2 2 0,-3-3 5 16,2 2-2-16,-2 0-1 0,1 3 1 0,-4 1-4 15,2-1-7-15,-4 6 1 0,3-8-3 16,-3 8-1-16,0 0 1 0,0 0 5 0,0 0 6 0,10 15 4 15,-12-5 0-15,0 1 2 0,-4 0-3 0,4 2-3 16,-3 3 1-16,-1-1-3 0,4 2 3 0,-1-2-1 16,0-4-7-16,0 4-12 0,0-3-23 0,1-1-20 15,1 0-27-15,0-3-31 0,0 1-39 0,-3-4-59 16,4-5-60-16,-2 10-255 0,2-10-572 0,0 0 254 16</inkml:trace>
  <inkml:trace contextRef="#ctx0" brushRef="#br0" timeOffset="95556.69">28121 13190 2377 0,'-11'-33'-8'15,"2"10"37"-15,0 0-4 0,4 4 9 0,-3 3-15 16,3 2 8-16,-2 1 9 0,5 3-10 0,1-3-7 16,-3 4-6-16,2 3-28 0,2 6-40 0,-2-11-60 15,2 11-69-15,-1-6-188 0,1 6-402 16,0 0 178-16</inkml:trace>
  <inkml:trace contextRef="#ctx0" brushRef="#br0" timeOffset="97098.76">10573 14750 181 0,'-17'-7'199'16,"-4"1"-16"-16,2 2-14 0,-1 2-6 0,-3 4-12 15,-5 2-12-15,0 3-12 0,1 3-5 0,1 6-9 16,0 3-10-16,2 3-9 0,0 2-5 0,6 3-8 16,3 1-5-16,2 0-10 0,2-3-5 0,5 1-8 15,5-6-1-15,4 0-5 0,-1-3-8 0,5 1 2 16,5-4-8-16,0 1-3 0,3-4-1 0,1-4-1 15,3 3 28-15,-1-6-10 0,2-1-2 0,2-3-4 16,-3-3-4-16,8-4-2 0,-5 0-2 0,2-2-6 16,-8-1-1-16,6-6-2 0,-4-3-4 0,-1-1-2 15,-7 4 0-15,3-8-5 0,-4-3 3 0,-3 2-3 16,2-4 0-16,-5 2-4 0,-1-1 1 0,0-2 2 16,-2-2-4-16,-1 2 0 0,-3-2 0 0,0-4-1 15,-2 5 1-15,0-4-1 0,0 2-1 0,1 1-1 16,0 1 5-16,-1 2 11 0,0 4 9 0,4-3-2 15,-2 4-7-15,3 4 7 0,-1 3 10 0,0 7 3 16,0 0 0-16,2 1 0 0,-2 2-12 0,2 7-4 16,0 0-3-16,0 0-14 0,0 0 7 0,0 0-2 15,7 33-1-15,-2-4-1 0,0 17-4 0,-2 1 1 16,0 5 2-16,-1 1 1 0,-2-3 0 0,1 0 0 16,1 0-2-16,1-1-2 0,0-13 4 0,-1-2 0 15,2 0-3-15,1-3 0 0,0-4-2 0,4-2 1 16,-2-7-3-16,2-3 1 0,-3 0 2 0,4-2 0 15,-1-3 3-15,0-3 1 0,4-1 0 0,0-1-3 16,4-3-6-16,-4-2 12 0,8-2-2 0,-2-4-7 16,0-1 3-16,1-1-9 0,-3-2 9 15,2 0-2-15,-3-3-8 0,-4-1-2 0,0-2-2 0,-3 2 0 16,-2-3-5-16,1-2-2 0,-1 3-2 0,-6-1 0 16,-1-2 2-16,-4 2 1 0,0-2-1 0,-2 2 2 15,-1 3-3-15,1-3 0 0,-3 5-1 0,3 2 6 16,-1 2 2-16,2 2-3 0,0 1-1 0,3 0 4 15,2 5-5-15,-6-9-5 0,6 9-2 0,0 0-2 16,0 0 4-16,0 0 1 0,0 0 0 0,0 0 0 16,0 0 4-16,31 14-4 0,-18-5 6 0,0 3-2 15,0-1 6-15,0 5-3 0,0-1 1 0,-5 2-1 16,3-2 2-16,-2-1-2 0,-1 1 4 0,-4 0 2 16,3-2-1-16,0 0 0 0,-3-2 2 0,1-2 6 15,0 2-5-15,1-2 3 0,-2-1-6 16,1-2-14-16,-1-1-9 0,0-1-18 0,0-1-5 0,-4-3-12 15,10 6-12-15,-4-5-8 0,2-1 5 0,3-4-2 16,1-2 3-16,4 0 0 0,1-1 1 0,0 0 13 16,3-11 1-16,-7 8 11 0,0-3 4 0,-1 0 11 15,-3 3 23-15,-5 1 17 0,2 1 12 16,-3 0 12-16,0 4 10 0,-3 4 5 0,5-9-4 16,-5 9 2-16,0 0-1 0,0 0 4 0,0 0 0 15,0 0 2-15,0 0 2 0,-8 26 3 0,5-15-9 0,1 0-1 16,2 0-3-16,2 0-4 0,-1 0-3 0,1-2-5 15,5 0 1-15,-1 1-4 0,1-4 2 16,0 1-2-16,2-4 0 0,3 1-2 0,1-1-3 0,-1-4-4 16,7-2 3-16,-2-1 2 0,-2-1 3 15,-3-1 2-15,-2-2 9 0,1-1-8 0,-4 3 6 16,1-4 3-16,-5 0-5 0,0 1-7 0,-2 0-3 0,-3 0-3 16,-1-2 1-16,-3 0-2 0,-3 2-1 15,0-1-4-15,1 2-17 0,-8-2-8 0,2 1-13 0,1 4-16 16,4-1-15-16,-2 1-20 0,0 2-25 15,2 0-26-15,9 3-35 0,-15-1-33 0,15 1-23 16,-6 0-159-16,6 0-410 0,0 0 181 0</inkml:trace>
  <inkml:trace contextRef="#ctx0" brushRef="#br0" timeOffset="97319.32">11478 14654 56 0,'2'-17'243'0,"-1"3"-3"0,2 4-2 16,-3-1-2-16,-2 3-6 0,2 8-8 0,0-13-17 15,0 13-15-15,0-9-26 0,0 9-21 0,0 0-11 16,0 0-9-16,0 0 0 0,5 35-2 0,-3-9-8 0,0 4-5 16,-2 5-11-16,0 11 0 0,3-13-18 15,-3 4-8-15,1-4-3 0,1 2-18 0,1-4 8 16,4-1-9-16,-6-1-4 0,1 0-7 0,2-4 1 16,0 2-13-16,0-11-26 0,-1 0-31 0,-1 1-23 15,2-6-36-15,-4 5-41 0,0-4-56 0,1-3-51 16,-1-1-242-16,0-8-518 0,0 0 230 0</inkml:trace>
  <inkml:trace contextRef="#ctx0" brushRef="#br0" timeOffset="97535.05">11532 14802 64 0,'13'-16'224'0,"-1"5"-11"0,3 2-13 0,-4 4-8 16,0-1-11-16,3 5-17 0,5 6-1 0,-4 3-10 15,1 2-15-15,-3 4-9 0,3 6-14 0,-7-6-9 16,-4 5-9-16,-1-1-10 0,-4-1-8 0,0 9-5 16,-3-8-9-16,-1-1-2 0,-7 1-7 0,3-3-4 15,-3 0-12-15,1-2-21 0,-2-1-23 0,2-4-30 16,-5 1-39-16,3-3-52 0,2-1-56 0,-2-2-196 16,-1 0-407-16,7-3 181 0</inkml:trace>
  <inkml:trace contextRef="#ctx0" brushRef="#br0" timeOffset="97766.01">11826 14727 2305 0,'7'-18'29'0,"1"1"13"15,-4 2 11-15,-1 3-6 0,-1 3 16 0,-2 9 13 16,5-12 9-16,-5 12-13 0,2-11-6 0,-2 11-17 16,0 0-2-16,0 0 7 0,0 0 3 15,5 21 26-15,-1-3 1 0,-2 8 2 0,0 6 0 0,-4 1 1 16,2-1 0-16,0 0 3 0,0 3-25 0,-2-4-9 15,4-2 1-15,-4 3-17 0,0-2 6 16,-1-3 1-16,1-1-10 0,2 0 1 0,-1-6-39 16,0-1-6-16,2-2-40 0,-3-2-36 0,1-2-37 15,-1 2-39-15,-1-2-49 0,3-5-61 0,0-2-255 16,0-6-566-16,-4 11 250 0</inkml:trace>
  <inkml:trace contextRef="#ctx0" brushRef="#br0" timeOffset="98572.58">11878 14918 202 0,'9'-15'222'0,"-1"6"-10"0,-1 0-15 0,1 3-16 15,0 3-14-15,-3 2-9 0,-5 1-8 0,20 7-9 0,-14 0-10 16,-1 2-13-16,-1 2-7 0,-2 1-9 16,0 5-7-16,-4 2-12 0,2-3-5 0,-4 0-13 15,-2-2-12-15,1-4-17 0,-3 2-10 0,2-3-6 16,1 0-7-16,-3-2-1 0,4-1-1 0,0-3-5 15,4-3-1-15,-5 7-3 0,5-7 2 0,0 0-6 16,0 0 1-16,0 0 1 0,0 0-2 0,0 0 2 16,0 0-2-16,0 0 1 0,0 0-2 0,18-19 0 15,-6 15 3-15,0-3 0 0,3 3 0 0,4-3 1 16,-1-2-5-16,-2 4 4 0,4-3 3 0,-3-1-3 16,4 3 4-16,-5-5-2 0,0 3 1 0,-5 1 7 15,5 0 4-15,-6-1 1 0,0 1-3 0,-2-1 9 16,-1 1-3-16,0-2-1 0,-5-2 2 0,3 4-1 15,-3-3 1-15,-2 1 1 0,0 9 1 0,-5-13 5 16,1 6-3-16,0 2 7 0,-1 0-2 0,5 5-7 16,-11-5 1-16,11 5-8 0,-12 1 5 0,3 4 1 15,1 3-1-15,-2 1 2 0,4 3-5 0,-1 3 3 16,1 0-4-16,2 2 2 0,1-2-1 0,3-2 0 16,0 2-11-16,2-4-15 0,0 1-24 0,3-1-28 15,-1-3-23-15,5-2-32 0,3-1-35 0,3-2-24 16,3-2-10-16,2-1-2 0,1-3 7 0,10-3 23 15,-2 0 10-15,0-2 20 0,-2-2 16 0,-1 2 25 16,-9-2 20-16,-1 1 24 0,-1 2 31 0,-5-2 16 16,-1-1 44-16,-1 2 13 0,1-2 30 0,-4 1 9 15,-1-1-5-15,-3 1 2 0,1 0 12 0,0-1 10 16,-2 10 0-16,-4-14-7 0,0 8-2 0,4 6 6 16,-8-6-11-16,8 6-4 0,-15 0-4 0,6 4-17 15,-1 2 4-15,3 2-9 0,-3 2-12 0,-2 3-1 16,3 0-9-16,3-3-3 0,-1 0-9 0,-1 1 0 15,7 0-7-15,-2-1-2 0,1-1-1 0,2-1-3 16,0-1-3-16,0-7-2 0,4 12-2 0,1-8 0 16,0-1-8-16,-5-3-11 0,13-1-11 15,-2-3 0-15,-1 1-5 0,0-4 0 0,1-3 4 0,0 3-2 16,1-1-2-16,-5-3 2 0,4-1 6 0,-4-1-1 16,0 0 3-16,-3-2 1 0,-2 3-3 0,2-4 6 15,0-3-3-15,-4-1 4 0,0 4-1 0,0-5 8 16,2-6 7-16,-2 3 0 0,0-1 3 0,0 0 0 15,2 5-2-15,-2 1 23 0,2 3 20 16,-2 5 12-16,0 11 5 0,0-15-18 0,0 15-21 16,0-8 10-16,0 8 11 0,0 0 19 0,0 0-3 0,7 30-2 15,-5-13-4-15,-2 8 1 0,-2 1-3 0,2-1-10 16,-3 2 2-16,3-1-11 0,-1 0-6 0,1-2 2 16,-3 1-14-16,3-6-16 0,0 2-35 15,0-4-51-15,0 2-51 0,2-3-35 0,-1 1-47 16,3-5-66-16,-2 0-62 0,2-2-233 0,0 0-614 15,6-1 272-15</inkml:trace>
  <inkml:trace contextRef="#ctx0" brushRef="#br0" timeOffset="99501.28">13409 14749 145 0,'-9'-6'266'0,"-4"0"-8"0,-3 2-15 16,-3 1-11-16,-2 3-14 0,0 7-14 0,-4 4-22 16,2 3-15-16,2 5-25 0,1 2-1 0,4 2-14 15,2-1-12-15,5-3-14 0,3 0-6 0,4 1-13 16,4-4-4-16,0 1-8 0,7-1-8 0,0-4-6 16,5 1-5-16,1-3-3 0,1-5-6 0,5-1-4 15,-4 0-1-15,3-4-9 0,0-3 4 0,1-1-13 16,-3-1-2-16,1-2-3 0,-2-3-2 0,-4 1 4 15,1-1-4-15,-5 0-1 0,-1 1 2 0,2-6-3 16,-6 4 1-16,3 0-4 0,-7-5 5 0,4 6-8 16,-4-1 2-16,0-1 3 0,2 2-4 0,0 0 0 15,-2 10-1-15,-2-14-1 0,0 10-6 0,2 4-2 16,0 0 1-16,0 0-2 0,0 0 3 0,0 0 0 16,-13 18-1-16,13-2 1 0,-4 2 2 0,-2-1-2 15,6 1 3-15,0 0-1 0,4-2-2 0,-2 0 4 16,2-4-1-16,0-2 0 0,1 2 5 0,1-3 0 15,4-1 2-15,-1-2 6 0,2 0 1 16,-3-5 7-16,6-1-4 0,-5-1-7 0,3-3 9 0,-1-2 0 16,0-2-1-16,3-1 0 0,-4-2-1 0,-1-2-1 15,1-4-1-15,-2 1 4 0,-1-2-2 0,-1-1 0 16,2-5-3-16,-8 3-2 0,2-7-4 0,-2 9 2 16,-2-7 2-16,2-1 0 0,-5 0-7 0,3 0 9 15,1-1 1-15,-1 1 9 0,-2 8 0 0,0-7 0 16,4 8-3-16,-2 5 10 0,-1 3 5 0,3 1-10 15,0 9-2-15,0-11-5 0,0 11-6 0,0 0-3 16,0 0-3-16,0 0-1 0,-8 38 4 0,8-7 1 16,-2 0-5-16,1 4 0 0,1-1 2 0,3 0-4 15,-1 0 3-15,4-3 6 0,-1-2-5 0,4 1-1 16,2-4 1-16,-2-4-17 0,2-5 19 0,1 1-3 16,1-4 3-16,-1-4 1 0,3 1 1 0,1-2-1 15,-1-4-2-15,4-2-1 0,0-3 1 0,-1-2-3 16,0-3 3-16,2-1-13 0,-1-3 10 0,-2 0 0 15,-1-4 4-15,-2-1-5 0,4-7-1 0,-7 4-5 16,3-6-5-16,-7-3-3 0,-1 1-4 0,0-4 13 16,-3 0-8-16,-3-2 0 0,0 0 1 15,-2 4 3-15,1-4-5 0,-3 4 7 0,0 0 2 0,2 12-7 16,0 1 16-16,-1 3-4 0,1 2 4 16,2 4-6-16,0 5-6 0,0 0 1 0,0 0 8 0,0 0 7 15,-2 27-2-15,-1-1 1 0,1 2-4 0,-1 2 11 16,1-1-9-16,2 2-1 0,2-1 7 0,-2 1-7 15,5-1-10-15,0-1 14 0,-1-1-29 0,1-3-40 16,1 0-50-16,-1-5-34 0,2-1-47 16,2-1-67-16,1-3-67 0,0-1-220 0,3-2-587 15,8 3 260-15</inkml:trace>
  <inkml:trace contextRef="#ctx0" brushRef="#br0" timeOffset="99844.93">14489 14808 123 0,'-9'3'257'0,"-1"0"-18"0,1 3-11 16,-1 1-15-16,2 5-18 0,-3 3-9 0,4 0-12 15,2 2-16-15,3 2-11 0,-2-3-9 0,5-1-10 16,2-3-12-16,1 0-10 0,4-2-6 0,0 0-10 15,1 0-6-15,0-3-6 0,9-1-1 0,1-4-6 16,-2 1 0-16,6-3-4 0,-3-3-9 0,2-1 2 16,0-3-8-16,3-4-2 0,-1 0 2 0,-8 2-1 15,0-1-6-15,-4-3-5 0,-3-1-3 0,0-1-4 16,-7 0 1-16,-2 2-4 0,-2-4-5 0,-6 2-3 16,-2-1 0-16,-9-3-5 0,0 2 1 0,-2-1-5 15,6 7-5-15,-4 0-8 0,1 4-16 0,1 2-21 16,-2 1-25-16,0 4-25 0,5 2-23 0,-3 3-29 15,-2 4-37-15,3 1-48 0,1 0-42 0,2 4-167 16,1-2-469-16,7-1 208 0</inkml:trace>
  <inkml:trace contextRef="#ctx0" brushRef="#br0" timeOffset="100163.76">14763 14826 240 0,'5'-3'253'0,"-5"3"-11"0,5-7-17 0,-5 7-27 0,0 0-12 15,0 0-6-15,13 9-8 0,-9 0-4 0,-2 6-11 16,3 2-16-16,2 0-12 0,-2 1-12 0,4 6-10 16,-3-8-7-16,4 3-11 0,-2-4-4 0,2 1-5 15,3-2-2-15,-2-1-3 0,0 0-4 0,-1-6 6 16,0 2 2-16,-3-3-14 0,3-1 17 0,-6-1 8 16,3 0 10-16,-7-4 8 0,8 0-8 15,-8 0-3-15,0 0-6 0,10-8-11 0,-7 4-6 0,-1-3-8 16,-1-4-1-16,-1 1-1 0,0-3-14 0,0-3 5 15,0-1-17-15,-3-1-2 0,4-3-7 0,1-3-2 16,1-7-7-16,1 4-21 0,1 1-20 0,1-2-14 16,3 4-31-16,-2 9-11 0,-1-1-29 15,-1 7-33-15,2 2-26 0,-2 1-12 0,-5 6-18 0,0 0-1 16,0 0-27-16,19 11-9 0,-13 0-21 0,1 5-12 16,-2 3-142-16,0 3-438 0,0 2 193 0</inkml:trace>
  <inkml:trace contextRef="#ctx0" brushRef="#br0" timeOffset="100611.34">15096 14925 198 0,'9'13'36'0,"-4"-3"22"0,0-1 27 0,-2-2 17 15,0-1 18-15,-1-3 15 0,-2-3 20 0,5 7 12 16,-5-7 7-16,4 5 3 0,-4-5-7 0,10 0-2 16,-10 0-7-16,0 0-1 0,14-6-13 15,-11 0 4-15,3 2-7 0,2-4-3 0,0 1-11 0,-3-2-3 16,4 0 3-16,-4 0-11 0,4-1-10 0,-3-2-9 16,-1 2-10-16,-1 0-8 0,0-3 6 0,0 2-10 15,-3 0 2-15,0 1-6 0,-1 10-7 16,-4-18-9-16,4 18-10 0,-11-14-3 0,5 10-3 15,6 4 0-15,-20-2-2 0,10 5-5 0,-1 3-10 16,-6 4-3-16,3 2 0 0,1 0-6 0,2 5 0 0,2-2 0 16,1 2-8-16,0-2 12 0,6 2-26 0,2 0 23 15,1-3-9-15,0-2-1 0,3-1 1 16,8 2-3-16,-5-3 9 0,4-1-3 0,4-3 0 16,0 2 1-16,4-4-7 0,1-2 6 0,-2-2-24 15,-1 2 25-15,1-4-3 0,-1-1-6 0,-2 0-9 16,-1-2-1-16,-2 0-1 0,2-3-1 0,-3 2-13 0,4-4 10 15,-6 3-3-15,-1-1 7 0,0-3-18 0,-1 2 13 16,0-1 0-16,-3-2-1 0,2 0 3 16,-2-3-1-16,1 1 4 0,0 2-4 0,2-3 5 15,-3 3-3-15,1 2 7 0,0-1-5 0,0 2-2 16,1 1 5-16,2 2-6 0,0-1 1 0,-3 2 2 16,1 1-1-16,-6 4-1 0,15 3 0 0,-8 1 4 0,-2-1 1 15,1 7 9-15,1-1 3 0,-2 3-2 16,-3 2-1-16,1 0-10 0,0 2 11 0,-5 2-2 15,2-1 3-15,0-2-9 0,-4 0-39 0,2-3-48 16,-3 4-50-16,0-4-80 0,1-3-93 0,-3 0-255 16,2 0-614-16,1-3 271 0</inkml:trace>
  <inkml:trace contextRef="#ctx0" brushRef="#br0" timeOffset="101530.9">16428 14617 104 0,'4'-13'326'0,"-3"3"-8"0,0 0-12 0,2 5-27 0,-3-3-42 16,0 8-15-16,0 0-21 0,0 0-12 0,0 0-11 15,5 24-5-15,-8 2-5 0,2 0-9 0,0 6-9 16,-2-3-10-16,2 2-12 0,0 0-5 0,-3 0-4 15,3-3-16-15,-1 0-1 0,2-2-15 0,-1-1-8 16,0-6-12-16,1-3-5 0,-1 1-3 0,-1-7-2 16,2 0-9-16,-1-2 3 0,1-8-6 0,-1 11-1 15,1-11-4-15,-2 9-10 0,2-9 2 0,0 0 5 16,-6 3-10-16,6-3-1 0,0 0-10 0,0 0-6 16,0 0-8-16,-3-25-12 0,7 14-25 0,0-1 12 15,4-3 1-15,3-1-6 0,1 2 0 0,-1 1-4 16,3 1 2-16,1 1 1 0,-2 1 2 0,-1 5 5 15,1 1-4-15,-2 0 2 0,1 4 10 0,-1 0-5 16,-2 3-3-16,0 1 0 0,-4 0 5 0,3 5 8 16,-7-2-16-16,-2 3 16 0,-2 1 5 15,-7 3-14-15,1 0-11 0,-4-2-21 0,-3-1 8 0,-1 0-6 16,1-1 0-16,-1-1 3 0,4-5 5 0,2 1 5 16,-1-1 3-16,3-2 4 0,3 0 3 0,6-2 0 15,-12 2 0-15,12-2 6 0,0 0 3 0,0 0-1 16,0 0 4-16,0 0 14 0,0 0 0 0,0 0 3 15,34-8 6-15,-20 7 2 0,4-2 12 0,2 0-1 16,3 2 2-16,6-4-1 0,-1 2-8 0,2-3 8 16,1-1 0-16,-2 1 0 0,-1 1-2 15,-1-3-7-15,-5 2 0 0,5-3-1 0,-2-1 2 0,-6 2-3 16,0-1 0-16,-1-1-13 0,-2 1 18 0,-5 1-5 16,2-4 0-16,-3 1-22 0,3-3 7 0,-7 2 9 15,1 0 2-15,-2-4-5 0,-3 4 8 0,-2-2 0 16,-1-3-5-16,-3 0 1 0,0 2-3 0,1 3 2 15,-3-4-13-15,1 6 12 0,-2 1 0 16,-1 3-4-16,2 1 4 0,6 5-3 0,-17-3-3 0,17 3 5 16,-19 12 0-16,6-1 7 0,3 5-12 0,1-1 6 15,-5 10-11-15,6-3 17 0,3-3 0 0,2-1-1 16,2 0-16-16,1 2 17 0,4-2 4 16,1-2-1-16,2 1-1 0,5-1 3 0,0-5-3 15,1 0-3-15,5-2 3 0,2-3 0 0,1-2-6 0,0-2 2 16,-2-2 1-16,9-2-4 0,-7-2 2 15,6-4-2-15,-7 2-20 0,-1-2 11 0,2-1-1 0,-3-1-3 16,-3 0 5-16,-1 0 0 0,0-2 4 0,-5 2-4 16,-1-1 7-16,1-1-13 0,-2-4 8 0,1 3-14 15,0-2 12-15,-5-1-4 0,3 1 4 0,-1-3 4 16,-1 7-5-16,0-5 4 0,-2 4 7 16,2 3 13-16,-4 9 6 0,2-15 5 0,-2 15-1 15,3-10-8-15,-3 10 2 0,0 0 14 0,0 0 5 0,0 0 10 16,0 0 5-16,1 35-3 0,-3-17-20 0,-1 1 16 15,-2 0 1-15,0 6-2 0,2 0-4 16,-3 1-8-16,2-6-1 0,0 4-4 0,0-5-4 16,3-1 0-16,-3 0-3 0,2 0-11 0,2-2-29 15,0-4-26-15,0-3-27 0,1 1-53 0,0-3-41 16,1 0-53-16,-2-7-63 0,5 12-79 0,-5-12-281 16,-3 9-687-16,3-9 304 0</inkml:trace>
  <inkml:trace contextRef="#ctx0" brushRef="#br0" timeOffset="101682.4">17226 14913 222 0,'0'0'228'0,"6"-5"-17"16,-2 2-27-16,2-1-19 0,4 1-17 0,3-1-15 0,2 0-28 16,3-4-42-16,0 3-59 0,3-3-71 15,-2 3-61-15,-1-1-84 0,-2-3-228 0,0 4 101 16</inkml:trace>
  <inkml:trace contextRef="#ctx0" brushRef="#br0" timeOffset="101886.74">17344 14548 194 0,'-1'-17'242'15,"1"7"-3"-15,1-3-13 0,2 3-8 0,1-2-19 16,-2 8-15-16,5-2-18 0,0 5-13 0,-7 1-14 15,21 4-14-15,-11 1-10 0,-1 1-13 0,5 6-9 16,-3 3-8-16,1-2-9 0,-1 0-27 0,0 2-35 16,-2 0-44-16,-1 2-68 0,2-3-89 0,-5 0-197 15,0-2-416-15,4 2 184 0</inkml:trace>
  <inkml:trace contextRef="#ctx0" brushRef="#br0" timeOffset="102508.29">18509 14673 113 0,'-8'-8'256'15,"-2"1"-15"-15,-4 1-18 0,-4 1-11 0,-3 3-35 16,-6 4-15-16,-2 1-12 0,1 3-14 0,1 3-12 15,2 2-13-15,5-2-11 0,6 2-11 0,1 1-8 16,3 2-7-16,5 1-6 0,3-3-8 0,4 5-3 16,6 0-9-16,1-2-2 0,7 4-6 0,7-1-3 15,2-2-3-15,0 1-4 0,3-3-1 0,2-1-3 16,-1 3-3-16,3-5-3 0,-5 2-3 0,-9-4-2 16,-2 2-4-16,-2-2 3 0,-4-1-7 0,-2-1 2 15,-4 2 5-15,-1-4-4 0,-2 1 3 0,-1-6 12 16,-13 13 3-16,4-7 2 0,-2 1 6 0,-6-1-5 15,1-2 1-15,-4 2 1 0,1-3-1 0,0 0-7 16,0 1-1-16,-2-1-11 0,4 0-20 0,-1-1-20 16,6 1-31-16,2-2-45 0,-1 0-59 0,11-1-68 15,-11-1-204-15,11 1-469 0,0 0 208 16</inkml:trace>
  <inkml:trace contextRef="#ctx0" brushRef="#br0" timeOffset="104176.3">18873 14798 137 0,'0'0'177'0,"-5"-5"-13"0,5 5-6 16,0 0-16-16,-10-4-9 0,10 4-9 16,-7-4-13-16,7 4 1 0,-8-2-11 0,8 2-7 15,0 0-6-15,-12 0-6 0,12 0-5 0,-11 0-1 0,11 0-3 16,-12 0-4-16,12 0-2 0,-17 6-5 0,11-3-5 15,-3 1-1-15,-1 2 0 0,0 3-5 0,-1 2 1 16,-2 1-5-16,3 1-1 0,1 1-6 16,1-3 2-16,2 3 2 0,0 1-5 0,0 1-1 15,4-4-1-15,-2 3-4 0,3-2-3 0,2-1-3 0,0-2-3 16,1 1-3-16,0-2 2 0,2 0-4 0,1 0-1 16,2-1-1-16,1-2 0 0,1-1-3 15,2-1 2-15,0-1-3 0,-1-2 2 0,1 0-1 16,0-2 0-16,1 0-3 0,-1-4-1 0,3 2-3 15,-5-2 5-15,1-3-5 0,0 1 1 0,-2-1 1 16,1-2-2-16,-1 1 0 0,-1-2-1 0,-3 0-2 0,1-4 3 16,-1 2-5-16,0 2 0 0,-1-4 1 15,-3 2-1-15,0 3-2 0,-2-2 3 0,0 1-11 16,-1 2-2-16,-2 0-19 0,0 4-17 0,0 1-21 16,-5 2-25-16,-1 2-34 0,11 0-42 0,-24 3-32 15,13 1-188-15,-1 1-421 0,5 0 186 0</inkml:trace>
  <inkml:trace contextRef="#ctx0" brushRef="#br0" timeOffset="104729.14">19020 14793 157 0,'1'-7'258'16,"-1"7"-7"-16,2-9-17 0,-2 9-24 0,3-7-21 15,-3 7-16-15,0 0-2 0,0 0 2 0,0 0-6 16,-13 34-11-16,8-18-7 0,-1 3-22 0,1 0-12 15,2 0-14-15,1 0-6 0,2 0-10 0,2-3-11 16,2 1-9-16,-1-4 0 0,2-1-9 0,1-2-3 16,5 2-4-16,0-3-4 0,0-2-3 0,3-5-2 15,7 2-4-15,-8-3-8 0,3-1 0 0,-2-1-3 16,-1-3-7-16,0-1 5 0,1-2-7 0,-3-1 3 16,1 0-6-16,-2-4 0 0,0 3-1 0,1-5-3 15,-4 0-2-15,0-1 2 0,3-1-5 0,-5 0 11 16,1-3-8-16,-2 3-5 0,-1-1 1 0,6 2-1 15,-7 4 8-15,-1 1-9 0,2 3 0 0,-3-1 4 16,0 8-5-16,3-7-6 0,-3 7 1 0,0 0-1 16,0 0 3-16,0 0 2 0,6 16 2 0,-6-4-7 15,0 6 4-15,1-2-1 0,-1 2 3 0,0-1 0 16,4 0-8-16,-3-2 5 0,1 0 4 0,3-3-2 16,-1 0 5-16,-1-1-2 0,4-3-1 0,-1-1-1 15,-1 0 8-15,3 1-3 0,-3-5 1 0,0 0 1 16,3-3 2-16,-8 0-3 0,14-1 0 0,-6-1 2 15,-1-3-3-15,2 2 1 0,1-5 0 0,-3 2-1 16,-1-3-2-16,1-1 3 0,-1 0-3 0,-1 0-3 16,0-2 0-16,2-4 1 0,-1 2 1 0,2-4-9 15,-2 5 1-15,-1 1-1 0,-1 1-2 0,0 1-4 16,-1 3 5-16,0 1-4 0,2 0 12 0,-5 6-14 16,9-4 1-16,-9 4-2 0,0 0 12 0,0 0-11 15,12 10 1-15,-8-3 2 0,-2 4 2 0,2 0 4 16,-1 0 0-16,-1 2-1 0,-1-1-27 0,1 0-32 15,-2 3-32-15,0-2-26 0,0-3-45 0,0-10-43 16,2 14-32-16,-2-7-183 0,0-7-461 0,0 0 205 16</inkml:trace>
  <inkml:trace contextRef="#ctx0" brushRef="#br0" timeOffset="105093.29">19755 14766 169 0,'0'0'230'0,"-2"-13"-7"0,2 13-18 16,-1-8-19-16,1 8-17 0,0 0-5 0,0 0 2 16,0 0-16-16,-14 23-10 0,8-10-14 0,-1 4-6 15,2-1-6-15,0-1-10 0,2 3-2 0,2-1-11 16,0-1-10-16,1-2-7 0,4-3-7 0,0 2-6 16,1-2-2-16,1-2-8 0,2 0-5 0,1-2-2 15,3-1-2-15,-1-2 26 0,0-2-4 0,3 1-5 16,2-3-5-16,-1-3-17 0,0-1 16 0,3 0-13 15,-6-1-2-15,4-4-4 0,0 0-5 0,-5 3-5 16,1-6 6-16,-3 3-9 0,-3-1 3 0,1 1-1 16,-1-1-6-16,-1 0 1 0,-1 0-3 0,-4-2-5 15,0 4 0-15,0 0 4 0,0 8-3 0,-5-8 6 16,-2 6-7-16,7 2 5 0,-18 2-1 0,7 2 6 16,-7 4-8-16,2 4 4 0,-1 0-6 15,2 2 1-15,3 1 2 0,2 0-13 0,1 0-23 0,0 1-31 16,2-3-30-16,6-1-34 0,1-2-48 15,3 1-35-15,3-2-44 0,3-3-44 0,1 2-151 0,2-4-476 16,7-3 211-16</inkml:trace>
  <inkml:trace contextRef="#ctx0" brushRef="#br0" timeOffset="106146.33">20567 14730 188 0,'3'-12'269'0,"-3"2"1"0,-3 0-9 0,2 4-11 15,1 6-16-15,-8-9-14 0,0 9-7 16,8 0-5-16,-27 11-8 0,13-1-16 0,-9 7-29 0,1 2 15 16,0-1-22-16,3 1-13 0,1 2-18 15,7-5-11-15,3-3-11 0,0 3 0 0,1-2-18 16,4-3 2-16,2 0-12 0,0-4-4 0,3 3-20 16,1-4 6-16,3-1-1 0,-1 0 3 0,5-2-14 0,-1-3 0 15,3 1-10-15,-1-4 2 0,1 2-15 16,-3-3-1-16,-3 1 10 0,2-3-6 0,2 1-7 15,-4-3-6-15,0 2 5 0,0-2-3 0,-2 2 1 16,0-2 1-16,1-2-4 0,-4 2 2 0,0 1-4 16,2-3 2-16,-1 4-3 0,0 0 4 0,-2 6 0 15,3-10-6-15,-3 10-7 0,2-7 1 0,-2 7 3 16,0 0-4-16,0 0 1 0,0 0 4 0,0 0-15 16,-7 28 19-16,6-19-5 0,0 1 4 0,2 0-15 15,0 2 14-15,1-2 1 0,1 0-6 0,3 0-5 16,0-2-8-16,3-1-6 0,1 0-8 0,2-5-7 15,4 1-12-15,-3-3-3 0,2-2 4 0,2 1-5 16,-3-1 2-16,-1-4 5 0,-1 2 5 0,-1-2 3 16,-1 1 6-16,0-3 5 0,-1 2 2 0,-1-1 0 15,-2 0 5-15,2-1 3 0,-4-1 12 0,1 1-4 16,-1-2 8-16,0 2-1 0,-2 1 5 0,1-1 7 16,-2-1 7-16,-1 9 3 0,5-10 6 0,-5 4 10 15,0 6-5-15,0 0 0 0,1-10-10 0,-1 10-10 16,0 0 19-16,0 0-4 0,0 0-3 0,0 0 5 15,0 0-8-15,0 0 3 0,0 25-3 0,0-25 1 16,-1 13-2-16,1-13-6 0,0 13 5 0,0-7-4 16,0-6 1-16,1 13 5 0,-1-13-4 0,2 7 1 15,-2-7-7-15,1 9-2 0,-1-9-16 0,0 0 12 16,8 3 0-16,-8-3-7 0,0 0 3 0,17-7-4 16,-8 2-4-16,2 2-6 0,-2-4-2 0,7 0 1 15,1-3 4-15,-2 2-3 0,2 1-3 0,-2 1 3 16,-1 0-3-16,-4 3 5 0,2 2-3 0,-1 0 3 15,-2 1 0-15,0 1-6 0,-1 2 7 0,2 1 3 16,-5-1 6-16,2 0 1 0,0 4 5 0,0-3-2 16,0 2 7-16,2-3-8 0,4 2 5 0,-3-2 1 15,3-2 2-15,1-2 0 0,4-2 2 0,3-1-12 16,-2 0 11-16,-1-2 3 0,1-2 6 0,-4 2 9 16,2-3-4-16,-7 1 8 0,4-2 8 0,-5 2 3 15,-3-2-2-15,1 3 2 0,-1-2 7 0,-1-1-4 16,-2 2-7-16,-1-1-9 0,-2 9-1 15,2-12-14-15,-2 12 28 0,0 0-3 0,-6-19-8 0,6 19-19 16,-6-6 14-16,6 6 6 0,-19 2 3 16,19-2-5-16,-24 8-2 0,9 1 1 0,0-1-11 0,1 5 3 15,1-3 0-15,3 2-4 0,1 1-7 16,5-2 13-16,-1-1-3 0,2 2 1 0,3-3-4 0,0-9 2 16,7 17-11-16,-1-12-1 0,2 0 0 0,5-3 0 15,1-2-2-15,3-1 1 0,3-1-3 0,-1-2-9 16,1-1-6-16,-1-4 2 0,-4 2-5 15,-4-2-4-15,0 2 4 0,3-3-2 0,-5 0 0 16,-2-2 2-16,-1-1 3 0,-3-3-3 0,1 0 2 16,-3 4 2-16,-1-5-1 0,0 0 5 0,-2-2 0 0,2 0 5 15,-3 1-3-15,0-1 2 0,0-8 0 0,0 3-2 16,1 3-1-16,2 3 5 0,-3 3 8 0,3 4 10 16,0 0 22-16,0 11 3 0,-1-17-4 15,1 17-10-15,-3-7-2 0,3 7 6 0,0 0-1 16,0 0 11-16,-20 24 5 0,10-9 1 0,-1 2-6 0,-4 8-3 15,4 3-1-15,-3-2-1 0,2 3-6 0,-2-1-6 16,5 0 4-16,0-1-10 0,5 0-9 0,0-1-30 16,1-6-44-16,3-1-51 0,0-2-43 0,3 2-36 15,-3-3-45-15,2-3-57 0,0-2-57 16,3 5-226-16,2-7-629 0,1 1 279 0</inkml:trace>
  <inkml:trace contextRef="#ctx0" brushRef="#br0" timeOffset="106546.9">21968 14434 78 0,'-1'-12'288'0,"-2"3"-7"0,3 1-14 15,0 8-28-15,-2-11-27 0,2 11-21 16,0 0-16-16,0 0-3 0,0 0 10 0,-5 27-15 15,2-8-23-15,-1 7 18 0,-2 3-29 0,2 2 16 16,0 0-5-16,3-1-23 0,-6 1-7 0,2 1 10 16,0-5-18-16,3 0-11 0,-1-1-7 0,-2-1-4 15,3 1-15-15,-1-6-3 0,2-4-11 0,-1 1-23 16,1-2-34-16,0 2-42 0,0-7-40 0,1-3-39 16,-2 3-48-16,1-5-66 0,1-5-52 0,-3 11-209 15,3-11-540-15,-5 4 239 0</inkml:trace>
  <inkml:trace contextRef="#ctx0" brushRef="#br0" timeOffset="106802.67">21903 14519 189 0,'28'5'230'15,"1"2"-11"-15,0 3-10 0,-3 5-10 0,0 2-13 16,-3 1-11-16,-3 4-11 0,-2-1-5 0,-4 1-11 15,0 1-16-15,-6-4-11 0,0 4-9 0,-6-5-3 16,-3-2 2-16,0 2-11 0,-4 0-5 0,-3-2-4 16,-2 1-5-16,-3-1-2 0,-6 2-8 0,-3-3-5 15,-1 1-7-15,-4-3-3 0,0-2-4 0,-1-3-11 16,0 1-10-16,0-3-19 0,7-2-25 0,0-1-36 16,1-2-39-16,0 0-56 0,2-5-81 0,2 3-256 15,-1-2-515-15,4-2 228 0</inkml:trace>
  <inkml:trace contextRef="#ctx0" brushRef="#br0" timeOffset="107930.76">22156 14663 67 0,'11'2'238'0,"0"1"4"15,-1 1-16-15,5 4-9 0,-1 2-8 0,0 0-14 16,-1 1-11-16,1 4-12 0,0-1-13 0,0 0-16 15,-1 2-16-15,-1-1-9 0,2 1-7 0,-3-2-13 16,-1-2-8-16,-2 0-10 0,-2-2-6 0,0-1-9 16,-3-3-3-16,1 0-5 0,-1 1-1 0,-3-7-8 15,0 0-6-15,-7 9-2 0,7-9-4 0,-11 3-3 16,11-3-4-16,-14-1 2 0,14 1-5 0,-14-6-5 16,7 1-1-16,7 5-5 0,-7-9-1 0,5 4-6 15,0-4-4-15,2 9-5 0,7-19-1 0,-1 9-2 16,4-4-7-16,0-1 3 0,5 0-5 0,7-2 4 15,2 0 0-15,1-3-3 0,2 4-3 0,2-6 5 16,2 3-3-16,-2 5 2 0,-1-5 3 0,0 0-2 16,-1 3-2-16,-3 0 5 0,-8 6 1 0,-1 1 6 15,-7 4 11-15,2 1 8 0,-5 2-2 0,-5 2-5 16,8-6-2-16,-8 6-4 0,0 0-1 0,0 0-2 16,0 0 18-16,-35 23-5 0,20-10 6 0,1 3 3 15,-5 0 0-15,-2 3 2 0,8-3-4 0,1-1 10 16,1 0-1-16,2 0 4 0,3-1 0 0,1-1-10 15,1-1 0-15,3 0 0 0,1-4-4 0,0 1 2 16,3-3 6-16,0-1-9 0,5 1-3 0,2 0-2 16,2-4 1-16,2-1-3 0,4-1 0 0,-1 0 3 15,1-6-9-15,0 1 6 0,-1-1-2 0,0-1 3 16,-6 2-6-16,1-3-2 0,-3 1-13 0,-1-2 1 16,0 0 15-16,-3-1 1 0,-1 1-6 15,0-3-1-15,0 0 11 0,-2 4-5 0,-2 8-7 16,4-14-10-16,-4 14 15 0,3-11-6 0,-3 11-5 15,0 0 0-15,0 0-2 0,0 0 1 0,0 0 2 0,0 0 4 16,0 0-1-16,-14 22 8 0,10-13-17 0,0 4 24 16,1-3-1-16,-2 0 15 0,5 2-5 0,-1-2-8 15,3 0-2-15,0-1 10 0,2 0-3 0,3-1 13 16,2-3-11-16,3 0 2 0,-1-1-1 16,4-4 1-16,4 0-7 0,-2-1 14 0,1-2-18 15,0-4 2-15,-5 3-2 0,0-1-8 0,0-1 8 16,-1-1-1-16,-2-1-3 0,0 0-3 0,-2 0 7 0,0 0-2 15,0-2 4-15,-3 0-5 0,1 1-6 16,-1-2-4-16,2-1-2 0,0-5 8 0,-3 8-1 16,0-4-2-16,2 3-1 0,-2 1-3 0,0-2 9 15,-4 11 3-15,5-11-8 0,-5 11 1 0,3-11-3 16,-3 11-7-16,0 0-4 0,0 0 9 0,0 0-4 16,0 0 0-16,0 0 0 0,0 0 3 0,-19 33-4 15,11-20 3-15,2-1 4 0,0 4-3 0,1-4 2 16,0 0-2-16,4 0-6 0,0 0 7 0,1 1-3 15,1-3 5-15,3 0-1 0,-2 1-1 0,3-4 2 16,2 1-5-16,-1-1-3 0,1-4 13 0,3 3 1 16,0-4-12-16,0 0 2 0,3-2-10 0,0 0-3 15,1-2-11-15,-1-2 15 0,1 2-7 0,-3-1-8 0,2-2-2 16,0-3 2-16,-3 2 5 0,-1 0-8 0,2-4-1 16,0 1 7-16,-5 1-10 0,3-1 15 15,-1 0 1-15,-1-4 1 0,-1 1-4 0,-1 1 5 16,1 1 2-16,-2 1 3 0,-2 1 5 0,-2 8-9 15,5-12 22-15,-5 12-3 0,4-9-2 0,-4 9-5 16,0 0 5-16,0 0 2 0,0 0 3 0,0 0-6 16,0 0-1-16,0 0-1 0,0 0 3 0,-10 29-1 15,7-22 3-15,3 4-1 0,-2-4-1 0,-1 2 10 16,3-9-11-16,0 14 3 0,0-9-9 0,0-5 13 16,4 8 4-16,-4-8-3 0,8 6 1 0,-2-6-15 15,-6 0 15-15,14 0-2 0,-3-2 2 0,0 1-1 16,1-2-3-16,0-3-1 0,0 3 2 0,-1 0-8 15,1 1 10-15,1-1-8 0,-4-1 3 0,-2 6-11 16,-7-2 7-16,16 1 5 0,-10 1 3 0,-1 1-5 16,0 0-2-16,-1 1 3 0,-1 3 2 0,2 1-5 15,-3-2-1-15,-1 1-15 0,1 2 19 0,-2-1-2 16,0-1 3-16,-2 3-5 0,4-2-21 0,-2-8-20 16,0 9-54-16,0-9-38 0,0 8-44 0,0-8-66 15,0 0-91-15,0 0-227 0,0 0-605 0,0 0 268 16</inkml:trace>
  <inkml:trace contextRef="#ctx0" brushRef="#br0" timeOffset="108089.98">23324 14536 2251 0,'-19'-15'40'0,"1"2"-5"0,-1 5-7 0,2-1-9 0,-1 3 10 15,7 0 11-15,-1 2-4 0,3 0-9 0,3 0-8 16,6 4-9-16,0 0-18 0,0 0-38 0,0 0-62 15,0 0-87-15,0 0-169 0,0 0-392 0,0 0 174 16</inkml:trace>
  <inkml:trace contextRef="#ctx0" brushRef="#br0" timeOffset="111620.89">11459 15915 143 0,'-1'-12'206'0,"0"-5"-12"0,-2 2-13 16,-2-2-15-16,0 1-4 0,-2 0-4 0,0 5-1 15,-3-2-12-15,-4 1-12 0,3 3-12 0,2 3-9 16,-10-1-2-16,4 2-11 0,-3 4-7 0,-2 2-7 16,-1 3-8-16,1 3-9 0,-8 6-1 0,2 6-8 15,1-3-7-15,1 4-7 0,3 2-3 0,0-1-6 16,7 3-1-16,4-9-5 0,2 2-2 0,5 0-1 16,1 0-5-16,2-4 0 0,2-2-3 0,4 5-1 15,2-5 1-15,2-3-2 0,4 5-2 0,3-9 0 16,2 0 0-16,0-3-2 0,8-2 1 15,1-3-2-15,0-2 0 0,-3-4-2 0,0 0 0 0,-2-3-1 16,-4 3 0-16,-2-2-2 0,4-6 1 16,-7 4 0-16,-1 0-1 0,-2 0-1 0,-2-1-3 0,1-1 5 15,-2-3-5-15,-4 5 3 0,-1 2-1 0,1 0-2 16,-3 0 0-16,1 3 5 0,0 0 3 0,-1 3-5 16,-1 6-4-16,1-9-7 0,-1 9 4 0,0 0 1 15,0 0 2-15,0 0-3 0,-1 36 3 0,0-17-2 16,-1 5 3-16,0 1-1 0,2-1-3 15,2-4 1-15,0 6 6 0,2-1-6 0,-1-6-4 16,1 0-25-16,2 1-23 0,2-4-32 0,0 1-39 0,1-5-47 16,1-4-48-16,2-2-199 0,-2-3-452 0,8-3 200 15</inkml:trace>
  <inkml:trace contextRef="#ctx0" brushRef="#br0" timeOffset="111844.79">11987 15747 221 0,'-11'-7'233'0,"-2"4"-9"16,0 1-7-16,-6 2-8 0,2 3-11 0,-4 4-5 15,4 4-11-15,-9 3-11 0,2 2-6 0,1 5-11 16,5-2-13-16,3 3-7 0,2 0-14 0,8-3-9 16,-3-2-22-16,5 2 2 0,3-1-8 0,3-3-7 15,5 2-5-15,1-2-12 0,1 1-20 0,2-1-38 16,4-2-32-16,0-4-40 0,2-2-42 0,4-4-43 15,-1 1-52-15,8-2-43 0,1-3-141 0,-3-3-425 16,5-2 187-16</inkml:trace>
  <inkml:trace contextRef="#ctx0" brushRef="#br0" timeOffset="112315.9">12312 15822 50 0,'-7'-6'222'0,"-3"-2"-2"0,1 2-10 0,0 3-3 16,-2 1-7-16,-2 3-11 0,-1 3-9 0,-3 3-4 15,2 3-8-15,0 3-6 0,-3 6-12 0,1 1-12 16,6-2-11-16,-2 4-14 0,5 1-6 16,3-6-17-16,3 2-5 0,0-3-10 0,6 2-7 15,3 0-7-15,0-1-2 0,3-3-9 0,3 0-17 0,1-1-11 16,5-4-18-16,-2-3-11 0,1-1-13 0,3-3-9 16,-1-2-8-16,0-2-2 0,1-2-3 15,-2-3-1-15,0-2 0 0,8-4 2 0,-5 2 5 16,-2 0 3-16,-5 1 7 0,-2-3 1 0,1 0 2 15,-1-1 3-15,-5 2 9 0,4-1-3 0,-7-1 10 16,3-1 9-16,-6 6 13 0,-2-3 11 0,2 3 8 16,-2 1 6-16,0 8 9 0,0-10-2 0,0 10-12 0,0-9 2 15,0 9 0-15,0 0-9 0,0 0 9 0,0 0-3 16,-12 19 0-16,9-7-5 0,1-1-8 16,2 2 6-16,-3-1-6 0,3 5 0 0,0-6 0 15,3 0-5-15,1 7-10 0,3-4 10 0,0-5-2 16,1 0 2-16,-2-1-7 0,4-3 3 0,1-1-1 15,-1-2-9-15,3 1 9 0,0-4-2 0,6-2 3 16,-6 1-2-16,0-3-1 0,-2-2 0 0,3 2-1 16,-5-1-1-16,0-1-2 0,-3-4 1 0,-1 4-12 15,-2-3 16-15,1-1-6 0,-4 0-8 0,-2 1-14 16,-2-2-19-16,-2 1-12 0,-3-4-16 0,3 5-13 16,-1 3-16-16,-2-1-22 0,-2 3-24 0,2 4-33 15,9 1-32-15,-24 5-20 0,7 4-9 0,4 1-135 16,2 3-395-16,-3 1 175 0</inkml:trace>
  <inkml:trace contextRef="#ctx0" brushRef="#br0" timeOffset="112596.45">12716 16121 86 0,'13'-13'222'16,"0"1"-6"-16,-2-1-17 0,0 1-13 0,1-1-9 15,-3-1 0-15,-3-1-11 0,4 1-10 0,-5-2-5 16,-1 2-10-16,0-3-8 0,0 3-6 0,-1-2-10 15,-3-1-11-15,0 5-8 0,-3-3-13 0,1 2-1 16,0-2-8-16,2 3-4 0,-2 1-8 0,0 2-5 16,2 9-12-16,0-10-3 0,0 10-14 0,-2-7-6 15,2 7-5-15,8-5-1 0,-8 5-2 0,17 3-4 16,-5 0-1-16,2 1 1 0,2 5-9 0,2 1 4 16,-5 1 0-16,10 6-5 0,-10-3 3 0,3 6 1 15,-5-5-2-15,0 1 1 0,-1 1-4 0,-2 2 1 16,-3-3 1-16,-1 2-20 0,0 2-21 15,-6 0-31-15,2-2-44 0,-2-1-61 0,2-1-71 16,-4 1-175-16,4-2-455 0,-5-4 201 0</inkml:trace>
  <inkml:trace contextRef="#ctx0" brushRef="#br0" timeOffset="113274.4">13375 15976 41 0,'-2'-10'263'0,"2"10"-7"15,-2-9-12-15,2 9-13 0,-2-7-24 0,2 7-19 16,0 0-22-16,-7-2-15 0,7 2-15 0,-16 9-5 15,1 1-7-15,-1 2-2 0,-4 4-14 0,0 2-2 16,1 2-10-16,4-1-3 0,4-4-11 0,1 2-4 16,0-2-5-16,5-5-10 0,-1 3-8 0,2-2-1 15,2-1-8-15,4-2-5 0,-2-8-3 0,6 10 0 16,-2-5-6-16,5-2-4 0,-2-1-8 0,4-1 8 16,-2-3-3-16,4-2-17 0,-1-3 15 0,5 0-1 15,-3-4-4-15,-1 1-10 0,1-3 13 0,-3-2-5 16,0 2-4-16,-3-5 0 0,0 3 3 0,-1-4-9 15,1-1 7-15,-5-5-2 0,4 2-1 16,-2-3 0-16,-3-2-1 0,-2 1-3 0,0-2-4 0,-2 1-7 16,0 0 11-16,1 1-1 0,-3 1 9 0,-1 2-10 15,2 5 8-15,-1 4 12 0,2 3 3 0,0 1-1 16,0 3-6-16,2 0 0 0,0 8-10 0,0 0 1 16,0 0-4-16,0 0 2 0,0 0 2 15,0 45-6-15,-2-17 3 0,2 3-5 0,2 0-1 0,-2 1 0 16,2-3 0-16,0 2 4 0,4 0-3 15,0-6-1-15,0 1-6 0,-1-8 6 0,6 6-1 16,-2-9 3-16,2-1-1 0,-2-1 0 0,5-1 0 0,-3-2 6 16,2-4-7-16,-3 2 6 0,2-5-5 15,-3-3 3-15,5-2-2 0,5-3-7 0,-8-2 9 0,4-1-3 16,1 0-10-16,-3-4 18 0,-3 3-2 16,-2 0-1-16,1-2-3 0,-3-4 0 0,2 0 3 15,-3 0-5-15,-1-1 6 0,-2 6-4 0,-2 0-3 16,-2 0-1-16,2 2-9 0,0 8 7 0,0-11 0 15,0 11-5-15,0 0-1 0,0 0-6 0,0 0 7 16,0 0 1-16,0 0 3 0,0 0 2 0,-7 26 0 16,7-16-15-16,0 0 16 0,3 1-23 0,1 4-30 15,-2-3-35-15,0-1-32 0,3-2-49 0,-1 2-57 16,0-1-63-16,2 0-197 0,-4 0-524 0,-2-10 232 16</inkml:trace>
  <inkml:trace contextRef="#ctx0" brushRef="#br0" timeOffset="113649.42">13775 16089 149 0,'0'0'225'0,"0"0"-5"0,10-13-15 16,-8 7-9-16,0-1-15 0,0-5-8 15,0 1-8-15,1-2-10 0,3-2-6 0,1-3-8 16,2 3 6-16,0 1-7 0,0-1-10 0,0 4-9 15,-2 1-7-15,0 3-10 0,1 1-14 0,2 5-7 16,-3 1-9-16,3 0-7 0,-5 3-10 0,5 3-3 0,-2 2-6 16,-2 3-5-16,-1 0-15 0,-1 1-24 0,2-2-30 15,-2 7-30-15,0-4-45 0,-1 3-63 0,-1 1-72 16,-2-2-211-16,4-5-484 0,0-1 214 16</inkml:trace>
  <inkml:trace contextRef="#ctx0" brushRef="#br0" timeOffset="114003.27">14160 15932 81 0,'-7'-5'272'0,"-3"0"-14"16,2 4-15-16,8 1-19 0,-13-1-16 0,5 3-20 16,8-2-14-16,-9 6-15 0,5 0-16 0,0-3-16 15,2 4-15-15,2-7-8 0,-3 10-7 0,3-10-9 16,1 14-9-16,3-9-7 0,-2 2-5 0,2-2-8 15,1-1-2-15,2-3-6 0,0 2-6 0,-7-3-3 16,13 1-5-16,-13-1-6 0,13-1-5 16,-13 1-2-16,10-1-6 0,-10 1-4 0,0 0-2 0,12 0-2 15,-7 3-4-15,0 2-1 0,-5-5-2 0,7 11 3 16,-1-1-2-16,-4 2-1 0,1 7 1 0,-1-1 4 16,0-2-4-16,0 9 3 0,-2-6 10 0,0-1-1 15,0 1 15-15,-2 0 0 0,2-3 3 0,0 1 5 16,-4-2 1-16,2-2 5 0,0-1 4 0,-3-1-9 15,1 2 1-15,-4-3-4 0,1 3 6 0,-1-3-10 16,0-3-19-16,0 0-53 0,-3 0-26 16,2-3-30-16,0 2-41 0,9-6-67 0,-12 0-61 0,4-2-216 15,8 2-520-15,-18-7 230 0</inkml:trace>
  <inkml:trace contextRef="#ctx0" brushRef="#br0" timeOffset="114212.83">14364 15735 25 0,'2'-7'248'0,"-2"7"-20"15,0 0-3-15,0 0-3 0,0 0 6 0,0 0 8 16,12 30-10-16,-10-12-15 0,2 8-11 0,-2-2-17 16,2 2-20-16,-3-1-16 0,-1 3-7 0,2-2-18 15,-4 0-10-15,2-7-15 0,0 0-36 0,0 6-38 16,0-1-34-16,0-9-38 0,0-3-54 0,0-12-54 15,0 19-58-15,0-11-212 0,0-8-464 0,0 0 206 16</inkml:trace>
  <inkml:trace contextRef="#ctx0" brushRef="#br0" timeOffset="114489.36">14474 15985 145 0,'0'0'201'0,"0"0"5"16,0 0-6-16,0 0-15 0,0 0-7 15,0 0-15-15,0 0-14 0,27 8-17 0,-27-8-11 16,13 7-8-16,-1-4-3 0,-1-1-12 0,0-1-8 0,3 2-6 16,-3-1-7-16,-11-2 2 0,24 0-3 0,-15 1-3 15,-9-1-9-15,12 0-10 0,-12 0-3 0,13 3-5 16,-13-3 2-16,14 7 7 0,-11 0 5 16,0 3 6-16,0 7 14 0,-1-2-7 0,4 2 6 15,-5 0-1-15,-1 3 1 0,-1-2 2 0,-2 0-7 16,0 1-6-16,-1-1-5 0,1 3-8 0,0-5-4 15,-3 2-3-15,2-1-6 0,-1-1-37 0,3-1-35 16,-2-4-45-16,0 2-39 0,-1-3-58 0,1-1-83 16,1-2-271-16,3-7-569 0,-9 14 251 0</inkml:trace>
  <inkml:trace contextRef="#ctx0" brushRef="#br0" timeOffset="115265.24">15471 15800 28 0,'0'-8'258'16,"0"8"-15"-16,0-13-9 0,0 13-12 0,-1-12-19 16,1 12-21-16,0 0-25 0,0 0-10 0,0 0-6 15,0 0 2-15,0 0-3 0,8 38 0 0,-3-12-10 16,-3 3-7-16,-2 1-1 0,0 1-7 0,-2-3-10 15,2 0-2-15,0 4-10 0,-2 2-10 16,-1-7-9-16,6 3 0 0,-4-3-13 0,-2 0 0 16,1-6-25-16,2 2-31 0,-2-6-35 0,0-1-55 0,1 0-39 15,-1-6-54-15,0-1-58 0,-1 0-226 0,-3-1-500 16,0-2 221-16</inkml:trace>
  <inkml:trace contextRef="#ctx0" brushRef="#br0" timeOffset="115789.28">15449 16054 118 0,'6'-10'172'0,"2"1"-4"0,0 0-11 16,6-2-11-16,-4-1-8 0,4-1 0 0,-1 3-17 16,0 0-7-16,-1-3 0 0,0 1-9 0,2 1-4 15,-6 2-8-15,3-3-2 0,-3 2-8 0,-1 2-5 16,-1-2-7-16,0 2-1 0,-3 2-9 0,-1 2-3 15,-2 4-9-15,8-8-8 0,-8 8-7 0,4-5-4 16,-4 5-2-16,0 0-2 0,0 0-7 0,1 21 5 16,-2-7-9-16,-1 3 1 0,0 3-1 0,-4-1 0 15,2 6-5-15,1-6 3 0,-1 7-6 0,-1-1 5 16,2 1-3-16,2-6 1 0,1-1-7 0,-1-5-8 16,0-2-7-16,2 0 3 0,1-1-4 0,1-3 2 15,-2-1 1-15,3-1 4 0,0-4-8 0,-4-2 2 16,13 4 6-16,-6-4 2 0,5-1-4 0,2-2 0 15,3 1 5-15,2-1 14 0,-3 2-2 0,2 0 2 16,1 1 0-16,-2 1 1 0,1 0 2 0,0 0 5 16,0 1-2-16,3-1 3 0,-4 0-2 0,2-1 3 15,-1 0-4-15,-4 2 0 0,0-4-3 0,0 2 3 16,-1-1-6-16,5-3 3 0,-5 2 1 0,-3-2 1 16,3-2 8-16,-3-1-2 0,-2 2 1 0,-1-4 2 15,0-1 2-15,-1 3-2 0,-2-6-2 0,0 4 0 16,-2-3-5-16,0 3 0 0,-1-3-3 0,1 3 4 15,-4 2-2-15,-2-3-2 0,4 10-2 0,-4-11 5 16,0 7-14-16,4 4 4 0,-11-4 7 16,11 4-5-16,-21 4 2 0,10 1-1 0,-3 5-1 15,0 2 0-15,-1 2-2 0,2 2 4 0,0 6-17 16,7-5-20-16,2 2-29 0,2 0-33 0,2-2-55 0,2 0-67 16,4 0-232-16,-1-6-476 0,7 1 212 0</inkml:trace>
  <inkml:trace contextRef="#ctx0" brushRef="#br0" timeOffset="116120.95">16862 15760 17 0,'3'-12'267'15,"-3"2"-11"-15,0 2-19 0,0 8-19 0,-1-13-20 16,1 13-20-16,-5-6-17 0,5 6-14 0,0 0-11 16,-18 11-14-16,6 1-3 0,-3 11-2 0,0 1-11 15,1 4-6-15,2 4 1 0,1 3-1 0,3-2-3 16,-5 12-1-16,4 3-3 0,1 0-2 0,5-15-8 16,0 1 0-16,3-1-7 0,0-4-15 15,3 1-3-15,-2-1 0 0,1-1-6 0,2-4-10 0,-2-5 0 16,0 0 3-16,1-3-12 0,-1 1-2 0,2-7-8 15,-1 2-13-15,-2-2-14 0,0-3-19 0,0-2-15 16,-1-5-20-16,0 10-34 0,0-10-50 0,0 0-64 16,0 0-64-16,-15 0-201 0,15 0-509 0,-14-12 226 15</inkml:trace>
  <inkml:trace contextRef="#ctx0" brushRef="#br0" timeOffset="116389.43">16667 16138 152 0,'19'-12'156'0,"5"2"-14"0,1-3-9 0,0 4 3 15,1-2-18-15,-7 3-1 0,-2 3-11 0,0-1-1 16,-5 0-2-16,1 0-3 0,-2 1-3 0,1 2-2 16,-5 0-4-16,0 1-2 0,-2 0-9 0,0-2-4 15,-5 4-4-15,8-3-2 0,-8 3-9 0,7-2-5 16,-7 2-10-16,0 0-3 0,0 0 5 0,0 0-1 15,8 11-3-15,-8-5-1 0,0 5 3 0,1 0-13 16,1 2 1-16,-2 2-1 0,1-3-4 0,-1 2 0 16,0 1-12-16,1-1-27 0,0-4-26 0,-2 2-45 15,1-12-57-15,3 18-68 0,-3-7-157 0,0-11-393 16,0 14 174-16</inkml:trace>
  <inkml:trace contextRef="#ctx0" brushRef="#br0" timeOffset="116806.74">17174 16126 95 0,'9'-5'214'0,"-1"-4"-14"16,0 0-1-16,0 2-14 0,-1-1-11 0,-1-3-17 16,2 0-9-16,2-2-4 0,-5 3-16 0,3-5-11 15,-3 2-1-15,-2 2-15 0,-2-1-3 0,0 1-5 16,-1 1-7-16,-4 1-4 0,1 1-12 0,-4 1-7 15,-1 3-1-15,-3 2-10 0,1 4 2 0,-4 0 3 16,-3 7-8-16,3-1-1 0,-1 3 2 0,1 5 4 16,0-1-4-16,2 1-6 0,3 7 4 0,2-4-6 15,1-1 0-15,6-2 0 0,2 4-9 0,0-5-5 16,5 1-1-16,4-3-8 0,1 0-18 0,4-3-30 16,0-3-34-16,1-1-44 0,5-1-47 0,-1-3-43 15,-1 0-69-15,-2-2-144 0,1-3-443 0,-4 0 196 16</inkml:trace>
  <inkml:trace contextRef="#ctx0" brushRef="#br0" timeOffset="117008.4">17453 15803 191 0,'0'0'238'15,"-4"-4"-11"-15,4 4 1 0,0 0-1 0,-5 22-4 16,3-5-10-16,-2 7-18 0,0 4-14 0,1 0-14 15,2 2-11-15,1-5-15 0,0 5-11 0,0 0-14 16,2 0-10-16,-2 1-12 0,2-3-17 16,2-2-58-16,-2-1-45 0,1-8-50 0,-1 2-68 15,3-7-79-15,-2 1-187 0,1-3-445 0,0-1 197 16</inkml:trace>
  <inkml:trace contextRef="#ctx0" brushRef="#br0" timeOffset="117433.19">17775 16027 115 0,'-6'-12'273'0,"-1"5"-5"15,-2 1-22-15,2-1-23 0,-4 7-19 0,1 2-13 16,-4 5-13-16,-1 1-13 0,-1 7-12 0,0 6-15 16,-2-2-11-16,8-3-10 0,0 3-15 0,3-2-8 15,2 0-6-15,1 0-11 0,1-3-4 0,5-4-11 16,0 2-6-16,2-3-3 0,0 0-5 0,1-1-2 15,5-3-6-15,-2 0-4 0,0-4-2 0,3 2-3 16,1-3-3-16,-1-3-3 0,7-3-3 0,-2-2-5 16,-4 3-2-16,1-5 3 0,1-1-3 0,-4-5-2 15,-2 3-3-15,0-5 1 0,-2-5-2 0,-2 5 1 16,0-9-11-16,0 1 1 0,-3-1 1 0,-2-1-2 16,-1 1-3-16,-2-2 7 0,2 0-4 0,-5-4 0 15,4 2 1-15,1-1 1 0,2 4 6 0,-1 0 4 16,1 9 13-16,0 1 8 0,0 6 3 0,0 2 1 15,-2 0 5-15,2 10-16 0,0 0-4 0,0 0-1 16,0 0-2-16,0 0 9 0,0 0 11 0,6 33 5 16,-6-6-3-16,4 0 7 0,-4 2-1 0,-2 0 2 15,2 0-2-15,-2-2-1 0,1 1 7 16,1-3-17-16,1 3-1 0,-1-2 0 0,2 2-13 16,0-9-55-16,-4 0-50 0,5-4-46 0,-3-2-55 15,1 1-69-15,0-3-74 0,-1-1-213 0,3-2-584 0,-3-8 259 16</inkml:trace>
  <inkml:trace contextRef="#ctx0" brushRef="#br0" timeOffset="117952.62">18129 16189 1841 0,'6'-3'103'16,"2"0"-28"-16,-1 0-25 0,3 0-13 0,-1-1 20 15,0 0 1-15,1-2 7 0,-1 0-7 0,0-3-5 16,0 0-4-16,3-4-2 0,1 3-4 0,0-4 6 15,0 1-11-15,1 1 4 0,-3-2-2 0,3 1 0 16,3-8-1-16,-4 7-4 0,-1-3-7 0,-1 2 5 16,-1-1 6-16,0 0-3 0,-3-1-1 0,-2 1-4 15,-3 4 5-15,0 3 4 0,-1 0-1 0,0 1 3 16,-1 8 5-16,0-10-18 0,0 10-3 0,0-8-4 16,0 8-3-16,0 0 4 0,0 0-5 0,0 0 4 15,-14 26-2-15,10-15-1 0,-1 2 1 0,0-3-1 16,3 7-1-16,-2-2 10 0,2 1 8 0,2-3-1 15,3-4 1-15,0 2 0 0,3-1-4 0,-1-1 2 16,1 0-3-16,5-3-1 0,-1 0-2 0,0-4-5 16,3 1 0-16,3-1-1 0,-3-2 0 0,6 0-7 15,-2-5 0-15,0 3 7 0,-6-2-9 0,-1 0-2 16,-1-2 1-16,2-1-5 0,0 3 7 0,-2-2-7 16,0-2 1-16,0 1 9 0,-4-1-11 0,0-2-2 15,1 1 2-15,-3-2-3 0,1 2-2 0,-2-1 1 16,3-1-1-16,-5 11 6 0,2-13-5 0,-2 13-3 15,2-8 1-15,-2 8-7 0,0 0 0 0,0 0 2 16,0 0-4-16,0 0 12 0,0 0 0 0,0 0 2 16,0 0 11-16,-6 31 2 0,2-16 11 0,0 1-12 15,-3-1 2-15,-1 0 15 0,3 0-14 0,-3 0 1 16,2 0-4-16,1 2-4 0,-3-3 7 16,4 0 0-16,-1-1-2 0,3-3-19 0,-2 1-29 15,1 0-22-15,2-3-31 0,-1-1-30 0,0-2-33 16,2-5-37-16,0 0-60 0,-7 15-63 0,7-15-220 0,-8 6-571 15,8-6 253-15</inkml:trace>
  <inkml:trace contextRef="#ctx0" brushRef="#br0" timeOffset="118116.38">18382 15802 95 0,'0'0'112'0,"0"0"-49"0,-3-7-35 0,3 7-56 16,0 0-17-16,0 0-49 0,0 0 21 0</inkml:trace>
  <inkml:trace contextRef="#ctx0" brushRef="#br0" timeOffset="119122.92">19403 16158 121 0,'13'-15'193'0,"9"-2"-14"0,-1-1 0 0,0-2-10 0,2 1-11 16,-1-6-9-16,2 3-2 0,-4-3-15 0,3 1-9 16,-1 1-9-16,-4-2-6 0,0-2-6 15,-3 4-11-15,-3-1-6 0,-3-1-7 0,-7 7-7 16,2 0-4-16,1 4 0 0,-5 2-9 0,-5 1 0 15,-1 5-8-15,-3-1-6 0,-2 2-7 0,-4 2-3 16,-7 3-7-16,2 5 1 0,-7 1-2 0,2 3-5 16,4-1-2-16,4 2-4 0,1 3-6 0,4 1 5 15,3-2-3-15,4 1-2 0,4 3 3 0,6 0-3 16,4 1-3-16,8 5 1 0,3-3-4 0,3 1 4 16,5-1 0-16,0-3 2 0,0 3-7 0,1-2 1 15,-1 2 1-15,0 0-1 0,-3-1 0 0,-2 2-4 16,-8-7 1-16,0 0-4 0,-4-1 4 0,-3-3 3 15,-2 3 0-15,-3-3 0 0,-2 2 2 0,-2-4-18 16,-2 3-11-16,-6-4-26 0,2 1-27 0,-5-5-35 16,1 2-46-16,-1-2-55 0,-1-2-159 0,-1 0-403 15,14 0 178-15</inkml:trace>
  <inkml:trace contextRef="#ctx0" brushRef="#br0" timeOffset="119359.43">20050 15723 188 0,'1'-7'259'0,"2"0"-13"0,-2 1-21 0,-1 6-20 15,1-9-26-15,-1 9-18 0,0 0-4 0,0 0 5 16,2 33-2-16,-5-7-5 0,2 4 0 0,-2 3 0 16,1 2-23-16,-2 9-13 0,1-11-10 0,1 11-7 15,-1 2-12-15,2-12-8 0,-3 0-6 16,5-1-11-16,-2 0-5 0,2-4-4 0,4 1-32 0,-1-2-23 15,0-4-36-15,1 0-36 0,-1-5-49 0,-3-3-63 16,2 0-68-16,-3-6-194 0,0-10-480 16,-3 19 213-16</inkml:trace>
  <inkml:trace contextRef="#ctx0" brushRef="#br0" timeOffset="120759.08">20066 15905 87 0,'0'0'198'0,"17"-6"-11"0,-17 6-14 0,19 6-11 15,-19-6-15-15,16 19-15 0,-10-5-13 0,3 2-12 16,-9 5-9-16,-1 6-11 0,-1-8-7 0,-4-1-16 16,2 1-17-16,-4 0-14 0,3-2-3 0,-1-3-11 15,2-3-15-15,-2-1 3 0,6-10-4 0,-5 14 0 16,5-14 6-16,0 0-9 0,0 0 1 0,0 0 3 15,0 0-2-15,19 5 7 0,-19-5-3 0,25-10 0 16,-5 2 0-16,-3 0-3 0,1 1 13 16,8-5-5-16,-1 1-5 0,2 0 6 0,-1-4-6 0,3 1 3 15,-6 0-2-15,5 2 4 0,-1-3 6 0,-1-3-2 16,-2 4 8-16,1-3-2 0,-9 4 3 16,2-1 0-16,-5 3 4 0,-2-5-3 0,-2 3 3 0,-3 2-2 15,-3 0-2-15,-3 0 5 0,-3 0-8 0,-3 0-1 16,-2 1-1-16,-3 2-5 0,-2 3 2 0,-6-3-4 15,2 4 2-15,-2 2-3 0,6 1 0 16,-2-1-2-16,15 2 2 0,-22 0-3 0,22 0 2 0,-9 5-2 16,9-5 1-16,0 0-1 0,0 0 1 15,0 0-2-15,0 0 5 0,36 20-3 0,-18-18 2 16,2 2-3-16,-2-1-2 0,4 1 4 0,-3-2 0 16,3 1-3-16,-3 2 6 0,-3 1-6 0,-4-1 0 15,-2 3-1-15,0 1 1 0,-2 1 2 0,-1 2 3 0,-5 1-2 16,2 2 3-16,-1 0 3 0,-1 1-5 15,0-3 2-15,-1 3-2 0,1-5-4 0,-2-11 9 16,8 21-6-16,-4-11 2 0,2-3-4 0,-6-7 1 16,19 10 0-16,-8-4 1 0,5-4-2 0,3 1 3 15,1-3-2-15,-2-3-2 0,2 2-1 0,-1-4 0 16,-1-1 2-16,2-2-3 0,-2 1 0 0,2-1 1 16,-3-2-2-16,1-1 5 0,-1 0 0 0,-3-3-3 15,-3 1-2-15,0 1-1 0,-2-1 0 0,-3 0 1 16,0-2 1-16,-1 0 0 0,-3 3-2 0,-2 12-2 15,1-21 9-15,-2 13-7 0,1 8 1 0,-4-14 0 16,4 14-6-16,-9-6 1 0,9 6 2 0,0 0 0 16,-23 8 6-16,13 1-2 0,-2 3 1 0,2 4 4 15,1-2-8-15,3 2 7 0,1-1-6 0,1 0 3 16,2 3-1-16,2-18-1 0,2 22-2 0,2-12-12 16,1 0-19-16,3-1-15 0,0-2-18 0,9 0-17 15,-3-1-13-15,3-2-16 0,3-3-5 16,2-1 8-16,7-2-15 0,-1 2 7 0,-1-6 10 15,0 0 12-15,-5 0 14 0,-4 2 7 0,2-3-2 16,-2-1 13-16,-1 2 9 0,-1-3 3 0,-4-1 1 16,-3-1 15-16,2 0 16 0,-4 0 12 0,-5 0 0 15,-2 11 21-15,3-23 14 0,-3 14 18 0,0 9 13 0,-11-17 6 16,4 10 3-16,7 7 1 0,-12-7 2 16,12 7 1-16,0 0-1 0,-23 3-1 0,23-3-8 15,-18 14-4-15,9-6-5 0,-3 4-7 0,3-1-5 16,2-1-5-16,3 0 1 0,-3 2-9 0,0-2-3 15,7-10 1-15,-6 17-5 0,6-17 1 0,3 12 0 16,-3-12-2-16,0 0-5 0,10 12-1 0,-10-12-1 16,15 1 0-16,-15-1-3 0,14 0-3 0,-14 0-1 15,21-6 0-15,-12 1 3 0,-9 5-7 0,11-9 6 16,-3 1-2-16,-8 8-3 0,9-11 0 0,-9 11 0 16,6-13-1-16,-6 13-1 0,6-10 7 0,-6 10 1 15,0 0-1-15,5-10-2 0,-5 10-4 0,0 0-1 16,0 0 1-16,0 0-1 0,0 0-1 0,0 0-1 15,0 0 2-15,0 0-1 0,22 20-1 0,-22-20 2 16,10 12 0-16,-3-5 3 0,3 1-10 0,-1-3-3 16,3-2 0-16,2 1-4 0,4-2-3 0,2 2-4 15,1-4 2-15,0 0-3 0,7-2 6 0,-6 0-2 16,-1 0 5-16,5-3-3 0,-4 3 3 16,-5-2 3-16,-1-1 2 0,-4 1-2 0,0 1 2 15,-1-3 11-15,-5 2 5 0,2-3-3 0,-3-1 5 16,-5 8 3-16,4-13-2 0,-4 13-1 0,0-11 1 0,0 11 1 15,-3-12 2-15,3 12 5 0,-9-9 1 0,9 9-1 16,-10-7 0-16,10 7-5 0,-15 3-3 16,15-3 3-16,-22 8-3 0,13-1-2 0,-1 0-1 15,0 2-1-15,2-2-5 0,0 2 1 0,3-1 0 16,1 1 1-16,0 0 1 0,2 0-6 0,2-9 2 16,2 14 0-16,-2-14 3 0,0 0-1 0,12 16 2 15,-6-14-1-15,-6-2-1 0,17 3 1 0,-6-3-4 16,-11 0 9-16,22-7-9 0,-10 3 0 0,-3-2 0 15,0-2 0-15,1 3 4 0,-4-5-4 0,1 1 4 16,-4-2-5-16,1 0 0 0,-1-2-2 0,-1-3 4 16,0-1-3-16,0-1-2 0,1-1 4 0,-6 0-6 15,3-5-1-15,0-3 5 0,-1 2-1 0,2 0-2 16,-1 5 6-16,4 3 11 0,-4 4 15 0,0 13 9 16,0-20-2-16,0 20-3 0,0-13-12 0,0 13 4 15,0 0-8-15,0 0 3 0,0 0 0 0,0 0-3 16,-1 46 1-16,-2-23 5 0,2 5-12 0,0-2-2 15,-1-1 5-15,4 0-4 0,-2 2 0 16,2-4-6-16,1-2-23 0,1-3-29 0,-2 0-30 0,1-1-28 16,2-1-32-16,-3-4-35 0,4-2-49 15,-3-1-39-15,6-3-194 0,-9-6-489 0,0 0 217 16</inkml:trace>
  <inkml:trace contextRef="#ctx0" brushRef="#br0" timeOffset="121043.45">22058 15880 193 0,'0'0'226'0,"0"0"-8"0,0 0-13 16,0 0 2-16,0 0-22 0,0 0-8 0,0 0-16 15,0 0-12-15,0 0-6 0,0 0-5 0,-16 38-7 16,16-38-10-16,5 19-12 0,-5-19-9 0,12 14-7 16,-1-7-6-16,0 0-10 0,-1-2-4 0,5-3-3 15,2 1-2-15,2-2-5 0,-1-2 2 0,-18 1-5 16,25-5 4-16,-11 1-12 0,-5-1 1 15,2-2-5-15,-1 1-2 0,-1-2-2 0,-3-1-3 0,-6 9 2 16,9-18-14-16,-8 7-1 0,-1 11-3 0,-2-23-8 16,-6 7 0-16,3 5 0 0,-4-3-5 0,-4-2-5 15,1 2-15-15,-5 1-22 0,-4-2-20 0,-4 2-18 16,8 6-29-16,-1 1-35 0,4 2-41 0,14 4-61 16,-20-5-37-16,20 5-163 0,0 0-469 0,-18-2 208 15</inkml:trace>
  <inkml:trace contextRef="#ctx0" brushRef="#br0" timeOffset="121358.75">22349 15712 157 0,'0'0'208'0,"11"-3"11"0,-11 3 3 16,0 0-6-16,0 19-8 0,0-9-11 0,2 6-22 15,-2 0-12-15,1 0-9 0,2 2-12 0,-1 0-7 16,2-2-8-16,4-1-2 0,-2 3-5 0,3-4 0 15,2-1-8-15,1 2-16 0,1-3-1 0,-1-2-11 16,-1-1 0-16,-1 0-1 0,1-5 3 0,-3 2-5 16,-8-6 7-16,13 7 11 0,-13-7-14 0,14 0-7 15,-14 0 0-15,0 0-10 0,17-9-3 0,-17 9-4 16,10-12-7-16,-5 3-7 0,0-2-4 0,0-3-6 16,0-3 1-16,2 0-10 0,0-5 3 15,1 3-16-15,0-8-14 0,3 2-19 0,2-5-22 16,-2 6-21-16,1-2-22 0,2 2-25 0,0 1-37 0,-4 9-19 15,-1 1-31-15,1 5-21 0,-10 8-19 0,16-10-13 16,-16 10-5-16,12 2 8 0,-12-2-141 16,8 14-418-16,-5 2 185 0</inkml:trace>
  <inkml:trace contextRef="#ctx0" brushRef="#br0" timeOffset="121813.32">22759 15827 77 0,'7'16'117'0,"-3"-9"-2"0,-4-7 28 15,8 9 6-15,-8-9 9 0,11 4 0 0,-11-4-10 16,0 0-11-16,17 2-6 0,-17-2-4 0,0 0 1 15,25-11-7-15,-16 5-7 0,0-1-6 0,0 0-1 16,-3-2 6-16,4 0-7 0,-3-2-2 0,-1 3-5 16,-1-3-4-16,-1 0-12 0,-4 11-3 0,5-24-6 15,-4 14-6-15,-1 10-8 0,-5-19-10 0,5 19-1 16,-7-14-8-16,7 14-1 0,-17-7-7 0,4 7-2 16,13 0 2-16,-30 7-10 0,13 0 3 0,-1 4 2 15,1 0 3-15,1 3-3 0,-3 5-2 0,7-5-4 16,0 2-1-16,4-1-2 0,0 0 1 0,4-4 4 15,2 2-3-15,2 0-1 0,0-13 4 0,2 23-2 16,2-14-1-16,5 1 4 0,5 1-1 0,-2-5 0 16,5 2-1-16,1-3-8 0,4-1 3 0,6 0 4 15,-1-3-10-15,-5-2 10 0,6-2-10 0,-8 2 6 16,1-4-9-16,-1 1 6 0,-3-3 2 0,-1-2-6 16,0 2-5-16,-2-5 2 0,-4 3-1 0,-1-5-3 15,-1-1 4-15,0 1-1 0,-2-2 1 0,-1 0-2 16,0-2-1-16,-2 1-4 0,0 1 4 0,2-1-2 15,-3 5 3-15,-2 12-1 0,5-20-5 0,-5 20-2 16,2-12-4-16,-2 12 4 0,0 0-5 0,8-6 1 16,-8 6 5-16,0 0 5 0,15 21 13 15,-10-7 6-15,-1 2 7 0,-1 2 1 0,-2-1-2 16,2 2-1-16,-3 0-1 0,1-2-1 0,-1-1-2 0,0 3-8 16,0-3-33-16,0 0-43 0,0-16-50 0,0 22-52 15,0-22-55-15,1 16-76 0,3-8-256 16,-4-8-594-16,11 11 262 0</inkml:trace>
  <inkml:trace contextRef="#ctx0" brushRef="#br0" timeOffset="121946.43">23444 15899 208 0,'-6'-20'203'16,"6"20"-20"-16,-9-10-17 0,9 10-17 0,-14-11-27 15,6 6-30-15,8 5-47 0,-14-10-48 0,14 10-71 16,-11-7-109-16,11 7-196 0,-13-7 87 0</inkml:trace>
  <inkml:trace contextRef="#ctx0" brushRef="#br0" timeOffset="139400.67">1026 5218 38 0,'0'0'125'0,"0"0"-15"0,0 0 8 15,0 0-22-15,0 0-6 0,0 0-1 0,0 0-3 16,0 0 3-16,0 0-11 0,0 0-1 0,0 0-13 16,24-2 2-16,-24 2-3 0,0 0-11 0,0 0 1 15,0 0-7-15,0 0 2 0,0 0-8 0,0 0 3 16,0 0-6-16,0 0-6 0,0 0-1 0,0 0-1 16,0 0-2-16,0 0-2 0,0 0-3 0,0 0-1 15,0 0-2-15,0 0-2 0,0 0 5 0,0 0-3 16,0 0 0-16,0 0 6 0,0 0 3 15,0 0 9-15,0 0 0 0,0 0 8 0,0 0-6 16,8-7 0-16,-1 2-6 0,0 0-3 0,6-7 0 0,2 0-5 16,0 0 1-16,7-5-5 0,-3-1-1 15,2 0-1-15,-2 0-8 0,2-1 3 0,-2-1 1 16,1 1-3-16,-2-1-2 0,0-1-1 0,1 1 0 0,-4-3 2 16,5 3-6-16,-2-4-2 0,-4 9 2 0,3-6-1 15,-5 6 1-15,9-6-12 0,-4 1-5 16,-4 5 2-16,1-2 3 0,1-4 3 0,-3 5 3 15,-3 0-3-15,2 1 3 0,-1-4-3 0,2-3 1 16,-1-1 0-16,-1 5 6 0,-2 0 5 0,5-5-5 16,-4 5-2-16,1 1 1 0,-1-1-4 0,0 0 2 15,0 3 0-15,-3-1 2 0,2 1 3 0,-2 6-1 16,-1-3 0-16,1 4 0 0,-3-3-1 0,-1 1 0 16,5 0 0-16,-3 1 1 0,-1-1-5 0,3 4 3 15,-3-4-4-15,1 5 6 0,-2 0-6 0,3-1 2 16,-5 6 2-16,4-8-3 0,-4 8 3 0,4-8 1 15,-4 8-4-15,6-5 4 0,-6 5-4 0,3-4 0 16,-3 4 2-16,0 0 0 0,0 0-2 0,0 0 2 16,0 0 0-16,0 0-1 0,1-7 1 0,-1 7-2 15,0 0-2-15,0 0 0 0,0 0 0 0,0 0 0 16,0 0 1-16,0 0 1 0,0 0 3 0,0 0-6 16,0 0 3-16,0 0 0 0,0 0-1 15,0 0 5-15,0 0-3 0,0 0-6 0,0 0 2 0,0 0 0 16,0 0 2-16,0 0-2 0,0 0 0 15,0 0 2-15,0 0-3 0,0 0 5 0,0 0 0 0,9 12-1 16,-9-12 0-16,0 0-2 0,4 8 5 0,-2-3-4 16,-2-5 1-16,2 8 3 0,-2-8-3 0,5 11 4 15,-2-1-4-15,-1-4 2 0,3 3-1 0,-1 1 2 16,0-1 1-16,4 3 3 0,-3-2-4 16,3 1 4-16,3 3-2 0,0 1 3 0,1-1-1 15,-2 0 0-15,-1 2 1 0,2 2 2 0,-2-2-6 16,2-1 5-16,-1 2 7 0,5 5-6 0,0-2-2 0,-2 2 0 15,1-1 2-15,-4-5-2 0,1 2 0 0,-2 0 0 16,2 4 0-16,-4-5 1 0,0 1-2 0,2-1 2 16,-2 2-2-16,-1-2-1 0,-1 1 1 15,3-2 2-15,-3-1-2 0,-1-3 2 0,1 4-3 16,-1-4 1-16,-2 3-4 0,3-4 5 0,2 5-2 16,-2-2-2-16,-1-2 3 0,2 3-2 0,-2 2-2 15,0-6 3-15,2 4-4 0,-1-3 3 0,-1 0 0 16,-1 0 1-16,-1-1 2 0,2-1-7 0,0 1 2 15,-1 0 1-15,-1-1-3 0,3-2 3 0,-1 2 0 16,-1-2-1-16,-3-8-2 0,6 14 1 0,-4-9 5 16,-2-5-2-16,5 12-5 0,-1-5 2 0,-4-7 2 15,7 9 1-15,-7-9-1 0,5 9 1 0,-5-9-2 16,4 7 2-16,-4-7-1 0,0 0 0 0,5 6 2 16,-5-6 1-16,0 0-2 0,0 0 3 0,0 0-3 15,0 0 6-15,9 4-4 0,-9-4 2 0,0 0 3 16,0 0-2-16,0 0 0 0,11-14-1 0,-11 14 0 15,7-9-2-15,-7 9 0 0,7-16-4 16,-3 9 3-16,0-3 1 0,0 0-5 0,0-1 1 16,2 0 1-16,-1 0-1 0,3-6-1 0,1 2 2 15,0 0-1-15,1-3-1 0,5-6-2 0,1 4-1 0,0-4 0 16,2-2 4-16,0 2-4 0,2 2-4 0,-3-1 5 16,0 1 0-16,-2 2 0 0,3 1 7 15,-3 0-7-15,2-5 1 0,-4 9-2 0,1-7 1 16,-2 6-1-16,5-4 0 0,-3 6-2 0,4-4 4 15,0-2-3-15,-4 6 2 0,4-5-1 0,-4 5 1 16,0-1 0-16,1 1 0 0,-2 1 0 0,-1-1 2 16,2-2-4-16,0 3 1 0,1-3-1 0,2-2 2 0,2-1-1 15,-5 4 0-15,1 2-4 0,-2 0 3 0,2 0 1 16,-2 1 1-16,0 1 1 0,-5 2 3 16,1-1-3-16,1 2 3 0,-5 1-6 0,3-1 3 15,-2 2 1-15,-2 0 7 0,0 0-9 0,1 2 4 16,-2-2 0-16,1 2 3 0,-4 4-1 0,7-10 1 15,-3 5-5-15,-2 1 3 0,-2 4-1 0,9-10-1 16,-5 5 1-16,-2 0 0 0,-2 5 2 0,4-8 0 16,-4 8-2-16,5-6 2 0,-5 6-2 0,4-9 0 15,-4 9 0-15,4-5 4 0,-4 5-3 0,0 0 3 16,3-7 0-16,-3 7-2 0,0 0-1 0,0 0-1 16,0 0-2-16,5-4-2 0,-5 4 0 0,0 0-1 15,0 0 4-15,0 0-4 0,0 0-2 0,0 0 2 16,0 0-1-16,0 0 3 0,0 0-5 0,10 12 10 15,-9-6-6-15,2 1 4 0,-3-7-6 0,4 15 1 16,0-5-3-16,-1 2 5 0,2 1-1 0,-1 1 1 16,1 3-1-16,0-1 2 0,1 1-4 0,-2 0 4 15,-1 1 1-15,2 1 0 0,0-1 0 0,-1 0 0 16,1 1 1-16,2-1 0 0,2 0-1 0,0 5 2 16,-2-5-3-16,1-1 2 0,1 1-4 0,0-2 8 15,0 1-1-15,-1 0-1 0,0-3-3 0,-1 3-1 16,3 0 1-16,0-3 7 0,-2 2-6 0,0-2 0 15,2 2-1-15,-1-3 1 0,-1 3 1 0,-1-2 1 16,3 1-2-16,1 1 6 0,0 0-7 16,-1-2 4-16,-1 2-5 0,3 0 4 0,0 0 4 15,-2 0-7-15,-1-3 1 0,1 2 0 0,-1-1-1 16,-2 1 6-16,1-5-6 0,1 0 3 0,0 2-2 16,-3-2-1-16,2 0 0 0,-1-2 4 0,-1-1-4 0,0 1 2 15,-1 2-3-15,0-3-1 0,-5-7 4 16,10 12-2-16,-6-6 0 0,-4-6-2 0,9 7 2 15,-9-7 2-15,8 7-1 0,-8-7 0 0,5 5-3 16,-5-5 5-16,0 0-3 0,5 6 3 0,-5-6-1 16,0 0 4-16,0 0 8 0,0 0 1 0,0 0 7 15,5 6-4-15,-5-6-1 0,0 0-5 0,0 0 0 16,0 0 3-16,0 0-4 0,12-19-3 0,-12 19 1 16,6-9-3-16,1-1 1 0,-4 1-1 0,3 1-1 15,0-3 0-15,3-3-2 0,1-2-4 0,-1 0 2 16,1-2 3-16,8-5-7 0,-4-4-1 0,4 3-4 15,0-2 0-15,1 0-5 0,-1 1 0 0,-4 0 1 16,4 1 3-16,-4-2-2 0,1 0-2 0,-2 3 4 16,0 2 1-16,-5 3 0 0,2 0 2 0,-4-1-1 15,2 4 2-15,0-3 3 0,-1 2-3 0,-2 0-2 16,4-2-2-16,-2 1 3 0,0-1 5 0,1 1-6 16,1-1 3-16,1-5-4 0,-2 6 3 0,2 1 5 15,-5 1-4-15,3-1-2 0,-2 6 2 16,3-4-5-16,-1 4 1 0,2-5 6 0,-2 1-7 0,1 4 3 15,-4 1 1-15,4-2-2 0,-3 2 4 0,1 0-2 16,1-1 0-16,0-1 1 0,-1 2 1 0,-1-1-2 16,3 4 0-16,-3-3 4 0,1 2-2 0,-1 2 4 15,-6 5-6-15,8-12-1 0,-8 12 6 16,9-8-2-16,-9 8 0 0,5-9 0 0,-5 9-2 16,5-6 4-16,-5 6-2 0,0 0 2 0,4-8 1 15,-4 8 1-15,0 0 1 0,0 0-4 0,0 0 0 16,7-6-3-16,-7 6 8 0,0 0-10 0,0 0 0 15,0 0-2-15,0 0 4 0,0 0-3 0,0 0 0 0,0 0 0 16,0 0 0-16,0 0 0 0,0 0 1 16,0 0 2-16,0 0-2 0,0 0-4 0,5 23 7 15,-2-15-1-15,-2 4 2 0,2 1-5 0,-1 2 2 16,2 2 2-16,-1 1 0 0,1-1-3 0,0 0 10 16,-1 2-7-16,0 0 1 0,3 5-2 0,-4-5 2 15,0 0 0-15,-1-1-1 0,2 0 6 0,1-1-4 16,0 0 4-16,1 2-1 0,-1-2-1 0,-2 2 3 15,2-3-3-15,-1 1 0 0,-1 2-1 0,2-2 1 16,0-1 4-16,2 3-4 0,0-3-2 0,1-1 0 16,-1 1 1-16,1 1 1 0,0-2 2 0,0 0-2 15,0 3 2-15,0-3-1 0,-1 1-1 0,4-1 0 16,-6 0-1-16,4 2 4 0,-2 0-4 0,4 1 4 16,0-4-4-16,-3-1 4 0,1 0-5 0,1 2 4 15,-3-3-3-15,1-3 1 0,-2 2 0 0,2-1-1 16,0 4 5-16,-2-3-2 0,1-1-1 0,-1-2-2 15,2 1 1-15,-2 0 2 0,-1-1-7 0,-4-8 5 16,5 12-3-16,-3-6 4 0,-2-6-3 0,7 11 0 16,-7-11 0-16,4 9 4 0,-4-9-2 0,0 0-2 15,5 8 0-15,-5-8 6 0,0 0-3 0,0 0 1 16,3 8-1-16,-3-8 2 0,0 0-1 0,0 0 3 16,0 0 5-16,0 0-1 0,0 0 1 0,0 0-3 15,0 0 3-15,0 0-6 0,0 0 4 0,0 0-1 16,15-16-2-16,-15 16-1 0,7-12-3 15,-2 4-2-15,0 0 0 0,-1-2 7 0,3-1-6 16,-1 1-4-16,2 0 0 0,-1-5-6 0,4 3-3 16,-2-2-4-16,3-3-2 0,1 0 0 0,0 2 2 15,5-7-6-15,-3 0-7 0,2 2 3 0,2-5 2 16,1 4-4-16,-2-4 1 0,1 2 1 0,1-1 3 16,0-3 0-16,2 1-1 0,-4 0 2 0,3-2 0 0,1 4-2 15,-1-3 3-15,-2 3 2 0,2-2 0 16,0 1 2-16,-1 2 3 0,1 1 0 0,-4 0 3 15,-1 1 0-15,0 1-3 0,-4 6 5 0,0-3 0 16,-3 3 3-16,5 0-2 0,-4-1 0 0,1 1 1 16,-3 4 6-16,0-1-4 0,2-1 2 0,-2 3 4 15,-3 1-3-15,0-2 2 0,-1 4 1 0,2 0-4 16,-1-4-2-16,-5 10 3 0,9-9 3 0,-5 4-3 16,-4 5 0-16,6-7 2 0,-6 7 1 0,0 0 4 15,6-8-3-15,-6 8-1 0,0 0 2 0,5-7 9 16,-5 7-7-16,0 0 0 0,0 0-1 0,0 0-3 15,6-7 3-15,-6 7 5 0,0 0-9 0,0 0-3 16,0 0 1-16,0 0-1 0,0 0-1 0,0 0-1 16,0 0 1-16,0 0-2 0,0 0 5 0,0 0 0 15,14 14-1-15,-14-14-5 0,5 10 5 0,-5-10-1 16,7 10-1-16,-4-3-2 0,1 2 6 16,0-1-3-16,0 2 4 0,0 1-2 0,1 4-4 0,1 1 3 15,1-4-1-15,-2 3 2 0,-1 2 2 0,1-2 1 16,0 2-2-16,0 1 2 0,1-1 0 0,1 5 3 15,-1 3 7-15,1 2-2 0,1-4 0 0,-3 2 1 16,2 1 2-16,1-3-4 0,-1 3 3 0,0-7-3 16,0 0 2-16,1 0-2 0,-2-2-1 15,7 10-2-15,-3-3 12 0,2 1 5 0,1 0 0 16,-2 0-1-16,4 0 4 0,-2 0-3 0,-4-7 3 16,5 4 0-16,-3-1-5 0,-4-3 1 0,5-1-1 15,-3-3-4-15,-2 0 2 0,2-1-7 0,-2-3 1 16,-2-1 1-16,1 0 0 0,-6-9-2 0,9 14-2 15,-5-7 8-15,-4-7-11 0,5 10 1 0,-5-10 0 16,0 0 0-16,8 10-5 0,-8-10 0 0,0 0 2 16,0 0 2-16,6 5-8 0,-6-5-16 0,0 0-17 15,0 0-28-15,0 0-21 0,0 0-54 0,0 0-83 16,0 0-75-16,0 0-150 0,0 0-479 0,0 0 213 16</inkml:trace>
  <inkml:trace contextRef="#ctx0" brushRef="#br0" timeOffset="142474.94">5353 5067 59 0,'4'-7'92'0,"-4"7"-17"0,4-7-6 0,-4 7-8 15,4-5-4-15,-4 5 1 0,2-6-6 0,-2 6 4 0,0 0-6 16,0 0 2-16,8-5 1 0,-8 5 2 16,0 0 0-16,0 0 3 0,0 0-3 0,0 0 12 15,4-6-11-15,-4 6 1 0,0 0-3 0,0 0 2 16,0 0-2-16,0 0 6 0,0 0-5 0,0 0-2 15,0 0-2-15,0 0-3 0,0 0 3 0,0 0-6 16,0 0 1-16,-2-10-7 0,2 10-6 0,0 0-1 0,0 0-3 16,0 0-3-16,0 0-1 0,0 0-4 15,0 0-1-15,0 0-1 0,0 0-2 0,0 0-8 16,0 0 1-16,0 0-5 0,0 0-4 0,0 0 4 16,0 0-2-16,0 0-3 0,0 0 3 0,0 0 0 15,13 15 0-15,-8-10-2 0,-1 0 0 0,1 2 5 16,3 1-4-16,-2 0 3 0,-1-3-6 0,3 2 6 15,0 1-5-15,-2-1 6 0,0 2 3 0,0-1-1 16,0-1 3-16,0 0 4 0,3 0-2 0,-4-2 3 16,1 1-3-16,-1 2 3 0,1-4 4 0,-4 2-1 15,4-3-3-15,-6-3 0 0,9 9-2 0,-4-5 2 16,-1 0 1-16,-4-4-7 0,7 6 6 0,-7-6-2 16,5 4 6-16,-5-4 0 0,4 4 0 0,-4-4-1 15,0 0 0-15,7 2 1 0,-7-2 1 0,0 0-1 16,0 0 2-16,5 3 1 0,-5-3 1 0,0 0-1 15,0 0 1-15,0 0-3 0,0 0 1 0,0 0-2 16,0 0 2-16,0 0-4 0,0 0-1 0,0 0-2 16,6 4 7-16,-6-4-6 0,0 0-3 0,0 0-1 15,0 0 1-15,0 0 7 0,0 0-5 0,0 0-1 16,0 0 1-16,0 0-1 0,0 0 1 0,5-11-2 16,-5 11-2-16,5-10-1 0,-2 5-1 0,-1-1-1 15,-2 6 1-15,6-10-1 0,-4 5-5 0,2-1 2 16,1-4 2-16,-2 1-1 0,0 0-1 0,3-1-2 15,-3 0 1-15,4-3-2 0,-2-1 0 0,2-1-2 16,1-1 2-16,0 0 0 0,7-8-2 0,-1-1-7 16,0 0-4-16,2 3-3 0,3-3 8 0,-5 0-2 15,5 1 0-15,-1 0 4 0,1 1-4 0,0-2-6 16,-1 5 8-16,-1-2-2 0,-2 0 1 0,-3 8 0 16,-1-2 2-16,1-1-2 0,0 3 3 0,-3 0-1 15,2-1 1-15,-3 1 2 0,-1 4 0 0,-1 1-2 16,1-1 3-16,-3 3-2 0,2-1 1 0,-1 0 0 15,-1 0 0-15,-2 2-1 0,-2 6 2 0,7-9 0 16,-6 2-1-16,-1 7 0 0,3-9 4 0,-1 4-5 16,-2 5 3-16,7-6-3 0,-7 6 6 0,1-9-3 15,-1 9 0-15,2-5-3 0,-2 5 4 0,0 0 3 16,4-9-6-16,-4 9 1 0,0 0 1 0,0 0-2 16,0 0 2-16,3-5-3 0,-3 5 0 0,0 0 1 15,0 0 4-15,4-5-5 0,-4 5 9 0,0 0-6 16,0 0-1-16,0 0 1 0,1-9 1 0,-1 9-1 15,0 0 3-15,0 0-2 0,3-7 2 0,-3 7-2 16,0 0 4-16,0 0-1 0,2-6-3 0,-2 6 6 16,0 0-2-16,0 0-3 0,0 0 0 0,0 0-1 15,0 0 3-15,0 0-8 0,0 0 5 0,0 0 0 16,5-5 1-16,-5 5 4 0,0 0-7 0,0 0 1 16,0 0-2-16,0 0 2 0,0 0 3 0,0 0 0 15,0 0-1-15,0 0 7 0,0 0-4 0,0 0 3 16,0 0-2-16,0 0-2 0,0 0 1 15,0 0-3-15,0 0 2 0,3-9-1 0,-3 9 2 0,0 0-2 16,1-8-3-16,-1 8 3 0,1-8 0 0,2 2-2 16,-3 6 5-16,5-14-5 0,-1 2 0 0,1 3 26 15,-1-2 1-15,0 2-6 0,1-3 1 0,-2 2-5 16,3 0 1-16,-3 2-4 0,1-2 1 0,0 2 1 16,-1-1-6-16,2 0 3 0,-4 3 1 15,-1 6-4-15,4-11 4 0,-2 5-5 0,-2 6 1 16,3-8-2-16,0 3-1 0,-3 5-2 0,2-6 0 0,-2 6 2 15,3-6-1-15,-3 6-3 0,0 0 2 0,2-6-6 16,-2 6 1-16,0 0 0 0,0 0 2 0,0 0-3 16,0 0-1-16,0 0 0 0,0 0-1 0,0 0 1 15,0 0-3-15,0 0-2 0,0 0 7 0,0 0-3 16,0 0 2-16,0 0-4 0,0 0 1 16,0 0-6-16,3-6 10 0,-3 6-6 0,0 0-1 0,0 0 2 15,0 0 1-15,0 0-4 0,0 0 6 0,0 0-3 16,5 22 2-16,-4-15-3 0,2 1 3 0,-2 0 0 15,0 3 4-15,-1 0-2 0,1 1 3 16,2 0-3-16,0 5 0 0,-1-1 3 0,2 0 0 0,0 2-1 16,0 1 6-16,0-2-5 0,2 2 3 15,-1 0-1-15,0 5 0 0,0 0 0 0,1-4 3 16,-3-1-3-16,2 5 0 0,2-7 0 0,2 7-2 0,-4 1 1 16,4-1 2-16,-2-5 4 0,1 4-3 0,0-4 1 15,1 5-2-15,0 0 3 0,-2-7-1 16,-1 2-1-16,2 0 0 0,-1 0-4 0,-3-2 5 15,7 6 4-15,-2-6 3 0,-1 1 2 0,-1 0-1 16,1-1-4-16,0-1 1 0,-3 0 0 0,1 1-4 16,-1-2 2-16,1-4-2 0,-1 1-9 0,0-2 12 15,-2 0-2-15,0 1 1 0,0-4-18 0,0 1 18 0,1 3-4 16,0-3 0-16,-4-8-3 0,5 12 6 16,-5-12-5-16,7 11-2 0,-5-5 1 0,-2-6 2 15,4 9-7-15,-4-9 9 0,0 0-5 0,4 10 1 16,-4-10 0-16,0 0 0 0,2 7-2 0,-2-7 3 15,0 0-4-15,0 0 5 0,0 0-3 0,0 0-1 16,0 0 1-16,0 0-1 0,6 8 7 0,-6-8-7 0,0 0-4 16,0 0 1-16,0 0 1 0,0 0 4 15,0 0-3-15,0 0 4 0,0 0-3 0,0 0-2 16,0 0-5-16,0 0 5 0,0 0 4 0,0 0-3 16,0 0 1-16,0 0 2 0,0 0-4 0,0 0 0 15,0 0-3-15,0 0 5 0,0 0-1 0,0 0 2 16,0 0-6-16,0 0 6 0,2 8-5 0,-2-8 2 15,0 0-2-15,0 0 2 0,0 0-2 0,0 0 4 16,0 0 2-16,0 0-4 0,5 7-2 0,-5-7 4 16,0 0-1-16,0 0-2 0,5 8-5 0,-5-8 4 15,0 0 1-15,0 0 2 0,0 0 0 0,7 5 0 16,-7-5 0-16,0 0 2 0,0 0-1 0,0 0 3 16,0 0 2-16,0 0-1 0,0 0 2 0,0 0 11 15,0 0-15-15,0 0 0 0,19-15-1 0,-12 6 7 16,0 1-6-16,1-2-9 0,-1 2 16 0,1-3-3 15,2-2-7-15,0 0 1 0,2-3 0 0,-2 1 1 16,0-3-5-16,3-5 7 0,-3 7-7 0,7-9-1 16,-6 0 4-16,7 1 3 0,-4-1-2 0,2-1-2 15,-1 2 1-15,2-1 1 0,-2 2-4 0,2-1 1 16,-3 0 3-16,1 4-2 0,-1-1-3 0,-4 5 5 16,2-1-1-16,-3 0-3 0,0-2 3 15,2 4 2-15,-1 1-14 0,-3 4 13 0,3-7 0 0,-5-1-3 16,3 3 0-16,1 2 2 0,0-2-5 0,0 2 3 15,-4 1-9-15,1 1 13 0,-1-1-15 0,3 4 16 16,-3-2-5-16,0 1 4 0,0 2-3 0,0-3 0 16,2 0 1-16,-3 5 3 0,-1-2-1 0,1-1-2 15,0 2-1-15,-1 2 0 0,-3 4 0 0,5-12 0 16,-3 9 1-16,-2 3-3 0,7-8 2 16,-7 8 1-16,3-8 7 0,-3 8-11 0,2-5 1 0,-2 5 0 15,5-6 4-15,-5 6-2 0,5-7-3 0,-5 7 0 16,5-7 3-16,-5 7-2 0,4-7 2 0,-4 7-1 15,4-5-1-15,-4 5 4 0,5-7-5 0,-5 7 4 16,2-6-1-16,-2 6 2 0,0 0-6 16,4-5 3-16,-4 5-1 0,0 0 1 0,0 0 2 15,0 0-3-15,0 0 0 0,0 0-2 0,0 0 3 16,0 0 1-16,4-6-3 0,-4 6-2 0,0 0 1 0,0 0 4 16,0 0-3-16,0 0 4 0,0 0-3 15,0 0 4-15,0 0 0 0,0 0-2 0,0 0-2 16,0 0 5-16,0 0 0 0,0 0-1 0,0 0-3 15,0 0 4-15,0 0-5 0,0 0 4 0,0 0-2 16,5-5 1-16,-5 5-3 0,0 0 4 0,0 0-14 16,0 0 17-16,3-7-4 0,-3 7-2 0,0 0 2 0,0 0 5 15,0 0-3-15,0 0-1 0,5-7-2 0,-5 7-1 16,0 0 3-16,5-5 3 0,-5 5 0 16,4-6-1-16,-4 6 0 0,4-7 1 0,-4 7 4 15,2-7-6-15,-2 7 2 0,2-8-2 0,-2 8-4 16,2-6 11-16,-2 6-12 0,0 0 6 0,3-8-4 15,-3 8 1-15,0 0 1 0,0 0 0 0,0 0-1 0,2-8-4 16,-2 8 6-16,0 0 2 0,0 0-2 0,0 0 3 16,0 0-5-16,2-10 0 0,-2 10-1 15,1-5 0-15,-1 5 6 0,0 0-4 0,4-8 1 16,-4 8-1-16,2-7-2 0,-2 7 3 0,0 0 0 16,0 0 0-16,3-6-2 0,-3 6 1 0,0 0-1 15,0 0 1-15,0 0-2 0,0 0 1 0,0 0-2 16,0 0 1-16,0 0-4 0,0 0-4 0,0 0 0 15,0 0-3-15,0 0-12 0,0 0 17 0,0 0-1 16,0 0 5-16,7 17-2 0,-5-8-3 0,-2 3 7 16,0 3-4-16,2 0 3 0,1 3-2 0,1 8 0 15,-2 0 0-15,1 4 3 0,-1 0-1 0,3 3-1 16,0 13 9-16,-2 1 0 0,2-1 1 0,0-10-8 16,1 9 6-16,1-10-11 0,1 10 17 0,1 2-7 15,-3-13 2-15,8 11-2 0,-7-14 6 0,-1-1-10 16,2 0 4-16,2-1-6 0,-1-4-29 0,4 1-31 15,-5-2-36-15,0-8-50 0,0 2-64 0,2 2-67 16,-2-5-215-16,-1 0-532 0,1-1 236 0</inkml:trace>
  <inkml:trace contextRef="#ctx0" brushRef="#br0" timeOffset="145354.74">7292 5174 106 0,'9'0'164'0,"-9"0"-8"0,0 0-3 16,0 0-5-16,0 0-7 0,0 0-6 0,0 0-8 16,0 0-4-16,0 0-11 0,0 0-7 0,0 0-10 15,0 0-10-15,0 0-6 0,0 0-5 0,0 0-6 0,2-8-2 16,-2 8-8-16,0 0-3 0,3-9-5 15,-1 5-7-15,-2 4 3 0,2-10-3 0,3 5-2 16,-1-4-5-16,2 1-6 0,0-2-1 0,1 0 2 16,4-3-7-16,1-2-2 0,1 1 2 0,1 0-5 15,1-10-3-15,3 5 2 0,2-2-3 0,0-1-3 16,-3 1-2-16,0-2-2 0,2-1 2 0,3-1-2 16,-4 2-6-16,2 0 9 0,-3-2-5 0,2 2-2 15,-2-2-1-15,-3 2 2 0,1 0-3 0,0 1-2 16,1 0 0-16,-4 2 2 0,3-2 0 0,-5 4-3 15,-1 0 1-15,0 2 2 0,-1 0-2 0,0 0 5 0,0 2-3 16,0-5-1-16,0 4 0 0,-1 1 5 16,1-2-6-16,-4 5 3 0,-1 0-1 0,1 1 2 15,0 1-3-15,-2-1 2 0,2 3-1 0,-4 7 2 16,3-10-3-16,-3 10 1 0,2-7 1 0,-2 7-5 16,4-4 0-16,-4 4 26 0,0 0-6 0,3-6 1 15,-3 6-4-15,0 0-1 0,0 0-6 0,0 0 2 16,0 0-4-16,0 0 0 0,0 0-1 0,13 15 1 15,-12-9-3-15,1 0 4 0,1 4-1 0,0-1 2 16,-1 2-3-16,1 1 2 0,1 4-1 0,-2 1-1 16,-1 2 1-16,6 10 3 0,-4-1-2 0,3 0 3 15,-2 2-3-15,2 0 0 0,-1 0 1 0,4 4 6 16,-4-1-6-16,0-3 1 0,2 0-1 0,3 0-4 16,0-1 1-16,-1-2 4 0,0-2-5 0,2-2-1 15,0 1 4-15,-2-7-2 0,2 0 2 0,-3 0-1 16,1-2-1-16,1 3-3 0,0-3 1 0,-2-2 0 15,2 1-1-15,0 0 1 0,-5-3 1 0,2-3-2 16,-2 1 2-16,1-1 1 0,-2-2-2 0,0 2 2 16,1-2-2-16,-1-2 2 0,0 0-6 0,-2 2 5 15,-2-6-4-15,7 7 5 0,-7-7-3 0,5 2 2 16,-5-2-1-16,0 0 1 0,4 6-4 0,-4-6 7 16,0 0-3-16,0 0 0 0,3 4-1 0,-3-4 3 15,0 0 0-15,0 0 0 0,0 0 2 0,0 0-1 16,0 0 0-16,0 0 4 0,0 0 1 0,0 0-4 15,0 0 3-15,0 0-6 0,0 0 3 0,0 0 1 16,0 0-3-16,0 0 6 0,4-19-5 0,-2 13 1 16,0-1-5-16,2-3 3 0,1 1-2 0,3-7 2 15,-2 6-1-15,4-6-4 0,2 1 3 0,-2-2 0 16,0-7-1-16,4 2-1 0,0 0 2 0,-1-3 0 16,-3 3-9-16,2-3 5 0,2-3-3 0,-2 4 4 15,-1-3-3-15,-1 2 1 0,1-2-2 0,0-2 3 16,2 4-1-16,-2-2 2 0,2 2-5 0,-3-2 1 15,0 1 4-15,-2 8-2 0,0-5-1 0,2 0 1 16,3-2-1-16,-4 8-1 0,-3-2-1 0,6 3 3 16,-6 0-4-16,0 0 4 0,1 6-3 0,-2-1 1 15,1 3 0-15,-1-2 1 0,1 0-2 0,-3 5 2 16,0 0 2-16,0-1-4 0,-3 6 1 0,5-8 1 16,-5 8 1-16,5-6 0 0,-5 6-2 15,3-7 1-15,-3 7 1 0,0 0-3 0,7-5 2 0,-7 5 1 16,2-4-5-16,-2 4 8 0,0 0-6 0,8-4 4 15,-8 4-2-15,9-4 1 0,-9 4-1 0,6-4 4 16,-6 4-4-16,8-1 2 0,-8 1-2 0,0 0 5 16,8-2-5-16,-8 2 0 0,0 0 1 0,0 0-2 15,0 0 1-15,9-2 0 0,-9 2 3 16,0 0-5-16,0 0 2 0,0 0 0 0,0 0-1 0,0 0-2 16,0 0-1-16,0 0 0 0,0 0-1 0,9 5 0 15,-9-5 4-15,4 9 0 0,-3-2 1 0,0 0 2 16,4 3-3-16,-1 1 1 0,2 0-2 0,1 5 2 15,-1 1 2-15,1 2 3 0,0-2 3 0,2 8 6 16,-1 1-2-16,-3 3 4 0,1 2-5 0,2-1 6 16,0 1-8-16,-1 0 3 0,1 1 1 0,1 0-2 15,-1 1-2-15,-1-2 4 0,1-1-2 0,1 1 1 16,-4-2-1-16,4 1-1 0,-1-5 1 0,1 0 2 16,0 0-2-16,-2 0-1 0,0-6 0 0,4 5 3 15,-2-7-4-15,-1 0 3 0,1-1-1 16,0 0-12-16,0-1-17 0,-3 0-9 0,3 0-18 15,-3-5-14-15,2 4-34 0,-3-4-29 0,3-1-37 0,-2 1-39 16,1-1-45-16,-5 0-146 0,-2-9-423 0,5 16 187 16</inkml:trace>
  <inkml:trace contextRef="#ctx0" brushRef="#br0" timeOffset="147320.65">1034 5174 46 0,'0'0'58'0,"0"0"-3"15,0 0 2-15,0 0-6 0,0 0-5 0,0 0 1 16,0 0-13-16,0 0 3 0,0 0-1 0,0 0-3 16,0 0 1-16,3 17 0 0,-3-17-9 0,3 11 3 15,-3-11 12-15,1 16-6 0,1-7 5 0,2 6 12 16,-1 0-9-16,-1 5-1 0,4-1-1 15,-4 0 0-15,2 7 0 0,0-1-5 0,0 1-3 16,1 1-1-16,-1-1 0 0,0 1 6 0,-1-2-3 16,4-1-12-16,-5 4-1 0,3-3 2 0,-1 1 1 15,0 1-4-15,-4-3-1 0,4 2 1 0,-1 2-6 16,-3-1 2-16,2 1-2 0,0 1-3 0,0 0 0 16,-2-1 5-16,4 1-5 0,-3 0 7 0,-1-4 1 15,1 1-11-15,-1 0 0 0,0-1 6 0,2-6-7 16,-2-1 0-16,2 2 5 0,-2-3-1 0,0-1-5 15,4 1 2-15,-6-2-4 0,2-3 6 0,2 2-3 16,-2-2 0-16,0-2-6 0,0 2 4 0,2-1 1 16,0 0-1-16,-2-11-3 0,1 19 6 0,-1-12-8 15,1 3 4-15,-1-10-4 0,3 11 5 0,-3-1-4 16,0-10 3-16,4 12-5 0,-2-2 4 16,-2-10 2-16,5 13 3 0,-2-4-5 0,2-1-3 0,1 0 10 15,0 0-2-15,4 0-6 0,-1 0 7 0,6 1 4 16,1 1 13-16,3-3 8 0,9 2 8 0,1-2 19 15,4-1-4-15,2-3-1 0,1 1-10 0,2 0 1 16,14 0-7-16,-3-2-3 0,5 0-1 0,-2-1-9 16,3 1 5-16,1-2-4 0,1 0 1 0,5 0-1 15,2 3 0-15,2-3 0 0,24 3-5 16,-27-3 1-16,2 0-6 0,27 1 2 0,-28-1 0 16,26-3 0-16,-23-1-1 0,22 1 0 0,-27 0-1 15,1 1-2-15,0-3 3 0,-2-1-1 0,-4 3 0 0,-1-1-2 16,-6-2-2-16,2 1-1 0,-17 1-1 0,0-1-2 15,-1-2 2-15,-1 3 0 0,-2 0-5 0,-3-1 3 16,-7 1-4-16,-1 0 3 0,0 1 0 16,-2-3-1-16,1 2-4 0,-5-1 5 0,-2 3-4 15,-12 2 1-15,21-5 2 0,-21 5-5 0,14-3-2 16,-14 3 3-16,11-4-2 0,-11 4-1 0,0 0-8 16,14-1-12-16,-14 1-11 0,0 0-16 0,0 0-22 15,0 0-20-15,0 0-30 0,0 0-26 0,0 0-32 16,0 0-13-16,0 0-130 0,0 0-343 0,0 0 152 0</inkml:trace>
  <inkml:trace contextRef="#ctx0" brushRef="#br0" timeOffset="147713.15">3318 5948 143 0,'-6'-12'208'0,"6"12"-9"15,0 0-16-15,-5-11-13 0,5 11-15 0,0 0-17 0,0 0-17 16,0 0-14-16,0 0-11 0,0 0-4 15,0 0-11-15,0 0-11 0,0 0-1 0,23 54 2 16,-18-27-1-16,0 4 1 0,1 2-1 0,-2 1-12 16,3 12 6-16,-5-1-3 0,1-9-3 0,-2 9-3 15,-1-11-2-15,2 1-4 0,-2-1-2 0,-2 2-4 16,2-2-5-16,-1-4-1 0,0 2-5 0,1-5-1 16,0-1-4-16,-2-1 0 0,1-8-1 0,-1 2 0 15,0-1-10-15,1-6-19 0,1-12-18 0,-1 23-30 16,1-23-27-16,-2 21-24 0,2-21-39 0,-1 15-28 15,1-15-32-15,0 0-149 0,0 0-378 0,0 0 167 16</inkml:trace>
  <inkml:trace contextRef="#ctx0" brushRef="#br0" timeOffset="148085.76">3713 5778 61 0,'5'-15'122'0,"-2"2"1"0,1 1-2 16,-2 1 0-16,1-1 9 0,-2 5 0 0,-1 0-1 15,0 7 0-15,4-12-12 0,-3 6-11 0,-1 6-9 16,0 0-14-16,2-9-12 0,-2 9-5 0,0 0-2 15,0 0 3-15,0 32 5 0,-2-13-1 16,1 9 5-16,2 4-5 0,-3 2 6 0,2 13-12 16,0-1-2-16,0-11-5 0,5 15 0 0,0 3 1 0,-1-3-1 15,0 4-3-15,1-7-8 0,-1 2 4 0,0 0-4 16,-1-1-2-16,-3 1-5 0,0-14 0 0,0 12-3 16,0-12-4-16,3 0-1 0,-3 10-2 15,0-11-4-15,0 2-1 0,-4-3-7 0,3 2-28 16,0-1-22-16,1 3-36 0,-3-4-43 0,-2-4-44 15,1 2-53-15,-1-2-194 0,-4-3-434 0,5 1 192 0</inkml:trace>
  <inkml:trace contextRef="#ctx0" brushRef="#br0" timeOffset="148660.77">3857 6335 105 0,'0'0'110'0,"-8"0"-8"0,8 0-5 16,0 0-13-16,0 0 3 0,0 0 9 0,0 0-3 15,0 0 16-15,19 12-1 0,-4-5-6 0,12-2-2 16,5 0-10-16,4-1-5 0,18 2-6 0,-3 0-9 16,0-2-3-16,0-5-5 0,4 4-10 0,-3-2-5 15,7 1 3-15,4 0-1 0,1-2-7 0,28 0 2 16,-31 0-3-16,32 0 2 0,-3-2-3 0,1-2-3 15,1 3-5-15,3-4-2 0,5 1 0 0,1 1-2 16,1-2-3-16,-2 1 0 0,9 2 0 0,-3 1-1 16,2-5 2-16,7 2-6 0,3 1 0 0,-2 1-1 15,4 0-1-15,-1 0 1 0,6-7-2 0,-4 4 9 16,5 2-8-16,-7 0 0 0,5-3 4 0,-5 2-1 16,6-1-5-16,-5 0 2 0,-5 0-5 0,5-2 4 15,3 6-3-15,-4-6 0 0,-4 2-1 0,-3 2-3 16,1 0 6-16,-10 0-4 0,-1 0-2 0,-6-2 5 15,-2 3-7-15,-29 2-4 0,0-3 0 0,3-1 3 16,-4 2-4-16,-2 0 8 0,-4 2-4 0,-23-1-6 16,0-1 2-16,-4 0-15 0,-3 2-15 0,-10-1-12 15,1-1-8-15,-8 2-6 0,0 0-13 0,-11 0-12 16,12-4-35-16,-12 4-38 0,8-3-35 0,-8 3-147 16,0 0-361-16,0 0 159 0</inkml:trace>
  <inkml:trace contextRef="#ctx0" brushRef="#br0" timeOffset="149469.41">9012 5118 46 0,'-1'-10'134'0,"1"10"-9"16,0 0-8-16,-4-8-7 0,4 8-9 0,0 0-11 15,-9-5-5-15,9 5-9 0,0 0-11 0,-8-3 0 16,8 3-1-16,0 0-13 0,0 0-5 0,0 0-3 16,0 0-6-16,0 0 6 0,0 0 7 0,0 0 12 15,-6 16 2-15,6-16-10 0,4 19 2 0,-3-3 0 16,3 4 3-16,-2 4-1 0,1 4 2 0,-3 3-3 16,1 0 1-16,-2 6 0 0,0 9-1 0,-4 0-1 15,2-10-5-15,-2 9-5 0,2-9 0 0,-3-2 2 16,1 14-6-16,1 0-3 0,4-2-2 0,-1-1-3 15,2-9 6-15,-4-1-4 0,3 1-7 0,-1-1-4 16,0 0 0-16,1 1-1 0,1-2-1 0,-3 0-1 0,0 2 4 16,2-5-5-16,-1 0 1 0,1 0-2 15,-1-4-3-15,-1-1 10 0,1-1-11 0,0-6 0 16,-2 0 1-16,2-3-4 0,-1 0 2 0,0 0 6 16,6-3 0-16,-6-1-8 0,2-2 1 0,0 0-5 15,-2 0 0-15,2 0-1 0,-1-4 1 0,1-6 0 0,-1 13-4 16,1-13 1-16,-1 11 8 0,1-11-11 15,-2 8 2-15,2-8-4 0,-1 7 4 0,1-7 0 16,0 0-2-16,0 0 0 0,0 10-2 0,0-10 1 16,0 0 1-16,0 0-3 0,0 0 3 0,0 0 2 15,-1 8-1-15,1-8-4 0,0 0 4 0,0 0-4 16,0 0 1-16,0 0-7 0,0 0-3 0,0 0 1 16,0 0 0-16,0 0-1 0,0 0 0 0,0 0 0 15,0 0-3-15,0 0 3 0,-17-12 0 0,17 12-4 16,-11-5-12-16,3 5-10 0,-3-2-10 0,-4 2-21 15,-5 2-37-15,-11 0-46 0,-3 1-68 0,-21 1-171 16,1-1-420-16,-5 0 186 0</inkml:trace>
  <inkml:trace contextRef="#ctx0" brushRef="#br0" timeOffset="150176.4">2856 6961 169 0,'0'0'177'0,"0"0"-8"0,-10 0-12 16,10 0-10-16,0 0-9 0,0 0-11 0,0 0-11 15,0 0-9-15,0 0-12 0,0 0-9 0,0 0-11 16,0 0-5-16,0 0-12 0,0 0-13 0,0 0-23 16,33 0-27-16,-14-1-41 0,3 0-56 0,6-2-53 15,-8 2-87-15,14-3-262 0,-6-1 116 0</inkml:trace>
  <inkml:trace contextRef="#ctx0" brushRef="#br0" timeOffset="150512.54">4060 6831 39 0,'0'0'201'0,"0"0"-6"15,0 0-7-15,0 0-12 0,0 0-12 0,0 0-12 16,0 0-4-16,0 0-6 0,0 0-13 0,0 0-13 0,30-4-8 15,-17 2-11-15,4 2 6 0,2-3-9 16,1 3-20-16,2-2-28 0,-3 4-19 0,0-5-32 16,1 1-27-16,-8 2-32 0,4 0-35 0,-3-2-24 15,-3 2-23-15,-1 0-23 0,-9 0-92 0,11 0-281 16,-6-2 124-16</inkml:trace>
  <inkml:trace contextRef="#ctx0" brushRef="#br0" timeOffset="150695.07">4186 6708 78 0,'0'0'197'15,"0"0"-12"-15,-5-4-18 0,5 4-15 0,0 0-15 16,0 0-16-16,0 0-12 0,0 0-10 0,0 0-8 16,0 0-10-16,0 17-5 0,0-17-9 0,1 18-7 15,-1-7-39-15,0 2-40 0,0-5-51 0,0 8-41 16,-6-1-130-16,0-2-259 0,-3 0 115 0</inkml:trace>
  <inkml:trace contextRef="#ctx0" brushRef="#br0" timeOffset="151110.11">2998 6997 67 0,'6'-11'239'0,"-3"2"-8"16,-2 2-10-16,1 1-12 0,-2 6-22 0,6-8-21 16,-6 8-19-16,3-3-15 0,-3 3-15 0,0 0-9 15,8 16-1-15,-4 0-17 0,0 4-11 0,-2 6-1 16,1 0-12-16,1 3-5 0,-2-1-3 0,0 3-3 15,0-3-6-15,-1-1-8 0,2-2-35 0,-2 2-33 16,2-8-46-16,-1-4-52 0,1 1-45 0,1-4-184 16,-6 1-382-16,2-4 169 0</inkml:trace>
  <inkml:trace contextRef="#ctx0" brushRef="#br0" timeOffset="151352.47">3197 7014 105 0,'0'0'99'0,"0"0"-8"0,0 0-9 0,0 0-6 16,0 0-6-16,0 0-16 0,0 0 8 0,0 0-2 15,0 0-5-15,0 0-16 0,0 0 1 0,0 0-3 16,0 0-7-16,0 0 1 0,0 0 0 0,0 0-17 15,0 0-25-15,0 0-33 0,0 0-33 0,0 0-64 16,0 0-153-16,0 0 68 0</inkml:trace>
  <inkml:trace contextRef="#ctx0" brushRef="#br0" timeOffset="151691.47">3302 7025 95 0,'-4'-10'181'0,"3"7"-3"0,1 3 0 15,-5-6 2-15,5 6-12 0,0 0-5 0,-3-9-23 16,3 9-16-16,0 0-14 0,0 0-11 0,0 0-10 0,0 0-6 16,0 0-4-16,0 0 4 0,4 27-6 0,-2-13 1 15,-2 4-6-15,2-1-5 0,-1 2-8 0,-1-2-4 16,3 1-4-16,-2 0-1 0,2-2-6 16,0 2-2-16,-3-2-11 0,2-1-22 0,-2-2-22 15,-2 2-29-15,6-3-39 0,-6-2-50 0,2-3-39 0,0 2-188 16,0-9-389-16,0 0 172 0</inkml:trace>
  <inkml:trace contextRef="#ctx0" brushRef="#br0" timeOffset="151939.37">3390 7183 36 0,'0'0'198'0,"0"0"-15"0,0 0-3 0,15 3-7 16,-15-3-8-16,7 4-5 0,-7-4-11 0,10 3-5 15,-4-3-4-15,3 2-10 0,-9-2-6 0,14-2-4 16,-3 2-6-16,0-3-10 0,-1 0-6 0,-3 2-6 16,2-1-3-16,-9 2-11 0,10-4-7 0,-5 2-5 0,-5 2 0 15,6-8-12-15,-3 5-5 0,-3 3-5 0,0-13-13 16,0 13-20-16,-5-11-23 0,5 11-18 16,-10-5-25-16,3 1-26 0,0 1-23 0,-1 1-24 15,8 2-32-15,-14-2-17 0,5 3-22 0,9-1-122 16,-13 3-347-16,13-3 153 0</inkml:trace>
  <inkml:trace contextRef="#ctx0" brushRef="#br0" timeOffset="152181.64">3598 7083 160 0,'0'0'180'0,"9"-4"-11"16,-9 4-11-16,11 0 0 0,-11 0-5 0,11 7-9 15,-5-4-5-15,1 1-16 0,-1 2-9 0,2 1-9 16,0-1-11-16,-1 1-4 0,1 2-13 0,-1-2-10 15,-1-2-4-15,1 2-7 0,-3-1 0 0,1 0-11 16,2-2 0-16,-4 0-8 0,3-1 4 0,-6-3-8 16,6 4 1-16,-6-4-5 0,0 0 2 0,14-10-8 15,-9 3 2-15,2 0-1 0,-2-3-1 0,1-2-1 16,-2-3 0-16,2-1-6 0,-2 1-1 0,1-2-7 16,-1 2-22-16,-1 3-23 0,-1 1-34 0,1-1-47 15,-3 12-48-15,-4-13-197 0,4 13-392 0,-12-5 174 16</inkml:trace>
  <inkml:trace contextRef="#ctx0" brushRef="#br0" timeOffset="153441.57">1104 5223 62 0,'0'0'132'0,"0"0"-15"0,0 0-2 15,0 0-18-15,0 0-8 0,0 0-6 0,0 0-9 16,0 0-13-16,0 0-2 0,0 0 1 16,0 0-19-16,0 0-13 0,0 0-23 0,0 0-26 15,0 0-19-15,0 0-10 0,0 0-22 0,0 0-68 16,0 0-152-16,0 0 67 0</inkml:trace>
  <inkml:trace contextRef="#ctx0" brushRef="#br0" timeOffset="153962.31">2138 5191 29 0,'0'0'115'0,"0"0"-6"16,0 0-4-16,0 0-7 0,0 0 0 0,0 0-8 0,0 0-17 15,0 0-4-15,0 0-8 0,0 0-5 0,0 0-19 16,0 0-24-16,0 0-28 0,0 0-31 0,0 0-30 15,0 0-60-15,0 0-148 0,0 0 66 0</inkml:trace>
  <inkml:trace contextRef="#ctx0" brushRef="#br0" timeOffset="154561.07">1453 5314 123 0,'0'0'152'0,"0"0"-10"0,0 0 1 16,0 0-8-16,0 0-8 0,0 0-9 0,0 0-5 16,0 0-14-16,-4-12-11 0,4 12-2 0,0 0-14 15,0 0-8-15,0 0-5 0,0 0-8 0,0 0-7 16,0 0-4-16,0 0 0 0,0 0-5 0,0 0-6 16,0 0-4-16,0 0-6 0,0 0 7 0,0 0-1 15,0 0-3-15,0 34-3 0,0-34-1 0,1 17 2 16,-1-7-1-16,0-10 0 0,1 13-6 0,-1-13 0 15,-2 16 2-15,2-7 2 0,-2-3-2 0,2-6 0 16,0 12 0-16,-2-6-6 0,2-6 0 0,0 11 1 16,0-11-4-16,0 0 2 0,2 10-2 0,-2-10 2 15,-2 7-1-15,2-7-3 0,0 0 3 0,0 10-2 16,0-10 3-16,0 0-8 0,-2 6 8 0,2-6-5 16,0 0-14-16,0 0-24 0,0 0-24 0,0 0-29 15,0 0-31-15,0 0-31 0,0 0-136 0,0 0-308 16,0 0 136-16</inkml:trace>
  <inkml:trace contextRef="#ctx0" brushRef="#br0" timeOffset="154987.2">1495 5361 3 0,'0'0'153'16,"0"0"-13"-16,7-5-6 0,-7 5-3 0,0 0-17 0,0 0-13 16,0 0-2-16,13-3-14 0,-13 3-4 15,0 0-2-15,18 11-3 0,-12-6-11 0,1 2-1 16,1 0-12-16,0-1 4 0,1 4-6 0,-3-1-4 16,4 0-4-16,-3 1 0 0,4-1-3 0,-3 4 3 15,0-3-12-15,-2-3 3 0,1 2 2 0,-1-2-6 16,0 0-4-16,-1-1-2 0,-2-2-2 0,3-1-1 15,-3 1-2-15,-3-4-1 0,7 8 0 0,-7-8 8 16,4 4 16-16,-4-4 14 0,0 0 6 0,0 0 0 16,0 0-6-16,0 0-7 0,0 0-5 0,11-13 1 15,-10 5-6-15,3 0-2 0,-2-3-1 0,1-1-3 16,0-1-6-16,1-3 0 0,-3-1-2 0,4 0 1 16,1 0-1-16,1 1-6 0,-2-1-4 0,-1 2-1 15,2 1 0-15,-3 2-6 0,2 0 1 0,-1 3 4 16,0-3-10-16,-2 7-4 0,-1-1-20 0,3-1-16 15,-4 7-21-15,3-7-7 0,-3 7-15 0,0 0-14 16,0 0-19-16,0 0-39 0,0 0-26 16,0 0-145-16,15 19-350 0,-15-19 156 0</inkml:trace>
  <inkml:trace contextRef="#ctx0" brushRef="#br0" timeOffset="155525.68">2173 5214 93 0,'0'0'148'0,"0"0"-13"0,0 0-5 0,0 0-17 16,0 0-17-16,0 0-17 0,0 0-10 15,0 0-21-15,0 0-23 0,0 0-24 0,0 0-32 16,0 0-20-16,0 0-92 0,0 0-154 0,0 0 68 16</inkml:trace>
  <inkml:trace contextRef="#ctx0" brushRef="#br0" timeOffset="155947.61">3482 5141 53 0,'0'0'136'0,"0"0"-5"0,0 0-18 16,0 0-9-16,0 0-11 0,0 0-25 0,0 0-18 15,0 0-30-15,0 0-19 0,0 0-26 0,0 0-18 16,0 0-75-16,0 0-126 0,0 0 56 0</inkml:trace>
  <inkml:trace contextRef="#ctx0" brushRef="#br0" timeOffset="156508.13">2554 5283 14 0,'0'0'156'0,"0"0"-11"0,-5-4-4 16,5 4-15-16,0 0-13 0,0 0-9 0,0 0-14 0,0 0 0 15,0 0-8-15,0 0-1 0,28-2-10 0,-28 2-12 16,14 2-14-16,-9 1 7 0,3 1-2 15,-3 1-5-15,-1-1-8 0,1 0-1 0,-5-4-4 16,7 12-3-16,-7-12 10 0,2 12-12 0,-2-4 1 16,0-8-9-16,-4 15-1 0,0-10-1 0,1 1-1 15,-4 2 1-15,2-3 2 0,0-1-6 0,0 1-1 16,0-1 4-16,5-4 8 0,-9 5-1 0,4-4 13 16,5-1-8-16,0 0 9 0,-9 7 0 0,9-7 1 15,0 0-5-15,0 0 0 0,-4 4-6 0,4-4 0 16,0 0-5-16,0 0-5 0,0 0 1 0,0 0-3 15,0 0-1-15,0 0-2 0,20 2-1 0,-13-1-1 16,-7-1-2-16,16 0-17 0,-5 3-23 0,-1-2-12 16,-10-1-21-16,22 3-22 0,-12 0-30 0,1-2-25 15,-2 0-19-15,0 2-115 0,-2-2-298 0,-7-1 132 16</inkml:trace>
  <inkml:trace contextRef="#ctx0" brushRef="#br0" timeOffset="156871.03">2811 5257 67 0,'0'0'156'0,"0"0"-19"0,0 0-12 16,0 0-5-16,0 0 7 0,12 0-5 0,-12 0 0 16,6 11-6-16,-2-5-6 0,1-1-7 0,1 3-8 15,1 0-7-15,-4-1-6 0,3 5-4 0,-2-3-6 16,-1 0 1-16,3 0-5 0,-1 0-2 0,-2-4-4 15,0 3-4-15,-1-2-5 0,-2-6-8 0,6 8-4 16,-5-3-3-16,-1-5 1 0,4 4-2 16,-4-4 3-16,0 0 4 0,1 7 7 0,-1-7 5 15,0 0 7-15,0 0-4 0,0 0-8 0,0 0-3 0,0 0-4 16,14-12-5-16,-11 5-4 0,0-2-1 0,4-3-2 16,-3 1-6-16,1 0-1 0,0 1-4 0,2-2-2 15,-3 2-3-15,3 0 2 0,-3 0-3 16,-3 4-2-16,2-1 2 0,-1 1-5 0,-2 6-1 15,6-8-6-15,-6 8-7 0,3-7-15 0,-3 7-18 16,2-7-30-16,-2 7-33 0,0 0-27 0,0 0-26 0,0 0-39 16,0 0-44-16,0 0-123 0,0 0-388 0,0 0 172 15</inkml:trace>
  <inkml:trace contextRef="#ctx0" brushRef="#br0" timeOffset="157425.28">3470 5189 166 0,'0'0'172'16,"0"0"-4"-16,0 0-12 0,0 0-13 0,0 0-5 15,0 0-28-15,0 0-6 0,0 0-20 0,0 0-23 16,0 0-34-16,0 0-36 0,0 0-37 16,0 0-32-16,0 0-9 0,0 0-22 0,0 0-58 0,0 0-181 15,15 4 81-15</inkml:trace>
  <inkml:trace contextRef="#ctx0" brushRef="#br0" timeOffset="157734.17">4384 5197 11 0,'0'0'167'0,"0"0"-13"0,0 0-5 15,0 0-14-15,0 0 0 0,0 0-5 0,0 0-22 16,0 0-13-16,0 0-4 0,0 0-15 0,0 0-9 15,-15-10-23-15,15 10-25 0,0 0-33 0,0 0-28 16,0 0-33-16,-20 9-24 0,12-6-94 0,8-3-207 16,-19 7 92-16</inkml:trace>
  <inkml:trace contextRef="#ctx0" brushRef="#br0" timeOffset="158267.19">3669 5324 103 0,'0'0'147'0,"2"-7"-8"15,-2 7-2-15,2-8-11 0,-2 8-10 0,3-7-9 0,-3 7-7 16,3-6-16-16,-3 6-6 0,6-3-10 0,-6 3-9 16,0 0 3-16,8-4-10 0,-8 4-1 0,0 0-7 15,0 0-4-15,13 4-8 0,-13-4 3 0,9 2-9 16,-9-2-3-16,0 0 0 0,10 3-4 15,-10-3-1-15,5 4-1 0,-5-4-5 0,4 4 1 16,-4-4 1-16,0 0-5 0,2 8 4 0,-2-8 0 16,0 0-1-16,0 9-2 0,0-9-5 0,0 0 0 15,0 0 5-15,0 0 7 0,-2 11-12 0,2-11 6 0,0 0-18 16,0 0 11-16,0 9 0 0,0-9 0 16,0 0-3-16,0 0-4 0,1 10 5 0,-1-10-2 15,0 0-2-15,4 7-1 0,-4-7 6 0,5 4-3 16,-5-4-6-16,4 6 3 0,-4-6 0 0,4 7 0 15,-4-7 1-15,1 9-1 0,0-4 0 0,-1-5 4 16,-1 10-7-16,1-10-6 0,-5 9 0 0,1-2-16 16,-5-1-11-16,1 2-8 0,1-2-12 0,0-2-12 15,1 0-22-15,1 0-8 0,0 0-18 0,0-1-90 16,-2 1-225-16,7-4 100 0</inkml:trace>
  <inkml:trace contextRef="#ctx0" brushRef="#br0" timeOffset="158539.47">3853 5343 55 0,'0'0'137'0,"14"2"-9"0,-14-2-4 0,0 0-10 16,11 3 0-16,-11-3-16 0,5 7 4 0,-1-5 0 0,-4-2-5 15,8 8-6-15,-3-3-8 0,-1-3-5 16,-4-2-10-16,6 4-5 0,-6-4-8 0,5 5 4 15,-5-5-8-15,6 2 2 0,-6-2-1 0,0 0-1 16,8 3-2-16,-8-3-4 0,0 0-6 0,0 0 0 16,8-13-3-16,-8 13-9 0,0 0-2 0,6-12-2 15,-6 12-9-15,3-10-17 0,-3 10-15 0,4-10-24 16,-4 10-16-16,4-13-28 0,-4 13-25 0,7-11-23 16,-2 6-136-16,-5 5-293 0,12-7 129 0</inkml:trace>
  <inkml:trace contextRef="#ctx0" brushRef="#br0" timeOffset="160405.26">8223 5206 118 0,'0'0'208'0,"0"0"-2"0,0 0-20 16,0 0-13-16,-3-5-14 0,3 5-13 0,0 0-16 15,0 0-12-15,0 0-13 0,0 0-15 0,0 0-9 16,0 0-8-16,0 0-8 0,0 0-6 0,0 0-5 15,0 0-7-15,0 0 1 0,1 20-8 0,3-12-1 16,-3 0 1-16,-1 1-7 0,0 1-6 0,0 0 0 16,0 0-3-16,1 2-5 0,1 0-2 0,-4-2-19 15,1 1-17-15,0 0-21 0,-1 2-33 0,0-2-32 16,1 0-36-16,1 0-37 0,-2-1-118 0,0-3-321 16,-1-1 143-16</inkml:trace>
  <inkml:trace contextRef="#ctx0" brushRef="#br0" timeOffset="160696.75">8304 5309 39 0,'0'0'161'0,"0"0"-10"15,0 0-8-15,0 0-15 0,10 12-6 0,-10-12 1 16,4 8-11-16,-3-3-6 0,5-2-3 0,-6-3-10 15,11 5-1-15,-11-5-2 0,9 6-8 0,-4-4-1 16,1-2-5-16,-6 0 0 0,12 0-7 0,-12 0-7 16,9-2 0-16,-9 2-9 0,9-3-2 0,-9 3 5 15,7-7-5-15,-4 3-9 0,-3 4-3 0,2-11-2 16,-2 11-3-16,2-13-5 0,-2 7-3 0,0 6-5 16,-2-13 0-16,2 13-8 0,-3-12-14 0,3 12-16 15,-4-6-25-15,0 1-27 0,4 5-16 0,-10-7-52 16,5 5-18-16,5 2-168 0,-19 0-351 0,11 1 156 15</inkml:trace>
  <inkml:trace contextRef="#ctx0" brushRef="#br0" timeOffset="160983.19">8483 5245 116 0,'0'0'166'0,"7"6"-7"15,-7-6 1-15,6 10-5 0,-2-1-5 0,-1-1-17 16,0 2-10-16,1 6-13 0,0-5-11 0,1 2-4 16,-2-3-8-16,0 2-10 0,0-6-5 0,2 2-5 15,-3-2 0-15,1 0 3 0,-1-1 6 0,-2-5 6 16,4 7 10-16,-4-7 1 0,0 0-9 0,9 1-9 16,-9-1-6-16,0 0-4 0,8-12-1 0,-6 5-5 15,1 1-7-15,0-5-7 0,0 3-2 0,1-3-3 16,1-2-13-16,-4 3-18 0,2-2-21 0,0 0-19 15,1 0-9-15,-2 3-15 0,2 0-25 0,-1 3-28 16,-2 0-31-16,-1 6-47 0,4-11-186 0,-4 11-403 16,0 0 178-16</inkml:trace>
  <inkml:trace contextRef="#ctx0" brushRef="#br0" timeOffset="172626.59">14081 4899 42 0,'0'0'57'15,"0"0"4"-15,0 0-11 0,0 0-7 0,0 0-15 16,0 0-4-16,0 0-9 0,0 0-8 0,0 0-22 16,0 0 0-16,0 0-12 0,0 0-18 0,0 0-49 15,0 0 21-15</inkml:trace>
  <inkml:trace contextRef="#ctx0" brushRef="#br0" timeOffset="173448.58">14018 4895 5 0,'0'0'16'0,"0"0"-9"0,0 0 3 0,0 0-2 0,0 0-1 15,0 0-3-15,0 0 7 0,0 0-6 16,0 0 0-16,0 0-5 0,0 0 5 0,0 0-2 0,0 0 2 15,0 0-5-15,0 0 3 0,0 0 1 0,0 0 1 16,0 0-2-16,0 0 4 0,0 0-7 0,0 0 5 16,0 0-4-16,0 0 1 0,0 0 0 0,0 0 0 15,0 0-1-15,0 0-1 0,0 0-4 0,0 0 0 16,0 0-3-16,0 0-12 0,0 0 19 16,0 0-4-16,0 0 3 0,0 0-5 0,0 0 2 0,0 0-4 15,0 0 2-15,0 0 4 0,0 0-2 0,0 0 0 16,0 0-6-16,0 0-9 0,0 0 5 15</inkml:trace>
  <inkml:trace contextRef="#ctx0" brushRef="#br0" timeOffset="173783.11">13926 4915 11 0,'0'0'53'0,"0"0"-15"0,0 0 11 0,0 0 5 0,-5-2-10 16,5 2 2-16,0 0 7 0,0 0-4 15,0 0-12-15,0 0 5 0,0 0-4 0,0 0-4 16,0 0-7-16,0 0 2 0,0 0-4 0,0 0-7 15,0 0 5-15,0 0-7 0,0 0 4 0,0 0 1 0,0 0-12 16,0 0-3-16,0 0-2 0,0 0-7 16,0 0-2-16,0 0-10 0,0 0-1 0,0 0 4 15,0 0-8-15,0 0 0 0,25-4-4 0,-25 4-2 16,11 0-12-16,-11 0-1 0,14 0-5 0,-7 0-37 16,-7 0-88-16,15-1 39 0</inkml:trace>
  <inkml:trace contextRef="#ctx0" brushRef="#br0" timeOffset="175356.74">16278 4828 22 0,'0'0'56'0,"12"-1"-5"15,-12 1-14-15,0 0-10 0,12 1 10 0,-12-1-14 16,12-1-18-16,-4 1-14 0,2 0-33 0,2 0-45 0,-1 1 21 16</inkml:trace>
  <inkml:trace contextRef="#ctx0" brushRef="#br0" timeOffset="176412.14">18882 4781 147 0,'0'0'145'16,"10"0"-15"-16,-10 0-14 0,0 0-10 0,0 0-15 15,13-4-9-15,-13 4-21 0,9-2-29 0,-9 2-18 16,10-1-34-16,-1 0-21 0,-9 1-26 16,13-1-66-16,-7-1-144 0,-6 2 64 0</inkml:trace>
  <inkml:trace contextRef="#ctx0" brushRef="#br0" timeOffset="176560.45">19209 4757 39 0,'0'0'134'16,"0"0"-8"-16,0 0-17 0,0 0-9 0,6 2-18 0,-6-2-12 16,0 0-20-16,0 0-3 0,11 0-30 0,-11 0-29 15,10-2-32-15,-10 2-76 0,11 0-130 0,-3 0 58 16</inkml:trace>
  <inkml:trace contextRef="#ctx0" brushRef="#br0" timeOffset="176716.78">19540 4759 11 0,'0'0'48'0,"13"1"-23"15,-13-1-11-15,14-1-23 0,-5 1-7 0,-9 0-15 0,15 0 7 16</inkml:trace>
  <inkml:trace contextRef="#ctx0" brushRef="#br0" timeOffset="176882.04">19826 4745 123 0,'0'0'183'0,"0"0"-7"0,0 0-22 16,0 0-24-16,0 0-4 0,0 0-17 0,0 0-18 16,0 0-35-16,0 0-35 0,10-4-55 0,-10 4-47 15,12-3-95-15,-6 2-191 0,6-2 85 0</inkml:trace>
  <inkml:trace contextRef="#ctx0" brushRef="#br0" timeOffset="185894.02">18903 4745 54 0,'0'0'44'0,"0"0"0"15,0 0-19-15,0 0-12 0,4 8-17 0,-4-8-26 16,0 0-32-16,0 0 15 0</inkml:trace>
  <inkml:trace contextRef="#ctx0" brushRef="#br0" timeOffset="-180435.92">20716 4674 29 0,'0'0'45'0,"0"0"-19"16,0 0 0-16,0 0-19 0,0 0-8 0,0 0-4 15,0 0-1-15,0 0-15 0,0 0-21 0,0 0 9 16</inkml:trace>
  <inkml:trace contextRef="#ctx0" brushRef="#br0" timeOffset="-178870.5">20631 4670 47 0,'0'0'54'0,"0"0"-12"16,0 0-2-16,0 0-8 0,0 0-3 0,0 0 1 16,0 0-1-16,0 0-11 0,0 0-1 0,0 0 2 15,0 0-7-15,0 0-4 0,0 0 1 0,0 0-1 16,0 0-1-16,0 0-4 0,0 0 5 0,0 0-3 15,0 0 0-15,0 0-6 0,0 0-4 0,0 0 12 16,0 0-6-16,0 0 2 0,0 0-2 0,0 0 4 16,0 0-2-16,0 0-4 0,0 0 1 0,0 0 1 15,0 0 3-15,0 0 2 0,0 0-4 0,0 0 4 16,0 0 9-16,0 0-8 0,0 0 4 0,0 0-3 16,0 0 5-16,0 0-4 0,0 0 0 0,0 0 8 15,0 0-1-15,0 0 0 0,0 0-1 0,0 0 0 16,0 0-1-16,0 0 0 0,0 0 1 0,0 0-8 15,0 0 3-15,0 0 0 0,0 0-3 0,0 0-1 16,0 0-5-16,0 0 1 0,0 0-1 0,0 0-4 16,0 0 3-16,0 0-10 0,0 0 16 0,0 0-10 15,0 0-5-15,0 0 4 0,0 0 2 0,0 0 1 16,0 0 1-16,0 0 0 0,0 0-8 0,0 0 6 16,0 0 2-16,0 0 2 0,0 0-3 0,0 0 5 15,0 0-5-15,0 0 1 0,0 0 5 0,0 0-4 16,0 0 0-16,0 0-4 0,0 0 2 0,0 0 1 15,0 0-5-15,0 0 2 0,0 0 1 0,0 0 3 16,0 0 3-16,0 0 0 0,0 0 0 0,0 0-5 16,0 0 6-16,0 0-1 0,0 0-3 0,0 0 1 15,-1 8 1-15,1-8 2 0,0 0-1 0,0 0-1 16,0 0 3-16,0 0 6 0,0 0-2 0,0 0 13 16,0 0 4-16,0 0-11 0,0 0 5 0,0 0-4 15,0 0 7-15,0 0-7 0,0 0 1 0,0 0-1 16,0 0 11-16,0 0-3 0,0 0-6 0,0 0 6 15,0 0-11-15,0 0 3 0,0 0-2 0,0 0 0 16,0 0 3-16,0 0-7 0,0 0 6 0,0 0 3 16,0 0-10-16,0 0-7 0,0 0 0 0,0 0 5 15,0 0 0-15,0 0-12 0,0 0 9 0,0 0-9 16,0 0 6-16,0 0-12 0,0 0 17 0,0 0-14 16,0 0 13-16,0 0-2 0,0 0 2 0,0 0-2 15,0 0-6-15,0 0 1 0,0 0 3 0,0 0 5 16,0 0-6-16,0 0-2 0,19 0 7 0,-19 0 0 15,0 0 2-15,0 0 6 0,0 0-17 0,0 0 3 16,0 0 4-16,0 0-4 0,0 0 13 0,0 0-9 16,0 0 3-16,0 0-5 0,0 0 7 0,0 0-8 15,5-9 7-15,-5 9-7 0,0 0-5 0,0 0 11 16,0 0-6-16,0 0 1 0,0 0-5 0,0 0 7 16,0 0-3-16,0 0 0 0,0 0-3 0,0 0-5 15,0 0 9-15,0 0-7 0,0 0 1 0,-24 13 7 16,20-7-2-16,0-1-3 0,-1 0 3 0,2 1 4 15,3-6 0-15,-6 8-13 0,2-3 8 0,4-5 2 16,-2 8 2-16,2-8-10 0,-3 8 6 0,3-8 4 16,0 0 4-16,-1 8-8 0,1-8-2 0,0 0 8 15,0 0-2-15,0 0-6 0,0 0 11 0,0 0-7 16,0 0 1-16,0 0 6 0,0 0 1 0,0 0-1 16,0 0 4-16,0 0-2 0,0 0 6 0,0 0 3 15,16-20-1-15,-15 14-11 0,-1 6-6 0,0-11 4 16,0 11 1-16,0-9-1 0,0 9 2 0,1-8 0 15,-1 8-2-15,0 0 4 0,0 0-6 0,-1-12-2 16,1 12 6-16,0 0-11 0,0 0 6 0,0 0-7 16,-7-2 3-16,7 2 6 0,0 0-8 0,0 0 6 15,0 0-1-15,-14 8-2 0,14-8-5 0,0 0 12 16,-7 4-9-16,7-4-7 0,0 0 11 0,-4 6-1 16,4-6-2-16,0 0-2 0,0 0-1 0,0 0 13 15,0 0-12-15,0 0 5 0,0 0 2 0,0 0-3 16,0 0 11-16,0 0-8 0,0 0 7 15,0 0-8-15,0 0 3 0,0 0 2 0,0 0-2 0,0 0-2 16,0 0-1-16,0 0 1 0,0 0-1 0,0 0 2 16,0 0 1-16,0 0-14 0,0 0 14 0,0 0-8 15,0 0-4-15,0 0-1 0,0 0 3 0,0 0 4 16,0 0 1-16,0 0-2 0,0 0-2 0,0 0-2 16,0 0 9-16,0 0-7 0,0 0 0 0,-9 0-2 15,9 0 7-15,0 0-5 0,0 0 1 0,0 0 0 16,0 0 4-16,2 11-2 0,-2-11 8 0,0 0-5 15,0 0 4-15,13 5-11 0,-13-5 5 0,9 3-3 16,-9-3-6-16,9-1 15 0,-9 1-6 0,10-2 2 16,-10 2 4-16,10-5 3 0,-10 5-4 0,7-4-6 15,-7 4 8-15,4-6-2 0,-4 6-4 0,2-7-4 16,-2 7 11-16,0 0-9 0,0-8-8 0,0 8 14 16,0 0-8-16,0 0 2 0,0 0-1 0,-7-8-7 15,7 8 12-15,0 0-6 0,0 0 7 0,-9 0-9 16,9 0 4-16,0 0-3 0,0 0-1 0,0 0 7 15,0 0-3-15,-14 7 1 0,14-7-10 0,0 0 5 16,0 0-5-16,-3 5 8 0,3-5 0 0,0 0 4 16,0 0-4-16,0 0-2 0,0 0 5 0,0 0 6 15,0 0-2-15,0 0 3 0,0 0-5 0,0 0-3 16,0 0 8-16,0 0-1 0,0 0-5 0,0 0 2 16,0 0 0-16,0 0-5 0,0 0 8 0,0 0 1 15,0 0-8-15,0 0 1 0,-8-11-7 0,8 11-5 16,0 0 10-16,0 0 1 0,-6-2 1 0,6 2-9 15,0 0-12-15,-11 5 2 0,11-5-4 0,-8 2-9 16,8-2-4-16,-7 6-6 0,3-2-7 0,4-4-6 16,-5 8 0-16,5-8-9 0,-3 5-18 0,3-5-60 15,-3 8-152-15,3-8 67 0</inkml:trace>
  <inkml:trace contextRef="#ctx0" brushRef="#br0" timeOffset="-178475.82">20589 4695 28 0,'0'0'69'0,"0"0"-1"0,0 0-8 16,0 0-7-16,0 0-14 0,0 0 0 15,0 0 1-15,-2-10-4 0,2 10-7 0,0 0-9 0,0 0 6 16,0 0-2-16,0 0-6 0,0 0 0 0,0 0-2 16,0 0 0-16,0 0-4 0,0 0-2 0,0 0 2 15,0 0 3-15,0 0 4 0,0 0-16 0,0 0 11 16,0 0 0-16,0 0 8 0,17 11 9 0,-17-11 2 16,0 0-9-16,0 0-9 0,0 0 11 0,4-7-8 15,-4 7-1-15,0 0-3 0,0 0 8 0,0 0-11 16,-2-12 1-16,2 12 0 0,0 0-2 0,0 0 5 15,0 0-11-15,-7-7-5 0,7 7 3 0,0 0-3 16,0 0 3-16,0 0 4 0,0 0 10 0,-12 1-17 16,12-1-3-16,0 0-3 0,-12 7-11 0,8-3-13 15,4-4-20-15,-6 7-22 0,1-3-65 16,5-4-148-16,-5 7 65 0</inkml:trace>
  <inkml:trace contextRef="#ctx0" brushRef="#br0" timeOffset="-176909.76">20603 4733 9 0,'0'0'15'0,"0"0"3"16,0 0-4-16,0 0 3 0,0 0 2 15,0 0 5-15,0 0-6 0,0 0 0 0,0 0-1 16,0 0 8-16,0 0-6 0,0 0 1 0,0 0 6 0,0 0 4 15,0 0-11-15,0 0 5 0,0 0-1 16,0 0-2-16,0 0-1 0,0 0 0 0,0 0 3 0,0 0-1 16,0 0-4-16,0 0 5 0,0 0-5 15,0 0-12-15,0 0 6 0,0 0 1 0,0 0 7 16,0 0-10-16,0 0-6 0,0 0-2 0,0 0-1 16,0 0-8-16,0 0-2 0,0 0-6 0,0 0-5 0,0 0 0 15,0 0 4-15,0 0-2 0,0 0-1 16,0 0-6-16,0 0-6 0,0 0-4 0,0 0-28 15,0 0-67-15,0 0 31 0</inkml:trace>
  <inkml:trace contextRef="#ctx0" brushRef="#br0" timeOffset="-173874.86">13886 4877 1 0,'0'0'51'0,"0"0"-5"0,0 0 5 0,0 0-15 16,0 0-1-16,0 0-7 0,0 0-3 0,0 0-8 15,0 0 2-15,0 0-2 0,0 0 0 0,0 0-5 16,0 0-1-16,0 0 0 0,0 0-3 0,0 0-4 16,0 0 8-16,0 0-10 0,0 0-3 0,0 0 2 15,0 0 3-15,0 0-5 0,0 0 1 0,0 0 6 16,0 0-4-16,0 0 3 0,0 0-4 0,0 0 0 16,0 0 1-16,0 0 2 0,0 0 0 0,0 0-5 15,0 0 3-15,0 0 1 0,0 0-6 0,0 0 6 16,0 0-4-16,-11-7 7 0,11 7-4 0,0 0 0 15,0 0-2-15,0 0-2 0,-6-4 4 0,6 4-7 16,0 0 8-16,0 0-15 0,0 0 12 0,0 0-4 16,-15 7 3-16,15-7 0 0,-6 5-1 0,3-1 2 15,3-4 1-15,-7 9-2 0,5-4 4 0,2-5-7 16,-4 8 2-16,4-8 0 0,-5 6 2 0,5-6 5 16,-2 6-5-16,2-6-1 0,0 0 2 0,0 7-1 15,0-7 2-15,0 0-1 0,0 0-1 0,0 0 3 16,6 7 2-16,-6-7 3 0,0 0-4 0,0 0 3 15,0 0 8-15,9-2-1 0,-9 2 1 0,0 0 4 16,0 0 5-16,10-10-1 0,-10 10-1 0,0 0-1 16,4-8-7-16,-4 8 6 0,4-8-7 0,-4 8 2 15,1-7 1-15,-1 7 5 0,0 0 5 0,0-10-8 16,0 10-6-16,0 0 3 0,0 0 2 0,0 0-7 16,0 0-2-16,0 0-2 0,0 0 1 0,0 0-1 15,0 0 3-15,0 0-3 0,0 0-6 0,0 0 3 16,-21 11-3-16,21-11 7 0,0 0-6 0,-6 5-3 15,6-5-1-15,0 0 9 0,0 0-6 0,-3 5-1 16,3-5 5-16,0 0-2 0,0 0-5 0,0 0-1 16,0 0 9-16,0 0-4 0,0 0 2 0,0 0 15 15,0 0-17-15,0 0 6 0,0 0-4 0,0 0-2 16,0 0 4-16,0 0 11 0,19-10-10 0,-19 10-11 16,2-7 9-16,-2 7-9 0,0 0 11 0,0 0-5 15,4-7 3-15,-4 7-6 0,0 0 4 0,0 0-1 16,0 0-4-16,0 0-2 0,0 0 13 0,0 0-17 15,0 0-3-15,0 0 3 0,-10-7 9 0,10 7 0 16,0 0 0-16,0 0-3 0,-12 12-1 0,12-12-2 16,-5 5 1-16,5-5 9 0,-2 5-9 0,2-5 4 15,0 0 3-15,0 0-4 0,-4 8-2 0,4-8 2 16,0 0 4-16,0 0-2 0,0 0 7 0,0 0-5 16,0 0 1-16,0 0-1 0,0 0-4 0,0 0 4 15,0 0 1-15,0 0-3 0,6 8 3 0,-6-8-3 16,0 0 10-16,0 0-9 0,0 0 5 0,0 0-1 15,0 0-4-15,0 0-1 0,0 0 6 0,0 0-10 16,0 0 10-16,0 0-9 0,0 0 6 0,0 0 1 16,0 0 0-16,0 0-4 0,0 0 4 0,0 0-3 15,0 0 2-15,0 0-4 0,0 0-7 0,0 0-6 16,0 0 16-16,0 0-8 0,0 0 5 0,0 0-2 16,0 0-2-16,0 0 3 0,0 0-1 0,0 0 3 15,0 0 3-15,0 0-1 0,0 0-3 0,0 0 0 16,0 0-3-16,0 0 16 0,0 0-19 0,11-2 12 15,-11 2 3-15,0 0-9 0,0 0-1 0,0 0 2 16,0 0 5-16,0 0-2 0,0 0 0 16,0 0-2-16,0 0-8 0,0 0 7 0,0 0 2 15,0 0-9-15,0 0 7 0,0 0-3 0,0 0 1 0,0 0-9 16,0 0 7-16,0 0 1 0,0 0 6 16,0 0-1-16,0 0-7 0,0 0 2 0,0 0-2 15,0 0 7-15,0 0-8 0,0 0 9 0,0 0-4 0,7 4 6 16,-7-4-6-16,0 0 3 0,0 0-6 15,0 0 7-15,0 0-6 0,0 0 6 0,0 0-2 0,0 0 5 16,0 0 2-16,0 0-4 0,0 0-2 16,0 0 1-16,0 0 2 0,0 0-3 0,0 0 15 15,0 0-17-15,0 0 2 0,0 0-9 0,9-7 8 0,-9 7-3 16,0 0 3-16,0 0-3 0,0 0 3 0,3-7 3 16,-3 7-5-16,0 0 3 0,0 0-4 0,0 0-5 15,0 0-2-15,0 0 6 0,0 0 5 16,0 0-3-16,0 0-4 0,0 0 4 0,0 0 0 15,0 0 2-15,0 0-3 0,0 0 0 0,0 0-6 16,0 0 7-16,0 0-6 0,0 0 9 0,0 0-5 16,0 0 3-16,0 0 0 0,0 0 1 0,0 0-3 0,0 0 2 15,0 0 5-15,0 0-2 0,0 0-8 0,0 0 7 16,0 0-2-16,0 0 4 0,0 0-4 0,0 0 2 16,0 0 3-16,0 0-6 0,0 0 2 15,0 0-2-15,0 0 4 0,0 0 1 0,0 0-4 16,0 0-4-16,0 0 6 0,0 0-2 0,0 0-3 15,0 0-3-15,0 0 10 0,0 0-3 0,0 0 6 0,0 0-8 16,0 0 3-16,0 0-2 0,0 0-6 16,0 0-1-16,0 0 6 0,0 0-1 0,0 0-5 15,0 0 7-15,0 0-3 0,0 0 2 0,0 0-4 16,0 0 8-16,0 0-6 0,0 0-7 0,0 0 13 16,0 0-2-16,0 0-7 0,0 0 0 0,0 0 10 15,0 0-6-15,0 0 5 0,0 0-1 0,0 0-4 16,0 0-6-16,0 0 11 0,0 0-6 0,0 0-3 15,0 0 11-15,0 0-4 0,0 0 1 0,0 0-9 16,0 0 13-16,0 0-2 0,0 0 3 0,0 0-11 16,0 0 10-16,0 0-13 0,0 0 1 0,0 0 13 15,0 0-10-15,0 0 1 0,0 0 4 0,0 0 2 16,0 0-7-16,0 0 6 0,0 0 4 0,0 0-3 16,0 0 0-16,0 0-1 0,6-5-11 0,-6 5 7 15,0 0-4-15,0 0 5 0,0 0-3 0,0 0-1 0,0 0-1 16,4-5 6-16,-4 5 4 0,0 0-4 15,0 0-2-15,0 0 12 0,0 0-13 0,0 0-7 16,0 0 25-16,0 0-23 0,0 0-5 0,0 0 4 0,0 0-2 16,0 0 1-16,0 0-3 0,0 0 4 15,0 0-9-15,0 0 1 0,0 0 3 0,0 0 3 16,0 0 1-16,0 0-7 0,0 0 6 0,0 0 5 16,0 0-3-16,10 0 7 0,-10 0-4 0,0 0-3 15,0 0 0-15,0 0 4 0,0 0-5 0,0 0 1 16,0 0-7-16,0 0 6 0,0 0-9 0,0 0-2 15,9 5 3-15,-9-5-1 0,0 0-3 0,0 0 1 16,0 0-4-16,0 0-14 0,0 0 6 0,0 0 1 16,0 0 1-16,0 0-1 0,0 0-26 0,-2 9-62 15,2-9 28-15</inkml:trace>
  <inkml:trace contextRef="#ctx0" brushRef="#br0" timeOffset="-172848.82">13850 4902 21 0,'0'0'21'0,"0"0"-4"0,0 0 2 0,0 0-1 15,0 0-1-15,0 0-3 0,0 0-2 0,0 0 1 16,0 0-2-16,0 0-6 0,0 0 9 0,0 0-4 15,0 0-1-15,0 0-2 0,0 0 1 0,0 0 2 16,0 0-7-16,0 0 0 0,0 0 3 0,0 0 5 16,0 0-7-16,0 0 2 0,0 0-4 0,-2-7 2 15,2 7 2-15,0 0-4 0,0 0 4 0,0 0-7 16,0 0 5-16,0 0-2 0,0 0-2 0,0 0 6 16,0 0-5-16,0 0-2 0,0 0 1 0,0 0 5 15,0 0-3-15,0 0-1 0,0 0-1 0,0 0 0 16,0 0 3-16,0 0-5 0,0 0 7 0,0 0-8 15,0 0 3-15,0 0 2 0,0 0-3 0,0 0-3 16,0 0 7-16,0 0-1 0,0 0 0 0,0 0 2 16,0 0-7-16,0 0 6 0,0 0-4 0,0 0 3 15,0 0-3-15,0 0 3 0,0 0 2 0,0 0 1 16,0 0-7-16,0 0 4 0,0 0 4 0,0 0-3 16,0 0 9-16,0 0-4 0,0 0-3 0,0 0 2 15,0 0-5-15,0 0-4 0,0 0 12 0,0 0-7 16,0 0 2-16,0 0-1 0,0 0-2 0,0 0 4 15,0 0-6-15,0 0-3 0,0 0 8 0,0 0-3 16,0 0 5-16,0 0-10 0,0 0 5 0,0 0-4 16,0 0-1-16,0 0-8 0,0 0 2 0,0 0-10 15,0 0 0-15,0 0 1 0,0 0-7 0,0 0-4 16,0 0-16-16,0 0-48 0,0 0 22 0</inkml:trace>
  <inkml:trace contextRef="#ctx0" brushRef="#br0" timeOffset="-155815.95">15854 770 22 0,'0'0'42'0,"0"0"-2"0,0 0-12 0,0 0 3 16,0 0-1-16,0 0-6 0,0 0-5 0,0 0-3 16,0 0 5-16,0 0-2 0,0 0-1 0,0 0-6 15,0 0 9-15,0 0-11 0,-52-7-1 0,52 7 2 0,0 0-3 16,0 0 3-16,0 0-7 0,0 0-3 0,0 0 12 16,0 0-10-16,0 0 5 0,0 0 1 0,0 0 0 15,0 0-4-15,0 0 7 0,0 0-5 16,0 0 0-16,0 0 8 0,0 0-8 0,0 0 2 15,0 0-1-15,0 0-6 0,0 0 0 0,0 0 2 16,0 0-1-16,0 0 0 0,0 0-4 0,0 0 8 16,0 0-2-16,0 0-2 0,0 0 3 0,0 0 15 15,0 0-9-15,0 0-4 0,0 0 7 0,0 0-4 16,0 0-3-16,0 0-4 0,107 30 1 0,-107-30 1 16,50-2 8-16,-50 2-6 0,56 0-7 0,-25 2 9 15,-31-2-12-15,60-2 17 0,-24 2-17 16,0 0 5-16,-36 0-2 0,76-3-5 0,-39 3 11 15,2-1-5-15,1-1 0 0,10 2 1 0,-11 0-2 16,-1 0 0-16,-1-2 1 0,-37 2-6 0,72 0 8 16,-35 0 0-16,-2 0 0 0,-35 0-2 0,71 2-1 15,-37-4 0-15,-34 2 1 0,68-2 2 0,-35 4-1 16,3-4-5-16,-36 2 7 0,71 0-1 0,-32 0 2 16,-1 0-5-16,-1 3 9 0,2-3-12 0,-1 0 4 15,-38 0 2-15,72 0-8 0,-37-3 8 0,-3 5 3 16,-32-2 1-16,69 0-2 0,-36-2-1 0,3-1-5 15,-36 3 5-15,68-3-5 0,-36 1 2 0,-1-4 6 16,-31 6-5-16,58-5-11 0,-58 5 7 0,54-3 6 16,-54 3-6-16,51-3 0 0,-23 3 0 15,-28 0-6-15,55-1 8 0,-55 1-1 0,55 0-3 16,-27-2 5-16,-28 2 0 0,57 3-3 0,-26-4 2 16,-31 1 5-16,63 1-17 0,-32-1 12 0,-31 0-4 15,64-4 5-15,-32 4-8 0,-32 0 6 0,64-5 3 16,-34 3-4-16,-30 2 5 0,59-3-6 0,-30 2 6 0,-29 1-3 15,57-3-5-15,-57 3 4 0,47-5 5 16,-47 5-3-16,45-3-8 0,-45 3 7 0,41-1 1 16,-41 1-1-16,42-5 0 0,-42 5-1 0,42-3-1 15,-42 3 0-15,40-5 1 0,-40 5-1 0,34-1 5 16,-34 1-7-16,0 0 4 0,47-2 3 0,-47 2-3 16,0 0-2-16,44-3 0 0,-44 3 4 0,0 0-4 15,38 0 2-15,-38 0-3 0,0 0-2 0,37-3 6 16,-37 3 0-16,0 0-1 0,40 0-9 0,-40 0 10 15,0 0-8-15,42-4 7 0,-42 4-6 0,0 0 2 16,45-6 3-16,-45 6-1 0,37-6 2 0,-37 6-4 16,30-4 1-16,-30 4 7 0,0 0-11 15,49-7 3-15,-49 7 1 0,0 0 6 0,41 0-9 16,-41 0 5-16,0 0-1 0,41-2 1 0,-41 2-5 16,33-4 8-16,-33 4-8 0,0 0 10 0,49-3-14 15,-49 3 15-15,0 0-12 0,43-5 6 0,-43 5 2 16,0 0-3-16,36-1 3 0,-36 1 1 0,0 0-6 15,0 0 0-15,36-3-2 0,-36 3 4 0,0 0 0 16,0 0 5-16,0 0 2 0,38-2-10 0,-38 2 8 16,0 0-7-16,0 0 3 0,38-4 4 0,-38 4-3 15,0 0 11-15,35-4-16 0,-35 4 0 0,0 0 4 16,0 0 1-16,33-7-15 0,-33 7 10 16,0 0-7-16,0 0-6 0,0 0-5 0,0 0-10 15,38-3-12-15,-38 3-57 0,0 0-109 0,0 0 49 16</inkml:trace>
  <inkml:trace contextRef="#ctx0" brushRef="#br0" timeOffset="-154872.8">16566 1009 30 0,'0'0'65'15,"0"0"-5"-15,0 0-1 0,-8-6 5 0,8 6-6 16,0 0 3-16,0 0-7 0,0 0-9 0,0 0 5 16,0 0 0-16,0 0-21 0,0 0 2 0,0 0-1 15,0 0-9-15,4-15-3 0,-4 15 2 0,0 0-5 16,0 0 3-16,0 0-5 0,10-8 15 0,-10 8-19 16,0 0 2-16,9-6-3 0,-9 6-2 15,0 0 8-15,8-5-4 0,-8 5-7 0,0 0 6 16,13-1-6-16,-13 1 2 0,15 0-8 0,-15 0 7 15,18 3 0-15,-9-2 3 0,2 2 1 0,-2 1-12 16,2-2 14-16,-1 2-10 0,1 1 1 0,-2-1-3 16,-9-4 4-16,19 8 9 0,-11-1-11 0,2 0-1 15,-10-7 4-15,13 10-8 0,-5-2 13 0,-1 0 0 16,0-2-6-16,-7-6 4 0,10 17-14 0,-7-8 0 16,-3-9 6-16,0 18 1 0,0-18 0 0,-7 19 9 15,2-7-2-15,-1-1-2 0,-4-2 6 0,-1 4-6 16,0-2-4-16,-3 3 16 0,1-4-14 0,-2 2 5 15,0-2 8-15,0 2-9 0,1-4 1 0,-1 2-10 16,3-4 2-16,1 1 1 0,-2-2-18 0,4-1-8 16,1 1-21-16,1-1-17 0,7-4-80 0,-10 9-156 15,10-9 69-15</inkml:trace>
  <inkml:trace contextRef="#ctx0" brushRef="#br0" timeOffset="-152210.72">17072 4760 16 0,'0'0'39'0,"0"0"-1"0,3-7 0 16,-3 7 1-16,0 0-9 0,0 0 4 15,0 0-10-15,0 0 1 0,0 0-5 0,0 0-1 0,0 0 0 16,0 0 0-16,0 0-3 0,0 0-6 0,0 0 5 16,0 0-11-16,0 0 7 0,0 0-5 0,0 0 6 15,0 0-5-15,0 0-1 0,0 0-4 0,0 0 2 16,0 0 0-16,0 0 0 0,0 0-4 0,0 0 6 16,0 0-3-16,0 0 2 0,0 0 1 0,0 0-2 15,0 0-5-15,0 0 6 0,0 0-2 0,0 0-1 16,0 0-2-16,0 0 3 0,0 0-4 0,0 0 2 15,0 0-6-15,0 0 4 0,0 0 6 0,0 0-5 16,0 0 0-16,0 0-6 0,0 0 3 0,0 0-7 16,0 0 8-16,0 0-4 0,0 0-2 15,0 0 3-15,0 0-2 0,0 0-3 0,0 0-4 16,0 0 5-16,0 0-2 0,0 0-7 0,0 0-11 0,0 0-31 16,0 0-65-16,0 0 29 0</inkml:trace>
  <inkml:trace contextRef="#ctx0" brushRef="#br0" timeOffset="-147789.22">20470 4717 29 0,'0'0'38'0,"0"0"4"0,0 0-5 0,0 0-6 0,0 0-3 15,0 0 0-15,0 0-8 0,0 0 1 16,0 0 3-16,0 0-8 0,0 0 2 0,0 0-4 16,0 0 2-16,0 0-7 0,-12-8 1 0,12 8 6 0,0 0-4 15,0 0 5-15,0 0-1 0,0 0-7 0,0 0 4 16,0 0-2-16,0 0-8 0,0 0 6 0,0 0-7 16,0 0 7-16,0 0-1 0,0 0-2 15,0 0 2-15,0 0-2 0,0 0-12 0,0 0 4 16,0 0-1-16,0 0-3 0,1-11-13 0,-1 11-9 0,0 0-49 15,0 0-84-15,0 0 37 0</inkml:trace>
  <inkml:trace contextRef="#ctx0" brushRef="#br0" timeOffset="-146985.92">20620 4717 34 0,'0'0'92'0,"0"0"-34"15,0 0-1-15,0 0 0 0,0 0-4 0,0 0 4 16,0 0-9-16,0 0-6 0,0 0 0 0,0 0-8 16,0 0-4-16,0 0-6 0,0 0-4 0,0 0-6 15,0 0 8-15,0 0 0 0,0 0-7 0,0 0 4 16,0 0-11-16,0 0 1 0,0 0 8 0,0 0-3 16,0 0 0-16,0 0 6 0,0 0 2 0,0 0-8 15,0 0-2-15,0 0-5 0,0 0 5 0,0 0-7 16,0 0 7-16,0 0-3 0,0 0 1 0,4-16 0 15,-4 16-9-15,0 0 4 0,3-6 0 0,-3 6 1 16,4-4-7-16,-4 4 10 0,0 0-3 0,7-6-7 16,-7 6 4-16,0 0 0 0,5-7-3 0,-5 7 3 15,0 0-3-15,2-4-3 0,-2 4 5 16,0 0-1-16,0 0-3 0,7-5-2 0,-7 5 5 0,0 0-9 16,0 0 4-16,0 0-3 0,0 0-3 0,0 0-8 15,0 0-1-15,0 0-6 0,0 0 1 0,0 0 2 16,0 0-3-16,0 0-6 0,0 0 6 0,0 0 0 15,0 0-3-15,13 8 2 0,-13-8 0 0,0 0 5 16,0 0 2-16,3 4 0 0,-3-4-3 0,0 0 1 16,0 0-5-16,0 0 2 0,0 0 0 0,6 4-10 15,-6-4-4-15,0 0-29 0,0 0-72 0,0 0 33 16</inkml:trace>
  <inkml:trace contextRef="#ctx0" brushRef="#br0" timeOffset="-146573.89">20728 4685 31 0,'0'0'42'0,"0"0"-5"0,0 0-1 16,0 0-5-16,0 0-8 0,0 0 2 0,4-7-6 15,-4 7-2-15,0 0-3 0,0 0 5 16,0 0-7-16,0 0-5 0,0 0 8 0,0 0-4 0,0 0 0 15,0 0-1-15,14 4-9 0,-14-4 10 0,0 0-3 16,0 0-6-16,0 0-1 0,0 0 10 0,0 0 1 16,0 0 8-16,0 0-2 0,7-3 2 15,-7 3-3-15,0 0 8 0,0 0-11 0,0 0-4 16,0 0-3-16,0 0 5 0,0 0-6 0,0 0 1 16,0 0-3-16,0 0 5 0,0 0 1 0,0 0 4 0,0 0-5 15,0 0 1-15,0 0 0 0,0 0 4 16,0 0 6-16,-22-5-6 0,22 5 1 0,0 0 3 15,0 0-7-15,0 0 0 0,0 0 1 0,0 0 4 16,0 0 2-16,0 0 1 0,0 0-2 0,0 0 6 16,0 0 5-16,0 0 1 0,0 0-5 0,0 0 0 15,0 0 0-15,0 0-5 0,0 0 9 0,-10 0-6 0,10 0-2 16,0 0-10-16,0 0 0 0,0 0-26 0,0 0-15 16,0 0-30-16,0 0-30 0,0 0-56 0,-9 4-157 15,1 0 70-15</inkml:trace>
  <inkml:trace contextRef="#ctx0" brushRef="#br0" timeOffset="-145108.66">13706 4951 18 0,'0'0'32'0,"0"0"5"15,0 0-8-15,0 0 1 0,0 0 4 0,0 0-8 16,0 0 4-16,0 0 5 0,0 0 0 0,0 0-1 16,-13-13-3-16,13 13 8 0,0 0 3 0,0 0-2 15,0 0-3-15,0 0-6 0,0 0 0 0,0 0-2 16,0 0-17-16,0 0 17 0,0 0-12 0,0 0-3 15,0 0-1-15,0 0 3 0,-3-6-7 0,3 6 5 16,0 0 2-16,0 0 2 0,0 0-9 0,0 0 10 16,0 0-14-16,-5-7 8 0,5 7 0 0,0 0 0 15,0 0 7-15,0 0-6 0,0 0 0 0,0 0 8 16,0 0 0-16,0 0 0 0,0 0 6 0,0 0 2 16,-2-7-6-16,2 7 11 0,0 0 8 0,0 0-16 15,0 0 0-15,0 0-1 0,0 0 0 0,0 0-2 16,0 0 0-16,0 0 8 0,0 0-8 0,0 0-1 15,0 0-8-15,0 0 0 0,0 0 0 0,0 0-7 16,0 0 6-16,0 0-4 0,0 0-6 0,0 0-15 16,0 0-26-16,0 0-10 0,0 0-16 0,0 0-10 15,0 0-14-15,0 0-100 0,0 0-202 0,25 5 89 16</inkml:trace>
  <inkml:trace contextRef="#ctx0" brushRef="#br0" timeOffset="-139803.82">20455 4734 13 0,'0'0'40'16,"0"0"2"-16,0 0-8 0,0 0-7 0,0 0 2 16,0 0-4-16,0 0-8 0,0 0 4 0,0 0-2 15,0 0-5-15,0 0 0 0,-3-10 1 0,3 10-7 16,0 0 0-16,0 0-10 0,0 0 10 0,0 0-2 16,0 0 2-16,0 0-6 0,-2-9 1 0,2 9 2 15,0 0-2-15,0 0-6 0,0 0 7 0,0 0-7 16,0 0 3-16,0 0-2 0,0-9 0 0,0 9 4 15,0 0-1-15,0 0-5 0,0 0 2 0,0 0-2 16,0 0 4-16,0 0 5 0,0 0-5 0,0 0 0 16,0 0-5-16,0 0-4 0,0 0 4 0,0-10 10 15,0 10-6-15,0 0 0 0,0 0 2 0,0 0-2 16,0 0 1-16,0 0 1 0,0 0-2 0,0 0 3 16,0 0-2-16,0 0 6 0,0 0 0 0,0 0-1 15,0 0 3-15,0 0 0 0,5-4-1 0,-5 4 7 16,0 0-8-16,0 0 8 0,0 0-3 0,0 0 12 15,0 0-7-15,0 0 1 0,0 0-4 0,0 0-6 16,0 0-1-16,0 0 4 0,4-7 3 0,-4 7-1 16,0 0-4-16,0 0 1 0,0 0 3 0,0 0-2 15,0 0-11-15,0 0 1 0,0 0 6 0,0 0-1 16,0 0 3-16,0 0 6 0,0 0 0 0,0 0 4 16,0 0 7-16,0 0-12 0,0 0 9 0,0 0 14 15,0 0-17-15,0 0-10 0,0 0 15 16,0 0-11-16,0 0 6 0,0 0-2 0,0 0 5 0,0 0-11 15,0 0 3-15,0 0-6 0,0 0 4 0,0 0 1 16,0 0-3-16,0 0-11 0,0 0 2 0,0 0 6 16,0 0 8-16,0 0-7 0,0 0-7 15,0 0 5-15,0 0-4 0,0 0 1 0,0 0-4 0,0 0 5 16,0 0-4-16,0 0 0 0,0 0 3 0,0 0-7 16,0 0 5-16,0 0-7 0,0 0 14 0,0 0-11 15,0 0-1-15,0 0-1 0,0 0 8 16,0 0 3-16,0 0-5 0,0 0 5 0,0 0-6 0,0 0-6 15,0 0 5-15,0 0 4 0,5-3-7 0,-5 3 6 16,0 0-4-16,0 0 0 0,9-1 0 0,-9 1 1 16,0 0 5-16,0 0-1 0,9-2 5 0,-9 2 9 15,0 0-8-15,0 0-2 0,8-2 5 0,-8 2 5 16,0 0-5-16,0 0-7 0,0 0 1 16,0 0 0-16,0 0 2 0,0 0-7 0,0 0 7 0,12 1-14 15,-12-1 15-15,0 0-11 0,0 0 11 0,0 0 8 16,0 0-16-16,0 0-13 0,0 0 10 15,0 0 3-15,0 0 0 0,0 0 2 0,0 0-4 0,0 0-2 16,0 0 5-16,0 0 2 0,0 0-3 0,0 0-1 16,0 0 2-16,0 0-4 0,0 0-1 0,8 1 6 15,-8-1-3-15,0 0-2 0,0 0 4 16,0 0-4-16,0 0 1 0,0 0 7 0,0 0-1 16,0 0-5-16,0 0-3 0,0 0 5 0,0 0 5 15,0 0-13-15,0 0 1 0,0 0 5 0,0 0-6 16,0 0 10-16,0 0 5 0,0 0-9 0,0 0-4 0,0 0 8 15,0 0 0-15,0 0 5 0,0 0 1 0,0 0-1 16,0 0-6-16,0 0 0 0,0 0 8 0,9 0 0 16,-9 0 1-16,0 0-3 0,0 0 5 15,0 0-3-15,0 0-1 0,0 0 2 0,0 0-4 16,0 0-2-16,0 0-2 0,0 0 5 0,0 0 3 16,0 0-4-16,0 0 9 0,0 0-13 0,0 0-10 0,0 0 3 15,0 0 0-15,0 0 3 0,0 0 0 16,0 0 0-16,0 0 3 0,0 0-3 0,0 0-1 15,0 0 1-15,0 0 1 0,0 0-4 0,0 0 3 16,0 0 0-16,0 0 3 0,0 0-2 0,0 0-2 0,0 0 1 16,0 0-1-16,0 0-12 0,0 0 14 0,0 0-5 15,0 0 0-15,-28 0 5 0,28 0-4 0,0 0 3 16,0 0 0-16,0 0 6 0,-8 4-14 0,8-4 5 16,0 0 5-16,0 0-3 0,-6 2 3 15,6-2-4-15,0 0 1 0,0 0 1 0,0 0-6 16,-11 0 3-16,11 0 15 0,0 0-10 0,0 0-3 15,0 0-6-15,0 0 10 0,0 0 2 0,0 0-1 0,0 0-2 16,0 0 0-16,0 0 4 0,0 0 3 16,0 0-1-16,0 0 7 0,0 0 1 0,0 0-2 15,0 0 0-15,0 0-2 0,0 0-7 0,0 0 10 16,0 0 3-16,0 0-16 0,-10 2 13 0,10-2-8 0,0 0 0 16,0 0 5-16,0 0-6 0,0 0 0 15,0 0-3-15,0 0 8 0,0 0-6 0,0 0 1 0,0 0-2 16,0 0-2-16,0 0-1 0,0 0 1 15,-9-4 5-15,9 4-15 0,0 0 11 0,0 0 1 16,0 0 2-16,0 0 4 0,0 0-8 0,-9-2-3 0,9 2 1 16,0 0 7-16,0 0-5 0,0 0 0 0,0 0-1 15,0 0 3-15,-10-3-5 0,10 3-1 16,0 0-4-16,0 0 5 0,0 0 0 0,0 0 3 16,0 0-2-16,0 0 5 0,0 0-10 0,0 0 6 15,0 0-6-15,0 0 6 0,-11 1 3 0,11-1-3 16,0 0-1-16,0 0 4 0,0 0 5 0,-8-2-4 0,8 2-4 15,0 0 4-15,0 0-7 0,0 0 4 0,0 0-2 16,0 0 3-16,0 0 2 0,0 0-6 16,0 0-1-16,0 0 2 0,0 0 2 0,0 0-2 15,0 0 3-15,0 0-4 0,0 0-3 0,0 0 2 16,0 0 7-16,0 0-3 0,0 0-1 0,0 0 7 0,0 0-7 16,32 2-2-16,-32-2 0 0,11 0 8 0,-11 0-10 15,9 3 3-15,-9-3-7 0,12 0 6 0,-12 0 0 16,10 0 2-16,-10 0-1 0,9-1 0 15,-9 1 3-15,11 0-1 0,-11 0-6 0,8 1 8 16,-8-1 5-16,0 0-4 0,0 0-5 0,10-1 7 16,-10 1-8-16,0 0 3 0,0 0 2 0,0 0-7 0,0 0-3 15,0 0 3-15,11-2 11 0,-11 2-10 0,0 0-18 16,0 0 3-16,0 0-7 0,0 0-9 0,0 0-14 16,0 0 5-16,0 0-9 0,0 0-5 0,0 0-12 15,0 0-10-15,0 0-12 0,0 0-15 16,0 0-59-16,0 0-177 0,0 0 79 0</inkml:trace>
  <inkml:trace contextRef="#ctx0" brushRef="#br0" timeOffset="-139358.68">20422 4620 80 0,'0'0'117'0,"0"0"-16"0,0 0-7 0,0 0-11 16,0 0-5-16,0 0 1 0,0 0-20 0,0 0-4 16,0 0-5-16,0 0-2 0,0 0-6 0,0 0-5 15,0 0-9-15,0 0 6 0,0 0-14 0,0 0 5 16,0 0-2-16,0 0 1 0,0 0-6 0,0 0-9 16,0 0 7-16,0 0 4 0,4 23-12 0,-4-23 7 15,0 0-2-15,1 9 4 0,-1-9-2 0,0 0 0 16,4 7-14-16,-4-7 7 0,2 5-1 0,-2-5 1 15,0 0 0-15,0 0-6 0,4 7 2 0,-4-7 5 16,0 0-7-16,0 0 9 0,1 7-5 0,-1-7-9 16,0 0-10-16,0 0-12 0,0 0-17 0,0 0-14 15,0 0-19-15,0 0-22 0,-9 10-66 0,9-10-178 16,0 0 79-16</inkml:trace>
  <inkml:trace contextRef="#ctx0" brushRef="#br0" timeOffset="-132500.75">20464 4700 55 0,'0'0'49'0,"0"0"0"16,0 0-11-16,0 0-13 0,0 0-11 0,0 0-15 16,0 0-11-16,0 0-25 0,0 0-38 0,0 0 17 15</inkml:trace>
  <inkml:trace contextRef="#ctx0" brushRef="#br0" timeOffset="-115923.66">1968 11823 5 0,'0'0'9'0,"0"0"1"0,0 0-6 16,0 0-5-16,0 0-4 0,0 0-5 0,0 0 3 15</inkml:trace>
  <inkml:trace contextRef="#ctx0" brushRef="#br0" timeOffset="-81314.92">19590 4663 4 0,'0'0'47'0,"0"0"-19"0,0 0-15 15,0 0-21-15,0 0-6 0,0 0-16 0,0 0 8 16</inkml:trace>
  <inkml:trace contextRef="#ctx0" brushRef="#br0" timeOffset="-81147.01">19918 4659 37 0,'0'0'18'0,"10"0"-11"0,-10 0-18 16,16 1-11-16,-10 0 5 0</inkml:trace>
  <inkml:trace contextRef="#ctx0" brushRef="#br0" timeOffset="-80990.34">20247 4624 64 0,'1'-6'99'16,"-1"6"-13"-16,0 0-15 0,0 0-17 0,0 0-24 0,0 0-14 16,0 0-18-16,0 0-16 0,10 0-15 0,-10 0-29 15,0 0-66-15,14 6 30 0</inkml:trace>
  <inkml:trace contextRef="#ctx0" brushRef="#br0" timeOffset="-80724.28">20611 4698 27 0,'0'0'103'0,"0"0"-23"15,0 0-11-15,0 0-36 0,0 0-23 0,0 0-34 16,0 0-26-16,0 0-54 0,0 0 24 0</inkml:trace>
  <inkml:trace contextRef="#ctx0" brushRef="#br0" timeOffset="19324.64">27020 3771 3 0,'8'-15'8'0,"-4"4"0"0,0 0 2 16,0-2 7-16,1-1-9 0,-1 3 3 15,1-1-3-15,2 0 3 0,-5 1-2 0,2-3 2 0,-1 3-6 16,3 0 2-16,-1-4 3 0,4 0-4 0,-2 4 1 16,2-2-3-16,3-1 0 0,0 2 3 0,-1 1 0 15,3-3-7-15,-1 1 13 0,2 1-2 16,-2-1-5-16,1 0 0 0,-1 0-3 0,0-1 5 0,-2 2-4 15,2 2 0-15,0-3-2 0,-7 4 1 16,5-4 1-16,-3 3-4 0,0 1 3 0,1 0-3 16,-3-1 10-16,1 0 4 0,3 0-5 0,-2 0-2 15,-2-1 2-15,3-4-2 0,-1 5 0 0,1-4 2 0,-3 0-8 16,3 0 2-16,2 0 0 0,0 0 1 0,-2 0 6 16,3-2-6-16,3 1 1 0,-3 0 0 0,1 1-1 15,4-8 0-15,-7 8-1 0,-1-2 4 16,5 3-4-16,-5 0-2 0,0-3 3 0,2 0-2 15,-2 3 2-15,2-3-2 0,0 1-1 0,-1 1-2 16,-2-2 1-16,6 2-1 0,-5-1 6 0,4 1-7 16,-1-1-1-16,0 1-11 0,2-1 3 0,-1 0 4 15,0 2 0-15,2-6-2 0,-2 5-1 0,3-2 1 0,-3 1 3 16,1 1-5-16,3-8-6 0,-3 7 4 16,0-6 4-16,4 0-1 0,1 2 5 0,-3-1-1 15,-4 5-2-15,6-3 5 0,1-3-8 0,-5 7-1 16,3-5-5-16,-6 3-13 0,5 0-31 0,-3 3 15 15</inkml:trace>
  <inkml:trace contextRef="#ctx0" brushRef="#br0" timeOffset="64675.47">13811 4921 18 0,'0'0'31'0,"0"0"0"0,0 0-2 0,0 0 1 16,0 0-5-16,0 0-4 0,0 0-2 0,0 0 2 15,0 0-1-15,0 0 0 0,0 0-4 16,0 0-2-16,0 0 3 0,0 0 0 0,0 0 0 0,0 0-5 16,0 0-5-16,0 0 4 0,0 0-2 0,0 0 1 15,0 0 7-15,0 0-14 0,0 0-1 0,0 0 5 16,0 0-1-16,0 0-2 0,0 0-3 0,0 0 1 16,0 0 0-16,0 0-4 0,0 0 2 0,0 0 2 15,0 0-3-15,0 0 2 0,0 0 4 0,0 0-3 16,0 0 3-16,0 0-3 0,0 0 7 15,0 0-4-15,0 0-1 0,0 0-7 0,0 0 6 16,0 0-1-16,0 0 5 0,0 0-3 0,0 0-1 0,0 0-3 16,0 0 5-16,0 0-2 0,0 0 3 0,0 0-2 15,0 0-1-15,0 0-6 0,0 0 7 0,0 0 0 16,0 0 4-16,0 0-4 0,0 0 3 16,0 0 3-16,0 0-6 0,0 0 1 0,0 0 7 15,0 0-4-15,0 0 0 0,0 0 4 0,0 0 1 16,0 0-4-16,0 0 12 0,0 0-5 0,0 0 2 0,0 0 2 15,0 0 4-15,0 0-10 0,0 0 0 0,0 0 14 16,0 0-13-16,0 0-8 0,0 0 1 16,0 0 4-16,0 0 6 0,0 0-13 0,0 0-5 15,0 0 5-15,0 0-9 0,0 0-3 0,0 0-14 16,0 0-6-16,0 0-7 0,0 0 3 0,0 0-7 16,0 0-2-16,0 0-2 0,-4 7-17 0,4-7-31 0,0 9-96 15,0-9 42-15</inkml:trace>
  <inkml:trace contextRef="#ctx0" brushRef="#br0" timeOffset="66917.22">20468 4682 7 0,'0'0'22'0,"0"0"3"0,0 0-8 0,0 0-1 15,0 0 0-15,0 0 2 0,0 0 3 0,0 0-4 16,0 0-1-16,0 0-2 0,0 0 1 0,0 0-5 0,0 0-4 16,0 0-3-16,0 0 9 0,0 0-6 15,0 0 3-15,0 0-4 0,0 0-9 0,0 0 1 16,0 0-1-16,0 0-1 0,0 0-9 0,0 0-6 16,0 0-15-16,0 0-37 0,0 0 17 0</inkml:trace>
  <inkml:trace contextRef="#ctx0" brushRef="#br0" timeOffset="108525.43">17117 4296 6 0,'0'-11'24'0,"0"11"4"0,0 0-9 0,-2-10 3 0,2 10 6 15,0 0-7-15,-1-9 2 0,1 9-4 0,0 0-4 16,0 0 5-16,-2-7-2 0,2 7-1 0,0 0-2 16,-2-8 10-16,2 8-8 0,0 0-5 15,0 0-4-15,0-10 7 0,0 10-1 0,0 0-4 16,-1-9 12-16,1 9-7 0,0 0 4 0,-4-8-7 0,4 8 0 16,0 0 0-16,0-10 2 0,0 10-10 0,0 0 2 15,-2-8 11-15,2 8 11 0,0 0-12 0,-1-8 2 16,1 8 3-16,0 0-8 0,0 0-5 15,1-11 1-15,-1 11 1 0,0 0 1 0,0 0-4 16,0-10-9-16,0 10 16 0,0 0-5 0,0 0-6 16,0 0-2-16,0 0 2 0,0 0 2 0,0 0-6 0,0 0 6 15,0 0-5-15,0 0 3 0,0 0-1 0,0 0-2 16,0 0-3-16,0 0 3 0,0 0-2 16,0 0-1-16,-4 26 3 0,4-26-4 0,0 14 2 15,1-4-3-15,-2-1 2 0,1 1-5 0,0-1 1 16,-1 1 2-16,1-1-6 0,0 0-4 0,-2 0 4 15,1 1 9-15,0 1-13 0,1-3-1 0,-1-1-2 0,1 3 5 16,-2-2 5-16,2-8-2 0,0 14-2 16,0-5 1-16,-1-2 1 0,1-7 2 0,0 15-7 15,-1-8 3-15,-1 0-7 0,2-7-6 0,-1 12-2 16,1-12 5-16,-1 10-3 0,1-10 3 0,0 9-2 16,0-9 7-16,0 7-1 0,0-7 9 0,0 0-7 15,-2 7 3-15,2-7 3 0,0 0 1 0,0 0-2 16,0 0 3-16,0 0 5 0,0 0-3 0,0 0 4 15,0 0 1-15,0 0 2 0,0 0-1 0,0 0 4 16,0 0-2-16,0 0 1 0,-8-22-1 0,8 22-2 16,1-9 3-16,-1 9 1 0,0 0-2 0,4-14 1 15,-3 7 4-15,-1 7-9 0,4-13 7 0,-3 7-5 16,2-2 6-16,-1 1-3 0,1 0 5 0,-1 1-6 16,1-2 13-16,0 2 0 0,2-4-1 0,0 1-12 15,-4 2 16-15,1 0-1 0,0 0 2 0,0-1-9 16,0-1 2-16,-1 3-5 0,0-2 7 0,0 2-1 15,-1 6 4-15,3-16-2 0,-3 9-4 0,0 7 0 16,1-12-3-16,1 4 7 0,-2 8 0 0,1-11 5 16,-1 11-11-16,0-11 10 0,0 11 4 0,0-10-5 15,0 10-3-15,-1-10 4 0,1 10-1 0,-2-8-5 16,2 8-1-16,0 0 3 0,-1-8-13 0,1 8 6 16,0 0-3-16,-4-9 1 0,4 9-1 0,0 0 3 15,0 0-10-15,-2-5 15 0,2 5-10 0,0 0-4 16,0 0 2-16,0 0-7 0,0 0 7 0,0 0-4 15,0 0 6-15,0 0-3 0,0 0-1 0,0 0-2 16,-8 18 9-16,5-12-9 0,0 0 3 0,-1 3 2 16,0 0-3-16,0 0 0 0,0-1 2 0,0 2-4 15,0 0 4-15,1-1 1 0,-4-1-3 0,5 2-6 16,-1-1 9-16,-1 0 3 0,3-2-2 0,-1-1-2 16,-1 2 8-16,3-8-4 0,-3 13-3 0,2-8-4 15,0 2 1-15,1-7 5 0,0 12 1 16,0-12-11-16,-1 9 4 0,1-9 4 0,-2 8-4 15,2-8 9-15,0 0-12 0,-2 6 12 0,2-6 1 0,0 0-3 16,0 0 6-16,-4 5 2 0,4-5-3 0,0 0 4 16,0 0-3-16,0 0 0 0,0 0 0 0,0 0 4 15,0 0-12-15,0 0 9 0,0 0-2 0,6-23-6 16,-6 23 5-16,2-11-8 0,-1 5 5 0,-1 6 2 16,2-12-2-16,0 7-4 0,-2 5-1 0,1-12-7 15,0 5 10-15,1 1-1 0,0-1-6 0,-2 7 4 16,1-12-4-16,2 5 8 0,-3 7-3 0,3-10-3 15,-2 4-8-15,-1 6 6 0,2-10-1 0,-2 10 3 16,5-7-2-16,-5 7-1 0,2-7 6 0,-2 7 2 16,0 0-2-16,2-7-1 0,-2 7-5 0,0 0 1 15,0 0 5-15,0 0-7 0,0 0-6 16,3-6 6-16,-3 6 4 0,0 0 0 0,0 0-4 0,0 0 2 16,0 0-2-16,0 0-1 0,0 0-3 0,0 0 13 15,0 0-6-15,0 0 0 0,0 0-5 0,0 0 4 16,0 0-1-16,0 0 5 0,0 0 2 0,0 0-6 15,0 0-4-15,-7 23 10 0,7-23-4 16,0 0-2-16,-3 5 0 0,3-5 2 0,0 0-1 16,-4 8-7-16,4-8 6 0,0 0 5 0,-3 6 1 0,3-6 0 15,0 0 1-15,0 0-4 0,-2 5 3 0,2-5-4 16,0 0 7-16,0 0-9 0,0 0 5 0,0 0-4 16,0 0 2-16,0 0 0 0,0 0-7 0,0 0 11 15,0 0-6-15,0 0 10 0,-4 6-2 16,4-6 3-16,0 0-13 0,0 0-1 0,0 0 4 15,0 0 3-15,0 0 4 0,0 0-2 0,0 0-4 0,0 0-2 16,0 0 1-16,6-25 4 0,-6 25 3 0,5-7-10 16,-5 7 2-16,3-7 2 0,-3 7 0 0,5-6-2 15,-5 6 10-15,2-7-6 0,-2 7 7 0,3-6-9 16,-3 6-2-16,0 0-4 0,4-7 3 16,-4 7 3-16,0 0 3 0,0 0-10 0,3-7 14 15,-3 7-9-15,0 0-5 0,0 0 2 0,0 0 4 0,0 0 1 16,0 0-8-16,0 0 5 0,0 0 0 0,0 0 1 15,0 0-1-15,0 0-5 0,0 0 1 0,0 0 8 16,0 0-1-16,0 0-3 0,0 0 2 16,0 0 4-16,-2 21-7 0,2-21 3 0,-2 8-2 15,2-8 12-15,-3 9 3 0,3-9-18 0,-1 9 3 16,1-9 3-16,-2 9 5 0,2-9-5 0,-2 7 9 0,2-7-7 16,0 0-5-16,-1 7 9 0,1-7-4 0,0 0 2 15,-2 9-4-15,2-9 0 0,0 0-2 16,-2 6 1-16,2-6-3 0,0 0 8 0,0 0-1 0,0 0 0 15,0 0-4-15,0 0 0 0,-1 9 0 16,1-9 1-16,0 0 0 0,0 0 6 0,0 0-8 16,0 0 5-16,0 0-2 0,0 0 5 0,0 0-9 0,0 0 7 15,0 0-3-15,0 0 3 0,0 0 2 0,0 0-4 16,0 0-3-16,0 0-10 0,0 0 14 16,0 0-2-16,0 0 2 0,0 0 2 0,0 0-5 15,0 0-5-15,0 0 10 0,0 0-11 0,11-22 7 16,-11 22-1-16,3-9 3 0,-3 9-3 0,2-7-5 15,-2 7 8-15,3-9-2 0,-3 9-3 0,4-8-3 16,-4 8 8-16,4-9 1 0,-4 9-4 0,2-8 2 16,-2 8-3-16,1-5-1 0,-1 5-7 0,0 0 3 15,0 0 6-15,4-9 5 0,-4 9-4 0,0 0-3 16,0 0 0-16,0 0 2 0,0 0-4 0,0 0 3 16,0 0 1-16,0 0-15 0,0 0 12 0,0 0 4 15,0 0-2-15,0 0 2 0,0 0-4 0,-19 16 3 0,11-10-4 16,-2 0 9-16,1 2-3 0,-2-2 2 15,-3 4 3-15,2-5-10 0,-2 4-2 0,3-3-2 16,1-1 6-16,0 2 6 0,1-3-5 0,0 1 0 16,4-2 5-16,-2-1-6 0,7-2 1 0,-11 5 2 15,11-5-3-15,-5 4 1 0,5-4 1 0,0 0-4 16,-7 1 11-16,7-1-2 0,0 0-1 0,0 0 3 16,0 0-9-16,0 0 0 0,-2-15 6 0,2 15 0 15,0 0-3-15,9-16 1 0,-4 11 1 0,2-3-4 16,-1 1 0-16,1 0-4 0,-2 2 20 0,2-2-17 15,1 1-1-15,2 0-4 0,-1 0 11 0,-2 0-7 16,0 1 0-16,2-1 11 0,-2 3-9 0,0-1-1 16,0 1 5-16,0 0-11 0,-2-1 9 0,-5 4-4 15,12-4-3-15,-7 3 2 0,-5 1 3 0,10-5 5 16,-6 3-10-16,-4 2 1 0,10-4 10 0,-10 4-3 16,11-3-11-16,-5 2 9 0,-6 1 1 0,9-2-9 15,-9 2 6-15,8-1 3 0,-8 1-2 0,0 0 3 16,10-2-6-16,-10 2 0 0,0 0 4 0,9-2-3 15,-9 2 6-15,0 0-9 0,10-1 2 0,-10 1 4 16,0 0 1-16,8 0-2 0,-8 0-8 0,0 0 2 16,6 5 7-16,-6-5-4 0,4 5-1 0,-4-5 8 15,4 9-1-15,-3-4-5 0,3 1 2 0,-4-6 6 16,5 11-1-16,-2-6 1 0,2 0 4 0,0 2 3 16,0-2 2-16,-1 0 4 0,2 0-15 0,-1 2 5 15,0-3 7-15,2 1-1 0,-2-2 2 0,0 1 2 16,0 0-7-16,0 0 19 0,0 0-5 0,2-2 5 15,-2 2-10-15,-5-4-4 0,9 5 1 0,-9-5 3 16,7 3 17-16,-7-3-18 0,8 3 5 0,-8-3 9 16,0 0 0-16,6 1 2 0,-6-1 11 0,0 0 2 15,0 0-6-15,0 0-5 0,0 0-1 0,0 0-3 16,0 0-3-16,0 0 0 0,8-7-11 0,-8 7 2 16,0 0-5-16,0-10-1 0,0 10-1 0,0 0-3 15,-1-10 0-15,1 10-3 0,0 0 0 0,0 0-1 16,-1-10-9-16,1 10 9 0,0 0 0 0,0 0-5 15,0 0 1-15,-2-9-8 0,2 9-16 0,0 0-5 16,0 0-22-16,0 0 3 0,0 0-10 0,0 0-1 16,0 0-1-16,0 0-17 0,0 0 9 0,0 0-17 15,0 0 4-15,0 0-12 0,0 0-9 0,-18 14-1 16,13-9-57-16,1-1-168 0,-2 1 75 0</inkml:trace>
  <inkml:trace contextRef="#ctx0" brushRef="#br0" timeOffset="111157.23">17034 4215 22 0,'0'0'19'0,"0"0"-1"0,0 0 0 0,0 0-2 16,0 0-8-16,-2-7 3 0,2 7-4 0,0 0-1 15,0 0 1-15,0 0-4 0,0 0 5 0,0 0-5 16,0 0-6-16,0 0 5 0,0 0 4 0,0 0-2 16,0 0 4-16,-16 9-3 0,16-9-2 0,-6 7 3 15,3-3 0-15,3-4-4 0,-8 8-1 0,4-5 3 16,4-3-6-16,-6 7 6 0,0-3 2 0,6-4-2 16,-7 5-1-16,7-5 1 0,-5 4 3 0,5-4-4 15,-5 4 3-15,5-4 0 0,0 0 5 0,0 0 3 16,-5 3 3-16,5-3-8 0,0 0 2 15,0 0 8-15,0 0-8 0,0 0 2 0,0 0-6 0,0 0 6 16,0 0-3-16,0 0-2 0,0 0 3 0,0 0 1 16,0 0-9-16,0 0-1 0,0 0 4 0,0 0-6 15,0 0-3-15,0 0-5 0,11-20 1 16,-4 16 11-16,0 0-11 0,2 0-2 0,0 1 5 0,4-1-2 16,-3 0-1-16,2-2 3 0,1 3-4 15,-1-2 5-15,0 2-3 0,2-1 0 0,-2-2 2 0,0 3 0 16,0-1 6-16,-3 2-2 0,1-3 4 0,-1 2 2 15,-3-1 1-15,4 0 1 0,-3 2 1 0,-1-1-2 16,-1 0 4-16,-5 3 0 0,9-7 0 16,-9 7 3-16,9-4-1 0,-9 4 11 0,5-5-11 15,-5 5 5-15,5-4 0 0,-5 4-6 0,0 0-1 16,0 0-3-16,7-2 2 0,-7 2-5 0,0 0-6 0,0 0 16 16,0 0-13-16,0 0 7 0,0 0-4 0,0 0-1 15,4 12 10-15,-4-12-9 0,0 0 0 0,0 0-5 16,0 9 7-16,0-9-4 0,0 0-1 15,0 0 1-15,0 0 3 0,0 0-3 0,0 0-2 16,0 8 4-16,0-8 3 0,0 0-5 0,0 0 3 16,0 0-1-16,0 0 5 0,0 0 0 0,0 0-8 15,0 0 2-15,0 0 3 0,0 0 7 0,0 0-1 0,0 0 4 16,0 0 2-16,0 0-8 0,0 0 2 16,0 0 8-16,0 0-1 0,0 0 2 0,0 0-3 15,0 0-5-15,0 0 1 0,0 0-1 0,0 0-6 16,0 0 11-16,0 0-3 0,0 0-9 0,0 0 8 15,0 0 1-15,0 0-3 0,0 0 10 0,0 0-17 0,0 0-3 16,0 0 4-16,0 0-5 0,0 0 2 16,0 0 4-16,0 0-10 0,0 0 6 0,0 0-4 15,0 0 0-15,0 0-19 0,0 0-18 0,0 0-18 16,0 0-16-16,0 0-14 0,-3 8-47 0,3-8-141 16,-8 11 64-16</inkml:trace>
  <inkml:trace contextRef="#ctx0" brushRef="#br0" timeOffset="111834.31">16871 5053 85 0,'0'0'73'0,"0"0"-3"0,0 0-3 16,4-8-2-16,-4 8-16 0,0 0 1 15,0 0-10-15,0 0-3 0,0 0 0 0,4-11-6 16,-4 11 1-16,0 0-10 0,0 0 1 0,0 0-1 16,0 0-2-16,0 0-6 0,5-6-3 0,-5 6 5 15,0 0-5-15,0 0-4 0,0 0-4 0,9-7 4 16,-9 7 2-16,0 0-5 0,0 0 0 0,0 0 0 16,0 0-3-16,0 0 6 0,1-11-7 0,-1 11-4 15,0 0-22-15,0 0 6 0,0 0-2 0,0 0-9 16,3-10-1-16,-3 10-10 0,0 0-12 0,0 0-45 15,2-4-107-15,-2 4 49 0</inkml:trace>
  <inkml:trace contextRef="#ctx0" brushRef="#br0" timeOffset="114690.88">17268 5374 12 0,'0'0'36'0,"1"-9"-4"16,-1 9-4-16,1-9-4 0,-1 9-4 0,3-10-5 16,-2 5 3-16,-1 5-4 0,5-14-3 0,-2 6-1 0,-1-1-4 15,1-2-2-15,-1-1-12 0,0 1-29 16,-1-5-41-16,-1 1 18 0</inkml:trace>
  <inkml:trace contextRef="#ctx0" brushRef="#br0" timeOffset="143481.07">9835 16725 15 0,'0'0'35'0,"-8"-6"7"0,8 6-12 16,0 0 5-16,0 0 1 0,-2-8 7 0,2 8 2 15,0 0 2-15,0 0 2 0,0 0 8 0,0 0 3 16,5-21 11-16,-5 21-15 0,1-9 6 0,1 4-1 16,-2 5-3-16,1-9 5 0,-1 9 4 0,0 0-1 15,1-11-11-15,-1 11-2 0,0 0-4 16,0-9 4-16,0 9 0 0,0 0 2 0,0 0-1 0,3-8 0 16,-3 8 3-16,0 0-5 0,0 0-3 15,0 0-4-15,1-6 2 0,-1 6-5 0,0 0-4 16,0 0-2-16,0 0-2 0,0 0-6 0,0 0-1 15,0 0-4-15,0 0-8 0,0 0 0 0,0 0 0 0,0 0-6 16,0 0 6-16,0 0-13 0,0 0 7 0,0 0-1 16,7 21 3-16,-4-14-6 0,0 1 0 15,-2 4 0-15,3 0-3 0,-2 0 4 0,1 4-3 16,-2-4-1-16,1 3 1 0,-1 0 0 0,0-1-1 16,2 2 7-16,0-1-11 0,-1 3 5 0,0-4-1 15,-3-2-2-15,2 1 7 0,0 3-1 0,-1-5-3 16,0-1-4-16,2-1-8 0,-5 1-16 0,2-1-15 15,1 0-11-15,0-9-27 0,-4 12-18 0,2-6-26 16,2-6-22-16,-3 9-107 0,3-9-269 0,0 0 119 16</inkml:trace>
  <inkml:trace contextRef="#ctx0" brushRef="#br0" timeOffset="143741.29">9999 16697 39 0,'0'0'168'0,"2"-7"-11"0,-2 7-1 16,0 0-16-16,0 0-7 0,0 0-16 0,7-6-10 15,-7 6-10-15,0 0-1 0,0 0-4 0,0 0-12 16,0 0 0-16,0 0-4 0,11 18-4 0,-8-11-4 16,-1 3-7-16,2 0-8 0,-4 2 1 15,1 1-8-15,0 5-6 0,1 7-1 0,-2-7-8 16,0-1-1-16,0 2-3 0,0-2 1 0,0 0-2 15,-3 0 2-15,1 0-10 0,-5-1-24 0,4 1-15 16,-1-4-19-16,1-1-28 0,1 0-31 0,-1 1-40 0,-2-6-159 16,2 3-322-16,-2-4 142 0</inkml:trace>
  <inkml:trace contextRef="#ctx0" brushRef="#br0" timeOffset="143985.47">10263 16697 70 0,'0'0'155'0,"0"0"-6"0,4-5-3 0,-4 5-8 16,0 0 0-16,0 0-4 0,0 0-6 0,3 24-8 16,0-14-8-16,-4 2-12 0,2 5-5 0,-2 2-6 15,-1 0-12-15,2 0-4 0,0-1-11 0,0 6 0 16,2-7-6-16,-2 2-6 0,-4-3-7 0,6 1-23 15,-4 0-15-15,1-5-20 0,0 1-30 0,1-2-31 16,0 0-14-16,0-1-64 0,-1-4-120 0,-2 0-296 16,3-6 130-16</inkml:trace>
  <inkml:trace contextRef="#ctx0" brushRef="#br0" timeOffset="144235.67">10534 16738 14 0,'7'6'134'0,"-2"5"-8"16,0 0-13-16,-4 2-13 0,0 5-9 0,-2 6-7 0,-2-5-8 15,-2 7-6-15,-1-2-9 0,-2 1-7 0,0-7-4 16,-4 6-6-16,0 2-22 0,-2-4-13 15,1-1-2-15,-4 5-12 0,0-4-12 0,-1 2-26 16,-1-2-30-16,-3-1-18 0,-2-2-47 0,0-3-149 16,-2-2 66-16</inkml:trace>
  <inkml:trace contextRef="#ctx0" brushRef="#br0" timeOffset="144461.47">9393 16821 172 0,'-23'22'174'0,"2"1"-10"16,3 3-11-16,4 1-15 0,0 3-10 0,7 0-13 16,0-1-8-16,5 1-14 0,3-1-9 0,3 1-5 15,6-1-8-15,2-3-7 0,5-2-16 16,6-5-25-16,4 1-25 0,8-6-56 0,13 1-60 15,-8-5-122-15,11-5-259 0,4-5 116 0</inkml:trace>
  <inkml:trace contextRef="#ctx0" brushRef="#br0" timeOffset="144628.94">10325 16254 121 0,'-6'-9'204'16,"1"-1"-40"-16,5 10-37 0,-2-10-37 0,2 10-39 16,0 0-40-16,0 0-53 0,0 0-79 0,0 0-132 15,0 0 59-15</inkml:trace>
  <inkml:trace contextRef="#ctx0" brushRef="#br0" timeOffset="146992.65">17156 4395 19 0,'0'0'17'0,"0"0"-4"0,0 0 4 0,0 0-8 15,11 1 0-15,-11-1-5 0,0 0 1 16,0 0-7-16,0 0-2 0,0 0-2 0,0 0 1 0,0 0-8 16,0 0-14-16,0 0 7 0</inkml:trace>
  <inkml:trace contextRef="#ctx0" brushRef="#br0" timeOffset="150876.31">17104 4271 47 0,'0'0'41'16,"0"0"0"-16,0 0-7 0,0 0-7 0,0 0-2 16,0-8 0-16,0 8-7 0,0 0 2 0,0 0-8 15,0 0-5-15,0 0 4 0,0 0 3 0,0 0-9 16,0 0-3-16,10 14-5 0,-10-14-3 0,0 0 6 16,3 8-8-16,-3-8 0 0,0 0 5 0,2 7-4 15,-2-7-1-15,2 9-5 0,-2-9 2 0,1 6 4 16,-1-6 0-16,1 7 1 0,-1-7-2 0,0 0 4 15,3 7-1-15,-3-7 5 0,0 0-2 0,0 0 6 16,2 7 8-16,-2-7 3 0,0 0-5 0,0 0 2 16,0 0-5-16,0 0 10 0,0 0-5 0,0 0 2 15,0 0 5-15,0 0 0 0,0 0-6 0,0 0 3 16,0 0 1-16,0 0-2 0,0 0-2 0,0 0-3 16,0 0 1-16,-6-22 3 0,6 22-4 0,0 0 5 15,-3-9-3-15,3 9 1 0,-2-6 12 0,2 6-5 16,0 0-6-16,-4-9 3 0,4 9 0 0,0 0 6 15,-4-5-9-15,4 5 8 0,0 0 1 16,0 0-11-16,0 0 2 0,-6-6-7 0,6 6 2 0,0 0 7 16,0 0-7-16,0 0 12 0,0 0-5 0,0 0-3 15,0 0-12-15,0 0 8 0,0 0-4 0,0 0-5 16,0 0 4-16,0 0 3 0,0 0-5 0,0 0 1 16,0 0-3-16,0 0 0 0,0 0 1 15,0 0-8-15,0 0 5 0,0 0-2 0,0 0 22 0,0 0-30 16,0 0 8-16,0 0-7 0,0 0-6 0,0 0 3 15,0 0-10-15,0 0 0 0,7 27-4 0,-5-21-4 16,-2-6 2-16,3 13-3 0,1-3-7 0,-1 0 0 16,1 0-5-16,-2 2 0 0,2-2-31 0,0 0-82 15,1 3 36-15</inkml:trace>
  <inkml:trace contextRef="#ctx0" brushRef="#br0" timeOffset="155748.29">16976 4731 35 0,'0'0'35'0,"0"0"-2"15,0 0-7-15,0 0-3 0,0 0-6 0,0 0-11 16,0 0-4-16,0 0-9 0,0 0 0 0,0 0-2 16,0 0-3-16,0 0 0 0,0 0 2 0,0 0 5 15,0 0-15-15,0 0 18 0,0 0-6 0,0 0 4 0,0 0 2 16,0 0 1-16,0 0-5 0,0 0-1 0,0 0 6 15,0 0-10-15,-13 3 11 0,13-3-1 16,0 0 1-16,0 0-4 0,0 0 5 0,0 0-5 16,0 0 1-16,0 0-4 0,0 0-9 0,0 0 4 15</inkml:trace>
  <inkml:trace contextRef="#ctx0" brushRef="#br0" timeOffset="156570.79">16952 4014 23 0,'0'0'64'0,"0"0"1"0,0 0-8 16,0 0-3-16,0 0-10 0,0 0-6 0,0 0 4 16,0 0-15-16,0 0 10 0,0 0-1 0,0 0-11 15,0 0 13-15,0 0-4 0,0 0 0 0,0 0-2 16,0 0-4-16,0 0 11 0,0 0-5 0,0 0 2 16,0 0-15-16,0 0 10 0,0 0 1 0,0 0-7 15,0 0-21-15,0 0-15 0,0 0-34 0,0 0-18 16,0 0-68-16,-3 9-141 0,3-9 63 0</inkml:trace>
  <inkml:trace contextRef="#ctx0" brushRef="#br0" timeOffset="-200208.51">11918 7977 22 0,'0'0'63'0,"4"-9"-4"0,-4 9-7 16,4-4-5-16,-4 4 2 0,0 0-5 0,3-7-6 16,-3 7-1-16,0 0-11 0,0 0 2 0,0 0-7 15,0 0-1-15,2-8-7 0,-2 8-1 0,0 0 0 16,0 0-9-16,0 0-3 0,0 0-1 0,0 0 7 15,0 0-8-15,0 0-1 0,0 0-2 0,0 0 1 16,0 0 4-16,0 0-3 0,0 0-6 0,0 0 4 16,0 0 3-16,4-6-10 0,-4 6 1 0,0 0-6 15,0 0 6-15,0 0-3 0,0 0 3 0,0 0 0 16,0 0 1-16,0 0-1 0,0 0-2 0,0 0 4 0,0 0-5 16,0 0 3-16,0 0-3 0,0 0 1 15,0 0 0-15,0 0 2 0,0 0 2 0,0 0 1 16,0 0-3-16,0 0 3 0,0 0 5 0,0 0 1 15,0 0-2-15,0 0 9 0,0 0-4 0,-4-12 1 0,4 12 3 16,0 0 2-16,0 0 0 0,0 0-5 16,0 0 3-16,0 0-3 0,0 0 0 0,2-7 2 15,-2 7 5-15,0 0-9 0,0 0 3 0,0 0-3 16,0 0 5-16,0 0-5 0,0 0 0 0,0 0 2 16,0 0-1-16,0 0-5 0,0 0 4 0,3-7 9 0,-3 7-3 15,0 0 3-15,0 0-6 0,0 0 6 16,0 0-2-16,4-5 2 0,-4 5-4 0,0 0 0 0,0 0-1 15,0 0 5-15,5-6-4 0,-5 6 0 16,0 0 2-16,0 0 0 0,4-6-6 0,-4 6-4 0,0 0 13 16,0 0 1-16,0 0-10 0,0 0 5 0,0 0-8 15,0 0-1-15,0 0-3 0,0 0-3 0,0 0-6 16,0 0-8-16,4-4-5 0,-4 4-33 0,0 0-66 16,0 0 30-16</inkml:trace>
  <inkml:trace contextRef="#ctx0" brushRef="#br0" timeOffset="-197155.97">12069 7799 55 0,'0'0'67'0,"0"0"-7"0,0 0-6 0,0 0-8 15,0 0-2-15,0 0-2 0,0 0-5 0,0 0-1 16,0 0-8-16,0 0-3 0,0 0 2 0,0 0-10 16,0 0 1-16,0 0 5 0,0 0-6 0,0 0-4 15,0 0 0-15,0 0-2 0,0 0-1 0,0 0-4 16,0 0 4-16,0 0-4 0,0 0-4 0,0 0 5 15,0 0 0-15,0 0 0 0,0 0 1 0,0 0-6 16,0 0 4-16,0 0-1 0,0 0-5 0,0 0 2 16,0 0 2-16,0 0-2 0,0 0 1 0,0 0 0 15,0 0 6-15,0 0-5 0,0 0-3 0,0 0-4 16,0 0 2-16,0 0 0 0,0 0 3 0,0 0-4 16,0 0 0-16,0 0 1 0,0 0 1 0,0 0 7 15,0 0-6-15,0 0 0 0,0 0-2 0,2 9 0 16,-2-9 0-16,0 0 4 0,0 0-1 0,0 0-2 15,0 0 2-15,0 0-2 0,0 0 0 0,0 0-2 16,0 0-1-16,0 0 0 0,0 0 5 0,0 0-1 16,0 0 2-16,0 0-3 0,2 6 2 0,-2-6-2 15,0 0-1-15,0 0 3 0,0 0 5 0,0 0-10 16,0 0 2-16,0 0 1 0,0 0 0 0,0 0-3 16,0 0 2-16,0 0-4 0,0 0-1 0,0 0-2 15,0 0 2-15,0 0-8 0,0 0-1 0,0 0-1 16,0 0-2-16,0 0-7 0,0 0-7 0,0 0-4 15,0 0-11-15,0 0-39 0,0 0-93 0,0 0 41 16</inkml:trace>
  <inkml:trace contextRef="#ctx0" brushRef="#br0" timeOffset="-190410.46">12013 8008 7 0,'0'0'9'0,"0"0"-3"0,0 0-7 0,0 0-3 15,0 0-4-15,0 0 2 0</inkml:trace>
  <inkml:trace contextRef="#ctx0" brushRef="#br0" timeOffset="-181367.72">29600 4583 34 0,'0'0'120'15,"0"0"-18"-15,0 0-4 0,0 0 9 0,24-1-28 16,-2 1-2-16,7-4-18 0,5 1-17 0,3 0-23 16,0 0-19-16,15-3-17 0,-13 2-31 0,-2 0-64 15,1 0-122-15,0-1 54 0</inkml:trace>
  <inkml:trace contextRef="#ctx0" brushRef="#br0" timeOffset="-173380.41">25475 7115 18 0,'0'0'32'0,"-5"6"-15"0,5-6 4 0,0 0 3 16,-2 7-3-16,2-7-2 0,0 0-5 0,-6 7-5 15,6-7-7-15,0 0-8 0,-4 6-5 0,4-6-2 16,0 0 0-16,-6 8-10 0,6-8 23 0,-4 2-19 16,4-2-20-16,-9 3 9 0</inkml:trace>
  <inkml:trace contextRef="#ctx0" brushRef="#br0" timeOffset="-95671.46">16979 5221 26 0,'0'0'27'0,"0"0"-3"15,0 0-2-15,0 0-3 0,0 0 0 0,0 0-2 16,0 0-4-16,0 0 2 0,0 0-5 0,0 0 3 0,0 0-1 15,0 0-2-15,0 0-1 0,0 0-3 0,0 0 3 16,0 0-3-16,0 0-4 0,0 0 0 16,0 0-4-16,0 0 1 0,0 0 0 0,0 0-2 15,0 0 0-15,0 0-1 0,0 0 0 0,0 0 5 16,0 0-2-16,0 0 1 0,0 0-7 0,0 0-4 16,0 0-3-16,0 0 5 0,0 0-1 0,0 0-2 0,0 0 0 15,0 0 0-15,0 0 2 0,0 0-1 16,0 0-2-16,0 0-8 0,0 0-22 0,0 0 10 15</inkml:trace>
  <inkml:trace contextRef="#ctx0" brushRef="#br0" timeOffset="-91514.09">28008 8883 96 0,'0'0'132'0,"0"0"-9"0,0 0-3 0,0 0-12 16,0 0-3-16,0 0-12 0,0 0-15 0,0 0-9 15,0 0-8-15,0 0-5 0,0 0-5 0,0 0-1 0,0 0-2 16,0 0-4-16,0 0-5 0,0 0 0 16,0 0 2-16,0 0-1 0,15 11-2 0,-12-6-2 15,-3-5 4-15,5 7 4 0,-3 0-9 0,2-1 0 0,1-2-4 16,-2 2 9-16,3 4 5 0,-3-5-6 0,1 1-8 16,1 2-3-16,-1 1 1 0,3-2 1 0,-2 2 5 15,-1-2 4-15,2 3-6 0,-1-1-2 16,1-1-4-16,0 1 1 0,-2-2-7 0,2 1 1 0,-2 1-1 15,1-4 0-15,0 4-3 0,2-2 0 0,-1 0 3 16,-1-1-1-16,0 3-1 0,1 1 5 0,1-3-4 16,-2 2 7-16,-1 1-6 0,4-2 7 15,-3 2-3-15,4-4-1 0,-4 2 2 0,4 2 0 0,-3-3-9 16,1 0 8-16,2-1-3 0,-4-1-3 16,2 3 2-16,-1-1-3 0,4 0 0 0,-4-3 1 0,2 2 2 15,0 1-2-15,-1-1-4 0,3-1 2 0,-2 0-1 16,0 2 6-16,3-2-1 0,-1 1 4 0,1 0 1 15,0 0-5-15,0 0-3 0,5 3 0 0,-5-4-3 16,0 1 5-16,3 2-6 0,-3-2-2 0,1-1 2 16,1 1-3-16,-1 0 0 0,3 1 3 0,-3-1-1 15,0-2-3-15,-2 1-2 0,1 0 3 0,3 1-1 16,-3-1 11-16,3-2-10 0,-3 2 1 0,-1-1-4 16,2 1 5-16,3-1-6 0,-3 2 7 0,1-2-7 15,1 1 2-15,-3-2 12 0,2 2-12 0,1-2 0 16,-4 2 0-16,2-2 0 0,2 2 8 0,-3-2-10 15,1 1 3-15,-1 0-4 0,1-2 2 0,-1 2 1 16,1-1 8-16,-3 1-9 0,5 0 5 0,-4-3-4 16,1 3 0-16,0 0-1 0,0 0-1 0,-2 0 3 15,3-2-1-15,1 1-3 0,-1 0 4 0,0-1 5 16,2 1-3-16,-1 0-1 0,-1 0 21 0,2-2-2 16,-2 1-3-16,-1 1-2 0,3-2 1 0,0 1-2 15,-1-1 0-15,0 2-3 0,1-1 3 0,3 0-4 16,-3-1-1-16,-1 0 8 0,2 0-14 0,-4 1 0 15,7-1-1-15,-1 1 1 0,1-1 0 0,-3 0-2 16,-1 0 0-16,-1 2-2 0,1-3-1 0,-2 1 0 16,0 0 1-16,1 1-3 0,-1-2 7 0,-1 1 4 15,2 0-5-15,-2-1-6 0,1 0 5 0,-3 2-6 16,1-2 4-16,3 0 4 0,-5 0-8 0,-1 0 8 0,-7 0 5 16,19 0-2-16,-8 0-3 0,0 0 2 15,-1 0 3-15,1 0-3 0,0 0 0 0,1 0-10 16,-1 0 6-16,2 0 2 0,-2 0-2 0,2 0-6 15,-1 0 10-15,-1-2-9 0,3 1 0 0,-2 0 8 0,2-1-8 16,-4 1-3-16,-2 0 3 0,3-1 2 16,-1 0-2-16,1 1 5 0,0 0-11 0,-1 1 3 15,1-3 0-15,-3 3 6 0,-8 0-4 0,16 0 3 16,-6-3 4-16,1 1-7 0,-3 2 7 0,3-2-7 0,-11 2 2 16,15-2-3-16,-5-1 0 0,-1 2 1 0,1-1 1 15,0 2-4-15,2-1 2 0,-2-1 2 0,0 2-4 16,2-1 4-16,-2-1 5 0,2 2 0 0,0-1-3 15,0-2 10-15,-1 2-11 0,2-2 7 0,0 1 3 16,1 1-5-16,-3-2-7 0,1 2 11 0,1-1-4 16,-2 0-3-16,3 1 7 0,-2-2-21 15,-1 0 17-15,2 1-7 0,-3 0 6 0,4-2 1 0,-2 2-1 16,-2 0 8-16,3-1-18 0,-3 1 13 16,0-2-7-16,3 0 6 0,0 0-7 0,0-1 2 0,1-3 7 15,0 4 2-15,1-2-8 0,-1 2-6 0,-1-1 5 16,0 0 4-16,3-1-4 0,-4 2-4 0,2-2 8 15,1 0-6-15,-2 0-5 0,1-1 11 0,-1 2-9 16,0 0 5-16,-3-1-1 0,4 0-4 0,-4 0 5 16,0 1 1-16,2 0-7 0,-3 0 10 0,2 0-19 15,2-2 16-15,0-2 2 0,-3 3 2 0,-1 1-6 16,1-2 4-16,0 0-15 0,1 0 9 0,-2 0 0 16,2 0-3-16,-1 1 2 0,-1-1 1 0,3 0 2 15,-3 0-6-15,1-1-14 0,-1 4 20 0,1-2 1 16,0-2-7-16,-2 0 3 0,2-1 2 0,-1 2-11 15,0 1 12-15,1-1 0 0,-2 1-9 0,1 1 2 16,-2 0-1-16,3 1 1 0,-5-1 2 0,2-2 2 16,1 1 3-16,1 1-5 0,-1 0 1 0,-1-1 0 15,0 1 2-15,0 2-8 0,1-3 6 0,-3 3 17 16,2-1-20-16,-2 0 5 0,2 0-10 0,-2 0 17 16,4-2-11-16,-1-1-3 0,1 2-1 0,-1-1-11 15,-1 0 17-15,2-1 1 0,1-1-6 0,0 2 8 16,-3-1-2-16,3 1-5 0,-1 0-1 0,0-1 4 15,3 1-4-15,-5-1 7 0,0 4-8 0,1-3 0 16,0 0 2-16,0 1 5 0,0-1 3 0,0 0-3 0,-2 2-6 16,0-1 1-16,-1 0 2 0,2-1 0 15,1 0-3-15,-2 2 0 0,0-2 4 0,-1 2 2 16,2-2-1-16,0 0-16 0,0 1 14 0,-1 0 5 16,2-2-3-16,-3 3 10 0,1 1-15 0,1-2 0 0,-2 2 1 15,0-1 2-15,1-1 1 0,2 0-13 16,1-1 13-16,-1 0 0 0,-1 0 0 0,0 2-6 15,3-2 8-15,-5 0 2 0,1 2-5 0,0 0 8 16,2-1-1-16,-3 0-2 0,2 3 5 0,-2-2-13 16,0 0 21-16,0 0-2 0,2-2 3 0,-2 2-1 0,0 1 4 15,1-3-7-15,-1 2-1 0,2 0 1 0,-2 1 2 16,-1-1 4-16,1-2 1 0,-5 6 1 0,9-7-16 16,-7 3 7-16,3-1 1 0,-5 5 2 0,9-6 2 15,-6 2-5-15,-3 4 0 0,6-6-3 0,-2 2 1 16,-4 4-3-16,8-7 4 0,-8 7-6 0,5-7 5 15,-1 5-5-15,-4 2 7 0,6-6 0 0,-6 6 2 16,7-6-2-16,-7 6 0 0,4-5-3 16,-4 5 5-16,6-5-2 0,-6 5-2 0,0 0 1 0,4-5 1 15,-4 5 0-15,3-4 3 0,-3 4 0 0,0 0 2 16,0 0 1-16,6-7 0 0,-6 7 1 16,0 0 0-16,2-6-1 0,-2 6-3 0,0 0-4 15,0 0 3-15,4-7 1 0,-4 7-4 0,0 0-2 0,3-7 3 16,-3 7-4-16,0 0 2 0,0 0 0 0,0 0-2 15,2-8-1-15,-2 8 5 0,0 0-14 0,0 0 16 16,3-4-2-16,-3 4-4 0,0 0-1 0,3-7 5 16,-3 7-6-16,0 0 1 0,0 0 0 0,0 0-2 15,0 0 2-15,3-7-7 0,-3 7 2 0,0 0 1 16,0 0 0-16,0 0-1 0,4-5-1 0,-4 5-2 16,0 0 2-16,2-6 3 0,-2 6-5 0,0 0 4 15,0 0-6-15,3-8-4 0,-3 8 8 0,0 0 0 16,1-6 1-16,-1 6-2 0,5-5 0 0,-5 5 0 15,0 0 2-15,0 0 0 0,3-9-3 0,-3 9 3 16,0 0-2-16,3-7 0 0,-3 7 0 0,3-6-1 16,-3 6-2-16,0 0 0 0,4-9 0 0,-4 9 2 15,5-8-1-15,-5 8 1 0,3-5-2 0,-3 5-1 16,0 0 2-16,5-6-2 0,-5 6 2 0,0 0-1 16,4-6 3-16,-4 6-6 0,0 0 5 0,0 0-4 15,0 0 2-15,0 0 0 0,0 0 3 0,5-6-4 16,-5 6-4-16,0 0 4 0,0 0 1 0,0 0 6 0,0 0-8 15,0 0 0-15,5-5-3 0,-5 5 8 16,0 0-1-16,0 0-1 0,0 0 2 0,0 0-2 16,0 0 1-16,0 0-4 0,0 0 5 0,0 0-2 15,0 0 2-15,0 0-1 0,4-6-4 0,-4 6 1 16,0 0 4-16,0 0-1 0,0 0-2 0,0 0 0 16,0 0 1-16,0 0-1 0,0 0 3 0,0 0-1 15,0 0 0-15,0 0 0 0,0 0-2 0,2-7-1 16,-2 7 4-16,0 0-2 0,0 0 3 0,0 0-4 15,0 0 3-15,0 0-3 0,0 0 1 0,0 0 3 0,0 0-2 16,0 0-3-16,0 0 5 0,0 0 1 16,0 0 1-16,0 0-9 0,0 0 8 0,0 0-4 0,0 0 3 15,0 0-3-15,0 0-1 0,0 0 0 16,0 0 1-16,0 0 0 0,0 0-1 0,0 0 0 0,0 0 0 16,2-6-1-16,-2 6 0 0,0 0 0 0,0 0-4 15,0 0-18-15,0 0-16 0,0 0-19 0,0 0-12 16,0 0-41-16,0 0-47 0,0 0-38 15,0 0-33-15,0 0-29 0,0 0-30 0,0 0-26 0,0 0-28 16,0 0-32-16,-13 23-237 0,4-17-662 0,0 2 294 16</inkml:trace>
  <inkml:trace contextRef="#ctx0" brushRef="#br0" timeOffset="-87590.05">27991 8944 20 0,'0'0'21'0,"0"0"4"0,0 0-5 15,0 0-1-15,0 0 4 0,-5-3 0 0,5 3 3 0,0 0-1 16,0 0-5-16,0 0 0 0,-11-2 2 0,11 2-15 16,0 0 11-16,0 0-3 0,0 0 2 15,0 0 10-15,0 0-7 0,-11 0-3 0,11 0 9 16,0 0-7-16,0 0 4 0,0 0-9 0,0 0 4 15,0 0-1-15,0 0-1 0,-9-2-7 0,9 2 2 0,0 0 0 16,0 0 0-16,0 0-10 0,0 0 11 0,0 0-6 16,0 0 3-16,0 0-1 0,-10-1 0 15,10 1 0-15,0 0 4 0,0 0-6 0,0 0 0 0,0 0-1 16,0 0 7-16,0 0-10 0,0 0 8 0,0 0-2 16,0 0-9-16,-10 3 8 0,10-3-7 0,0 0 7 15,0 0-2-15,-5 6 4 0,5-6-1 16,0 0 1-16,-4 9-1 0,4-9 7 0,-4 7-3 15,4-7 3-15,-6 7 3 0,6-7 0 0,0 9-7 0,0-9 4 16,-4 10-2-16,4-10-5 0,-1 7 6 0,1-7 0 16,-3 10-1-16,2-4-3 0,1-6 4 0,-2 11 3 15,2-11-3-15,-2 11 1 0,2-11-4 0,-4 9-2 16,4-3 15-16,0-6-4 0,-3 13 6 0,1-6 4 16,0 0-8-16,2-7-1 0,-2 12-2 0,0-5-5 15,-1 0 17-15,2 2-17 0,-2-3 0 0,2 5 2 16,-3-2-4-16,1 1 2 0,1-2-4 0,-1 0 6 15,2 3-3-15,-3-2-5 0,4-4-4 0,-4 6 4 16,2-2 0-16,-2 2-2 0,2-3 3 0,0 2-4 16,0-3 7-16,-1 3-6 0,2-1 5 0,0-1-2 15,-1 1 2-15,0 1 0 0,0-1 0 0,0 0 3 0,2 0-11 16,-2 0 1-16,0 2 2 0,2-4 2 16,-1 1-5-16,-1 0 3 0,2-8 3 0,-3 16 7 15,3-7-3-15,0 1-3 0,-2-2-4 0,2 1 2 16,0-9-2-16,-2 13 3 0,2-7-2 0,0 4 4 0,0-10-15 15,2 12 10-15,-2-5-2 0,0-7 0 16,0 11 2-16,0-3 0 0,0-8-1 0,0 13-1 16,0-7 3-16,0 1-2 0,0-7 4 0,2 14-1 15,-2-9 2-15,3 2 0 0,-1 1 1 0,-2-8-13 0,0 14 16 16,2-7-6-16,-2-2 6 0,0-5 3 16,3 14-8-16,-3-8 2 0,2 1 1 0,-2 0-7 0,0-7 9 15,2 12-3-15,2-7 0 0,-3 2 2 16,0-2-3-16,2 2 4 0,-3-7 3 0,4 12-4 0,-4-6 2 15,6-2-4-15,-5 3-2 0,-1-7 3 16,5 12-2-16,-1-8-1 0,1 2 1 0,-3 0 0 16,2-1-2-16,2 1-2 0,0 0 5 0,0 0-3 0,1 1 4 15,-2-1-1-15,1 0 1 0,2 1-2 0,-2 0 0 16,1 0 0-16,-1-2 0 0,3 1 1 16,0 1-1-16,0-1 1 0,0 0 1 0,2 0 0 15,-2-1-1-15,-2 2 5 0,5-1-5 0,-2-2 3 0,0 3 1 16,1-3 0-16,0 1 1 0,0 0 0 0,0 0 6 15,1 0-3-15,1 2 0 0,2-1 0 0,2 0-1 16,-4 1 1-16,4-1-5 0,0-2 0 0,1-1 1 16,-3 3-1-16,2-2-1 0,0 2-3 0,2-2-3 15,0 2 4-15,-5-2-6 0,6 1 1 0,-3-2 2 16,0 4-1-16,1 0-2 0,-2-1 5 0,1-3 0 16,1 4 1-16,-6-4-3 0,5 4-2 0,-1-1 3 15,2 0-1-15,0-1 0 0,-5 0-3 0,-1-1 0 16,8 1 4-16,-2 1 1 0,-1-1 3 0,2 1 1 15,-3 2 0-15,4-1-3 0,0 0 3 0,-2-1 0 16,4-2-1-16,-1 2-1 0,6 0 1 0,-8-1 1 16,3 0 0-16,6 1 0 0,-9 0-2 0,3-2-3 15,-2 1 1-15,9 2 5 0,-9-2 1 0,2 0-5 16,5-1 3-16,-6 0-1 0,-1-1 1 0,0 1 0 16,0 0 0-16,1 0-1 0,-1-3 0 0,1 2-2 15,1 0 1-15,-1 1 3 0,1-2-3 0,-3-1 0 16,3 2 3-16,0-3-3 0,-1 0 1 0,1 1-1 0,5 1-1 15,-7-2 0-15,0 2 1 0,1-4-3 16,-3 2 4-16,0 0-3 0,2 0 3 0,-2 0-5 16,2 0-1-16,-1 0-2 0,-1 0 0 0,2 0-1 15,-7 0 4-15,6 0-1 0,1-2 0 0,0 2-2 0,-1 0-2 16,0-1 3-16,1 1-1 0,-1-2 1 0,-2 0-3 16,2 2 2-16,-2-3 1 0,2 0-5 0,1 2 3 15,-1 0-4-15,0 0 6 0,0-2-1 16,-4 2-4-16,6 1 1 0,-3-3 4 0,1-1-4 0,2 2-1 15,0-1 16-15,-1 2 2 0,3 1-4 0,-3-3 2 16,1 0-4-16,1 0-4 0,-3-1 5 0,9 2-5 16,-10-2 2-16,-1 0-1 0,1 2 1 15,-1 0-5-15,0-2 0 0,-3 1 1 0,-1 0-1 16,5 0 2-16,-5 1-4 0,4-3 0 0,-4 3-1 0,6-3-2 16,-6 1 1-16,6-1 3 0,-1-2-3 0,-1 0 2 15,-4 4-1-15,4-3-2 0,2 2 2 0,0-1 1 16,-4-2-4-16,2 0 1 0,2 2 0 0,-4-2 1 15,-3 2-1-15,0-1 3 0,4-2-4 0,-4 1 1 16,3 0 2-16,0 1-4 0,-6-2 0 0,4 3-1 16,-2 1 2-16,-1-2 2 0,3 2-2 0,-1-1 0 15,-1-1 2-15,1 2 0 0,0-2-4 0,-1 2 1 16,1 1 2-16,0 0 2 0,1-1-4 0,-1-1 2 16,0 1-1-16,1 1 0 0,-2-1-5 0,2 1 3 15,-1-1 0-15,-2 1 0 0,1 0 2 0,0-1 3 16,-2 0-2-16,2-1-2 0,-1 2 4 0,0 0-3 15,3-4-1-15,-3 2 4 0,3 0-3 0,-1 1 3 16,-1 0-2-16,3-1-3 0,-2 0 7 0,2 1-2 16,-3-2-3-16,5-1 4 0,-4 3-3 0,0-1 0 15,1-2-18-15,-2 1 3 0,0 1 1 0,1-1 0 16,-2 1 1-16,1-1 4 0,0-1-1 0,-2 2 4 16,3 0 0-16,-2-1-2 0,-1 0 2 0,-1 2 2 15,2-1-2-15,-3-1-1 0,4-2 4 0,0 4-1 16,-1-2 0-16,-1-1 0 0,1 1-1 0,-1-1 4 15,0 0-3-15,0-1 4 0,0 2-3 0,-1 1 2 16,1-4-2-16,0 1 4 0,0 1-3 0,-2-1 0 16,1 1 2-16,2 1-3 0,-2-2 1 0,0 0 0 15,2 2 0-15,0-1 3 0,-2 0 0 0,0-1-3 16,0 1 1-16,1 0 0 0,-1 0-1 0,-2 0 4 16,2-1 1-16,1 1-2 0,-3-2-2 0,1 2 3 15,2 1-3-15,-6-1 0 0,3-2 3 0,1 2-1 16,-3 3-6-16,1-4 8 0,3 1-3 0,-3 0 2 15,-2 1-1-15,2 0-1 0,0-1 3 0,0 1-8 16,3-4 6-16,-3 6 1 0,0-6-1 0,-1 5-2 16,2-2 3-16,0-3-3 0,1 3 4 0,-2-2-2 15,0 2-5-15,-2 1 9 0,2-3 1 0,0 3 0 16,0 0 1-16,1-2-5 0,-3 2 2 0,2 2-3 16,-2-2 4-16,2-1-6 0,1 0 4 0,-2 1-1 15,1 2 0-15,-1-1 2 0,0-2 0 0,1 2 1 16,-5 5-1-16,4-9 0 0,1 5-2 0,-2-1 4 0,-3 5-4 15,8-8 7-15,-4 3-5 0,-4 5 11 0,9-9 2 16,-4 6-15-16,-1-3 2 0,1 1 5 16,1-2-5-16,0 3 1 0,-1-2 3 0,1 3-6 15,-1-2 6-15,-5 5 1 0,8-11 2 0,-4 8-4 16,-2-2 2-16,3 0-2 0,0-1-6 0,-1 1 10 16,1 2-3-16,-1-3-1 0,-4 6-3 0,8-13 3 15,-3 6-4-15,0 3 1 0,1-5-5 0,1 1 7 16,-1 0-2-16,0 3 1 0,1-4 3 0,-3 3-2 15,0 2 1-15,0-3-2 0,-1 2-6 0,1 0 4 0,0 0 0 16,-1-1-1-16,-3 6 0 0,7-8-1 16,-3 3 2-16,-4 5 3 0,5-8-3 0,-5 8 2 15,4-4 5-15,-4 4-1 0,7-7 2 0,-6 2 1 16,-1 5 0-16,0 0 9 0,4-7-9 0,-4 7 0 0,0 0-4 16,5-5-2-16,-5 5 3 0,0 0 0 0,0 0-7 15,2-8 6-15,-2 8-4 0,0 0 4 0,0 0-4 16,0 0 1-16,0 0-5 0,0 0 5 0,3-5-3 15,-3 5 6-15,0 0-6 0,0 0 6 0,0 0-5 16,0 0 14-16,0 0-7 0,2-6-11 0,-2 6 3 16,0 0 6-16,0 0 2 0,0 0-2 0,2-8 2 15,-2 8-5-15,0 0 2 0,0 0 2 0,0 0-3 16,0 0 1-16,0 0-3 0,0 0-1 0,0 0 4 16,0 0-1-16,0 0-2 0,0 0-3 0,-2-10-2 15,2 10 0-15,0 0 2 0,0 0 2 0,0 0-5 16,0 0 4-16,0 0 3 0,0 0-6 0,0 0-2 15,0 0-1-15,0 0 2 0,0 0-1 0,0 0 1 16,0 0-2-16,0 0 4 0,0 0-7 0,0 0 3 16,0 0-16-16,0 0-8 0,0 0-22 0,0 0-16 15,0 0-19-15,0 0-32 0,0 0-31 0,0 0-47 16,0 0-57-16,0 0-57 0,0 0-157 0,0 0-504 16,0 0 223-16</inkml:trace>
  <inkml:trace contextRef="#ctx0" brushRef="#br0" timeOffset="-84024.13">28351 11841 13 0,'0'0'65'0,"0"0"4"15,0 0 1-15,0 0-6 0,0 0 3 0,0 0-2 0,0 0 9 16,0 0-10-16,0 0 1 0,0 0-4 0,0 0-5 15,0 0-1-15,0 0 0 0,-8 2 6 16,8-2 1-16,0 0-8 0,0 0 0 0,0 0-2 0,0 0-7 16,0 0 1-16,0 0-3 0,0 0 8 0,0 0-3 15,0 0-8-15,0 0-3 0,0 0 6 0,0 0-1 16,0 0 0-16,0 0 3 0,0 0-3 0,0 0 3 16,0 0-1-16,0 0 0 0,0 0-2 0,0 0-1 15,0 0-3-15,0 0 0 0,0 0 2 0,0 0-3 16,0 0-1-16,0 0 1 0,0 0-3 0,0 0-4 15,0 0 1-15,0 0-1 0,19-12-4 0,-19 12-8 16,6-4 8-16,-6 4-1 0,4-5 13 16,-4 5-6-16,7-5 2 0,-2 1-1 0,-5 4-6 0,9-6 1 15,-3 4 2-15,-1-2-1 0,-1 0 2 0,-4 4-4 16,11-7 1-16,-8 4-3 0,3-2 1 0,-1 1-4 16,-1-1-2-16,2 0 0 0,-2 1-1 0,3-2-4 15,-1 0 1-15,2 1 0 0,-2-1 2 0,2-2-3 16,-1 2 0-16,2-2-1 0,2 0 1 0,-1 0-1 15,-1 0 3-15,0 0-3 0,0-1 0 0,0 2 4 16,2-2 1-16,-2 1-3 0,0 0-1 0,0 1-2 16,0-2 1-16,0 1 3 0,1-1-2 0,0 0 0 15,-2 2-2-15,1-1-1 0,1 0 2 0,-2 0-3 16,0 0 1-16,1 2-1 0,2 0-1 0,-2-2-4 16,7 0 4-16,-7-2-4 0,-2 1 1 0,2 3-3 15,0-2 3-15,2-1 2 0,-3 1 0 0,2-1 1 16,0 2-2-16,2 1-2 0,-3-1 0 0,0-1-1 15,2 1 1-15,-1-3 0 0,-1 4-1 0,1-2 1 16,1 2-1-16,-4 0-1 0,4-4-1 0,-2 3 3 16,3-1 1-16,-4 2 0 0,1-1-4 0,1-1-1 15,-1 0 3-15,2 1 1 0,-1 0 6 0,0-2-7 16,-2 4 1-16,3-3 1 0,-2 0-2 0,0 0-1 16,0 1 5-16,1 0-2 0,0 1-1 0,-1-3-1 15,1 1 0-15,1 2-2 0,-2-2 1 0,2 1 0 16,-2 0-2-16,0 0-1 0,3 0 3 0,-2-1 0 15,0 1-2-15,0 0 2 0,-1 0-1 0,2 0 1 0,-1-1-3 16,-1 1 5-16,1 1-5 0,1-1 2 16,-3-1 2-16,1 1-3 0,2 0-1 0,-3 0-4 15,1 0 5-15,0-1 0 0,1 1-1 0,1 3-1 16,-2-2-1-16,1 0 5 0,-1 0-2 0,-2-1-3 16,3 2 2-16,-1 0-1 0,-1-1 2 0,1 2-3 0,1 0 2 15,-2-1 2-15,2-1-5 0,0 0 2 16,-1 1 1-16,0-1 1 0,-1 0 5 0,2 0-3 15,0 0-3-15,-1 1-5 0,1-1 4 0,1 0 3 16,-2 0-3-16,0 2-1 0,-2-2 7 0,5-1-5 16,-7 4 5-16,3 0-2 0,-2-3-4 0,4 1 10 0,0 0-9 15,-2 0 3-15,1 1-1 0,0-1-1 16,1 2 4-16,-1-3 1 0,-1 1-4 0,2 0-3 16,-1 2 1-16,0-2 2 0,-3 1 3 0,6-1-3 15,-3-1-1-15,1 2 0 0,1-3 5 0,-1 3-1 0,0-2-1 16,1 1 1-16,-2-1 0 0,2 0-2 0,-3 1 3 15,3-1 2-15,-6 1-3 0,4-1 2 16,-2 2 1-16,-2-1-1 0,2 1 1 0,-1 0 1 16,-1-2-1-16,3 2-4 0,-3 0 4 0,-5 4-3 15,9-7 5-15,-5 5-4 0,0-3-3 0,-4 5 4 0,11-7-4 16,-6 2 1-16,0 0-2 0,-1 0 0 0,-4 5 2 16,10-5-1-16,-4 1-3 0,-6 4 1 15,9-8 2-15,-6 6 4 0,-3 2-7 0,8-8-2 16,-3 2 5-16,0 1-4 0,0 0 2 0,1-1-2 15,-1 0 3-15,0 1-2 0,2-1 5 0,-2 1-2 0,1-1 3 16,-1 3-8-16,0-2 7 0,0 0 0 0,0 0-6 16,0 1 7-16,2 0-2 0,-2-1 0 0,0 0-1 15,2 1-5-15,0-1 1 0,1-1 2 16,-5 0-1-16,6 3 2 0,-1-1-4 0,0-1 0 0,-2 1 5 16,1 1 0-16,0 0 3 0,-1-3-9 0,3 1 4 15,-3 2-5-15,1 0 5 0,-1 0-1 0,2-3 3 16,-1 2 0-16,-1-1-1 0,2 4 2 0,-3-3-14 15,2-3 10-15,-1 5 1 0,0-2 3 0,2 1-2 16,-2-1 6-16,0 0-8 0,1 1 1 0,-7 3 1 16,13-7 0-16,-8 6 0 0,1-5 0 0,2 4-1 15,-1 0-1-15,0-2 2 0,-1 0-2 0,2 0 0 16,-2 1 2-16,3-1-3 0,-4 0 2 16,2 1 4-16,-1 1 6 0,2-2-8 0,-8 4 3 0,13-9 2 15,-7 6-2-15,-1-2 1 0,4 1-2 0,-9 4-2 16,9-6 1-16,-4 1-3 0,2 3 1 0,-1-3 4 15,0 3 1-15,-6 2-5 0,9-7 4 0,-5 4-4 16,3 1 0-16,-7 2-2 0,12-8 5 0,-5 5-6 16,-7 3 3-16,9-4 2 0,-2 2 4 0,-7 2-12 15,9-3-2-15,-4 0 11 0,-5 3-5 0,9-4 0 16,-4 1-1-16,-5 3-5 0,10-4 6 0,-10 4 2 16,9-2-5-16,-3 0 0 0,-6 2 4 15,12-5-2-15,-12 5-3 0,13 0 1 0,-6-3 4 0,-1 1 0 16,-6 2 0-16,15-3-6 0,-7 1 3 0,0 1 1 15,0-1 0-15,2-1 2 0,-3 2 0 0,6-1-5 16,-5 0 3-16,1 0 5 0,2-1-4 0,-5 2-3 16,2-1 4-16,-8 2-1 0,12-1-5 0,-12 1 4 15,12-3 0-15,-5 3 5 0,-7 0-4 0,14-3-5 16,-9 3 0-16,-5 0 4 0,13-2 1 0,-7 2-3 16,-6 0-1-16,14 0 4 0,-14 0 1 0,13-1-2 15,-7 2 4-15,-6-1-5 0,16 0 1 0,-10 0 3 16,2 0-5-16,-8 0 0 0,19-1-3 0,-11 1 4 15,-1 0 2-15,-7 0 5 0,19 0-9 0,-10 0-1 16,0 0 0-16,-9 0 0 0,16 0 12 0,-10 1-10 16,-6-1 2-16,15 2 0 0,-8-2 2 0,-7 0-3 15,15 0-2-15,-7 0 5 0,-8 0 1 0,16-2-5 16,-7 4 4-16,-1-2-3 0,4-2 0 0,-2 2 1 16,-10 0-4-16,16 0-19 0,-9 0 1 0,-7 0-3 15,18 0 10-15,-9 0 1 0,2-1-5 0,-3 1 10 16,1-1-5-16,0 1 3 0,-9 0 0 0,15 0 0 15,-9 0 7-15,2-1 0 0,-8 1-3 0,14-2-2 16,-14 2 6-16,10-1-3 0,-10 1 5 0,9-1-6 16,-9 1 14-16,12-1-14 0,-12 1 3 0,9-2 3 15,-9 2-1-15,10-1 0 0,-10 1 2 0,10 0-1 16,-10 0 1-16,9-4 2 0,-9 4-9 0,9-2 4 16,-9 2-5-16,11 0 8 0,-11 0-2 0,11-3 0 15,-11 3 3-15,14-1 2 0,-14 1-6 0,10-2 3 16,-4 1 0-16,-6 1 3 0,14-1-9 0,-6-1 4 15,-8 2 9-15,13 0-7 0,-7 0 3 0,-6 0 5 16,18-2-13-16,-11 2 1 0,-7 0 3 0,19 0 9 16,-13 0-9-16,5 0-1 0,-11 0 2 0,17-1 8 15,-12 1-11-15,-5 0 9 0,14-2-7 0,-14 2 0 16,11 0-1-16,2 0 1 0,-6-1 4 0,-7 1-11 16,14 1 7-16,-3-1 1 0,0-1-3 0,-1 1 1 15,-2 0-2-15,3 0 2 0,-3-1 2 0,2 2-3 16,0-1 6-16,-2 0-8 0,2-3 4 0,3 5-3 0,-4-1 5 15,1 0 0-15,0-1-2 0,1 0-1 0,-11 0 3 16,14 0 0-16,-3 2 2 0,-3-2-2 16,-8 0 1-16,14 0 6 0,-5 0-12 0,-9 0 4 15,15 0-2-15,-7 0 0 0,1 0-2 0,-9 0 0 0,14 0 3 16,-6 1 1-16,3 1-2 0,-1-2 2 0,-2 0 0 16,-8 0-2-16,19 2 1 0,-7-2 0 15,-1 1-1-15,1 0 4 0,-2 1-4 0,1 0 5 16,0-2-4-16,3 2-1 0,-7-2 3 0,4 0 3 15,1 2-6-15,-1-1 0 0,-1 0 1 0,1 1-2 0,-3-1 1 16,1-1 2-16,-1 0-3 0,-8 0 2 0,18 3 0 16,-11-2 1-16,1 0-1 0,2 1 0 15,-4 0-1-15,2-1 5 0,0 1-3 0,-1-2 3 16,1 2-4-16,-8-2 2 0,17 4 1 0,-11-4-5 0,2 1 4 16,2 1-3-16,1-1-5 0,-3 0 16 0,3 2-14 15,0-2 6-15,-3 1-5 0,2 1 5 0,1-2-2 16,0 1 0-16,-1 0 1 0,1 0 1 0,-1 0 2 15,2 1-4-15,-2-1 2 0,0 2 0 0,1-1-3 16,3-1 2-16,-5 1-4 0,0 0 1 0,2 0-1 16,-3 0 4-16,1 1-1 0,-2-1-2 0,4 0 3 15,-2 0-2-15,-3-1 3 0,5 2-7 0,-2 0 6 16,0-1 2-16,0 0 1 0,-2 0-6 0,2 1 4 16,-3-2 1-16,3 1 2 0,-3-2-5 0,2 2-2 15,-1-2 5-15,4 3-2 0,-5-2 1 0,3 1 4 16,-1-2-4-16,0 3-2 0,-1-2 10 0,1 1-8 15,-2 0-1-15,3-1-1 0,-1 1 0 0,-2 1-1 16,1-3 1-16,2 2 10 0,-9-3-8 0,11 3 2 16,-4-1-9-16,-1 0 9 0,2 1-3 0,-8-3-1 15,10 3 1-15,-10-3-1 0,8 3-3 0,-1 0 3 16,-7-3 2-16,8 1-4 0,-8-1 8 0,6 2-6 16,-6-2 1-16,0 0-1 0,11 2 3 0,-11-2-4 15,0 0 6-15,7 1-5 0,-7-1 1 0,0 0 2 16,0 0-2-16,0 0-22 0,0 0-20 0,8 3-37 15,-8-3-39-15,0 0-73 0,0 0-92 0,0 0-218 16,0 0-542-16,0 0 239 0</inkml:trace>
  <inkml:trace contextRef="#ctx0" brushRef="#br0" timeOffset="-81569.61">28271 11885 121 0,'0'0'149'0,"5"-6"-8"0,-5 6-9 0,4-4-4 16,-4 4-7-16,6-2-8 0,-6 2-8 0,0 0-9 15,12-4-5-15,-12 4-7 0,9-1-2 0,-9 1-11 16,0 0 1-16,15 4-8 0,-10-1-1 0,0 1-7 16,-1-1-5-16,-4-3 5 0,9 7-5 0,-3-2-3 15,-2-1 5-15,1 2-5 0,2-2 10 0,-2 3-3 16,2 0-3-16,2 1-1 0,-2 1-5 0,1-1 0 16,0 1 0-16,0 0-5 0,-1-1 0 0,2 0-4 15,1 1 0-15,-1 0-2 0,-3 1-3 0,3-1-4 16,1 1 4-16,0 1 3 0,-1-1-6 0,2-1 4 15,-2-1-3-15,0 2-3 0,-3 0-2 0,3-1 1 16,-1 1 0-16,-1-2-2 0,-1 2-3 0,3-3-2 16,-2 2-2-16,-1 0 1 0,1-1 0 0,-1-2 0 15,-2 1-1-15,2-1-4 0,-1 0-3 0,1-1 6 16,0 1-2-16,2 0-1 0,-5-3 1 0,-3-3 0 16,11 4 0-16,-6 0 2 0,1-2 0 0,-6-2 3 15,9 4-2-15,-4 0-2 0,-5-4-3 0,11 3 2 16,-11-3 2-16,11 1-2 0,-11-1-4 0,10 3 3 15,-10-3 4-15,8 1-5 0,-8-1 0 0,10 0-1 16,-10 0-2-16,0 0 3 0,9-2-2 0,-9 2 1 16,0 0-1-16,9-2-2 0,-9 2-1 0,0 0 3 15,10-4-4-15,-10 4 1 0,5-5-1 0,2 2 2 16,-7 3-5-16,6-4 1 0,-6 4 3 0,4-7-2 16,-4 7-2-16,10-8 1 0,-8 5-2 0,4-1 2 15,-6 4 0-15,9-8-1 0,-7 4-2 0,4-1 0 16,0 2-1-16,0-2 0 0,1 1 0 0,-2 1 0 15,2-1 4-15,1 1-3 0,-3-2-3 0,2 1 6 16,0-2-5-16,2-1 4 0,-1 2-3 0,-1-1 1 16,3 1 3-16,0 0-2 0,1-2-4 0,-3 2 3 15,3 1-3-15,-2-2 2 0,2 0 3 0,0 2-3 16,-3-1-2-16,2 1 4 0,0-4 0 0,0 3-3 16,1-1 0-16,0 0 0 0,-2-1-1 0,1 0 5 15,2 0-3-15,-5 2-2 0,4-3 3 0,0 0-1 16,-1 0 4-16,-1 1-4 0,3 0 0 0,-5-2 6 15,2 1-1-15,2-1-2 0,-1 2-5 0,-1-1 2 16,2-1-3-16,2-3 3 0,-4 5-4 0,4-5 2 16,-3 4-2-16,2-4 7 0,-4 3-5 0,3 0 2 0,-2 0 3 15,-2 1-2-15,2-2-2 0,0 2 2 16,-1 0-3-16,1-2-1 0,0 3 2 0,-2-4-2 16,2 3 2-16,2 0 2 0,-4-1-1 0,1 0 3 15,3 0-4-15,-3-1-3 0,1 2 1 0,-1-1 4 16,1-3-1-16,-2 3 0 0,4-3-1 0,-4 4 1 0,6-5 3 15,-4 4-1-15,5-2-5 0,0-2 0 16,0 1 0-16,-6 1 0 0,3-1 2 0,2 0 3 16,0 1 2-16,-5 3-3 0,7-3-4 0,-5-1 2 15,4-1 2-15,-1 1 0 0,-1 0-3 0,5 1 6 16,-6-1-4-16,3 0 0 0,0 2-1 0,2-2 0 16,-2 1-3-16,2 1 4 0,-4-1-3 0,4 1 6 15,-3 0-2-15,2 0-2 0,0 1-1 0,-1-1 2 0,-2 3-2 16,3-2 4-16,0 2-7 0,1-4 6 15,-1 3-3-15,-2-2 2 0,5 1 3 0,-3-1-2 0,3 1-2 16,-1-2 3-16,-1 0-5 0,2 1-1 16,-2 1 3-16,1-1 0 0,1 1 3 0,0-1-5 15,-2 2 2-15,1-2-2 0,0 1 6 0,2 0-1 16,-2 1-6-16,-3-2 3 0,-4 3-1 0,5-3 4 16,-3 4 0-16,1-1-4 0,1-2 2 0,-4 4-2 0,7-5 2 15,-7 3 0-15,5-3 11 0,1 1-17 0,-1 2 4 16,0-2 3-16,-2 3-3 0,2-3 3 0,1 1 0 15,-2 1-5-15,1-3 4 0,0 2-1 16,2 1 2-16,-2-1 2 0,2-1-4 0,-7 3 0 16,5-1-2-16,0-2 5 0,-4 3-4 0,6-2 4 0,-2 0-1 15,0 1 0-15,1-3-4 0,-1 5 0 0,-3 0 0 16,7-1 7-16,-5-2-8 0,2 2 2 0,-4 1-2 16,7-1 5-16,0 0 1 0,-2 0 1 15,-1 1-7-15,2 1 1 0,0-3 0 0,-1 0 6 16,2 4-3-16,-6-2-3 0,6 1 2 0,-1 0-2 0,-3 0 0 15,4-3 1-15,-7 5 0 0,1 0 4 0,6-3-4 16,-5 2 4-16,2 0 2 0,5-1-2 16,-8 2-1-16,4-3 2 0,0 2-4 0,1 0-1 15,0-1 0-15,-1-1 2 0,2 2-4 0,-4-1 5 0,0 1-3 16,-2 3-5-16,1-2 6 0,4 1 0 0,1-2-1 16,-6 1 1-16,5-1-2 0,-4 2 2 0,0 0 2 15,-2 0-3-15,4-1 2 0,-2 1 2 0,-1 1-2 16,2-2 0-16,2 0 1 0,1 1 5 15,1 1-3-15,0-3-1 0,2 2-3 0,0-1 3 0,-1 2-2 16,-1-2 1-16,-1-1 1 0,1 3 2 0,-3 0-3 16,2 0 5-16,0-2-1 0,-5 2 0 0,1 2-3 15,0-4 3-15,3 4-1 0,-3-2 2 0,4 0 0 16,-6 0 2-16,4 2-1 0,-3-4-7 0,1 4 1 16,1-2 5-16,0 1-3 0,4-2 3 0,1-1 0 15,-1 4 0-15,-1-4 2 0,0 2 0 0,0-2-5 16,-6 2 2-16,7 2-1 0,-1-2 2 0,0 2-1 15,0 0 0-15,-1-1-2 0,1 1 0 0,-2-1 1 16,2 0 1-16,-6 1 0 0,3 0 5 0,4-1-7 16,-6 1-2-16,2-1 2 0,-1 1-2 0,-3-1 4 15,3 1-2-15,-2 1 0 0,-1-1-1 0,0 0 0 16,-1-1 2-16,4 2-6 0,-3-1 1 0,0 2 4 16,3 2 1-16,-2-2-1 0,-3-1-18 0,5 0-2 15,-1 1 17-15,4 2-7 0,-4-3 8 0,8 1-8 16,-2 0 3-16,-3 2-1 0,5-2-1 0,-2 1 2 15,-1-1 4-15,2 2-7 0,-2-2 4 0,1 2-2 16,-1-1 4-16,0 2 0 0,-1-1 1 0,-2 0 4 16,-3-2 24-16,0 2 0 0,0-2-3 0,1 0 0 15,-1 1-5-15,5 2 3 0,-2-2-7 0,-15-5-1 16,0 0 0-16,41 15-4 0,-41-15 6 0,0 0-7 16,40 14 6-16,-40-14-4 0,25 8-4 0,-25-8 5 0,0 0-6 15,36 15-1-15,-36-15-3 0,23 7 6 16,-23-7 2-16,0 0 3 0,0 0-9 0,32 11 7 15,-32-11-10-15,0 0-1 0,0 0 5 0,0 0-2 16,26 10 2-16,-26-10-2 0,0 0 1 0,0 0-2 16,0 0 6-16,0 0-10 0,0 0 2 0,0 0 9 15,0 0-9-15,0 0-2 0,0 0-21 0,29 9-15 16,-29-9-23-16,0 0-28 0,0 0-34 0,0 0-29 16,0 0-39-16,0 0-52 0,0 0-54 0,0 0-163 15,0 0-497-15,0 0 221 0</inkml:trace>
  <inkml:trace contextRef="#ctx0" brushRef="#br0" timeOffset="-80137.58">30067 10258 8 0,'-8'-11'68'15,"8"11"-10"-15,0 0 2 0,0 0-18 0,-7-4 3 0,7 4-7 16,0 0-3-16,-10-1-3 0,10 1-2 0,-10 0-4 16,10 0-3-16,-13 3-2 0,2-3 1 15,2 0-1-15,-3 1-1 0,0 0-1 0,-3 1-6 0,-1 1 0 16,-1-2 6-16,-2 0 1 0,2-1 0 0,-2 3 2 15,-1-3-5-15,3 2 2 0,-3 0-3 0,3 1-9 16,3-2 2-16,1-1-1 0,-1 3 1 0,1-2-2 16,1 1 0-16,0-1 3 0,-1 1-8 15,1-1-3-15,1 0 6 0,-1 0-1 0,0 1 2 16,1 1-4-16,-2-2 1 0,4 2 5 0,-3-2-3 0,0 2 4 16,1-3-2-16,1 3 1 0,3-2 6 0,-1 0 0 15,8-1 3-15,-12 2-3 0,12-2 1 0,-10 2-9 16,10-2 4-16,-8 1 1 0,8-1 0 0,0 0-5 15,-11 0 7-15,11 0-7 0,0 0 2 16,-11 0-4-16,11 0-3 0,0 0 3 0,0 0 2 0,-11 0 0 16,11 0-2-16,0 0-4 0,0 0 8 0,0 0-6 15,0 0-1-15,0 0 9 0,-9 0-7 0,9 0 4 16,0 0-4-16,0 0-5 0,0 0 2 0,0 0 2 16,0 0-1-16,0 0 0 0,-11 0 6 0,11 0-4 15,0 0-2-15,0 0-1 0,0 0 2 0,0 0-3 16,-8-4 2-16,8 4-1 0,0 0-4 0,0 0 3 15,0 0-6-15,0 0-13 0,-9-1-13 0,9 1-9 16,0 0-29-16,-10-1-77 0,10 1-159 16,0 0 71-16</inkml:trace>
  <inkml:trace contextRef="#ctx0" brushRef="#br0" timeOffset="-79513.94">28921 10371 78 0,'-19'-4'117'0,"1"2"0"0,1-2-9 15,-1 1-6-15,4 1-5 0,-3 0-1 0,2 1 2 16,3-2 13-16,4 2-1 0,0 0 2 0,-1-1-5 16,9 2-13-16,-10 0-6 0,10 0-11 0,-8-1-4 15,8 1-8-15,0 0-4 0,0 0 1 0,0 0 2 16,27 0-8-16,-7 0 5 0,12 0-6 0,2 0-7 15,4 0 0-15,15 0 1 0,3 1-12 0,2-1-2 16,-3 0-2-16,-3 2-2 0,-1-4 1 16,2 2-3-16,-5 0-3 0,-7 2-1 0,10-2 0 0,-12 0-2 15,1-2 1-15,10 2-4 0,-16-1 0 0,1-1-2 16,-1 2 1-16,-4-1-1 0,-2-2-3 0,-6 3 5 16,-1-3-3-16,-2 2-2 0,-8-1-2 0,0 1 1 15,-3-2-1-15,-1 3 0 0,-7 0 0 0,10 0-4 16,-10 0 0-16,9-2-1 0,-9 2-13 0,0 0-26 15,0 0-28-15,0 0-32 0,0 0-30 0,0 0-31 16,0 0-34-16,0 0-162 0,-40 5-376 0,27-2 167 16</inkml:trace>
  <inkml:trace contextRef="#ctx0" brushRef="#br0" timeOffset="-79148.16">29410 10201 95 0,'0'0'146'0,"0"0"-13"16,0 0-17-16,0 0-7 0,0 0 1 0,0 0-6 15,0 0 0-15,0 0-7 0,0 0-4 0,0 0-5 16,28 14-2-16,-15-13-5 0,4 2-5 0,-1 1-5 15,2 1-1-15,2-2-8 0,-2-1-1 0,2 1-7 16,0 2-5-16,0-1-5 0,-1 0 1 0,-2 0-7 16,-4-2-6-16,2 3 1 0,-1 0-6 0,1 1 0 15,-2-2-3-15,-3 0-5 0,-1 0 0 0,3 1-1 16,-5 1-3-16,0-1-3 0,-1 1 0 0,2-1 0 16,-2 2-1-16,-2 0-3 0,-1-2-1 0,-2 5 3 15,0-1-1-15,-2-1 0 0,1-8-1 0,-4 19-4 16,1-9-4-16,-2-1-24 0,-1 0-16 0,0 2-33 15,-2-3-29-15,-1 0-27 0,0 1-38 0,0-3-119 16,-2 1-310-16,-2-1 138 0</inkml:trace>
  <inkml:trace contextRef="#ctx0" brushRef="#br0" timeOffset="-78613.69">27298 10509 4 0,'-33'7'181'0,"1"0"-3"0,1 3-11 0,4 2-10 16,1 2-5-16,3 3-6 0,2 2-16 15,4 0-9-15,-1 4-11 0,7 2-8 0,-1-1-7 16,3 1-8-16,5-6-8 0,4 9-3 0,-2-8-11 15,4-1-1-15,2-2-7 0,5 2-7 0,1-3-2 0,3 0-5 16,7 1-4-16,2-2-17 0,-3-5-27 0,8 0-37 16,0-1-38-16,0-6-48 0,-10-3-47 0,-3 2-116 15,4-4-314-15,-4-3 138 0</inkml:trace>
  <inkml:trace contextRef="#ctx0" brushRef="#br0" timeOffset="-78015.99">27459 10552 3 0,'0'0'200'0,"-5"26"-12"0,2-14-8 16,-1 8-8-16,-3-3-13 0,3 10-7 16,-2 0-10-16,0-8-9 0,2 7-12 0,2-8-14 0,0 1-6 15,1-2-8-15,1-1-11 0,-2-1-4 0,2-3-4 16,0-2-2-16,-2-2-6 0,2-8-4 0,0 13-3 15,2-8 3-15,-2-5 0 0,0 10 5 0,0-10 6 16,0 0-3-16,2 6-6 0,-2-6-5 16,0 0-6-16,0 0-8 0,0 0-6 0,0 0 1 0,7-23-7 15,0 12-7-15,0 0-7 0,4-2 2 0,-1-1-7 16,5 3-1-16,-2-1-2 0,3 3-2 0,-1-1-3 16,-3 3 2-16,-1 0-3 0,3 5-3 0,-3 2 0 15,2-1 1-15,-1 4-1 0,-1 3 1 0,0-3-5 16,1 0 4-16,-2 2 0 0,2 3 1 0,4-2 0 15,-3 1-1-15,-2-1 1 0,7 0-1 0,-2 2 3 16,0-3-3-16,1-1 2 0,-3-2-1 0,0 1 0 16,-1-1 1-16,0-1-2 0,-2-2 2 0,1-2-3 15,1-1 1-15,-4 1-3 0,1-1 2 0,-1-4-2 16,-3 3-1-16,3-4 1 0,-4 2 0 0,0 0 1 16,-2-1-4-16,-2-1 1 0,3-3-2 0,-4 6 3 15,0 6-5-15,0-14-3 0,-4 9 5 0,0-1 1 16,4 6-7-16,-11-6 2 0,3 6 0 0,8 0 4 15,-23 5 2-15,13 3-3 0,-6 1 4 0,2 1 0 16,3-3-1-16,1 3 0 0,2-2 1 0,2 2-1 16,1-4 6-16,1 3-3 0,4-2 0 0,-3-2 4 15,3-5 7-15,3 12-2 0,-1-6 5 0,2-2-3 16,-4-4-2-16,11 5 1 0,-3-5 2 0,0 2-1 16,1-2-3-16,-9 0-2 0,18-2 2 0,-11 2 0 15,-7 0-2-15,13-2-2 0,-13 2-4 0,12 0-2 16,-12 0 1-16,9 0-8 0,-9 0-13 0,3 6-18 0,0-1-27 15,-3-5-38-15,0 12-41 0,0-12-30 16,-4 15-51-16,0-6-163 0,3-3-422 0,-3 0 187 16</inkml:trace>
  <inkml:trace contextRef="#ctx0" brushRef="#br0" timeOffset="-77685.54">28001 10829 21 0,'0'0'195'0,"0"0"-3"0,7 12-9 16,-7-12 3-16,0 10-15 0,0-3-10 0,0-7-15 15,-4 13-3-15,4-13-18 0,-1 8-10 16,1-8-5-16,-2 9-6 0,2-9-2 0,0 0-1 16,-1 7 7-16,1-7-1 0,0 0-1 0,0 0-11 0,0 0-10 15,0 0-10-15,0 0-7 0,0 0-7 0,0 0-4 16,0 0-9-16,4-24-3 0,-2 15-3 0,3 0-3 15,0 1-9-15,1 0-1 0,-2 4-5 0,1-3-3 16,-1 2-7-16,-4 5 0 0,5-8-3 16,-2 4 0-16,-3 4-4 0,0 0-2 0,11 0 2 0,-11 0 2 15,0 0-6-15,10 9 2 0,-7-4-5 0,-1 0 0 16,3 0-12-16,-5-5-8 0,5 13-14 16,-3-6-20-16,2 2-36 0,-2-3-42 0,-2-6-41 15,4 11-30-15,-3-4-37 0,-1-7-131 0,4 8-401 0,-4-8 178 16</inkml:trace>
  <inkml:trace contextRef="#ctx0" brushRef="#br0" timeOffset="-77238.19">28155 10790 118 0,'0'0'160'16,"0"0"-2"-16,0 0-1 0,0 0-9 0,0 0-6 15,1 21-8-15,-1-21-9 0,0 12-1 0,0-6-14 16,0-6-5-16,-1 10-10 0,1-10-4 0,1 8-15 15,-1-8-7-15,0 8-2 0,0-8 1 0,0 0 3 16,0 0 0-16,0 0 2 0,0 0-14 0,0 0-3 16,0 0-8-16,0 0-3 0,0 0-2 0,0 0-10 15,16-14-8-15,-9 6-4 0,0 1-5 0,1 0 1 16,2 2-3-16,-1 0-5 0,-1 0-3 0,1 1 2 16,-3 3-1-16,2-1-2 0,-8 2-2 0,15 0 6 15,-9 0-7-15,2 2 4 0,2 0-7 0,-1 2 3 16,2-2 1-16,2 2 2 0,-1-1-4 0,-1-1 5 15,1-1 4-15,0 0-1 0,0-2-6 0,1-2 3 16,-1 2 2-16,-1-2-3 0,0 0-1 0,-1-3 1 16,1 1-2-16,-3-1 3 0,-1-2-2 0,-1 1-3 15,-1 0 3-15,0-3 1 0,0 1-5 0,-5-1 2 16,0 0-1-16,0 2 0 0,-1-2 2 0,1 10 2 16,-4-11-1-16,0 5-3 0,4 6 1 0,-10-8 1 15,4 7 0-15,6 1 3 0,-16-1-1 0,16 1 1 16,-16 8-1-16,8-1 1 0,0-2 1 0,2 2-2 15,1 2-2-15,3 0 2 0,2-1 6 0,2 2-6 16,2-1-1-16,2 0-18 0,3-1-16 0,-1-1-22 16,2-1-36-16,3-1-36 0,0-2-38 0,6-1-42 15,-3-1-147-15,-2-1-380 0,4-3 170 0</inkml:trace>
  <inkml:trace contextRef="#ctx0" brushRef="#br0" timeOffset="-77089.93">28676 10618 50 0,'4'-4'190'16,"-4"4"21"-16,0 0-4 0,0 0-15 0,0 0-14 16,-1 32-11-16,-2-16-14 0,-1 3-15 0,-1 0-12 0,4 6-12 15,-3 3-13-15,0-3-33 0,-1-6-54 16,3 7-65-16,-1-7-67 0,0 1-172 0,2-5-315 16,-1-2 140-16</inkml:trace>
  <inkml:trace contextRef="#ctx0" brushRef="#br0" timeOffset="-53302.32">26499 4783 18 0,'0'0'14'0,"0"0"6"0,5-6 2 0,-5 6-1 15,0 0-3-15,4-7 1 0,-4 7 0 0,3-6 4 16,-3 6 2-16,2-7 1 0,-2 7 10 0,2-6-2 16,-2 6 7-16,0 0 3 0,4-8-4 0,-4 8 6 15,2-6-14-15,-2 6-3 0,0 0 4 0,0 0 3 16,0 0-7-16,3-8 2 0,-3 8-5 0,0 0 7 15,0 0-2-15,0 0-6 0,0 0 2 0,2-6 5 16,-2 6-8-16,0 0-2 0,0 0 3 0,0 0 2 16,0 0 2-16,0 0 2 0,0 0 4 0,0 0-1 15,0 0-2-15,0 0 10 0,0 0-8 0,0 0-3 16,0 0-1-16,0-9-7 0,0 9 5 0,0 0-5 16,0 0-2-16,0 0-2 0,0 0 3 0,0 0-2 15,0 0-6-15,0 0 0 0,0 0 3 0,0 0-5 16,0 0-1-16,0 0-3 0,0 0 1 0,0 0-3 15,0 0-1-15,0 0-4 0,0 0-2 0,0 0 0 16,0 0-1-16,4-7 4 0,-4 7 1 0,0 0 0 16,0 0 5-16,0 0 1 0,0 0-9 0,0 0 6 15,0 0 0-15,0 0-12 0,0 0-1 0,0 0 10 16,0 0-7-16,-2 24 2 0,2-24-1 0,0 10 3 16,0-10 1-16,0 12-5 0,0-1 3 0,0-3 3 15,0 2 2-15,2-3 0 0,-2 5-8 0,0-3 6 16,0 2-4-16,3 0 4 0,-3 1 1 15,1 0 3-15,1-2-3 0,0 3 0 0,2-3 0 0,-4 0 2 16,2 1 2-16,0-1 0 0,-1 0 1 0,3-1-4 16,-2-1 5-16,0 2 1 0,0-4 3 0,0 0-1 15,-1 1 1-15,-1-7-3 0,5 11-3 0,-5-5 2 16,0-6-2-16,2 11-5 0,-2-11 5 0,0 10-3 16,0-10 4-16,2 10-1 0,-2-10-2 0,0 9 4 15,0-9-6-15,-2 9 1 0,2-9 1 0,-2 9-3 16,2-9 3-16,0 9 1 0,0-9 2 0,0 0 1 15,0 9-1-15,0-9-3 0,0 0-4 0,0 0 7 16,0 8 1-16,0-8 3 0,0 0 7 0,0 0-2 16,0 0 5-16,0 0 6 0,0 0 9 0,0 0 0 15,0 0 7-15,0 0 5 0,0 0-4 0,0 0 0 16,0 0-9-16,0 0 0 0,0 0-2 0,0 0-8 16,0 0 1-16,0 0-3 0,9-24-1 0,-7 14-4 15,2 1-2-15,-2 0-5 0,0-2 2 0,1 1-1 16,1-3 1-16,-1 0-5 0,1 1-1 15,-3-1-2-15,3-1-5 0,0-2 6 0,-2 6-3 0,0-1-1 16,1 0 3-16,-1 0-2 0,2 1-1 0,-2-1 0 16,2 1-3-16,-2-2 1 0,0 2 3 0,0-2-6 15,0 2 2-15,0-2 1 0,0 2-2 0,-1-1-5 16,-1 2 2-16,0-1 5 0,2 2-2 0,-2 8 4 16,2-14-7-16,-2 7 3 0,0 7-1 0,-2-12 2 15,2 12 1-15,-2-8-2 0,2 8 1 0,0 0-4 16,0-9 7-16,0 9-4 0,0 0-4 0,0 0 5 15,0 0 0-15,0-10-1 0,0 10 3 0,0 0-2 16,0 0-3-16,0 0 2 0,0 0-3 0,0 0-1 16,0 0 3-16,0 0-3 0,0 0 5 0,2-9-5 15,-2 9 4-15,0 0-9 0,0 0 2 0,0 0 1 16,0 0 2-16,0 0-4 0,0 0 2 0,0 0 3 16,0 0 0-16,0 0 0 0,-2 26 1 0,2-26 4 15,-1 15-2-15,1-4-1 0,-2 1 1 0,0-2 1 16,2 4 0-16,0-3 2 0,0 2-1 15,-2 2 1-15,0-1-4 0,2-3 5 0,-2 5-2 16,2-3 0-16,0-1-1 0,-2 1-1 0,2 0 4 0,0-3-5 16,-4 3 8-16,7-1-1 0,-6-1-3 0,3 0 0 15,0-2 0-15,-2 0 2 0,2-9-2 0,0 13 2 16,0-13-6-16,0 10 2 0,0-10 3 0,0 9-3 16,0-9 2-16,-2 7 0 0,2-7 1 0,0 0-4 15,0 0 3-15,0 0 5 0,2 8 1 0,-2-8-2 16,0 0 7-16,0 0-4 0,0 0-2 0,0 0-5 15,0 0 1-15,0 0-2 0,0 0 0 0,0 0 2 16,-9-22-4-16,5 15 6 0,0-2 0 0,2-1-3 16,-1-2-2-16,-1 0-4 0,-1 1 3 0,5-5-2 15,-2 0-6-15,-3 1 5 0,3 0-5 0,0-1 0 16,0 6 0-16,-3-2 1 0,5-2 4 0,-2 2-2 16,-2-4 2-16,-1 6-4 0,4 0 6 0,-1-1-4 15,-2 0 2-15,2 4 1 0,2-2 1 0,-2 2-1 16,0-3 6-16,1 3-4 0,1 7-1 0,-2-12-4 15,0 6 2-15,2 6 2 0,-2-10 1 0,2 10-6 16,0-8 2-16,0 8 4 0,0 0-4 0,-2-10 3 16,2 10 4-16,0 0-12 0,0 0 4 15,-2-7 1-15,2 7-2 0,0 0 1 0,0 0 3 16,0 0 0-16,0 0-2 0,0 0-2 0,0 0 0 0,0 0 4 16,4 26-2-16,-4-16 2 0,0-1-2 0,2 4 3 15,-2 0 0-15,2-1 2 0,0 4 1 0,-2 1-5 16,1-1 4-16,-2 3 3 0,4-2-6 0,-1 1 5 15,0-2-2-15,0-2 1 0,0 1 0 16,-2-2 0-16,2-3 3 0,-1 2-2 0,-1-1-2 16,2-2 3-16,1 0-5 0,-3-2 1 0,0 0 2 0,0-7-4 15,4 12 5-15,-4-7-1 0,0-5-1 0,0 9 3 16,0-9 1-16,0 0-3 0,2 10 0 16,-2-10 0-16,0 0-1 0,0 0 3 0,0 7 6 15,0-7-1-15,0 0 1 0,0 0 2 0,0 0 0 16,0 0-5-16,0 0-3 0,0 0 2 0,0 0 1 0,0-30-5 15,-2 21 1-15,2-2-1 0,0-1 1 0,0 0-1 16,0-5 1-16,0 1-4 0,0-1-2 0,-2-2 3 16,4 3 2-16,-2-2-5 0,0 1 5 15,2 2-1-15,-2-2-3 0,0 4 0 0,0 2 3 16,3-1-4-16,-3 2 5 0,0 1-3 0,0 2 2 16,0 7-5-16,-3-11 2 0,3 11 1 0,0-10 0 0,0 10-3 15,0 0-6-15,3-8-6 0,-3 8-1 0,0 0 2 16,0 0-1-16,0 0 3 0,0 0 5 15,0 0-2-15,0 23 3 0,2-13-1 0,-2 2 3 16,0 1 4-16,2 0-5 0,-2 3 0 0,0 0 4 16,0-3-3-16,2 2-2 0,-4 1-7 0,4-5-9 15,-2-1 9-15,0-1-9 0,0 1-2 0,0-4 0 0,0-6 0 16,0 12 5-16,0-12 1 0,0 11 4 0,0-11-5 16,0 6 9-16,0-6 1 0,0 0-2 15,0 0 4-15,0 0 3 0,0 0 1 0,0 0 0 16,0 0-1-16,0 0 3 0,-4-29-2 0,2 19 4 15,2 1-4-15,-3-2 2 0,1 0-3 0,-2-1 4 16,1 0 3-16,3 1-4 0,-3 2-2 0,1-2 1 0,0 3 3 16,-2 0-2-16,4 8-2 0,-2-10 6 15,2 10-7-15,-3-12 1 0,3 12 3 0,0-6-2 16,0 6-2-16,0 0 1 0,-2-8 1 0,2 8-6 16,0 0 0-16,0 0-7 0,0 0-7 0,0 0-14 15,0 0-24-15,0 0-25 0,0 0-9 0,0 0-33 16,0 0-88-16,5 27-234 0,-3-21 104 0</inkml:trace>
  <inkml:trace contextRef="#ctx0" brushRef="#br0" timeOffset="-51179.92">26594 4855 10 0,'0'0'14'0,"0"0"6"0,0 0-7 0,0 0 3 16,0 0 0-16,0 0 2 0,0 0-6 0,0 0 1 15,0 0-3-15,-14-9-2 0,14 9 3 0,0 0-1 16,-11-4 2-16,11 4-5 0,-10-3 3 16,10 3 6-16,-8-2 4 0,8 2 0 0,0 0-1 15,-9-1 4-15,9 1-2 0,0 0 1 0,-9-2-7 16,9 2 4-16,0 0-2 0,0 0-1 0,0 0 3 16,0 0-4-16,0 0-8 0,0 0 11 0,0 0 2 15,-11-2-3-15,11 2-3 0,0 0-6 0,0 0 0 16,0 0-5-16,0 0 6 0,0 0-3 0,0 0 2 15,0 0-3-15,0 0 7 0,33-4-9 0,-17 3 2 16,2 1 2-16,11-2 0 0,0 1 2 0,1 0-6 16,1 1-1-16,-2-2 1 0,0 0-3 0,1 1-5 15,1 1 12-15,-2-4-4 0,3 3 1 0,1-1 2 0,-3 1-7 16,1-2 1-16,3 1 3 0,-3-1 0 16,-2 0-5-16,-6 2 1 0,4-4-3 0,-7 3-6 15,-2 0 4-15,0 2 4 0,-4-1-8 0,-2-1 1 16,2 1 1-16,-3 0-4 0,1-1 5 0,-5 1-11 15,-7 1 10-15,13-2-6 0,-13 2-2 0,10 0-7 16,-10 0 1-16,0 0 0 0,11-1-4 0,-11 1 0 16,0 0 4-16,6-3 2 0,-6 3 3 0,0 0 0 0,0 0 2 15,0 0-1-15,0 0 3 0,0 0-8 16,0 0 10-16,0 0 1 0,0 0 1 0,0 0 0 16,0 0 6-16,0 0-4 0,0 0 1 0,0 0-1 15,0 0 4-15,-17-10-4 0,17 10 1 0,-10-2 0 16,10 2 4-16,-9-2 1 0,9 2 1 0,-11-2-1 15,11 2-3-15,-9-2-1 0,9 2 0 0,-9-2 1 16,9 2 8-16,-9-2 2 0,9 2-1 0,0 0 5 16,-8-3 5-16,8 3-6 0,0 0 8 0,0 0 1 15,-10-2 5-15,10 2-6 0,0 0 0 0,0 0 0 16,0 0-1-16,0 0-4 0,0 0 2 0,0 0-4 16,0 0 3-16,0 0-8 0,0 0 1 0,0 0-1 15,0 0 2-15,23-5-3 0,-13 4 5 0,2 1-6 16,-1-1 8-16,2 0-12 0,6 1 7 0,-1-2-2 15,1 2 1-15,2-1 8 0,6-2-3 0,2 3-6 16,-9-3 7-16,9 0-9 0,-1 0 5 0,1 2-3 16,-7-2 6-16,6 1-6 0,-9 1 6 0,3-3-4 15,-1 2-4-15,-1 1 6 0,1 0-6 0,-1 0 6 16,-1-2-4-16,0-1 4 0,1 3 0 0,-3-2-5 16,-4 1 1-16,2 1 3 0,3-2 2 0,-1 0-1 15,-4 2-2-15,2 0 1 0,-1-1 13 0,-2 4-13 16,0-4 0-16,2-1 0 0,-1 3-4 0,-13 0 1 15,23-3 0-15,-12 1 4 0,2 1-5 16,-1 0 5-16,2 1-3 0,-4-1 5 0,3 0-3 0,-13 1 0 16,20 0-1-16,-10-2 2 0,-3 1-2 15,3 0-2-15,-10 1 5 0,14 0-7 0,-6-1-2 16,-8 1 2-16,10-2 0 0,-10 2 0 0,11 0 7 0,-11 0-3 16,10 0-2-16,-10 0-2 0,11-2-8 0,-11 2 12 15,10 0-12-15,-10 0 3 0,14-3 5 16,-7 3 0-16,-7 0 0 0,13-1 9 0,-5 2-11 15,2-2 0-15,2 1 8 0,-3-1-7 0,2 1 4 16,-2-2-2-16,3 2 2 0,-1 0-4 0,1 2 10 16,-2-4-11-16,1 2-4 0,1-2 8 0,0 2-1 15,-2-2 3-15,0 1-6 0,2 0 4 0,-3 0-3 0,3 1 2 16,0-1 5-16,-2 1 0 0,3-2-18 16,-4 1 17-16,0 0-6 0,3 1 6 0,-12 0-5 0,18-2 1 15,-9 2 2-15,-1 0 0 0,-8 0-2 0,15-1-2 16,-6 1 4-16,-1-1-3 0,-8 1 0 15,15-2 2-15,-7 1-2 0,-8 1 5 0,19 0-7 16,-7-1 0-16,-3-1 3 0,0 2-3 0,1 0 15 16,0-2-13-16,-1 3 2 0,-9-1-5 0,19-1 12 0,-9 2-7 15,-10-1-10-15,21 0 9 0,-12 0 4 16,-9 0-1-16,19-2-8 0,-19 2 7 0,14 0-2 16,-14 0-5-16,16 0 17 0,-16 0-20 0,15-1 11 15,-15 1-4-15,19 0-1 0,-10 0-8 0,-9 0 8 16,25 0-4-16,-14 0-1 0,1 0 2 0,-2-1-1 0,3 1 7 15,-13 0-3-15,23 0-1 0,-11-2 8 16,-2 5 5-16,3-4-19 0,-13 1 3 0,19 0 7 16,-7 1-4-16,-12-1 1 0,19 0 5 0,-9 0-6 15,-10 0 1-15,19 0 1 0,-10-1-3 0,-9 1 1 16,22-3-1-16,-12 3 6 0,-10 0-9 0,23 0 3 16,-13-2-1-16,2 4 4 0,-1-2 3 0,-1 1-9 0,3-2 14 15,-3 2 0-15,2-2-1 0,-3 2-6 0,1-1 3 16,-1-1 8-16,2-1-6 0,-2 2 1 15,2-2 2-15,-2 4-5 0,-9-2-7 0,15-1 8 16,-6 1-5-16,0 1 2 0,-2-1-6 0,4 2 2 16,-11-2 7-16,16-2-4 0,-8 4 7 0,1-5-7 15,2 6-4-15,0-6 8 0,0 3-4 0,-3-1-3 16,-8 1 3-16,18-2 11 0,-7 4-4 0,-1-4-5 16,-2 2-2-16,2 0-7 0,-1 0 7 0,0 0 3 15,0 0-4-15,1-1 1 0,1 1 3 0,1 0 1 16,1 0 3-16,-2-2 1 0,2 4-3 0,0-2 1 15,0 0 2-15,-3 1 0 0,-1-2-2 0,3-1-3 16,-5 2-1-16,-7 0-8 0,15 0 9 0,-8 0 5 16,-7 0-3-16,15 0 2 0,-8-2 0 0,-7 2 4 15,15 0-4-15,-10 2-1 0,-5-2 1 0,12-2-3 16,-12 2 3-16,12-1-4 0,-12 1-4 0,0 0 9 16,15 1-1-16,-15-1-8 0,0 0 5 0,16-1-5 15,-16 1 11-15,0 0-12 0,14 1 2 0,-14-1 4 16,0 0-3-16,16-1 6 0,-16 1-7 0,0 0-1 15,14 0-3-15,-14 0 4 0,0 0 5 0,14 0-14 16,-14 0 9-16,0 0-8 0,10-1 9 0,-10 1 2 16,0 0-3-16,13 1-3 0,-8 0 14 0,-5-1-8 15,0 0-4-15,10 2-1 0,-10-2 4 0,0 0 3 16,6 0 5-16,-6 0 3 0,0 0-2 0,0 0 6 16,8 2-7-16,-8-2 5 0,0 0 1 0,0 0-1 15,0 0 5-15,0 0-3 0,0 0 4 0,0 0-3 16,0 0 0-16,0 0-1 0,0 0-1 0,10-2 2 15,-10 2-2-15,0 0 4 0,0 0-3 0,0 0-1 16,0 0-1-16,0 0-5 0,0 0 2 0,0 0-2 16,0 0-2-16,0 0-3 0,0 0 5 0,0 0-3 15,0 0 2-15,0 0-1 0,0 0-3 0,0 0-3 16,0 0 0-16,0 0 2 0,0 0-4 0,0 0-23 16,0 0-13-16,0 0-21 0,0 0-16 0,0 0-23 15,0 0-18-15,0 0-26 0,0 0-110 0,0 0-267 16,0 0 119-16</inkml:trace>
  <inkml:trace contextRef="#ctx0" brushRef="#br0" timeOffset="-31989.16">26027 7581 99 0,'0'0'174'0,"0"0"-10"0,0 0-2 0,0 0-4 15,0 0-10-15,-2-9-10 0,2 9-7 0,0 0-13 0,0 0-8 16,0 0-15-16,0 0-4 0,0 0-8 0,0 0-10 16,0 0-10-16,0 0-6 0,0 0-4 0,0 0-6 15,0 0-8-15,0 0-4 0,0 0 1 16,0 0-6-16,0 0-7 0,0 0 2 0,0 0 0 0,0 0-5 16,16 11-4-16,-11-4 1 0,-1-4 2 0,0 3-3 15,1 1 2-15,-1 2 3 0,4-2-4 0,-2 3 3 16,-2 0-2-16,3-2 1 0,2 6-1 0,-2-4-1 15,0 0 0-15,2 3-2 0,1 0 0 16,-2-4 2-16,1 1-3 0,-1 5-1 0,2-6 3 0,-5 1-2 16,3-2 0-16,-2 2-2 0,4-1 3 0,-5 0-1 15,1-2-1-15,1 0 0 0,1 1-6 0,-2-4 6 16,-2 3-6-16,0-4 3 0,1 2-4 0,-1 0 2 16,-4-5 0-16,7 7-1 0,-5-5 1 0,-2-2-2 15,5 4 2-15,-5-4 3 0,5 5 14 0,-5-5 11 16,0 0 1-16,0 0 0 0,0 0-6 0,0 0 2 15,10-11-6-15,-8 5-2 0,-2 6-3 0,7-15-4 16,-2 2 6-16,4-2-7 0,-2-4-6 0,-1 2 3 16,1-3-5-16,4-2 7 0,-4 3-5 0,2-5-1 15,3 6-6-15,-2-4 2 0,-3 2-1 0,-1 4 2 16,4 0-4-16,-3-1 2 0,-1 1-2 0,-1 4 3 16,0 2 2-16,-1-1 3 0,1 3-4 0,-1-2 1 15,0 4-3-15,-2 1 3 0,-2 5-2 0,3-12 23 16,-1 8-8-16,-2 4 1 0,2-7-6 0,-2 7-3 15,0 0-3-15,2-7-4 0,-2 7-16 0,0 0-18 16,0 0-12-16,0 0-13 0,0 0-26 0,0 0-26 16,0 0-25-16,0 0-30 0,0 0-26 0,10 18-28 15,-8-8-174-15,-4 0-418 0,2 0 185 0</inkml:trace>
  <inkml:trace contextRef="#ctx0" brushRef="#br0" timeOffset="-31634.47">26509 7629 49 0,'0'0'213'0,"-3"-11"-2"16,3 11-8-16,0 0-13 0,0 0-17 0,0-8-15 16,0 8-18-16,0 0-15 0,0 0-13 0,0 0-14 15,0 0-10-15,0 0-7 0,0 0-8 0,0 0-9 0,0 0-10 16,0 0 2-16,0 0-2 0,2 30-5 0,-1-19-4 15,1 2 2-15,-2 4-1 0,0-2 4 0,2 1-8 16,-2 0-5-16,0 1 5 0,0-2-6 16,0-1-2-16,-2 2 0 0,2-1-1 0,0 1 6 0,2-5 1 15,-4 3-6-15,2-3-4 0,0 3-3 0,0-5 1 16,0 3-5-16,0-4-2 0,0 3-1 16,0-4 0-16,0-7-2 0,2 13-2 0,0-6-5 15,-2 0 2-15,0-7-1 0,0 12-1 0,2-6 0 16,-2-6-1-16,2 8 0 0,-2-8-20 0,2 8-13 0,-2-8-20 15,0 0-26-15,0 11-30 0,0-11-23 0,0 0-23 16,-2 10-16-16,2-10-32 0,0 0-168 0,0 0-392 16,0 0 174-16</inkml:trace>
  <inkml:trace contextRef="#ctx0" brushRef="#br0" timeOffset="-31345.93">26495 7638 87 0,'0'-9'183'16,"-1"-2"-1"-16,1 2-9 0,0-1-4 0,1 2-7 15,-1 8-16-15,0-12-12 0,0 12-14 0,4-9-6 16,1 4-21-16,-5 5-7 0,13-4-10 0,-4 4-2 16,3 0-5-16,1 3-8 0,1 1-6 0,-1 0-5 15,3 6-6-15,1-2-5 0,-8-2-3 0,3 3-5 16,-1 4 2-16,-5-2-5 0,-3 0-4 15,2 3-1-15,-5-3-1 0,0 2 0 0,-3 4-2 16,-4-5-1-16,-1 5-3 0,1-9 0 0,-5 6-2 0,-1-3-6 16,0-1-8-16,-1-4-9 0,5 0-9 0,-3-3-15 15,-1 2-22-15,0-2-34 0,-1-1-40 0,4-2-31 16,-2 0-163-16,3-2-350 0,9 2 156 0</inkml:trace>
  <inkml:trace contextRef="#ctx0" brushRef="#br0" timeOffset="-29733.82">26978 7675 62 0,'-9'2'185'16,"-1"-2"-5"-16,-1 4-8 0,3-2 9 0,1-1-27 15,7-1-15-15,-12 2-9 0,12-2-13 16,-8 2-14-16,8-2-12 0,-7 0-9 0,7 0-6 0,0 0-11 16,0 0-6-16,0 0 0 0,-7 4-3 0,7-4 1 15,0 0 5-15,0 0 3 0,24 8-1 0,-10-5-7 16,4-3-1-16,3-2-1 0,6 2-5 0,2-1-2 16,2 0-4-16,1 2-5 0,-1-4-5 0,-4 1-4 15,-5 0-1-15,-2 1-3 0,1-1-3 0,-4 2-1 16,-2-2-2-16,-2 1-4 0,0 1 1 0,-1 0-1 15,-4 0-3-15,-1 0-2 0,-7 0-3 0,13 0 0 16,-13 0 1-16,9 0-3 0,-9 0-1 0,7-1 2 16,-7 1-3-16,0 0 0 0,10 2-2 0,-10-2 2 15,0 0-5-15,0 0 2 0,0 0 1 0,0 0 0 16,0 0 0-16,0 0-2 0,2 7 0 0,-2-7 1 16,0 0-1-16,0 0 1 0,-10 14-2 0,6-10 1 15,4-4 0-15,-7 9 3 0,5-3 3 0,-2-2-6 16,4-4 0-16,-5 8 3 0,1-4-2 0,4-4 2 15,-5 9-2-15,4-4 0 0,1-5 3 0,-6 10-3 16,2-7 2-16,1 4-3 0,-1-2-23 0,4-5-28 16,-6 14-27-16,-2-8-35 0,4 1-33 0,-1-3-36 15,-1 1-36-15,-3 1-123 0,5 1-370 0,-6-3 165 16</inkml:trace>
  <inkml:trace contextRef="#ctx0" brushRef="#br0" timeOffset="-29540.32">27294 7640 165 0,'-8'-8'223'0,"-4"-4"-11"0,-4 1 4 0,5-2-14 0,-3 0-10 16,3 6-13-16,-1-1-17 0,2 1-16 16,1 1-14-16,0 0-10 0,2 4-16 0,1-3-10 15,1 1-19-15,5 4-26 0,-8-3-32 0,8 3-41 16,-7-6-48-16,7 6-51 0,0 0-60 0,0 0-137 0,19-15-344 15,-2 5 152-15</inkml:trace>
  <inkml:trace contextRef="#ctx0" brushRef="#br0" timeOffset="37537.85">18471 4645 12 0,'17'-2'27'0,"1"-1"4"0,0 2-3 16,0 1 8-16,0-2-11 0,-7 0 6 0,2 1 3 15,-3 0-2-15,0 1-4 0,-2-1-2 0,-8 1 4 16,17 0-6-16,-11 0-3 0,-6 0 2 16,10-1 0-16,-10 1-5 0,0 0-2 0,0 0 2 15,14-3-3-15,-14 3 1 0,0 0-2 0,7-1-3 16,-7 1-18-16,0 0-16 0,0 0-22 0,0 0-33 0,0 0-84 16,0 0 38-16</inkml:trace>
  <inkml:trace contextRef="#ctx0" brushRef="#br0" timeOffset="44287.8">26494 4891 53 0,'0'0'44'0,"0"0"2"0,-4-9-18 16,4 9 2-16,0 0 2 0,-2-9-2 0,2 9-6 15,0 0 4-15,-2-9-4 0,2 9-5 0,0 0 1 16,0 0-7-16,2-11-2 0,-2 11 4 0,0 0-7 16,4-9 11-16,-4 9-9 0,2-6-3 0,-2 6-10 0,0 0 12 15,3-7-6-15,-3 7 5 0,5-4-10 16,-5 4 6-16,0 0 0 0,4-7 4 0,-4 7-2 16,0 0-9-16,0 0 4 0,2-7 6 0,-2 7-8 15,0 0 0-15,0 0 0 0,3-8 6 0,-3 8-4 16,0 0-3-16,0-9 7 0,0 9-4 0,0 0 8 0,0 0-6 15,-2-10 7-15,2 10-1 0,0 0-4 16,0-8 2-16,0 8 4 0,0 0-1 0,0 0 5 16,0 0 4-16,-3-9-6 0,3 9 5 0,0 0-3 15,0 0 9-15,0 0 4 0,0 0-5 0,0 0-9 16,0-9-3-16,0 9 10 0,0 0 3 0,0 0-10 16,0 0 0-16,0 0-10 0,0 0 6 0,0 0-7 15,0 0 0-15,0 0 3 0,0 0-1 0,0 0 1 16,0 0-6-16,0 0 6 0,0 0-4 0,0 0 4 15,0 0 1-15,0 0-4 0,0 0-7 0,0 0 2 16,0 0 17-16,0 0-15 0,0 0 3 0,0 0-2 16,0 0-1-16,0 0-2 0,0 0 3 0,0 0 0 15,0 0-5-15,0 0-3 0,0 0 5 0,0 0 7 16,0 0-6-16,0 0-1 0,0 0-1 0,0 0 4 16,0 0-11-16,0 0 10 0,0 0 13 0,0 0-15 15,0 0 1-15,0 0-2 0,0 0 4 0,0 0-3 16,0 0-6-16,0 0 10 0,0 0-5 0,0 0 3 15,-4 25-1-15,4-25 1 0,0 0-3 0,0 7 1 16,0-7 0-16,0 0 5 0,-3 10 1 0,3-10-4 16,0 7-1-16,0-7 0 0,-2 10 0 0,2-10 6 15,-2 9-11-15,1-3 4 0,1-6 4 0,-2 12 0 16,2-5-7-16,-4 0 4 0,2-1-2 0,2-6 3 16,0 13-2-16,-2-4 2 0,-1-2-3 0,3-7 7 15,-4 13 6-15,4-7-7 0,-2 1-4 16,0 0-6-16,0 0 14 0,2-7-10 0,-3 12 7 0,2-5 1 15,-1-1 0-15,2-6-4 0,-2 13 2 0,2-8-2 16,0-5 7-16,0 13-11 0,0-13-2 0,-2 11 3 16,2-4-1-16,0-7 5 0,-2 10-1 0,2-10 4 15,0 14 0-15,0-9 0 0,0-5-1 0,-3 12-4 16,3-6 2-16,0-6-5 0,0 14 8 0,0-14-1 16,0 12-7-16,0-6 3 0,0-6 4 0,0 11 1 15,0-11-2-15,0 9-1 0,0-9-2 0,0 9 4 16,0-9-14-16,3 8 13 0,-3-8 12 0,0 9-16 15,0-9 6-15,2 7-2 0,-2-7-3 0,2 6-5 16,-2-6 9-16,0 8-5 0,0-8 6 0,0 0 0 16,2 8-4-16,-2-8 5 0,0 9-6 0,0-9-6 15,0 0 9-15,0 10-2 0,0-10 0 0,0 7 1 16,0-7-1-16,2 8 0 0,-2-8 3 0,0 8 4 16,0-8-7-16,1 9-5 0,-1-9-2 0,0 0 1 15,3 13 8-15,-1-8-4 0,-2-5 0 0,0 9 4 16,0-9-6-16,4 10 4 0,-4-10 3 0,0 0-3 15,0 17-3-15,0-17 6 0,2 8-8 0,-2-8 0 16,0 12 2-16,0-12 3 0,0 10 3 0,0-10 3 16,0 0 12-16,5 13-22 0,-5-13 9 0,0 10-3 15,0-10-13-15,2 13-12 0,-2-13-8 16,0 11-12-16,2-6-10 0,-2-5-15 0,0 11-62 16,0-5-140-16,0-6 62 0</inkml:trace>
  <inkml:trace contextRef="#ctx0" brushRef="#br0" timeOffset="46735.75">26565 5209 19 0,'0'0'41'16,"0"0"-11"-16,0 0 9 0,0 0-8 0,0-10-6 0,0 10 6 15,0 0 0-15,0 0-13 0,0 0 6 0,0 0 2 16,0-8-4-16,0 8-7 0,0 0 3 15,0 0 0-15,-6-6 3 0,6 6-5 0,0 0 9 16,0 0-2-16,-2-7 2 0,2 7-3 0,0 0 1 16,0 0-11-16,0 0 3 0,0 0 9 0,0 0-3 15,0 0 5-15,0 0-5 0,-6-6 1 0,6 6-3 16,0 0 4-16,0 0 5 0,0 0-8 0,0 0 5 16,0 0-2-16,0 0-5 0,0 0-8 0,0 0 9 15,0 0-3-15,0 0-9 0,0 0 2 0,0 0 0 16,0 0 1-16,0 0-13 0,0 0 10 0,0 0-2 15,0 0-4-15,0 0-1 0,0 0 10 0,0 0-10 16,0 0 6-16,-7 17-4 0,5-11-5 0,2-6 8 16,0 7-2-16,0-7 3 0,-2 12-5 0,2-12-1 15,-2 10 0-15,0-5 4 0,2-5 0 0,-2 11-10 16,2-11 8-16,-1 11-3 0,1-11 0 0,0 13 9 16,0-13 1-16,-3 11-8 0,3-11 1 0,-2 13-3 15,2-13 2-15,2 12 4 0,-2-12-1 0,0 14-2 16,-2-4 4-16,2-10-5 0,2 13 7 0,-2-13-6 15,0 19 2-15,0-11 1 0,0-8-5 0,-2 12 10 16,2-6-3-16,0 3-3 0,2-1-1 0,-2-8 4 16,-2 12 1-16,4-5-2 0,-2-7 2 0,0 11 3 15,0-4-5-15,0-7-3 0,3 10 4 0,-3-3-8 16,0 1 6-16,0-8 1 0,1 12 6 0,-1-6-8 16,0-6 6-16,0 10 1 0,0-10-6 0,2 12 3 15,-2-12-4-15,0 9 1 0,0-9-5 0,0 11 9 16,2-7-12-16,-2-4-4 0,0 10 2 0,0-10 12 15,-2 11-2-15,2-11 0 0,2 8-2 0,-2-8-3 16,2 9 7-16,-2-9-14 0,0 8 7 0,0-8-3 16,0 7 0-16,0-7 1 0,0 9-1 0,0-9 6 15,2 8 5-15,-2-8-11 0,0 0 11 0,0 10-10 16,0-10 14-16,0 9-14 0,0-9 9 0,0 7-1 16,0-7-3-16,0 0-3 0,0 11-4 0,0-11 3 15,0 8 3-15,0-8 1 0,0 7-6 0,0-7 7 16,0 8 3-16,0-8-10 0,0 10 4 0,0-10 1 15,2 7 2-15,-2-7-5 0,0 9 6 0,0-9-5 16,-2 8 10-16,2-8-9 0,0 0-2 0,0 12 0 16,0-12 1-16,4 8 5 0,-4-8-4 0,0 0 1 15,0 9-5-15,0-9 3 0,0 7 0 0,0-7 4 16,1 7 0-16,-1-7-9 0,0 0 8 0,0 11-4 16,0-11 1-16,4 10-4 0,-4-10 6 0,0 8 7 15,0-8-5-15,2 9-4 0,-2-9-2 0,2 8-6 16,-2-8 14-16,0 7-6 0,0-7 7 0,0 7-6 15,0-7 1-15,4 7-2 0,-4-7 9 0,0 0 1 16,0 10-13-16,0-10 14 0,1 5-11 0,-1-5 6 16,0 0-5-16,5 5-6 0,-5-5-1 0,0 0 4 15,0 0 6-15,0 9-1 0,0-9 2 0,0 0-5 16,0 0-15-16,0 0 10 0,0 7 4 0,0-7-2 16,0 0 3-16,0 0 3 0,2 7-1 0,-2-7-10 15,0 0 9-15,0 0-5 0,2 10 8 0,-2-10 1 16,0 0 1-16,0 7-4 0,0-7-3 15,0 8-5-15,0-8 8 0,2 7 2 0,-2-7 4 0,0 0-16 16,0 9 20-16,0-9-11 0,0 8 3 0,0-8-7 16,0 6 10-16,0-6-6 0,0 0-5 0,0 10-3 15,0-10 4-15,0 0 9 0,0 8-2 0,0-8-4 16,0 0 0-16,3 9-4 0,-3-9 3 16,0 0-1-16,0 8 4 0,0-8-3 0,0 0 4 0,0 8-1 15,0-8-1-15,0 0-1 0,0 0 2 0,0 10 1 16,0-10 3-16,0 0-8 0,0 0 7 0,0 9-8 15,0-9 3-15,0 0-2 0,0 0 3 0,0 0-4 16,0 8 2-16,0-8-3 0,0 0 5 0,0 0-2 16,0 7-6-16,0-7 7 0,0 0 4 0,0 0-4 15,0 9 4-15,0-9-1 0,0 0-5 0,0 0 1 16,0 0 6-16,0 0-8 0,0 13 1 0,0-13-3 16,0 0 6-16,0 10 3 0,0-10-3 0,0 0-2 15,0 0-3-15,2 12 8 0,-2-12-7 0,0 0-6 16,0 0 15-16,0 13-6 0,0-13 6 0,0 0-3 15,0 11 0-15,0-11-2 0,0 0 2 0,0 0-13 16,0 11 9-16,0-11 5 0,0 0-3 0,0 0-3 16,2 11 4-16,-2-11-3 0,0 0 1 0,0 0-3 15,0 13 1-15,0-13 1 0,0 0 8 0,0 10-8 16,0-10 7-16,0 0-9 0,0 12 3 0,0-12 2 16,0 0 1-16,0 0-10 0,0 12 12 0,0-12-5 15,0 0 5-15,0 0-1 0,-2 13-11 0,2-13 8 16,0 0 0-16,-2 10-2 0,2-10-1 0,0 0 2 15,0 0 2-15,0 13-3 0,0-13-1 0,0 0 2 16,0 0-6-16,0 0 12 0,0 12-2 0,0-12 0 16,0 0-4-16,0 0 3 0,0 11-2 0,0-11-7 15,0 0 7-15,0 0 2 0,0 0-9 0,0 15 23 16,0-15-24-16,0 0 8 0,0 0-1 0,0 0-4 16,0 10 4-16,0-10-1 0,0 0-1 0,0 0 5 15,0 14 4-15,0-14-7 0,0 0 3 0,0 9-4 16,0-9 8-16,0 7-12 0,0-7 5 0,0 0-4 15,0 0 7-15,0 13-1 0,0-13-3 0,-3 5-4 16,3-5 11-16,0 0-1 0,-2 10-2 0,2-10-14 16,0 7 15-16,0-7-8 0,0 0 7 0,-4 9 1 15,4-9-3-15,0 0-1 0,0 10 0 0,0-10-8 16,-3 10 5-16,3-10 3 0,-2 8-3 0,1-2 3 16,1-6 0-16,0 10 3 0,0-10-3 0,-2 11 0 15,0-6 2-15,2-5 1 0,0 13-6 0,0-13 3 16,2 12 5-16,-2-6 2 0,2 1 0 0,-2 0 3 15,0-7-15-15,0 12 1 0,1-6 7 0,-1-6 3 16,2 10-6-16,-2-10-1 0,0 11 4 0,3-6-5 16,-3-5 4-16,0 9-1 0,0-9 1 0,2 8 2 15,-2-8 0-15,0 10-4 0,0-10 6 0,2 9-1 16,-2-9-19-16,0 10 15 0,0-10-1 0,0 6 9 16,0-6-5-16,2 9 2 0,-2-9-5 0,0 8 4 15,0-8-2-15,0 9-2 0,0-9 6 0,3 9-3 16,-3-9 5-16,0 10-7 0,0-10-3 0,-3 10 11 15,3-10-7-15,0 10 0 0,0-10 1 0,0 11-1 16,0-11 3-16,0 9-1 0,0-9-5 0,0 10 3 16,0-10 6-16,-2 11-8 0,2-11 4 0,0 8-1 15,0-8 0-15,-2 8 3 0,2-8-6 0,-2 10-5 16,2-10 8-16,0 7-1 0,0-7 0 0,0 9-2 16,0-9 7-16,0 0-9 0,0 11 2 0,0-11 4 15,0 8 4-15,0-8-9 0,0 8-3 0,0-8 7 16,4 7 6-16,-4-7-6 0,0 8 1 0,0-8 7 15,0 0-11-15,0 14-2 0,0-14 8 0,2 6-3 16,-2-6 3-16,0 0 1 0,0 0 2 0,0 16-2 16,0-16-5-16,0 10 2 0,0-10-1 0,0 10 4 15,0-10-4-15,0 0-3 0,3 15 4 0,-3-15-3 16,0 10-1-16,0-10 5 0,0 0 5 0,2 11 1 16,-2-11-2-16,2 9 2 0,-2-9-2 0,0 0 3 15,0 12-10-15,0-12 8 0,0 0-1 0,2 9-2 16,-2-9 1-16,0 0 6 0,0 11-7 0,0-11 8 15,0 0-7-15,0 0 7 0,0 17-8 0,0-17 8 16,0 12-11-16,0-12-6 0,-2 9 10 0,2-9 0 16,0 14-3-16,0-14 0 0,0 12-1 0,0-12-2 15,-2 11 4-15,2-11 0 0,-2 15-3 0,2-15 3 16,0 13-7-16,0-13 6 0,0 14-9 0,0-14 3 16,-3 15 2-16,3-15-1 0,0 13 8 0,0-4-7 15,0-9 3-15,-2 14-5 0,2-14 0 0,-2 13 0 16,2-13-8-16,-2 14 9 0,2-14 0 0,0 11 0 15,0-11 1-15,-3 15 0 0,3-15 3 0,-2 11-5 16,2-11 2-16,2 10-2 0,-2-10 0 0,-2 12 5 16,2-12-4-16,-1 10 0 0,1-10 4 15,0 10-2-15,0-10-1 0,0 8-2 0,0-8 0 0,-4 9 2 16,4-9-1-16,0 0 2 0,0 0 0 0,0 12-3 16,0-12-4-16,0 6 8 0,0-6-1 0,0 0-1 15,-2 10 8-15,2-10-3 0,-2 7 2 0,2-7 2 16,0 9 0-16,0-9-3 0,0 0 3 0,0 0-7 15,-4 10 4-15,4-10-1 0,-1 8 3 0,1-8 1 16,0 0 0-16,0 13 7 0,-2-9 4 0,2-4 1 16,-2 10-6-16,2-4-1 0,0-6-1 0,-4 7-6 15,4-7 4-15,2 10-1 0,-2-10-1 0,-2 7 1 16,2-7-10-16,0 0 8 0,2 9-3 0,-2-9-2 16,0 0 1-16,0 0 1 0,0 0-3 0,-2 9 2 15,2-9-4-15,0 0 3 0,0 0 3 0,0 0 4 16,0 0-3-16,0 0-4 0,0 0-16 0,0 0-19 15,0 0-23-15,0 0-14 0,0 0-41 0,13-34-30 16,-7 21-20-16,2-4-137 0,-2 0-318 0,7-11 141 16</inkml:trace>
  <inkml:trace contextRef="#ctx0" brushRef="#br0" timeOffset="48055.82">26599 4747 19 0,'0'0'24'0,"15"-1"-3"15,-3 0 1-15,1-1-2 0,-2 1-2 0,5 0 0 16,-1 2-4-16,3-1 0 0,1 0-3 0,0-1 3 15,0 0-5-15,-2-1 1 0,1 2-5 16,1 0 1-16,0 0 8 0,0 2-10 0,-2-4 4 16,1 2-6-16,-2-2-1 0,4 0-1 0,-1 2 5 15,-2-1-4-15,1-1 3 0,-2 2-6 0,4 0 4 16,-1 0-3-16,-4-2 2 0,5 1-1 0,-2 0 2 0,0-2-7 16,-5 4 5-16,1-2-1 0,3-2 1 15,-4 3 1-15,-1 0-6 0,2 0 4 0,-1-2 2 0,0 2 2 16,1-1-5-16,-1 1 2 0,-1-3 4 15,2 3-1-15,0-1-4 0,-2 1 2 0,-1-3 0 16,1 3-2-16,1-1 0 0,-1 0 3 0,-1 1-5 16,-2-2 2-16,3 2 0 0,-3 0-2 0,1 0 1 0,-10 0 1 15,18 0 6-15,-7 0-7 0,-2-1 4 16,3-1 0-16,-1 2-2 0,1 0 0 0,-1-2 4 16,2 1-3-16,-1 1-3 0,0-3 1 0,0 3 5 15,1-2-4-15,-1 1-4 0,2 1 2 0,-4-2 3 16,4 0 1-16,-1 2-2 0,-2-2 0 0,1 2 6 15,-1 0-7-15,0 2 2 0,0-4-2 0,-1 1 5 0,-10 1 0 16,18 0 0-16,-6-1-9 0,-2 1 13 16,1 1-5-16,0 0 3 0,1-3-6 0,-1 2 2 15,2 0 4-15,-1 0-5 0,1 0 1 0,-1 0 3 16,0 0 0-16,0 0-3 0,2 0 5 0,-3 0-3 16,2 1 1-16,-3-2 5 0,2 2-9 0,0-1 4 15,-1 0-4-15,2-1-1 0,-3 1 3 0,3 0 2 0,1 0 6 16,-3 1-12-16,2-1 5 0,1 0-2 15,-1 0 5-15,1 0 4 0,-1-1-10 0,-1 1 8 16,1 0-3-16,-4 0 6 0,4-2-6 0,-4 4 3 16,0-4 1-16,1 4 4 0,0-1-7 0,-1-1-2 15,1 0 3-15,-10 0 4 0,17 1-5 0,-8-1-4 16,0 2 9-16,-1-2-9 0,-1 1 0 0,1 0-1 0,3-1 6 16,-2 2 1-16,0-2-3 0,3 0 0 15,-1 0 7-15,1 0-1 0,-2 3-1 0,3-3-2 16,-3 0 7-16,2 0-7 0,-2 0 5 0,0 0 2 15,0 0 1-15,-1 0 9 0,-9 0-11 0,19 0 4 16,-11 0 1-16,-8 0-3 0,14 0 3 0,-6 0-23 16,-8 0 12-16,11 0 10 0,-11 0-9 0,12 0-1 15,-12 0 3-15,7 0-15 0,-7 0 12 0,9 2 6 16,-9-2-10-16,6 2-11 0,-6-2-9 0,0 0-7 16,0 0-15-16,3 5-9 0,-3-5-18 0,0 0-49 15,-18 10-122-15,4-6 54 0</inkml:trace>
  <inkml:trace contextRef="#ctx0" brushRef="#br0" timeOffset="68265.73">15843 3814 22 0,'0'0'55'0,"0"0"-4"0,0 0 1 0,-2-10 1 16,2 10 1-16,0 0-13 0,0 0 1 0,0 0-12 15,0 0 1-15,-2-9 2 0,2 9-2 16,0 0 6-16,0 0-5 0,0 0-2 0,0 0-5 16,0 0-6-16,0-10 10 0,0 10-7 0,0 0-6 15,0 0 4-15,0 0 8 0,0 0-5 0,0 0-3 16,0 0-2-16,0 0 9 0,-3-9-1 0,3 9-1 0,0 0-1 15,0 0 0-15,0 0 0 0,0 0 11 0,0 0-9 16,0 0 7-16,0 0-5 0,0 0 1 0,0 0-3 16,-2-7 1-16,2 7-7 0,0 0-5 15,0 0 4-15,0 0-6 0,0 0 7 0,0 0-6 16,0 0 10-16,0 0-3 0,0 0-1 0,0 0-13 0,0 0-2 16,0 0 0-16,0 0-3 0,0 0 10 0,0 0-9 15,0 0 0-15,0 0 0 0,0 0 3 0,0 0 6 16,0 0-12-16,0 0-7 0,0 0 12 15,0 0-7-15,0 0 7 0,0 0-6 0,0 0-5 16,0 0 6-16,0 0-1 0,0 0-2 0,0 0 4 16,0 0-1-16,0 0 2 0,0 0-5 0,0 0 0 0,0 0 7 15,0 0-14-15,0 0 12 0,0 0-6 16,0 0 1-16,0 0 3 0,0 0-4 0,0 0 5 16,0 0 1-16,0 0-2 0,0 0-7 0,0 0 4 15,0 0 6-15,0 0 1 0,-2 23 0 0,2-23-6 16,0 0 4-16,0 0 6 0,-1 9-8 0,1-9 5 0,0 0 1 15,-1 8-3-15,1-8 0 0,0 0 0 0,0 0 3 16,0 8 2-16,0-8-5 0,0 0-3 16,-1 10 8-16,1-10-2 0,-2 7 0 0,2-7 5 15,0 0 0-15,0 0 4 0,0 13-7 0,0-13 8 16,0 8 2-16,0-8 3 0,0 9-8 0,0-9 0 0,0 0 2 16,0 0-1-16,2 8-1 0,-2-8-4 15,0 0-2-15,0 0 0 0,0 0 1 0,-2 9-2 16,2-9-1-16,0 0-2 0,0 0-2 0,3 6 5 15,-3-6-1-15,0 0 3 0,0 0-7 0,0 0 6 16,0 0-3-16,0 0-7 0,2 8 6 0,-2-8 2 16,0 0-7-16,0 0 5 0,0 0-6 0,0 0 12 0,4 5-4 15,-4-5 1-15,0 0-9 0,4 3 8 0,-4-3-2 16,0 0-6-16,0 0 0 0,0 0 5 0,4 5 2 16,-4-5 2-16,0 0 7 0,0 0-5 15,0 0-5-15,0 0 7 0,0 0 11 0,0 0-20 16,0 0 5-16,0 0-4 0,0 0 3 0,0 0-6 15,4 6-7-15,-4-6-4 0,0 0-14 0,0 0-11 16,0 0-7-16,0 0-2 0,0 0 1 0,0 0-16 16,0 0-7-16,0 0-10 0,0 0 7 0,0 0-20 15,0 0-24-15,0 0-65 0,0 0-195 0,0 0 86 16</inkml:trace>
  <inkml:trace contextRef="#ctx0" brushRef="#br0" timeOffset="70169.65">16146 3759 48 0,'0'0'50'0,"0"0"-14"0,0 0 10 0,0 0-7 16,-7-4-3-16,7 4-5 0,0 0-1 0,0 0 0 16,0 0-9-16,0 0-2 0,-6-4 4 0,6 4-5 15,0 0-10-15,0 0 7 0,-9-2 10 0,9 2-13 16,0 0-1-16,-10-2 4 0,10 2-6 0,0 0-4 16,0 0 5-16,0 0-1 0,-11-1-7 0,11 1 5 15,0 0 1-15,-7-3 0 0,7 3 5 0,0 0 0 16,0 0 11-16,-12-1 1 0,12 1-4 0,0 0 3 15,0 0 0-15,-7-1 6 0,7 1 2 0,0 0-8 16,0 0 3-16,0 0 0 0,0 0 15 0,0 0-16 16,0 0 7-16,0 0 0 0,0 0 5 0,0 0 1 15,0 0-2-15,-10-1-7 0,10 1 13 0,0 0-6 16,0 0 5-16,0 0-8 0,0 0-7 0,0 0 0 16,0 0-5-16,0 0 6 0,0 0-12 0,0 0 9 15,0 0-11-15,-5-5 7 0,5 5-7 0,0 0 1 16,0 0-6-16,0 0 1 0,0 0 0 0,0 0-1 15,0 0 3-15,0 0-9 0,0 0-3 0,0 0-3 16,0 0 5-16,0 0-1 0,0 0-2 0,0 0 5 16,0 0-3-16,0 0 1 0,0 0 5 0,0 0-12 15,0 0 12-15,-2 15-8 0,2-15 2 0,0 0 7 16,0 0 2-16,0 10 2 0,0-10-3 0,5 8 7 16,-5-8 3-16,2 10 2 0,0-6-1 0,-2-4-2 15,1 7 0-15,2-1-7 0,-3-6 5 0,4 12-1 16,-4-5 0-16,1-2-5 0,-1-5 2 0,2 12-3 15,0-5 8-15,0 0-8 0,-2-7-4 0,4 12 7 16,-3-4 9-16,3-2-4 0,-1 0-5 16,-3-6-1-16,3 12 0 0,1-6 4 0,-1 1-5 0,-1 0 7 15,1-1-9-15,0 0 2 0,-1 1 1 0,2-1 2 16,1 3-7-16,-1-2 0 0,-2-1 5 0,2 4-3 16,0-3 0-16,0 0 1 0,-1 1-3 0,0 1 0 15,2-4-3-15,-1 3 5 0,1 0-3 0,1 1 1 16,0-1 4-16,-1-1 2 0,3 2 3 0,-2-1-1 15,2 1-3-15,-2-2 3 0,3 1 1 0,-4 0 21 16,2-1-3-16,-2-1-4 0,1 1-5 0,-1 1-1 16,4 0-3-16,-2-1 0 0,0-1-3 0,0 0 5 15,1 0-2-15,1-1 4 0,-2 3-7 0,2-2-2 16,-2-2-1-16,1 3 1 0,0-1-2 0,1-1-4 16,0 0-1-16,0-1 3 0,0 1-2 15,1-1 0-15,0 2-3 0,2-2 1 0,-1 2-2 0,-1-2-1 16,3 1 4-16,2 2-3 0,-3-1 2 0,2-2-3 15,0 4 0-15,3-3 1 0,-1 3-3 0,-3-3 1 16,5 1 1-16,-1-2 1 0,2 3 0 16,-7-4-1-16,6 2-1 0,-1-2 0 0,-3 0-1 0,3 2 1 15,0-2 0-15,0 0-2 0,-3 0 1 16,3 0 4-16,-3 0-6 0,1 0 1 0,6-2 0 0,-5 0 2 16,-3 2-2-16,0 0-1 0,0-2 2 0,-1 2 1 15,7-2-1-15,-2 0 3 0,2 1-3 0,-7 0-2 16,7 0 1-16,-1 0 3 0,0-1-2 0,1 0 1 15,-6 1-4-15,5-1 1 0,-6 0-1 0,5-1 1 16,0 2 7-16,2-1 0 0,-2-1-5 16,-2 2 0-16,0-5 2 0,0 3-3 0,-2-2-1 15,5 1 0-15,-4 0 3 0,3 1-1 0,-6 0-1 0,3-2 0 16,-1 1-3-16,0 0 4 0,1-1 4 16,-2-1 0-16,1 3-8 0,0 0 0 0,0-1 3 15,5-1-5-15,-5 1 2 0,1 0 3 0,-1-1 3 0,1 1-5 16,-1 0 3-16,0 0-2 0,2 0 3 15,-1-1-2-15,2-1 1 0,2 1-5 0,-1 1 4 16,1-2 0-16,-3 0-3 0,-2 1 1 0,0 0 0 16,1 1 5-16,-3-2-6 0,7 1 3 0,-5 1-2 0,2 0 2 15,-3-3 1-15,-2 1-2 0,5 2 0 0,-2-2 0 16,0 0 0-16,3 0 2 0,-5 2 0 16,1-3-3-16,-1 1 0 0,3 0 4 0,-5 0-4 0,1 0 2 15,0 1 2-15,-1-1-5 0,0 1 5 16,-3-1-1-16,4-1 4 0,-1 0-3 0,1 0-1 15,1 0-4-15,-2-2 2 0,-1 2-1 0,2-1 1 16,-4 1 4-16,3 0-6 0,-1-1 6 0,-1 0-3 16,0 2 1-16,2-5 1 0,-1 2-5 0,0-1 3 15,1-1 1-15,-2 1 0 0,2-2 0 0,-3 0-3 16,2-1 7-16,-1 2-3 0,0-3-4 0,2 2 4 16,-3-1-4-16,1 0 3 0,-1 0-5 0,2 0 3 15,-1 3-2-15,-2-2 5 0,0 0-2 0,-1 1 1 16,2-1-5-16,0 3 3 0,-2-1 0 0,-1 1 1 15,3 2 1-15,-3-3-2 0,1 1 6 0,1-2-9 16,0 1 1-16,-2 0 2 0,1 1 2 0,2-1-2 16,-3 1 3-16,1-3-2 0,2 1-1 0,-1 1 4 15,-1-2 1-15,0 1-5 0,-2 0 2 0,2-1 1 16,0 2-1-16,-1 1-1 0,-1-1 3 0,2 1-1 16,2-2-1-16,-2-1 2 0,-1 1-4 0,1 1 1 15,-3 0 2-15,1-2-1 0,1 2 3 16,0-3-4-16,-1 2 0 0,-2 0 0 0,3 2 1 0,-3-4-1 15,0 10-1-15,0-12 1 0,2 5 0 0,-2 7-2 16,3-11-2-16,-3 11 5 0,0-9-5 0,0 9 5 16,1-11-1-16,-1 11 1 0,3-11-2 0,-3 11 3 15,0-8-3-15,0 8 0 0,0-10 0 0,0 10 0 16,1-11-3-16,-1 11 3 0,0-11-1 0,0 11 2 16,0-10 1-16,0 10-3 0,1-8 0 0,-1 8 0 15,0 0 2-15,0-9-1 0,0 9 2 0,0 0-4 16,0 0-3-16,-1-10 4 0,1 10 2 0,0 0-2 15,0 0-2-15,0 0 1 0,0 0-1 0,0 0 6 16,0 0-6-16,0-9 2 0,0 9 2 0,0 0-4 16,0 0 1-16,0 0-1 0,0 0 1 0,0 0 4 15,0 0-7-15,0 0-13 0,0 0-24 16,0 0-11-16,0 0-25 0,0 0-30 0,0 0-43 0,0 0-38 16,-23 8-175-16,23-8-392 0,-18 10 174 0</inkml:trace>
  <inkml:trace contextRef="#ctx0" brushRef="#br0" timeOffset="75982.83">15808 3828 30 0,'0'0'60'15,"-1"-9"3"-15,1 9-11 0,0 0-6 0,-4-7-4 16,4 7 0-16,0 0-5 0,-4-6-1 0,4 6 11 0,0 0-20 16,0 0 11-16,-5-8 3 0,5 8-6 0,0 0 1 15,-4-3 7-15,4 3-6 0,0 0 5 0,0 0 1 16,-5-6 1-16,5 6 2 0,0 0-10 15,0 0 7-15,0 0 1 0,0 0-4 0,-5-7 2 16,5 7-4-16,0 0-1 0,0 0-4 0,-4-4-5 16,4 4 2-16,0 0-7 0,0 0-1 0,-6-7 4 0,6 7-14 15,0 0 4-15,-4-5-7 0,4 5 4 0,0 0-4 16,0 0-2-16,0 0 2 0,-5-4-2 0,5 4 0 16,0 0 3-16,0 0-1 0,0 0-5 15,0 0 2-15,0 0 2 0,0 0-1 0,0 0 7 16,0 0-1-16,0 0 1 0,0 0 3 0,0 0-3 0,0 0 0 15,0 0 3-15,0 0-5 0,0 0-5 0,0 0 1 16,-5-5 0-16,5 5-1 0,0 0 5 16,0 0-3-16,0 0-1 0,0 0-4 0,0 0 1 15,0 0 1-15,0 0-5 0,0 0 1 0,0 0-1 16,0 0 4-16,0 0-7 0,0 0-5 0,0 0 11 0,0 0-1 16,0 0 0-16,0 0-6 0,0 0 11 0,0 0-4 15,0 0 0-15,0 0-3 0,0 0 8 0,0 0-8 16,0 0 6-16,0 0-1 0,0 0-4 15,0 0 0-15,0 0-1 0,0 0 1 0,0 0 2 16,0 0-6-16,0 0 1 0,0 0-3 0,0 0 8 16,0 0-1-16,0 0-2 0,0 0 2 0,0 0-7 0,0 0 3 15,0 0 2-15,0 0-1 0,0 22-3 0,0-22 1 16,0 13 8-16,0-7-3 0,0-6-8 16,-2 16 6-16,4-6-2 0,-4-3 3 0,4 4-3 15,-2-1 1-15,1 2 1 0,-1-3-3 0,0 2 2 16,2 0 1-16,0 1-1 0,0 0 2 0,2-1 1 0,-1 1 2 15,-2-1 0-15,3 2-4 0,-1-1 3 16,-1-1 0-16,3 2 0 0,-2-1 0 0,0-1 4 0,0 1-5 16,1-2 5-16,0 0-5 0,0-1 4 15,-2 3-5-15,2-3 1 0,0 0 9 0,0 1 5 16,1-1-13-16,0 1 9 0,1-1-2 0,-1 0 8 16,2 1-4-16,-1 0 5 0,-1-1-3 0,3 0-4 15,0-1 4-15,-1 1 3 0,0 0-7 0,0-1 0 16,1 2-2-16,2-3 3 0,-2 2-6 0,1-4 4 15,6 5-4-15,-6-1 3 0,0-2 1 0,0-1-4 16,0 1 0-16,0-1 3 0,1 1-1 0,-2-1-2 16,-1 0 0-16,4 0 1 0,0-1 0 0,-1 1-1 15,2 0 3-15,-1-1 6 0,2 0-1 0,0 1 1 16,2 0-5-16,-1-2 4 0,2 1 5 0,1 0-8 0,0 1 5 16,-3-3-6-16,3 2 3 0,-1 0-1 15,2 0-1-15,2 0-2 0,-4-2-3 0,1 1 0 16,1 2 9-16,-3 0-14 0,2 0 6 0,-3-2-2 15,2 0 2-15,1 1-5 0,1-1 4 0,-2 1-2 16,2-2 3-16,-4-1-4 0,3 1 1 0,-4 0 1 16,6 2 0-16,-6-2 0 0,1-1 1 0,-1-1-3 15,2 2-1-15,2 2 2 0,-4-1 2 0,4-1-2 16,1 0 0-16,1 1-5 0,-1-4 5 0,0 4 3 16,0-2-3-16,1 1 5 0,-2 0 2 0,-3-2-5 15,4 2 2-15,1-1-6 0,-6 0 2 0,6 0-2 16,0 0-1-16,-2-1 5 0,-4 2-4 0,4-2-1 15,-3 1-2-15,0-1 3 0,0 2 0 0,3-3-1 16,-4 3-2-16,0-3 2 0,1 3-1 0,4-1-1 16,-3-2 1-16,-2 2 1 0,-1-2-1 0,8 0 2 15,-3 2-4-15,-4-1 2 0,6-2 2 0,-2 2-5 16,-3 0 6-16,5-2 1 0,2 5-1 0,-3-4 4 16,1 2-7-16,-1-1 4 0,0 1 1 0,-1-2-2 15,0 4-3-15,1-1 1 0,-6-3 3 0,1 2 0 16,0-2 1-16,1 0-4 0,-1 1 2 0,-1 2-1 15,2-2 1-15,-3 0-6 0,2-1 7 0,-3 2-3 16,-10-2 1-16,24 0-1 0,-13 1 1 0,1 1-1 16,-1 0 0-16,0 0 6 0,3 1-3 0,-1-2-4 15,1 0-2-15,-1 1 7 0,5-1-7 0,-4 1 0 16,-1 0 3-16,1-1-3 0,1 1 1 0,-1 1 0 16,-1-2 2-16,1 1-1 0,-4-2 0 0,3 2 3 15,5 0-6-15,-5-1 0 0,-1 0 5 0,5 1-3 16,-3 0-2-16,-4-2 2 0,3 0-2 0,-1 1 3 15,-2-1-1-15,-10 0-1 0,19 0-1 0,-9 0 1 16,-10 0-2-16,15 0 2 0,-15 0 2 0,12 0 0 16,-12 0 1-16,10 3-2 0,-10-3-1 0,0 0 0 15,0 0 0-15,16-3 4 0,-16 3 3 16,0 0-7-16,0 0 1 0,0 0 3 0,0 0 0 0,0 0-1 16,0 0-1-16,0 0 0 0,12 0 1 0,-12 0-2 15,0 0 4-15,0 0-6 0,0 0-3 0,0 0-9 16,0 0-14-16,0 0-9 0,0 0-21 0,0 0-29 15,0 0-30-15,0 0-34 0,0 0-26 0,0 0-20 16,0 0-133-16,0 0-355 0,0 0 157 0</inkml:trace>
  <inkml:trace contextRef="#ctx0" brushRef="#br0" timeOffset="78076.83">17665 4601 36 0,'0'0'31'0,"-9"-8"-2"0,9 8-2 0,0 0 13 0,0 0-4 15,-5-10-3-15,5 10 5 0,0 0-9 0,0 0 4 16,-8-9 0-16,8 9-1 0,0 0-4 0,-5-6 8 16,5 6 1-16,0 0-10 0,0 0 8 0,-6-8-5 15,6 8 5-15,0 0-1 0,0 0 9 0,-10-7 2 16,10 7-7-16,0 0 2 0,0 0 5 0,-8-6 11 16,8 6-5-16,0 0-3 0,0 0 3 0,0 0-4 15,0 0-7-15,0 0-1 0,0 0-2 0,0 0 1 16,0 0-6-16,0 0-3 0,0 0-6 0,0 0 2 15,0 0-7-15,-7-5-2 0,7 5-9 0,0 0 7 16,0 0-6-16,0 0 15 0,0 0-20 0,0 0 8 16,0 0-5-16,0 0 6 0,0 0-4 0,0 0-3 15,21 18 9-15,-21-18 0 0,11 6-3 0,-11-6-4 16,9 7 3-16,-2-5 5 0,-7-2-4 16,11 7 3-16,-11-7 2 0,13 7 0 0,-3-3 11 0,2-1-1 15,-3 0 2-15,1 0-5 0,3-1-7 0,-2 0 6 16,2 1-4-16,-1-1-1 0,-1 1 5 0,0 1-2 15,1-2 2-15,0-1-8 0,2 1 1 0,-3-1 5 16,3-1-2-16,-1 1-7 0,0 1 7 16,-2 2-7-16,1-3 5 0,0-1-7 0,0 1 0 15,-2 1 1-15,3 0 0 0,-1-1-2 0,-12-1 4 16,23 0-6-16,-12 0 4 0,0 1-1 0,1 0-4 0,0 0 4 16,0 0-4-16,0 0 7 0,1-2-4 0,-2 1 1 15,1 0 5-15,2-1 2 0,-3 2-1 16,3-2 1-16,4 2-2 0,-4-2 1 0,-1-1-2 15,2 1-2-15,-2 1 0 0,0-1-4 0,1-1 4 16,4 0-1-16,-5 0 0 0,-1 2-3 0,1-3 2 16,-1 0-5-16,-2 1 5 0,3 0-3 0,-13 2 1 0,24 0-2 15,-13-1 1-15,0-1 0 0,0 2 1 0,-11 0 0 16,18-3 1-16,-8 2-2 0,1 0 3 16,-11 1-3-16,19-3 0 0,-10 2 0 0,1-2 1 15,-10 3-2-15,22-4 1 0,-11 3-1 0,-3-3 1 16,5 2-1-16,-3 0-2 0,1 0-1 0,-1-1 1 15,-10 3 1-15,20-6 0 0,-11 4 1 0,1-1 0 0,1 0-1 16,-11 3 1-16,18-5-3 0,-11 2-1 16,-7 3-2-16,16-3 4 0,-8 1-4 0,-8 2 11 15,15-4-8-15,-6 0 1 0,2 2 1 0,-1 0 3 16,-10 2-2-16,16-3 4 0,-8 0-3 0,-8 3 4 16,15-4 0-16,-4 2 1 0,-11 2-3 0,15-3 2 15,-6-1-2-15,0-1 6 0,1 1-6 0,-1 2 1 16,0-3-1-16,2 1 1 0,-3 3-3 0,1-3 1 15,2 1-3-15,0 1 2 0,-2 0 1 0,2-3 0 16,-1 1 0-16,-5 3-3 0,4-3 1 0,0 1 1 16,0-1-2-16,0 0-2 0,1 1 0 0,1 0 4 15,-2 1-1-15,2 0-2 0,-5-1 1 0,3-1 2 16,1 0 1-16,0 2-1 0,-3-1 4 0,1-2 5 16,0 1-5-16,-1 0 3 0,2 1 2 0,0-1 2 15,-2 0-2-15,0-1-1 0,-2 1 1 0,4 0-2 16,-1-2 3-16,0 2-7 0,-1-1-2 0,1 1 1 15,-2-2 6-15,2 3 20 0,-3-2-2 0,4 1-5 16,-2 0-4-16,3-2 0 0,-1 2-4 0,2-4 1 16,1 2-6-16,-1 0 0 0,-2 0 0 0,3 1-2 15,-3-2 0-15,0 1-2 0,2-2-4 0,-2 3 2 16,1-2 2-16,-1 0-5 0,0 1-3 0,0-1 1 16,0 1 4-16,0 0-2 0,-1 0 2 0,-3 2-2 15,0-2 4-15,0 2-3 0,2-1 7 0,-3 1 0 16,0-2-2-16,1 3 4 0,1-3-6 0,-1 2 0 15,1-1 0-15,-1 0 2 0,3-2-5 0,-4 4 2 16,1-3-5-16,2-1 6 0,1 0-5 0,-4 2-2 16,6-2-3-16,-6 1 2 0,2 2 1 0,-1-4 3 15,-1 1-3-15,3 0-3 0,2-1 0 0,-2 0 4 16,0 2 1-16,-1-2 5 0,1 2 0 0,-4-1 4 16,2 0-4-16,0 0 1 0,2-3 1 0,-2 1-5 15,0-3-1-15,3 4 1 0,-4 0-1 16,1-3 1-16,0 1-5 0,0 1 4 0,-2 1-5 15,-1 2 6-15,1 0-4 0,2-5 0 0,-3 4-7 16,1-3 7-16,1 2 1 0,-2-1 0 0,1 2-5 0,2-1 3 16,-2 1-1-16,-1 0 2 0,-2 7-5 0,8-11 4 15,-5 4-3-15,-1 0 4 0,0 0-3 0,1-2 1 16,-2 0 0-16,3 1-2 0,0-1 1 0,-3 2 4 16,0-1-2-16,3 2-2 0,-1 0 5 15,-3 6-5-15,4-11 0 0,-2 5-6 0,1-1 5 16,-3 7 2-16,4-10-1 0,-2 5 1 0,-2 5-2 15,4-11 2-15,-4 3-1 0,0 8 1 0,4-12 1 0,-2 6-2 16,1 0 1-16,-1-1-4 0,-2 7-3 0,4-13 14 16,-4 8-9-16,0 5 2 0,1-14 1 0,2 8-2 15,-3 6 1-15,3-12 0 0,-2 7-3 0,-1 5 4 16,1-10-2-16,-1 10 1 0,3-9-1 16,-3 9 0-16,1-8 0 0,-1 8 3 0,0 0-4 15,3-8 1-15,-3 8 0 0,0 0 1 0,0-10 0 16,0 10-1-16,0 0 0 0,2-9 0 0,-2 9-1 0,0 0 1 15,2-6 4-15,-2 6-3 0,0 0 0 0,1-7 3 16,-1 7-4-16,0 0-3 0,0 0 2 16,0 0-8-16,0-9 7 0,0 9 10 0,0 0-14 15,0 0-11-15,0 0-12 0,0 0-9 0,0 0-9 16,2-7-10-16,-2 7-6 0,0 0-3 0,0 0-8 16,4-7 2-16,-4 7 0 0,0 0-5 0,0 0-10 15,0 0-17-15,0 0-33 0,0 0-32 0,4-10-41 0,-4 10-144 16,0 0-383-16,0 0 170 0</inkml:trace>
  <inkml:trace contextRef="#ctx0" brushRef="#br0" timeOffset="83991.19">15932 5957 58 0,'0'0'76'0,"0"0"-7"0,0 0 1 15,0 0-2-15,0 0-3 0,0 0-3 0,0 0 0 16,0 0 2-16,0 0-12 0,0 0-1 0,0 0-5 16,0 0-1-16,0 0-7 0,0 0 1 0,0 0-9 15,0 0-3-15,0 0-4 0,0 0 6 0,0 0-5 16,0 0-6-16,0 0-2 0,0 0-7 0,0 0-2 16,0 0 3-16,0 0-9 0,0 0 4 0,0 0 3 15,-13 2 3-15,13-2-2 0,-5 2-6 0,5-2-2 16,0 0 13-16,0 0-9 0,0 0-5 0,-9 3-1 15,9-3 7-15,0 0-9 0,0 0 7 0,-7 5-3 16,7-5-1-16,0 0 4 0,0 0 0 0,-8 1-5 16,8-1 4-16,0 0-4 0,0 0-1 0,-7 3-1 15,7-3 3-15,0 0 0 0,0 0 3 0,0 0-8 16,-8 3 2-16,8-3 5 0,0 0 0 0,0 0 1 16,0 0-2-16,-7 2 5 0,7-2 2 0,0 0-12 15,0 0 12-15,0 0-7 0,0 0 7 0,0 0-4 16,0 0 7-16,0 0-6 0,-5 4 7 0,5-4 1 15,0 0-2-15,0 0 7 0,0 0 1 0,0 0-9 16,0 0 4-16,0 0-1 0,0 0 4 0,0 0-3 16,0 0-2-16,0 0 1 0,0 0 1 0,0 0 0 15,-6 4 0-15,6-4 6 0,0 0 1 0,0 0-1 16,0 0 4-16,0 0-4 0,0 0 0 0,0 0-4 16,0 0-1-16,0 0-4 0,0 0-3 0,0 0 2 15,0 0 0-15,0 0-7 0,0 0 0 0,0 0 1 0,0 0-1 16,0 0 4-16,0 0-1 0,-7 3-3 15,7-3 3-15,0 0-1 0,0 0-2 0,0 0 1 16,0 0-3-16,0 0 0 0,-2 8 1 0,2-8 1 16,0 0-1-16,-5 6-2 0,5-6 3 0,0 0-3 15,-3 7 0-15,3-7 4 0,0 0-4 0,-4 5 2 0,4-5-1 16,0 0 3-16,0 0-4 0,0 0 3 16,0 0-2-16,0 0-2 0,0 0 3 0,0 0 1 15,-2 7-2-15,2-7 2 0,0 0-1 0,0 0 4 16,0 0-1-16,0 0 1 0,0 0 3 0,0 0 2 0,0 0-4 15,0 0 3-15,0 0 0 0,0 0-2 0,0 0 0 16,0 0 6-16,0 0 0 0,0 0 8 16,0 0 9-16,0 0 4 0,0 0 1 0,0 0-6 15,0 0 2-15,0 0-1 0,0 0-5 0,0 0 0 16,0 0-1-16,0 0-2 0,0 0-2 0,0 0 4 0,0 0-8 16,0 0 3-16,0 0-3 0,-5-17 1 15,5 17-3-15,0 0 0 0,0 0 0 0,-2-12 1 16,2 12 1-16,0 0 3 0,0 0-1 0,3-10-3 15,-3 10 1-15,0 0-1 0,4-11-4 0,-3 6 3 16,-1 5-6-16,4-8 0 0,-4 8-2 0,4-9-2 0,-1 4 3 16,-3 5-1-16,4-11-5 0,0 8 5 0,-4 3-3 15,6-10-17-15,-3 7 2 0,-3 3 1 16,5-9 2-16,-1 4-3 0,-1-2 4 0,2 3 4 16,-2-2-1-16,-3 6-2 0,6-12 1 0,1 4 0 0,-3 1 3 15,0 1 1-15,1 1 1 0,0-1 0 0,-1-2-3 16,2 1 3-16,-2 0-3 0,1 2-3 0,-1-1 6 15,3-2-3-15,-1 1-1 0,0-1-1 0,0 0 1 16,2 1 6-16,-3-1-3 0,2 0 3 16,-3-1-2-16,4 4-4 0,-2-3 6 0,-1-1-5 0,1 2 2 15,3-3 3-15,-2 3-4 0,3-3 3 0,0 2-1 16,-1-2-2-16,0 0 0 0,0 2 3 0,-1 0-2 16,-1 1-2-16,5-2 3 0,-3 1-8 0,0-1 2 15,1 1 13-15,0 0-4 0,0-1-4 0,-1 2 1 16,2-1-2-16,-5 0 0 0,2-1 2 0,3 2 2 15,-2-1-1-15,-1 3-1 0,3-4 3 0,-1 0 0 16,2-2-3-16,-2 4 0 0,-1-1 2 0,-1 1-4 16,2-2 2-16,0 0 0 0,-1 2 1 0,1-1-1 15,-2-1 0-15,1 3 1 0,-1-1 1 16,-1 0-2-16,0 1 1 0,0-3-2 0,2 3 2 16,0-1-1-16,0 0 0 0,0 0 0 0,1-1 2 0,-1 1-3 15,2 1-2-15,-4 0 1 0,3-1 4 0,-1 0-3 16,-1 0 2-16,1 0-3 0,0 1 2 0,-1-3 0 15,-1 4 0-15,2-2 1 0,-2 0-3 16,2 0 3-16,-2 0-2 0,2 2 4 0,-2-3-3 0,-1 3 0 16,2 0 1-16,0-1-2 0,-2 1 0 15,1-2-1-15,0 2 0 0,2-1-3 0,-2-1 3 0,2 0 0 16,-2 0 1-16,0 3 0 0,-2 1 0 16,1-4 3-16,1 1-5 0,1 0-2 0,1 0-1 0,0 0 7 15,-1-1 1-15,-2 1-2 0,3 1 3 0,0-2-7 16,-1 1 6-16,0 0-1 0,0 0-1 15,-2 2-3-15,2 0 4 0,2-2-2 0,-1 2-1 0,-1-2 2 16,1 0 3-16,1 0-5 0,-1 1-1 0,1 0 3 16,0-1-1-16,-1 0-2 0,-1 2-1 0,4-2 3 15,-5 2-2-15,1 1 2 0,0-4 0 16,2 2 1-16,-2 1 2 0,2-2-2 0,-4 2 1 16,3-1-2-16,-1 0 4 0,0 1-6 0,2 0 3 0,-3 0-1 15,0 0 2-15,2-1-1 0,1 0 2 0,-4 2-4 16,1-1 2-16,-2 0 0 0,2 0 0 0,1 0 2 15,-3 1-5-15,2 0 3 0,-1-1-2 0,-6 4-2 16,15-6 3-16,-8 4-1 0,0-2 2 0,0 2-3 16,-7 2 8-16,11-5-4 0,-4 3 1 15,0-1-5-15,3 0 1 0,-2-2 2 0,3 1 3 0,-1 2-7 16,-1-3 8-16,0 3-5 0,1-3 0 0,-3 1 2 16,2 1-2-16,0 0 3 0,1 0-4 0,0 0-2 15,-3 1 3-15,0 0-2 0,1 0 2 16,-8 2 0-16,15-4 3 0,-4 1 1 0,-2 0-6 15,0-1 2-15,-1 3 0 0,1-2 2 0,0 0 0 16,0 0-5-16,-3 3 4 0,-6 0-3 0,14-6 5 0,-8 5 1 16,2-2-1-16,2 0 1 0,0-1 1 0,1 2-11 15,0-1 10-15,-2-1-5 0,1 1 1 16,0 0 1-16,0 0 1 0,0 0-2 0,-3 2-1 16,2-3 4-16,2 1-1 0,-1-1 1 0,-1 1-3 15,1 0 3-15,-4 1-6 0,2-1 9 0,-8 3-6 16,10-2-1-16,-10 2 4 0,9-4-3 0,-9 4 1 0,12-4-1 15,-6 1 0-15,0 2 1 0,1-2 1 0,-7 3-3 16,13-3 0-16,-6-1 2 0,0 1 0 16,-1 1-2-16,-6 2 2 0,15-3-1 0,-8 0 1 15,-1 2 0-15,2-1-4 0,-8 2 1 0,14-3 4 16,-8 1 1-16,1-1 0 0,-7 3-3 0,12-3 1 0,-6 1 3 16,-6 2-6-16,10-1 3 0,-10 1 3 15,11-3-3-15,-11 3 0 0,8-2-1 0,-8 2-1 16,9-3 2-16,-9 3 3 0,13-2-3 0,-7 0-2 15,-6 2-7-15,12-2 11 0,-5 0-5 0,-7 2 4 16,14-1-1-16,-7-1-2 0,3 2 1 0,0-2-2 16,-2 2 10-16,-8 0-3 0,16-1-5 0,-8 0-1 0,0-1 2 15,-8 2 0-15,15-1-4 0,-9 0 6 0,-6 1 3 16,13-2-2-16,-13 2-1 0,13 0-4 0,-5 0 0 16,-8 0 5-16,13 0-3 0,-13 0 2 0,14-2-1 15,-8 2-1-15,-6 0 0 0,14-1-1 16,-6 1 4-16,-8 0-1 0,11-1-2 0,-4-1 0 15,-7 2 2-15,14-1 0 0,-7 1 3 0,1-3-9 0,2 3 6 16,2-1-2-16,-2 1-1 0,1-3 1 0,0 1 0 16,-1 1-3-16,-2 1 3 0,-8 0 0 15,16-3 3-15,-8 3 2 0,1-1-5 0,0-1 1 16,-9 2-3-16,15-2 2 0,-7 2 1 0,-8 0 2 16,13-1-5-16,-8-1 2 0,-5 2 0 0,11 0 2 15,-11 0-2-15,0 0 0 0,12-1-2 0,-12 1 2 0,6-1 0 16,-6 1 0-16,0 0 3 0,10 1-3 15,-10-1 0-15,0 0-2 0,13-1 2 0,-13 1-1 16,8 0-2-16,-8 0 5 0,7-3 1 0,-7 3-10 16,11 0 6-16,-11 0 0 0,10-1 1 0,-10 1 7 15,10-2-5-15,-10 2-4 0,11 0 1 0,-11 0-1 16,12 2 4-16,-4-2-4 0,-8 0 5 0,14 0-2 16,-5 1-2-16,-9-1 1 0,18 1-9 0,-11-2 9 15,1 1 0-15,3 0 3 0,-11 0-4 0,16 0 3 16,-10 0-3-16,6-1-2 0,-5 2 4 0,-7-1 0 15,17 1-3-15,-9 1 1 0,-1-1 1 0,-7-1 1 16,14 0-1-16,-7 1-2 0,-7-1 5 0,14-1 1 16,-6 2-3-16,-8-1 5 0,13 2 0 0,-7-1-6 15,1-1 2-15,-7 0 0 0,16 2-2 0,-10-2-2 16,2 0-1-16,-8 0 3 0,11 0 0 0,-11 0 1 16,14 0 0-16,-6 0 0 0,-8 0 4 0,14 0-3 15,-6 2-3-15,-8-2 1 0,14 2-1 0,-5 1-1 16,-2-3 1-16,-7 0 1 0,13 0 1 0,-5 0-2 15,-8 0 2-15,11 1-2 0,-11-1-3 0,14 1 5 16,-6-1 0-16,0 2-1 0,-8-2 6 0,13 2-8 16,-3-1 7-16,-4-1-3 0,2 2-2 0,-8-2 3 15,16 0-4-15,-8 0 0 0,0 0 3 0,-1 1-1 16,-7-1-1-16,20 2 2 0,-13-1-6 0,2-1 3 16,-9 0 2-16,13 1 0 0,-5 1 0 0,-8-2 0 15,15 0 2-15,-9 2-2 0,1-1-7 0,0 0-1 16,-7-1 6-16,13 2 9 0,-6-2-6 0,-7 0-1 15,11 4 1-15,-5-4-4 0,-6 0 0 0,12 3 2 16,-7-3 2-16,-5 0-5 0,10 4 5 0,-3-2 0 16,-7-2-2-16,11 2 1 0,-4 1-8 0,-1-2 9 15,-6-1 2-15,14 4-7 0,-8-3 8 0,2 1-4 16,0 1 0-16,-2 0-1 0,2-1 0 0,-2 0 3 16,6 1-4-16,-6 1 2 0,0-2-1 0,4 1 3 15,-3 1-3-15,1-1 2 0,-2 0-3 0,3 1 3 16,-1 0-2-16,1 1 1 0,-3-2-2 0,-1 1 4 15,4 0-2-15,-4 0 1 0,4 1-1 0,-2-2 5 16,-1 3-8-16,0-2 3 0,1-1 5 0,2 2-7 16,-2 2 0-16,2-3 2 0,-2 1 3 0,-1-1-3 15,1 0 2-15,1 1-4 0,0 1-5 0,-2-2 6 16,0 0 0-16,0 1 2 0,3 1-3 0,-1 0 2 16,-2 1-3-16,2-2 4 0,1 2 0 0,-2-1-2 15,-2 1 3-15,2-1-2 0,-2-1 1 0,2 2 1 16,1 0 1-16,-1 1-3 0,-2-1-1 0,2 0 2 15,-2 0-1-15,2 3 2 0,-1-3-4 0,-2 0 5 16,1 1 1-16,0 0-6 0,-1-2 2 0,0 0 1 16,-1 2-1-16,0-2-1 0,1 0 0 0,-1 1 1 15,2 2-2-15,0 0 3 0,-3-2 0 0,2 2-3 16,-2 0 3-16,2-1 1 0,-2 0-1 0,-1-2 1 16,3 4-1-16,-1-2-1 0,3 1-1 0,-3-2 2 15,0 0 5-15,0 1-2 0,1 0-1 0,-2 1 2 16,4-2-6-16,-4 1 3 0,2 0 2 0,0-2-5 15,-2 2 1-15,-2-8 2 0,8 15-2 0,-4-9 0 16,0 4 1-16,-4-10-4 0,7 14 4 0,-4-6 2 16,2 0-2-16,-2 1 4 0,-1 3-3 15,-1-3-3-15,-1-9 1 0,6 18 5 0,-4-9 0 0,2-4 2 16,-1 4-4-16,0-3 1 0,-3-6-4 0,5 16 2 16,-2-10 3-16,-1 2-1 0,1 0-3 0,0-2 9 15,0 0 4-15,1 1-2 0,0-2 0 0,0 1-3 16,0 0 0-16,1 1 3 0,1-2-3 0,-2 2-3 15,0-4-2-15,1 4 4 0,-1-1-4 16,2-2 11-16,-1 2-12 0,1-2 0 0,-3 2 0 0,1-1 3 16,1 0-3-16,2-1-2 0,-2 1 3 0,-5-5 1 15,6 9-2-15,-2-4-1 0,1 0-2 0,-2 0 2 16,1 0 1-16,-1 1-5 0,1-2 1 16,0 2 0-16,0 0 5 0,-4-6-2 0,6 10 1 15,-2-4-2-15,0-2 1 0,0 2 0 0,-4-6-4 0,6 7-1 16,-5 0 5-16,2-2 0 0,0 0-3 0,-3-5 8 15,6 10-8-15,-3-5-1 0,-3-5 2 0,3 12 1 16,0-8-2-16,2 3 3 0,-5-7-2 0,4 12 4 16,-2-8-2-16,1 2 1 0,-3-6 0 0,4 9-4 15,-3-2 6-15,3-3-3 0,-4-4 4 16,5 9 1-16,-2-6-2 0,-3-3 3 0,6 9-3 16,-4-4 3-16,-2-5-7 0,6 7-2 0,-3-2 6 0,-3-5 0 15,8 6-1-15,-5-3 0 0,-3-3-1 0,7 7 0 16,-3-4-3-16,-4-3-6 0,7 5-13 0,-4 0-12 15,-3-5-18-15,7 6-22 0,-5-3-35 0,-2-3-31 16,3 7-35-16,-3-7-37 0,0 0-132 16,0 0-368-16,-10 14 163 0</inkml:trace>
  <inkml:trace contextRef="#ctx0" brushRef="#br0" timeOffset="90005.45">17688 4731 8 0,'0'0'16'0,"0"0"1"0,-10-3 4 0,10 3 7 0,0 0-10 15,0 0-1-15,0 0 5 0,0 0 1 0,0 0-12 16,-10 0-2-16,10 0 2 0,0 0-1 0,0 0-3 16,0 0 6-16,0 0-8 0,0 0-1 0,0 0 3 15,0 0 0-15,0 0 0 0,0 0-5 16,38-1 2-16,-18-2-1 0,1 3 4 0,6-3 0 16,5 1-4-16,-2 1 2 0,2-3 6 0,2 2-10 0,0-4 4 15,2 2-5-15,1 0 0 0,-1 1 5 0,1-1-7 16,-3-2 2-16,3 2-3 0,0-1 10 0,-4-1-11 15,1 0 5-15,-4 2-8 0,-3 0 0 0,-6 3 0 16,0-2-3-16,-1 2-1 0,-9 0 0 16,-1 0-5-16,-1 1-3 0,-1-2 2 0,-8 2-18 15,13 0-38-15,-13 0 18 0</inkml:trace>
  <inkml:trace contextRef="#ctx0" brushRef="#br0" timeOffset="90738.28">17979 4668 32 0,'0'0'33'0,"0"0"-2"0,0 0-1 16,39-4-1-16,-16 1 1 0,6-1-3 0,4 3-6 15,6 0 2-15,-3-4-6 0,4 2-2 0,0-2-2 16,-2 3 5-16,1 0-3 0,-1-2-9 0,0 1 5 16,-3-1-5-16,-2 0 2 0,-1 2-2 0,-1-1 3 15,-4-2-10-15,-6 3 1 0,-1 0-2 0,-1-1-9 16,-6 3 5-16,0-1-1 0,-4-2 0 0,-1 3-1 16,-8 0 3-16,13 0-8 0,-13 0 7 0,8 0-4 15,-8 0 1-15,0 0-11 0,0 0 11 0,0 0-4 16,0 0 1-16,0 0 3 0,-39 2 1 0,19-1 4 15,1 0 1-15,-1 1-4 0,-3-1 3 0,-3 3 0 16,-2-3 4-16,6 1-3 0,-5 2 0 0,-3-4 4 16,8 1 5-16,2-1 2 0,0 2-1 0,2-2-2 15,6 1 3-15,1-1 10 0,3 0-7 0,8 0-1 16,-10 1 1-16,10-1 2 0,0 0 5 0,0 0-9 16,0 0 2-16,32-4-2 0,-9 4 3 0,6 0-5 15,6-3-2-15,1 0 3 0,0-1 0 0,2 2-1 16,0-3 1-16,0 3-2 0,0-2-1 0,-1 1-4 15,-4-1-5-15,2-2-5 0,-2 1-4 0,-3 2-9 16,1 3-13-16,-4-4-20 0,-7 1-58 0,-1 1 26 16</inkml:trace>
  <inkml:trace contextRef="#ctx0" brushRef="#br0" timeOffset="91108.88">17955 4677 26 0,'65'-4'18'0,"25"-3"-12"0,-30 1-8 16,5 3-2-16,-2-4-4 0,1 0-7 0,-3 1 3 16</inkml:trace>
  <inkml:trace contextRef="#ctx0" brushRef="#br0" timeOffset="99353.42">17638 4756 6 0,'0'0'12'15,"0"0"5"-15,-9-3 1 0,9 3-3 0,0 0 1 16,0 0 1-16,0 0-3 0,-6-3 3 0,6 3-6 15,0 0-2-15,0 0-1 0,0 0 0 0,0 0 6 16,0 0 1-16,0 0-2 0,0 0-3 0,0 0-2 16,0 0-1-16,0 0-1 0,0 0-3 0,0 0-3 15,0 0-1-15,0 0 0 0,0 0-4 16,0 0 1-16,0 0-1 0,0 0-2 0,-6-4 0 16,6 4 1-16,0 0 3 0,0 0 0 0,0 0 1 0,-7-5-1 15,7 5 4-15,0 0-7 0,-13-4 2 0,7 3 1 16,6 1-2-16,-17 0 2 0,6 0-3 0,-2 0 4 15,-3-3 1-15,-3 4 1 0,-1-1-2 0,1 0 3 16,-2 0-4-16,1 2 3 0,-3-2 5 0,2 0-3 16,1 1 1-16,0 0 0 0,3 1 5 0,3-2 1 15,1-2 2-15,2 2-5 0,1-1 4 16,10 1-2-16,-16-1 2 0,16 1 7 0,-11 0 8 0,11 0-14 16,-11-2 5-16,11 2 0 0,0 0-9 0,-10 0-2 15,10 0 3-15,0 0-1 0,0 0-1 0,0 0 0 16,0 0-3-16,0 0 5 0,0 0-5 0,0 0-1 15,0 0 2-15,0 0-2 0,0 0 3 0,28 8 2 16,-20-7-6-16,0-2 11 0,2 1-2 16,3 0-13-16,0-1 3 0,4 1 5 0,4-3-3 0,-2-1 1 15,10 1 3-15,5 0-3 0,-2-1 3 0,2 1-9 16,3-1 6-16,0 1-6 0,14-4 7 0,2 1-3 16,-1 1-3-16,-14 2 2 0,15-3 3 15,-16 1-4-15,3 1 0 0,-1 1-2 0,-1-1 0 0,14 3 5 16,-17-1-6-16,0 0 1 0,-2 0-8 0,-5 2 0 15,0-1-9-15,-7 1-4 0,-1 0-11 0,-2 0-21 16,-5 0-60-16,-2 0 27 0</inkml:trace>
  <inkml:trace contextRef="#ctx0" brushRef="#br0" timeOffset="120944.67">16556 4781 20 0,'0'0'22'0,"0"0"-8"15,0 0 3-15,0 0 0 0,0 0-4 16,0 0 3-16,0 0 0 0,0 0-8 0,0 0 8 16,0 0-7-16,0 0 2 0,0 0-5 0,-14-4 1 15,14 4 6-15,0 0-7 0,0 0-2 0,0 0-3 0,0 0 2 16,0 0-6-16,0 0 1 0,0 0 1 16,0 0-1-16,0 0-2 0,0 0 2 0,0 0-6 15,0 0-1-15,0 0-2 0,0 0-1 0,0 0-16 16,0 0-30-16,19 12 13 0</inkml:trace>
  <inkml:trace contextRef="#ctx0" brushRef="#br0" timeOffset="122769.93">16631 4777 6 0,'12'-2'7'0,"2"2"0"16,4-2 9-16,2 2-8 0,0-3 4 0,9 3 0 15,2-3-3-15,-2 2-2 0,0 0 0 0,-3-1 2 16,2 2-8-16,0-3 6 0,-6 3-5 0,-2 0 0 15,-2 0 3-15,4 0 1 0,-2 1 2 0,-1 1-7 16,2-1-1-16,0 0 6 0,0-1 0 0,-1 0-3 16,1 1 3-16,-2-2-5 0,1 1-1 0,-3 0 0 15,2 0-12-15,-1-1 2 0,-5 1-12 0,0-1-25 16,-1-1 11-16</inkml:trace>
  <inkml:trace contextRef="#ctx0" brushRef="#br0" timeOffset="123333.09">16995 4668 34 0,'0'0'44'16,"0"0"-1"-16,0 0-1 0,26 2-13 0,-26-2 4 16,18 3-3-16,-7-3-1 0,2 2-5 0,-3-1-1 15,4 1-8-15,-2-1 1 0,1 3 2 0,-4-2-3 16,0 4-2-16,1-2-2 0,-5 1-1 0,0 0-5 16,0 1 8-16,-1 4-5 0,-3 0 7 0,-3 4-10 15,-2 1 7-15,-3 3-8 0,-4 6 1 0,-4-1-1 16,-4 1-15-16,3 1-18 0,-8 2-48 0,0-3-84 15,-2 1 38-15</inkml:trace>
  <inkml:trace contextRef="#ctx0" brushRef="#br0" timeOffset="134531.34">16521 4742 4 0,'0'0'22'0,"0"0"-7"0,0 0-2 16,0 0 5-16,0 0 0 0,-9 1-7 0,9-1 0 0,0 0 3 16,0 0-11-16,0 0 11 0,0 0-5 0,0 0 5 15,0 0-5-15,0 0 4 0,0 0-2 16,0 0 9-16,0 0-8 0,0 0-2 0,0 0-9 16,-7-7 4-16,7 7 1 0,0 0 7 0,-7-2-3 15,7 2-4-15,0 0 2 0,-7-3-1 0,7 3-3 0,0 0 4 16,0 0-8-16,-8-3 6 0,8 3-1 0,0 0 7 15,0 0-9-15,0 0 1 0,0 0 2 0,-9-3-2 16,9 3-1-16,0 0 1 0,0 0 0 16,-7-2-2-16,7 2-4 0,0 0-1 0,0 0 6 0,-12 0 3 15,12 0-8-15,-8-2 5 0,8 2-2 16,0 0-1-16,0 0 5 0,-13 2-10 0,13-2 9 0,0 0 2 16,0 0-9-16,-9-2 2 0,9 2 2 15,0 0 3-15,0 0-6 0,0 0 7 0,0 0-9 0,0 0 0 16,0 0 0-16,0 0 2 0,0 0 5 15,0 0-5-15,0 0 5 0,0 0-1 0,-9 0-12 16,9 0 9-16,0 0 1 0,0 0 0 0,0 0-4 16,0 0 9-16,0 0-12 0,0 0 10 0,0 0-5 0,35 0 5 15,-21-2-5-15,-1 1 3 0,6-2-4 16,-1 2-3-16,2-1 6 0,2 1-2 0,0-1-1 16,6-1 0-16,0 2 3 0,1-2 2 0,1-1-4 15,-2 2-1-15,0-1 6 0,1 2-1 0,-1 1-3 16,1-3-3-16,0 2 4 0,0-2-5 0,-8 3 7 0,8 0-5 15,-7-2 3-15,0 0 0 0,-2 2-1 0,2 0-6 16,-2 0 1-16,-2-2-2 0,0 2 2 16,1-1-2-16,-1 1 4 0,1 0-7 0,-2-1-3 15,-3 0-2-15,-2 0 4 0,2 1-1 0,-3 0-2 16,1-1 1-16,-2 0-20 0,-3 1-35 0,-7 0 16 16</inkml:trace>
  <inkml:trace contextRef="#ctx0" brushRef="#br0" timeOffset="134866.06">16834 4678 13 0,'0'0'17'16,"22"7"-2"-16,-11-7 7 0,9 0-6 0,1 0 0 15,8 0 0-15,3-2-2 0,1 1 0 0,4 1 2 16,2-3-4-16,15 5 7 0,-1-5-12 0,-2 2 1 15,-13 1-3-15,0-1-4 0,15-1-3 0,-16 1 3 16,-3 1-14-16,1 0 2 0,-3-2-20 0,0 2-35 16,-5-1 16-16</inkml:trace>
  <inkml:trace contextRef="#ctx0" brushRef="#br0" timeOffset="139853.19">25360 3281 8 0,'0'0'10'0,"-4"-19"1"0,4 19-4 0,0 0 3 16,0 0-1-16,0 0 2 0,0 0-2 0,-1-9 0 15,1 9-1-15,0 0 1 0,0 0-1 0,0 0 1 16,0 0-1-16,1-10-2 0,-1 10-6 0,0 0 3 15,0 0 4-15,0 0 5 0,-1-9-1 0,1 9-4 16,0 0 3-16,0 0-4 0,0 0 4 0,0 0-3 16,0 0 0-16,0 0-1 0,0 0-5 0,0 0 4 15,0 0-5-15,0 0 1 0,0 0 0 0,0 0 1 16,0 0 2-16,0 0-3 0,-10 0 1 0,10 0-3 16,0 0-1-16,-11 7 6 0,11-7-7 0,-8 6 7 15,4-3-5-15,4-3 4 0,-9 6 1 0,5-2-3 16,4-4-3-16,-10 6 0 0,6-1 4 0,-4-2-1 15,3 2 0-15,-3-1 1 0,2 1-1 0,0-2 1 16,-3 2 2-16,2 1-3 0,-2-1 4 0,2 1-1 16,-1-2 1-16,3 3-4 0,0-4 4 15,-2 2-1-15,2 0-1 0,-1-1 3 0,2 1-5 16,4-5 6-16,-9 6-7 0,4-3 4 0,5-3-1 0,-6 8-3 16,6-8 5-16,-3 3-1 0,3-3-3 0,-5 6-1 15,5-6 3-15,0 0-3 0,-5 3 6 0,5-3-3 16,0 0 0-16,0 0-3 0,-7 7 3 15,7-7-3-15,0 0-2 0,-6 3-22 0,6-3-27 16,-4 3-55-16,4-3 24 0</inkml:trace>
  <inkml:trace contextRef="#ctx0" brushRef="#br0" timeOffset="140172.37">25500 3195 13 0,'0'0'25'0,"16"14"-2"0,-5-9-11 0,-2 1 2 0,9 3-9 16,-5-1-21-16,6 3-16 0,5 5 7 0</inkml:trace>
  <inkml:trace contextRef="#ctx0" brushRef="#br0" timeOffset="-204305.86">15540 4764 24 0,'0'0'33'15,"-9"-4"-3"-15,9 4-2 0,0 0-8 0,-9-3 7 16,9 3-7-16,0 0-2 0,-8-1 1 0,8 1 2 16,0 0 3-16,0 0-4 0,0 0 7 0,-9-3-3 15,9 3-5-15,0 0 0 0,0 0-1 0,0 0 2 16,0 0-1-16,0 0-7 0,0 0 0 0,0 0-1 15,0 0-8-15,0 0 7 0,0 0 3 0,0 0-5 16,0 0-3-16,0 0-3 0,0 0 2 0,0 0-3 16,0 0 4-16,0 0-5 0,0 0 16 0,0 0-16 15,0 0 3-15,0 0-6 0,23 7 10 0,-15-6-3 16,-8-1-3-16,20 3 5 0,-7-3 0 0,-1 1-3 16,7-1 1-16,-3 0 1 0,4-1-3 0,-2 1 1 15,3 0-2-15,1-1 3 0,6-1-5 0,-10 1-4 16,11 0 8-16,-7-2-4 0,0 3 4 0,-3-3-1 15,12 3-4-15,-11-2 5 0,2 1-3 0,0 1-8 16,4-2 9-16,-3 1-3 0,5 0 7 0,-1 0 0 16,-6 1-2-16,1 0 1 0,-2 0-2 0,-2 0 1 0,2 1 0 15,-3-1 0-15,2-4-3 0,-1 4 3 16,0 0-3-16,0-1-3 0,0 1 7 0,0 1-9 16,-2-1 6-16,-3 0-5 0,0 0 7 0,6 0-2 15,-6 0 0-15,2 0 4 0,2 0-9 0,-3 0 8 16,2 0-7-16,3 0 1 0,1-1 5 0,-4 1 1 0,3 0-5 15,-2 0 3-15,1 1-2 0,0-3 3 16,0-1-6-16,1 3 9 0,-1 0-1 0,-4 0 1 16,3 0-8-16,0 0 4 0,-1 1-3 0,-1-2 3 15,2 1-3-15,1 1-2 0,1-1 3 0,-7-1-3 16,6 1 1-16,0 0-2 0,1 0 4 0,-2 0-1 16,2 0-1-16,-2 0 0 0,-3 0 4 0,6-1-3 0,-2-1 4 15,1 4-1-15,3-4 3 0,-1 2-3 16,7-3-4-16,-8 3 3 0,2 0-3 0,-2 0 8 15,7 0-5-15,-7-2 1 0,0 2-6 0,-1 0-1 16,1 0 1-16,-2-1 9 0,3 2-3 0,-3-1-2 16,2 0 2-16,-1 0-3 0,-1-1 4 0,1 0 0 15,-2-1-7-15,3 4 4 0,1-4 0 0,-3 1 0 16,5 0-2-16,-3 1 6 0,3-2-8 0,-4 2 4 16,4 0-10-16,-1-2 11 0,4 0-1 0,-6 2-1 15,0-3 0-15,1 1 2 0,-1 2 3 0,1-1-3 16,-1 0-4-16,-2-2 3 0,1 2 0 0,-6 1-6 15,6-1 9-15,-6 0-6 0,4-1 6 0,-6 2-2 16,1 0 5-16,0-1-5 0,-1 0-7 0,-2 2 11 16,2-1-4-16,-1 0-4 0,-1 0 3 0,3 0-2 15,-12 0 3-15,17 0 1 0,-6 0 0 0,-1-1 5 16,0-1-3-16,6 0-6 0,-5 2-2 0,8-1 2 16,-1-2 2-16,0 2 3 0,1-2-4 0,-1 2-3 15,0 1 4-15,0-2 5 0,2 2-4 0,0-2 1 16,-2 0 0-16,1 0 0 0,2 2 2 0,-1 0-1 15,-1-1-9-15,0 0 10 0,3 1-5 0,-3 0 2 16,-1 0 0-16,1 0-8 0,-1 0 7 0,-2 0-4 16,2-1 7-16,-4 2 1 0,0-1 3 0,-1 1-11 15,0-1 6-15,5 1 3 0,-7 1-9 0,2-2 1 16,0 0 6-16,1-2-4 0,-1 4-5 0,1-2 6 16,-1 1 9-16,-1 0-12 0,2-2-1 0,-1 2 1 15,0 1-1-15,0-4-1 0,-2 4 11 0,2-2-8 16,-1 0 7-16,0 0-6 0,-1 0-2 0,-1 0 10 15,1 0-8-15,-2 0 0 0,-9 0-4 0,12-2 8 16,-5 4-6-16,-7-2 8 0,0 0-8 0,13 0 12 16,-8 0-9-16,-5 0-5 0,9 0 8 0,-9 0-2 15,10 0-3-15,-10 0-7 0,0 0 15 0,13 0-9 16,-13 0 2-16,12 0-1 0,-12 0-4 0,9 0-2 16,-9 0-10-16,9-2-6 0,-9 2-6 0,9 0-4 15,-9 0-5-15,10 0-2 0,-10 0-31 0,7 2-77 16,-7-2 35-16</inkml:trace>
  <inkml:trace contextRef="#ctx0" brushRef="#br0" timeOffset="-203783.85">18542 4550 19 0,'-8'-3'46'15,"8"3"-2"-15,0 0 1 0,0 0 0 0,0 0-4 16,-10-3-7-16,10 3-2 0,0 0 2 0,0 0-8 16,0 0 10-16,0 0-10 0,0 0-4 0,0 0-2 15,0 0-2-15,0 0 7 0,0 0-15 0,0 0 0 16,0 0 7-16,0 0-10 0,0 0 1 0,0 0 0 16,0 0-5-16,0 0 2 0,0 0-3 0,0 0 9 15,0 0-3-15,0 0 6 0,0 0-5 0,0 0-6 16,19 11 19-16,-11-9-8 0,1 0 0 0,-3 0-13 15,4 0 1-15,2 1 1 0,-1-1 3 0,0 2 0 16,0-3 0-16,1 3-2 0,-1-1 10 0,2 0-12 16,4 1 6-16,-4 0-1 0,0 0 3 0,1 0-8 15,2 2 0-15,-2 0-3 0,-3-1 4 0,0 0 0 16,-1 2 1-16,-1 0-3 0,-2 0 3 0,0 2 5 16,0 0-4-16,-2 2-2 0,-2 0 5 0,0 2-9 15,-3-1 8-15,-4 4-1 0,0 2 2 0,-8 6-3 16,-2-3-11-16,-6 3-29 0,-2 0-30 0,-7 2-54 15,-1-4-128-15,-16 6 57 0</inkml:trace>
  <inkml:trace contextRef="#ctx0" brushRef="#br0" timeOffset="-200835.57">14573 4888 9 0,'0'0'27'16,"-11"-1"8"-16,11 1-6 0,0 0 6 0,0 0-10 15,-6-2 1-15,6 2 1 0,0 0 1 0,0 0 0 16,-13 0-4-16,13 0 1 0,-8-2-6 0,8 2-2 15,-11-1 6-15,11 1-6 0,-10 0-2 0,10 0-5 16,-9-2 4-16,9 2-3 0,0 0-2 0,-13 0-1 16,13 0 1-16,-9-1 5 0,9 1-11 0,-9-1 2 15,9 1 0-15,0 0 3 0,-11 0-4 0,11 0 2 16,0 0 2-16,0 0 2 0,-12 0-8 0,12 0 1 16,0 0 2-16,0 0-2 0,0 0-2 0,0 0 10 15,0 0-6-15,0 0-1 0,0 0 3 0,0 0 1 16,32 5 2-16,-18-3 0 0,3-2 7 0,2 2-3 15,8-1-2-15,-3-2 4 0,4-1-2 0,0 2 0 16,3 0 5-16,-2-2 2 0,1 2-13 16,-1 0 12-16,0-1-1 0,-8 1-1 0,8-3-3 0,-8 2-2 15,0 0 3-15,0-2-4 0,-2 3 1 0,-5-1-1 16,0 0-5-16,-1-1 3 0,0 1 1 0,-2 0-3 16,-1 1 4-16,1-2-2 0,-1 0 6 15,-3 2 3-15,-7 0-4 0,11-1 3 0,-11 1 5 0,0 0 0 16,11-2 8-16,-11 2-4 0,0 0-4 15,0 0 6-15,8 0-5 0,-8 0-4 0,0 0-4 0,0 0 0 16,0 0-5-16,0 0 3 0,0 0-3 0,0 0 1 16,11 0-1-16,-11 0-3 0,0 0-12 0,0 0-5 15,9 2-18-15,-9-2-6 0,8 0-12 16,-8 0-11-16,6 3-20 0,-6-3-12 0,0 0-73 0,7 4-173 16,-7-4 76-16</inkml:trace>
  <inkml:trace contextRef="#ctx0" brushRef="#br0" timeOffset="-199981.55">14640 4729 5 0,'0'0'67'0,"0"0"-8"16,0 0 0-16,0 0 3 0,0 0-8 15,0 0-11-15,0 0 4 0,0 0-4 0,0 0-2 16,0 0 5-16,0 0-3 0,0 0-1 0,0 0-1 16,0 0-6-16,0 0-9 0,0 0 0 0,0 0 0 15,0 0-7-15,-15 2-1 0,15-2-1 0,0 0-3 0,0 0 4 16,-18 3-1-16,11-1-7 0,-2 3-4 0,-3-1 11 15,-1 1-6-15,3-2-5 0,-3 4 2 16,0-2 3-16,-3 0-10 0,-1-1 2 0,3 0 6 16,3 0 5-16,-3 0-13 0,3-1-1 0,-2 1 6 15,1 2-9-15,3-4 13 0,-3 2-8 0,2-1-3 16,1 0 4-16,2 1-2 0,1 0-12 0,-4-2 14 0,4 2-1 16,-3-1 1-16,3 0 0 0,-2 0 10 15,4 1-18-15,4-4 7 0,-9 8-3 0,5-4 2 16,4-4-4-16,-5 6 6 0,0-1-4 0,5-5-3 15,0 0 4-15,-3 8-3 0,3-8 4 0,0 0-8 16,0 8 3-16,0-8-2 0,0 0 17 0,0 0-15 16,0 0-4-16,0 0 4 0,3 10 5 0,-3-10-4 0,10 4 2 15,-10-4-2-15,6 4 2 0,-6-4-8 16,7 2 10-16,-7-2-6 0,6 2 1 0,-6-2 8 16,8 2-2-16,-8-2-2 0,0 0 2 0,6 1 2 15,-6-1 8-15,9 3-15 0,-9-3 2 0,0 0 0 16,9 0 2-16,-9 0-3 0,0 0-5 0,0 0 9 0,9 1 7 15,-9-1-3-15,0 0-5 0,0 0 4 16,0 0-9-16,0 0 12 0,0 0 4 0,5 2-6 16,-5-2 6-16,0 0-11 0,0 0 12 0,0 0-7 15,0 0-4-15,0 0 12 0,0 0-5 0,0 0 5 16,0 0 6-16,0 0-14 0,0 0-4 0,0 0 3 16,0 0 6-16,0 0-4 0,0 0 1 0,0 0 0 15,0 0-8-15,0 0 6 0,0 0 9 0,0 0-7 16,0 0 3-16,0 0 1 0,0 0-11 0,0 0-3 15,0 0-8-15,0 0 15 0,0 0-3 0,0 0-9 16,0 0 3-16,0 0 0 0,0 0-3 0,0 0-9 16,0 0-11-16,0 0-21 0,0 0-6 0,0 0-7 15,12 1-7-15,-12-1-80 0,0 0-160 0,12 1 71 16</inkml:trace>
  <inkml:trace contextRef="#ctx0" brushRef="#br0" timeOffset="-198987.95">14506 4666 11 0,'0'0'36'15,"0"0"-3"-15,0 0 1 0,-19 4 1 0,19-4-10 16,-13 11 3-16,4-7-7 0,-5 7-2 0,1-2-2 16,-3 0 5-16,3 2-2 0,-3-2-6 0,1-1-3 15,3 0 4-15,-2 1-2 0,2-1 7 0,-4 2-1 16,2-1-1-16,0 0-2 0,-1 1-1 0,-1-1 1 15,3 0-3-15,-1 0-2 0,-1 0-2 0,3-3 6 16,3 0-9-16,-2 0 9 0,1-1 7 0,0 0-22 16,1 0 7-16,1-1-2 0,0 0 1 0,1-1-7 15,1-1-1-15,6-2 6 0,-9 5 2 0,4-2-17 16,5-3 19-16,-7 2-3 0,7-2-7 0,-6 5 6 16,6-5 3-16,-5 4-4 0,5-4 2 0,0 0-7 15,-8 5 2-15,8-5 3 0,0 0-9 0,-6 4 1 16,6-4 3-16,0 0 1 0,0 0 3 0,-4 6-2 15,4-6 4-15,0 0-7 0,0 0 6 0,0 0 2 16,2 12 3-16,-2-12-7 0,0 0-5 0,0 0 7 16,2 9-7-16,-2-9 8 0,0 0-7 0,2 7 6 15,-2-7-5-15,0 0 7 0,4 8-5 16,-4-8 2-16,0 6 4 0,0-6 18 0,2 7-17 0,-2-7-13 16,0 0 13-16,0 9-4 0,0-9 2 0,0 9-8 15,0-9 1-15,0 0 2 0,-2 10 0 0,2-10 10 16,0 0 3-16,0 9-11 0,0-9-9 15,0 0 7-15,0 0 4 0,0 10-2 0,0-10-2 16,0 0 3-16,0 0-4 0,0 0-1 0,0 8 3 0,0-8 1 16,0 0-2-16,0 0 6 0,0 0-3 0,0 0 3 15,0 0-6-15,0 0-3 0,0 0 0 0,0 0 6 16,0 0-3-16,0 0-1 0,0 0 6 0,0 9-6 16,0-9 2-16,0 0 2 0,0 0-5 0,0 0 6 15,0 0 0-15,0 0 5 0,0 0 0 0,0 0-6 16,0 0 0-16,0 0 2 0,0 0-2 0,0 0 0 15,0 0 7-15,0 0-6 0,0 0 0 0,10-1 3 16,-10 1-4-16,7 1-1 0,-7-1 1 0,12 0 3 16,-5 0 3-16,-7 0-1 0,15 2-4 0,-9-1 1 15,6 3 6-15,1-2-3 0,-3 2 4 16,3-1 7-16,3 2-6 0,2 1 3 0,-1 0 0 16,-1-1 5-16,5 1-9 0,-6 1 3 0,5-3 5 0,-3 3 3 15,-2-3-10-15,-2 1-1 0,3-1-7 0,-3-2 1 16,5 5 7-16,-6-2-4 0,5-1 0 0,-4 1 2 15,1-1 5-15,-1-1-12 0,1 1 5 0,-2-1-8 16,0 1-8-16,1-1-10 0,-4 1-19 0,-3-1-8 16,3-2-14-16,-4 1-10 0,-5-2-11 0,9 5-52 15,-9-5-141-15,6 4 62 0</inkml:trace>
  <inkml:trace contextRef="#ctx0" brushRef="#br0" timeOffset="-198449.48">14501 4657 36 0,'0'0'43'15,"-21"11"-1"-15,11-3-1 0,-5 3-9 0,-4 0 2 0,-6 6-3 16,-6 4 0-16,2-1-6 0,-1 3 0 0,-1-1 9 15,-1 0-15-15,3-3 5 0,2 0-8 16,0-1 8-16,0-4-4 0,3 2-13 0,5-7 1 16,1 0 6-16,1-2-11 0,1-1-3 0,3 0 7 15,4-2-3-15,-1 0-3 0,1-1 10 0,-1 0-9 16,2 0 4-16,8-3 0 0,-9 3 11 0,9-3 6 0,-8 2-1 16,8-2-7-16,-7 3-4 0,7-3-3 15,0 0 2-15,0 0-6 0,0 0 0 0,0 0-4 0,-5 5 4 16,5-5-3-16,0 0 0 0,0 0-1 15,14 9 4-15,-5-2-2 0,2-3-2 0,0 2 0 16,0 1 0-16,8-2 8 0,-2 4-13 0,1-1 14 16,3-2-1-16,-3 2 1 0,10 0 2 0,-1 2-5 0,-1-3-1 15,-6-2 9-15,9 2-14 0,-1 0 1 16,0-1 1-16,1 0-19 0,-4 0-8 0,-2-2-17 16,4 3-21-16,-8-2-37 0,-2-1-106 0,-4 1 47 15</inkml:trace>
  <inkml:trace contextRef="#ctx0" brushRef="#br0" timeOffset="-197573.48">14223 4966 36 0,'-12'3'46'0,"12"-3"-3"16,-9 0 0-16,9 0 4 0,0 0-8 0,0 0 4 16,0 0-5-16,-9 0-3 0,9 0 3 0,0 0-7 15,0 0 5-15,0 0-6 0,0 0 1 0,0 0-1 16,0 0 4-16,0 0-6 0,0 0 0 0,-9 0-2 15,9 0-6-15,0 0 3 0,0 0 10 0,0 0-17 16,0 0 9-16,0 0 5 0,0 0-6 0,0 0 6 16,0 0-2-16,0 0-7 0,0 0 24 0,0 0-20 15,0 0 4-15,0 0 2 0,0 0-6 0,0 0 2 16,0 0 0-16,0 0-4 0,0 0-1 0,0 0-5 16,0 0-1-16,0 0-1 0,0 0 1 0,0 0 1 15,0 0-6-15,0 0 3 0,0 0-11 0,0 0 5 16,-9-3 0-16,9 3-2 0,0 0 3 0,-8-5-2 15,8 5-3-15,-9-2-4 0,9 2 5 0,0 0 0 16,-12-2-3-16,12 2 0 0,-7-1-1 0,7 1-3 16,0 0 11-16,-8-3-11 0,8 3 9 0,0 0-4 15,-7-3-10-15,7 3 7 0,0 0 4 0,0 0-12 16,-9-1 14-16,9 1-4 0,0 0 9 0,0 0-5 16,0 0-14-16,0 0 6 0,0 0-1 0,0 0 0 15,0 0-3-15,0 0 6 0,0 0-6 0,0 0-2 16,0 0 1-16,0 0 3 0,0 0-3 0,0 0 7 15,0 0-10-15,0 0 4 0,0 0 2 0,0 0 4 16,0 0 9-16,33-2-5 0,-11 2-7 0,1-1 3 16,9-3-6-16,4 1 7 0,3 1-1 0,12-4 5 15,3 0 0-15,-3 2-4 0,3-1 0 0,2 2-20 16,1 0 1-16,1-2-10 0,-2 1-18 0,-3 2-16 16,-13-1-25-16,0 3-91 0,-4 1-192 0,-3-2 86 15</inkml:trace>
  <inkml:trace contextRef="#ctx0" brushRef="#br0" timeOffset="-190749.23">17523 4802 22 0,'0'0'17'0,"0"0"0"0,0 0-1 0,0 0 2 0,0 0-2 16,0 0-1-16,0 0-13 0,-9-2 4 0,9 2 5 15,0 0-3-15,0 0 1 0,0 0 1 0,0 0-3 16,0 0 4-16,0 0-8 0,0 0 8 16,0 0-7-16,0 0-2 0,0 0-1 0,0 0 6 15,0 0-4-15,0 0-7 0,0 0 5 0,17-5 2 0,-17 5 4 16,20-3-6-16,-6 0 8 0,6 2-9 15,0-1 14-15,8-2-5 0,-2-1-10 0,2 1 9 0,3 3-2 16,1-2 0-16,-1-1-1 0,3 0 4 16,1 0-6-16,1 0 6 0,0-2-8 0,1 4-1 15,0-3 5-15,3-1 3 0,-2 5-2 0,-3-3-5 16,2 2 3-16,-2-1-3 0,-1 0 7 0,-1 0-5 16,-4-1 5-16,4 2 1 0,-2-1-3 0,-3-1 1 0,0 1-1 15,2-1 0-15,-3 4-7 0,-4-3 0 16,3 0 3-16,-5-1-2 0,1 1 8 0,4 0-7 15,-4 2 1-15,-1-2 5 0,0 1-3 0,2 0-3 16,-2-1 8-16,1 0-10 0,-2 1 8 0,2 0-3 16,-2 1-4-16,1-1 6 0,-1 0-1 0,-1-1 2 0,3 2 0 15,-2-1-3-15,0 1 2 0,-1 0-5 16,-1-1 6-16,2 2-1 0,-1-3-9 0,-3 3 2 16,-1-4 0-16,2 4-1 0,0-1 8 0,0 1-6 15,2 1 5-15,-1-2-2 0,-5 1 0 0,5 0 1 16,0-1-4-16,1 2 5 0,-1-2-7 0,0 0 5 15,2 1-6-15,-1-1 10 0,0 0-8 0,1-1 5 16,-1 4-4-16,1-1-2 0,-2-1 7 0,3 0-2 16,-2 0-1-16,-1 0-4 0,1 0 8 0,-3 0-11 15,4-1 5-15,-1 2 1 0,-5-1-1 0,4 0 1 16,0 0-3-16,-1-1-1 0,1 2 2 0,2-1-4 16,-1-1 2-16,-1 1 8 0,1-2-1 0,0 1-7 15,3 1 0-15,-2-1-6 0,3-1-1 0,-2 3-1 16,7-2-4-16,-7 0 4 0,7-1-4 0,-7 1 0 15,1-1-4-15,1 4 6 0,-2-4-9 0,0 2-1 16,-1 0 9-16,1 0 1 0,-3-1-12 0,3 0 3 16,-4 2-22-16,3-1-47 0,-2 0 22 0</inkml:trace>
  <inkml:trace contextRef="#ctx0" brushRef="#br0" timeOffset="-190055.62">20337 4611 22 0,'16'0'22'0,"2"-2"-5"0,1-1 3 0,2 1-3 15,-3 0-3-15,5 2 4 0,4-1 1 0,0 1-2 16,-4-3-4-16,3 1 2 0,2 1-1 0,0-1-9 16,-1 1 9-16,1 1-1 0,0-3 0 0,1 3-2 15,-1 0 7-15,0 0-2 0,1 0 0 0,-1-1-2 16,-8 0-5-16,14 1 6 0,-8 0-7 15,-4-2-2-15,6-1 2 0,-7 3 2 0,0 0-1 0,9-3-1 16,-9 2-3-16,2 1 8 0,-2-1-2 0,-1-1-2 16,3 2-1-16,-1-2-5 0,0 1 11 0,-2 1-12 15,1 2-2-15,-2-3 7 0,0 1-8 16,-1-1 4-16,1-2-1 0,-5 3 2 0,-1-1 7 0,0-1-5 16,1 2-2-16,-3 0-5 0,0 0 1 0,1-3 6 15,1 3-5-15,-3-3 3 0,4 3-4 0,-2 0 0 16,2 1 3-16,-1-2 0 0,6-2-1 0,-4 1 2 15,4-2-5-15,-2 3 0 0,-3 1-2 16,6-3 5-16,-3 2-5 0,1-1-2 0,0 1 5 0,-4 1-3 16,4-1 6-16,0 0-3 0,0-1-4 0,-4 1 3 15,2 1 0-15,2-1 1 0,0 2 1 16,-1-1 0-16,-3-1-4 0,0 1 1 0,4 0 0 0,-6-1 1 16,6 2 3-16,-1-4-4 0,-2 5 7 0,2-4-7 15,1 2 2-15,-1 0-6 0,2-3 0 0,9 3 4 16,-10-1 6-16,2 1-4 0,0 0-7 0,1 0-6 15,-1-3 3-15,1 3-1 0,-1-3-3 16,1 2 3-16,-2-1-5 0,-2 1 5 0,2 1-6 16,-6-1 7-16,2 0-3 0,2 1-3 0,-4 0 3 0,0-3-1 15,1 2-1-15,0 1 4 0,0-1-3 0,-1-1-1 16,1 1 3-16,2-1 1 0,-1 0-1 16,-1-1-3-16,3 3 3 0,-3-2 0 0,-3 1 2 0,2-1-3 15,-2 0-2-15,1-1-11 0,-1 2-27 16,1-2 13-16</inkml:trace>
  <inkml:trace contextRef="#ctx0" brushRef="#br0" timeOffset="-185267.11">14782 4949 20 0,'-13'1'19'16,"-4"1"4"-16,5 0-12 0,-1 1 0 0,-1 0 0 15,1 0 3-15,0 0-7 0,-5-1 3 0,5 0-6 16,2-1 6-16,-3 3 3 0,-3-3-2 0,-2 0-9 16,5 3 2-16,-5-2 0 0,3 0-1 0,-4 1-3 15,0 1 4-15,-3-1 0 0,1-2 1 0,-5 2-6 16,6-4-1-16,-1 2 0 0,-5 0 2 0,-2 1 12 15,2 0-1-15,0 0-6 0,5-1 7 0,1-1 0 16,1 0-2-16,-2 2-4 0,3-2 6 0,0-2-2 16,0 2 3-16,2-1 1 0,3 0-4 0,1 1-4 15,1-1 3-15,-1 1 2 0,4 0-6 0,-1-2 1 16,0 2 1-16,10 0 4 0,-14 0-6 0,14 0-1 16,-9 0 0-16,9 0-2 0,-9-2-9 0,9 2 8 15,0 0-3-15,0 0 3 0,-11 0-1 0,11 0 0 16,0 0-4-16,0 0-6 0,0 0-2 0,0 0-8 15,-10 2 4-15,10-2-5 0,0 0-7 0,0 0-16 16,0 0-48-16,0 0 21 0</inkml:trace>
  <inkml:trace contextRef="#ctx0" brushRef="#br0" timeOffset="-184704.37">14570 4747 47 0,'0'0'51'0,"-11"0"-5"0,11 0-8 0,-13 3-1 0,2-2-5 16,2 4-2-16,-3 0-1 0,-1 0-2 0,-3 1-4 15,1 3 2-15,-3-1-2 0,0 2-7 16,-1-2 4-16,-1 2-1 0,2-2 5 0,-2 1-10 16,1-1 3-16,2 1-1 0,-4-1 4 0,2-3-9 15,-4 6-2-15,3-4 2 0,0 0-2 0,-2 1 12 16,1-1-18-16,3-1 5 0,-4 0 1 0,3-1 3 15,0 2-3-15,1-3-4 0,3-1 11 0,1 0-7 16,-4 0 0-16,4 1-1 0,3 0-4 0,-1-1 4 16,-1-1-8-16,0 1 3 0,1 0-1 0,1 0 3 15,2 0-7-15,-2 1 1 0,4-1 3 0,1 0 3 16,1 0-9-16,5-3 2 0,-11 6 4 0,8-3 7 16,3-3-8-16,-6 7 0 0,6-7 0 0,0 0 1 15,2 10-7-15,-2-10-2 0,4 9 6 0,-4-9-2 16,7 7 0-16,1-4 13 0,-2 2-8 0,2 0 5 15,1 1-6-15,3-1-1 0,-3 0 2 0,4 0-10 16,-1 0 11-16,-1 1-6 0,5 0 9 0,1 0-7 16,2 0 13-16,-2-1-9 0,4 2 3 0,6-1-4 15,4 0-4-15,-1-1 7 0,1 0-8 0,0 0-13 16,3-1-7-16,-3 1-15 0,1-1-7 0,1 1-17 16,-4-2-35-16,-1 2-104 0,-8-5 47 0</inkml:trace>
  <inkml:trace contextRef="#ctx0" brushRef="#br0" timeOffset="-184200.11">14861 4836 11 0,'-20'6'53'16,"-12"1"-7"-16,2 0 0 0,-3 3-3 0,-1-1 0 15,-1-1-8-15,-2 2-2 0,-1-1 5 0,4-2-13 16,1 0 3-16,1 0-6 0,-1 1 1 0,-1-1 3 16,2-2-10-16,-1 2 6 0,-1-3-3 0,0-1-14 15,1 3 7-15,1-3 4 0,3 1 2 0,0 0-4 16,7-2-1-16,-5 0 2 0,4-1-9 0,2 1 11 15,2-2-8-15,1 1 2 0,0-1-4 0,4 1-5 16,1 1 8-16,-1-2-5 0,5 0 4 0,1 0-8 16,8 0 1-16,-12 0 7 0,12 0-7 0,-11 2 4 15,11-2-17-15,0 0 10 0,-9 1-19 0,9-1-3 16,0 0 0-16,0 0-10 0,0 0 5 0,0 0-12 16,0 0-4-16,0 0-39 0,0 0-89 0,0 0 40 15</inkml:trace>
  <inkml:trace contextRef="#ctx0" brushRef="#br0" timeOffset="-183774.65">14510 4734 19 0,'0'0'62'0,"0"0"-8"0,0 0-9 0,0 0-6 15,-23 9-1-15,14-2-1 0,-3-2-3 0,-3 4-8 0,-2 0 1 16,-4 3-3-16,-2 3-1 0,-2-2-3 0,6-2 6 16,-3 2-16-16,-3-3 7 0,-1 3-9 0,7-4 1 15,0 1-1-15,0-2 4 0,-8 4-4 0,2-5-4 16,5 1 2-16,2-1 6 0,-2-1-8 0,6-1 2 15,0-2 4-15,2 0-13 0,2 0 9 16,1-1-1-16,3 1 2 0,6-3-1 0,-9 3-5 16,9-3-2-16,-10 1 0 0,10-1-2 0,-4 3 9 0,4-3-4 15,0 0-3-15,0 0 2 0,-4 4-1 0,4-4 0 16,0 0-2-16,0 0-3 0,6 14 1 0,-1-10 1 16,2 2 0-16,-1 0 2 0,3 2 1 0,0-1 14 15,1 2-14-15,5-1-2 0,1 4-2 16,-1-1 5-16,2 0-5 0,0-1 1 0,1-1-19 15,-1 1-7-15,0-3-15 0,3 2-40 0,-6-1-91 0,-1-3 40 16</inkml:trace>
  <inkml:trace contextRef="#ctx0" brushRef="#br0" timeOffset="-183373.39">14752 4940 23 0,'-29'10'58'0,"-2"-3"-15"15,1 2 3-15,-3-1-8 0,-1 0-6 0,1 2-2 16,-3 0 3-16,-1-1-11 0,3-2 2 0,-3 0 0 16,-1 1 2-16,0-1-9 0,4-2 3 0,-2 0-2 15,2-2 3-15,2 0-3 0,1 1 4 16,0-1-10-16,2-1-2 0,1-1 7 0,-1-1-5 0,10 3 2 15,-2-2-7-15,5-1 1 0,2 0 2 0,4 0-2 16,1 0-12-16,2 2-13 0,7-2-21 0,-11 0-15 16,11 0-31-16,0 0-90 0,-11 0 39 0</inkml:trace>
  <inkml:trace contextRef="#ctx0" brushRef="#br0" timeOffset="-182953.45">14409 4719 56 0,'-18'4'86'16,"18"-4"-9"-16,-13 4-15 0,6 0-7 15,-5-1-5-15,3 1-3 0,-1 0-4 0,0 2-2 16,1-1-5-16,-1 5-7 0,-5-1-9 0,0 0 0 16,-1 1 8-16,1 1-9 0,-1 0 1 0,0-1-3 15,0-1 3-15,1 2-12 0,-1-3 7 0,5 0-4 16,-1-1-6-16,-1 0 5 0,4-2 5 0,-1 0-3 16,0-1 4-16,1 2-9 0,1-2-3 0,2 0-1 0,1-3-5 15,5-1 2-15,-8 6-3 0,4-3-2 16,4-3-1-16,-5 5-1 0,5-5-6 0,-5 7 10 15,5-7 1-15,0 9-2 0,0-9 2 0,2 10 1 16,-2-10-4-16,7 10 2 0,-4-5-4 0,3 2 6 16,3-1-4-16,1 1 7 0,0-1-6 0,1-1-8 15,1 2 7-15,1 0-15 0,4 1 8 0,-2-3-8 16,-2 3-8-16,1-2-7 0,-3 2-9 0,1 1-7 16,-4-2-38-16,3 3-97 0,-1-3 42 0</inkml:trace>
  <inkml:trace contextRef="#ctx0" brushRef="#br0" timeOffset="-182501.66">14727 4889 28 0,'-19'3'69'0,"-2"0"-8"0,-7 3-12 0,0-1-3 0,-4 2-7 15,1-2-6-15,-3 2-7 0,3 0 0 16,-3-1-6-16,-1 2-6 0,-4-2 6 0,1 2-1 0,0-2-7 16,0-1 0-16,-3 0 2 0,5 0-3 0,-2-1 0 15,1-2-1-15,1 0-2 0,4 1 3 0,3-2-1 16,2-1 6-16,4 0-10 0,5 2 3 0,1-2 0 15,5 0-6-15,3 0-5 0,0 0-14 0,9 0-17 16,-9 0 0-16,9 0-6 0,-9 3-8 16,9-3-24-16,0 0-76 0,0 0 34 0</inkml:trace>
  <inkml:trace contextRef="#ctx0" brushRef="#br0" timeOffset="-182259.03">14308 4731 32 0,'-18'14'31'0,"14"-9"-12"0,-5 2 3 0,-1 2-4 16,-1 3-14-16,0-1-7 0,-3 3-18 0,1 0-22 0,-1-1 9 16</inkml:trace>
  <inkml:trace contextRef="#ctx0" brushRef="#br0" timeOffset="-164285.25">17425 2117 1 0,'0'0'67'16,"0"0"-12"-16,0-9-38 0,0 9-21 0,0 0-19 15,0 0-25-15,0 0 12 0</inkml:trace>
  <inkml:trace contextRef="#ctx0" brushRef="#br0" timeOffset="-160900.08">30311 4623 31 0,'0'0'162'0,"-3"-5"-5"0,3 5-5 15,0 0-14-15,-4-8-1 0,4 8-8 0,0 0-11 16,0 0-9-16,0 0-13 0,0 0-14 0,0 0-6 15,0 0-16-15,-4-8-6 0,4 8-1 0,0 0-7 16,0 0-13-16,0 0 3 0,0 0 1 0,0 0-6 16,0 0-6-16,3 32 5 0,-3-20-9 0,0-5-3 15,1 4-1-15,-2 1 1 0,2-1-4 0,1 0 0 16,0 0-5-16,-1-1 3 0,2 2-4 0,-3-2 5 16,1-1-2-16,2 1-2 0,-2-1-1 0,0 0-1 15,4 1 1-15,-3-2-1 0,0-2 1 0,1 0-3 16,1 0 3-16,-4-6-3 0,2 9 0 0,1-5 1 15,-3-4 14-15,2 7-5 0,-2-7 7 0,0 0 5 16,6 3-1-16,-6-3-5 0,0 0-4 0,0 0 5 16,16-13-8-16,-11 7 6 0,2-5-6 0,1-4-2 15,0 0 1-15,-1-2-3 0,3-6 0 0,-1 5-4 16,-2-5-1-16,4 1-2 0,-6 4 1 0,4-6-1 16,0 1 1-16,-4 6-1 0,-3 7-3 0,2-3 0 15,-3 1-5-15,2 2 6 0,-1 4-14 0,0-3-13 16,0 4-16-16,-2 5-20 0,2-13-22 0,-2 13-31 15,2-6-35-15,-2 6-8 0,0 0-119 0,0 0-300 16,0 0 133-16</inkml:trace>
  <inkml:trace contextRef="#ctx0" brushRef="#br0" timeOffset="-160528.04">30643 4602 5 0,'0'0'91'0,"-14"16"4"0,8-13 5 16,-1 6-9-16,-1-2-9 0,1 2-12 0,-2 2 2 16,0 2-5-16,0 2-6 0,-3-2-10 0,7 1 0 15,0-3-7-15,3 0 2 0,-2 0-9 0,1-1 2 16,2 0 2-16,1 0-12 0,1 0-10 16,0-4 2-16,3 1 4 0,-1-2-5 0,-3-5 5 0,5 8 0 15,0-4-3-15,-1 0 4 0,2 0 7 0,-6-4 12 16,9 2 3-16,-9-2-13 0,9 0 3 0,-9 0-4 15,10-5 4-15,-10 5-5 0,11-9 1 0,-6 5 5 16,0 0-8-16,-2-1-3 0,0-1 2 0,2 2-4 16,-5 4 0-16,5-7-9 0,-5 7-3 0,4-6 1 15,-4 6-7-15,0 0 3 0,0 0-4 16,7-2-4-16,-7 2 0 0,0 0-2 0,0 0-1 0,4 12 1 16,-4-12 1-16,-2 16 3 0,2-7 1 0,0 0-3 15,0 2-3-15,0 0-5 0,-1-3-16 0,1 4-21 16,0-3-15-16,1 3-36 0,-1-3-21 0,2-1-22 15,-1-2-98-15,-1-6-253 0,5 10 113 0</inkml:trace>
  <inkml:trace contextRef="#ctx0" brushRef="#br0" timeOffset="-160213.99">30924 4698 76 0,'0'0'93'0,"-14"4"-10"0,6 0-6 16,-1 1-7-16,0 1-5 0,0 0-7 0,1 2-3 16,2-2-11-16,1 3-4 0,1 0-7 0,2 0 2 15,2 0-1-15,2 1 7 0,2 0-18 16,1 0 15-16,2-2-3 0,4 1 1 0,0-2-5 16,3 4 0-16,1-3-6 0,-3-1-6 0,0 0 11 15,1-1 10-15,-4 0-1 0,1 0-10 0,-2-1-2 16,-3-1-3-16,0 1-1 0,0 0-2 0,-1-1 3 0,-4-4 0 15,5 9 10-15,-5-9 4 0,-5 11 11 0,-3-7-3 16,3 2-5-16,-5 0-7 0,-3-2 2 0,-2 1-2 16,3-1-3-16,-5-2-5 0,2 2 2 0,1-3-8 15,3 1-24-15,-2 0-30 0,2-2-23 16,3 0-31-16,8 0-35 0,-15-1-116 0,8-2-260 16,7 3 116-16</inkml:trace>
  <inkml:trace contextRef="#ctx0" brushRef="#br0" timeOffset="-160070.42">31118 4814 119 0,'8'-3'182'0,"-8"3"-17"0,6-3-18 0,-6 3-20 16,7-5-10-16,-7 5-15 0,6-2-24 0,-6 2-34 0,10 0-47 16,-10 0-56-16,11-1-112 0,-11 1-183 15,12 1 81-15</inkml:trace>
  <inkml:trace contextRef="#ctx0" brushRef="#br0" timeOffset="-159656.43">31167 4908 102 0,'0'0'226'0,"-4"3"-25"16,4-3-14-16,0 0-22 0,0 0-19 0,0 0-21 15,0 0-26-15,0 0-24 0,24-3-25 0,-10 3-29 16,5-3-30-16,1 0-22 0,3 2-23 0,4 1-15 15,2-2-14-15,2 0 4 0,-1 0-2 0,1-2 2 16,-2 2 12-16,-2-2 1 0,-6 1 13 0,-2-1 14 16,-1 0 22-16,-4 0 18 0,-4 2 25 0,-1 0 30 15,-3-1 10-15,1 3 5 0,-7 0 1 0,9-4-1 16,-9 4-4-16,7-2-5 0,-7 2-7 0,0 0-5 16,0 0 3-16,0 0 2 0,0 0-2 0,0 0 2 15,-19 11 2-15,19-11-9 0,-9 9-2 0,4-4-3 16,-2 2-6-16,4-1 0 0,0 0-6 0,3-6-1 15,-3 12 2-15,3-12-5 0,2 10-1 0,-2-10 0 16,7 9 0-16,-1-7 0 0,3 2-4 0,2-3 0 16,2 0 5-16,-3 0-8 0,2-2 3 0,0 0 11 15,-1-3 8-15,-2 2 0 0,-3-1-4 0,0-4-5 16,0 2-6-16,-3-5-3 0,1 1 4 0,-4-2-15 16,2 2 7-16,-5-4-10 0,-2 4-9 0,-2-2-17 15,-4-1-17-15,-2 2-9 0,-3 1-20 0,-4 3-11 16,-8 2-19-16,2 0-20 0,-8 5-31 0,1 2-23 15,-2 2-107-15,-5 3-295 0,4-2 131 0</inkml:trace>
  <inkml:trace contextRef="#ctx0" brushRef="#br0" timeOffset="-150785.97">25314 7186 33 0,'0'0'55'0,"0"0"2"0,2-6-10 0,-2 6-5 16,0 0-1-16,0 0 5 0,0 0-3 0,2-9-3 0,-2 9 0 15,0 0-8-15,0 0 2 0,0 0-13 0,0 0 12 16,-4-12-1-16,4 12-9 0,0 0 3 16,-5-3 10-16,5 3-11 0,0 0 3 0,-5-5-3 15,5 5-3-15,0 0 3 0,0 0-10 0,0 0-2 16,0 0 0-16,0 0 2 0,0 0-6 0,0 0 9 15,-9-2-3-15,9 2-6 0,0 0 4 0,0 0 6 0,0 0 12 16,0 0-8-16,0 0-3 0,0 0 0 0,0 0 2 16,0 0 9-16,0 0 0 0,0 0-6 15,0 0 12-15,0 0-3 0,0 0-2 0,0 0-4 0,0 0 1 16,0 0 0-16,0 0 0 0,0 0-5 0,0 0 2 16,0 0-2-16,14-11 5 0,-14 11-1 15,6-6 1-15,-1 3-4 0,-5 3 0 0,9-10 1 16,-2 5 0-16,0 0 2 0,1-1-1 0,1 0-1 0,-2-2 2 15,2 3 0-15,0-2-2 0,0-1 1 0,0 2-1 16,3-7-5-16,-3 4-2 0,0 3 3 16,1-4-5-16,-3 3 2 0,3 0-2 0,0-1-1 15,-1-3-2-15,1 4-2 0,-4 1 2 0,3 0 0 0,0 0-5 16,-1-1 4-16,-2 0-2 0,2-3 4 0,-1 5-6 16,0-2 2-16,2-2 0 0,-4 2 0 0,3-2 5 15,-4 3-5-15,4 2 3 0,-4-1-1 0,3 0 5 16,-5-2 0-16,2 2 3 0,1-1 2 0,0-1-5 15,-2 3-1-15,-1-3-2 0,-2 7 0 0,8-10-2 16,-5 5 1-16,1-1-4 0,0 1-2 0,-2 0 4 16,3-1-4-16,-5 6-2 0,9-11 4 0,-8 4-3 15,2 3 0-15,2-2-2 0,-1 0 0 0,-2 1 4 16,4-1 9-16,-2-3-1 0,-1 0-4 0,1 3 2 16,0 0 0-16,0 0 0 0,-2 1-4 0,3-2-2 15,0 1 2-15,-3 0-2 0,0 0-1 0,3-1 0 16,-3 1-2-16,-2 6-1 0,7-11 1 0,-3 5 1 15,-2-1-2-15,1 2 0 0,2-1 2 0,-1-1-2 16,0-1 2-16,-1 1-1 0,1 2 3 0,0 0-1 16,-2-3-1-16,3 2-1 0,0 0 7 0,-1-1-9 15,1-2 0-15,-1 4-3 0,0-6 2 0,1 5 2 16,-3-1-4-16,6 0 2 0,-4-2 0 0,0 2 0 16,-2 1-2-16,3-4 2 0,-1 2 0 0,-1 2 5 15,-1-1 6-15,3 0 0 0,-3 3-4 0,0-3 0 16,2 1-1-16,-1-1-1 0,1-2 0 0,0 2-4 15,-1-2-1-15,1 2 1 0,1-3-1 0,-1 4 1 16,1-4-2-16,-1 1 1 0,1 2 2 0,-1 0-4 16,0-1 7-16,2 1-8 0,-2-2 3 0,0 3-2 15,1-3 2-15,-1 1-4 0,1 1 1 0,2 0 3 16,-3-2-4-16,-1 2 2 0,3 0 1 0,-2 2 1 16,-1-3-3-16,-1 2 3 0,2-2-1 0,2-1 2 0,-2 1-2 15,2 2-4-15,-4 1 4 0,3-1 0 16,-3 0-3-16,2-1 3 0,-1 1-4 0,2-1 1 15,-3 2 2-15,2-2 2 0,-1 2 0 0,-3 5-1 16,6-11 2-16,-2 6-3 0,-1 0 4 0,-3 5-1 16,7-10-2-16,-5 4 1 0,-2 6-1 0,7-9 2 15,-5 2-1-15,2 1 0 0,-1 0-1 0,1-1 4 16,0 1 0-16,-2 0-3 0,2 1 2 0,-4 5-2 16,8-12 3-16,-4 7-5 0,1-3 2 0,-3 3 2 15,0-1-2-15,3-3 4 0,0 2-4 0,-3 1-3 16,0 0 5-16,2 0 3 0,1 2-1 0,-5 4-3 0,6-10 0 15,-3 4 1-15,-1 1-1 0,-2 5 0 16,7-12 3-16,-4 6 2 0,1 0-5 0,0 3 2 16,0-4-3-16,1 0-1 0,-3 2 8 0,0-2-8 15,-2 7-1-15,6-10 2 0,-4 5 3 0,2 0-1 16,-2-3-1-16,3 4-3 0,-5 4 2 0,8-11 2 0,-7 7 1 16,3-2-2-16,-4 6 1 0,5-10 0 15,-1 6-2-15,1-2 3 0,-1 0-1 0,-4 6 0 16,5-8 0-16,-4 3 0 0,-1 5-2 0,5-9-5 15,0 6 4-15,-5 3-1 0,5-11-1 0,-1 6 10 16,0 0-10-16,-4 5 0 0,7-8 0 0,-3 2 3 0,-4 6 0 16,8-7 0-16,-4 3-2 0,-4 4 0 15,5-8-1-15,-1 5 0 0,-4 3 3 0,6-10-4 16,-1 6 0-16,-5 4-1 0,9-8 0 0,-7 3 4 16,-2 5-3-16,5-9 1 0,1 5 2 0,-1-2-3 0,1 0 2 15,0 2-3-15,-2 0 4 0,2-1-3 16,-1-1-18-16,-1 3 4 0,1-2 0 0,2-1 0 15,-1 1 5-15,-3-1-2 0,3 2 1 0,-2-2 0 16,-4 6 3-16,7-9 1 0,1 6 2 0,-8 3-1 0,4-8 2 16,2 5-1-16,-6 3 2 0,7-7 1 15,-5 3-1-15,2-2-3 0,-4 6 4 0,8-6-6 0,-8 6 7 16,6-5-2-16,-6 5 2 0,7-4-1 0,-7 4 3 16,5-7-1-16,-3 3 1 0,-2 4-3 15,0 0 2-15,9-8-2 0,-4 6 1 0,-5 2 0 0,4-6 2 16,-4 6-2-16,7-7-1 0,-7 7-1 15,8-5 4-15,-3 2-4 0,-5 3 4 0,7-5-2 0,-7 5-1 16,6-3 4-16,-6 3-4 0,5-6 1 0,-5 6 1 16,6-5-2-16,-6 5 2 0,10-3-1 0,-10 3 0 15,5-4 1-15,-5 4 3 0,8-3-4 0,-8 3-1 16,5-4 3-16,-5 4 0 0,9-4 6 16,-9 4-1-16,9-2-3 0,-9 2-5 0,9-4-1 0,-9 4 7 15,12-3-5-15,-6 0-1 0,-6 3-2 0,11-2 1 16,-11 2 1-16,9-4-1 0,-4 1 3 15,-5 3-1-15,9-1-1 0,-9 1 1 0,8-3-4 0,-8 3 7 16,12-2-4-16,-12 2-1 0,7-4 3 16,-7 4 0-16,10-4 0 0,-3 3-1 0,-7 1 0 0,12-2-2 15,-12 2 3-15,13-3 0 0,-6 1 0 0,2 0 0 16,0-2 0-16,-9 4 9 0,13-2-12 0,-3 2 3 16,-4-2-1-16,-6 2 0 0,15-1-1 0,-9 0 1 15,2-1 3-15,3 1-2 0,-4-1 0 16,2 2-3-16,-9 0 3 0,16-2-1 0,-10 1-2 15,2 0 2-15,0-1 0 0,-3 0 1 0,-5 2 0 0,16-2 2 16,-5 0-1-16,-3 2-5 0,2-1 3 0,-3-2 3 16,-7 3-2-16,15-1 2 0,-9 1-4 15,-6 0 0-15,14-3 4 0,-5 2-2 0,1 0 0 16,-1 1-1-16,-9 0 2 0,12-3 1 0,-12 3-3 16,14-1 1-16,-7 0-1 0,-7 1 0 0,13 0 2 0,-5 0 0 15,0-2-1-15,-8 2 2 0,15-1-4 0,-7-2 4 16,3 3-1-16,-3-2 0 0,4 1-2 15,-1 1 3-15,0-2 0 0,1 1-4 0,-5 0 0 16,6-2 4-16,-4 3-2 0,4-1 10 0,-4 1-11 16,3-2 0-16,-1 2 1 0,-5-2-2 0,8 1 2 0,-5-2-1 15,2 3-1-15,1 0 1 0,-3-2-3 0,-1 2 3 16,4 0-5-16,-1-1 5 0,-11 1 3 0,18-2 1 16,-11 1-4-16,1 1-1 0,-1-3 1 15,-7 3 4-15,16-1-3 0,-11 0 3 0,-5 1-5 16,13-2 4-16,-13 2-4 0,14 0 5 0,-14 0-2 0,10-2 0 15,-3 1 2-15,-7 1-3 0,12-2 1 0,-12 2-4 16,11-1 2-16,-11 1 1 0,14-3 1 0,-10 3 0 16,-4 0-4-16,13-1 3 0,-6 0-2 15,-7 1 5-15,14-3-6 0,-6 2 3 0,-8 1 1 16,14-1 9-16,-9-2-7 0,4 2-3 0,-1 0-3 0,-8 1 1 16,17-2 1-16,-9 1 1 0,-1 0-1 0,0 0 1 15,2 0 1-15,-1 0-3 0,-3-2 1 0,-5 3 1 16,14-1 1-16,-5-2 1 0,-3 2-4 15,-6 1 3-15,14 1-2 0,-14-1-1 0,13-3 2 16,-6 3 2-16,-7 0-5 0,14-1 4 0,-6-1-2 0,-8 2 1 16,12-1 1-16,-12 1-2 0,9-3 3 0,-1 3-2 15,-8 0-2-15,12 0 3 0,-12 0 1 0,14 0 0 16,-8-1-6-16,-6 1 6 0,11 0-2 0,-2-2 0 16,-9 2 1-16,13 0 7 0,-13 0-9 0,12-4 1 15,-7 3 0-15,3-2 0 0,-8 3 0 0,13-2-4 16,-5 0 7-16,-8 2-2 0,11-2 5 0,-11 2-7 15,13-2 7-15,-5 2-4 0,-8 0-3 16,11-1 0-16,-11 1 1 0,12 0-2 0,-12 0-1 16,12-3 2-16,-12 3 5 0,11-1-3 0,-11 1 0 15,9-1-4-15,-9 1 3 0,10-3 0 0,-10 3-3 0,8-1-1 16,-8 1 5-16,9-1-1 0,-9 1 0 0,10-3 0 16,-10 3 1-16,7-3 1 0,-7 3-4 0,8 0 2 15,-8 0 0-15,8-3 1 0,-8 3-3 0,10-2 3 16,-10 2-4-16,9-2 5 0,-9 2-2 0,9-3 1 15,-9 3 4-15,13-1-5 0,-13 1 1 0,11 0-4 16,-11 0 3-16,14-1 0 0,-9 1 2 0,-5 0-4 16,0 0 2-16,13-1-2 0,-13 1 1 0,12-2 0 15,-12 2 2-15,11 0-4 0,-3-1 0 0,-8 1 3 16,16-3 0-16,-13 3-1 0,-3 0 1 0,15-3-1 16,-8 3 2-16,-7 0-2 0,15-2-1 0,-10 0 1 15,4 0 0-15,1 1 0 0,-10 1 0 0,14-1-3 16,-9-1 6-16,-5 2-2 0,12 0 0 0,-1 0 0 15,-11 0-1-15,14-2 0 0,-3 2 1 0,-11 0 2 16,11-1 0-16,-2 1-2 0,-9 0 0 16,13-1 3-16,-13 1-5 0,12-2 2 0,-12 2 2 0,11 0-2 15,-11 0 0-15,13 0-1 0,-13 0 1 0,14 0-2 16,-9-1 4-16,-5 1-1 0,11 0 1 0,-11 0-4 16,12 0 0-16,-6 0 1 0,-6 0-2 0,13 0-3 15,-13 0 4-15,14 0 4 0,-14 0-5 0,13 0 5 16,-5 0-1-16,-8 0-4 0,15-2 3 0,-9 2 1 15,-6 0 1-15,13-1-2 0,-5 2 0 0,-8-1 3 16,13-1-3-16,-13 1 2 0,12-2-3 0,-6 2 4 16,-6 0-3-16,11 0-3 0,-11 0 5 0,13-2-2 15,-13 2 0-15,14 2-1 0,-9-2 8 0,-5 0-7 16,11-2 0-16,-11 2 0 0,12-1 0 0,-12 1 2 16,13-1-4-16,-6 0 4 0,-7 1-2 0,15 0 1 15,-8-2-2-15,-7 2 1 0,15 0-2 0,-7-2 2 16,-8 2 0-16,14 0 1 0,-6 0-1 15,1-1-1-15,-9 1 1 0,14-1 0 0,-5 1-1 0,-9 0 2 16,11-3-1-16,-11 3-1 0,13 0 2 0,-5 0-2 16,-8 0 2-16,14 0 0 0,-7-2-1 0,-7 2-1 15,13 2 1-15,-13-2 0 0,10-3-1 0,-10 3 2 16,13 0-1-16,-13 0 0 0,13-1 0 0,-7-1 2 16,-6 2 0-16,14-1-1 0,-6-1-6 0,-8 2 13 15,13-1-11-15,-4 2 3 0,-2-2-2 0,-7 1 3 16,12-2-1-16,-12 2 1 0,13-1 1 0,-13 1-1 15,11-1-2-15,-11 1 1 0,12 0-5 0,-5-2 6 16,-7 2-5-16,11 0 2 0,-11 0-1 0,10-1 5 16,-1 0-4-16,-9 1-1 0,0 0 1 15,14-1 1-15,-14 1 0 0,11 0 4 0,-11 0-3 0,11 0 1 16,-11 0 0-16,11-2 1 0,-11 2-1 0,9 0 1 16,-9 0-5-16,13-3 4 0,-6 3-5 0,-7 0 6 15,18 0-1-15,-9-1 0 0,-1 1-5 0,1-1 5 16,1 0-1-16,-1 1 0 0,-9 0-1 0,17-2 1 15,-8 0-1-15,-2 2 0 0,2-1 3 0,-9 1-5 16,17-2 3-16,-11 2 0 0,-6 0 0 0,14-1 2 16,-14 1-1-16,12 0 0 0,-4-1 1 0,-8 1-5 15,12-2 3-15,-6 4 2 0,-6-2-1 0,12 0-2 16,-12 0 2-16,13 1-1 0,-13-1-2 0,13-1 5 16,-5 1-6-16,-8 0 7 0,17-2-6 0,-8 2 3 15,3 0-1-15,-5 0-1 0,-7 0 2 0,18 0 0 16,-8-1-3-16,2-1 2 0,-12 2 0 0,15 0 0 15,-4 0-1-15,-11 0 2 0,14-1-2 0,-7 1 2 16,1 1-1-16,-8-1-1 0,13-1 4 0,-13 1-2 16,12-1-4-16,-12 1 2 0,10 0 2 0,-10 0-1 15,10 1 1-15,-10-1 3 0,10-1-3 0,-10 1-1 16,9 0-2-16,-9 0 2 0,9-1-2 0,-9 1 3 16,9-1-1-16,-9 1-2 0,0 0-1 0,11-1 3 15,-11 1 0-15,0 0 4 0,12 1 0 0,-12-1-6 16,10 0 0-16,-10 0 0 0,0 0 1 0,13-3-3 15,-13 3 3-15,9 0 3 0,-9 0-4 0,0 0 5 16,14 0-3-16,-14 0 2 0,9 0-3 0,-9 0 5 16,0 0-5-16,14 2-3 0,-14-2 4 0,9-2 4 15,-9 2-5-15,0 0-2 0,11-1 1 0,-11 1 4 16,10 0 4-16,-10 0-6 0,8 1-2 0,-8-1 1 16,9 0-2-16,-9 0 3 0,10 2 0 0,-10-2 2 15,10-2-4-15,-10 2 2 0,11 0-4 0,-11 0 5 16,11 0-3-16,-11 0 3 0,9 2-5 0,-9-2 2 15,10 1 0-15,-10-1 2 0,9 0 4 0,0 0-4 16,-9 0 1-16,12 1 0 0,-12-1-3 0,11 0 2 16,-11 0-3-16,10-1 9 0,-10 1-3 0,12 2-5 15,-12-2 0-15,10-2 2 0,-10 2-2 0,9 2 2 16,-9-2 0-16,8 1 2 0,-8-1-2 0,0 0 1 16,9 0-3-16,-9 0 2 0,0 0-1 0,0 0 2 15,13-1-2-15,-13 1 2 0,7-1-1 0,-7 1 2 0,0 0-4 16,11 1 2-16,-11-1 1 0,12-1 3 15,-12 1 1-15,9 1-8 0,-9-1 11 0,12 0-4 16,-12 0-6-16,12 0 3 0,-8 2-1 0,-4-2 0 16,12 0-3-16,-12 0 4 0,13 0-4 0,-13 0 3 15,7-1-3-15,-7 1 3 0,0 0 3 0,12 0 0 0,-12 0-3 16,9 0 5-16,-9 0-2 0,7-1 2 16,-7 1-2-16,0 0 3 0,0 0 1 0,0 0-4 15,12 0 1-15,-12 0 6 0,0 0-4 0,0 0 0 16,0 0-3-16,0 0 6 0,0 0-5 0,11 0 2 15,-11 0-2-15,0 0 1 0,0 0 1 0,0 0 0 16,0 0-3-16,0 0 0 0,0 0-1 0,0 0 4 16,0 0-3-16,0 0 0 0,0 0-1 0,7 2-2 15,-7-2 3-15,0 0-6 0,0 0 6 0,0 0-3 16,0 0-1-16,0 0 3 0,0 0-5 0,0 0 5 16,0 0-2-16,0 0 2 0,0 0 0 0,0 0-20 0,0 0-20 15,0 0-21-15,0 0-23 0,0 0-30 16,0 0-30-16,0 0-44 0,0 0-36 0,0 0-146 15,0 0-398-15,0 0 176 0</inkml:trace>
  <inkml:trace contextRef="#ctx0" brushRef="#br0" timeOffset="-150063.93">30251 5319 70 0,'0'0'181'0,"0"-7"-15"0,0 7-17 15,0 0-17-15,0 0-14 0,0 0-16 0,0 0-8 16,0 0-10-16,0 0-8 0,16 9-10 0,-12-3-3 15,1 3-7-15,2 1-4 0,0 0-8 0,-2 1-2 16,-1 0-4-16,4 2-1 0,-3-2-19 0,1 4 7 16,3-1-7-16,-4-3-4 0,-1 0 7 0,1-1-2 15,1-1 2-15,-3-1-7 0,2 1-6 0,-2-3-3 16,1-2 13-16,-2 1-11 0,-2-5 16 16,4 6 13-16,-4-6 8 0,5 6 17 0,-5-6 17 15,3 5 9-15,-3-5 12 0,0 0-14 0,0 0-6 0,0 0-12 16,12-12-1-16,-9 5-6 0,1 0-5 0,1-2-7 15,0 0-3-15,-1-4-9 0,4-1 0 0,-1-2-3 16,-2 5-3-16,3-4-7 0,-3 0-1 0,3 0 1 16,-4 4-3-16,1 0-3 0,1 2-7 0,-3-1 5 15,2 1-2-15,-1 0-3 0,0 4-17 0,-2 0-21 16,-2 5-17-16,4-7-36 0,-4 7-37 0,4-7-26 16,-4 7-13-16,0 0-27 0,0 0-17 0,0 0-135 15,11 10-364-15,-11-10 161 0</inkml:trace>
  <inkml:trace contextRef="#ctx0" brushRef="#br0" timeOffset="-149697.84">30667 5374 165 0,'0'0'169'16,"0"0"-16"-16,0 0-12 0,0 0-19 0,0 0-17 15,0 0-12-15,0 0 3 0,0 0-8 0,-11 19 4 16,6-4-12-16,-2-4-4 0,2-1-6 0,-3 5-7 15,1-3-8-15,2 0-10 0,0 0 1 0,2-1 0 16,-2 0-9-16,2-2 2 0,1 1-5 0,-1-3-3 16,3-1-3-16,0-6-2 0,-2 9 0 0,2-9-1 15,0 9 0-15,0-9-2 0,3 5-1 0,-3-5 10 16,0 0 2-16,0 0 0 0,11 0 0 0,-11 0-5 16,0 0 4-16,14-8 0 0,-7 4-2 0,-2 0-2 15,1-2-2-15,-1 0-2 0,1-2-5 0,-1 5 0 16,3-1-4-16,-3-1-4 0,0 1 2 0,-5 4-6 15,7-4-3-15,-7 4-2 0,0 0 0 0,10-2 1 16,-10 2-6-16,0 0 0 0,7 7 6 0,-7-7-5 16,7 10 2-16,-3-2-1 0,-2 2 1 0,1-1-2 15,-1 1 1-15,2 1-8 0,-3-1-12 0,2-1-21 16,-1-3-21-16,0 1-28 0,-1 1-39 0,2-2-28 16,-3-6-27-16,3 11-112 0,-3-11-321 0,2 3 141 15</inkml:trace>
  <inkml:trace contextRef="#ctx0" brushRef="#br0" timeOffset="-149397.88">30989 5441 61 0,'0'0'181'0,"0"0"-29"0,2-7-14 0,-2 7-19 16,0 0-3-16,0 0-16 0,0 0-5 0,0 0-10 15,0 0-14-15,-17 13 0 0,12-7-11 0,5-6-7 16,-9 10-3-16,6-7-9 0,3-3 4 0,-4 13-10 15,3-9 1-15,1-4-1 0,0 13-5 0,0-13-2 16,1 13-4-16,2-7-6 0,-2 0 1 0,3 2-6 16,1 1 0-16,-1-4 1 0,-1 2-3 15,-1 0-3-15,2-1 7 0,-3 0-6 0,3-1 2 0,-4-5-2 16,3 9 2-16,-1-4 5 0,-2-5 4 0,2 7 3 16,-2-7 5-16,0 0-1 0,-3 12 2 0,3-12 1 15,-5 7-3-15,5-7-4 0,-7 7-2 16,7-7-18-16,-10 4-18 0,5-1-18 0,5-3-16 15,-8 3-22-15,8-3-34 0,-6 3-23 0,6-3-143 16,0 0-293-16,0 0 130 0</inkml:trace>
  <inkml:trace contextRef="#ctx0" brushRef="#br0" timeOffset="-149246.87">31153 5523 78 0,'9'-5'224'16,"-9"5"-24"-16,4-2-19 0,-4 2-6 0,0 0-14 0,0 0-18 15,9-1-13-15,-9 1-17 0,10-1-21 0,-10 1-37 16,11 0-39-16,-2 0-33 0,3 1-48 0,-5 0-39 16,0 1-127-16,1 1-250 0,2-1 112 15</inkml:trace>
  <inkml:trace contextRef="#ctx0" brushRef="#br0" timeOffset="-149098.12">31205 5602 174 0,'0'0'186'0,"-6"5"-8"15,6-5-2-15,0 0-4 0,0 0-4 0,0 0-12 0,0 0-17 16,0 0-16-16,0 0-15 0,-4 7-10 16,4-7-11-16,0 0-14 0,0 0-25 0,20 3-48 15,-9-5-47-15,8 1-47 0,-1-1-55 0,3 1-117 16,1-1-289-16,6-2 128 0</inkml:trace>
  <inkml:trace contextRef="#ctx0" brushRef="#br0" timeOffset="-148952.12">31600 5524 28 0,'4'-5'219'0,"-4"5"-9"0,0 0-1 0,4-4-10 16,-4 4-11-16,0 0 7 0,0 0-22 0,7-4-15 15,-7 4-20-15,9-2-25 0,-1-2-26 0,1 3-33 16,5-1-41-16,4-1-57 0,2-3-80 16,2 4-179-16,-6-3-328 0,4-1 145 0</inkml:trace>
  <inkml:trace contextRef="#ctx0" brushRef="#br0" timeOffset="-148770.58">31908 5331 16 0,'3'-7'222'15,"-3"7"-16"-15,0 0-12 0,1-9-18 0,-1 9-22 16,0 0-14-16,0 0-16 0,0 0 8 0,0 0 0 0,5 26-5 16,-4-14-6-16,1 5-4 0,-2 2-6 0,5 5-12 15,-2 2-10-15,-1-6-9 0,3 6 0 16,-4-7-13-16,3 5-27 0,0 1-36 0,-1-4-34 15,-5-2-38-15,1 0-59 0,-2 0-72 0,-3 0-136 16,-2-4-362-16,-3 1 160 0</inkml:trace>
  <inkml:trace contextRef="#ctx0" brushRef="#br0" timeOffset="-146025.29">25523 7073 10 0,'0'0'43'15,"-5"2"-4"-15,5-2 4 0,0 0-8 0,-12 3-3 16,12-3-9-16,-4 1-1 0,4-1-3 0,0 0-1 15,-11 4-9-15,11-4 9 0,-8 3-7 0,8-3 0 16,0 0 4-16,-6 1-4 0,6-1-2 0,0 0-1 16,0 0 1-16,0 0 4 0,0 0 3 0,0 0-11 15,-8 2 12-15,8-2-9 0,0 0 1 16,-7 4-1-16,7-4 3 0,-6 6 3 0,0-2-3 0,0-1-3 16,1 0-3-16,-1 1 0 0,2 1 7 0,4-5-4 15,-10 9-4-15,6-5 5 0,4-4-1 0,-5 9 0 16,1-6 2-16,4-3 6 0,-3 8 15 0,3-8-6 15,0 0 10-15,2 10-2 0,-2-10-6 0,0 0 1 16,1 8-2-16,-1-8-6 0,0 0 1 0,4 5-4 16,-4-5-4-16,0 0-4 0,6 5 2 0,-6-5 3 15,5 3-5-15,-5-3-1 0,9 2 3 0,-9-2 7 16,0 0-2-16,9 3-6 0,-9-3 1 0,7 3 11 16,-7-3 4-16,0 0 0 0,0 0 2 0,11 2 0 15,-11-2-1-15,0 0 10 0,0 0-5 0,12-6-8 16,-12 6 3-16,6-4-1 0,-6 4 19 0,5-5-11 15,-5 5 6-15,9-6-6 0,-7 2-1 0,-2 4-8 16,7-7 4-16,-7 7-5 0,6-7 4 0,-4 3-1 16,2-2-1-16,-1 1-2 0,-3 5 2 0,8-11 5 15,-6 6 1-15,2-2-7 0,0 1 1 0,0-3-7 16,1 2 3-16,-1 0 3 0,0-4-5 0,0 5 2 0,2-4-5 16,-1 4-3-16,1-5 6 0,-2 4-1 0,4-1-1 15,-4-1 6-15,3 2-2 0,-1-2-4 16,-1 0 2-16,2 4-3 0,2-4-3 0,-2 0 5 15,1-1-6-15,2-4 3 0,-3 9-5 0,4-4 3 16,0-1 1-16,-2 3-4 0,4-8 1 0,-1 4-2 0,-1 3 6 16,-2-1-7-16,2 2-1 0,-2-1 2 15,1 1-2-15,2-1 5 0,-3 1 0 0,0-1-3 16,3 0-4-16,-2 0 6 0,1-2 12 0,-1 1 0 16,-1 2-3-16,2-2-1 0,0 1-4 0,-1-1 0 0,0 1-1 15,4-2-3-15,-1 0 2 0,-3 2-3 0,-1 0-3 16,2 1 1-16,0-2 0 0,-4 3 1 15,1-2-3-15,1 1 0 0,1 1-1 0,1-2-2 16,-2 0 2-16,0 2 1 0,-2-1-2 0,2 1 1 0,-1-2 0 16,2 3 1-16,-2-4 1 0,1 2-4 15,1-1 6-15,-1-1-7 0,-1 2 3 0,-1-1 2 0,2 2 3 16,0-1-3-16,-2-1-2 0,1 3 1 0,2-4-2 16,5 0 3-16,-10 1-3 0,4 1 1 0,2-1-3 15,-7 3 0-15,6-4-1 0,-1 1 1 0,0 0 0 16,-1 0 0-16,2 1 0 0,-1-3-2 0,0 3 1 15,7-3 0-15,-10 2 1 0,3 0 0 0,-2 1-2 16,2-1 0-16,0 1 0 0,-1-1 2 16,0 1 2-16,-2 0-4 0,3-2 2 0,-2 2 0 0,2 0-2 15,-2-1 2-15,2 2 0 0,-3-3 1 0,6 2-1 16,-6 1 1-16,3-4-5 0,-4 3 2 0,4-1-2 16,0 3 2-16,-2-2 0 0,4 0-1 0,-2 0 3 15,0-1-1-15,-1 2-4 0,0-2 6 0,1 1-6 16,-1 0 2-16,-1 1 0 0,3-1 2 0,-4 3 0 15,1-1 0-15,1-2-1 0,0 0 3 0,0 0-3 16,1 0-2-16,-5 3 0 0,4 0 2 0,1-2-2 16,-5 0 2-16,5 1 2 0,-4 1 0 0,4-3-3 15,-3 0 3-15,1 2-2 0,-3 1 2 0,6-2-2 16,-2 1 4-16,-3 1-3 0,4-1 0 0,0-2-2 16,-2 1 2-16,2-1-3 0,-1 3 3 0,2-1-2 15,-1 0-1-15,1 0-1 0,-4 1 2 0,2-1 4 16,-1 0-5-16,2-1 1 0,2 1 3 0,-6 2-1 15,6-3-2-15,-1 1 0 0,-2-1 3 0,-1 2-6 16,3-2 3-16,2 1 1 0,-3 1-3 0,0 0 1 16,1-2 0-16,-2 3 1 0,-1-1 1 0,5 1-1 15,-6-1 2-15,5-1-2 0,-4 1 0 0,2 0-2 16,0 0 4-16,0 0-3 0,-5 0 3 0,6 1-2 16,-4 0 3-16,1 0-4 0,-7 3 2 0,14-6-2 15,-8 2 4-15,3 0-4 0,0 1 3 0,0-1 0 16,0-2-2-16,0 0 3 0,3 3-3 0,-2 0 3 15,4-2-1-15,-3 0-2 0,0 1 2 0,0 0-1 16,-1 0 3-16,1-1-2 0,1 1-2 0,-2 1 0 16,1-1 0-16,-1 2 1 0,-1-1 0 0,-1 0 0 15,1 0 1-15,1 0-2 0,-4 2-16 0,3-2 5 16,1 0-1-16,-2 0 9 0,1 2-11 0,-1-3 1 16,0 3 5-16,3-2-4 0,0-1 6 0,1 2 0 15,-2-1 0-15,-3 1 1 0,5-1 1 0,1 0-3 16,-2 0 1-16,3 1 4 0,-3 0-1 0,3-2-1 15,-3 2 2-15,0-1 0 0,-2 2 3 0,0-1-4 16,2-1 3-16,-2 3 1 0,2-2-1 0,0 0 0 16,1-1-1-16,1 2-1 0,-4-1 0 0,3 0 1 15,0 1 1-15,0-2 1 0,-2 2 0 0,0 1 0 0,-2-2-1 16,3 2-2-16,0-1 2 0,0 0 1 16,2-2 2-16,0 2-2 0,-3-1-3 0,3 0 1 15,-4 0 4-15,5 1-5 0,-3 0 5 0,2-2-3 16,0 1 2-16,-1 1-4 0,1 0 1 0,-1-2 4 15,0 0-1-15,1 1-2 0,1 2-1 0,-2-1 0 16,1-2 3-16,-2 3-2 0,2-2 1 0,0 2-1 16,-4-1 5-16,2 0-5 0,1 2 2 0,-2-2-1 15,0 0 0-15,3 0 6 0,1 1-5 0,0-2-4 16,3 1 2-16,-3 0 6 0,4 1-3 0,1-1-3 16,-1-1 2-16,2 0-2 0,-1-1 4 0,-1 2-4 0,0-2 5 15,0 3-4-15,1-1 4 0,0-1-3 16,-1 1 1-16,0 0-1 0,0 0 2 0,0-1-4 15,2 2 5-15,-3-2-4 0,2 1 3 0,-1 0 0 16,0-2-1-16,2 3 0 0,-3-1 5 0,2 1-5 16,-2-1 2-16,0-1-1 0,-2 1 0 0,4-1 3 0,-1 2-6 15,-3-2 0-15,4 1 8 0,0-1-5 16,2 0 1-16,-3 1-5 0,1-1 0 0,0 1 0 16,0 0 3-16,-1-1 2 0,3 1 0 0,-2 1-5 15,-5-2 2-15,4 2-1 0,0-2 2 0,1 0 0 16,-1 1 0-16,-1-1 1 0,-4 1-2 0,6-1 2 15,-2 2-1-15,-3 0-2 0,0-2 1 0,4 1 4 16,-2-2-3-16,1 3-3 0,-1 0 2 0,0-3 1 16,-3 3-2-16,5-2-1 0,-1 0 5 0,-3 0-2 15,0 0 3-15,4 2-5 0,-1-2 1 0,-4 1-2 16,1 2 2-16,-1-3-2 0,0 0 2 0,-2 2-1 16,1 0 3-16,1-3 0 0,-1 3-2 0,1-2 2 15,-1 2-1-15,1-1-4 0,-1 0 2 0,2 1-1 16,-1 0 5-16,1 0-6 0,-1-1 6 0,6-1-3 15,-2 2 4-15,-3-1-1 0,4 1 1 0,-4-1-2 16,-1 0 0-16,2 1-1 0,0-2 10 0,3 2-7 16,-1-1 9-16,1 0-9 0,-4 1 5 0,4-2 5 0,1 2-4 15,0-2-2-15,1 2 1 0,-2-1 1 16,1 1 0-16,1-2-3 0,-2 1-1 0,-1 1 1 16,0-1-2-16,-4 1 0 0,0 0 0 0,-1 0 2 15,2-2-2-15,-1 2-2 0,0 0 6 0,-1 0-6 16,-1-1 3-16,-3 2-1 0,-8-1 0 0,14-1 1 15,-5 1 8-15,-9 0-13 0,11 0 12 0,-11 0-14 16,10 1 1-16,-10-1 2 0,12 0-1 0,-12 0 0 16,10 0 1-16,-10 0-2 0,9-1 3 0,-9 1 0 15,11-1-3-15,-11 1 1 0,12 1-4 0,-12-1 3 16,9-1 0-16,-9 1-1 0,10 0 1 0,-10 0-3 16,9 1 6-16,-9-1-4 0,7 1 0 0,-7-1-13 15,8 3-17-15,-8-3-13 0,11 3-12 0,-6-2-21 16,1 1-25-16,3 0-42 0,1-2-41 0,2 2-34 15,2 0-24-15,-3-1-124 0,10 0-395 0,-2 0 175 16</inkml:trace>
  <inkml:trace contextRef="#ctx0" brushRef="#br0" timeOffset="-145650.96">30340 5669 86 0,'0'0'140'0,"0"0"-17"0,0 0-17 0,3 7 0 16,-3-7-5-16,1 8-6 0,-1-8-1 0,1 12 3 15,1-2-9-15,-1 2-1 0,1-1-3 0,2 5-5 16,-1-4-5-16,-1-1-13 0,1 1-3 0,2 5-3 16,-3-6-7-16,4-3 4 0,-3 3-10 0,5-1 1 15,-4-2-5-15,0 1-7 0,-2-3-3 0,1 2 1 16,1-2-2-16,0-1-1 0,-2 1-1 0,3-2-7 15,-5-4 7-15,6 8 5 0,-3-3-5 0,-3-5 4 16,5 5 3-16,-5-5 0 0,5 6 10 0,-5-6 3 16,6 2 7-16,-6-2 10 0,0 0 4 0,12-2-6 15,-12 2 5-15,8-6-1 0,-8 6 2 0,6-7-7 16,2-1-3-16,1 1-6 0,-3-2-7 0,1 2-4 16,-1-3-3-16,2 1-4 0,-2 0-2 0,-1 1-6 15,2-2-8-15,-3 3-21 0,-2 1-11 0,2-2-29 16,-4 8-30-16,4-9-33 0,-4 9-33 0,3-8-41 15,-3 8-43-15,3-5-146 0,-3 5-402 0,0 0 179 16</inkml:trace>
  <inkml:trace contextRef="#ctx0" brushRef="#br0" timeOffset="-145320.12">30658 5843 101 0,'7'3'191'16,"-7"-3"-10"-16,0 0-10 0,0 0-20 0,0 0-5 15,0 0-15-15,0 0-15 0,-18 11-4 0,13-5-10 16,-2-1-6-16,-2 2-12 0,0 0-6 0,3-1-10 16,-1-1-6-16,2 4-5 0,0-2-11 0,2-1-2 15,1 2 0-15,0-2-4 0,2-6-7 0,0 14 2 16,0-14-1-16,1 14-6 0,2-10 0 0,0 2-3 16,-3-6-1-16,7 5-3 0,-2-3-3 0,-5-2-1 15,9 3 2-15,-9-3 0 0,9 1-1 0,-9-1-2 16,0 0-4-16,16-5 5 0,-9 4-6 0,-1-1 3 15,-6 2-4-15,12-1-1 0,-7-1-3 0,-5 2-2 16,9-4 3-16,-9 4-7 0,0 0 3 0,9-2-3 16,-9 2-4-16,0 0 5 0,8 6-2 0,-8-6 0 15,4 6 1-15,-1 0-6 0,0 1 6 0,-3-7-5 16,0 11-16-16,1-5-24 0,-1 1-29 0,0-7-32 16,1 14-37-16,-1-7-32 0,0-7-137 0,0 0-337 15,0 13 149-15</inkml:trace>
  <inkml:trace contextRef="#ctx0" brushRef="#br0" timeOffset="-145050.34">30846 5936 61 0,'0'0'119'0,"0"0"-9"0,0 0-11 0,0 0-7 15,0 0-2-15,0 0-12 0,0 0-15 0,0 0-1 16,-7 27-4-16,7-27-12 0,0 11 3 0,2-1-8 15,-1-3-9-15,2-1 5 0,1 2 3 0,-2-3-3 16,-2-5 0-16,5 12 1 0,-3-6-4 0,-1 0 4 16,-1-6 4-16,4 11-1 0,-2-7-4 0,0 2 0 15,-2-6 5-15,1 8-2 0,-1-8-2 16,0 10-1-16,0-10 0 0,-1 9 4 0,-3-5-1 0,0 2-7 16,-1-2-2-16,-2-1-14 0,0 0-32 0,7-3-16 15,-13 4-45-15,6-1-34 0,7-3-29 0,-12 4-96 16,12-4-252-16,-10 2 112 0</inkml:trace>
  <inkml:trace contextRef="#ctx0" brushRef="#br0" timeOffset="-144908.33">31038 6034 56 0,'0'0'132'0,"9"-3"-9"0,-9 3-11 0,10 0-28 16,-10 0-25-16,15 1-47 0,-4-1-46 15,-5 2-57-15,7-2-98 0,-13 0 43 0</inkml:trace>
  <inkml:trace contextRef="#ctx0" brushRef="#br0" timeOffset="-144773.86">31141 6104 53 0,'0'0'202'0,"0"0"-20"15,0 0-3-15,0 0-10 0,-4 6-15 0,4-6-19 16,0 0-10-16,0 0-14 0,0 0-29 0,20 1-46 0,-20-1-70 15,30-5-77-15,-13 1-104 0,9-3-230 0,2-2 101 16</inkml:trace>
  <inkml:trace contextRef="#ctx0" brushRef="#br0" timeOffset="-144618.68">31502 6019 2218 0,'0'0'63'15,"0"0"-26"-15,-32 6-21 0,32-6-13 0,0 0-6 16,0 0 1-16,0 0 1 0,0 0 2 0,0 0 1 15,0 0-5-15,0 0-4 0,0 0-17 16,38 0-19-16,-18 0-32 0,1 0-44 0,7 0-50 16,-5 0-147-16,-4 0-342 0,3-4 152 0</inkml:trace>
  <inkml:trace contextRef="#ctx0" brushRef="#br0" timeOffset="-144395.22">31769 5963 31 0,'0'0'188'16,"4"-6"-16"-16,-4 6-13 0,0 0-6 0,7-6-10 15,-7 6-16-15,0 0-14 0,0 0-7 0,0 0-3 0,9 9-10 16,-6-2-3-16,-1-2-6 0,1 4-11 0,-3 1-5 16,-1 1-4-16,-3 5-1 0,-1 0-4 15,0 3 0-15,-3-2-5 0,0-1-5 0,-1-2-3 16,0 0 3-16,0 0-4 0,2-7-1 0,2 3-2 16,0-4-2-16,-1 0-6 0,4-2-4 0,-1 3-4 15,3-7-2-15,0 0 0 0,0 0 3 0,0 0-8 0,13 10 2 16,6-6-8-16,13-3-26 0,5-1-32 15,17 0-36-15,2-1-51 0,1 1-35 0,-3-1-183 16,-1-2-379-16,-14 2 168 0</inkml:trace>
  <inkml:trace contextRef="#ctx0" brushRef="#br0" timeOffset="-142367.82">25812 7073 33 0,'0'0'85'0,"-6"2"-6"0,6-2-10 15,0 0-24-15,0 0 8 0,-10 3-4 16,10-3-9-16,-9 4 2 0,9-4-7 0,-13 4 1 16,8-2-6-16,-1 0-2 0,-3 1-7 0,2 0-3 15,1 0-1-15,-1-2 2 0,7-1-3 0,-10 5-2 0,10-5-7 16,-9 0 0-16,9 0 4 0,-8 1-2 15,8-1-4-15,0 0 4 0,-5 6-4 0,5-6 8 16,-5 5-11-16,5-5 5 0,0 0-1 0,0 0-2 16,-5 8 2-16,5-8-9 0,0 0 0 0,-2 6 12 15,2-6 1-15,-4 7-9 0,4-7-2 0,0 0 2 0,-4 5 10 16,4-5-3-16,0 0-3 0,0 0 0 16,-4 6 0-16,4-6 3 0,0 0-5 0,0 0 2 15,0 0 6-15,0 0 11 0,-3 5-5 0,3-5-1 16,0 0 9-16,0 0 4 0,0 0-11 0,0 0 12 0,0 0 10 15,0 0 5-15,0 0-9 0,22-9 9 0,-14 6 2 16,-2-1-5-16,-1 1 2 0,3-1-3 0,-3 0 5 16,4-4-6-16,-2 6-3 0,-1-5-5 15,0 5 0-15,4-3-2 0,-3 1-6 0,-1-2-3 0,3 1-3 16,-2 3-2-16,2-6 1 0,-2 1 4 0,0 4-9 16,4-5 1-16,-4 3-4 0,2-1-2 0,0-5-1 15,-2 4-6-15,2-3 9 0,-1 2-6 0,2 1 1 16,3-7 3-16,-5 7-1 0,2 0-4 0,-1-1-3 15,2-1 2-15,1-1-3 0,0 0 6 0,-1 1-1 16,1-1-1-16,3-2-3 0,0 3 4 0,-5 3 2 16,7-7-5-16,-4 3-10 0,1 1 9 0,-3 2-1 15,-1-2 5-15,4 0 3 0,-3 2-7 0,4-4 6 16,0 2-2-16,3 0-3 0,-9 0-3 0,6 2 10 16,-1-5-8-16,3 5 1 0,-3-3-1 0,2 3 5 15,-2-2 4-15,1-1-6 0,-3 0-4 0,-1 3 3 16,5-3-2-16,-5 5 1 0,4-5 3 0,-1 1-2 15,-1 3 3-15,-3-3 0 0,3 0 13 0,-4 3-3 16,7-5-3-16,-3 1-1 0,1 3 1 0,1-4-3 16,-1 2-3-16,1-2 1 0,1 3 1 0,-3-1-3 15,1 2 4-15,0-1-7 0,1-1 4 0,1 2-2 16,0-1-1-16,-1 1-2 0,-4 0 0 0,3 3 0 16,-3-3 3-16,7 1-1 0,-4-2-2 0,2 2 1 15,-1-1 2-15,1 0-4 0,-5 1 2 0,3 0-4 16,-1 1 6-16,2 0 0 0,-3 0-1 0,-1 0-3 15,3-1 0-15,-1 2 1 0,-2-2 0 0,1 1 0 16,1 0 0-16,-1 1 0 0,3-2 0 0,-3 0-1 16,-1 1 2-16,2 0 1 0,-2-1-4 0,1 3 3 15,-2-2-2-15,2 0-1 0,-1 0 9 0,0 0-7 16,1 1-3-16,-1 0 1 0,3-2 3 0,-3 2 3 0,9-1-7 16,-5-1 3-16,2-1 2 0,-2 2-4 0,3 1 0 15,-5-3 3-15,4 2-1 0,0 1 1 16,1-1 0-16,-3-1-4 0,2 1 3 0,-4 2 1 15,5-3-2-15,-5 2 1 0,-1 1 0 0,1 0 0 16,5-4 1-16,-1 4 0 0,0-1-1 0,-4-1 1 0,6 3 2 16,-2-2-4-16,-3 2 0 0,3 0-1 0,-3-2 1 15,5-1 0-15,-2 3 3 0,3-1-2 0,-2 0 2 16,0-1-4-16,-5 1 3 0,-1 0-2 16,6 1-1-16,0-2 1 0,-1 1 1 0,1 2-2 15,1-4 0-15,-3 2 2 0,2 1 3 0,1-1-1 16,-1 1-1-16,1-1-2 0,-1 2-2 0,0 0 3 15,3-2-3-15,-4 3 1 0,1-2 4 0,2 1-4 0,1-1 4 16,1 1-2-16,-1-2 0 0,0 2 3 16,0-1-4-16,1 2 2 0,-2-3 0 0,9 3 1 0,-8-2-2 15,-1 1 0-15,0 1 0 0,2 0 0 16,-1 1 2-16,-3 1-3 0,3-2 1 0,-4 3 1 0,-1-3-3 16,1 1 4-16,1 0-1 0,-2 1 0 0,3 0-3 15,-6 0-1-15,2-2 3 0,1 1-3 0,2 2 4 16,1-2-1-16,-2 2 5 0,3-2-2 0,-3-1 1 15,0 0-4-15,3 0 1 0,-2 0 1 0,-4 2 4 16,5-2-2-16,0 1 1 0,-2-2-1 16,-3 2 1-16,0-1-3 0,0 1 5 0,-1 0-6 15,2-2 9-15,-2 1-3 0,4 2-3 0,-2-3 2 0,-1 2-5 16,4-1-2-16,0-1 5 0,-1 1-2 0,0 1-1 16,0-1-2-16,2 2 5 0,1-4-2 15,1 1 0-15,1 1-1 0,-2 1-1 0,0-1 2 0,0 0-1 16,0 0-2-16,6 0 5 0,-7-1-3 0,3 2 2 15,-3-1-1-15,1 0-2 0,0 2 2 0,0-4-1 16,-1 1-3-16,2 1 3 0,-3-1-1 0,2 2 2 16,-2 0-2-16,2-1 0 0,-1-1 2 0,-2 0 2 15,4 1-6-15,-2-1 3 0,-3 1-2 0,3 1 2 16,-2-2-3-16,2 1 4 0,-2 0 3 0,1 0-5 16,0 0 2-16,-2 0 1 0,-2 0-3 0,0-1 1 15,4-1 0-15,-1 2-1 0,-3 2 5 0,4-2-3 16,-2-2-3-16,-1 4 2 0,-1-2-1 0,-2 1 0 15,2-2 8-15,4 1-5 0,-2 0 2 0,-3 0 6 16,6 0 0-16,-1-2-3 0,-2 2 2 0,2 0 2 16,1-2-2-16,2 0 1 0,-3 2-3 0,1-1 1 15,0-1-1-15,1 1 0 0,1 1 7 0,-3-1-9 16,2 1 1-16,-1 1-1 0,1-2-1 0,-1 2 0 16,-3-2 1-16,2 1-3 0,-5-1 3 0,1 1-3 15,-1 0 0-15,-1 0 3 0,-1-1-4 0,-3-1 4 16,-8 2 0-16,13-1-1 0,-13 1-1 0,9-1 1 15,-9 1 6-15,8-1-6 0,-8 1 1 0,0 0-10 0,0 0-12 16,12 1-19-16,-12-1-20 0,0 0-31 16,0 0-30-16,0 0-43 0,0 0-154 0,0 0-337 15,0 0 150-15</inkml:trace>
  <inkml:trace contextRef="#ctx0" brushRef="#br0" timeOffset="-141915.88">30395 6182 132 0,'0'0'142'0,"0"0"-5"0,0 0-7 0,-5 5-10 15,5-5-8-15,0 9-8 0,0-9-8 0,1 17-8 16,-1-6-9-16,1 3-4 0,-1-2-11 0,0 5-9 16,0-2-3-16,0 0-1 0,-1 2-5 0,1-3-5 15,0 2-2-15,0-3-4 0,0 0-6 0,0-3 3 16,3 1-6-16,-3-3 3 0,1 2-2 0,2-1-4 16,-3-2 3-16,1 0 0 0,3-1-3 0,-2 0 3 15,-2-6-6-15,5 10 2 0,-1-7 4 0,-4-3-3 16,5 7 5-16,-5-7 12 0,8 3 13 0,-8-3 13 15,8 2-6-15,-8-2-4 0,0 0 3 0,15-8-3 16,-11 4 2-16,1-2 3 0,1-1-4 0,1-2-3 0,2-1-4 16,0-3-7-16,2 0 0 0,0 0-10 0,-3-1 1 15,3-2-9-15,-4 5 1 0,2-2-2 0,-3 2-6 16,2 3-2-16,-2 0-5 0,1-1-13 16,-5 2-15-16,4 2-11 0,-3-1-14 0,-3 6-27 15,4-8-25-15,-4 8-31 0,7-3-30 0,-7 3-28 0,0 0-7 16,6-3-5-16,-6 3-110 0,0 0-330 0,0 0 146 15</inkml:trace>
  <inkml:trace contextRef="#ctx0" brushRef="#br0" timeOffset="-141603.46">30642 6313 142 0,'0'0'139'0,"0"0"-4"0,-4 11-10 0,4-11-3 15,-7 10 0-15,1-4-9 0,-2 1-7 16,2 1-4-16,-3 1-14 0,1 0-7 0,1 1-5 15,2-1-10-15,-1-1-4 0,4 2-13 0,-1-2-1 0,3-8 1 16,-1 10-6-16,1-10-6 0,0 12-3 0,1-6 0 16,-1-6-2-16,7 8 1 0,-2-5-2 15,1 1 1-15,1-1 1 0,1 0-10 0,0-2 4 0,-8-1-4 16,14 2-4-16,-4-3-1 0,-10 1-1 16,19-2-3-16,-8-1 0 0,0 0-2 0,0 1-2 0,1 0 3 15,-4-1-8-15,0 3 4 0,1-3-10 0,-9 3 12 16,11-1-7-16,-11 1 0 0,9 0-1 15,-9 0-5-15,9 4 1 0,-9-4 3 0,4 10 2 0,-4-10-4 16,-1 10 0-16,1-10 0 0,-2 12 4 16,0-5-8-16,-2 2-33 0,2-3-20 0,2-6-33 0,-3 13-40 15,3-13-40-15,-1 11-110 0,1-11-303 0,2 6 134 16</inkml:trace>
  <inkml:trace contextRef="#ctx0" brushRef="#br0" timeOffset="-141341.59">31033 6438 73 0,'-10'-9'150'0,"10"9"-19"15,0 0-7-15,-15 3-22 0,15-3 5 0,-10 6-22 16,4-3-5-16,1 1-10 0,5-4-5 16,-7 11-9-16,3-3-1 0,3-3-6 0,0 2-2 0,1-7 3 15,0 13 0-15,1-7-7 0,2 1 5 0,-1 0-6 16,1 1 7-16,-1-4 1 0,1 3-6 0,2-1-10 15,-2-2 2-15,2 3-4 0,-5-7-1 16,5 7-5-16,-5-7-1 0,1 7-3 0,-1-7 2 0,3 8-6 16,-3-8 2-16,0 0-6 0,0 0-11 0,-7 12-24 15,3-9-26-15,-3-1-34 0,7-2-32 0,-14 3-39 16,6-1-89-16,-1-2-259 0,-1 0 115 0</inkml:trace>
  <inkml:trace contextRef="#ctx0" brushRef="#br0" timeOffset="-141200.44">31143 6517 19 0,'10'-2'48'0,"-10"2"-45"16,0 0-15-16,0 0-13 0,0 0 6 0</inkml:trace>
  <inkml:trace contextRef="#ctx0" brushRef="#br0" timeOffset="-141066.18">31112 6591 135 0,'0'0'112'0,"0"0"-33"16,0 0-43-16,0 0-63 0,0 0-30 0,0 0-60 15,0 0 28-15</inkml:trace>
  <inkml:trace contextRef="#ctx0" brushRef="#br0" timeOffset="-118190.32">30828 7145 55 0,'0'0'54'0,"0"0"-6"16,2 6-20-16,-2-6-7 0,0 0-23 0,0 0-32 15,0 0-38-15,0 0 17 0</inkml:trace>
  <inkml:trace contextRef="#ctx0" brushRef="#br0" timeOffset="-116153.78">18647 4721 16 0,'0'0'8'0,"0"0"-4"15,0 0-9-15,0 0-6 0,0 0 4 0</inkml:trace>
  <inkml:trace contextRef="#ctx0" brushRef="#br0" timeOffset="-112343.4">18978 4657 13 0,'5'6'13'0,"-5"-6"1"0,10 5-2 0,-8-3-2 15,-2-2-5-15,8 6 1 0,-4-3-4 0,-4-3 7 16,8 6-1-16,-8-6 1 0,7 4-6 0,-7-4 12 16,8 6-9-16,-4-5 0 0,-4-1-5 0,6 6 3 15,-6-6 2-15,7 5-3 0,-7-5-2 0,6 7 2 16,-6-7 0-16,5 4 2 0,-1-1-2 0,-4-3-1 15,4 4 9-15,-4-4 1 0,6 6-7 0,-6-6-2 16,4 3 1-16,-4-3 3 0,0 0-6 0,6 4 1 16,-6-4 3-16,0 0 0 0,0 0-4 0,4 5 6 15,-4-5-8-15,0 0-1 0,0 0-9 0,0 0-3 16,0 0-20-16,0 0-35 0,0 0 16 0</inkml:trace>
  <inkml:trace contextRef="#ctx0" brushRef="#br0" timeOffset="-111892.63">18574 4361 4 0,'25'13'22'0,"2"-2"-4"0,-8-1 5 0,7 0-3 0,1 2-1 16,-2-1 1-16,-4-3-6 0,3 3-6 15,2-1 4-15,-9 0-3 0,9 1 0 0,-7-1-9 0,5 2 10 16,-4-3 1-16,3 6-1 0,-4-5-4 16,-1 0 6-16,5 2-10 0,-5-2-1 0,-1 1 5 15,-1-1-3-15,0 2 4 0,1 0 0 0,-2-2-8 16,-2 2 0-16,0-3 1 0,1 1-5 0,-4-3 2 15,2 0-7-15,0 4-3 0,-4-3-2 0,2-1-2 0,-3-1-15 16,0 1-33-16,-1-1 14 0</inkml:trace>
  <inkml:trace contextRef="#ctx0" brushRef="#br0" timeOffset="-110784.82">19137 4650 23 0,'0'0'24'0,"0"0"-10"0,0 0-11 0,0 0-14 15,0 0-12-15,-11 7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3T09:26:15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2989 6970 5 0,'0'0'149'0,"0"0"-13"0,0 0-9 16,0 0 7-16,0 0-4 0,0 0-6 0,0 0 3 15,0 0-5-15,0 0-2 0,0 0-8 0,0 0-5 16,0 0-8-16,-5-6-9 0,5 6-9 15,0 0-7-15,0 0-9 0,0 0-11 0,0 0-5 0,0 0-5 16,0 0-3-16,0 0-9 0,-11 0 2 0,11 0-7 16,0 0 4-16,0 0-5 0,0 0-3 0,-12 6-5 15,12-6 2-15,-8 3-4 0,8-3 2 16,-7 4 8-16,7-4-5 0,-8 2-3 0,8-2-3 16,-11 4-3-16,5-2 6 0,1 2-7 0,-3-1 2 0,8-3 1 15,-13 4 4-15,8-1 6 0,5-3 3 16,-12 2 12-16,12-2-9 0,-9 2 4 0,9-2-2 15,-7 2 1-15,7-2-1 0,0 0 7 0,-9 0-2 16,9 0 7-16,0 0-7 0,0 0-3 0,0 0-2 16,0 0-2-16,0 0-3 0,0 0-1 0,0 0-4 15,0 0-2-15,0 0-6 0,0 0-1 0,0 0 1 0,0 0-3 16,0 0-1-16,0 0-1 0,0 0 2 0,30-8-5 16,-23 7 0-16,4 0 2 0,-1-2 1 0,0 3-6 15,2-1 5-15,-1-1-5 0,-2-2 2 16,-1 2-2-16,-8 2 0 0,14 0 4 0,-8 0-6 15,-6 0 3-15,9-2-2 0,-9 2 0 0,10-3-1 0,-10 3 2 16,9-3 0-16,-9 3 0 0,0 0 2 0,9 0-1 16,-9 0 0-16,0 0 0 0,0 0 1 0,0 0 0 15,0 0-4-15,0 0 3 0,0 0-1 0,0 0-2 16,0 0 2-16,0 0-2 0,0 0 1 16,0 0-5-16,-24 8 4 0,14-8-2 0,-1 2 3 15,-1 1-4-15,1-2 1 0,0 2 2 0,1-2 7 0,-1 1-8 16,4-1 0-16,-1 2 3 0,8-3-3 15,-10 2 1-15,10-2 0 0,-7 1-2 0,7-1 3 16,0 0-3-16,0 0 3 0,0 0-3 0,0 0 1 16,0 0-3-16,0 0 1 0,0 0 3 0,13-16 0 15,-1 11-3-15,2-6 1 0,-3 6 1 0,6-3-2 16,-2 1-3-16,3-1 6 0,-6 3 0 0,0-1-1 0,-1 0 1 16,-2 3-2-16,-2 1 1 0,0 0 0 15,0-2 0-15,-1 0-2 0,0 0 4 0,-6 4 6 16,10-5-8-16,-10 5 3 0,8-4 0 0,-8 4 0 15,5-1 1-15,-5 1-1 0,0 0-1 0,0 0-1 16,0 0 1-16,0 0-2 0,0 0-1 0,0 0-1 0,0 0 1 16,0 0-3-16,0 0 0 0,-24 14 0 0,13-8-3 15,1 0-1-15,1-3-1 0,3 3-8 16,-1-5-7-16,7-1-14 0,-10 5-13 0,5-3-8 16,5-2-9-16,-7 6-11 0,7-6-17 0,-7 5-24 15,3-1-24-15,4-4-26 0,-2 7-44 0,2-7-139 16,-3 9-381-16,3-9 169 0</inkml:trace>
  <inkml:trace contextRef="#ctx0" brushRef="#br0" timeOffset="1218.05">3335 7042 87 0,'0'0'79'0,"0"0"-3"0,0 0 1 16,0 0 2-16,0 0 4 0,0 0-1 0,0 0 3 15,-6-4 1-15,6 4-2 0,0 0-1 0,0 0-7 16,0 0-9-16,0 0-5 0,0 0-3 0,0 0-1 16,0 0 3-16,0 0 0 0,0 0 2 0,0-10-2 15,0 10-1-15,0 0 5 0,0 0 2 0,0 0-3 16,0 0-2-16,0 0 2 0,-3-9-4 0,3 9 0 16,0 0-2-16,0 0-4 0,0 0 2 0,0 0-2 0,0 0-3 15,0 0-9-15,0 0 0 0,0 0-5 16,0 0-8-16,0 0-4 0,0 0-3 0,0 0-5 15,0 0-8-15,0 0 3 0,0 0-2 0,0 0 2 16,0 0 0-16,1 31-3 0,-1-18 0 0,0-2-1 0,0 5 8 16,0 2 1-16,-1-1-1 0,1-1-3 15,0 2-1-15,-1-3 4 0,1-3-2 0,0 5 3 16,1-5-1-16,-2 1-1 0,0 0 2 0,-1-2 0 16,1 1 8-16,1-2 7 0,0 2-4 0,-1-3 2 15,-1 0-4-15,2-2-3 0,0-7-3 0,2 12-1 0,-2-4 1 16,0-8-7-16,-2 10 3 0,2-10-3 15,0 8 1-15,0-8-2 0,0 0 3 0,0 0-5 16,-1 9-2-16,1-9 3 0,0 0 0 0,0 0-2 16,0 0-1-16,1 9 4 0,-1-9-6 0,0 0-4 15,0 0-12-15,0 0-17 0,0 0-19 0,0 0-36 0,0 0-34 16,0 0-54-16,0 0-52 0,0 0-185 16,0 0-438-16,0 0 193 0</inkml:trace>
  <inkml:trace contextRef="#ctx0" brushRef="#br0" timeOffset="1673.28">3431 7113 92 0,'0'0'169'0,"0"0"-11"0,0 0-6 15,0 0-12-15,0 0-9 0,0 0-11 0,0 0-10 16,0 0-15-16,0 0-15 0,0 0-2 0,0 0-7 16,0 0-8-16,0 0-6 0,-10 19-4 0,7-10-5 15,1 1-6-15,-2 0 9 0,1 0-7 0,1 2-5 16,-1 0-2-16,-1-1-1 0,2 0-2 0,-1-3-3 16,2 3-3-16,1-1-8 0,-1-2 6 0,1-8-6 15,1 11-1-15,-1-11 0 0,1 8-2 0,-1-8 4 16,7 6 1-16,-7-6-2 0,8 4 2 0,-4-1 0 15,-4-3 3-15,14-3 2 0,-2 0 0 0,-2-1 3 16,2-1-5-16,-1-2 3 0,-1-1-2 0,4-2 0 16,-5 1 0-16,0-1-1 0,3 0-2 0,-7-1 0 15,1 1 5-15,-1 0-1 0,-2-2-4 0,-2 3 0 16,-1-3-3-16,-1 1-1 0,0 0 1 0,-2 5-1 16,1-5-5-16,-4 3 2 0,1 2-5 0,-2-1 0 15,2 2-6-15,-1 3-1 0,0-1-3 0,6 3 3 16,-15-4-8-16,15 4-10 0,-14 3-12 0,6-2-25 15,8-1-24-15,-15 5-26 0,7 0-23 0,3 1-35 16,1 1-42-16,-2 1-131 0,3 0-358 0,3-8 158 16</inkml:trace>
  <inkml:trace contextRef="#ctx0" brushRef="#br0" timeOffset="2500.23">3656 7042 39 0,'-5'-7'173'0,"5"7"-4"0,0 0-6 16,0 0-4-16,-8-3-3 0,8 3-5 0,0 0 0 15,0 0-8-15,0 0-3 0,0 0-10 0,0 0-5 16,-5-5-15-16,5 5-8 0,0 0-12 0,0 0-9 15,0 0-9-15,0 0-8 0,0 0-3 0,0 0-7 16,0 0-9-16,0 0-4 0,0 0-8 0,0 0 4 16,0 0-9-16,0 0 1 0,0 0-5 0,0 0-1 15,0 0-8-15,0 0 1 0,0 0 2 0,0 0-8 16,0 0 6-16,0 0-7 0,0 0 4 0,0 0-4 16,0 0-1-16,0 0 1 0,0 0-3 0,0 0 2 15,0 0-2-15,0 0 1 0,0 0-1 0,0 0 1 16,0 0-7-16,0 0 4 0,0 0 2 0,0 0-2 15,0 0 1-15,0 0 0 0,0 0-1 0,0 0-1 16,0 0 0-16,0 0-3 0,0 0 4 0,0 0-1 16,0 0-2-16,0 0 2 0,0 0-1 15,0 0-2-15,0 0-1 0,0 0-1 0,0 0 3 0,0 0-1 16,0 0-5-16,0 0 1 0,0 0 0 0,0 0-4 16,0 0 0-16,0 0 3 0,0 0-3 0,0 0 6 15,0 0-2-15,0 0 3 0,9 20 1 0,-5-11-2 16,1 0 2-16,-1 0-4 0,-2 0 1 0,1-3-1 15,1 4 3-15,-2-3-2 0,2-2 0 0,0 3 5 16,0-2-2-16,-1 1 5 0,1-1-2 0,0 1 2 16,0-1-2-16,-1-1 0 0,-3-5 4 0,6 8-4 15,-1-5 4-15,-2 3 2 0,-3-6-7 0,5 6-1 16,-5-6 3-16,4 5 3 0,-4-5-2 0,0 0 8 16,3 5 5-16,-3-5 8 0,0 0 4 15,0 0 4-15,0 0 5 0,0 0 7 0,0 0-2 0,0 0-1 16,0 0 0-16,12-9-13 0,-6 0-1 0,-2 1-4 15,1-2-4-15,3-3 0 0,-3 1-6 0,3-4 2 16,-2 1-1-16,2-3-3 0,-2 2 0 0,1 0-1 16,0 0-3-16,-3 3 0 0,-1 1-1 0,0 2 0 15,0 2-4-15,1-3 2 0,-3 7-3 0,-1 4-6 16,4-12-12-16,-4 12-24 0,1-6-34 0,-1 6-28 16,0 0-32-16,0 0-32 0,0 0-27 0,0 0-26 15,0 0-191-15,-9 20-444 0,4-10 197 0</inkml:trace>
  <inkml:trace contextRef="#ctx0" brushRef="#br0" timeOffset="8549.95">1058 5208 14 0,'0'0'24'0,"0"0"-9"16,0 0 7-16,0 0 5 0,0 0-10 0,0 0 13 15,0 0 2-15,0 0 2 0,0 0 4 16,0 0 11-16,0 0-11 0,0 0 0 0,0 0 1 16,0 0 5-16,0 0 1 0,0 0 0 0,0 0 11 0,0 0-5 15,0 0 2-15,0 0 8 0,0 0-17 0,0 0 1 16,0 0 10-16,0 0-4 0,0 0 1 0,0 0-3 15,0 0 3-15,0 0-4 0,0 0-6 0,0 0 3 16,0 0-5-16,0 0-5 0,0 0-5 16,0 0-8-16,0 0 2 0,0 0-2 0,0 0 6 15,0 0-10-15,0 0 0 0,0 0-4 0,0 0-4 16,0 0-1-16,0 0-3 0,0 0 3 0,0 0 6 16,0 0-8-16,-6-9 1 0,6 9-2 0,0 0 0 15,0 0 0-15,0 0 5 0,0 0-12 0,0 0 10 16,0 0-3-16,0 0 0 0,0 0 2 0,0 0-7 15,0 0 7-15,-9-2-5 0,9 2 4 0,0 0-3 16,0 0 1-16,0 0-5 0,0 0 0 0,0 0-1 16,0 0 5-16,0 0-6 0,0 0 10 0,-12 11 3 15,8-8 0-15,2 4 0 0,-3-4-5 0,5-3 2 16,-8 10-1-16,5-4-1 0,3-6 1 0,-4 8-6 16,2-3 9-16,2-5-7 0,0 0-1 0,-5 6-1 15,5-6 2-15,0 0-3 0,-3 7 14 0,3-7-11 16,0 0 8-16,0 0-9 0,0 0 0 0,0 0 2 15,0 0-4-15,0 0 9 0,8 8-7 0,-8-8 4 16,0 0 2-16,9 0-10 0,-9 0 10 0,0 0-4 16,13-5 4-16,-7 0-5 0,0 1 1 0,0-1 5 15,1 0-8-15,-3 0 4 0,2 1 3 0,0-2 1 16,-2 1 0-16,-4 5 7 0,8-9-3 0,-8 9 3 16,3-9-9-16,-3 9 3 0,0-8 2 15,0 8 1-15,0 0-7 0,2-12 0 0,-2 12 2 16,0 0-3-16,-5-7 1 0,5 7 0 0,-4-5 6 15,4 5-10-15,0 0 1 0,0 0-4 0,0 0-4 16,0 0 5-16,0 0-8 0,0 0 5 0,-16-3-2 0,16 3 1 16,0 0-1-16,0 0 4 0,-17 12 2 0,13-7-4 15,-4 3 0-15,1-1 6 0,1 1 0 16,-1-1-5-16,1 1 2 0,-1 1-6 0,2-4 2 16,5-5 7-16,-7 13-8 0,7-13 4 0,-6 10 2 15,4-3-2-15,2-7 0 0,0 0 0 0,-4 9-1 16,4-9 5-16,0 0-3 0,0 0 1 0,0 0-1 15,0 0 7-15,8 14 0 0,-8-14-3 0,9 0 5 16,-9 0-4-16,0 0-3 0,0 0 8 0,25-7-4 16,-17 4-2-16,-8 3-3 0,15-5 6 0,-15 5-3 15,10-8 0-15,-5 4 3 0,-5 4 0 0,10-9 2 16,-10 9-2-16,6-7 8 0,-2 3-4 0,-4 4 2 16,0-8-4-16,0 8 5 0,0 0-1 0,0-12 1 15,0 12 1-15,0 0 1 0,-4-8-10 0,4 8 11 16,-8-6-6-16,8 6-2 0,-9-5-5 0,9 5-1 15,-6-2 3-15,6 2-2 0,0 0 1 0,-9-2-7 16,9 2 1-16,0 0 0 0,0 0 1 0,-18 5-3 16,18-5 3-16,-9 7-2 0,9-7 2 0,-10 7-3 15,10-7-3-15,-8 8 1 0,8-8 2 16,-5 5-5-16,5-5 7 0,0 0-4 0,-6 11 2 16,6-11 6-16,0 0-3 0,-4 7 1 0,4-7-9 15,0 0 10-15,0 0-1 0,0 0 0 0,0 0 5 0,13 12-3 16,-13-12-2-16,0 0 5 0,16-2 0 15,-16 2 1-15,0 0-2 0,17-2 4 0,-17 2-4 16,9-7-1-16,-9 7 4 0,12-5-3 0,-12 5-1 16,8-9 6-16,-5 4 2 0,1 1 2 0,-4 4 0 15,4-7-2-15,-4 7 1 0,0-9-3 0,0 9 0 16,0 0 1-16,-4-13-1 0,4 13-2 0,-4-6 5 16,4 6-6-16,-3-8-1 0,-3 4-1 0,6 4 0 15,-5-4-1-15,5 4 0 0,-9-1 1 0,9 1-4 16,0 0 2-16,-9-4-9 0,9 4 6 0,0 0-1 15,0 0-2-15,-12 5 2 0,12-5 2 0,-7 6-3 16,0-3-1-16,4 2 0 0,-1 0 2 0,0 2 3 16,4-7-3-16,-5 11 1 0,5-11 1 0,-4 8 3 15,4-8-5-15,0 0 2 0,-3 10 4 0,3-10-3 16,0 0 1-16,0 0-1 0,3 11 1 0,-3-11 0 16,0 0 2-16,0 0-1 0,0 0 2 0,13 4 5 15,-7-5-4-15,-6 1 5 0,14-3-3 0,-7 0 6 16,-1 0 1-16,-6 3 3 0,9-5 3 15,-4 2 6-15,-5 3-3 0,5-8-4 0,-1 2-1 0,-4 6-3 16,0-7 6-16,0 7-6 0,0 0-4 16,-4-13-1-16,4 13-7 0,-4-9 2 0,4 9-6 0,-8-5 2 15,8 5 29-15,-4-5-7 0,4 5-3 0,0 0-1 16,0 0-5-16,-9-3-3 0,9 3-2 0,0 0 0 16,-9 10 0-16,5-4-1 0,0 0-5 0,0 2 5 15,4-8-4-15,-6 12 3 0,6-8-5 16,0-4 1-16,-2 10-6 0,2-10 3 0,0 0 2 15,0 0 3-15,2 14 1 0,-2-14 0 0,6 3-2 16,-6-3 6-16,12-3-7 0,-12 3 3 0,13-7-2 16,-7 3 2-16,-1 0 1 0,1 1 1 0,-2-3-2 15,0 2 1-15,-4 4-3 0,5-11 4 0,-4 5-1 16,-1 6 7-16,0-9 0 0,0 9-1 0,0 0-6 16,-6-13 1-16,1 10-4 0,5 3-2 0,-13-4-1 15,13 4 1-15,-11-2-1 0,11 2-13 0,-11-1 12 16,11 1-2-16,-9 1-1 0,9-1 2 0,-10 2-18 15,10-2-11-15,-10 7-38 0,10-7-34 0,0 0-41 16,-5 17-68-16,2-5-232 0,3-12-478 0,-2 17 211 16</inkml:trace>
  <inkml:trace contextRef="#ctx0" brushRef="#br0" timeOffset="10551">9082 5127 94 0,'0'0'158'0,"0"0"-8"15,0 0-10-15,0 0-12 0,0 0-10 0,0 0 1 16,0 0-17-16,-21 9-3 0,21-9-10 15,-7 3-10-15,2 1-5 0,5-4-6 0,-8 6-7 0,2-2-3 16,2 2-6-16,4-6-5 0,-8 7-4 0,6-1-5 16,2-6-4-16,-5 7-6 0,5-7-3 0,-4 6 1 15,4-6-7-15,0 0 5 0,-1 7-3 0,1-7 0 16,0 0-2-16,0 0-2 0,0 0 2 16,6 7-2-16,-6-7-6 0,0 0-1 0,8 3 7 0,-8-3-1 15,0 0 4-15,10-1-2 0,-10 1 4 0,0 0 6 16,0 0 7-16,0 0 2 0,11-2 0 0,-11 2-1 15,0 0-4-15,0 0-2 0,0 0-4 0,0 0-2 16,0-12 0-16,0 12-2 0,0 0-4 16,0 0-4-16,0 0 5 0,-11-13-2 0,11 13 0 15,-6-4 2-15,6 4-4 0,0 0 11 0,-8-4-10 0,8 4-5 16,0 0 2-16,0 0-6 0,-14 4 0 0,14-4-3 16,-9 5 0-16,3-2 0 0,6-3-4 0,-12 5 4 15,8-1-4-15,4-4 0 0,-7 8 3 0,4-4-3 16,3-4-2-16,0 0 3 0,-4 7-1 15,4-7 1-15,0 0 1 0,-1 7 7 0,1-7-10 0,0 0 2 16,0 0 4-16,0 0-1 0,11 5 0 0,-11-5 2 16,12-3 0-16,-12 3 2 0,0 0 1 0,13-4 4 15,-13 4 5-15,6-3 4 0,-6 3-2 0,3-6-3 16,-3 6-1-16,5-9-2 0,-5 9 1 0,0-8-1 16,0 8-1-16,0 0-1 0,-4-12-4 0,4 12 1 15,-8-7-3-15,3 2 2 0,5 5-1 0,-8-5 0 16,8 5 0-16,-7-5-2 0,7 5 5 0,-9-1-9 15,9 1-2-15,0 0 0 0,-12 1-2 0,12-1 0 16,-9 6-3-16,3-2 3 0,6-4 3 0,-9 8-1 16,5-2-1-16,4-6 0 0,-4 7-5 0,4-7 4 15,-4 7 0-15,4-7 0 0,0 0 0 16,0 8 4-16,0-8-1 0,0 0 0 0,8 5 3 16,-8-5-2-16,9 4 4 0,-2-4-4 0,4 0 6 0,-11 0-3 15,15-2 10-15,-7 0-5 0,-8 2-3 0,12-3 2 16,-7 3 4-16,0-4-6 0,-5 4-3 0,9-6 9 15,-7 0-10-15,-2 6-2 0,4-10 1 0,-4 10 3 16,0-9 1-16,0 9-3 0,-3-11 0 16,0 5 3-16,3 6-1 0,-7-10 0 0,7 10 2 0,-3-8 0 15,3 8-5-15,0 0 3 0,-7-4-3 0,7 4-2 16,0 0-3-16,0 0-1 0,-5-4 0 0,5 4-1 16,0 0 3-16,0 0 0 0,-9 13 2 15,4-6-4-15,4-2 2 0,1-5 0 0,-3 9-2 16,3-9 6-16,0 0-1 0,0 0 0 0,4 11 7 15,-4-11-6-15,0 0 2 0,6 4 1 0,-1-1-3 0,-5-3 3 16,13-3-2-16,-13 3 4 0,17-4-2 0,-7 1 2 16,0 0-1-16,0-1-2 0,-1 1 11 15,-2-3-6-15,-2 2-2 0,0-1-1 0,-1 1-2 16,-4 4 5-16,6-10 0 0,-6 10 5 0,0-11-3 16,0 11 0-16,-4-10 2 0,4 10-3 0,-6-10 0 15,0 6-1-15,6 4 2 0,-11-4-1 0,6 2-3 0,5 2-4 16,-14-1-3-16,7 0 1 0,7 1-1 0,-15 3-6 15,5 2-12-15,1 1-24 0,2 1-42 16,-2 1-43-16,4-1-58 0,1 1-62 0,-1 3-165 16,1-2-448-16,4-9 198 0</inkml:trace>
  <inkml:trace contextRef="#ctx0" brushRef="#br0" timeOffset="13850.01">1027 5204 19 0,'0'0'57'16,"0"0"-1"-16,0 0-2 0,0 0 2 0,0 0-9 15,0 0 2-15,0 0-5 0,0 0 3 0,0 0 0 16,0 0 3-16,0 0 3 0,0 0 8 0,0 0 0 0,0 0 6 16,0 0-2-16,0 0 10 0,0 0-12 0,0 0 7 15,0 0 6-15,0 0-6 0,0 0 2 16,0 0-8-16,0 0-1 0,0 0 5 0,0 0-5 16,0 0 8-16,0 0 4 0,0 0-2 0,0 0 0 15,0 0-2-15,0 0 5 0,0 0-7 0,0 0-3 16,0 0-6-16,0 0-3 0,0 0-7 0,0 0-1 15,0 0-7-15,0 0-3 0,0 0-3 0,0 0 0 16,0 0-5-16,0 0 2 0,0 0-10 0,0 0-2 16,0 0-2-16,0 0-5 0,0 0 0 0,0 0-22 15,0 0-24-15,0 0-37 0,0 0-49 0,0 0-26 16,0 0-42-16,0 0-157 0,0 0-373 0,18 9 165 16</inkml:trace>
  <inkml:trace contextRef="#ctx0" brushRef="#br0" timeOffset="15233.59">2141 5206 41 0,'0'0'140'0,"0"0"-9"0,0 0-2 0,0 0 1 16,0 0-9-16,0 0 1 0,0 0-6 0,0 0-8 15,0 0-2-15,0 0-12 0,0 0-1 0,0 0-11 16,0 0-4-16,0 0-5 0,0 0-5 16,0 0-5-16,0 0-9 0,0 0 1 0,0 0-12 15,0 0-3-15,0 0-3 0,0 0-7 0,0 0-1 16,0 0-8-16,0 0-3 0,0 0-1 0,0 0-2 16,0 0-3-16,0 0 1 0,0 0-3 0,0 0 3 0,0 0-7 15,0 0 3-15,0 0-2 0,0 0 1 0,0 0 2 16,0 0-6-16,0 0-2 0,0 0 1 0,0 0 8 15,0 0-5-15,0 0-3 0,0 0 2 16,0 0 1-16,0 0-1 0,0 0 2 0,0 0-1 16,0 0 1-16,0 0 2 0,0 0 1 0,0 0-1 15,0 0 2-15,0 0-3 0,9 7 3 16,-9-7-1-16,0 0 2 0,0 0 0 0,0 0 4 0,0 0-6 16,0 0-2-16,0 0-2 0,0 0 4 0,0 0-6 15,0 0 2-15,0 0 5 0,0 0-5 0,0 0 2 16,0 0-4-16,0 0 0 0,0 0-3 0,0 0-1 15,0 0 0-15,0 0 4 0,0 0-2 0,0 0-2 16,-28 0-1-16,28 0-2 0,0 0 5 0,-6 8-4 16,6-8-1-16,0 0 2 0,-4 8 3 0,4-8-4 15,0 0 3-15,0 0-1 0,0 0 4 0,0 0 0 16,0 0-3-16,14 11 5 0,-14-11 0 0,10 1-1 16,-10-1 4-16,14-1-2 0,-14 1-6 0,0 0 5 15,20-3 5-15,-20 3 1 0,10-3 6 0,-10 3 6 16,0 0-2-16,7-5-3 0,-7 5 3 15,0 0 0-15,4-8 0 0,-4 8-4 0,0 0-2 0,-2-8 0 16,2 8 7-16,0 0-6 0,-8-11 2 16,8 11-6-16,-8-3 0 0,8 3-4 0,-10-3 2 15,10 3-5-15,-9-1 0 0,9 1-6 0,-10 0 3 16,10 0-3-16,-13 2-1 0,8 0 0 0,5-2 1 16,-10 6-2-16,6-2-1 0,-3 0 0 0,7-4 2 15,-3 8-1-15,3-8 2 0,-5 6-2 0,5-6 1 16,0 0-1-16,0 7 2 0,0-7 0 0,0 0 2 15,0 0 1-15,0 0 0 0,6 12 3 0,-6-12-3 16,10 4 2-16,-10-4 1 0,0 0-2 0,12 0 2 16,-12 0-1-16,0 0 1 0,0 0 2 0,0 0 3 15,16-5-3-15,-16 5-2 0,3-5-1 0,-3 5 3 16,0 0-2-16,0 0-1 0,-5-15-4 0,5 15 1 16,0 0 3-16,-7-7-5 0,7 7 1 0,-5-4-4 15,5 4 3-15,0 0-3 0,-8-3-2 0,8 3-2 16,0 0 4-16,-14 10 0 0,8-4 2 0,0 2-1 15,-1 0 1-15,-3 2 3 0,5 1 4 0,-1-1-3 16,2 2 0-16,-1-3 0 0,1-2 0 16,4-7-1-16,-3 12-3 0,3-12-6 0,0 0 2 0,5 14-6 15,-5-14-12-15,11 6-8 0,-11-6-29 0,18-5-16 16,-18 5-13-16,19-8-21 0,-10 5 1 0,-9 3-25 16,10-8-16-16,-5 2-26 0,-5 6-140 0,6-9-341 15,-6 9 150-15</inkml:trace>
  <inkml:trace contextRef="#ctx0" brushRef="#br0" timeOffset="17027.99">1038 5234 14 0,'0'0'184'0,"0"0"-4"0,0 0 1 0,0 0-1 16,0 0-5-16,0 0-3 0,0 0-2 0,0 0-2 16,0 0-6-16,0 0-3 0,0 0-7 0,0 0-6 15,0 0-2-15,0 0-10 0,0 0-3 0,0 0-3 16,0 0-1-16,0 0-5 0,0 0-11 0,0 0 3 15,0 0-5-15,0 0-6 0,0 0-8 0,0 0-7 16,0 0-4-16,0 0 1 0,0 0-12 0,0 0-7 16,0 0-9-16,0 0 0 0,0 0-4 0,0 0-6 15,0 0 0-15,0 0-2 0,0 0-6 0,0 0-3 16,0 0-4-16,0 0-5 0,0 0-1 0,0 0-1 16,0 0-5-16,0 0-6 0,0 0-5 0,0 0-12 15,0 0-25-15,0 0-19 0,0 0-35 16,0 0-46-16,0 0-47 0,0 0-65 0,9-10-53 15,-9 10-257-15,0 0-594 0,0 0 263 0</inkml:trace>
  <inkml:trace contextRef="#ctx0" brushRef="#br0" timeOffset="18384.53">3440 5144 107 0,'0'0'150'0,"0"0"0"0,0 0 6 0,0 0-10 16,0 0-2-16,0 0-4 0,0 0-8 0,0 0-12 16,0 0-8-16,0 0-5 0,0 0-14 15,0 0 0-15,0 0-5 0,0 0-1 0,0 17-3 16,0-17-11-16,0 0-8 0,-5 11-8 0,5-11-3 16,-4 6-3-16,4-6-11 0,-3 5-1 0,3-5-1 0,0 0-4 15,0 0-3-15,0 0-1 0,0 0 0 0,0 0-8 16,0 0 1-16,0 0-4 0,0 0 2 15,0 0-3-15,0 0 5 0,0 0 1 0,0 0-2 16,0 0 6-16,0 0 1 0,0 0 0 0,0 0-2 16,0 0-3-16,0 0 7 0,0 0-2 0,0 0 1 15,0 0-8-15,0 0 3 0,0 0-5 0,0 0 0 0,0 0 3 16,0 0-2-16,0 0-3 0,-1-23 2 0,1 23-3 16,0 0 0-16,0 0-10 0,-6-4 5 15,6 4-1-15,0 0-5 0,0 0-3 0,0 0 2 16,0 0 2-16,0 0-4 0,0 0-4 0,0 0 6 15,0 0-2-15,-14 10-1 0,14-10-3 0,0 0-1 16,0 0 4-16,0 0 0 0,0 0 0 0,0 0-1 16,0 0 0-16,0 0 1 0,0 0 1 0,0 0-1 15,0 0 3-15,0 0 1 0,0 0-2 0,0 0 6 16,0 0-4-16,0 0-3 0,0 0 5 0,0 0 1 16,0 0-3-16,0 0 2 0,0 0-1 0,0 0 2 15,0 0 0-15,0 0 0 0,0 0-8 0,0 0 6 16,0 0-3-16,0 0-1 0,0 0 0 0,0 0-2 15,0 0-1-15,0 0-6 0,0 0 6 0,0 0-2 16,0 0-4-16,0 0 0 0,0 0 1 0,0 0 1 16,0 0-3-16,-10-2 1 0,10 2 0 0,-7 2 1 15,7-2-3-15,0 0 3 0,-4 8-1 0,4-8 5 16,0 0-5-16,0 0 3 0,0 0 1 0,1 9-4 16,-1-9 13-16,0 0-3 0,0 0 0 0,11 3 5 15,-11-3 3-15,0 0-7 0,0 0 3 0,11-1 1 16,-11 1-1-16,0 0 9 0,0 0 1 0,0 0 7 15,12-5-1-15,-12 5 0 0,0 0-7 0,4-7 3 16,-4 7-10-16,0 0 8 0,0 0-6 0,0 0 2 16,0 0-4-16,-11-16 2 0,11 16-4 0,-5-2-5 15,5 2 1-15,0 0-3 0,-10-2-2 0,10 2 0 16,0 0 1-16,-12 0-3 0,12 0 0 0,-10 6-1 16,4-2-1-16,1-1-16 0,0 4-24 15,1-1-47-15,4-6-56 0,-7 14-66 0,5-6-67 0,-2-1-160 16,4-7-476-16,0 0 210 0</inkml:trace>
  <inkml:trace contextRef="#ctx0" brushRef="#br0" timeOffset="19979.33">1119 5266 4 0,'0'0'94'0,"0"0"-10"0,0 0 1 0,0 0-2 15,0 0 14-15,0 0-6 0,0 0 7 0,0 0-3 16,0 0-16-16,0 0-2 0,0 0-11 0,0 0-4 15,0 0 6-15,0 0-3 0,0 0-5 0,-4-19-1 16,4 19 8-16,-5-5 8 0,5 5 1 0,0 0-2 16,-8-5-2-16,8 5 0 0,0 0 7 0,0 0-3 15,0 0-5-15,-7-3-10 0,7 3-2 0,0 0-9 16,0 0-1-16,0 0 2 0,0 0-12 0,0 0-2 16,0 0-4-16,0 0-3 0,0 0-3 0,0 0-4 15,0 0-1-15,0 0 0 0,0 0-7 0,0 0 1 16,0 0-4-16,0 0-1 0,0 0-3 15,0 0 5-15,0 0-6 0,0 0-1 0,0 0 2 0,0 0-2 16,0 0-6-16,0 0 4 0,0 0 3 16,0 0 0-16,0 0-1 0,0 0 3 0,0 0-3 15,0 0 1-15,-7-5-3 0,7 5 4 0,0 0-2 16,0 0 0-16,0 0 1 0,0 0 0 0,0 0-2 16,0 0 0-16,0 0-7 0,-7-5 2 0,7 5 3 15,0 0 4-15,0 0 1 0,-9-1 3 0,9 1-3 16,0 0-2-16,0 0-2 0,0 0-2 0,-12 6 1 15,12-6 3-15,-9 8 1 0,9-8-2 0,-10 6 1 16,6 0 4-16,4-6-2 0,-10 7-4 0,10-7 1 16,-4 5 2-16,4-5-2 0,0 0-1 0,-7 9-1 15,7-9 4-15,0 0-6 0,0 0 3 0,0 0 1 16,0 0 2-16,0 0-2 0,0 0 1 0,0 0-1 16,0 0 0-16,0 0 0 0,0 0 0 0,0 0 2 15,0 0 1-15,0 0 5 0,0 0-5 16,0 0-3-16,0 0 3 0,0 0-1 0,0 0-6 0,0 0 4 15,0 0 4-15,0 0 9 0,0 0 4 0,0 0-6 16,0 0 4-16,0 0-2 0,0 0-2 0,0 0-3 16,0 0-6-16,0 0-1 0,0 0-2 0,0 0 1 15,0 0 1-15,0 0-5 0,0 0 2 0,0 0-3 16,0 0 2-16,0 0 0 0,0 0-1 0,-6-16 1 16,6 16 2-16,0 0-3 0,0 0 2 0,0 0 2 15,0 0 1-15,0 0-2 0,0 0 0 16,0 0-1-16,0 0 1 0,0 0 0 0,0 0 1 15,0 0-1-15,0 0 0 0,0 0 1 0,0 0 3 16,0 0-5-16,0 0 5 0,0 0-6 0,0 0-2 16,0 0-1-16,2-12-1 0,-2 12-1 0,0 0-4 0,0 0 3 15,0 0-1-15,0 0-11 0,0 0-10 16,0 0-23-16,0 0-29 0,0 0-32 0,0 0-22 16,0 0-24-16,0 0-43 0,0 0-189 0,0 0-420 15,0 0 186-15</inkml:trace>
  <inkml:trace contextRef="#ctx0" brushRef="#br0" timeOffset="21317.79">4346 5125 230 0,'0'-7'231'0,"0"7"-3"0,0 0-8 0,0 0-5 15,0 0-5-15,0 0-8 0,0 0-11 0,0 0-12 16,0 0-5-16,0 0-16 0,0 0-12 0,0 0-6 16,0 0-14-16,0 0-11 0,0 0-14 0,0 0-12 15,0 0-6-15,0 0-8 0,0 0-7 0,0 0-9 16,0 0-3-16,0 0-9 0,0 0-6 0,0 0 0 15,0 0-9-15,0 0-2 0,0 0-3 0,0 0 4 16,0 0-9-16,0 0-5 0,0 0-1 0,0 0-7 16,0 0-6-16,0 0-6 0,0 0-5 0,0 0-6 15,0 0 0-15,0 0-4 0,0 0-1 0,0 0 31 16,0 0 1-16,0 0-3 0,0 0-3 0,0 0-1 16,0 0 2-16,0 0-2 0,0 0-2 0,0 0-7 15,0 0-1-15,0 0 1 0,0 0-2 0,0 0 3 16,0 0 1-16,0 0-17 0,0 0 14 0,-14-7 0 15,14 7-1-15,0 0-4 0,0 0 4 0,0 0-2 16,0 0 2-16,-19 8-1 0,19-8 0 0,0 0-1 16,-4 4 2-16,4-4 1 0,0 0-1 0,0 0 2 15,0 0 0-15,0 0-1 0,-3 6 5 0,3-6-1 16,0 0-2-16,0 0-4 0,0 0 6 16,0 0 0-16,0 0 0 0,0 0 0 0,0 0 3 0,0 0 0 15,0 0-3-15,0 0 4 0,0 0 0 0,0 0 2 16,0 0-1-16,0 0-1 0,0 0 2 15,0 0 1-15,0 0-3 0,0 0 1 0,0 0-1 16,0 0-1-16,0 0 0 0,0 0-2 0,0 0-2 0,0 0-2 16,0 0-3-16,0 0-2 0,0 0 1 0,0 0-3 15,0 0 4-15,0 0-4 0,0 0 7 0,0 0-4 16,0 0 3-16,0 0-4 0,0 0 2 0,0 0-2 16,0 0 0-16,0 0 2 0,0 0 1 0,11 9-5 15,-11-9 3-15,0 0 3 0,0 0 4 0,0 0-3 16,0 0 3-16,0 0-3 0,0 0 1 0,0 0 5 15,0 0-1-15,0 0 2 0,0 0 2 0,0 0-2 16,0 0 0-16,0 0 2 0,0 0-4 0,0 0-10 16,0 0-1-16,0 0 3 0,0 0-6 0,0 0 3 15,0 0 2-15,0 0-4 0,0 0 1 16,0 0 0-16,0 0-1 0,0 0 0 0,0 0-7 16,0 0 5-16,0 0 5 0,0 0 11 0,-27 0 3 0,23 5 1 15,0 1 2-15,-1 0-4 0,1 2 2 0,1 1-1 16,0-2-1-16,-1 1 2 0,4-8-7 0,-1 12-10 15,1-12-2-15,5 7-5 0,0-4-6 0,-5-3-13 16,13 0-30-16,1-1-31 0,-4-2-27 16,2 0-28-16,0-2-29 0,-2-1-44 0,-2 0-176 15,-3 1-435-15,0 0 193 0</inkml:trace>
  <inkml:trace contextRef="#ctx0" brushRef="#br0" timeOffset="50863.57">1137 5216 11 0,'0'0'13'16,"0"0"2"-16,0 0-5 0,0 0 2 0,0 0 0 15,0 0-4-15,0 0-2 0,0 0 2 0,0 0 1 16,0 0-5-16,0 0 5 0,0 0-3 0,0 0 0 16,0 0-3-16,0 0-3 0,0 0-22 0,0 0-25 15,0 0 11-15</inkml:trace>
  <inkml:trace contextRef="#ctx0" brushRef="#br0" timeOffset="57716.88">7988 5179 32 0,'0'0'49'0,"2"-6"-3"16,-2 6 2-16,0 0 0 0,0 0-9 0,0 0 7 15,0 0-5-15,5-9-2 0,-5 9 0 0,0 0-10 16,0 0-7-16,0 0-1 0,0 0 0 0,0 0-4 16,0 0 1-16,0 0-2 0,0 0-1 0,0 0-1 15,0 0-1-15,2-4-2 0,-2 4-4 0,0 0 9 16,0 0-6-16,0 0-3 0,0 0-1 0,0 0 0 15,0 0 4-15,0 0-5 0,1-7 3 0,-1 7 2 16,0 0 4-16,0 0 2 0,0 0 7 0,0 0 4 16,4-7 5-16,-4 7-4 0,0 0 0 0,0 0-3 15,0 0 3-15,0 0 6 0,0 0-7 0,0 0 1 16,0 0-10-16,0 0-2 0,-15-3-8 0,15 3 4 16,0 0-7-16,0 0 5 0,-15 3 6 0,15-3-8 15,-9 4-2-15,1-1-1 0,2 0 1 0,1 1 0 16,-4 0-7-16,0 2 3 0,4-1 1 0,-3 2 4 15,0-2-13-15,3 4-2 0,-1-3 8 0,6-6-2 16,-9 13 5-16,5-7-2 0,4-6-8 0,-4 12 6 16,4-12 12-16,-5 13-11 0,5-13-14 0,0 10 17 15,0-10 0-15,0 0 1 0,0 0-4 0,5 13-1 16,-5-13 2-16,7 6-3 0,-7-6-9 0,9 1 17 16,-9-1-2-16,12 0 2 0,-12 0 4 0,0 0 8 15,18-6-9-15,-18 6-12 0,12-6 10 0,-7 2-2 16,-1 0 7-16,1 0 1 0,-5 4 4 15,6-10 3-15,-3 6-1 0,-3 4-2 0,2-11-6 0,2 5 2 16,-4 6-2-16,2-12 5 0,0 7-10 0,-2 5-1 16,-2-11 5-16,2 11 0 0,0-8 4 0,0 8-4 15,0 0 3-15,-1-11-5 0,1 11 1 0,0 0-8 16,0 0 1-16,0 0-5 0,0 0 0 0,0-8 3 16,0 8-8-16,0 0 8 0,0 0-6 15,0 0 2-15,0 0 4 0,0 0-7 0,-6 27 13 16,3-18-4-16,2-2 1 0,1 2-8 0,0-9 7 15,0 19 1-15,-1-10 1 0,1-9-8 0,-3 20 5 0,3-20-5 16,0 11 10-16,0-11-1 0,0 14-2 0,0-14-1 16,0 15 2-16,2-6-29 0,-2-9-24 0,3 13-19 15,0-7-23-15,-3-6-14 0,4 13-75 0,-2-4-195 16,-2-9 86-16</inkml:trace>
  <inkml:trace contextRef="#ctx0" brushRef="#br0" timeOffset="58001.11">8004 5237 8 0,'0'0'73'0,"9"20"-6"0,-9-20-3 0,5 9-1 16,-5-9-19-16,6 10 0 0,-6-10-5 0,5 10 7 15,-5-10-19-15,5 5 6 0,-5-5-4 0,5 5 4 16,-5-5-1-16,0 0 5 0,0 0 4 0,7 6 11 16,-7-6-5-16,0 0 4 0,0 0-9 0,0 0 7 15,0 0 4-15,14-13-20 0,-14 13-5 0,6-11 4 16,-3 6-6-16,2-4-4 0,-2 1 3 0,-1 1-19 16,6-4 1-16,-5 2-23 0,4 1-26 0,-3 0-25 15,0 1-105-15,-2 3-185 0,-2 4 81 0</inkml:trace>
  <inkml:trace contextRef="#ctx0" brushRef="#br0" timeOffset="87950.16">22620 5170 8 0,'0'0'22'15,"0"0"-13"-15,0 0-16 0,0 0-7 0,0 0 3 16</inkml:trace>
  <inkml:trace contextRef="#ctx0" brushRef="#br0" timeOffset="94903.4">25246 7142 41 0,'0'0'54'0,"0"0"1"0,0 0-16 0,0 0 4 16,0 0-6-16,0 0-2 0,0 0-5 15,0 0-4-15,0 0-4 0,0 0 1 0,0 0-8 0,0-10 6 16,0 10-2-16,0 0-4 0,0 0 4 16,0 0-3-16,0 0-4 0,-2-7 0 0,2 7 5 15,0 0-11-15,0 0 11 0,0 0-12 0,-2-11 7 0,2 11-1 16,0 0-8-16,0 0 5 0,4-8-8 15,-4 8 6-15,0 0-4 0,0-9 2 0,0 9-4 16,0 0 0-16,1-9-4 0,-1 9-1 0,4-6 5 16,-4 6-5-16,4-9-2 0,0 4 2 0,-1 1-7 15,0-4-1-15,3 2-3 0,-4 0 3 0,2 0 2 16,1 0 3-16,-1 1 0 0,0-1-6 0,1-2 8 16,-3 1-4-16,5 2-1 0,-4-1-2 0,1 1 2 15,0-2 2-15,1-1-2 0,1-2 5 0,-4 2-2 16,4 4-3-16,-2-5 0 0,1 2-4 0,1-3 9 0,-3 1-2 15,5 0-1-15,-4-1-1 0,1-1 2 0,0 1-3 16,-1 0 2-16,0 2-3 0,1-1 6 0,1 1-1 16,0 0-3-16,0-2 5 0,-1 2-1 15,1 1 3-15,-1-1-4 0,0-1-5 0,-1-1 6 16,1 1 3-16,-1 0-20 0,0 1 5 0,3 1 0 0,-2-4-14 16,0 3 28-16,-1-1-8 0,0 1 0 0,3-1 2 15,-5 3 5-15,2-4-4 0,4 3 5 0,-4-1-3 16,0 3 5-16,1-1-2 0,-1-2-10 15,1 0 16-15,2-1-8 0,-4 3-5 0,1-1-13 0,2 1 6 16</inkml:trace>
  <inkml:trace contextRef="#ctx0" brushRef="#br0" timeOffset="96580.09">25810 6010 2 0,'2'-5'-1'0,"-2"5"2"0,4-10 1 0,-4 4-2 15,0 6 4-15,3-10-6 0,-1 5 4 0,-2 5 2 16,5-9-2-16,-3 3 2 0,-2 6-5 0,4-11 3 16,-2 6 5-16,-2 5-4 0,3-11 7 0,-3 11-4 15,2-9 2-15,2 4-5 0,-4 5 3 0,3-11-4 16,-1 6 3-16,2-2-2 0,-1 1-5 0,-3 6-1 16,5-12 9-16,-3 6-6 0,2-1 3 0,0 2 0 15,-4 5 3-15,1-10 2 0,3 2 2 16,0 4-3-16,-2-2-3 0,-2 6 0 0,5-12-3 0,-2 7 4 15,-1 0 0-15,2-2-4 0,-4 7-2 0,3-13 6 16,1 7 4-16,-2 0-6 0,0-1-2 0,-2 7 5 16,5-11 2-16,-3 5-5 0,-2 6 6 0,5-10-2 15,-1 5 0-15,-4 5-7 0,3-10 4 16,-1 4-4-16,-2 6 5 0,4-11-4 0,-4 7-3 0,0 4 0 16,4-12-1-16,-1 6 5 0,-1 1-2 0,-2 5 4 15,4-12-1-15,-2 7-2 0,-2 5 1 0,4-11-2 16,-4 5-2-16,0 6 1 0,4-10 3 0,0 4-3 15,-4 0 9-15,4-1-6 0,-4 7 4 0,5-12 1 16,-1 5-8-16,-2 1-2 0,1 2 8 16,-3 4 7-16,5-13-9 0,-3 8-6 0,0-1 6 0,-2 6 0 15,5-12-1-15,-3 5 0 0,-2 7 2 0,2-12-5 16,0 4 0-16,0 0 0 0,-2 8 7 0,5-12-5 16,-3 5 5-16,0 1-2 0,1-1-5 0,1 0 2 15,-4 7-1-15,5-14 2 0,-3 9-4 0,0-3 0 16,2 2 4-16,-1-1-6 0,1-1 4 0,-2-1 4 15,4 1-5-15,-2-1-2 0,2 2 5 16,-4-1-1-16,3 1 1 0,-1 0 0 0,-2 0 1 16,0 1-5-16,2 0-1 0,-4 6 3 0,6-10 1 0,-4 5 3 15,0-3-3-15,-2 8 1 0,5-10-7 16,-3 4 1-16,-2 6 4 0,4-10 0 0,-1 4 0 16,-1 1 2-16,-2 5 1 0,5-11-2 0,-3 7-4 0,-2 4 2 15,5-11 1-15,-5 11 1 0,4-8-5 0,-2 2 3 16,1 0 1-16,-3 6 2 0,6-9-1 0,-6 4 1 15,0 5 4-15,4-9-7 0,-4 9 6 16,4-8-4-16,-2 3-3 0,-2 5 8 0,6-8-1 16,-4 3-9-16,-2 5 1 0,3-9 0 0,-3 9 5 15,6-9-1-15,-2 4 6 0,-4 5-10 0,2-9 9 0,4 4-7 16,-4 0 1-16,-2 5 5 0,5-8-4 0,-5 8 2 16,6-8-3-16,-6 8-1 0,2-6 5 0,-2 6 4 15,4-7-2-15,-4 7-3 0,5-7-3 16,-5 7 1-16,7-8 2 0,-5 3-2 0,-2 5-3 15,5-9 7-15,-3 5-1 0,-2 4 0 0,6-10-6 16,-3 5 1-16,1 0 4 0,-4 5-5 0,4-8 7 0,-4 8-5 16,8-8 0-16,-6 3 3 0,-2 5-8 0,4-9 7 15,-1 5-4-15,-3 4 2 0,6-10 0 0,-2 7-4 16,-4 3 2-16,3-10 6 0,-3 10-4 16,7-7 7-16,-5 2 2 0,-2 5-2 0,7-8-4 15,-5 4-2-15,-2 4 3 0,4-9-2 0,-1 3 1 16,-3 6-1-16,6-8-3 0,-1 4 5 0,-5 4 1 0,5-9-1 15,-1 4-2-15,-4 5-1 0,4-8 0 0,1 3 6 16,-3 0-10-16,-2 5 6 0,6-9-2 0,0 4-4 16,-6 5 1-16,8-9 5 0,-7 5-3 15,3-1 2-15,-4 5-3 0,8-10 5 0,-5 6-11 16,-1-3 7-16,-2 7 6 0,8-8 1 0,-4 3-3 16,-2 0 6-16,-2 5 1 0,6-7-5 0,-3 4 1 0,1-4-2 15,-4 7 3-15,6-7-2 0,-2 3-2 16,-4 4 6-16,4-8-5 0,-4 8-1 0,2-6 8 0,-2 6-1 15,7-7 1-15,-7 7-6 0,4-7-2 16,-4 7 1-16,5-7 4 0,-5 7-3 0,7-7-4 16,-7 7 5-16,4-8-4 0,-4 8-1 0,5-4 7 15,-5 4-10-15,6-6 5 0,-6 6-5 0,4-5 4 0,-4 5 0 16,7-5-3-16,-7 5-1 0,7-6 4 16,-7 6 0-16,5-6 3 0,-5 6-1 0,4-4-5 15,-4 4 5-15,2-6 3 0,-2 6-12 0,0 0 10 16,7-5-10-16,-7 5 13 0,0 0-9 0,4-7 4 15,-4 7-5-15,0 0 2 0,6-4 16 0,-6 4-10 16,0 0 5-16,0 0 0 0,0 0-8 0,0 0 9 0,6-5-2 16,-6 5-6-16,0 0 0 0,0 0 0 15,0 0 5-15,0 0-2 0,0 0-3 0,0 0 3 16,4-5 6-16,-4 5-13 0,0 0 5 0,0 0 2 16,0 0-4-16,5-5-3 0,-5 5 3 0,0 0-2 15,0 0 12-15,0 0-10 0,0 0-1 0,4-5-1 16,-4 5 0-16,0 0-1 0,0 0 2 0,0 0 1 0,0 0 3 15,5-4 4-15,-5 4-12 0,0 0 6 16,0 0 4-16,0 0-4 0,0 0 1 0,0 0-1 16,0 0 1-16,0 0 7 0,0 0-10 0,0 0 12 15,0 0-8-15,0 0 1 0,0 0 1 0,2-6 10 16,-2 6-10-16,0 0 0 0,0 0-9 0,0 0 3 16,0 0 8-16,0 0 1 0,0 0 1 0,0 0 3 15,0 0 3-15,0 0 0 0,0 0 4 0,0 0-7 16,0 0 4-16,0 0 8 0,0 0-8 0,0 0-1 15,0 0-10-15,0 0 2 0,0 0 5 0,0 0-7 16,0 0 1-16,0 0 4 0,0 0-9 0,0 0-3 16,0 0-4-16,0 0-4 0,0 0-11 0,0 0-16 15,0 0-21-15,0 0-28 0,0 0-20 0,0 0-59 16,0 0-172-16,0 0 77 0</inkml:trace>
  <inkml:trace contextRef="#ctx0" brushRef="#br0" timeOffset="97604.33">25297 7006 1 0,'0'0'31'0,"10"-13"-2"0,-6 8-8 0,0-8 3 0,1 3-4 0,1 1-6 16,-3-3 3-16,7-1 2 0,0 0-9 15,-4 1 0-15,-1 2-7 0,4-4 0 0,-2 2-6 16,4-1 2-16,-1 0 0 0,-4 4-1 0,3-4-3 15,-2 4 0-15,0-2 2 0,1 1-2 0,-3 1 4 16,2 0-2-16,-1 0 1 0,0-2 0 0,0 2-4 16,0-1 2-16,1 0-1 0,-3 0 3 0,4 0 4 15,-2 1 1-15,1 0-10 0,-3 0 2 0,1 0-3 16,2-1-3-16,-2 1 0 0,-1 0-9 0,0-3-21 16,1 5 10-16</inkml:trace>
  <inkml:trace contextRef="#ctx0" brushRef="#br0" timeOffset="97726.96">25545 6600 62 0,'7'-9'-11'0,"-1"-1"10"15,-2-1-8-15,1 2 16 0,0 0-8 0,-1-2 3 16,1 1-2-16,-1 0 0 0,1 0 5 15,1 1-6-15,-2-1-1 0,1-1 1 0,2 0-2 16,-2 1-1-16,1 0 6 0,-1-2-7 0,1 2-2 16,-3 0 7-16,4-2 1 0,-1 1-3 0,-2 0-1 0,5-3 1 15,-4 4 0-15,2-1 0 0,0 0 2 16,-1 1 2-16,-2 1-2 0,1 0 0 0,0-2-1 16,0 1-3-16,1-1-5 0,-3 2 2 0</inkml:trace>
  <inkml:trace contextRef="#ctx0" brushRef="#br0" timeOffset="100858.56">26643 4777 5 0,'0'0'3'0,"0"0"3"0,0 0-1 16,0 0 0-16,0 0-1 0,0 0 4 0,0 0-11 15,0 0 7-15,0 0-5 0,0 0 1 0,0 0-2 16,0 0 5-16,0 0-3 0,0 0 5 0,0 0-5 16,0 0 1-16,0 0 0 0,0 0-3 0,0 0 0 15,0 0 6-15,0 0-6 0,0 0 6 0,0 0-5 16,0 0 3-16,0 0-4 0,0 0 2 0,0 0 4 16,0 0-2-16,0 0-3 0,0 0 4 0,0 0-4 15,0 0 4-15,0 0-5 0,20-5 4 0,-20 5-4 16,0 0-3-16,0 0 9 0,0 0-3 0,0 0-2 15,7-2-1-15,-7 2 3 0,0 0 0 0,0 0 0 16,0 0 2-16,7-1-4 0,-7 1-1 0,0 0 5 16,4-4-6-16,-4 4 6 0,0 0-6 0,12-2 5 15,-12 2-7-15,8-3 7 0,-1 0-4 0,-7 3 2 16,10-1 0-16,-10 1 0 0,11-3-3 0,-3 1 5 16,-1 1-5-16,-7 1 4 0,14-4-1 0,-8 3 3 15,1-2-8-15,3 1 5 0,-10 2-3 0,13-3 6 16,-7 2-2-16,4-1-2 0,-2 1-2 0,-3-1 1 15,-5 2 3-15,15-3-5 0,-7 2 3 0,-8 1-2 16,13-3 5-16,-7 0-4 0,-6 3 2 0,14 0 1 16,-7 0-1-16,-7 0 6 0,10-3-4 0,-10 3-5 15,10 0 6-15,-10 0-7 0,9 1 15 16,-9-1-20-16,0 0 9 0,13-1-7 0,-13 1-7 0,10-1 27 16,-10 1-14-16,8-2 2 0,-8 2-1 15,11-1 1-15,-11 1-7 0,12 0 6 0,-12 0 0 16,9-3-5-16,-9 3 5 0,10-1-1 0,-10 1 0 0,10-1-3 15,-10 1 6-15,9-2 0 0,-9 2 0 0,9 0-4 16,-9 0 2-16,8-1-1 0,-8 1 0 0,10-1-1 16,-10 1 2-16,0 0 1 0,11-1-2 0,-11 1-2 15,9-2 5-15,-9 2 0 0,9 0-6 0,-9 0 11 16,11-1-8-16,-11 1 1 0,7-3-4 16,-7 3-3-16,0 0 13 0,14 0-7 0,-14 0 1 0,9 0-3 15,-9 0-2-15,10-3 8 0,-10 3-1 0,12 0 1 16,-5 0-6-16,-7 0-3 0,11-2 5 0,-11 2 0 15,16-2 4-15,-8 0 4 0,1 1-4 0,3 1 1 16,-1-3-8-16,-1 1 5 0,0 1-1 0,1-2 0 16,-1 1-3-16,-1-1 1 0,-1 2 2 15,1-1-3-15,1 0-1 0,0 2 8 0,-1-1-6 0,1-1 0 16,-1 0 3-16,-1 1-3 0,1-2 0 0,3 2 3 16,-3 1-2-16</inkml:trace>
  <inkml:trace contextRef="#ctx0" brushRef="#br0" timeOffset="101176.79">27497 4638 3 0,'12'-1'-1'0,"-5"-1"2"0,-7 2 2 0,14 0-4 15,-7-1 7-15,1 0-9 0,-8 1 6 16,19-1-6-16,-10 1 3 0,-2-1 3 0,4 0 0 0,-3-1 0 16,2 1-7-16,-1 1-2 0,0 0 1 15,2-2 11-15,-11 2-1 0,18-1-8 0,-7 1 5 16,-1-1 0-16,-10 1-3 0,14-2 2 0,-7 1 1 15,1 1-2-15,-8 0 2 0,15-4-1 0,-6 3 1 0,0 1-1 16,0-2-5-16,-9 2 3 0,13-2 2 16,-5 1-1-16,-2 0 2 0,-6 1 6 0,16-3-13 15,-9 1 10-15,1 0-10 0,-8 2 5 0,14 0 0 16,-4 0 2-16,-2 0-1 0,-8 0-2 0,19 0 1 16,-13 0 1-16,4 0 1 0,-10 0 0 0,15 0-3 15,-8 0 2-15,-7 0-6 0,16 0 2 0,-11 0 3 16,-5 0-2-16,16 2-2 0,-5-2 4 0,-1 0 0 15,0 1 1-15,-10-1-5 0,17-3-2 0,-6 6 9 16,-3-2-5-16,1-1-2 0,1 0 1 0</inkml:trace>
  <inkml:trace contextRef="#ctx0" brushRef="#br0" timeOffset="102046.03">28924 4649 11 0,'0'0'28'0,"0"0"-12"0,0 0 2 0,0 0-1 15,0 0 9-15,0 0-2 0,0 0 1 16,0 0 2-16,0 0-6 0,0 0 9 0,0 0-1 0,0 0-1 16,0 0-3-16,0 0-4 0,0 0-4 0,0 0 5 15,0 0-8-15,0 0 3 0,0 0 6 16,0 0-8-16,0 0-4 0,0 0 1 0,0 0 6 0,0 0-7 16,0 0-9-16,0 0 10 0,0 0 5 15,0 0-5-15,0 0 0 0,0 0-3 0,0 0-2 16,0 0-1-16,0 0 2 0,0 0-4 0,0 0 6 0,0 0-6 15,0 0 1-15,0 0 2 0,0 0-2 0,0 0 2 16,0 0-13-16,0 0 12 0,0 0-6 0,0 0 2 16,0 0-3-16,0 0 6 0,0 0-3 15,0 0 1-15,0 0 3 0,0 0 1 0,0 0-8 16,0 0 2-16,0 0-2 0,0 0 4 0,0 0 4 16,0 0 9-16,0 0-17 0,0 0 9 0,0 0-1 0,0 0 0 15,0 0-1-15,0 0 3 0,0 0-6 16,0 0 2-16,0 0-4 0,0 0 2 0,0 0-3 15,0 0-1-15,0 0 3 0,0 0 4 0,0 0 0 16,0 0-7-16,0 0-1 0,0 0 2 0,0 0 6 16,0 0-4-16,0 0-4 0,0 0-1 0,0 0-5 15,0 0 0-15,0 0 1 0,0 0 4 0,0 0-4 0,0 0 3 16,0 0 1-16,0 0-2 0,0 0 3 16,0 0-12-16,0 0 9 0,0 0-3 0,0 0-1 15,0 0 13-15,0 0-21 0,0 0 6 0,0 0 5 16,0 0-5-16,0 0-3 0,0 0-6 0,0 0-5 15,0 0-6-15,0 0 2 0,0 0 4 0,0 0-3 16,0 0-7-16,0 0-2 0,0 0-26 0,0 0-67 16,0 0 29-16</inkml:trace>
  <inkml:trace contextRef="#ctx0" brushRef="#br0" timeOffset="119337.95">27717 14875 37 0,'0'0'93'0,"0"0"0"16,0 0-1-16,0 0 0 0,0 0 3 16,0 0-3-16,0 0-4 0,0 0-2 0,0 0-1 15,0 0-2-15,0 0-3 0,-3-7 2 0,3 7 2 16,0 0-10-16,0 0 6 0,0 0-4 0,0 0-2 0,0 0-2 15,0 0-2-15,0 0 0 0,0 0-3 0,0 0 1 16,0 0 3-16,0 0-4 0,0 0-3 16,0 0 1-16,-4-6 0 0,4 6-5 0,0 0-2 15,0 0-3-15,0 0 1 0,0 0-1 0,0 0-4 16,0 0 1-16,0 0-6 0,0 0-3 0,-6-5 0 16,6 5-5-16,0 0-1 0,0 0-3 0,0 0 1 0,0 0-1 15,0 0-2-15,0 0-4 0,0 0-3 16,0 0 1-16,0 0-1 0,0 0-2 0,0 0-4 15,0 0-2-15,0 0-1 0,0 0-4 0,0 0 0 16,0 0-1-16,0 0-3 0,0 0-3 0,0 0 0 16,0 0-3-16,0 0 3 0,0 0-5 0,0 0-2 15,0 0 2-15,0 0-3 0,0 0 1 0,0 0-2 0,0 0 0 16,0 0-3-16,0 0 3 0,0 0 0 16,0 0 0-16,0 0-3 0,0 0 3 0,0 0-1 15,0 0 1-15,0 0-1 0,0 0 1 0,0 0 0 16,0 0 2-16,0 0 2 0,13 15-1 0,-13-15 0 15,4 7 2-15,-4-7-1 0,7 7-2 0,-3-4-1 16,1 2 2-16,-3-1-1 0,3 3 1 0,-1-3 6 16,1 2-5-16,-1-3-2 0,0 2 2 0,2 2 0 15,0-1 0-15,0-2 0 0,-3 3 0 0,3-3-2 16,-2 0 3-16,0 2-1 0,0-1 1 0,2-1 0 16,-3-1-1-16,3 3 1 0,-2-1 3 0,1 0-4 15,1-1 0-15,-2 2 5 0,4-1-2 0,-3 0-2 16,1-1-3-16,0 0 5 0,0 2 2 0,0 0-8 15,-1-3 5-15,0-1-1 0,-1 1-3 0,3 3 1 16,-1-4 2-16,-6-2 0 0,7 6-4 0,-3-3 3 16,1 1 3-16,-5-4-2 0,11 5-1 0,-8-2-2 15,-3-3 5-15,11 4-1 0,-7-1-3 0,-4-3 1 16,8 4 1-16,-8-4-1 0,8 5 2 0,-3-3-2 16,-5-2 2-16,12 2 1 0,-6 0-3 0,0 0 2 15,-6-2 1-15,13 5-3 0,-6-2 4 0,0-2-1 16,0 2 6-16,-1-1-3 0,-6-2 0 0,10 4-2 15,-1-3 3-15,-2 2-1 0,-7-3-2 0,13 4-1 16,-5-3 4-16,-8-1 0 0,12 2-2 0,-5 1 5 16,1-2 1-16,0 2-2 0,0-2 1 0,-8-1-2 15,14 2 2-15,-7-1-1 0,-7-1 3 0,11 2 2 16,-4 0-2-16,-1-2 1 0,3 3-4 0,-9-3 2 16,14 1-1-16,-7 1-3 0,2-1-4 0,-1-1 5 15,-8 0 1-15,14 0 1 0,-4 2 5 0,-2-2-1 16,-1 2-2-16,5-2 0 0,-2 2 0 0,-3-2 5 15,4 0-5-15,-2 0-3 0,1 1 0 0,-2-2-1 16,4 2 2-16,-1-1 6 0,1 0-2 0,0-1-2 16,-2 2 0-16,3-1-3 0,-4 2 2 0,2-2 0 15,-2 0-3-15,2 0-3 0,-11 0 2 0,19 0 3 16,-12 0-9-16,1 0 6 0,-8 0-3 0,14 0-1 16,-6-2 11-16,1 4-1 0,-2-2-1 0,4 0 2 15,-1 0-8-15,-1 0 4 0,2 0-3 0,-3 0 5 16,-8 0 7-16,19-3-8 0,-8 3-2 15,-1 0-1-15,-3 0 1 0,5-2 2 0,-3 0 0 16,0 0-7-16,3 1 12 0,-1-1-10 0,1 1-1 0,-4 1-2 16,1 0 0-16,4 0 0 0,-4 0 2 0,2-3-2 15,-1 3 5-15,1-2-5 0,-11 2 2 0,18-2-2 16,-9 0 4-16,1 1-6 0,0 0 3 0,1 0-4 16,2-1 6-16,-1 1-3 0,-3 0 5 15,4-2-2-15,-1 2 3 0,-3-1-3 0,3-1-4 0,-1 2 2 16,-1-2 0-16,1 0 1 0,-1 1 1 15,-2 1-3-15,2-2 5 0,1-1-5 0,-3 2 7 16,0 0-5-16,3-1-15 0,-1 1 18 0,-1 0-2 0,3-2-2 16,-2 0 0-16,0 1 1 0,0-1 0 0,1-1-1 15,0 1 16-15,-1 0-19 0,0 1-1 16,1-2 10-16,0 1-8 0,0 0-2 0,0-1 0 16,2 2 6-16,-2-2-4 0,0 0 1 0,1 1-1 15,0-1 2-15,-1 1-1 0,1-1 2 0,-2-1-4 16,0 1 3-16,1 2-1 0,-2-2 7 0,1 2-8 15,0-2-1-15,-5 1 3 0,4 0 2 0,-1-1-3 16,1 2-5-16,0-1 7 0,-2-2-3 0,3 0 7 16,-2 1-10-16,1 0 8 0,1-1-2 0,-2-1 6 15,0 0-1-15,1 0-6 0,2-2 8 0,-4 1-7 16,3 0-2-16,0 1 3 0,0-2-3 0,-1 1 6 16,1 0-2-16,-1 0-1 0,0-1 0 0,-1 0-5 15,2 1-15-15,-1-2 21 0,0 2-1 0,1-2-3 16,0-2-1-16,0 4 3 0,1-2-1 0,-2 1 2 15,-1 2 2-15,4-6-5 0,-3 5-3 0,-1-3 6 16,3 2-4-16,-3 1-5 0,4-4 3 0,-5 5 3 16,3-3 0-16,-4 1-2 0,3 0-3 0,-1 1 3 15,3 0-2-15,-2-1 0 0,3-2 3 0,-3 2 4 16,-1 0-4-16,0-2 4 0,2 5-7 0,-1-3 4 16,0 1 0-16,1-1-4 0,-2-1 5 0,1 0-1 15,0 4 1-15,-1-1-3 0,0-2 0 0,0 0 2 16,2 0-1-16,-1 1-2 0,-1-1 2 0,1-1-2 15,0 1-1-15,-2-1 0 0,2 0 2 0,-1 2 0 16,1-1 2-16,0 0 15 0,0-1-16 0,0 1-1 16,0-1 9-16,2-3-9 0,2 1 2 0,-3-1-14 15,-1 4 16-15,3 0-2 0,-3 1-2 0,1-5 4 16,0 5-5-16,-2 0-1 0,1-2 5 0,1 0-3 16,1-2-17-16,-3 3 26 0,0-1-3 0,2 1-6 15,-2 0 7-15,-1-1 3 0,2 1 3 0,-1 0-1 16,0 2-3-16,-2-2-2 0,3 2 7 0,-3 0-2 15,1 0 2-15,-2 2-7 0,1-3 5 0,-1 3-3 16,0-1-2-16,0 0 9 0,1 0 3 0,-3 1 5 16,-3 5-3-16,8-10 12 0,-2 7-8 0,-2-3 3 15,-4 6 1-15,4-7-13 0,-4 7 2 0,5-8 1 16,-5 8 1-16,5-4-8 0,-5 4 8 0,0 0-8 16,4-7-4-16,-4 7-2 0,0 0-1 0,0 0 4 15,0 0 4-15,0 0-8 0,3-5 3 0,-3 5-7 16,0 0 2-16,0 0-1 0,0 0 5 0,0 0-3 15,0 0-7-15,0 0 2 0,0 0 0 16,0 0-8-16,0 0 2 0,0 0-8 0,0 0-11 16,0 0-15-16,0 0-19 0,0 0-34 0,0 0-37 0,0 0-47 15,0 0-47-15,0 0-50 0,-5 21-40 0,-2-10-267 16,-3 1-630-16,-4 1 280 0</inkml:trace>
  <inkml:trace contextRef="#ctx0" brushRef="#br0" timeOffset="122853.48">27885 16008 35 0,'0'0'75'0,"-7"1"-6"0,7-1 1 15,0 0-14-15,0 0-1 0,0 0-10 0,0 0-3 16,0 0 4-16,0 0-9 0,0 0-4 0,0 0-4 0,0 0-4 15,0 0 5-15,0 0-3 0,0 0-2 16,0 0-3-16,0 0 3 0,0 0-5 0,-5 6-1 16,5-6-1-16,0 0-6 0,0 0 3 0,-5 7 5 15,5-7-6-15,0 0-3 0,-3 6 2 0,3-6-5 16,0 0-2-16,-2 6 2 0,2-6-1 0,-4 6-3 16,4-6-6-16,0 0 2 0,0 0 3 0,-5 7 4 15,5-7-5-15,0 0-2 0,0 0 1 0,0 0 7 16,-3 6 5-16,3-6 0 0,0 0 3 0,0 0 1 15,0 0-2-15,0 0 3 0,0 0 2 0,0 0-6 16,0 0-6-16,0 0 10 0,0 0 8 0,0 0 10 16,-2 6-12-16,2-6-7 0,0 0 9 0,0 0-4 15,0 0-1-15,0 0 4 0,0 0-2 0,0 0 7 16,0 0-7-16,0 0 1 0,0 0 6 0,0 0-2 16,0 0-3-16,0 0 6 0,0 0-3 15,0 0-2-15,0 0 0 0,0 0 3 0,12-16 3 0,-12 16 5 16,4-8 3-16,-4 8 1 0,3-7-3 0,-3 7 2 15,6-8-10-15,-4 1 0 0,3 3-4 0,-1-2-1 16,1 0-4-16,-5 6 4 0,8-12-3 16,-5 7-2-16,1 1 1 0,-1-2-4 0,-3 6 3 15,6-8-3-15,-4 3-1 0,5 1-1 0,-4-2 1 16,1 0-7-16,-4 6 3 0,9-7-2 0,-3 0 2 16,-1 1 0-16,0 1-7 0,0 0 6 0,-1-1-2 0,0 1-1 15,3 2 3-15,-7 3-1 0,10-9 1 0,-5 4 0 16,0-1-4-16,-1 2 2 0,1 1 1 0,2-2-2 15,-3 0 3-15,-4 5 0 0,11-9-3 0,-6 3-2 16,0 1 4-16,1-1-5 0,-1 1 2 16,-1 0-1-16,3-1-3 0,-1 0 3 0,-1 1-4 15,1 0 4-15,0-2 3 0,0 2-5 0,-1 1-1 16,-1-5-1-16,5 2 0 0,-4 3 0 0,1-3-1 0,1 2 1 16,-2-1-2-16,2 3 3 0,-2-4 4 15,1 0-2-15,0 2 0 0,1-4 0 0,0 3 4 16,-1-2-3-16,2 0-2 0,0-1 2 0,-2 3-2 15,0-1 1-15,1 4 4 0,-3-3-3 0,4-1-4 16,-3 4 10-16,2-2-10 0,-2 0 3 0,1 0-4 16,-1 0 3-16,1-2 1 0,0 1 3 0,0 1-2 15,0 1 1-15,-1-3 2 0,3 3-1 0,-2-3 0 16,0 3-1-16,1-1-2 0,1-1 0 0,-3 2 0 16,2-1-1-16,0-1 0 0,-3 3-1 0,2 0 0 15,-1-2 6-15,1 1-3 0,-2-2 0 0,4 3 0 16,-3-2 3-16,0 0 0 0,1 1 3 0,1-1 1 15,-2 1-2-15,1-1 0 0,-6 5 2 0,11-9-1 16,-4 5 3-16,-2 0-4 0,2 0 1 0,-1-1-2 16,4 0 1-16,-3 0-2 0,-1 1 2 0,-2-1-1 15,6 2 0-15,-2 0 1 0,-3 0-2 0,1-1-1 16,1 1 1-16,-1-1-1 0,2 1 0 0,-8 3 2 16,11-7 1-16,-4 4 5 0,0-1 4 0,0 0-3 15,1-1-3-15,-3-1-3 0,0 3 0 0,4-1 0 16,-3 0 1-16,0 1-4 0,0-2 1 0,-1 2 2 15,2 1-3-15,-7 2 1 0,9-8-1 0,-4 6-4 16,1-2 4-16,-6 4-3 0,10-4 3 0,-6 1-2 16,-4 3-3-16,6-3 0 0,-6 3 4 0,6-5-3 15,-6 5 5-15,0 0 0 0,13-10 2 0,-13 10-3 16,9-8 0-16,-9 8 1 0,8-7-8 0,-8 7 9 16,8-8 0-16,-8 8 3 0,8-4 0 0,-8 4 4 15,11-7-6-15,-11 7-2 0,7-6 7 0,-7 6-7 16,8-8 1-16,-8 8-1 0,10-5-4 0,-10 5 5 15,8-5-4-15,-8 5 0 0,0 0-1 0,10-7 4 16,-10 7-2-16,10-6-3 0,-10 6 0 16,8-5-2-16,-8 5 0 0,10-4 2 0,-10 4-2 15,9-6 1-15,-9 6-3 0,8-4 8 0,-8 4-8 0,7-5-1 16,-7 5-1-16,0 0 8 0,11-5-7 16,-11 5 0-16,10-5 7 0,-10 5-2 0,13-4 4 15,-13 4-1-15,14-6 4 0,-10 3-2 0,-4 3 0 16,10-3 5-16,-10 3-12 0,0 0 2 0,15-4 3 15,-15 4-1-15,9-2 1 0,-3-1 6 0,1 2-7 16,-7 1 1-16,11-6-5 0,-6 3 5 0,-5 3-2 16,9-4-2-16,-3 3 0 0,-6 1 0 0,10-5 2 15,-5 3-5-15,-5 2 5 0,10-5-2 0,-5 3-11 16,-5 2 16-16,12-5 0 0,-9 2-1 0,-3 3 1 16,11-3 4-16,-11 3 0 0,6-3-2 0,-6 3 4 15,10-4-3-15,-10 4-2 0,9-5 0 0,-4 2-2 16,-5 3 5-16,11-5-1 0,-5 3 0 0,-6 2 1 15,12-3-2-15,-7-1-3 0,-5 4 0 0,11-3 0 16,-11 3 1-16,9-3 1 0,-4-1-1 0,-5 4-1 16,12-5 2-16,-3 4-4 0,-3-2 2 0,2 0-1 15,0 1-4-15,0 1 1 0,-8 1-2 0,14-2 5 16,-7-1-3-16,-7 3 5 0,13-1-8 0,-6 0 3 16,-7 1 2-16,12-3 0 0,-3 2 2 0,-9 1 1 15,15-2 4-15,-8 0-2 0,1 1 3 0,0 0-3 16,-8 1-2-16,14 0 3 0,-6-3-5 0,-1 3 4 15,-7 0-1-15,15-3 2 0,-7 1-1 0,0 2-2 16,-8 0 6-16,16-1-3 0,-9 0-3 0,1-2-4 16,-1 2 4-16,2-1-2 0,3 0 4 0,-4 0-3 15,-1 1 1-15,5-1-3 0,-5 2-2 0,-7 0 10 16,16-3-5-16,-7 2 1 0,-2 0 0 0,4-2 3 16,-5 2 8-16,3-2-9 0,-1 2 4 0,-8 1-3 15,11-2-2-15,-3 1-15 0,-8 1 21 16,9-3-6-16,-9 3-3 0,11-2 5 0,-11 2-4 0,10-1-3 15,-10 1 7-15,7-2-2 0,-7 2-1 16,0 0 3-16,11-4 7 0,-11 4-18 0,0 0 18 16,13-3-4-16,-13 3 5 0,9-3-3 0,-9 3-12 0,0 0 4 15,14-1 2-15,-14 1 2 0,8-5-7 0,-8 5-4 16,0 0-1-16,14-1 5 0,-14 1-1 0,10 0-21 16,-10 0 23-16,13-3 2 0,-13 3-3 0,0 0 10 15,17-3-8-15,-17 3-5 0,11-3-8 16,-11 3 14-16,11-2-2 0,-11 2-15 0,11-1 16 15,-11 1-7-15,14 0 2 0,-14 0-17 0,18 0 22 16,-18 0 0-16,15-1 1 0,-15 1-6 0,18 1 7 0,-8-2-3 16,-10 1-5-16,17 1 3 0,-8 0 6 0,-9-1-10 15,16 1 2-15,-16-1 4 0,18 0-10 16,-18 0 6-16,17 0-2 0,-10 1 0 0,-7-1-4 16,13 3 6-16,-13-3-4 0,17 0 7 0,-11 2 2 15,3-1-7-15,-2 0 1 0,-7-1-22 0,14 2 26 16,-7-2 5-16,0 1-3 0,-7-1-4 0,15 2-4 15,-7-2 3-15,-2 1-3 0,-6-1 8 0,15 2-7 0,-8-1-2 16,-7-1 4-16,13 0-6 0,-5 0 12 16,-1 2-3-16,-1 0-5 0,-6-2 5 0,14 1-5 15,-5 2 3-15,-2-2-17 0,0 0 23 0,0 1-5 16,4-2 9-16,-2 3-7 0,-1-3-3 0,1 1-13 16,0 1 20-16,-9-2-5 0,16 1 5 0,-6 2-5 15,-2-2 14-15,-1-1-9 0,0 2-3 0,3-1-8 16,-2 1 11-16,-8-2-2 0,14 1 0 0,-5 0-1 15,-1 0 5-15,2 0 0 0,-1-1 2 0,-1 2-1 16,1-2-5-16,2 1-2 0,-3 0 0 0,0 0 0 16,1 3-5-16,2-2 8 0,-3-1-5 0,1 2 3 15,-1-2-3-15,-8-1-1 0,15 1 1 0,-8 1 6 16,0 0-5-16,4-2 8 0,-3 1-12 0,-8-1 1 16,14 1 3-16,-7 1 1 0,-7-2 3 0,12 1-5 15,-5 0-11-15,-7-1 12 0,12 2 4 0,-5-1-11 16,3 0 11-16,-3 0-3 0,1 2 5 0,-8-3-3 15,16 4 7-15,-16-4-8 0,15 2-4 0,-9-1 6 16,-6-1-5-16,13 1-1 0,-13-1 6 0,14 1-7 16,-14-1 3-16,12 2-7 0,-12-2 5 0,11 2 2 15,-11-2-3-15,12 4-1 0,-12-4 6 0,14 2-4 16,-2-1 1-16,-12-1 0 0,13 4 1 0,-13-4-4 16,12 2 0-16,-12-2-3 0,9 3 4 0,-9-3 3 15,9 0-4-15,-4 0 5 0,-5 0-7 0,10 2 1 16,-10-2 5-16,10 2-3 0,-5 0-6 0,-5-2 4 15,13 1 4-15,-8 0-10 0,-5-1 6 0,9 3 3 16,-9-3 0-16,8 1-3 0,-8-1-1 0,10 1 4 16,-10-1-3-16,9 3 0 0,-9-3 0 0,9 1 0 15,-9-1 0-15,9 2-3 0,-9-2 9 16,0 0-9-16,6 2 3 0,-6-2-3 0,0 0 1 0,0 0-2 16,10 1 1-16,-10-1 4 0,7 1-2 0,-7-1-1 15,0 0-1-15,9 3 2 0,-9-3 1 0,0 0-3 16,9 4 0-16,-9-4 2 0,5 2 4 0,-5-2-2 15,8 1 5-15,-8-1-12 0,8 2 3 0,-8-2 2 16,0 0 3-16,9 3 2 0,-9-3-7 0,8 2 7 16,-8-2-3-16,7 3-1 0,-7-3-3 15,7 2-3-15,-7-2 9 0,5 4-5 0,-5-4-3 0,0 0 7 16,10 3 1-16,-10-3-8 0,8 2 11 0,-8-2-8 16,8 1-15-16,-8-1 18 0,7 2 0 15,-7-2 0-15,8 1-1 0,-8-1-2 0,8 4-16 0,-8-4 17 16,10 3 9-16,-5-3-5 0,-5 0 1 0,9 2 5 15,-9-2-14-15,8 2 9 0,-8-2-3 16,10 3-2-16,-10-3 1 0,10 0 2 0,-10 0 1 16,9 3-6-16,-5-1 2 0,-4-2 0 0,9 1 8 0,-9-1-6 15,9 3-1-15,-9-3 5 0,10 3 7 16,-4-3 1-16,-6 0-9 0,8 3 5 0,-8-3 1 16,9 4-1-16,-9-4-5 0,8 2 1 0,-8-2 1 15,7 2-2-15,-7-2 0 0,0 0 2 0,7 2-2 16,-7-2 1-16,5 5-14 0,-5-5 15 0,0 0 0 15,0 0-4-15,0 0 3 0,0 0 3 0,0 0-7 0,9 0 2 16,-9 0 6-16,0 0-5 0,0 0 0 0,0 0 0 16,0 0-1-16,0 0-2 0,0 0 5 15,0 0-10-15,0 0-28 0,0 0-18 0,0 0-44 16,0 0-108-16,0 0-103 0,0 0-142 0,-28-15-251 16,15 12-755-16,-4-5 334 0</inkml:trace>
  <inkml:trace contextRef="#ctx0" brushRef="#br0" timeOffset="134237.93">27514 15534 45 0,'0'0'110'0,"0"0"2"0,0 0 2 0,0 0-2 0,0 0 4 16,0 0 2-16,0 0 5 0,0 0-5 0,0 0 3 15,0 0-3-15,0 0-5 0,0 0-4 0,0 0-9 16,0 0-7-16,0 0-12 0,0 0-2 0,0 0-13 16,0 0-7-16,0 0-8 0,0 0-3 0,0 0-2 15,0 0-6-15,0 0 2 0,-15-16-6 0,15 16-3 16,0 0-2-16,0 0-3 0,-5-2-1 0,5 2 1 16,0 0-9-16,0 0-2 0,-11-4-3 15,11 4 1-15,0 0-1 0,-13 1 0 0,13-1-2 16,-9 3 2-16,9-3 2 0,-14 2-2 0,7-2 1 15,-2 2 4-15,-2 0 1 0,6 0 2 0,5-2-2 0,-11 2 0 16,11-2 1-16,-11 3-4 0,11-3 2 0,-5 4-3 16,5-4-2-16,0 0 1 0,-8 1 0 0,8-1-3 15,0 0 2-15,0 0-4 0,0 0 0 0,0 0-2 16,-9 1 0-16,9-1-1 0,0 0 0 16,0 0-1-16,0 0 0 0,0 0 5 0,0 0 1 15,0 0 0-15,32-6 1 0,-19 3 6 0,3-1-1 16,3 0-1-16,0 2 4 0,1-5 3 0,9 0-1 0,-2 1-1 15,2 4-3-15,-2-4 2 0,0 1-2 16,0-1 4-16,0-1-5 0,4 0-1 0,-13 3 5 0,3-1 2 16,-3 2 4-16,-1-1-1 0,3 2-1 15,-4-3-2-15,-2 2-3 0,1-4-12 0,-3 3 13 16,1 0-2-16,-1 3 4 0,1 0 0 0,-4-4-4 16,4 5 1-16,-13 0-8 0,11-2 5 0,-11 2 3 15,0 0-1-15,12-1 2 0,-12 1 1 0,0 0-5 0,0 0-1 16,10-5 11-16,-10 5-12 0,0 0 3 0,0 0-2 15,0 0-2-15,0 0-1 0,0 0-5 16,0 0 0-16,0 0 3 0,0 0-2 0,0 0 3 16,0 0-4-16,0 0 0 0,0 0 0 0,0 0-7 15,6 0-25-15,-6 0-24 0,0 0-33 0,0 0-30 16,0 0-28-16,0 0-52 0,0 0-41 0,0 0-41 16,0 0-172-16,0 0-480 0,0 0 213 0</inkml:trace>
  <inkml:trace contextRef="#ctx0" brushRef="#br0" timeOffset="134603.91">27817 15247 124 0,'0'0'147'0,"-13"0"-6"16,13 0-12-16,0 0-14 0,0 0-3 0,-8 0 0 16,8 0-11-16,0 0-7 0,0 0-4 0,0 0-5 15,0 0 2-15,0 0-6 0,0 0 7 16,0 0-6-16,0 0 1 0,0 0 0 0,23 10-2 0,-11-6-5 16,0 0 0-16,6 1-8 0,-3-2-4 15,-1 0-3-15,4 1-6 0,0-1-5 0,-7 0-7 16,3 0-6-16,-2-1-4 0,-7 2-2 0,4-1-5 0,-9-3-1 15,16 11-2-15,-6-4-1 0,-7 2 0 0,-1-1 4 16,-2 3-1-16,0 1 4 0,-4 4-1 16,-1 1-1-16,-7 1 4 0,-2 3-6 0,1 0 0 15,-4 2-5-15,2-1-3 0,-1 0-16 0,-2-1-15 16,2 0-36-16,1 0-46 0,3-7-68 0,-1 8-69 16,-5-3-141-16,6-2-406 0,-3-4 180 0</inkml:trace>
  <inkml:trace contextRef="#ctx0" brushRef="#br0" timeOffset="137881.09">29794 14886 63 0,'0'0'89'0,"0"0"-6"0,0 0-6 0,0 0-6 0,0 0 3 15,0 0-4-15,0 0 2 0,0 0-8 0,0 0-3 16,0 0 6-16,0 0-3 0,0 0-7 0,0 0 0 15,0 0 1-15,0 0-5 0,0 0 6 0,0 0-10 16,0 0-10-16,0 0 7 0,0 0-9 0,8-4-5 16,-8 4 2-16,9-3-6 0,-1 1-2 0,4-2-4 15,1 3 4-15,6-5-4 0,9 2 4 0,-1-4-4 16,6 1-4-16,1-1 5 0,1-1-9 0,-1-1 2 16,2 1-3-16,1 0 3 0,-7-1-2 0,0 1 6 15,-3 2-2-15,-7 1 4 0,-1 0 5 0,2-1 4 16,-5 0 6-16,0 4 4 0,-6-3 0 0,2 2 3 15,-4 1 3-15,-1 2 0 0,-2-2-2 0,-5 3 1 16,9-5-1-16,-9 5-3 0,6-3 1 0,-6 3-1 16,0 0-4-16,9-1-5 0,-9 1 3 0,0 0-3 15,0 0 4-15,0 0-10 0,0 0-6 0,0 0 2 16,8 4-4-16,-8-4-2 0,0 0-4 0,0 0-12 16,0 0-12-16,0 0-17 0,0 0-27 0,0 0-29 15,0 0-37-15,0 0-37 0,0 0-41 0,0 0-125 16,0 0-351-16,0 0 155 0</inkml:trace>
  <inkml:trace contextRef="#ctx0" brushRef="#br0" timeOffset="162636.95">28919 12936 21 0,'-5'-5'99'0,"5"5"-6"0,0 0 8 15,0 0-13-15,0 0-3 0,-7-4-1 0,7 4-5 16,0 0 0-16,0 0-5 0,0 0-2 0,-7-5 4 15,7 5-5-15,0 0-3 0,0 0 0 0,0 0-6 16,0 0-10-16,0 0 0 0,0 0-5 0,0 0-5 16,-7-5-1-16,7 5 4 0,0 0-7 0,0 0 0 0,0 0-1 15,0 0-5-15,0 0-1 0,0 0-6 16,0 0-1-16,0 0 0 0,0 0-5 0,0 0 2 16,0 0-5-16,0 0-4 0,0 0-4 0,0 0 3 15,0 0-2-15,0 0 0 0,0 0 2 0,0 0-3 16,0 0 0-16,0 0-3 0,0 0 1 0,0 0 0 15,0 0-2-15,0 0 1 0,0 0 8 0,0 0 4 16,0 0 2-16,0 0-1 0,21 10 2 0,-17-7 3 16,-4-3 5-16,7 6 0 0,-3-3-7 0,-4-3 0 15,10 6 2-15,-5-4 1 0,-5-2-1 0,11 7 1 0,-6-4-2 16,1-1-3-16,-1 2-2 0,-5-4 2 0,12 3-3 16,-7 0 3-16,0 0-2 0,4 0-1 15,-4-1-3-15,3 0 5 0,-2 2 1 0,3-1 0 16,0 0 2-16,1 1-1 0,0 1-2 0,-1 0 1 15,0-3-2-15,3 2 0 0,-1 1 4 0,1 0-7 0,1 0 4 16,-2 0 2-16,2-1-3 0,5 2 2 16,-4-2 1-16,-3-1 1 0,4 2-2 0,1 1-2 15,-4-3 0-15,2-1-2 0,-2 2-2 0,2-1-2 16,-1 1 2-16,-1-1-4 0,0 0 5 0,1-1 0 16,1 1-2-16,-1-1-1 0,1-1 4 0,-1 3 4 15,0-1-4-15,-1-2-1 0,1 0 2 0,0 1 0 0,-3 0-1 16,3-1-3-16,0 2-1 0,-3 0 2 0,4 1-1 15,-2-4 0-15,-1 0 11 0,2 2-3 16,0-1-2-16,-1-1-1 0,1 1 0 0,-1-1-3 0,2 0 0 16,4 0-1-16,-4 0 2 0,-3-1-4 0,5 1 5 15,-4 0-4-15,4 0 0 0,0-1-4 0,-2 1 1 16,4 0 3-16,-4 1-6 0,-1 2 4 0,2-3-2 16,-3 1 2-16,2-1-2 0,-1 0 1 15,1 0 1-15,0 0-2 0,-1 0 2 0,1 0 0 0,-1 0 0 16,-1 0 5-16,2-1-5 0,-2 2 1 0,3-2-22 15,-3 1 3-15,6 0-1 0,-6-2 3 16,2 1 0-16,-1 0 2 0,0-1 7 0,1 2-6 0,-2-2-2 16,7 2 2-16,-9-1 3 0,3 0-1 15,-2-2 2-15,1 3 5 0,0-1-5 0,1-1 1 0,5 1 6 16,-5-1 0-16,0-1 1 0,1 0-6 0,-3 2 11 16,3 0-7-16,-1-2 7 0,0 1-10 0,0 1-4 15,-1-1 3-15,0 2 3 0,1-1-2 16,-1-3 9-16,0 2-8 0,1-2 4 0,-2 2-1 0,4 0 1 15,-3 0-3-15,-3-1 2 0,1 3-3 0,2-2 3 16,-1 1-1-16,2-1-2 0,0-1 1 16,-3 0-1-16,0 1-1 0,2-1 3 0,-1-2-6 0,2 1 1 15,-1-1 2-15,-6 4 2 0,7-3-7 16,-2 0 4-16,2 0 0 0,0 2-1 0,0-2-1 0,1-1 1 16,-3 2 0-16,2-2 2 0,4 0 1 0,-5 4-3 15,2-3 2-15,3 0 1 0,0-1 2 0,-2 3-4 16,2-2-2-16,2-2 3 0,-4 1-7 0,2-1 14 15,-1 2-6-15,-2 0-1 0,-1 3-4 16,1-5 1-16,-2 3-2 0,-1-1 0 0,3-1 2 0,-3 2 0 16,3-1 0-16,-3 1-1 0,-1 0 3 0,3 1-6 15,-3-2 1-15,3 0 2 0,-1-1 3 0,1-1-3 16,-1 3 6-16,1-4-6 0,1 2 5 0,1-2-3 16,-1 1-1-16,2 0-6 0,-1-1 4 0,0 0-3 15,2-2 2-15,-5 3 5 0,-2 0-3 0,4 0-1 16,-3 1 1-16,6-3-1 0,-7 2 3 0,0-1-2 15,3 1-2-15,3-2 6 0,-5 3-5 0,4-3 1 16,-3 2 0-16,-1-1 0 0,-2 0 2 0,4 2-3 16,-3 0-1-16,2-3 1 0,-1 2-1 0,0 0 3 15,-1-1 0-15,1 0-1 0,-2 2 10 16,2-1-8-16,-1 1-2 0,-1-1 1 0,6-4 0 0,-5 5-4 16,2-3 4-16,-1 3-3 0,-1-1-1 0,1 0 5 15,-4-2 2-15,5 3-6 0,-3-2 1 0,-2 1 1 16,4 0 8-16,-2-1-2 0,0 0-7 0,-1-1 4 15,1 1 0-15,2 0-4 0,-4-2 6 0,5 2-4 16,-2-1 4-16,-1 1-3 0,2-1-1 0,-2-1 1 16,2 1 1-16,-3 0 7 0,3 0-13 0,-2 1 6 15,1 0 0-15,0-1-2 0,-2 2 1 0,2-1-3 16,0-1 2-16,-2 1-1 0,0 0 3 0,2 1-8 16,-2-2 18-16,-2 2-10 0,2 1-1 0,0-2 4 15,-1 1-2-15,1 1 1 0,-1-2 0 0,1 1 1 16,-3 1-1-16,0-1 2 0,2-1 1 0,-2 3-2 15,1-5-1-15,0 0-5 0,0 4 9 0,-1-1 7 16,0 2-9-16,-1-1 3 0,2-1 2 0,-1 1 3 16,-5 5-1-16,8-8 2 0,-6 5 1 0,2-2-3 15,1 0 6-15,-5 5-4 0,7-7 7 0,-5 2-1 16,-2 5-2-16,5-6 0 0,-5 6 0 0,4-8 0 16,-4 8-1-16,5-8-4 0,-5 8 7 0,4-5-6 15,-4 5-2-15,0 0 9 0,4-6-4 0,-4 6 5 16,0 0-4-16,0 0 3 0,1-7-2 0,-1 7-1 15,0 0 2-15,0 0-9 0,0 0 11 0,0 0-5 16,5-6 4-16,-5 6-4 0,0 0 7 0,0 0-12 16,0 0 1-16,0 0-4 0,0 0 3 0,0 0 2 15,0 0-7-15,0 0 0 0,0 0 2 0,0 0-3 16,0 0 1-16,3-5-10 0,-3 5-4 0,0 0-13 16,0 0-29-16,0 0-38 0,0 0-31 0,0 0-38 15,0 0-45-15,0 0-52 0,0 0-57 0,0 0-251 16,0 0-605-16,-21 16 267 0</inkml:trace>
  <inkml:trace contextRef="#ctx0" brushRef="#br0" timeOffset="167053.7">29099 13889 14 0,'0'0'77'0,"0"0"9"0,-1-7-13 0,1 7 0 0,0 0 3 15,0 0-5-15,0 0-4 0,0 0-6 16,0 0-10-16,0 0 4 0,0 0-2 0,0 0-1 16,-2-9-3-16,2 9 2 0,0 0-13 0,0 0 14 0,0 0-12 15,0 0 1-15,0 0 5 0,0 0-4 16,0 0-4-16,0 0-2 0,0 0-5 0,0 0-3 16,0 0 7-16,0 0-7 0,0 0 0 0,0 0-4 0,0 0 2 15,0 0-1-15,0 0 0 0,0 0 0 16,0 0-7-16,0 0 5 0,0 0-5 0,0 0 0 0,0 0-4 15,0 0-1-15,0 0-6 0,0 0 1 0,0 0 1 16,0 0-4-16,0 0 3 0,0 0-6 0,0 0 3 16,0 0-5-16,0 0 1 0,0 0 6 15,0 0 0-15,0 0-1 0,0 0-5 0,0 0 4 16,0 0 4-16,0 0 0 0,0 0 1 0,0 0 2 0,0 0 0 16,0 0 1-16,0 0 0 0,0 0-4 0,0 0 0 15,0 0-1-15,0 0-2 0,0 0-1 16,0 0-7-16,0 0 4 0,0 0 2 0,0 0 1 15,0 0-4-15,0 0 3 0,0 0-4 0,0 0-3 16,0 0 3-16,0 0 2 0,-15 16-1 0,15-16 5 0,-4 5-9 16,4-5 0-16,-3 4 6 0,3-4-3 0,0 0 3 15,-5 11-2-15,5-11 6 0,-2 5-8 16,2-5-1-16,-3 7 0 0,3-7 4 0,-2 5-2 16,2-5-1-16,-7 5-6 0,7-5 11 0,-4 8 0 15,4-8-1-15,-6 7-4 0,6-7 7 0,-6 8-5 16,3-4 2-16,3-4 2 0,-7 8-10 0,7-8 2 0,-7 6 3 15,5-2-3-15,2-4 3 0,-5 3-11 0,5-3 12 16,0 0-2-16,0 0-7 0,-3 7 4 0,3-7 7 16,0 0 4-16,0 0-13 0,0 0 15 15,0 0-4-15,0 0-3 0,0 0 4 0,0 0-2 16,0 0 6-16,0 0 8 0,0 0 0 0,0 0 11 0,0 0-1 16,0 0 9-16,0 0-4 0,0 0 0 0,0 0-4 15,0 0-3-15,0 0-1 0,0 0-1 16,0 0-6-16,0 0-1 0,0 0 3 0,0 0 0 15,0 0-6-15,0 0 3 0,0 0 2 0,0 0-2 16,0 0-3-16,0 0 0 0,0 0 0 0,0 0-5 0,8-19-4 16,-8 19 5-16,0 0 4 0,5-8-1 0,-5 8-9 15,6-6 6-15,-6 6-2 0,5-7-2 16,-5 7 3-16,6-6-1 0,-6 6 3 0,5-6 1 16,-5 6-4-16,5-9 3 0,-2 5 1 0,1-2-1 15,-4 6 0-15,7-6 0 0,-7 6-1 0,6-11 0 0,-2 7-3 16,0-1-2-16,1 1 3 0,1-4 0 0,-2 3-4 15,1 1 3-15,2-2 2 0,-3 1 2 0,2-3-7 16,0 0-1-16,-1 3 0 0,1 0 1 16,0 0 1-16,-2 0-1 0,1 0-1 0,3-2 5 15,-3 2-2-15,-1-1-1 0,2 0 5 0,-1 1-3 16,1 0-4-16,-3 2 0 0,3-3 1 0,-6 6 1 0,11-5-2 16,-7 0 2-16,2-1-2 0,-2 3-1 0,-4 3 0 15,9-10 3-15,-6 5 2 0,1 0-4 16,3 1 0-16,0-1 3 0,-2 0-5 0,1-1 2 0,0 1-6 15,-1 0 7-15,5-1 0 0,-2-1 2 16,0 1-2-16,-3 1 2 0,1 1-1 0,-1-1 0 0,0 2-4 16,0-2 5-16,-5 5-2 0,11-6-2 0,-5 0 1 15,-1 3 1-15,2-2-3 0,-2-1-2 16,0 3 1-16,2-4 1 0,-2 4-1 0,-5 3 4 16,10-6-2-16,-5 1 3 0,0 0-1 0,2 2 1 15,0-4-2-15,-2 4 2 0,0-1 1 0,-1-1 0 16,1 1-4-16,-5 4 7 0,11-7-9 0,-7 3 3 0,3 2 0 15,-2-4 2-15,0 2-2 0,2-1 1 16,-1 1 3-16,-1 1-3 0,-5 3 2 0,10-8-2 0,-4 4-7 16,1-1 6-16,-2 1 0 0,3-3 0 15,-1 2 3-15,0 2-1 0,0-3 6 0,0 2-10 16,-1 1 8-16,0-2-8 0,0 2 2 0,-1-2-2 0,-5 5 2 16,9-6-4-16,-5 3 4 0,1 0 1 15,-5 3-2-15,10-5 0 0,-10 5 3 0,8-6-1 16,-5 3-3-16,-3 3 2 0,7-5-1 0,-7 5 0 15,10-5 1-15,-4 1 3 0,-1 2-3 0,-5 2-1 16,11-7-1-16,-5 1-1 0,0 3 2 0,1-1 4 16,-1-1-3-16,4 0 2 0,-1 0-3 0,-1 0-1 15,1 0 3-15,2-2 1 0,-2 3 0 0,1-1-1 0,0 2-2 16,-1 0 3-16,0-5-4 0,2 5 3 0,-2-2-4 16,-3 3 4-16,3-3-1 0,3 0 0 15,-5 1 9-15,0 1-8 0,3-1-1 0,-4 0 4 16,1 2-1-16,-7 2 6 0,10-5-3 0,-4 2 2 0,0-1-5 15,1 0 2-15,-7 4 0 0,9-6-1 0,-4 2 1 16,3 2-3-16,-2-1 4 0,-6 3-5 0,11-5 0 16,-6 1-1-16,2 1 0 0,-2 1 2 15,-5 2 2-15,11-4-2 0,-6 1 0 0,0 0 0 16,-5 3-1-16,13-7 1 0,-8 4-5 0,1-1 3 16,-1 0 3-16,4 1-2 0,-4 0-2 0,-5 3 1 0,13-5-3 15,-8 1 4-15,5-2-3 0,-4 2 2 0,0 1 7 16,1 1-12-16,0-2 2 0,-7 4 0 15,10-6 4-15,-5 4-2 0,-5 2 1 0,8-4 0 16,-8 4 3-16,9-3 7 0,-9 3-8 0,6-4 2 16,-6 4-4-16,6-5-1 0,-6 5 4 0,6-5-3 15,-6 5 2-15,6-5 0 0,-6 5-3 0,7-3 2 16,-7 3-2-16,0 0-1 0,7-5 1 0,-7 5-1 16,7-4 1-16,-7 4 2 0,5-3-3 0,-5 3 1 15,6-3 6-15,-6 3-6 0,0 0-3 0,10-6 4 16,-10 6-2-16,9-3-3 0,-5-1 3 0,-4 4-2 15,12-5-2-15,-8 2 3 0,1-1 2 0,-5 4 0 0,10-3-5 16,-5-1 7-16,1 1-6 0,-6 3 4 0,9-3-1 16,-9 3-1-16,9-4 1 0,-9 4-4 15,12-2 2-15,-8-1 1 0,2 0-1 0,-6 3 0 16,12-4 1-16,-7 3-3 0,-5 1 1 0,11-3 1 16,-11 3 3-16,10-3-3 0,-6 0 0 0,-4 3 3 15,13-4-2-15,-8 1 3 0,-5 3-4 0,10-1 2 16,-10 1-1-16,12-2 2 0,-7-1-4 0,-5 3 4 15,8-3-1-15,-8 3-4 0,7-3 3 0,-7 3 0 16,8-3 3-16,-8 3-3 0,8-2 0 0,-8 2 2 16,0 0 0-16,10-2-1 0,-10 2 0 0,6-3-1 15,-6 3 0-15,9-3-1 0,-9 3 0 0,8-3 3 16,-8 3-2-16,6-4-3 0,-6 4 3 0,8-2 3 16,-8 2-3-16,11-2 0 0,-6-1 0 0,-5 3 1 15,9-3-2-15,-9 3 1 0,8-4-2 0,-8 4 4 16,9-4-2-16,-9 4 2 0,9-1 1 0,-9 1-3 15,10-4 0-15,-3 2 3 0,0 1 5 0,-7 1-10 16,11-3 2-16,-11 3 6 0,11-4-8 0,-11 4 2 0,11 0-2 16,-11 0 4-16,11-2 0 0,-5 0-3 15,-6 2-1-15,12 0 4 0,-6-2-3 0,-6 2 3 16,12-3-4-16,-12 3 5 0,12-1-2 0,-7-1 1 16,-5 2-2-16,11-2 4 0,-11 2-2 0,9-4-3 15,-9 4 0-15,8-1 3 0,-8 1-5 0,0 0 4 0,11-4 2 16,-11 4-3-16,8-1 2 0,-8 1-1 0,8-3 1 15,-8 3-1-15,11-2 1 0,-11 2-1 0,9-2-1 16,-9 2 4-16,10 0-3 0,-10 0-2 16,10-4 3-16,-10 4 1 0,10 0-2 0,-10 0 6 15,10 0-4-15,-10 0 0 0,9 0-2 0,-9 0 1 16,8-1 1-16,-8 1-5 0,0 0 2 0,13 0 10 0,-13 0-9 16,9 0-1-16,-9 0-1 0,10 0 4 15,-10 0-5-15,9-2 8 0,-9 2-4 0,11 0 0 16,-11 0-3-16,12 0 8 0,-12 0-11 0,9-2 4 15,-9 2 0-15,10-1 3 0,-10 1-6 0,0 0 1 16,9 0 2-16,-9 0 2 0,0 0-6 0,12 0 5 16,-12 0 3-16,8 3-3 0,-8-3 0 0,10 0-3 15,-10 0 1-15,9-3-1 0,-9 3 4 0,11 0 0 16,-11 0 0-16,9 0-2 0,-9 0-3 0,9-1 0 16,-9 1 0-16,10-1 2 0,-10 1-2 0,0 0 5 15,13 0 0-15,-13 0-3 0,9 1 1 0,-9-1-1 16,12-1 2-16,-12 1 2 0,11 0-3 0,-11 0 8 15,9 1-8-15,-9-1 1 0,12 0 1 0,-12 0-2 16,9 0-2-16,-9 0 10 0,8-3-9 0,-8 3 2 16,12-2-1-16,-12 2-1 0,7 0-2 0,-7 0 1 15,0 0 2-15,11-1 2 0,-11 1 0 0,0 0-4 16,8-2 2-16,-8 2 1 0,0 0-3 0,0 0 0 16,9-1 1-16,-9 1 3 0,0 0 4 0,0 0-8 15,12 1 2-15,-12-1-3 0,0 0 3 0,10 0 2 16,-10 0-3-16,0 0 4 0,0 0-2 0,10 0 4 15,-10 0 0-15,0 0 0 0,9-1 7 0,-9 1-2 16,8-2 2-16,-8 2-5 0,0 0 2 0,10-2-5 16,-10 2 0-16,0 0 3 0,9-2-4 0,-9 2 3 15,0 0 1-15,9 0 3 0,-9 0-6 0,9-3-3 16,-9 3 4-16,6-3-2 0,-6 3 1 0,0 0 0 16,8-2 0-16,-8 2-3 0,0 0 2 0,0 0 0 15,0 0 2-15,10-2-4 0,-10 2 1 0,0 0 0 16,0 0-1-16,0 0-3 0,12 0 1 0,-12 0-2 15,0 0 3-15,6-1 6 0,-6 1-6 0,0 0 4 16,9-2-2-16,-9 2-3 0,0 0-1 0,0 0 2 16,10 0 0-16,-10 0 3 0,0 0-3 0,0 0 0 15,11-4 0-15,-11 4 5 0,0 0 4 0,10-2-12 16,-10 2 4-16,10-1-2 0,-10 1 1 0,8-1 2 16,-8 1-2-16,9 0 1 0,-9 0 0 0,9-1-2 15,-9 1 4-15,0 0 1 0,12 0-5 0,-12 0 3 16,9 0 1-16,-9 0-5 0,9-2 4 0,-9 2-3 15,0 0 2-15,13-1 1 0,-13 1-4 0,9-2 9 16,-9 2-7-16,8-2 2 0,-8 2-2 0,0 0 3 16,12 2-4-16,-12-2 1 0,0 0-3 0,0 0 2 15,12-2 2-15,-12 2 0 0,8 0-2 0,-8 0 4 16,0 0-5-16,14 0 3 0,-14 0 0 0,9-1 12 16,-9 1-12-16,0 0 2 0,10 0 1 0,-10 0 1 15,0 0 9-15,11-2-6 0,-11 2-7 0,9-1 10 16,-9 1-9-16,0 0-2 0,9-1 6 0,-9 1-10 15,10 0 6-15,-10 0 0 0,0 0 0 0,12-2-3 16,-12 2 1-16,8 0-1 0,-8 0 2 0,0 0 3 16,0 0 1-16,0 0 0 0,11-2-4 0,-11 2 3 15,0 0-2-15,8-4-4 0,-8 4 3 0,0 0-3 16,9-1 2-16,-9 1 1 0,0 0-4 0,0 0 3 16,10-1 5-16,-10 1-2 0,0 0 0 0,9-2-6 15,-9 2 3-15,8 0 3 0,-8 0 2 0,0 0-4 16,11-3-5-16,-11 3 5 0,9 0-2 0,-9 0 2 15,0 0 0-15,6-2 1 0,-6 2-2 0,0 0 0 0,0 0-1 16,0 0-1-16,12-1 2 0,-12 1 7 16,0 0-6-16,0 0-4 0,11-1 3 0,-11 1 1 15,0 0-2-15,0 0-1 0,7-2-2 0,-7 2 5 16,0 0-4-16,9 0 3 0,-9 0 3 0,0 0 0 16,0 0 5-16,11 0-6 0,-11 0-1 0,8-1 0 0,-8 1 2 15,0 0-3-15,9-2-2 0,-9 2 0 0,11 0 2 16,-11 0 2-16,0 0-4 0,12 0 5 0,-12 0-1 15,9 0-1-15,-9 0-4 0,6-3-1 16,-6 3 0-16,10 3 15 0,-10-3-10 0,9 1-2 0,-9-1-1 16,0 0-2-16,14 0 5 0,-14 0-5 0,0 0 4 15,9-1-2-15,-9 1 2 0,8 1 5 16,-8-1-7-16,0 0 1 0,13 0 6 0,-13 0-2 16,9 0 3-16,-9 0-1 0,9 0-1 0,-9 0-2 15,10 0 4-15,-10 0-7 0,13 1 2 0,-7-1 12 0,-6 0-1 16,12 1-11-16,-5 1 0 0,-7-2 0 0,12 0-4 15,-12 0 6-15,10 0 2 0,-10 0-3 16,11 1-1-16,-11-1-2 0,12 0 1 0,-5 0 0 16,-7 0 2-16,12 1-2 0,-12-1 0 0,12 0 2 0,-12 0-2 15,10 2 2-15,-4-2-3 0,-6 0 2 0,11 0-3 16,-4 0 3-16,-7 0 9 0,13 0-6 16,-13 0-4-16,10 1-2 0,-10-1 1 0,12 2 5 0,-12-2 0 15,11 2-4-15,-6-2 10 0,-5 0-11 16,0 0 3-16,13 0-1 0,-13 0 4 0,9 1 0 0,-9-1-2 15,9 1 6-15,-9-1-6 0,9 0-5 0,-9 0-1 16,6 2 5-16,-6-2 9 0,0 0-8 16,10 2-1-16,-10-2 2 0,8 2 2 0,-8-2-3 0,8 0 0 15,-8 0-3-15,9 0 0 0,-9 0 4 0,6 4-5 16,-6-4 2-16,0 0 1 0,12-1 1 0,-12 1 0 16,10 0-5-16,-10 0 2 0,10 3 0 0,-10-3 1 15,9 0 1-15,-9 0-2 0,8 1-3 0,-8-1 16 16,10 0-11-16,-10 0-3 0,0 0 4 0,10 0-3 15,-10 0 1-15,0 0-3 0,8 0 2 0,-8 0 4 16,0 0-1-16,11 0-6 0,-11 0 11 0,7 2-8 16,-7-2-5-16,0 0 3 0,6 2 1 15,-6-2-1-15,0 0 5 0,8 4-7 0,-8-4 2 16,0 0 3-16,10 1-1 0,-10-1-2 0,8 0 4 0,-8 0-6 16,7 1 4-16,-7-1 3 0,9 2-2 0,-9-2 2 15,12-2-8-15,-12 2 2 0,11 2 9 0,-5-1 7 16,-6-1-12-16,13 3-4 0,-5-3 0 0,-3 2 1 15,-5-2 3-15,14 1-2 0,-10 1 0 16,-4-2 2-16,12 0-4 0,-12 0 6 0,10 1-2 0,-10-1-1 16,10 1-1-16,-10-1 1 0,10 0-3 0,-3 3 3 15,-7-3-2-15,11 0 1 0,-11 0 0 0,11 0 0 16,-11 0 0-16,7 1 2 0,-7-1 1 0,9 2 2 16,-9-2-6-16,9 2 1 0,-9-2-3 0,0 0 4 15,9 1-4-15,-9-1 3 0,0 0-2 0,8 1 2 16,-8-1 2-16,0 0-1 0,0 0-4 0,9 2 5 15,-9-2 1-15,7 1-2 0,-7-1 3 0,0 0-4 16,8 2 0-16,-8-2 1 0,8 1 2 0,-8-1-3 16,10 0 5-16,-10 0-4 0,9 1-2 0,-9-1 1 15,8 3 1-15,-8-3-2 0,8 1 8 0,-8-1-3 16,7 1-9-16,-7-1 9 0,7 3-1 0,-7-3-1 16,11 2 7-16,-11-2 0 0,14 3 3 0,-8-3-2 15,-6 0-5-15,10 2 3 0,-10-2-1 0,9 0-4 16,-9 0-2-16,0 0 2 0,11 2 2 0,-11-2 1 15,9 1-1-15,-9-1-3 0,7 4-2 0,-7-4 5 16,8 1-3-16,-8-1 2 0,8 2 0 0,-8-2 1 16,9 3-2-16,-9-3-2 0,0 0 2 0,11 1 1 15,-11-1-11-15,6 0 9 0,-6 0 8 0,0 0-6 16,0 0-3-16,0 0-2 0,9 0 3 0,-9 0 3 16,0 0-6-16,0 0 2 0,0 0 3 0,0 0 1 15,0 0-7-15,0 0 2 0,0 0 2 0,0 0 3 16,0 0-4-16,9 0-6 0,-9 0-13 0,0 0-25 15,0 0-4-15,0 0-38 0,0 0-57 0,0 0-68 0,0 0-86 16,0 0-229-16,0 0-569 0,-27-6 252 0</inkml:trace>
  <inkml:trace contextRef="#ctx0" brushRef="#br0" timeOffset="183405.08">16765 6034 11 0,'-1'-7'80'0,"1"7"0"0,-2-9-1 16,2 9 3-16,-3-9 1 0,3 9 5 0,-4-9-5 15,3 2 10-15,1 7-12 0,-3-7-2 0,3 7-12 16,-5-9-8-16,5 9 15 0,-4-8 14 0,4 8-10 16,-1-8-1-16,1 8-8 0,-5-7-8 0,5 7 2 15,-3-6 7-15,3 6-2 0,0 0 3 0,-3-8-4 16,3 8 6-16,0 0-17 0,-3-6-5 0,3 6-7 16,0 0-7-16,0 0-9 0,0 0 0 0,0 0-8 15,0 0 1-15,0 0-3 0,0 0-6 0,0 0 3 16,0 0-2-16,0 0-3 0,0 27 0 0,3-11-4 15,-2-1 0-15,-1 2-1 0,1 2 4 0,2 7 9 16,-2 2 2-16,0 1 0 0,3 0 3 0,-1-1-3 16,-1 1 3-16,-1-1 2 0,-1-3 0 0,2 1-4 15,-1-2 0-15,-1 1 2 0,1 0 3 0,1-5 0 16,0-3-5-16,-2 2 0 0,1-2-2 0,-1-5-2 16,0 0 0-16,0-2 1 0,0 2-3 0,0-5-2 15,0-7 2-15,-1 13-1 0,1-13-8 0,-1 8-13 16,1-8-20-16,1 7-14 0,-1-7-27 0,0 0-43 15,0 0-40-15,0 0-35 0,0 0-163 0,0 0-376 16,-13-17 166-16</inkml:trace>
  <inkml:trace contextRef="#ctx0" brushRef="#br0" timeOffset="184020.29">17121 5815 35 0,'38'-6'47'0,"-1"-1"-3"0,1 4-4 0,-1 1-4 15,-3 0 0-15,-2-1-5 0,-4 3-4 0,0 0 0 16,-9 1 2-16,1 3-4 0,-2-2 0 0,-1 1 1 16,-3-1-6-16,-2 2-1 0,-1-2-8 0,-2 1 0 15,-1-1-6-15,-2-1 14 0,1 1-5 0,-7-2 8 16,12 3 2-16,-7-3 5 0,-5 0 2 0,8 4 4 16,-8-4-8-16,5 4 3 0,-5-4-4 0,9 5 2 15,-9-5 0-15,5 4 0 0,-5-4 16 0,3 8-7 16,-1-3 7-16,1 1-17 0,-1 3 22 0,1-2 5 15,2 1-4-15,-2 3-8 0,3 1-2 0,2 2-1 16,-1 4 0-16,0 1-8 0,-1 5 2 0,0 3 2 16,0 1-15-16,-1 2 4 0,0 3 0 0,-1-1-5 15,-2 0 3-15,2-2-4 0,0-3 4 0,-3 0-4 16,3-3-10-16,1-7 1 0,-4 2 0 0,3-4-2 16,-1 1 4-16,-1-3 6 0,1-2-10 0,-1 1 5 15,0-1-8-15,-1-1 2 0,0-1 0 0,-2-1 1 16,2-2-1-16,-1-6 11 0,-1 12 15 0,-2-5 7 15,-2 0 8-15,0 0-10 0,-4-2 5 0,-1 0-3 16,-7 2-7-16,-2 0 0 0,-1-2-7 0,-8 3 2 16,-6-4-5-16,-1 3-5 0,-15 1 2 0,-1-2-6 15,0 1 1-15,-2-2-4 0,0 1 2 0,3-3-3 16,-3 1-2-16,15 0 0 0,0-2-4 0,-1 2 2 0,1 0-3 16,3-1-16-16,2-1-10 0,5 2-19 15,9-2-25-15,5 0-28 0,2 0-34 0,2 0-49 16,1 0-93-16,9-2-295 0,-6 1 131 0</inkml:trace>
  <inkml:trace contextRef="#ctx0" brushRef="#br0" timeOffset="197390.82">31201 12958 3 0,'0'0'2'0,"0"0"-4"0,9-1 0 15</inkml:trace>
  <inkml:trace contextRef="#ctx0" brushRef="#br0" timeOffset="198204.78">29283 13318 19 0,'12'-3'30'0,"-6"1"-7"0,5-2-3 0,1 2-1 0,5-4 0 16,-1 1-2-16,5-1-2 0,0 2 6 15,-1 0 3-15,8-3 0 0,-1 1-5 0,-7 0-5 16,7-2 0-16,-2 0-2 0,2 0-13 0,1 2 7 16,-1-1-10-16,-9 3-7 0,0 0-13 0,-4 2-19 0,-1 0-46 15,-3 2 20-15</inkml:trace>
  <inkml:trace contextRef="#ctx0" brushRef="#br0" timeOffset="211906.91">16887 6300 44 0,'0'0'85'0,"0"0"-5"16,0 0-5-16,0 0-10 0,0 0 1 0,0 0-17 15,0 0-7-15,-4-7-4 0,4 7-8 16,0 0 7-16,0 0-13 0,0 0-11 0,0 0-12 0,0 0-18 15,0 0-17-15,0 0-13 0,0 0-46 0,0 0-99 16,0 0 45-16</inkml:trace>
  <inkml:trace contextRef="#ctx0" brushRef="#br0" timeOffset="-207492.66">26209 8067 73 0,'0'0'104'0,"0"0"-6"0,0 0 2 15,-8-4 5-15,8 4-11 0,0 0-3 0,0 0-2 0,0 0-4 16,0 0-16-16,0 0 5 0,-5-3-15 0,5 3 7 16,0 0-12-16,0 0-6 0,0 0-2 15,0 0-2-15,0 0-1 0,0 0-11 0,0 0-2 16,0 0 3-16,0 0-3 0,0 0 3 0,0 0 0 0,0 0-4 15,0 0-3-15,0 0-5 0,0 0 3 0,0 0-7 16,0 0 1-16,-13 0 3 0,13 0-10 0,0 0 2 16,-14 3-3-16,5-3 1 0,0 1-1 15,-4 2 0-15,1-3 1 0,1 3-5 0,-2-2 7 0,-1 2-6 16,1-3 4-16,1 2 6 0,-1-2-3 0,-1 1 17 16,5 1-1-16,-1-1 4 0,10-1 3 0,-14 0-6 15,14 0 3-15,-9 1 0 0,9-1-4 0,-9 1-4 16,9-1-2-16,0 0-3 0,0 0-4 0,0 0 1 15,0 0-3-15,29-3 1 0,-2-2-1 0,5-1 1 16,6 1-1-16,-2 0-1 0,22-3 1 0,-4 0-1 16,-1 3-5-16,-16-1 2 0,14-2 2 0,-15 4-6 15,3-2 1-15,-3 1 3 0,2-3-1 0,-5 1 0 16,1 4-7-16,-5-5 7 0,2 5 2 0,-12-2-6 16,0 4 2-16,-7-1-2 0,1 1 2 0,-3-1 0 15,-1 1-2-15,-3 1-7 0,-6 0 5 0,9-3 5 16,-9 3-2-16,0 0 0 0,12-1 2 0,-12 1 1 15,0 0 0-15,6-2-1 0,-6 2 0 0,0 0-4 16,0 0 2-16,0 0-5 0,0 0 1 0,0 0 0 16,0 0 0-16,-31 0-4 0,17 2 2 0,-1 0-2 15,-6 0-1-15,-6 1-1 0,7-2 5 0,-7 2 0 16,-2 0-5-16,-2 0 2 0,1 3-5 0,-1-3 0 16,-2 0-4-16,3 0-1 0,-5 2 2 0,1-2-3 15,-5 0 4-15,5 1 1 0,-4 0-1 0,5 0-1 16,-3 0-1-16,4-1 1 0,3 1 5 0,6-1-4 15,1 0 4-15,6-1 1 0,0-1-2 0,6 0-2 16,3-1 1-16,-1 0-4 0,8 0 5 0,-12 0-5 16,12 0 3-16,0 0 0 0,0 0 2 0,0 0-1 0,0 0-2 15,0 0 4-15,37 0 5 0,-7-4 0 16,5 0-4-16,4 0 3 0,15-1 1 0,0-2 0 16,0-2 5-16,2 3-5 0,-2-2 3 0,-3 0-4 15,-13 2 4-15,1 1 2 0,-3-1-4 0,-2 2 2 0,-1-1 1 16,-4 1 1-16,-8 1-1 0,-1 0 3 0,-2 2-2 15,-7-1-6-15,3 0 4 0,-8 1 0 0,1 1-1 16,-7 0-3-16,12-1 7 0,-12 1-2 0,8-2 4 16,-8 2-2-16,0 0 3 0,0 0-3 0,0 0-4 15,0 0-3-15,0 0 4 0,-31 0-4 0,12 2 1 16,-10 0-4-16,-4 1 4 0,-1-1-1 0,1 1-1 16,-1 3 0-16,0 0 1 0,3-2-1 0,-3-1 1 15,7 1-3-15,-2 1 1 0,-2 0-1 0,-1 0-1 16,3-1-1-16,8 2 1 0,2-5 4 0,5 2 0 15,1 0-4-15,1 0 4 0,5-2-6 0,1 2 0 16,6-3-7-16,-12 2 4 0,12-2-4 0,-7 3 1 16,7-3 1-16,0 0 2 0,0 0 0 0,0 0 8 15,30 1-5-15,-12-5 1 0,5 3 2 0,8-2-1 16,1 0 0-16,1-1-2 0,-3-1-9 0,1 1-5 16,-11 2-18-16,4 0-13 0,-5 0-39 0,0 2-22 15,-5-2-34-15,-1 2-19 0,1 2-117 0,-5-2-305 16,-2 1 135-16</inkml:trace>
  <inkml:trace contextRef="#ctx0" brushRef="#br0" timeOffset="-185988.6">16951 5833 21 0,'0'0'29'0,"0"0"0"16,0 0 1-16,0 0-7 0,0 0-10 0,0 0-2 15,0 0-3-15,0 0-6 0,0 0-10 0,0 0-6 16,0 0-10-16,0 0-26 0,0 0 11 0</inkml:trace>
  <inkml:trace contextRef="#ctx0" brushRef="#br0" timeOffset="-181788.08">18396 4837 42 0,'0'0'59'0,"0"0"1"0,0 0-10 16,-4-12-15-16,4 12-1 0,0 0-6 0,0 0-11 15,0 0-11-15,0 0-8 0,0 0-15 0,0 0-35 16,0 0-57-16,0 0 25 0</inkml:trace>
  <inkml:trace contextRef="#ctx0" brushRef="#br0" timeOffset="-180542.46">18782 4891 50 0,'0'0'95'0,"0"0"0"0,0 0-6 16,0 0-4-16,0 0 1 0,0 0-12 0,0 0-5 15,0 0-3-15,0 0-2 0,0 0-4 0,0 0-3 16,0 0 2-16,0 0-6 0,0 0-7 0,0 0-5 15,0 0-1-15,0 0-8 0,0 0 6 0,0 0-15 16,0 0 2-16,0 0-13 0,0 0-4 0,0 0-8 16,0 0-11-16,0 0-20 0,0 0-15 0,0 0-13 15,0 0-17-15,0 0-17 0,0 0-66 0,0 0-171 16,0 0 75-16</inkml:trace>
  <inkml:trace contextRef="#ctx0" brushRef="#br0" timeOffset="-158648.91">19739 4985 93 0,'0'0'127'0,"0"0"-17"16,0 0-39-16,0 0-39 0,0 0-51 0,0 0-50 16,0 0-75-16,0 0 33 0</inkml:trace>
  <inkml:trace contextRef="#ctx0" brushRef="#br0" timeOffset="-62254.34">25113 7258 14 0,'0'0'10'0,"-5"7"1"0,5-7-4 16,-6 6 5-16,6-6-3 0,-5 5-2 0,5-5-3 16,-3 5 0-16,3-5-1 0,-3 8-2 0,3-8-2 15,-8 10-13-15,5-6-15 0,0 2 7 0</inkml:trace>
  <inkml:trace contextRef="#ctx0" brushRef="#br0" timeOffset="-61576.58">25035 7370 4 0,'0'0'55'0,"0"0"1"0,0 0-5 0,0 0-1 16,0 0 6-16,0 0-7 0,0 0 0 0,0 0 7 0,0 0 1 15,0 0-10-15,0 0 2 0,0 0-1 16,0 0 0-16,0 0-5 0,0 0 0 0,0 0 3 0,0 0 8 16,0 0-6-16,0 0 1 0,0 0 1 15,0 0-6-15,0 0 0 0,0 0 0 0,4-22-5 0,-4 22-1 16,0 0 3-16,0 0-2 0,-6-6 1 0,6 6-10 15,0 0 2-15,-7-4 2 0,7 4-3 0,0 0-7 16,-11-1 2-16,11 1-11 0,0 0 3 0,-14 5 3 16,6-2 12-16,0 2 1 0,-3-1-3 0,2 3-4 15,-2 2 1-15,2-1 10 0,-4 4-1 0,1 0 2 16,-1-1-2-16,-1 0-5 0,3 3 4 0,-3-2 6 16,3 2-6-16,0-1 4 0,5-2-1 0,-2 0 1 15,4 0-7-15,-2-2 0 0,2 1-3 0,1-1-5 16,0 1-8-16,0-4 1 0,3 1-1 0,0-7 3 15,1 13-11-15,1-6 4 0,1-1-1 0,3-1-4 16,1 3 2-16,-2-5 0 0,6 3-2 0,0-1 0 16,2-3-1-16,4-2 5 0,3 2-3 0,-1-4-4 15,4-2 4-15,-3 1 1 0,-1-1-4 0,1-4 5 16,-2 2-3-16,-3 0 1 0,2 0 4 0,-6 1 3 16,0-4 0-16,0 3 1 0,-2-3 0 0,-1 1 0 15,2-1-4-15,-1-2-2 0,-3 4 4 0,-1-1-3 16,1-2-4-16,-3 2-3 0,2-2-4 0,-1 1-4 15,-2-1 5-15,-1-2-3 0,0 3-2 0,-1-2 3 16,0 0-6-16,-2 0-2 0,0 1-1 0,2 3 3 0,-5-2-3 16,0-1 2-16,3 5-1 0,-4-5 3 15,4 5 0-15,-3 0 0 0,1-1 1 0,4 6 0 16,-12-8-3-16,6 6-1 0,-1 0 2 0,7 2 0 16,-15-2 1-16,5 2-7 0,-1 2-4 0,-2 2-1 0,1 0 0 15,-1 0 1-15,1 2 4 0,0 0-1 16,-3 1 4-16,5 2-1 0,-3-2-5 0,3 1-3 15,1 1-16-15,1 0-30 0,0-2-33 0,1 5-26 16,0-2-23-16,2 2-34 0,-4 1-111 0,5-2-314 16,2-2 138-16</inkml:trace>
  <inkml:trace contextRef="#ctx0" brushRef="#br0" timeOffset="-59439.23">25192 7159 42 0,'0'0'107'0,"0"0"-9"16,0 0-1-16,0 0 1 0,0 0 0 0,0 0-13 15,0 0 1-15,0 0-10 0,0 0-14 0,0 0-5 16,-9-2 0-16,9 2 4 0,0 0-16 0,0 0-5 15,0 0-6-15,0 0 5 0,0 0-6 0,0 0-1 16,0 0-10-16,0 0 2 0,0 0-5 0,0 0-8 16,0 0 15-16,0 0-17 0,0 0 1 0,0 0 1 15,0 0-6-15,0 0 4 0,0 0-2 0,0 0 0 0,0 0-1 16,0 0 2-16,0 0-4 0,0 0 3 16,0 0-1-16,0 0 3 0,0 0 5 0,0 0-3 15,0 0 5-15,0 0-5 0,0 0 1 0,-4-6-6 16,4 6 5-16,0 0-5 0,0 0 0 0,-11 0 2 15,11 0 0-15,0 0-3 0,0 0 2 0,-11-1 0 0,11 1-6 16,-7 4-1-16,7-4 0 0,-8 5 0 16,8-5 0-16,-7 5-2 0,7-5 4 0,-5 6-7 15,5-6 4-15,-3 7-2 0,3-7-1 0,0 0 5 16,-4 5-3-16,4-5 5 0,0 0-11 0,0 0 4 0,0 0-1 16,6 10 6-16,-6-10 1 0,0 0 0 0,11 1-1 15,-11-1 4-15,8 2 1 0,-8-2 2 0,0 0 1 16,13-3-3-16,-13 3 3 0,6-3 7 0,-6 3 2 15,6-5 3-15,-6 5 2 0,8-4 0 0,-4 1 0 16,-4 3-5-16,5-10 2 0,-5 10-6 0,0-10 6 16,0 10-4-16,2-11-1 0,-2 11 2 0,-2-12 2 15,2 12 1-15,0-11 3 0,0 11 0 0,-4-10-4 16,4 10-3-16,-3-5-1 0,3 5-1 0,0 0-3 16,-7-8 2-16,7 8-6 0,0 0-2 0,-4-3-2 15,4 3-5-15,0 0 1 0,0 0 1 0,0 0-5 16,0 0-6-16,-14 11 0 0,14-11-3 0,-4 4 1 15,4-4 4-15,-4 7-5 0,4-7 10 0,0 0-7 16,-1 8 0-16,1-8 1 0,0 0 3 0,0 8-3 16,0-8 7-16,0 0-10 0,0 0 12 0,5 7-4 15,-5-7 0-15,0 0 0 0,0 0 4 0,4 5-1 16,-4-5 5-16,0 0-6 0,0 0 3 0,3 4 1 16,-3-4 4-16,0 0 0 0,0 0 6 0,0 0-5 15,0 0 0-15,0 0 2 0,0 0-2 0,0 0 2 16,0 0 3-16,0 0-1 0,0 0 3 0,0 0-1 15,0 0 4-15,0 0-7 0,0 0 3 0,-5-23 4 16,5 23-11-16,0 0-2 0,0 0 1 0,0 0 1 16,0 0-4-16,0 0-4 0,-7-5 2 0,7 5-5 15,0 0-5-15,0 0 0 0,0 0-1 0,0 0 0 0,0 0 2 16,-9 19-2-16,9-19 4 0,0 9-2 16,0-9-2-16,0 0 4 0,3 10-3 0,-3-10 5 15,6 6-2-15,-6-6 0 0,5 7-2 0,-5-7 10 16,7 4 2-16,-7-4-7 0,6 3 8 0,-6-3-3 0,6 2 1 15,-6-2 6-15,0 0 0 0,0 0 0 0,0 0 7 16,0 0-1-16,14-6-2 0,-14 6 1 0,5-6-3 16,-5 6-3-16,2-7 4 0,-2 7 2 0,0-8-7 15,0 8-1-15,0-9 2 0,0 9 1 0,0 0 4 16,-2-11 3-16,2 11-4 0,0 0-1 0,-2-8-1 16,2 8-3-16,0 0-3 0,0 0 0 0,0 0 0 15,-7-5-5-15,7 5 1 0,0 0-1 0,0 0-6 16,0 0 1-16,-13 9 0 0,13-9-3 0,-5 9 1 15,2-4-4-15,3-5 1 0,-3 8-1 0,3-8 8 16,-1 7-1-16,1-7-4 0,0 0-2 0,1 12 1 16,-1-12 4-16,0 0-1 0,8 5 3 0,-8-5 3 15,6 1-1-15,-6-1 1 0,12 1-1 0,-12-1 8 16,0 0 3-16,13-6 0 0,-8 5-9 0,-5 1 1 16,7-4 0-16,-7 4 8 0,7-6-4 0,-7 6 2 15,5-6-1-15,-5 6 5 0,2-7-6 0,-2 7 2 16,2-10-6-16,-2 10-1 0,-2-9 9 0,2 9-5 15,0 0-8-15,-3-9 12 0,3 9-2 0,-4-7-1 16,4 7-3-16,-8-1-2 0,8 1 3 0,0 0 0 16,-17 4 0-16,10 0-14 0,-2 1 13 0,1-1 1 15,1 3-4-15,-2 1 2 0,1-1-3 0,4-1 2 16,-1-1-4-16,5-5-3 0,-5 10 6 0,5-10 0 16,-3 9-4-16,3-9 5 0,0 9 1 0,0-9 0 15,0 0-9-15,7 10 5 0,-3-9 5 0,-4-1-3 16,6 3 1-16,-6-3 2 0,8 3 6 0,-8-3-1 0,0 0 0 15,10 1-4-15,-10-1 1 0,0 0 4 16,0 0 0-16,10-5-5 0,-10 5 4 0,4-6 3 16,-4 6 0-16,0-10-4 0,0 10-10 0,3-8 11 15,-3 8 0-15,-3-8-4 0,3 8 1 0,0 0-1 0,-3-12 3 16,3 12 5-16,0 0-5 0,-3-10-2 16,3 10-6-16,0 0 8 0,-7-4-4 0,7 4 0 15,0 0-3-15,0 0 2 0,0 0 1 0,-13 2-1 16,13-2-10-16,0 0 4 0,-10 7-1 0,10-7-8 0,-4 5 2 15,4-5 10-15,0 0-1 0,-2 10-4 0,2-10 1 16,0 0 5-16,4 11-8 0,-4-11 2 0,4 7 5 16,-4-7-1-16,10 4-1 0,-6-2 1 15,-4-2 10-15,9 4-10 0,-9-4 8 0,8 0 6 0,-8 0-8 16,9 1 6-16,-9-1 5 0,0 0-1 0,0 0-3 16,0 0 0-16,10-7 1 0,-10 7-2 0,2-6 0 15,-2 6 1-15,1-8-4 0,-1 8 2 0,0-12 7 16,0 12-15-16,-1-10 5 0,1 10 3 0,-2-8-3 15,2 8 6-15,-5-8 2 0,5 8-3 0,0 0 5 16,-2-7-5-16,2 7-2 0,0 0-2 0,-9-3-1 16,9 3-2-16,0 0-2 0,-17 7-8 0,10-2 2 15,-2 3-5-15,4-3 2 0,-1 0-7 0,3 1 5 16,1 1-2-16,2-7 8 0,-4 12-7 0,4-12 2 16,0 10 1-16,0-10 3 0,4 7-3 0,-1-4 5 15,1 3 0-15,-4-6 3 0,11 3 0 0,-4-1 0 16,-7-2 4-16,11-2-3 0,-11 2 9 0,10 0 2 15,-10 0 2-15,10-5 3 0,-10 5-5 0,7-4 8 16,-3 0-4-16,-4 4 2 0,1-10-5 0,0 4 1 16,1-1-3-16,-2 7-1 0,-2-14 0 0,2 14 2 15,-2-14-7-15,0 6 5 0,-3 0-6 0,3 4 1 16,2 4 4-16,-9-10-3 0,6 6-5 0,3 4 4 16,-6-6-2-16,6 6-7 0,-9-2 4 0,9 2-3 15,-9 0-10-15,9 0-2 0,-13 4 3 0,8 0-11 16,5-4 5-16,-8 8 4 0,6-4-2 0,2-4 7 15,-5 7-1-15,5-7-3 0,-3 10 5 0,3-10 4 16,0 0-7-16,4 10 3 0,-4-10 0 0,6 5 4 16,-6-5-1-16,7 4 0 0,-7-4 4 0,8 0 3 15,-8 0-1-15,0 0 3 0,10 0 4 0,-10 0 1 0,0 0 5 16,0 0-1-16,10-6-8 0,-10 6 5 16,0 0 1-16,3-8 2 0,-3 8 2 0,0 0 2 15,-2-10-4-15,2 10 3 0,0 0-3 0,-5-10-7 16,5 10 1-16,-9-6-6 0,6 3 5 0,3 3-7 0,0 0-3 15,-8-4-7-15,8 4-6 0,0 0-17 16,0 0-20-16,0 0-20 0,-12 7-14 0,12-7-22 16,-1 11-30-16,0-1-91 0,1-10-253 0,3 14 111 15</inkml:trace>
  <inkml:trace contextRef="#ctx0" brushRef="#br0" timeOffset="-51870.23">31645 5673 25 0,'0'0'42'0,"0"0"0"16,0 0 1-16,0 0-5 0,0 0-13 0,0 0 7 16,0 0-1-16,0 0 7 0,0 0 3 0,0 0-5 15,0 0 7-15,0 0-7 0,0 0 8 0,0 0-2 16,0 0-17-16,-25-1 2 0,25 1-9 0,0 0-1 16,0 0-2-16,-11-2-3 0,11 2 0 0,0 0 1 15,0 0 1-15,-10-1 1 0,10 1 1 16,0 0-2-16,0 0-1 0,0 0 3 0,-9 1-5 0,9-1 3 15,0 0-9-15,0 0 0 0,0 0 2 0,0 0-10 16,0 0 5-16,0 0-1 0,0 0 4 0,0 0-6 16,0 0 5-16,0 0 5 0,0 0 2 0,0 0-12 15,32 2 11-15,-13-1-1 0,9-1 2 16,2 0-6-16,2-1 18 0,0-1-18 0,2 2 7 16,0-1-1-16,-4-1-4 0,-3 2 0 0,-4-3-2 0,-3 2 3 15,-2-2 0-15,0 2-1 0,-5 1 12 0,1 0-16 16,-4-2-2-16,1 0 2 0,0 0 2 15,-4 2-5-15,1 0 3 0,-8 0 6 0,11-3-4 0,-11 3 3 16,8 0 7-16,-8 0-13 0,0 0-2 0,8-2 9 16,-8 2-8-16,0 0 3 0,0 0 3 15,0 0 1-15,9-1-8 0,-9 1 2 0,0 0 8 0,0 0 1 16,0 0-6-16,0 0-5 0,0 0 0 0,0 0 2 16,0 0-9-16,0 0-11 0,0 0-8 0,7-1-24 15,-7 1-15-15,0 0-21 0,0 0-58 0,0 0-156 16,0 0 69-16</inkml:trace>
  <inkml:trace contextRef="#ctx0" brushRef="#br0" timeOffset="-48722.51">31830 6213 77 0,'0'0'103'0,"0"0"-10"0,0 0 7 0,0 0-19 15,0 0-1-15,0 0 9 0,0 0-11 0,0 0-4 16,0 0-19-16,0 0 1 0,0 0-4 0,0 0-1 16,0 0-7-16,0 0-5 0,0 0 3 0,0 0-3 15,0 0-4-15,0 0 1 0,0 0 12 0,0 0-13 16,0 0 3-16,0 0-1 0,0 0-7 0,0 0 2 15,0 0-9-15,0 0 2 0,0 0-4 0,0 0-7 16,0 0 6-16,0 0-5 0,0 0 1 0,0 0-1 16,0 0-1-16,0 0-5 0,0 0 5 0,14-1-3 15,-14 1 3-15,12-1-2 0,-12 1-7 0,15 0 9 16,-5 0-10-16,2 0 7 0,-1-1-6 0,-2 1 0 16,3 0 1-16,-3 0 0 0,-9 0-2 0,16 0 2 15,-8 0-10-15,-8 0 5 0,14 1-13 0,-6 0 0 16,-8-1-14-16,15 0-21 0,-11 1-43 0,-4-1-37 15,8 1-109-15,-8-1-256 0,0 0 113 0</inkml:trace>
  <inkml:trace contextRef="#ctx0" brushRef="#br0" timeOffset="-47742.04">31327 6599 36 0,'0'0'223'15,"0"0"-1"-15,0 0-7 0,0 0-12 0,0 0-9 0,0 0-10 16,0 0-28-16,0 0-9 0,0 0-9 15,0 0-7-15,0 0-10 0,0 0-7 0,0 0-8 16,0 0-10-16,0 0-12 0,0 0-1 0,0 0-14 16,0 0-11-16,0 0-6 0,0 0-12 0,0 0-18 15,0 0-16-15,5-6-27 0,-5 6-20 0,0 0-27 16,0 0-13-16,16 0-24 0,-8-1-24 0,2 1-50 16,3-1-15-16,-1 2-120 0,0-2-340 0,-4-1 150 15</inkml:trace>
  <inkml:trace contextRef="#ctx0" brushRef="#br0" timeOffset="-47392.3">31591 6527 112 0,'5'-4'154'0,"-5"4"1"0,0 0-12 16,0 0-10-16,0 0-9 0,0 0-11 0,9-2-18 15,-9 2-7-15,0 0-6 0,0 0-7 0,0 0-9 16,0 0-13-16,0 0-4 0,0 0-4 0,0 0-6 15,0 0-5-15,0 0-6 0,10 4 3 0,-10-4-6 16,0 0-7-16,0 0 1 0,0 0-10 0,0 0 4 16,0 0 1-16,0 0-4 0,-1 10-3 0,1-10 0 15,0 0-6-15,0 10-7 0,0-10-2 0,1 6 0 16,-1-6-6-16,2 8 2 0,-2-8 6 0,3 6-7 16,-3-6 4-16,4 8 6 0,-4-8-2 0,7 7-7 15,-3-4 14-15,-4-3-6 0,5 6-4 16,0-2 0-16,-5-4-1 0,6 6 3 0,-3-3 4 15,-3-3 1-15,0 0 7 0,5 7-4 0,-5-7-4 16,4 4-4-16,-4-4 1 0,0 0 16 0,0 0-8 0,0 0-3 16,0 0 7-16,2 6-4 0,-2-6-2 0,0 0-6 15,0 0 3-15,0 0-7 0,-16 6 2 0,9-4-22 16,7-2-20-16,-11 2-5 0,11-2-19 0,-11 5-23 16,5-4-19-16,6-1-84 0,-11 2-215 0,4-1 95 15</inkml:trace>
  <inkml:trace contextRef="#ctx0" brushRef="#br0" timeOffset="-47109.83">31816 6551 22 0,'0'0'84'16,"4"9"-10"-16,-1-2 5 0,-2-1-7 0,1 1-3 15,-2-7 6-15,4 9-7 0,-1-1 4 0,-3-8-16 16,3 9-1-16,-1-5-10 0,-2-4 7 0,4 7-3 16,-4-7-6-16,2 6 17 0,-2-6 2 0,0 0 4 15,4 4-1-15,-4-4-9 0,0 0 5 0,0 0-15 0,13-2-3 16,-13 2-9-16,9-6 2 0,-3 2-8 16,1-1-8-16,-3 1-4 0,2-2-18 0,-2 1-26 15,2-4-27-15,-3 4-48 0,-1-2-117 0,-2 7-239 16,-4-14 106-16</inkml:trace>
  <inkml:trace contextRef="#ctx0" brushRef="#br0" timeOffset="-44559.6">28152 6979 42 0,'0'0'70'0,"0"0"-4"16,0 0 3-16,0 0 3 0,0 0-8 15,0 0-4-15,0 0 15 0,0 0-15 0,0 0-6 0,0 0 3 16,0 0-7-16,0 0 3 0,0 0-9 0,0 0-8 16,0 0-4-16,0 0 8 0,0 0-26 0,0 0 2 15,0 0-1-15,0 0-10 0,0 0-8 0,0 0 1 16,0 0-10-16,0 0-5 0,7-20-3 0,-7 20 4 16,0 0-7-16,0 0 5 0,0 0-1 0,0 0 5 15,0 0-3-15,0 0 9 0,0 0-11 0,0 0 12 16,0 0-2-16,0 0 3 0,0 0-1 0,0 0 2 15,0 0-13-15,0 0 13 0,0 0 6 0,0 0-10 16,0 0 11-16,0 0-5 0,0 0 3 0,0 0 9 16,-17 11-14-16,17-11 6 0,0 0 8 0,0 0-7 15,0 0 2-15,0 0-1 0,0 0 11 0,0 0 7 16,0 0-2-16,0 0 9 0,0 0-10 0,0 0 32 16,0 0-11-16,0 0-6 0,0 0 17 0,0 0-7 15,0 0 0-15,0 0-11 0,0 0 0 0,0 0 5 16,0 0-5-16,0 0-8 0,0 0 4 0,0 0-2 15,0 0-1-15,0 0-11 0,0 0 8 0,0 0-8 16,0 0-2-16,0 0 2 0,24-11 0 0,-15 6-2 16,4-5-2-16,5 1 2 0,-2-1-2 0,9-5-1 15,3 4-2-15,0-2 3 0,5-3-5 0,-1 2-2 16,5 0 0-16,12-6-5 0,-2 0 2 0,2 1 2 16,2 1-6-16,-3 1 5 0,2 0 2 0,-14 6-8 0,1-1 3 15,-1 0 1-15,3 1-5 0,-2 0 6 16,-2 1 2-16,-2 2-4 0,0-2 6 0,2 1-2 15,-3 0 4-15,2 4-5 0,1-3 6 0,-1 2-3 16,-1 0 9-16,-1 2-1 0,3 0 3 0,0-2 5 0,-6 1 0 16,2 2-3-16,-1-2 1 0,-3 2 3 15,-9-1 2-15,2 2 0 0,-2-1 5 0,-5 3-8 16,0-1 5-16,-4-1-5 0,-2 1 2 0,0 0 1 16,-7 1 4-16,11-2-2 0,-11 2 5 0,0 0 6 0,11-2-2 15,-11 2 9-15,0 0-3 0,0 0-2 0,9 0 1 16,-9 0-7-16,0 0-2 0,0 0-6 15,0 0-4-15,0 0-10 0,0 0-17 0,0 0-26 16,0 0-31-16,0 0-27 0,0 0-20 0,0 0-19 16,-22 14-17-16,5-7-12 0,-3 0-99 0,-8 2-279 0,1 1 124 15</inkml:trace>
  <inkml:trace contextRef="#ctx0" brushRef="#br0" timeOffset="-44127.19">28248 6777 13 0,'0'0'127'0,"0"0"-5"0,0 0-16 0,0 0-10 0,0 0-10 15,0 0-17-15,0 0-3 0,0 0-5 16,0 0-8-16,-10 4-6 0,10-4-3 0,0 0-6 16,-3 6 8-16,3-6 2 0,-5 6-3 0,-3 2 7 0,1-2-8 15,0 2-8-15,1-1 2 0,1-1 3 0,0-2-7 16,-1 2-2-16,1-1-4 0,-1-1 6 0,6-4-8 16,-5 10-2-16,2-7 1 0,3-3-3 0,-8 4-1 15,8-4-4-15,-3 4 1 0,3-4-8 16,0 0 0-16,-6 4-1 0,6-4 5 0,0 0-8 0,0 0-3 15,0 0 5-15,-4 6-4 0,4-6-6 0,0 0 3 16,0 0 0-16,0 0-3 0,0 0 5 0,9 14 0 16,-5-10-1-16,3 0 0 0,-1-2 0 15,6 2 0-15,2 0-2 0,3 1-4 0,6-1-7 0,4 2-3 16,2-4-13-16,0 3-10 0,1-2-30 0,-1-1-36 16,2 0-33-16,-4 4-70 0,1-4-224 0,0 1 100 15</inkml:trace>
  <inkml:trace contextRef="#ctx0" brushRef="#br0" timeOffset="-43575.41">30072 6720 21 0,'2'-11'167'0,"-2"11"-1"0,0 0-6 0,0 0 0 16,0 0-5-16,0-9-10 0,0 9-6 0,0 0-12 15,0 0-13-15,0 0-13 0,0 0-11 0,0 0-9 16,0 0-12-16,0 0 0 0,0 0-12 0,0 0-5 16,0 0-9-16,0 0-7 0,0 0-2 0,0 0-2 15,0 0-1-15,17 20 0 0,-11-12 0 0,-1 1 6 16,2-2-12-16,-1 3 1 0,0-3-4 0,0 0-2 16,-2-1-2-16,2-1 0 0,-2 2-5 0,-1-1 3 15,3-2-5-15,-3 2-1 0,3-2 2 0,-3 1-3 16,2-1 0-16,-1 3 2 0,-4-7-6 0,8 6 1 15,-4-3 2-15,-4-3-2 0,5 7 0 0,-5-7-2 16,6 6 3-16,-6-6 0 0,8 1 4 0,-8-1-6 16,0 0 1-16,8 3 3 0,-8-3 8 0,0 0-2 15,10-5 2-15,-4 0-1 0,2-4 2 0,-2 0-2 16,3-2 2-16,-1-3 11 0,1 5-1 0,1-6-4 16,-2 0-2-16,3 1-1 0,-2-1-5 0,-1-1-1 15,-3 5 1-15,3 2-5 0,-3 0-2 0,-3 4 0 16,3-3-3-16,-2 3-5 0,-3 5-17 0,5-8-17 15,-5 8-24-15,3-6-26 0,-3 6-51 0,0 0-40 16,0 0-5-16,0 0-11 0,0 0-128 0,0 0-344 16,7 15 152-16</inkml:trace>
  <inkml:trace contextRef="#ctx0" brushRef="#br0" timeOffset="-43176.18">30511 6774 168 0,'0'0'201'0,"0"0"-12"0,0 0-4 0,0 0-4 16,1-4-10-16,-1 4-11 0,0 0-15 0,0 0-17 16,0 0-8-16,0 0-17 0,0 0-13 0,0 0-11 15,0 0-4-15,0 0-7 0,0 0 4 0,-17 13-8 16,9-4-5-16,2 1-9 0,-2 1-5 0,2-2-3 16,2 0-7-16,-3 2 1 0,3-2-8 0,1 1-2 15,1-4 1-15,4 4-5 0,-4 0-4 0,4-1-1 16,-2-9-4-16,0 13-2 0,1-8 0 0,-1-5 2 15,4 8-3-15,-2-5-2 0,-2-3-2 0,7 9-1 16,-1-6-2-16,-6-3 2 0,12 1-4 0,-12-1 1 16,0 0 0-16,0 0 2 0,15-7-3 0,-15 7 0 15,10-11 1-15,-10 11 0 0,8-8-1 0,-8 8 2 16,10-9-3-16,-10 9 2 0,7-4 0 0,-7 4 0 0,7-7 1 16,-7 7 4-16,0 0-6 0,6-5-2 15,-6 5-1-15,0 0-3 0,0 0 2 0,0 0 1 16,0 0-1-16,0 0-2 0,0 0 4 0,0 0-3 15,11 8 2-15,-11-8 2 0,0 10-4 0,0-3 1 16,0-7 1-16,2 17-14 0,-2-17-21 0,0 18-26 0,2-8-13 16,-1-2-25-16,-1-8-42 0,1 18-32 15,3-10-172-15,-2 2-375 0,-2-10 167 0</inkml:trace>
  <inkml:trace contextRef="#ctx0" brushRef="#br0" timeOffset="-42841.96">30773 6846 94 0,'0'0'162'0,"-10"-1"-3"0,10 1-5 15,-14 1-6-15,14-1-14 0,-17 4-8 0,8 0-8 16,-1 2-11-16,1-1-11 0,1 2-12 0,0 0-11 16,0 0-5-16,4 3-6 0,-2-3-8 0,4 2-4 15,-1 1 3-15,1-1-10 0,2-1-1 0,0-8-6 16,3 15-9-16,-2-9-6 0,2 3 4 0,1-3-7 15,-1 1-4-15,3 0 5 0,1 1-5 0,-3-3 0 16,0-1-4-16,0 2-1 0,0 0 1 0,-1-2-1 0,-3-4 2 16,6 6-6-16,-4 0 2 0,-2-6 1 15,4 4-3-15,-4-4 6 0,0 0 7 0,4 7 11 16,-4-7 5-16,0 0 5 0,0 0 8 0,1 8 2 16,-1-8-1-16,0 0-4 0,-15 7-1 0,10-3-7 15,-6-3-3-15,0 3-6 0,-1 0-17 0,2 0-21 0,-3-2-28 16,4 5-37-16,0-6-44 0,9-1-42 0,-12 5-51 15,5-1-110-15,7-4-350 0,0 0 156 16</inkml:trace>
  <inkml:trace contextRef="#ctx0" brushRef="#br0" timeOffset="-42676.65">31004 6965 110 0,'0'0'163'0,"0"0"-16"0,0 0-21 0,11-2-7 16,-11 2-16-16,9 0-13 0,-9 0-19 0,14 1-20 0,-7 2-14 16,1-1-19-16,2 1-51 0,-3-1-45 15,-7-2-76-15,11 7-168 0,-7-3 75 0</inkml:trace>
  <inkml:trace contextRef="#ctx0" brushRef="#br0" timeOffset="-42521.35">31047 7051 17 0,'0'0'164'15,"0"0"9"-15,-12 0 5 0,12 0-3 16,0 0-1-16,-9 2-13 0,9-2-13 0,0 0-17 16,0 0-12-16,0 0-14 0,0 0-13 0,-6 3-13 15,6-3-8-15,0 0-9 0,0 0-19 0,0 0-22 16,0 0-28-16,18 11-38 0,-8-9-50 0,0-1-75 0,3 3-96 16,0-4-289-16,2 1 128 0</inkml:trace>
  <inkml:trace contextRef="#ctx0" brushRef="#br0" timeOffset="-42341.51">31357 7086 106 0,'0'0'191'0,"0"0"-17"0,8 0-9 16,-8 0-10-16,0 0-14 0,0 0-14 0,0 0-10 16,20-4-10-16,-6 0-2 0,7 4-19 0,-1-1-12 15,10 1-19-15,-2-3-14 0,1 2-30 0,-1 1-26 16,-1-2-67-16,-5 4-69 0,-4-4-84 0,0 2-254 0,2 0 112 15</inkml:trace>
  <inkml:trace contextRef="#ctx0" brushRef="#br0" timeOffset="-41854.2">32071 7051 33 0,'0'0'195'15,"0"0"10"-15,7-1 17 0,-7 1 7 0,0 0 6 16,0 0-5-16,0 0-3 0,0 0-13 0,0 0-18 0,0 0-17 15,0 0-7-15,0 0-12 0,0 0-20 0,0 0-10 16,0 0 0-16,-34 3-11 0,20 0-3 0,2-3-14 16,-6 3-5-16,-1-2-11 0,1 3-11 0,-4-4-4 15,1 0-7-15,3 0-7 0,-3 0 1 0,6-4-16 16,1 3 0-16,2-1-1 0,0 2-2 0,5-1-14 16,-2-1 2-16,9 2 0 0,-10-1-6 0,10 1 2 15,-10-3-7-15,10 3 7 0,-5-4-11 0,5 4-2 16,-5-5-9-16,5 5-7 0,0 0-2 0,0-10-1 15,0 10-1-15,5-13-3 0,0 9-5 0,4-4 2 16,-2-1-2-16,1 2 0 0,1-1 4 0,1-1-2 16,1 1-1-16,-1 2 8 0,1-3-3 0,-2 1-3 15,0 3 2-15,1 0 0 0,-3-2 1 0,2 0 8 16,0 1-8-16,-1 0 4 0,0 1 1 0,-1 1-1 16,0 3 4-16,0-3-4 0,-7 4 2 0,7-3 3 15,-7 3-3-15,8-3-3 0,-8 3 8 0,0 0-9 16,8-3 3-16,-8 3 4 0,0 0-8 0,0 0 3 15,0 0 2-15,9 6-1 0,-9-6 4 0,5 12 8 16,-4-6-8-16,0 5 3 0,3-4 3 0,-4 6 5 16,3 3-2-16,-2-5-1 0,2 6 1 0,-2-4-3 15,1-2 2-15,1 4-1 0,-1-2 0 0,2-2 1 16,-2 1-1-16,-1 1-1 0,1-1 8 0,5 2-9 16,-7-2-6-16,2-2-13 0,1 0-32 0,0 2-40 15,-1-2-31-15,-1-1-38 0,3 1-37 0,-1 0-38 16,-1-2-36-16,-1 1-175 0,-1-2-480 0,3-2 213 15</inkml:trace>
  <inkml:trace contextRef="#ctx0" brushRef="#br0" timeOffset="-41514.57">32317 6977 35 0,'0'0'252'0,"0"0"-11"0,0-8-21 15,0 8-25-15,0 0-21 0,0 0-18 0,0 0-16 16,0 0-13-16,0 0-12 0,0 0-12 0,0 0-6 16,10 22-12-16,-8-11-7 0,-1 5-6 0,3 0-8 0,0 0-9 15,-2-3-3-15,-1-2-5 0,3 1 8 16,0 1-15-16,-1-4-5 0,0-3 7 0,-1 2-10 16,0-2-2-16,1 1-4 0,-3-7 4 0,4 10 1 15,-2-6 3-15,-2-4 5 0,0 0 11 0,3 8 11 16,-3-8 7-16,0 0 10 0,4 4 3 0,-4-4-6 15,0 0-4-15,0 0-9 0,17-14-10 0,-9 5-2 16,1 2-8-16,0-3-1 0,0 1-6 0,4-4-4 16,-1 0 0-16,-1-3-16 0,0 3-1 0,1-2-2 15,1 1-5-15,-3-1-7 0,1 1-9 0,-3 5-11 0,0 1-24 16,-2-1-34-16,-1 3-34 0,-1 0-58 0,0 0-65 16,-4 6-54-16,0 0-149 0,0 0-473 15,0 0 211-15</inkml:trace>
  <inkml:trace contextRef="#ctx0" brushRef="#br0" timeOffset="-41325.85">31928 7381 247 0,'-3'2'230'0,"3"-2"-16"0,-9 3-10 15,9-3-12-15,0 0-10 0,0 0-17 0,0 0-20 0,51-3-16 16,-20 2-10-16,8-3-19 0,11-3-17 0,4 3-32 15,-3-6-46-15,3 7-51 0,-1 0-41 16,5 1-72-16,-3 0-137 0,5 0-321 0,-4 3 143 16</inkml:trace>
  <inkml:trace contextRef="#ctx0" brushRef="#br0" timeOffset="-30056.54">25117 7193 43 0,'0'0'37'0,"0"0"-3"0,0 0-2 16,0 0-7-16,0 0-6 0,0 0 3 0,0 0-11 16,0 0-4-16,0 0-4 0,0 0-7 0,0 0-35 0,0 0-41 15,0 0 19-15</inkml:trace>
  <inkml:trace contextRef="#ctx0" brushRef="#br0" timeOffset="-29356.3">25183 7173 57 0,'0'0'92'0,"0"0"-16"0,0 0 3 0,0 0-22 16,0 0 7-16,0 0-4 0,0 0-15 0,0 0-12 15,0 0 1-15,0 0 0 0,0 0-8 0,0 0 1 16,0 0-12-16,0 0 2 0,0 0-6 15,0 0 5-15,0 0-7 0,0 0-5 0,0 0 3 16,0 0-5-16,0 0-7 0,0 0 8 0,0 0 3 0,0 0-6 16,0 0-4-16,0 0 4 0,0 0 4 0,0 0-2 15,0 0-3-15,0 0 1 0,0 0 6 16,0 0 4-16,0 0 7 0,0 0-7 0,0 0 14 16,0 0-11-16,0 0 4 0,0 0-2 0,0 0 0 0,0 0 1 15,0 0 3-15,0 0-3 0,0 0-5 0,0 0 6 16,0 0-7-16,0 0 10 0,0 0-2 15,0 0 1-15,0 0-5 0,0 0-4 0,0 0-15 16,0 0 12-16,0 0 2 0,0 0-4 0,0 0-2 0,0 0 3 16,0 0-5-16,0 0 2 0,0 0-1 0,0 0-7 15,0 0 6-15,0 0-16 0,0 0 7 0,0 0 6 16,0 0-3-16,0 0-4 0,0 0 12 0,0 0-14 16,0 0 10-16,0 0-10 0,0 0 8 0,0 0-2 15,0 0 0-15,0 0 5 0,0 0 5 0,0 0 4 16,0 0-18-16,0 0 18 0,0 0-5 0,0 0-2 15,0 0 4-15,0 0-6 0,0 0-5 0,0 0 17 16,0 0-1-16,0 0 3 0,0 0-10 0,0 0 2 16,0 0 4-16,0 0-16 0,0 0 7 0,0 0 8 15,0 0-1-15,0 0-9 0,0 0 16 0,0 0-16 16,0 0-2-16,0 0 2 0,0 0-4 0,0 0 1 16,0 0 0-16,0 0-2 0,0 0 7 0,0 0-4 15,0 0 1-15,0 0-2 0,0 0 0 0,0 0 1 16,0 0 5-16,-2-12 3 0,2 12-1 0,0 0-6 15,0 0 4-15,0 0 6 0,0 0-8 0,0 0-14 16,0 0 21-16,0 0-6 0,0 0 8 0,0 0 11 16,0 0-11-16,0 0 15 0,-9-4-12 0,9 4-1 15,0 0 0-15,0 0 6 0,0 0-13 0,0 0 1 16,0 0 3-16,0 0-3 0,0 0 1 0,0 0 0 16,0 0-3-16,0 0-10 0,0 0 1 0,0 0 5 15,0 0-13-15,0 0-15 0,0 0-10 0,0 0-28 16,0 0-12-16,0 0-17 0,0 0-56 0,0 0-165 15,0 0 72-15</inkml:trace>
  <inkml:trace contextRef="#ctx0" brushRef="#br0" timeOffset="-29052.19">24948 7564 19 0,'0'0'25'0,"0"0"-26"0,0 0-7 15,0 0-8-15,0 0 4 0</inkml:trace>
  <inkml:trace contextRef="#ctx0" brushRef="#br0" timeOffset="-28850.93">25134 7568 24 0,'0'0'82'0,"0"0"-14"16,0 0-26-16,0 0-30 0,0 0-21 15,0 0-28-15,2 4-40 0,-2-4 19 0</inkml:trace>
  <inkml:trace contextRef="#ctx0" brushRef="#br0" timeOffset="-28074.63">28129 7122 90 0,'0'0'95'16,"0"0"-15"-16,0 0 1 0,0 0-18 0,0 0-15 15,0 0 4-15,0 0-20 0,0 0-15 0,0 0-15 16,0 0-20-16,0 0-20 0,0 0-46 0,0 0-91 16,0 0 40-16</inkml:trace>
  <inkml:trace contextRef="#ctx0" brushRef="#br0" timeOffset="-27720.44">28024 7123 11 0,'0'0'31'0,"0"0"-24"15,0 0-16-15,0 0-8 0,0 0 3 0</inkml:trace>
  <inkml:trace contextRef="#ctx0" brushRef="#br0" timeOffset="-23875.24">26933 965 84 0,'0'0'169'0,"0"0"5"0,0 0 3 0,-18-49-10 16,18 49-17-16,0 0 13 0,-7-31 0 15,7 31-8-15,0 0-14 0,-6-33-10 0,6 33-9 16,0 0-4-16,-6-29 7 0,6 29-10 0,0 0-8 16,0 0-10-16,0 0-9 0,0 0-11 0,-6-32-11 15,6 32-9-15,0 0-12 0,0 0-2 0,0 0-2 16,0 0-6-16,0 0-6 0,0 0-2 0,0 0-2 15,0 0-6-15,0 0 3 0,52 66-7 0,-39-42 2 16,1-3-2-16,1 3-5 0,-3-2 2 0,1 0-1 16,-2 2-4-16,3-2 2 0,-8-5-3 0,1-1 3 15,3 1-4-15,-4-2-1 0,-1-2-1 0,-1-4 0 16,0 3-1-16,1-1 1 0,-1-4 0 16,-4-7-1-16,5 12 2 0,0-9 1 0,-5-3 1 0,4 8 0 15,-4-8-8-15,0 0 15 0,0 0-5 0,0 0 3 16,0 0-2-16,0 0-4 0,0 0-1 0,11-25 2 15,-9 9 0-15,2-2-3 0,-1-1-2 0,-2-4 2 16,-1 23-3-16,10-49 1 0,-10 49-2 0,5-57-2 16,1 34 5-16,-6 23-14 0,14-49 9 15,-9 25 4-15,-5 24-15 0,6-36 4 0,-6 36-8 16,9-33-10-16,-9 33-13 0,0 0-28 0,0 0-43 16,7-26-35-16,-7 26-7 0,0 0-26 0,0 0-21 15,0 0-161-15,0 0-391 0,0 0 174 0</inkml:trace>
  <inkml:trace contextRef="#ctx0" brushRef="#br0" timeOffset="-23464.53">27357 998 23 0,'0'0'187'0,"0"0"-3"0,0 0-15 0,0 0-13 16,0 0-14-16,0 0-15 0,0 0-6 0,0 0-1 15,-36 4-9-15,25 13-6 0,-3 3-4 0,1 2-13 16,-3-2-7-16,3 5-6 0,4-1-10 16,5-7-13-16,-4 2 1 0,4-1-12 0,0-1 4 15,2-1-5-15,2-3-8 0,0-1-2 0,4-2-2 0,-4-10-8 16,4 18 2-16,1-10 1 0,2 1-6 16,-3-5 1-16,-4-4-5 0,13 6-2 0,-13-6 3 15,9 4 2-15,-9-4-5 0,19-5 2 0,-19 5-7 16,18-9 1-16,-10 1 7 0,-1 0-2 0,0-2-10 15,2 0 6-15,-4 0 1 0,1-6-1 0,1 4 1 16,-1-3-9-16,2 5 6 0,-6-1 0 0,2 1-6 16,-4 10 11-16,5-12-4 0,-3 6-6 0,-2 6 8 15,0 0-5-15,4-12-8 0,-4 12 5 0,0 0-6 16,0 0 10-16,0 0-4 0,0 0-3 0,0 0 5 16,7 25-8-16,-4-17 3 0,-3 6 1 0,0 3 3 15,0-1-1-15,0 2-1 0,0 0-20 0,0-1-25 16,2 1-29-16,-2-2-45 0,4 0-18 0,-2-3-41 15,1-3-138-15,-3-10-342 0,4 19 152 16</inkml:trace>
  <inkml:trace contextRef="#ctx0" brushRef="#br0" timeOffset="-23141.83">27647 1023 118 0,'0'0'157'0,"-9"-6"-14"0,9 6-17 16,-11 0-8-16,11 0-14 0,0 0-9 0,-25 8-11 16,16 1-7-16,2-1-8 0,-2 3-9 0,3 0-10 15,-1 0-5-15,5 1-2 0,-1 4-1 0,3-3-23 16,-1-2-9-16,3 5 24 0,2 1-12 0,3-5-8 16,-1 3-16-16,3-5 9 0,0 3-6 15,-2-3-2-15,4 0 2 0,-2-2-6 0,0 0-2 16,-2-1 6-16,2 2-6 0,-2-4 8 0,-1 2 6 15,-6-7-13-15,9 10-2 0,-9-10 11 0,8 10-5 16,-8-10 5-16,2 10 3 0,-2-10-1 0,0 0 8 16,-7 20-11-16,-2-11 2 0,-4 3 7 0,-2-4 1 15,-2 1-2-15,3-1-4 0,-1 0-21 0,3-3-5 16,1 1-52-16,0-1-6 0,11-5-50 0,-16 7-67 16,16-7-212-16,-13 2 94 0</inkml:trace>
  <inkml:trace contextRef="#ctx0" brushRef="#br0" timeOffset="-22809.48">27914 1095 129 0,'0'0'130'0,"0"0"2"15,0 0-11-15,0 0-2 0,0 0-5 0,0 0-9 16,-15 38-1-16,11-26-8 0,-1 3-2 0,3-1-21 15,-1-3-4-15,3 1-5 0,3 1-9 0,-1-3-6 16,2 0-3-16,-4-10-5 0,11 19 5 0,-5-10-7 16,-6-9-6-16,12 10-6 0,-12-10-9 0,12 6 7 15,-2-3 2-15,-10-3-9 0,15 0 4 0,-15 0 5 16,17-6-3-16,-6 2 0 0,-4-3-1 0,2-1 22 16,0-1 4-16,-4 1-2 0,0-2-7 15,-1-2-2-15,-4 0 0 0,2 0-10 0,-3-5-1 16,-1 1-1-16,-1 5-6 0,-2-1-8 0,0-4 1 15,0 2-11-15,0 5-7 0,-1 0-3 0,6 9-18 16,-9-12-13-16,9 12-41 0,-12-11-26 0,12 11-9 16,-14-3-28-16,14 3-8 0,-16 3-117 0,7 3-290 15,9-6 129-15</inkml:trace>
  <inkml:trace contextRef="#ctx0" brushRef="#br0" timeOffset="-22423.88">28159 1062 45 0,'0'0'174'0,"11"-3"-19"0,-11 3-15 16,0 0-18-16,0 0-8 0,0 0-8 0,14-4-14 15,-14 4-10-15,13-6-6 0,-2 5-6 0,1-2-13 16,1 3-5-16,-2-3-14 0,-2 3-18 0,5-2-26 16,-14 2-31-16,14-1-27 0,-14 1-10 0,11-1-7 15,-11 1 10-15,0 0-6 0,0 0 14 0,0 0-2 16,0 0 4-16,0 0-1 0,0 0 9 15,0 0 12-15,0 0 10 0,-39 10 11 0,30-7 4 16,-1-2 16-16,10-1 8 0,-17 1 6 0,17-1 22 16,-11 2-7-16,11-2 16 0,0 0-9 0,-13 4 6 15,13-4-19-15,0 0 9 0,-9 6 9 0,9-6-5 16,-6 15 11-16,3-3-8 0,0-2 8 0,2 5 8 16,-1 5 2-16,-1-2-2 0,-2-1-8 0,3 0 3 15,-2 2-2-15,2-2-3 0,2-1-5 0,0-5-1 16,0 6-2-16,0-17-5 0,2 25-9 0,-2-13 8 15,-2 2-6-15,2-14-8 0,3 23-2 0,-2-10 0 16,-1-13-21-16,0 22-25 0,0-9-10 0,0-13-30 16,0 21-71-16,-1-10-81 0,1-11-241 15,-6 18 106-15</inkml:trace>
  <inkml:trace contextRef="#ctx0" brushRef="#br0" timeOffset="-22272.6">28146 1347 129 0,'10'-7'119'0,"1"1"-16"16,1-2-3-16,3 3-3 0,4-3-15 0,1 1-12 15,0 2-23-15,8-2-36 0,-1 0-33 0,-5-1-49 16,-1 4-41-16,-4-2-119 0,3-2 53 0</inkml:trace>
  <inkml:trace contextRef="#ctx0" brushRef="#br0" timeOffset="-22041.51">28507 1136 112 0,'0'0'193'0,"0"0"-16"16,0 0-21-16,-6-6-20 0,6 6-13 15,0 0-15-15,0 0-15 0,0 0-4 0,0 0 10 16,0 0 13-16,0 0 3 0,4 32 2 0,-3-15-10 16,-1-2-13-16,1 1-5 0,-1 3-1 0,0-5-11 15,3 3-6-15,-3-6-3 0,2 6-6 0,0-6-13 16,-1-1-2-16,0 0-4 0,1-1-2 0,-2-9-7 15,2 14 0-15,-2-14-6 0,3 11-3 0,-3-11-16 16,2 9-12-16,-2-9-14 0,0 0-18 16,3 11-17-16,-3-11-18 0,0 0-49 0,0 0-23 0,0 0-21 15,0 0-8-15,0 0-4 0,0 0-101 0,-14-24-297 16,10 13 133-16</inkml:trace>
  <inkml:trace contextRef="#ctx0" brushRef="#br0" timeOffset="-21909.28">28497 1169 345 0,'3'-20'-5'16,"2"1"8"-16,-3 1 5 0,1 0 23 0,2 2-2 15,0 0 7-15,-2 6 13 0,2 0 0 0,-3 2 2 16,3 0-6-16,-5 8-4 0,9-10-11 0,-3 5 1 16,4 0 3-16,1 1-3 0,1 1-6 0,2 3-8 15,-1 0-9-15,-2 2-48 0,2-1-40 0,0 3-43 16,-13-4-134-16,17 11 59 0</inkml:trace>
  <inkml:trace contextRef="#ctx0" brushRef="#br0" timeOffset="-21771.31">28552 1235 6 0,'0'0'137'0,"0"0"-11"0,0 0-18 0,0 0-18 16,32-12-40-16,-14 5-39 0,13-1-43 0,-5-3-51 16,-1 1-90-16,0 0 41 0</inkml:trace>
  <inkml:trace contextRef="#ctx0" brushRef="#br0" timeOffset="-21426.57">29113 800 171 0,'0'0'228'0,"0"0"8"15,0 0-4-15,0 0-8 0,0 0-15 0,0 0-20 16,-13-39-14-16,13 39-18 0,0 0-18 0,0 0-14 16,0 0-17-16,0 0-15 0,0 0-17 0,0 0-7 15,0 0-8-15,0 0-7 0,0 0-4 0,0 0 0 16,0 0-3-16,7 94-2 0,-5-48-9 0,1 2-2 15,-3 0-1-15,3 0-8 0,-3 0-22 0,-2-14-31 16,1 3-40-16,2 9-11 0,1-13-27 0,-2-1-22 16,-2-2-31-16,2-3-34 0,-1 0-159 15,-3-2-380-15,0-8 168 0</inkml:trace>
  <inkml:trace contextRef="#ctx0" brushRef="#br0" timeOffset="-20909.13">26569 837 82 0,'0'0'149'0,"0"0"-11"0,0 0-3 0,0 0-23 0,0 0-9 16,0 0-13-16,0 0-11 0,0 0 4 15,0 0-11-15,0 0 5 0,0 0 13 0,-27 29-3 16,31 1-8-16,-4 3-1 0,0 16-2 0,3 2-7 15,-3-2-6-15,4-1-5 0,2 1-5 0,2 0-8 16,-1 0-6-16,3 1-2 0,4-3-6 0,0 4-14 16,4 0-18-16,-1 2-15 0,2-5-34 0,3 3-39 15,2-4-81-15,-3 2-100 0,2-7-292 0,-4-13 130 16</inkml:trace>
  <inkml:trace contextRef="#ctx0" brushRef="#br0" timeOffset="-20132.95">29757 1033 142 0,'-7'-2'177'0,"7"2"-12"16,0 0-12-16,0 0-10 0,0 0-8 0,0 0-17 15,0 0-11-15,0 0-20 0,0 0 2 16,0 0-11-16,0 0-15 0,0 0-34 0,32-8-26 16,-13 6-18-16,-1 0-58 0,1 0-46 0,-3 1-95 15,-3 2-231-15,-1-1 101 0</inkml:trace>
  <inkml:trace contextRef="#ctx0" brushRef="#br0" timeOffset="-19984.64">29751 1170 72 0,'0'0'122'15,"0"0"-10"-15,0 0-30 0,0 0-21 0,34 2-41 16,-11-7-51-16,8 2-42 0,1-2-80 0,3-2 36 15</inkml:trace>
  <inkml:trace contextRef="#ctx0" brushRef="#br0" timeOffset="-14591">30698 942 155 0,'0'0'146'0,"0"0"-5"16,0 0-5-16,0 0 11 0,0 0 9 0,-24-35 2 16,24 35-2-16,0 0-15 0,0 0-8 15,0 0-8-15,0 0-16 0,0 0-14 0,0 0-10 16,0 0-6-16,0 0-11 0,0 0-6 0,0 0-9 16,0 0-24-16,0 0-14 0,0 0-11 0,28-45-6 15,-5 34-13-15,-23 11-19 0,46-14-31 0,-25 7-25 16,-21 7-27-16,38-13-10 0,-38 13-31 15,0 0-107-15,37-4-285 0,-37 4 126 0</inkml:trace>
  <inkml:trace contextRef="#ctx0" brushRef="#br0" timeOffset="-14226.36">30809 839 98 0,'0'0'113'0,"0"0"-14"0,0 0-5 0,0 0-14 0,0 0-5 15,0 0-18-15,0 0-6 0,0 0-9 0,0 0-2 16,0 0 2-16,0 0-3 0,0 0 3 0,-10 45-5 16,10-26-10-16,2-1-5 0,0 7 8 0,0 0 7 15,2 0-15-15,-3 0-5 0,3-7 0 0,-1 0 7 16,-3-1 2-16,2-1-12 0,-1-4 3 0,1-1 0 16,-2-1-8-16,2 1 3 0,-2-11 1 0,-1 17-2 15,1-17 1-15,-1 11-11 0,1-11 6 0,0 0 9 16,0 12-3-16,0-12 0 0,0 0 9 15,-5 7-21-15,5-7 3 0,0 0 6 0,0 0 1 16,0 0-9-16,-21-7 9 0,21 7-8 0,0 0-5 16,-13-5 19-16,13 5-10 0,0 0-2 0,-10-7 6 15,10 7-7-15,0 0 3 0,-7-4-10 0,7 4 0 16,0 0 10-16,0 0-11 0,0 0-1 0,0 0 2 0,0 0-11 16,0 0 22-16,0 0-11 0,0 0-8 0,0 0-2 15,0 0 5-15,30-3-7 0,-16 4-19 16,6-2-25-16,1 1-25 0,7 0-14 0,-7 0-79 15,7-2-190-15,-6 4 84 0</inkml:trace>
  <inkml:trace contextRef="#ctx0" brushRef="#br0" timeOffset="-13992.92">31061 1135 115 0,'7'-9'0'15,"-7"9"7"-15,4-13 12 0,-4 13 14 0,-1-16 9 16,1 16 23-16,-4-16-4 0,2 9 2 0,2 7 7 16,-3-17 15-16,-2 9 4 0,5 8 15 0,-4-11 11 15,3 7-1-15,1 4-8 0,-4-9-14 0,4 9-5 16,0 0-9-16,0 0-15 0,-5-8 2 15,5 8-17-15,0 0-2 0,0 0-16 0,0 0 1 16,0 0 1-16,0 0-6 0,-3 31 4 0,5-15 1 16,-1 1-2-16,0 3-11 0,-1-2 3 0,0 0 3 15,1 1 1-15,1-1-6 0,-2-1-7 0,1-1-4 16,-1-4-3-16,-1-1-15 0,1 2-22 0,1-4-13 16,0 1-14-16,-1-10-35 0,-1 13-39 0,1-13-124 15,-4 12-276-15,4-12 123 0</inkml:trace>
  <inkml:trace contextRef="#ctx0" brushRef="#br0" timeOffset="-13775.56">31038 1056 50 0,'0'0'84'15,"18"0"12"-15,-18 0-17 0,20 5-18 0,-11-2-6 16,3 2-2-16,-2 1 4 0,-1 2-4 0,1 1 2 15,-4 0-9-15,2 2 2 0,-1 3-3 0,-4-2 12 16,0 1-9-16,-6 2 12 0,-2 0-9 16,-3 2-5-16,-3-2-2 0,-6-1-4 0,-4 4 0 0,-1-2-12 15,-2 0-3-15,-1-6-25 0,7 0-12 0,-1-3-27 16,3-1-41-16,4-1-102 0,-1-1-197 16,2-3 87-16</inkml:trace>
  <inkml:trace contextRef="#ctx0" brushRef="#br0" timeOffset="-13043.35">31512 924 103 0,'0'0'187'0,"0"0"-11"0,0 0-17 16,0 0-6-16,0 0-14 0,0 0-15 0,0 0-12 15,0 0-12-15,0 0-18 0,0 0 0 16,10-1 1-16,-10 1-9 0,0 20-2 0,0-5-6 0,0 2-13 16,3 2-1-16,-3 0-5 0,-3-1-8 15,4 0 3-15,-1 1-8 0,0-7-3 0,0 0-2 16,0-2-8-16,0-10 5 0,-1 18-4 0,1-18-3 16,0 13 0-16,0-13-1 0,1 9 0 0,-1-9-7 15,0 0-1-15,0 11 4 0,0-11-4 0,0 0 0 16,0 0 2-16,0 0-2 0,0 0-3 0,2 9 3 15,-2-9-1-15,0 0 0 0,0 0 0 0,0 0 1 16,0 0-7-16,0 0-16 0,0 0 1 0,0 0 1 16,0 0 0-16,13-19 3 0,-8 15-3 0,1 0-4 15,4 0 1-15,-10 4 0 0,17-2-4 0,-17 2 4 16,18-3 0-16,-18 3 3 0,11 3-4 0,-11-3 5 16,13 4 4-16,-13-4-12 0,8 3 8 0,-8-3-8 15,6 7 6-15,-6-7-5 0,1 12-11 16,-1-12 2-16,-9 11 6 0,2-3-5 0,-6-1-14 15,-2 0 11-15,2-1-6 0,-3-1 3 0,3-1-1 16,2-1 13-16,11-3 2 0,-18 4-1 0,18-4-1 16,0 0 8-16,-12 3-2 0,12-3-2 0,0 0 3 15,0 0-2-15,-12 3 9 0,12-3-3 0,0 0-1 16,0 0-8-16,0 0 8 0,0 0 5 0,0 0 9 16,0 0-7-16,40-15-5 0,-27 11 2 0,4 1 0 15,1 0-2-15,1-1-4 0,0-2-2 0,0 0 12 16,-2 1-2-16,-1 0-4 0,-4 0-1 0,0 0 10 15,-1-1-3-15,0 2 1 0,-1-3-2 0,-2 2 3 16,-1-2-5-16,-2 0 10 0,-5 7-6 0,11-13-1 16,-6 4-2-16,-3-1-2 0,2 3 15 15,-4 7 4-15,3-14 9 0,-3 14 0 0,2-13-12 16,-2 13 7-16,0-10 11 0,0 10-1 0,0 0 9 16,0 0-4-16,-1-13 0 0,1 13-8 0,0 0 0 15,-10-6-8-15,10 6-1 0,0 0-3 0,-17 4-3 16,17-4-1-16,-14 7-6 0,8-2-3 0,-1 0 3 15,7-5 0-15,-9 14-17 0,3-5-1 0,5 1 3 16,-2 2-9-16,3-12-8 0,4 17-13 0,1-5-30 16,1-2-10-16,6 0-25 0,4 0-14 0,1-3-111 15,4-1-250-15,-1-1 110 0</inkml:trace>
  <inkml:trace contextRef="#ctx0" brushRef="#br0" timeOffset="-12821.94">32036 994 2 0,'0'0'167'0,"0"0"-23"16,-5-10-10-16,5 10-10 0,0 0-15 0,0 0-18 15,-5-7-7-15,5 7-6 0,0 0-9 0,0 0-2 16,0 0 14-16,-18 17-12 0,13-9-10 16,0 0-1-16,1 2-6 0,0 0-7 0,3 2-3 15,-1-2 5-15,1 2-11 0,1-1-4 0,0-11-6 16,5 20-1-16,-2-9-8 0,1-2-40 0,1-1-30 15,0 0-20-15,6-1-20 0,0-2-11 0,-1 1-19 16,4-2-76-16,0-4-214 0,1 2 95 16</inkml:trace>
  <inkml:trace contextRef="#ctx0" brushRef="#br0" timeOffset="-11725.51">32188 1033 3 0,'-6'-13'105'0,"6"13"0"0,0 0-3 0,-3-7-19 15,3 7-3-15,0 0-12 0,0 0-5 0,0 0-8 16,0 0-2-16,0 0-7 0,-25 17 18 0,21-10 6 16,4-7 2-16,-7 14-4 0,3-4-7 0,1-2-11 15,3-8-2-15,-4 15-7 0,3-7 1 0,1-8-8 16,-2 15-2-16,2-15-2 0,4 12-3 0,-4-12-1 16,8 12-3-16,-6-7-5 0,-2-5-12 0,9 9 2 15,-9-9-1-15,9 3-2 0,-9-3-5 16,9 4-5-16,-9-4 4 0,0 0-5 0,0 0-11 15,17-7 8-15,-17 7 4 0,10-9 3 0,-10 9-2 16,10-10-2-16,-6 1-11 0,0 3 13 0,-2-4 1 16,-2 10-4-16,4-14 3 0,-1 5-3 0,3 0-2 15,-3-1 1-15,-3 10 6 0,3-13-2 0,-3 13-1 16,6-8 2-16,-6 8 0 0,0 0-8 0,6-9 6 16,-6 9 9-16,0 0-11 0,0 0-7 0,0 0 11 15,0 0 1-15,17 4 2 0,-17-4 2 0,0 0-7 16,9 9-1-16,-9-9 9 0,6 9-2 0,-6-9-3 15,7 10-1-15,-4-6 5 0,-3-4-7 0,5 9 6 16,-5-9-4-16,0 0 0 0,7 7-1 0,-7-7 7 16,0 0-4-16,4 6 8 0,-4-6 0 15,0 0-3-15,0 0-4 0,0 0 13 0,0 0 5 0,0 0 1 16,0 0 6-16,0 0 1 0,0 0 3 0,0 0 3 16,0 0-10-16,0 0-11 0,0 0-4 0,0 0-5 15,0 0 0-15,12-19 3 0,-12 19-12 0,2-9-1 16,-2 9 3-16,0 0-2 0,6-8-7 0,-6 8-4 15,0 0 2-15,0 0 2 0,6-9-2 16,-6 9 2-16,0 0-6 0,0 0 5 0,16 1 3 16,-16-1 3-16,11 6-5 0,-11-6 6 0,9 6-13 15,-9-6 16-15,9 6 1 0,-9-6-3 0,9 7 0 16,-9-7 5-16,6 7 2 0,-6-7 8 0,7 5-13 16,-7-5 5-16,0 0 4 0,6 7-5 0,-6-7-6 15,0 0 19-15,0 0-7 0,0 0 1 0,0 0-2 16,0 0 3-16,0 0-1 0,0 0 2 15,0 0-10-15,0 0 11 0,0 0-1 0,0 0-12 16,12-18-3-16,-12 18-3 0,2-10 6 0,-2 10-11 0,7-13 1 16,-7 13-6-16,9-11 9 0,-4 2-2 15,1 6-4-15,-6 3 4 0,12-10-6 0,-6 6-1 16,-6 4 18-16,14-7-11 0,-14 7 0 0,9-4-9 16,-9 4 5-16,10 0 41 0,-10 0 3 0,0 0-10 15,17 5 3-15,-11 1 6 0,1-2-10 0,-7-4-5 16,11 8 1-16,-3-4 3 0,-3 1-9 0,-5-5 4 15,13 8 2-15,-4-6 3 0,2 0-3 0,0 1 0 16,-11-3 2-16,21 0-3 0,-9 0 2 0,-12 0-4 16,0 0 3-16,0 0 12 0,0 0-3 0,52-14-5 15,-52 14 1-15,0 0 11 0,0 0-7 0,26-20-3 16,-26 20 1-16,0 0 4 0,0 0-13 16,10-23 9-16,-10 23-2 0,2-9-7 0,-2 9 0 15,0 0-2-15,0-13 3 0,0 13 3 0,0 0-10 16,0 0-2-16,0 0 1 0,0 0-5 0,0 0-5 15,0 0 4-15,0 0-8 0,-14-8 9 0,14 8-6 16,0 0-6-16,0 0 8 0,-19 22-2 0,15-15-20 16,4-7 29-16,-5 14-9 0,5-14-6 0,-1 12 4 15,1-12 11-15,1 11-3 0,-1-11-4 0,5 13 5 16,-5-13 2-16,0 0 3 0,0 0-8 0,0 0 10 16,0 0 0-16,0 0-5 0,49 14-4 0,-49-14 2 15,0 0 6-15,0 0 0 0,0 0-2 0,0 0 5 16,0 0-4-16,0 0 1 0,55-22-6 15,-55 22-3-15,0 0-3 0,0 0 5 0,14-23 12 16,-14 23-8-16,0 0 0 0,5-19-6 0,-5 12 5 16,0 7-1-16,0 0 4 0,3-14 5 0,-3 14-10 0,0 0 1 15,0 0 4-15,0 0-5 0,0 0-11 0,0 0 6 16,0 0-1-16,0 0 6 0,0 0 4 16,0 0-3-16,0 0-14 0,0 0 8 0,0 0-22 15,0 0-25-15,0 0-10 0,-20 73-27 0,20-73-39 16,-7 32-76-16,7-32-222 0,-9 28 99 0</inkml:trace>
  <inkml:trace contextRef="#ctx0" brushRef="#br0" timeOffset="-10672.65">31719 1613 95 0,'0'0'185'16,"0"0"-38"-16,-18 0-25 0,18 0-4 0,0 0-17 15,0 0-10-15,0 0-6 0,0 0-15 0,0 0-1 16,0 0-1-16,0 0-9 0,55-17-19 16,-36 15 7-16,-19 2-7 0,27 0-6 0,-15-3-9 15,-12 3 6-15,0 0-6 0,24 1-1 0,-24-1-4 16,0 0-4-16,0 0 3 0,15 2 0 0,-15-2 7 15,0 0 4-15,0 0 5 0,-13 35 7 0,4-17 1 16,-10 4-14-16,3 0 3 0,2 1-2 0,-5 2 0 16,3 0-13-16,-2-5 4 0,7-3-1 0,0-1-5 15,0-1 3-15,1-1-5 0,2-4 0 0,8-10-1 16,-13 18-1-16,13-18-2 0,-7 10-10 0,7-10 1 16,0 0-2-16,-8 12-12 0,8-12-16 0,0 0 6 15,0 0 6-15,0 0-9 0,0 0 12 0,0 0-1 16,0 0 11-16,31 5 3 0,-31-5-6 0,28-5 1 15,-28 5 5-15,35-2-2 0,-16-3 5 16,1 1-3-16,-1 3 3 0,2-2 5 0,-1 0-11 16,0-1 9-16,0 0-9 0,1 2 2 0,0-1 5 15,-2-2-5-15,0 1 3 0,-2-1-10 0,-1 0 2 16,-16 5 3-16,26-9 8 0,-16 4 3 0,-10 5 1 16,18-13-5-16,-12 7 2 0,-6 6 5 0,12-16-1 15,-8 6-1-15,-4 10 11 0,6-13 4 0,-6 13-5 16,1-19 0-16,-1 19-3 0,-1-19-4 0,1 19 6 15,0 0 15-15,-5-20 7 0,5 20-3 0,0 0-8 16,-4-14 1-16,4 14-9 0,0 0 0 0,0 0-8 16,0 0 6-16,-18-2-6 0,18 2-2 0,0 0-4 15,-29 19 3-15,20-10-7 0,0 0-2 0,9-9 4 16,-14 18-6-16,11-8 6 0,3-10-7 16,-7 20 2-16,7-20-6 0,-1 16 6 0,1-16-4 15,0 0 7-15,13 23 2 0,-4-17-2 0,-9-6 0 16,21 7-1-16,-10-5 2 0,8 1-2 0,-19-3 0 0,30 1-2 15,-30-1 1-15,20-2-3 0,-20 2 5 16,23-7-2-16,-10 3 4 0,-13 4-10 0,16-5 2 16,-5-1 0-16,3-3 0 0,-14 9 3 0,17-13 0 15,-7 7-7-15,-10 6 0 0,11-16 1 0,-11 16 2 16,13-11-2-16,-13 11 0 0,10-11-4 0,-10 11 3 16,7-11 0-16,-7 11 4 0,0 0-5 0,0 0-2 15,9-8-2-15,-9 8 4 0,0 0 0 0,0 0 0 16,0 0 5-16,0 0 2 0,0 0-2 0,0 0 5 15,24 22-2-15,-24-22-1 0,9 14 3 16,-3-6-3-16,-6-8-4 0,8 11 8 0,-8-11-3 0,17 11 2 16,-17-11-2-16,18 10-13 0,-18-10-10 15,12 3 1-15,-12-3 3 0,19 4 2 0,-19-4-5 16,16 2 0-16,-16-2 7 0,0 0 4 0,0 0-4 16,25-6 8-16,-25 6-6 0,0 0 4 0,13-8-8 15,-13 8 10-15,0 0 3 0,10-9 0 0,-10 9-5 16,0 0 6-16,0 0-1 0,0 0-3 0,9-8 5 15,-9 8-3-15,0 0-12 0,0 0 15 0,0 0-5 16,0 0 1-16,0 0 4 0,0 0-6 0,0 0 8 16,0 0-1-16,0 0-2 0,20 22-2 0,-20-22 4 15,9 5-4-15,-9-5 6 0,0 0 15 16,22 2 0-16,-22-2 15 0,21-4 6 0,-21 4 9 16,14-3 8-16,-4-2 0 0,-10 5 18 0,16-11 14 15,-11 2-5-15,-5 9-6 0,7-11-10 0,-7 11-3 16,4-15-2-16,-3 4-8 0,-1 11-2 0,-1-17-17 15,1 17-14-15,-6-18-7 0,6 18-9 0,-8-15-14 16,8 15-19-16,-10-7-24 0,10 7-25 0,0 0-29 16,-22-8-54-16,22 8-174 0,0 0-364 15,-32 10 162-15</inkml:trace>
  <inkml:trace contextRef="#ctx0" brushRef="#br0" timeOffset="-10529.49">32790 1824 2674 0,'0'0'175'0,"0"0"-135"0,0 0-20 0,0 0-40 16,0 0-4-16,0 0-7 0,0 0 1 0,0 0-27 15,0 0-27-15,0 0-32 0,0 0-34 0,0 0-41 16,0 0-177-16,0 0-399 0,-27 19 177 16</inkml:trace>
  <inkml:trace contextRef="#ctx0" brushRef="#br0" timeOffset="-10377.42">32315 2106 19 0,'0'0'77'0,"75"-12"-32"0,-28-1-69 0,7-3-25 0,-1-1 11 15</inkml:trace>
  <inkml:trace contextRef="#ctx0" brushRef="#br0" timeOffset="-10244.7">33019 1889 83 0,'0'0'252'0,"0"0"-11"0,0 0-21 0,0 0-30 16,0 0-14-16,0 0-16 0,0 0-16 0,0 0-19 16,0 0-24-16,0 0-29 0,0 0-46 0,0 0-48 15,-35-46-60-15,35 46-80 0,0 0-92 0,0 0-276 16,0 0 123-16</inkml:trace>
  <inkml:trace contextRef="#ctx0" brushRef="#br0" timeOffset="3723.45">31876 7454 21 0,'0'0'60'0,"0"0"-7"0,5-5-4 0,-5 5 1 16,0 0-9-16,0 0-5 0,0 0-3 0,0 0-5 16,4-4-2-16,-4 4-9 0,0 0 12 0,0 0 0 15,0 0-14-15,0 0 2 0,0 0-4 0,0 0 2 16,0 0-4-16,0 0 5 0,0 0-13 15,0 0 5-15,0 0-1 0,0 0-1 0,0 0-1 0,0 0 5 16,0 0-1-16,0 0-8 0,0 0 6 0,-18-3-6 16,18 3 0-16,-11-1-2 0,11 1 6 0,-13 0 0 15,5-2-6-15,-3 1 4 0,1 0 3 0,-2 1 3 16,-1 0-3-16,2-2 1 0,-2 2 1 0,1 0 2 16,1 0-8-16,-2 2 10 0,2-2 0 15,-3 1-7-15,2-1 10 0,2 0 2 0,1 0 3 0,0 0-6 16,9 0 1-16,-14 0 1 0,14 0-6 0,-11 0 1 15,11 0-1-15,-8 0-2 0,8 0 0 0,0 0-2 16,0 0 7-16,0 0 9 0,29 3 6 0,1-3 7 16,4 0-2-16,6-2 0 0,15 5-2 0,3-3-20 15,6 0-41-15,-1 0 18 0,26-1 2 0,-25-5 5 16,2 4-3-16,-2-4 1 0,3 4-2 0,-2 0-2 16,0 1 7-16,-3-2 0 0,-5-1-5 0,-7 0 11 15,-14 3-1-15,1-2 3 0,-37 3-13 0,54-2 2 16,-54 2 1-16,34 0 4 0,-34 0-1 0,0 0 6 15,0 0-5-15,0 0 7 0,38-3 1 0,-38 3 15 16,0 0 4-16,0 0 0 0,0 0-5 0,0 0-8 16,0 0 2-16,0 0-10 0,0 0-7 0,0 0 2 15,-60-16-9-15,31 15 3 0,-3 1 1 0,0-2-4 16,-2 2 4-16,2 2 2 0,-3-2-15 16,2 2 8-16,2 0 1 0,1 0 1 0,-3 0-11 0,3 0 8 15,4 0-5-15,-2 3 0 0,8-3 3 16,2 0 2-16,8-1 10 0,-2 1-13 0,12-2 2 0,-16 2-4 15,16-2 0-15,0 0 3 0,-8 3 4 0,8-3-1 16,0 0 5-16,0 0 2 0,28 1-10 0,-10-1 6 16,13 0-2-16,1-2 3 0,2 2-3 0,1-2 8 15,-3 1-10-15,1 0-4 0,-3-2 0 0,-30 3-9 16,49-1-8-16,-49 1-15 0,38-2-47 0,-38 2-102 16,0 0 45-16</inkml:trace>
  <inkml:trace contextRef="#ctx0" brushRef="#br0" timeOffset="7257.89">29134 13351 15 0,'0'0'61'16,"-2"-8"-10"-16,2 8-3 0,0 0-7 0,0 0-6 16,11-7-2-16,-1 3-6 0,0 1 6 0,2 0-6 15,1 0-16-15,6-2 15 0,2-1-9 16,0 1 0-16,5-2 1 0,0 2 3 0,1 0-2 15,-5 2-6-15,6-1 1 0,-7 0-3 0,-1 1 0 16,0 2 3-16,-2-2-6 0,0 0 3 0,-4 3 2 0,2-1-3 16,-4-1 2-16,2 2-2 0,-6 0-1 15,-1 0-9-15,-7 0 5 0,13 0 1 0,-13 0-3 16,9-2 3-16,-9 2 4 0,8-1-1 0,-8 1 13 16,0 0-13-16,0 0 10 0,0 0-16 0,10-1 3 15,-10 1-10-15,0 0-18 0,0 0-22 0,0 0-15 0,0 0-43 16,0 0-109-16,0 0 50 0</inkml:trace>
  <inkml:trace contextRef="#ctx0" brushRef="#br0" timeOffset="7506.87">29453 13186 50 0,'13'0'62'15,"4"3"-2"-15,-4-2-4 0,0 3-6 0,1-1-4 0,-2 0-5 16,-2 4-5-16,3-2-4 0,-5 4-7 0,-2 0 4 16,-1 4-11-16,-2 3 6 0,-3 8-3 15,-4 4-2-15,-8 4-31 0,-12 14-31 0,-5-2-43 16,-10-1-93-16,-2 0 41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05:25:27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7761 1827 84 0,'-1'-12'196'0,"1"2"-10"0,-2-1-2 15,1 1-1-15,0 0-10 0,-1 1-8 0,2-1-1 16,0 1-4-16,0 9-8 0,-1-13-9 0,-2 8-8 16,3 5-9-16,-2-9-12 0,2 9-11 0,0 0-13 15,-5-8-13-15,5 8-9 0,0 0-12 0,0 0-5 16,0 0-3-16,0 0-10 0,0 0 0 0,4 31-7 16,-2-13-2-16,1 11-4 0,1 2 2 0,0 5-1 15,-1 12-6-15,0 1-1 0,1-14 2 0,-2 1-5 16,3 13 0-16,-3-14-3 0,0 1 0 0,3 11 0 15,-1-14 2-15,-1 2 2 0,1-5-6 0,-2 1 0 16,1-3 0-16,-2-2-2 0,2-6 2 0,2 5-2 16,-3-7-1-16,-1 0 2 0,1-2-3 0,0 1-12 15,-2-4-21-15,2-1-22 0,-2-12-30 0,0 20-37 16,0-20-44-16,-3 13-49 0,3-13-207 16,-8 13-447-16,8-13 198 0</inkml:trace>
  <inkml:trace contextRef="#ctx0" brushRef="#br0" timeOffset="281.83">7697 2101 1849 0,'-1'-28'-19'0,"-2"1"16"16,-1 2 8-16,4 7 32 0,0 0-29 16,0 1-4-16,4-2 0 0,1-6-3 0,2 6 8 0,7-3 2 15,0-1 6-15,3 1 8 0,5 4 3 0,4-2 2 16,-2 3 2-16,3 4 0 0,1 2-12 0,0 4-1 15,-7 7-1-15,2 3-1 0,2 4 2 0,-2 6-3 16,-9 3-5-16,-3 0 0 0,0 9 3 0,-5 3 2 16,-2 3-1-16,-6 1 5 0,-3-2-3 0,-3 0-1 15,-5 0 5-15,0-2-7 0,-6-2 3 0,1 1 0 16,-2-4-6-16,-3-1 0 0,1-1 3 16,2-4-5-16,-5-3-10 0,6-7-5 0,5 1-21 15,-2-1-23-15,1-4-31 0,3 1-56 0,-2-3-216 16,14-1-380-16,-28 2 169 0</inkml:trace>
  <inkml:trace contextRef="#ctx0" brushRef="#br0" timeOffset="524.38">7970 2289 65 0,'0'0'254'0,"9"-8"-8"15,-9 8-8-15,8-5-15 0,-8 5-19 0,0 0-23 16,0 0-15-16,11-5-23 0,-11 5-17 0,0 0-13 0,0 0-9 16,0 0-16-16,0 0-9 0,15 14-3 0,-10-4-10 15,-3 1-7-15,2 0-4 0,0 1 1 16,0 5-8-16,-3 1-7 0,2-3-17 0,-2 2-19 16,0 1-23-16,0-2-36 0,-1 0-34 0,0-1-39 15,0-2-61-15,0-2-177 0,0-11-394 0,-1 20 175 16</inkml:trace>
  <inkml:trace contextRef="#ctx0" brushRef="#br0" timeOffset="691.89">7983 2149 1770 0,'-5'-28'26'16,"1"1"-24"-16,0 11 2 0,3 0 13 0,-2 3-20 15,2 3-2-15,1 10-2 0,0 0 0 0,4-10 0 16,-4 10-10-16,0 0-21 0,0 0-17 15,29 20-18-15,-17-5-13 0,5 6-16 0,-2 2-18 16,3 3-97-16,0 1-235 0,1 3 105 0</inkml:trace>
  <inkml:trace contextRef="#ctx0" brushRef="#br0" timeOffset="890.02">8235 2375 190 0,'0'0'187'0,"0"0"6"15,0 0-8-15,0 0-3 0,0 0-15 0,-18-34-4 16,15 22-8-16,1 0-6 0,2 1-11 0,-1-1-10 15,2-1-6-15,3-3-11 0,-2 7-11 0,0-1-13 16,4 3-7-16,-2 0-10 0,-4 7-8 0,16-9-3 16,-16 9-11-16,18 0-6 0,-18 0-5 0,21 7-3 15,-11 1 0-15,0 0-7 0,0 5-6 0,2 2-19 16,-1 0-19-16,-2 0-17 0,-3 1-20 0,1 1-37 16,-2-2-58-16,-1 2-69 0,-3-2-151 0,2-3-399 15,0-1 177-15</inkml:trace>
  <inkml:trace contextRef="#ctx0" brushRef="#br0" timeOffset="1124.01">8641 2146 153 0,'-5'-9'253'0,"-2"1"-15"15,-1 2-19-15,0 0-18 0,8 6-14 0,-16-6-17 16,16 6-14-16,-21 6-6 0,10 2-13 0,-3 4-11 15,-3 3-16-15,2 7-3 0,-2 0-8 0,2 3-10 16,2-3-7-16,7-3-11 0,2 0-6 0,2-2-4 16,2-1-12-16,4 0-7 0,0 0-20 0,3-2-21 15,3-1-21-15,1-1-28 0,0-3-31 0,5-1-29 16,-1-3-32-16,3-1-51 0,0-2-176 0,0 0-399 16,0-3 177-16</inkml:trace>
  <inkml:trace contextRef="#ctx0" brushRef="#br0" timeOffset="1472.04">8735 2089 154 0,'-5'-17'199'0,"2"0"-2"0,1 5 4 0,-1 3 3 15,0-1-19-15,2 3-20 0,1 7-21 0,-3-7-21 16,3 7-10-16,0 0-13 0,0 0-5 16,10 35 2-16,-8-8 4 0,1 4-9 0,0 5 10 15,0 12-12-15,-1-2-7 0,-2-13-7 0,2-1-6 16,-2-4-20-16,4-1 8 0,-6-2-1 0,2-6-12 15,2-2 0-15,-2-1-7 0,0-5-3 0,0-11 0 16,1 14-3-16,-1-14-2 0,1 11 1 0,-1-11-3 16,0 0 2-16,1 8-4 0,-1-8-2 0,0 0-2 15,0 0-1-15,0 0-6 0,0 0-2 0,17-32 1 16,-9 17-1-16,-2-4-3 0,7-4 4 16,0 2-6-16,0 4-2 0,0 3 0 0,0-2-3 15,1 4-1-15,-2 1-4 0,-2 2-11 0,1 3 10 0,1 5 0 16,-2 1-4-16,-10 0 0 0,22 5 2 0,-12 1 0 15,2 3 4-15,-3 0-3 0,1 3 5 0,-1 4-3 16,1-3-16-16,-3 3-27 0,-1-2-19 0,1 0-31 16,-3 0-44-16,1-3-46 0,-1-1-54 0,4 5-172 15,-5-5-446-15,5-2 197 0</inkml:trace>
  <inkml:trace contextRef="#ctx0" brushRef="#br0" timeOffset="2045.97">9292 2223 49 0,'-3'-13'230'0,"3"13"-25"0,0 0-17 0,0 0-13 15,0 0-2-15,0 0 5 0,0 0-8 0,0 0-11 16,-20 32-13-16,15-15-15 0,3 0-9 0,-1 0-12 16,4 0-9-16,1 0-10 0,2-6-12 15,1 2-4-15,1-2-8 0,0-1-5 0,3-1-4 0,0-1-8 16,0-3-3-16,2 2 1 0,1-5-6 0,-2 1-8 15,4-1 4-15,-2-3-6 0,0-3-7 0,5-2 3 16,-4 1-2-16,-2-2 2 0,0-1-5 0,-1-5-2 16,-4 2-10-16,-1-4-1 0,-1-2-16 0,-3 2-1 15,-6-2-11-15,1 1 2 0,-6-8-3 16,-1 8 1-16,-2 0 2 0,-2 2-2 0,-1 0 2 16,1 5-2-16,2-1-2 0,0 5 6 0,2 1-5 15,0 3 8-15,11 1-4 0,-21 1 3 0,21-1-3 16,-13 7 5-16,13-7-1 0,-10 11 4 0,10-11 0 15,0 0 2-15,4 17-1 0,-4-17 3 0,18 11 0 0,-1-5 2 16,3-2-3-16,8-4 7 0,4-2-3 16,2-6-3-16,-1 0 0 0,-1-3-3 0,0 1 3 15,-5-2-2-15,0-3 1 0,-3-2-6 0,-8 4 6 16,-1-1-1-16,0-8 8 0,-2 1 3 0,-7 3 5 16,-2 1 9-16,-4-1 0 0,2 1-6 0,-4-1 12 15,1 1 4-15,-3 7 7 0,2 3-1 0,2 7-1 16,-7-12-14-16,7 12 2 0,0 0-6 0,0 0-4 15,0 0 7-15,-18 29 3 0,9 3 11 0,0 1-5 16,-6 15 6-16,3 5 2 0,1 1 2 0,2-3 3 16,3 0-5-16,-2-5-6 0,3-11 6 0,3-1-17 15,0-3 12-15,1 2 2 0,1-4-3 0,1 2-7 16,-1-6 1-16,3 0-5 0,-1-6 4 0,3-2-3 16,-2 1-1-16,-1-6-3 0,0-1-20 0,0 1-21 15,2-1-33-15,-4-11-29 0,5 18-38 0,-5-18-38 16,2 10-58-16,-2-10-65 0,0 0-159 0,0 0-480 15,0 0 213-15</inkml:trace>
  <inkml:trace contextRef="#ctx0" brushRef="#br0" timeOffset="2376.01">9617 2374 83 0,'29'-14'189'0,"-2"-3"-23"16,2 3-16-16,0-1-16 0,1-1-11 0,-3-1-11 15,-9 7-11-15,7-2-12 0,-8 2-3 0,-3-2-16 16,1 1-7-16,-3 0-6 0,-1 0-3 0,1-4-8 16,-7 4-1-16,-1-6-3 0,0 2-6 15,-3-4 3-15,1 0 5 0,-3 2 0 0,-1-3 10 0,-4 4 13 16,3-2 7-16,0 7 12 0,-1 1-1 0,3-1-1 16,1 11-3-16,-3-11-15 0,3 11-6 0,0 0-13 15,0 0-6-15,0 0 3 0,0 0 12 0,0 0 3 16,-2 61 1-16,-2-29 6 0,5-2-5 0,-3 19 8 15,2-4 1-15,-2-9 1 0,2 0-4 16,-2-2-4-16,-1 2-11 0,2-2-3 0,-2-2-4 16,2-4-2-16,0 2-6 0,0-1-1 0,2-9-9 15,-2 6-23-15,-1-7-30 0,2-1-30 0,0-2-34 16,0-4-42-16,0-12-51 0,-2 20-63 0,2-20-215 16,-5 12-500-16,5-12 222 0</inkml:trace>
  <inkml:trace contextRef="#ctx0" brushRef="#br0" timeOffset="2521.83">9770 2442 2555 0,'-5'-17'-5'0,"5"17"19"0,-4-10-6 0,4 10-12 15,0 0 7-15,-7-13-4 0,7 13-3 0,0 0 5 16,0 0 0-16,0 0-3 0,0 0 2 0,11-18 0 16,0 13-7-16,10-4-27 0,9-1-41 0,6 1-64 15,13-8-247-15,-12 6-417 0,14-3 185 0</inkml:trace>
  <inkml:trace contextRef="#ctx0" brushRef="#br0" timeOffset="3073.97">10493 2184 42 0,'-1'-10'241'0,"1"10"-17"0,-3-8-10 16,3 8-18-16,0 0-25 0,-1-7-15 0,1 7-21 15,0 0-12-15,0 0-18 0,0 0-9 0,0 0-11 16,0 0-9-16,24 26-9 0,-10-4-2 0,-2 1-8 16,1-1-4-16,-1 2-4 0,0 0-5 15,1-1-5-15,-2 1-4 0,-2-6-1 0,0-2-4 0,-1 1-5 16,-2-1 0-16,2-1-6 0,-1-5 2 0,-1-2-6 15,-3-2 2-15,0 1 3 0,0-2 7 0,-1-1 11 16,-2-4 19-16,0 0 17 0,0 0 10 0,0 0 1 16,0 0-14-16,0 0-4 0,15-16-8 0,-9 0-4 15,-3-2-8-15,4-10-6 0,4 2 0 16,-2-4-3-16,2 0-10 0,0-4-3 0,-2 3 4 16,1-2-10-16,0 5 0 0,-1-5-2 0,-1 2-2 15,2 5-6-15,-2 8 34 0,-4 2-5 0,0 4-5 16,-1 0-7-16,-1 5-17 0,0 0-37 0,-2 7-37 0,4-7-31 15,-4 7-9-15,0 0-17 0,0 0-23 16,0 0-47-16,0 0-58 0,4 38-179 0,-8-21-464 16,2 2 206-16</inkml:trace>
  <inkml:trace contextRef="#ctx0" brushRef="#br0" timeOffset="3454.28">11065 2278 198 0,'2'-4'264'0,"-2"4"-12"0,0 0-9 15,0 0-17-15,0 0-18 0,4-12-10 0,-4 12-25 16,0 0-17-16,0 0-18 0,0 0-10 0,0 0-13 16,0 0-7-16,-14 33-4 0,6-16-15 0,3 0-13 15,-2 0 7-15,1-1-8 0,4 1-7 0,-2 0-11 16,1-2-1-16,3-1-5 0,2-2-5 0,-2 0-5 15,3-2-1-15,3-1-4 0,1-2-7 0,3-1 1 16,2-2 0-16,2-1-6 0,4-3 4 16,2-3-4-16,-2-1-2 0,10-3 0 0,-7 1-8 15,4-6 4-15,-7 2-4 0,0-2 3 0,-1-1-4 16,-3 0-11-16,2-8 15 0,-7 5-14 0,0-8 10 16,-5 6-1-16,-1-7 2 0,-5 5-7 0,0-5 2 15,-6 8-9-15,-1-1 2 0,-2 1 0 0,-2 4-2 0,-1 0-4 16,-1 1-4-16,-3 5-14 0,0 1-8 15,-1 5-18-15,1-1-22 0,-3 9-19 0,-6-1-31 16,1 5-33-16,10-3-60 0,1 1-63 0,-1 3-151 16,7 2-464-16,3-2 206 0</inkml:trace>
  <inkml:trace contextRef="#ctx0" brushRef="#br0" timeOffset="3691.89">11494 2096 2438 0,'5'-18'57'0,"-2"0"-16"0,0 1-4 0,-6 2 28 16,3-2 0-16,-3 6 22 0,2 2-13 0,-3-1 7 16,4 10 1-16,-3-13 5 0,3 13-6 0,-5-11-15 15,5 11-11-15,0 0-8 0,0 0-5 0,0 0-5 16,0 0-2-16,-5 30-4 0,2-3-3 0,0 6 0 16,-2 3-4-16,1 10-3 0,0-12 0 15,1 16 2-15,0-4 0 0,-2-13-7 0,0 2 3 0,2-2-2 16,-1-1-23-16,-1 0-28 0,1-4-25 15,1-1-27-15,2-7-39 0,-3-2-58 0,3-1-64 16,-3-2-251-16,0-4-540 0,4-11 239 0</inkml:trace>
  <inkml:trace contextRef="#ctx0" brushRef="#br0" timeOffset="3917.87">11585 2210 1909 0,'5'-33'45'0,"-1"2"73"0,-1 2-6 16,-3 3 9-16,0 10-5 0,-3 1-15 0,1 4-2 15,2 11-14-15,0-13-21 0,0 13-4 0,0-10-16 16,0 10-8-16,0 0 5 0,0 0 10 0,0 0 9 16,-6 31 6-16,3-3 1 0,3-2-1 0,-2 4-4 15,0 2-1-15,4 1-6 0,-2 1-8 0,2-1-3 16,-2-4-4-16,2 0-1 0,2 0-2 0,-3-4-1 16,3 1-21-16,-1-7-24 0,-1-3-26 15,1 1-33-15,-1-3-34 0,0-3-34 0,-2-11-42 0,4 17-51 16,-3-11-64-16,-1-6-149 0,0 0-477 15,0 0 211-15</inkml:trace>
  <inkml:trace contextRef="#ctx0" brushRef="#br0" timeOffset="5013.85">11486 2270 2085 0,'-4'-8'5'0,"-2"-3"12"0,6 11-7 16,-8-11-8-16,8 11-6 0,-2-10 6 0,2 10-7 15,0 0 5-15,10-11-2 0,-1 7 4 0,1 2 2 16,4 0-2-16,6 1 9 0,1 0 1 0,10-3-5 15,-3-3 7-15,3 5 3 0,-2 0-11 0,0-3 3 16,1 1 3-16,0 1-3 0,-3 0-1 0,1 2 1 16,-11-3 0-16,-2 4-2 0,-4-3 6 0,-1 5 9 15,-10-2 17-15,16-4 15 0,-16 4 6 0,9-1 8 16,-9 1-3-16,0 0-2 0,0 0 6 0,0 0-3 16,0 0-7-16,0 0-4 0,0 0-11 0,0 0 0 15,0 0-5-15,0 0 7 0,-25 38-6 16,9-18 4-16,5-4-1 0,0 1-5 0,0-2-6 0,4 0-1 15,-2-2-8-15,7-1-10 0,2 0 7 0,-5-2-2 16,5-10-2-16,0 17 1 0,0-17-1 0,-1 14 1 16,1-14 1-16,6 11 0 0,-6-11-5 0,11 6-10 15,-11-6 6-15,16 3 2 0,-16-3-7 16,23-6 1-16,-11 0-5 0,3-2 2 0,-4 1-2 16,1 0 5-16,-1 0-4 0,-3-3-1 0,1-6 1 15,3 1 0-15,-4-1 1 0,-4 1-3 0,3 3-2 16,-2 3 3-16,0-1 0 0,-5 10 0 0,2-13-9 15,-2 13 3-15,6-7-7 0,-6 7-10 0,0 0 9 16,0 0 3-16,0 0-11 0,0 0 16 0,0 0-1 16,0 0-3-16,0 0 4 0,0 42 2 0,0-31-1 15,5 0 3-15,-5-11 2 0,6 20 1 0,4-11 3 16,6-2-1-16,0 0 6 0,6-3-1 0,6-3-10 16,4 1 13-16,0-2 1 0,1-3-5 0,-2-1 0 15,1-3 2-15,-3 1-1 0,-2 0 1 0,-6-3-14 16,-1 0 14-16,2-5-4 0,-6 5 6 0,-3-4-5 15,1 3 8-15,-5 1-10 0,0-6 2 0,0 6 3 16,-2-1-6-16,-3 0 6 0,-2 0-3 0,-2 0-3 16,0 10 3-16,0-15 1 0,0 15 1 0,-4-13-3 15,4 13-1-15,-16-5 0 0,5 5-2 0,11 0 2 16,-27 10-19-16,11 0 18 0,-2 0 0 0,-3 6-6 16,7-4 6-16,0 0-4 0,5 1 2 0,0 1-1 15,4-3 0-15,-2 4-3 0,5-4 0 0,2-11 6 16,2 20 0-16,-2-20-6 0,8 17 3 0,-1-9 3 15,-7-8 0-15,17 9-3 0,-6-4-3 16,0-4-5-16,-11-1 5 0,23 2-3 0,-23-2-2 16,23-3 4-16,-23 3 0 0,15-3 3 0,-15 3-5 15,14-4 7-15,-14 4-2 0,11-7-1 0,-11 7 2 16,0 0-3-16,13-3-17 0,-13 3 10 0,0 0 3 16,0 0-2-16,0 0-1 0,0 0 1 0,9 22 1 15,-8-5 4-15,-1 10 3 0,-1 5 4 0,1 4 4 16,0 12 8-16,3-4 4 0,-1 5-5 0,-2-2 3 15,2 1 3-15,0-2-1 0,0 0 7 0,-3 0-3 16,2-12-11-16,-1 0 10 0,-2 2 5 0,2 0-7 16,-4-3 0-16,0-4 0 0,0-4 3 0,0-5-2 15,-3-4 3-15,3 0-4 0,-2-7-2 0,6-9-2 16,-17 11 5-16,17-11-3 0,-21 4-5 0,21-4 5 16,-29-9-12-16,14-1-8 0,0-3 0 0,-1-8-8 15,3-5-2-15,3 4-3 0,6-7 7 0,2 0-4 16,6-2 1-16,4 2-3 0,3-4-3 0,2 0 3 15,3 4 1-15,2-4-2 0,9-6 1 16,2 2 0-16,7 2 0 0,-14 7 0 0,12-5 0 0,-7 8 5 16,14-6-3-16,-17 8 4 0,7-1-3 15,-2 3 3-15,10-9-1 0,-15 9 4 0,-1-2 2 16,0 4 0-16,-10 6-1 0,-1-4 0 0,-1 2-2 16,-1 1 3-16,-2-5 1 0,-2 2-2 0,-1 1-1 15,-3 4 2-15,0 2 6 0,-2 0-1 0,0 10-1 0,-2-15 1 16,2 15 2-16,0 0 3 0,-9-11-8 15,9 11 11-15,0 0-9 0,-25 1-1 0,9 8 1 16,-1 7 2-16,-6 4 1 0,10-5 5 0,-6 6-3 16,4 0 4-16,-1-1-4 0,7-4 0 0,3 0-13 15,0 0 17-15,7 1-2 0,4-1-2 0,3 1-18 16,6-4-31-16,2 0-33 0,13 1-46 0,2-6-45 16,5-2-56-16,2 0-81 0,-4-4-157 0,4-1-497 15,1-1 221-15</inkml:trace>
  <inkml:trace contextRef="#ctx0" brushRef="#br0" timeOffset="5212.28">13234 2307 228 0,'-6'-10'335'0,"6"10"-10"0,0 0-3 0,-7-13-11 16,7 13-11-16,0 0-22 0,-5-9-12 15,5 9-19-15,0 0-24 0,0 0-26 0,0 0-21 0,0 0-17 16,0 0-16-16,0 0-15 0,0 0-9 15,0 0-13-15,50-1-27 0,-30-3-32 0,9 2-36 16,-2 3-50-16,-7 1-53 0,3 2-62 0,-5-8-60 16,2 2-83-16,-20 2-237 0,25-7-579 0,-25 7 256 15</inkml:trace>
  <inkml:trace contextRef="#ctx0" brushRef="#br0" timeOffset="5969.79">8250 3217 26 0,'-28'3'220'0,"1"2"-8"0,6-2-8 15,4-1-3-15,-1 2-12 0,7-2-6 0,0-1-17 16,3 1-17-16,8-2-13 0,-11 3-18 0,11-3-12 16,-5 6-9-16,5-6-5 0,12 9-1 15,7-4-8-15,11 0-3 0,27 2-4 0,9-6-7 16,38-1-1-16,8-4-2 0,12-1-5 0,9-6-2 16,7 1-4-16,13-7-2 0,12-5-2 0,10 7-1 15,10-3-5-15,5 0 3 0,5 0-5 0,-1 8-1 0,0-7 0 16,-1 4-6-16,-5-5-4 0,0 5 8 0,-2 2 2 15,-3 0-3-15,-4 3 7 0,-4 0-2 16,-5 3-5-16,-3-4 5 0,-7 3-8 0,-4-4-6 16,-7 6 4-16,-10-2 0 0,-4-3-3 0,-9 3-1 15,-7 0 9-15,-14-1-11 0,-9 2-4 0,-33 0-16 16,-4 2 21-16,-3-3-1 0,-4 1 10 0,-16 2-6 16,-7 1 10-16,-11 1-2 0,-4 0 13 0,-1-1-6 15,-2 2 7-15,-11 0-25 0,11-2 21 0,-11 2 10 0,13-1-5 16,-13 1-8-16,0 0 0 0,0 0 1 15,0 0-9-15,0 0-9 0,0 0-9 0,0 0-16 16,0 0-23-16,0 0-32 0,-29-10-36 0,16 8-55 16,-5 1-54-16,0 4-61 0,-2-5-84 0,-1 2-252 15,-1 0-639-15,2-1 283 0</inkml:trace>
  <inkml:trace contextRef="#ctx0" brushRef="#br0" timeOffset="7978.94">14737 2107 31 0,'-5'-6'271'0,"5"6"-18"0,-2-13-12 0,2 8-11 15,0 5-23-15,0 0-20 0,-2-11-19 0,2 11-30 0,0 0-9 16,0 0-14-16,0 0-14 0,0 0-7 0,0 0-13 16,18 19-7-16,-9-5-7 0,-1 2-10 15,4 7-1-15,-5-5-4 0,4 5-9 0,1 3 0 16,-3-3-8-16,1 2 2 0,0-8-7 0,-2 0 0 15,-1 0-3-15,0 0-2 0,0-7-4 0,-1 1 0 16,-1 0-2-16,3-3-2 0,-5-2-2 0,4 2 2 16,-3-1-1-16,-2-4 2 0,-2-3 9 0,3 7 26 15,-3-7 7-15,0 0 24 0,0 0-11 0,0 0-3 16,0 0-11-16,19-17 2 0,-14 5 1 0,0-6-10 16,4-7-19-16,-2-1 19 0,0-1-16 15,3-1 1-15,1-3-5 0,-4 1 0 0,3-1-5 0,-1 2 0 16,0-1-6-16,2 2 6 0,-2 0-5 0,0 4-5 15,-2 1-8-15,2 10-2 0,-5 0-5 0,0 3-17 16,-2 1-27-16,1 3-32 0,-3 6-36 0,0 0-32 16,10-6-11-16,-10 6-20 0,0 0-22 0,0 0-45 15,17 17-36-15,-13-6-146 0,-6 1-456 0,2 5 202 16</inkml:trace>
  <inkml:trace contextRef="#ctx0" brushRef="#br0" timeOffset="8256.52">15175 2249 117 0,'0'0'184'16,"0"0"-21"-16,-2 16-3 0,2-16-11 0,0 0-4 15,4 16 1-15,-4-16-6 0,4 11-11 0,-4-11-2 16,5 10-14-16,-5-10 0 0,14 10 5 0,-7-8 3 16,-7-2-4-16,23 3-10 0,-10-3-3 0,-13 0-6 15,32-3-8-15,-13-1-8 0,-2-2-1 0,0 0-9 16,-2-5-9-16,1 2-3 0,-5 1-5 0,-2-5-4 15,1 5-3-15,-6-4-6 0,1 2-8 0,-1-1-1 16,-6-1-16-16,-3 0 6 0,-2-1 0 16,-3 0-5-16,-3 3-2 0,-4 0-8 0,2 6 0 0,-6 0-6 15,3 3-20-15,-2 2-15 0,-3 3-18 0,4 0-23 16,-2 3-23-16,5 1-30 0,2 1-48 0,0 1-48 16,5-1-174-16,-1 0-430 0,5-2 191 0</inkml:trace>
  <inkml:trace contextRef="#ctx0" brushRef="#br0" timeOffset="8485.59">15543 2062 2221 0,'16'-24'-27'0,"-5"-2"46"0,-6 7-4 0,-1 0 30 16,0 2 24-16,-3-1 2 0,-1 6 8 0,2 0-1 16,-1 4 1-16,-1 2-3 0,0 6-9 0,0-10-11 0,0 10-10 15,0 0-6-15,0 0-10 0,0 0 4 0,9 24-6 16,-4 0 17-16,-1 6-4 0,-2 1 0 15,4 3 4-15,-3-3-3 0,0 1 0 0,0 1-4 16,-2 2-5-16,1-2-13 0,1-1 14 0,-2-3-12 16,6-4-28-16,-5 1-25 0,0-7-36 0,4-2-33 15,-5-6-54-15,2 2-29 0,-1-4-78 0,1-3-178 16,-3-6-473-16,0 0 210 0</inkml:trace>
  <inkml:trace contextRef="#ctx0" brushRef="#br0" timeOffset="8700.19">15873 1973 180 0,'4'-11'274'0,"-3"4"-22"0,1 1-23 0,-2 6-30 15,0 0-23-15,3-12-18 0,-3 12-10 0,0 0 2 16,0 0 1-16,4 27 0 0,-5-10-11 0,2 3-9 16,-3 6-16-16,-1 2-8 0,3-2-2 15,-1-1-13-15,1-1-7 0,0 1-9 0,-1 0-6 16,1-4-3-16,1 2-8 0,-2-4-26 0,-1-6-26 15,4 4-25-15,-2-17-33 0,-2 20-37 0,2-20-38 16,0 12-46-16,0-12-44 0,0 0-198 0,0 0-449 16,0 0 198-16</inkml:trace>
  <inkml:trace contextRef="#ctx0" brushRef="#br0" timeOffset="9727.78">15705 2110 2 0,'0'0'207'0,"0"0"-20"0,0 0-19 15,21-7-15-15,-4 6-6 0,14-4-10 0,-1 4-9 16,2 1-10-16,2-2-5 0,1 0-10 0,6 1-7 16,-4-5-5-16,0 5-1 0,-1-4-12 0,-4 1-2 15,0 1-7-15,-3 0-2 0,-8 1-4 0,-1-1-7 16,-7 1-6-16,0 0 4 0,-13 2 5 0,15-1 3 16,-15 1 5-16,13 0 3 0,-13 0-5 15,0 0 0-15,13 0-1 0,-13 0-6 0,0 0 0 0,0 0-5 16,0 0-5-16,0 0-4 0,0 0 2 15,-13 22-4-15,-1-9-8 0,0 0 2 0,-3 0 2 16,3 1-10-16,-2-2-1 0,8-2-2 0,-4 3-6 16,6-3 0-16,1-1-3 0,2 4 1 0,1-1-3 15,2-12 1-15,0 0 1 0,7 21-4 0,1-15 2 16,-8-6-6-16,23 5 0 0,-9-4-9 0,0-4-3 16,5 2-1-16,3-4-1 0,-3-2-4 0,3 0 3 15,-4-3 1-15,1 0-3 0,-4 1 1 0,2-1-3 16,-2 0-2-16,-3-4 10 0,-1 2 3 0,-3-3-5 15,1 2 7-15,-5 1-12 0,-2 0 14 0,1 3 4 16,-3-3-5-16,0 12 13 0,0-11-1 0,0 11 0 16,0 0-9-16,-1-16-4 0,1 16 4 0,0 0-5 15,0 0 0-15,0 0 2 0,0 0-1 0,0 0-1 16,-14 33 2-16,12-23-3 0,2 0 0 0,0-10 0 16,8 19 4-16,-3-10 2 0,3 0 3 15,6 1 0-15,2-3 5 0,6 0 7 0,7-3-3 0,1-4 5 16,3 0 0-16,0-1-7 0,-1-1 1 0,-1-5-4 15,-2 2 0-15,-1 0 3 0,-8 0-13 0,-1-4 8 16,1 2 2-16,-3-1 0 0,-3-1-2 0,-3 2 5 16,0-2-5-16,1-2 0 0,-4 2 2 15,-4-1-5-15,-1 1 0 0,-3 9-2 0,2-18 0 16,-3 10-3-16,-4-2-2 0,5 10-2 0,-13-14 2 16,3 11-1-16,-2 1-5 0,-1 2 0 0,-7 3-3 15,0 3 2-15,3 1-2 0,-2 2 5 0,2 3-2 0,2 0 1 16,1 0-5-16,1 0 2 0,5-2 4 0,2 0-3 15,1-1 1-15,0-3-7 0,5-6 3 16,0 14-7-16,0-14-4 0,5 13 6 0,-5-13 0 16,10 8 3-16,-2-5-4 0,2-1-1 0,3-2 6 15,0 3-2-15,-1-3 3 0,0 0-2 0,-1 2-4 16,-11-2 4-16,17 4 0 0,-8-2 0 0,-9-2 2 16,15 9-2-16,-7-5 1 0,0 4 1 0,-3 1 3 15,2 6-15-15,1 10 17 0,0 4 0 0,-2-1 5 16,0 2 1-16,-3 3 0 0,-1-1 1 0,0 3 5 15,-2 10-3-15,0-12 5 0,-2 3-2 0,1-2 2 16,-1 1-1-16,-1-2 4 0,-2-1-3 0,-1-2 2 16,-1-2 0-16,-3-2-1 0,-1-1 1 0,-2 0 2 15,-5-4-2-15,-3-3-4 0,1-1 8 0,-3-3-10 16,5-6 4-16,0-4-6 0,0 1-14 0,4-3 14 16,14-2-10-16,-23-7 3 0,13 0-27 0,3-2 4 15,4-6 1-15,1-2-2 0,9-2 0 0,2-8-3 16,7-2 4-16,4-1-6 0,9-11 2 0,4 4 2 15,2-1 1-15,4-3-11 0,1 3 14 16,-3 2 0-16,3 2-1 0,-1-2 5 0,-2-4-1 16,-1-1 6-16,-3 5-3 0,-10 8 2 0,-1 2 1 15,-3 0 6-15,-1 2 0 0,-4-1-1 0,0 0 1 16,-6 8 2-16,-2 0 10 0,-1-1-6 0,0 6 16 0,-3 0 8 16,-2 1-1-16,-2 1-2 0,0 2 0 15,-1 2 5-15,-2 1-10 0,5 5 2 0,-16-2-5 0,16 2 2 16,-29 12 5-16,12-2-3 0,-3 8 0 15,1 3-3-15,0 2-1 0,5 2 2 0,0-3-5 16,8-3 1-16,3 7 0 0,2 2-4 0,5-3-21 16,2-6-20-16,9 3-36 0,-1-7-39 0,9 1-47 15,4-3-67-15,4 0-211 0,1-8-474 0,4 1 211 16</inkml:trace>
  <inkml:trace contextRef="#ctx0" brushRef="#br0" timeOffset="10646.56">17665 2144 2084 0,'6'-27'79'0,"-3"-1"-3"16,-2 1-25-16,3 0 12 0,-5 2-1 0,0 0 12 16,-2 9 2-16,3 4-3 0,-1 0 9 0,1 12 10 15,-2-15-10-15,2 15-12 0,0-10-11 0,0 10-8 16,0 0-6-16,0 0-4 0,0 0-2 0,0 0-5 16,3 59-2-16,-7-28-3 0,2-3 2 0,0 4-3 15,-3 1-6-15,4-4 1 0,0 1 0 16,1 2-2-16,-2-9-1 0,2 3-11 0,0-10 14 15,0-4-6-15,0-12 0 0,0 22-3 0,0-22 5 16,-2 13-2-16,2-13 4 0,0 0-4 0,0 13 7 16,0-13-6-16,0 0 6 0,0 0-4 0,0 0 5 15,0 0-1-15,0 0-18 0,0 0 7 0,0 0-3 16,2-51-1-16,7 32 0 0,0 7-4 0,5-2-5 16,2 0-1-16,0 1-2 0,2 2-7 0,0 5-8 15,1 1 8-15,-1 0-3 0,-5 5 4 0,6 1-1 16,-7 3-10-16,0 1 10 0,-1 1 2 0,-4 3-3 15,-3 1 5-15,5 5 3 0,-6-4 0 0,-3-11-1 16,-8 29 7-16,-1-14-5 0,-4-1-9 0,-9 3-1 16,0-2-2-16,5-2-5 0,-9-1-3 0,6-5 2 15,-1-2 2-15,1 3 0 0,1-4 3 0,6-3 1 16,-1 0 3-16,0-1 3 0,4 1-1 16,10-1 8-16,-19-2-5 0,19 2 6 0,0 0-2 0,0 0-1 15,-21-1 4-15,21 1-5 0,-8-3 2 16,8 3-2-16,0 0-15 0,0 0 19 0,0 0-3 15,0 0 3-15,55-1-4 0,-33-2 1 0,-1 3 2 0,5-6 2 16,2 3-4-16,3 2 2 0,-1-2 2 0,0-3 2 16,2 1-1-16,-1-2-1 0,-1 2 0 15,1-4 0-15,-1-1-10 0,-1 0 11 0,-2-4 1 16,-2 4 4-16,-5-1-4 0,3-2-2 0,-4 2 3 16,-4 0-1-16,4-6 0 0,-5 6 2 0,0-3-1 15,-1 2 0-15,-4-1-2 0,1-1 0 0,-6 5 9 16,1-1-11-16,-2 0 18 0,-1 0 6 0,-2 10-3 15,2-16 3-15,-2 16 4 0,1-10 1 0,-1 10-5 16,0 0-5-16,0 0 2 0,-12-9-8 0,12 9 0 16,0 0-5-16,-26 16 0 0,13-6 7 0,-3 2-7 15,2 3-2-15,4-2-4 0,0 2 6 0,1 1-9 16,3-5 0-16,2 7-2 0,3-5 10 0,2 4 1 16,3-2 0-16,3-1 0 0,3-5-12 0,7 3 14 15,1-5-3-15,8 2-13 0,4-2-12 0,2-4-14 16,1-5-26-16,-1 4-20 0,-1-6-24 0,-2-1-19 15,0 1-13-15,-4-6-16 0,2-1-9 0,-5-3-15 16,-1-3-9-16,-4 6-7 0,-4-2-5 0,5-8 6 16,-8 6 11-16,-2-3 20 0,-2 0 15 0,4-8 27 15,-7 7 35-15,-1-6 19 0,0 7 35 16,-1-8 26-16,-2 2 18 0,-1 6 28 0,0 2 25 0,3 4 20 16,-5 2 20-16,3 0 15 0,1 10 11 15,-3-12-3-15,3 12-8 0,0 0-13 0,-1-11-14 0,1 11-7 16,0 0-10-16,0 0 6 0,0 0 6 0,0 0 12 15,5 46 13-15,-7-23 6 0,0 4 5 16,4-2 1-16,-4-5-11 0,0 7 7 0,-2-1-15 16,5 0-8-16,-5 0-10 0,4-1-4 0,2 2-7 15,-2-2-8-15,0-5-12 0,0-1-5 0,-2-2-5 16,1 2-21-16,2-3-39 0,-2-1-39 0,1-15-44 16,-2 21-34-16,0-13-46 0,2-8-46 0,-4 14-70 0,4-14-267 15,-5 8-599-15,5-8 266 0</inkml:trace>
  <inkml:trace contextRef="#ctx0" brushRef="#br0" timeOffset="10803.79">18558 2199 135 0,'0'0'283'0,"0"0"-33"0,0 0-23 16,0 0-22-16,7-10-22 0,-7 10-13 0,0 0-16 15,24-7-16-15,-7 4-12 0,2 2-29 0,0-4-30 16,3 1-44-16,1 0-52 0,5-2-65 0,0-4-73 15,-10 7-128-15,2-4-319 0,-2 1 140 0</inkml:trace>
  <inkml:trace contextRef="#ctx0" brushRef="#br0" timeOffset="11016.83">18889 1957 196 0,'-5'-15'223'0,"1"-1"-12"16,-1-1-11-16,3-1-10 0,-1 0-5 0,3-2-13 15,1 1 2-15,3 1-7 0,3-1-18 0,-1 1-6 16,3 1-17-16,1 0-9 0,2 3-15 0,-3 4-2 16,1 2-10-16,2 4-5 0,-1-2-13 0,-1 4-9 15,-10 2-7-15,24 4-7 0,-13 1-2 0,3 2-5 16,-4 4-22-16,0 2-22 0,0 4-27 0,-1-1-36 16,-2 1-56-16,-1 3-48 0,-2-1-87 0,-5 0-134 15,3 0-422-15,-2-2 187 0</inkml:trace>
  <inkml:trace contextRef="#ctx0" brushRef="#br0" timeOffset="12599.5">19677 2102 119 0,'-11'-6'198'0,"0"1"-2"0,-1-1-19 0,-2 2-3 16,3 2-19-16,-2 2-7 0,-6 2-15 0,0 1-10 16,1 5-12-16,-1 2-7 0,-4 7-8 0,6-6-12 15,-2 8 2-15,6-2-17 0,2-1-4 0,2-1-6 16,1 1-4-16,3-6-11 0,4 6-2 0,1-4-4 16,0 1-1-16,5-2-5 0,-1-1 1 0,3 0-2 15,3-1-1-15,6-2-4 0,4-1-4 0,-3 0-3 16,6-3 1-16,4-2-3 0,-6-2 2 0,1-4-7 15,5 0 6-15,-1-5-3 0,-5 2-1 0,1-3 1 16,-5-1-5-16,-2-1 0 0,3-7-4 0,-2 1 2 16,-7 0-2-16,3-5 2 0,-1-1 33 0,-4-1-6 15,-1-2-2-15,-2 2-8 0,-3-1 3 0,-1-1-8 16,2 0 13-16,-4-3-6 0,0 0 3 0,-3 0 7 16,-1 2 0-16,0 3-2 0,0 1-1 0,2 7 6 15,-1-2-2-15,3 9 3 0,-1-4 3 0,0 5-3 16,0 2 0-16,3 8-9 0,-2-11-4 15,2 11-3-15,0 0-8 0,0 0-4 0,0 0-15 16,0 0 12-16,0 0-5 0,0 0 3 0,-10 41 0 0,9-21-2 16,-2 8-10-16,0 3 13 0,3 0-1 0,0-1-1 15,0 2 1-15,0-5-4 0,4 5 4 16,-1-6-3-16,1 3 1 0,1-3-4 0,1-3 6 16,2-4-1-16,3 3-3 0,-1-4 5 0,1-2-1 15,-1-4-1-15,-1-2 0 0,4 2-4 0,2 0 6 16,-3-1-3-16,4-2 2 0,-1-3-4 0,2-3 6 15,1-2-5-15,2-2 1 0,-2-2-1 0,4 0-1 16,-3-1 2-16,-3-6-3 0,1-1-1 0,-2 0-4 16,0-3-1-16,-1 2-4 0,-3-6-4 0,-2 4 0 15,-2-2-10-15,-1-3 4 0,-2 0 1 0,0-6-3 16,-7 5 5-16,1 2 0 0,-3 0-2 0,-1 6 5 16,0-4 0-16,1 5 0 0,-4 2 3 0,3 1-5 15,-1 0 0-15,-1 1-2 0,8 7 5 0,-11-7-1 16,11 7-3-16,-5-7 7 0,5 7-8 0,0 0 7 15,-8-4-6-15,8 4 0 0,0 0 2 0,0 0-1 16,0 0 3-16,0 0-3 0,0 0 4 0,35 15 3 16,-15-12-1-16,-1 0 0 0,8-3-7 0,4 2 11 15,-3-2-1-15,-6 0 3 0,7 1-2 0,-8-1 2 16,-2 1 2-16,-8 1-6 0,3-1-6 0,-5 0 4 16,-9-1-7-16,18 4 9 0,-11-3-12 0,-7-1 17 15,14 13 1-15,-8-4 6 0,-1 2 9 0,-2 1 3 16,-2 4-5-16,-1-1 1 0,0 2 2 0,0 0-4 15,-1 2 3-15,1-3-1 0,2 0-4 16,-2 2 5-16,0-7-25 0,1 2-23 0,2-1-32 16,1-1-22-16,-4-11-41 0,13 19-28 0,-4-10-37 15,1-1-48-15,6-2-166 0,1-3-441 0,4-2 195 0</inkml:trace>
  <inkml:trace contextRef="#ctx0" brushRef="#br0" timeOffset="13476.64">20796 2047 119 0,'0'-11'210'0,"-1"1"2"0,-3-2-11 16,0 1-6-16,-4 2-12 0,0 0-5 0,-3 2-13 16,2 3-12-16,-3 1-12 0,-2 3-13 0,-3 3-8 15,-1 4 0-15,-1 4-9 0,-4 3-11 0,0 6-9 16,8-8-7-16,-6 6-6 0,7-3-11 0,4-1-4 16,0 1-12-16,3-1-2 0,5-1-2 0,-1-3-17 15,3-10 13-15,3 22-9 0,-1-12 2 0,3 0-4 16,5-2-4-16,-2-1 6 0,3-3 2 0,1 1-4 15,-12-5 1-15,27 2-2 0,-15-3-13 0,-12 1 9 16,26-6-3-16,-14 0 2 0,-1-1-13 0,0 0 14 16,-1 0-11-16,-1-1 10 0,-3-4 4 0,3-1-4 15,-4-1-1-15,4 0 6 0,-1 4 0 0,-3-6-5 16,-1 4 0-16,0 0 9 0,-2 1-3 0,2 1-4 16,-1 2 6-16,-3 8-1 0,3-14-5 15,-3 14-10-15,3-6-3 0,-3 6-4 0,0 0-3 16,0 0 0-16,0 0-17 0,0 0 14 0,0 0 1 15,0 0-3-15,0 0 5 0,-10 44-7 0,9-34 4 0,-1 4-1 16,2-14-2-16,0 21 4 0,3-11-3 0,-3-10 2 16,9 20 5-16,-4-11-4 0,3 1 2 15,2-4-7-15,2-1 5 0,0 1 3 0,2-4-12 16,3 0 13-16,0-2-1 0,0 0-2 0,-17 0 3 16,31-7-1-16,-13 4 0 0,-5-2-4 0,-2-2 6 15,4 0-2-15,-6-2-2 0,7-2 0 0,-5 0 7 16,1-2-24-16,-5 3 14 0,2-6 1 0,-1 2-5 15,-2-1 3-15,-1 0-2 0,1 0 2 0,-5 3-8 16,-1 12 12-16,4-15-3 0,-4 15-2 0,2-10 2 16,-2 10-6-16,0 0-9 0,0 0-1 0,0 0-1 15,0 0-2-15,0 0 8 0,0 0-4 0,0 0 2 16,0 0-1-16,-19 44-1 0,14-32 8 0,0 0 0 16,1 0-4-16,1 0 2 0,3-12 5 0,-3 24 1 15,3-13 2-15,0-11-2 0,3 19 4 0,0-10 2 16,-3-9 4-16,9 12-4 0,-9-12 6 0,22 9-8 15,-10-5-6-15,8-4 11 0,0 1 4 0,-1-4-6 16,3 3 0-16,-2-5-3 0,-2 0-1 16,0 1 2-16,0-3-2 0,-4 0 2 0,1-4-5 15,-2 3 2-15,-2-1-2 0,1-3 9 0,-3 2-12 0,0-3 10 16,0 3-7-16,-1-3 0 0,-3 4 2 0,1-1-5 16,-6 10 5-16,8-11 5 0,-8 11 1 0,6-9-4 15,-6 9-7-15,0 0 0 0,7-8-3 0,-7 8 3 16,0 0 0-16,0 0-2 0,0 0 0 0,0 0 0 15,0 0-3-15,0 0 3 0,0 0-5 0,0 0 6 16,-3 38-3-16,3-38 0 0,0 0 10 16,0 15-7-16,0-15 6 0,0 0-6 0,0 0 3 15,0 0-2-15,0 12 12 0,0-12-4 0,0 0 1 16,0 0 1-16,0 0-5 0,0 0 10 0,13 5-7 0,-13-5 4 16,0 0-4-16,0 0-5 0,27-7 6 15,-27 7-6-15,0 0-3 0,20-3-1 0,-20 3 4 16,14 3-11-16,-14-3-2 0,13 1 6 0,-13-1-3 15,12 8 9-15,-5-2-3 0,-7-6 0 0,8 13 5 16,-3-5-8-16,-5-8-19 0,6 16-20 0,-2-8-30 16,-4-8-31-16,4 21-37 0,-4-21-46 0,4 13-64 15,-4-13-287-15,0 0-584 0,0 17 259 0</inkml:trace>
  <inkml:trace contextRef="#ctx0" brushRef="#br0" timeOffset="13648.19">21153 1846 2169 0,'-22'-16'32'0,"7"5"4"0,-4 2-18 0,4-1-23 16,4 4 12-16,3 1-9 0,2 1-23 0,1 2 0 16,5 2-1-16,0 0-22 0,0 0-37 15,0 0-84-15,0 0-145 0,33 20-338 0,-4-13 150 16</inkml:trace>
  <inkml:trace contextRef="#ctx0" brushRef="#br0" timeOffset="14039.8">22353 1913 2950 0,'4'-4'-15'15,"-3"-3"29"-15,-1-3-13 0,0 10 4 0,-7-15 13 0,1 6 25 16,0 1-10-16,-3 0 25 0,0 2-3 0,-1 2 7 15,-1 1 0-15,0 2-7 0,-3 1-10 16,-3 5-1-16,-2 1-10 0,2 6 1 0,1 1-4 16,-6 5 0-16,7 1-10 0,2-4 3 0,4-1 4 15,1 2-2-15,1-1-9 0,5 3 2 0,2-2-3 16,3-1 2-16,2-4-9 0,1 1 1 0,4-3-4 16,2 1-1-16,-2-1-4 0,2-3-2 0,2-4-2 15,-4 0-4-15,8 1 1 0,-5-4 1 0,1 1-1 0,-3-4 1 16,-2 0 2-16,2-1-2 0,-1-3 1 15,-2-1-4-15,-2-1 5 0,5-4 2 0,-3 1-4 16,-3 2 5-16,3-3-7 0,-4 4 5 0,-1-1 2 16,1 3-2-16,-4 8-1 0,4-13 2 0,-4 13-1 15,5-9-4-15,-2 7 2 0,-3 2-3 0,0 0 0 16,0 0-1-16,0 0 6 0,0 0-3 0,2 24-4 16,-3-11 12-16,1 1-9 0,-2 3 10 0,3-4-16 15,-1 2-25-15,1 2-39 0,0-4-44 0,1 0-45 16,3-1-68-16,-1 0-266 0,-4-12-540 0,1 14 238 15</inkml:trace>
  <inkml:trace contextRef="#ctx0" brushRef="#br0" timeOffset="14383.28">22516 1968 181 0,'6'-9'229'0,"-6"9"-17"0,2-7-24 0,-2 7-19 16,6-1-12-16,-6 1-5 0,0 0-1 15,0 0-5-15,14 23-13 0,-10-12-9 0,-2 2-4 16,3-1-6-16,-3 1-8 0,3-3-12 0,-2 2-7 16,1-2-6-16,1-1-9 0,-4 0-6 0,-1-9-6 15,5 11-2-15,-5-11-5 0,3 8 2 0,-3-8-5 16,0 0 13-16,0 0-5 0,0 0-1 0,0 0-14 16,0 0 5-16,0 0-5 0,0 0-4 0,20-18-5 15,-16 10-3-15,3-2-3 0,1-4-7 0,1 0-2 16,3-2-2-16,1 2 1 0,-3 1-5 0,3 1 1 15,-3 4-9-15,-1 2 3 0,1-1-4 0,-1 4 2 16,-9 3-5-16,12-4 2 0,-12 4 1 0,0 0-4 16,20 10 0-16,-14-4-2 0,3 3 8 0,-3 0-4 15,0 4 5-15,-1-4-8 0,1 7-8 0,-1-4-27 16,2 2-28-16,-2-2-37 0,1-1-36 0,-6-11-58 16,12 21-75-16,-7-12-170 0,6-3-476 0,-11-6 211 15</inkml:trace>
  <inkml:trace contextRef="#ctx0" brushRef="#br0" timeOffset="14785.51">23154 1949 114 0,'0'0'262'0,"-11"-12"-10"0,4 8-11 0,-2-1-23 16,-1 4-16-16,10 1-21 0,-29 5-7 0,11 2-8 15,1 1-15-15,-7 4-10 0,9 0-13 0,-1 1-8 16,2 1-12-16,3 2-10 0,0 0-8 0,3-1-22 15,4-4 2-15,2 0-3 0,2 5-7 16,3-5-7-16,-3-11-5 0,10 20-3 0,3-9-2 16,-2-4-12-16,3-2-8 0,-1-3-15 0,5 0-7 15,-5-4-6-15,1-1 0 0,3-6-4 0,-6 5 4 16,1-5-7-16,-2-3 7 0,1-2-3 0,-3-2 1 16,-3-3 0-16,0-6 2 0,-1-2 1 0,-3-4-4 15,-1 0-1-15,-2-3 6 0,-1-2-10 0,2 3 15 0,-3-3 7 16,2 3 16-16,-1-1 3 0,2 1 14 15,-1 8 9-15,0 1 5 0,0 8 20 0,1 4 8 16,2 0-5-16,-2 3-10 0,1 9-22 0,0 0 10 16,0 0-10-16,0 0-2 0,0 0-5 0,0 0-7 15,1 40 1-15,-1-11 1 0,0 5-8 0,3-1 1 16,-2 13-4-16,3-10 3 0,0 11-16 0,0-13 14 16,1-2-3-16,3-1-1 0,-1-1-13 0,1 0-31 15,5-1-46-15,-4-3-72 0,0-3-63 0,1-5-97 16,-5-2-261-16,4-3-610 0,-4-2 270 0</inkml:trace>
  <inkml:trace contextRef="#ctx0" brushRef="#br0" timeOffset="15351.52">23543 2169 11 0,'1'-12'224'0,"-1"12"-19"15,14-23-7-15,-2 9-4 0,7-5-6 0,0-4-4 16,1 2-11-16,-1 0-14 0,3-3-12 0,1-1 14 16,1-1-6-16,2-1-15 0,-1 0-10 0,0 1-9 15,-3-3-14-15,-1 2-3 0,-3 0-11 0,-4 3-11 16,-3 10-6-16,-1-1 0 0,-5 5-5 0,0 1-9 15,-4-1-6-15,-2 4-4 0,1 6-10 0,-8-12-10 16,2 11-2-16,-7-1-3 0,0 2-8 16,-7 3-2-16,-2 2-5 0,-2 6 0 0,5-1-6 15,-7 3-5-15,12-1-5 0,1 1-2 0,6-3-5 16,0 5 2-16,7-4 1 0,1 6-1 0,3-2-9 0,4 3 15 16,5-3-1-16,5 5-2 0,-1-7 3 0,5 4 2 15,4-2-4-15,-2 0 4 0,0-2 2 0,-6-3-1 16,0 2-2-16,-6-3 1 0,-1 1-4 0,-2-2-6 15,-1 1-1-15,-3 0-1 0,-1 1-1 16,-4-1-9-16,-5 0-13 0,-3 2-22 0,-1-3-22 16,-5 1-24-16,0-1-25 0,1-4-20 0,-4 3-22 15,3-3-33-15,3-1-174 0,-2-3-410 0,13 0 181 16</inkml:trace>
  <inkml:trace contextRef="#ctx0" brushRef="#br0" timeOffset="15628.04">24056 1942 8 0,'0'0'162'0,"9"1"11"0,-9-1-10 16,8 4 6-16,-8-4-2 0,6 6-6 0,-2 2-7 15,-3-3-8-15,2 2-10 0,-3-7-10 0,7 15-10 16,-4-9-9-16,4 2-10 0,-2-1-9 0,2 0-3 16,0-2-9-16,-1 2-6 0,6-4-7 0,-1 2 1 15,2-3-8-15,-2-2-5 0,1 0 3 0,1-1 5 16,0-2 0-16,-1-1 3 0,-1 1 0 0,-2-4-3 15,-3 0-2-15,1 0-2 0,-3-2-5 0,-4-1-8 16,0-1-4-16,-4 0-4 0,2 1-3 0,-6 0-20 16,1-1-5-16,-7 0-20 0,-2 1-18 0,5 3-17 15,-9-2-22-15,3 4-17 0,-2-2-22 0,1 7-28 16,5-1-31-16,3-2-31 0,10 3-21 0,-17 2-117 16,17-2-366-16,0 0 162 0</inkml:trace>
  <inkml:trace contextRef="#ctx0" brushRef="#br0" timeOffset="16269.28">24355 1861 28 0,'8'-3'212'0,"-8"3"4"16,11-3-1-16,-11 3-8 0,9-4-4 0,-9 4-23 15,0 0-14-15,0 0-17 0,9-3-21 16,-9 3-17-16,0 0-3 0,0 0 3 0,6 19 2 16,-5-8-3-16,1-1-10 0,-1 6-11 0,0-1-14 15,1 1-1-15,1-2-7 0,1-2-7 0,-1 3-17 16,1-4 7-16,0 0-2 0,-4-11-6 0,10 18 0 15,-1-13-4-15,-1 3-4 0,1-2 0 0,-9-6-7 16,16 4-12-16,-5-1 3 0,-11-3-3 0,24-1-7 0,-24 1 1 16,22-4-2-16,-11 0 0 0,-3-2-2 15,0-2-2-15,0 1 3 0,2-5-1 0,-4 3-4 16,-1-1 1-16,0-7 0 0,-1 5 1 0,0-3-3 16,-2 1 3-16,-2-3-3 0,2 5 5 0,-2 2 7 15,0 10 2-15,3-16 4 0,-3 16-1 0,0-9-2 16,0 9-8-16,3-10-1 0,-3 10-4 0,0 0-5 15,0 0 4-15,0 0-4 0,0 0 4 0,0 0-2 16,5 31 2-16,-2-19-1 0,-3-1 1 0,0-11 0 16,6 23 3-16,-1-11 2 0,0-1 0 15,3-1 1-15,0-1 1 0,1-1 2 0,0-1-2 0,1 1 3 16,4-4 0-16,-1 1-1 0,1 0 2 0,2-4-2 16,2-4 2-16,-1 3-1 0,-3-1 2 0,-3-3-2 15,2 1 1-15,-3-3-7 0,-1 0 6 0,0-1-18 16,-1-1 15-16,0-1 2 0,-3-4-8 0,-1 1-5 15,-2 1-2-15,-2-8-6 0,-1 3 2 16,0 1-5-16,-3 0 5 0,-1 3 4 0,-1 2-4 16,-1 1 1-16,-2-1-1 0,-1 4-1 0,1-2 0 15,0 2-1-15,-2 3-7 0,11 3 13 0,-19-5-2 16,19 5-5-16,-8-4 3 0,8 4-11 0,0 0 14 0,0 0-4 16,0 0 7-16,0 0-11 0,0 0 13 0,0 0 0 15,0 0 0-15,44 4-1 0,-23-4 1 16,-2 0-1-16,0-1 2 0,1 1-9 0,-1 1 6 15,-2-1-2-15,-3 2 4 0,-1-1 1 0,-4 3-2 16,3 0-1-16,-4 1 1 0,1 1 4 0,1 2 6 16,-6 2 16-16,1 2 5 0,1-2 3 0,-2 5-1 15,-1 0-4-15,2 1-1 0,-3-3-3 0,0 3 2 16,-2-3-2-16,1 4-19 0,1-2-30 0,0-3-39 16,-2 0-33-16,0-12-49 0,5 18-50 0,-1-10-63 15,-4-8-188-15,8 13-485 0,-8-13 215 0</inkml:trace>
  <inkml:trace contextRef="#ctx0" brushRef="#br0" timeOffset="16652.87">25246 1838 1833 0,'-4'-11'83'0,"-3"-6"-37"0,2 8-3 0,-2-1-14 16,-1 2 11-16,0 2 3 0,-1 1-1 0,1 2-4 15,8 3 6-15,-23 3 12 0,10 4 15 16,-1 5-6-16,1 2 2 0,-3 6-1 0,5-6-3 15,2 6-4-15,1-4-5 0,2 3-2 0,4 0-3 16,0-2-7-16,4-1-10 0,3 0 7 0,4 0 0 16,0-2-5-16,6-3-1 0,7 3-12 0,-3-5 9 0,8-2-3 15,-5-4-1-15,7 0 3 0,-1-1-6 16,0-5-3-16,-7 1 1 0,8-3-3 0,-1 1 1 16,-1-6-2-16,-8 3-8 0,-1-2 3 0,0-3 4 15,2-4-10-15,-5 2 9 0,4-3-6 0,-8-5 1 16,1 4-2-16,-4 0-2 0,-1-8 1 0,-5 9-5 15,0 0 2-15,-1 3 11 0,-2 5-10 0,1-3 14 16,0 12-1-16,-9-15-4 0,3 11-5 0,6 4 1 16,0 0 2-16,-40 11-4 0,19 4 6 0,-5 2 1 15,3 3-3-15,5 2 0 0,4-2-16 0,1 3 15 16,5-4-5-16,6-2 5 0,2 2 1 0,6-1-15 16,4-1-26-16,3-2-35 0,9-1-41 0,2 0-54 15,7-4-71-15,1 1-275 0,-1-7-546 0,7-3 242 16</inkml:trace>
  <inkml:trace contextRef="#ctx0" brushRef="#br0" timeOffset="21671.95">26019 1971 210 0,'0'0'191'0,"0"0"-15"0,0 0-27 0,0 0-8 16,0 0-12-16,0 0-5 0,0 24-10 0,0-13 1 15,0 0-10-15,0 0-10 0,-2 0-15 0,2 1-3 0,2-3-12 16,-2 2-1-16,0-11-7 0,0 13-7 16,2-6 1-16,-2-7 3 0,0 7 16 0,0-7 14 15,0 9 16-15,0-9 11 0,0 0 2 0,0 0-14 16,0 0-7-16,0 0-9 0,0 0-9 0,0 0-6 16,-14-23-10-16,12 13 1 0,0-5-3 0,2 3-6 15,-1-5 5-15,2 1-9 0,-1 0-7 0,2-3-2 16,3 1-7-16,2-1-4 0,1-6-2 0,-1 10-7 15,-3 0-5-15,4 1-6 0,-2 6-2 0,3 1-3 16,-3 0-2-16,4 2-4 0,-6 2 4 0,-4 3-3 16,16 1-5-16,-6 4 5 0,0 1-5 0,-1 4 4 15,-1-2 0-15,2 4 2 0,1 4 3 0,-4-6-2 16,2 3-1-16,-2-2 2 0,-3 0 0 0,3 0 2 16,-5-3 2-16,3 0-5 0,-5-8 3 0,2 10 3 15,-2-10 0-15,5 6 2 0,-5-6 0 0,0 0 5 16,0 0-19-16,0 0 15 0,0 0-6 0,0 0 0 15,0 0-9-15,0 0-4 0,0 0 1 0,11-27-6 16,-7 18-2-16,1-2-1 0,4 1 1 0,2-1-3 16,-4 1-2-16,4 3 4 0,-2 0-4 0,2 2 1 15,-1 0 0-15,0 3-3 0,1 2 3 0,1 0 1 16,-3 3 4-16,2 3-3 0,-1 1 4 0,0 1 2 16,-3 2 0-16,1 3 3 0,0-3 4 0,-2 5-14 15,-1-4-20-15,-1 0-19 0,-1 2-30 16,-1-3-30-16,3 1-47 0,-3-3-45 0,-2-8-172 15,2 15-416-15,-2-15 185 0</inkml:trace>
  <inkml:trace contextRef="#ctx0" brushRef="#br0" timeOffset="22243.82">26701 1862 72 0,'2'-9'223'15,"-4"4"-10"-15,2 5-6 0,0 0-18 0,-8-16-12 16,8 16-12-16,-14 2-8 0,14-2-1 0,-22 14-9 15,8-2-3-15,1 1-15 0,-1 1-11 0,3 2-11 16,0 0-11-16,1-2-9 0,4 0-6 0,-1-2-11 16,5-1-5-16,0 0-15 0,2-1 3 0,0-10-3 15,2 14-4-15,-2-14-2 0,7 11-9 0,-3-7-1 16,-4-4-5-16,18 4-8 0,-18-4 8 0,16 0-3 16,-4-1-3-16,-4-5-2 0,1 2-5 0,0-2 2 15,2-1-2-15,-4-1 1 0,-1-1-3 0,3 1 0 16,-3-2-8-16,2 2 2 0,-3 0-2 0,-1 1 5 15,-4 7 2-15,6-12-4 0,-6 12-1 0,6-7 0 16,-6 7-10-16,0 0 2 0,6-6-5 0,-6 6-1 16,0 0-2-16,0 0 7 0,0 0-2 0,5 21 0 15,-5-21 1-15,2 18 2 0,0-10 0 16,2-1-5-16,1 1 5 0,2 2 0 0,2-2 0 0,-1-2 2 16,1 1-2-16,5-1 5 0,-1-2-1 0,4-3 1 15,0 5 0-15,1-7 0 0,1-1 0 0,-2-2 2 16,-1 1 0-16,-1-2 4 0,0-4-6 0,-2 3 6 15,1-4-10-15,-6-1 3 0,-1 1 6 16,2-4 1-16,3 0 0 0,-10-1 5 0,4-5-3 16,0 2-8-16,-5-1 12 0,3-5-5 0,-4 5 17 15,-2-1-7-15,2 4 1 0,-2-4 1 0,2 8 10 16,0 12 2-16,0-22 1 0,0 22 0 0,-1-14-9 16,1 14-14-16,1-9 2 0,-1 9 1 0,0 0-9 15,0 0 7-15,0 0-10 0,0 0 1 0,0 0 4 0,4 45-6 16,-4-19 5-16,0 1-1 0,0 1-1 15,0-2 0-15,4 1 0 0,-1-1-2 0,-6 1 1 16,7-10-1-16,-4 8 0 0,2-6 3 0,0-3-3 16,2 3 3-16,-2-6-17 0,1 2-17 0,-1-2-29 15,-2-13-34-15,4 23-34 0,-2-14-38 0,-2-9-28 16,8 18-66-16,-8-18-230 0,0 0-523 0,4 14 232 16</inkml:trace>
  <inkml:trace contextRef="#ctx0" brushRef="#br0" timeOffset="24801.41">27153 1878 112 0,'0'0'147'0,"0"0"7"0,3-8-8 16,-3 8-10-16,0 0-6 0,2-5-21 0,-2 5-11 15,0 0-11-15,0 0-9 0,0 0-11 0,0 0-8 0,2-7-8 16,-2 7 0-16,0 0-10 0,0 0-1 16,0 0-8-16,0 0 1 0,-14 21-1 0,11-15-5 15,-5 5-5-15,-1-2-1 0,1 1 0 0,-5 1-3 16,5-2 3-16,-1 1-9 0,-5 2 2 0,1-3-2 15,3 0 2-15,-1-3-5 0,1 1 1 0,0-2-1 16,5-1 4-16,-1-1-8 0,0 0 2 0,6-3-1 16,-7 6 2-16,7-6-4 0,-7 3 1 0,7-3 0 15,0 0-4-15,0 0-1 0,0 0 2 0,0 0-2 16,0 0 4-16,0 0 1 0,0 0-13 0,31 2 2 16,-19 0 13-16,1-2-10 0,1 1 6 0,-1-1-8 15,5 3 3-15,-2 0 2 0,-2 0 3 0,5-1-3 16,0 1 4-16,-2 1-5 0,3-1 4 0,3-2-5 15,-5 2 4-15,2-2-5 0,1-1 9 0,-2 0-4 16,2 0 2-16,0 0-1 0,-2-1 1 0,-1 1 26 16,-4-3 2-16,4 0-4 0,-7 0 4 0,2-2-6 15,-1 0-4-15,-2-1-1 0,0 0-2 0,1-2 1 16,-2 3-1-16,2-4-8 0,-6-1 8 0,3 4-4 16,-3-5 6-16,-1 4 10 0,1-2-5 0,-4 2-1 15,3 1 5-15,-4-1-7 0,0 7 6 0,2-11 2 16,-2 11-3-16,2-11-1 0,-2 11-5 0,0 0-4 15,-8-8-1-15,8 8-8 0,0 0-4 0,0 0 2 16,-23 9 0-16,14-3 3 0,-5 6-3 0,5 0 2 16,-4 0-4-16,3 0 1 0,4-1-6 0,0-2 8 15,1 0-6-15,2 1 3 0,3-10-2 0,0 16 4 16,0-16 3-16,7 16-8 0,0-10 9 0,-1-3-5 16,3 1 3-16,1 0-4 0,3-3 1 15,6 0 2-15,-2-2-3 0,3-1 1 0,-1-3-2 16,-2 1 0-16,1-3-1 0,-2 3 3 0,0-3-15 15,-3 1 12-15,1-6-3 0,-5 4 2 0,0-1 2 16,-3 0-1-16,4 0-3 0,-4 2-1 0,3-3 1 0,-5 4 6 16,1 1 5-16,-5 5-2 0,7-8-4 15,-7 8-7-15,4-4 0 0,-4 4-1 0,0 0 0 16,0 0-1-16,0 0 3 0,0 0 2 0,-2 19-1 16,-2-7 2-16,-3-1-3 0,2 0 3 0,-2 7-2 15,1-6 3-15,1 6 0 0,-4-3-6 0,4 0-17 16,1-2-24-16,0-2-24 0,0 2-59 0,4-1-67 15,-1-1-183-15,1-11-407 0,1 19 180 0</inkml:trace>
  <inkml:trace contextRef="#ctx0" brushRef="#br0" timeOffset="25061.47">28159 1830 2440 0,'4'-19'14'15,"2"0"35"-15,-4 2-10 0,0 1-13 0,0 5 21 16,-2 1 4-16,0 3 13 0,4 2-7 0,-4 5-14 16,0 0-3-16,0-13-12 0,0 13-9 0,0 0 8 15,0 0 7-15,0 0-2 0,0 0 13 16,-4 45-6-16,4-18-12 0,0 1 9 0,0 1 0 16,0-1-6-16,0 0-4 0,0 1 0 0,0 0-3 0,3-2 2 15,-3 0-5-15,0-2-2 0,-3-7 0 0,6 1-17 16,-2-2-28-16,-2 0-30 0,1 0-37 0,-3-7-29 15,3-10-41-15,-2 19-58 0,1-14-228 16,1-5-486-16,0 0 216 0</inkml:trace>
  <inkml:trace contextRef="#ctx0" brushRef="#br0" timeOffset="25551.87">28166 1910 149 0,'4'-11'157'0,"4"0"0"16,2-2-11-16,-1 4 4 0,0 1-7 15,-2-4 5-15,2 5 2 0,0-2-10 0,-2 2-13 16,3-3-11-16,-5 2-7 0,5-1 0 0,-3 1-10 16,-2 1-1-16,3 0-7 0,-2-2-5 0,-6 9-5 15,7-10-11-15,-7 10-6 0,7-6-6 0,-7 6-13 16,0 0-2-16,6-4-8 0,-6 4-2 0,0 0-8 16,0 0 0-16,7 17-2 0,-7-5-3 0,0 8 3 15,0-1-4-15,-4 7-1 0,1-2 1 0,-1 1-1 16,2 0-8-16,1-8 6 0,-1 2-4 0,1-3 0 15,1 0-1-15,0-4-1 0,1-2 2 0,-1 1-3 16,2-1 2-16,-2-10-5 0,1 13-4 0,3-5 1 16,-4-8-1-16,6 7 2 0,-6-7-2 0,10 5-6 15,-1-3 1-15,-9-2 4 0,22 0 0 0,-9-2 0 16,-2 0 1-16,6 2 1 0,-4 0-6 0,6-3 6 16,-1 2-5-16,0-2 3 0,-1 1 1 0,1-2-2 15,3 0 4-15,-3 2-1 0,0-4 0 0,-1 0-3 16,-1-1 2-16,-3 2 2 0,1-2-1 15,-4 2 4-15,1-3-2 0,-2 1-2 0,-3 1 0 0,1-2 1 16,-3-1 2-16,0-1-10 0,0 0 19 0,-4 10-1 16,0-16 1-16,0 16 3 0,-3-16 0 0,3 16-4 15,-8-11 2-15,1 6-4 0,7 5 0 16,-14-3-4-16,14 3 0 0,-21 6-2 0,10-2-3 16,-3 5-9-16,-1 1 10 0,4 2-2 0,1-1 7 15,2 3-5-15,2-3 2 0,1 0-12 0,5 3-25 16,5 3-24-16,1-7-41 0,6 4-46 0,3-3-78 15,9 1-212-15,6-2-467 0,-3-4 206 0</inkml:trace>
  <inkml:trace contextRef="#ctx0" brushRef="#br0" timeOffset="25775.82">29305 1714 194 0,'-3'-12'328'0,"3"2"-8"15,0 10-18-15,-1-16-29 0,1 16-26 0,0 0-45 16,1-11-5-16,-1 11-19 0,0 0-20 0,0 0-14 16,0 0-21-16,3 46 1 0,-1-19-14 0,0 2-10 15,-1 1-9-15,1 2-6 0,1-1-12 16,-3-3 0-16,1 0-22 0,1 2 11 0,0-11-32 16,-2 9-28-16,-1-10-34 0,1 0-25 0,-1 0-48 15,1-3-50-15,-2-3-73 0,-2 1-254 0,4-13-522 16,-7 14 231-16</inkml:trace>
  <inkml:trace contextRef="#ctx0" brushRef="#br0" timeOffset="26283.91">29094 1952 2168 0,'0'0'71'0,"-1"-13"-41"0,1 13-8 0,0 0-10 15,0 0-21-15,5-13 13 0,-5 13 1 0,10-6 6 16,3 3 3-16,3 1 6 0,2-2 2 0,3 3 4 15,7-2-9-15,-6 2 8 0,8 0-9 0,0 2 1 16,-1 2-5-16,-9-2 1 0,0 2-6 0,-3 0 3 16,-5 0-4-16,-2 1-3 0,0 0 8 15,-3 1-6-15,-7-5 0 0,12 10 0 0,-9-3 4 0,2 0 7 16,-5-7-7-16,3 15 5 0,-2-7 5 0,-1-8 4 16,0 15-1-16,0-15-5 0,-1 13 1 0,1-13-2 15,1 10-2-15,-1-10 0 0,0 0-5 0,1 12 4 16,-1-12-1-16,0 0 2 0,0 0-3 15,7 6-3-15,-7-6 4 0,0 0 0 0,14-2-3 16,-14 2 1-16,14-7-2 0,-5 1-2 0,-9 6-5 0,14-8 7 16,-6 2-1-16,-1 0 2 0,0-1-6 15,0-1 0-15,-7 8 2 0,9-9 1 0,-5 4-3 16,-4 5 3-16,0 0-3 0,7-6-3 0,-7 6-6 16,0 0 4-16,0 0-13 0,0 0 15 0,0 0-4 0,0 0-1 15,12 13 3-15,-12-13-1 0,3 11 3 16,-3-11-1-16,5 11-1 0,-1-6 5 0,-4-5-3 15,10 11 6-15,-2-8 0 0,-1-1 1 0,2 3 5 16,3-4 11-16,-12-1 1 0,22-1 5 0,-8-2 5 16,-2 0-6-16,2 0 19 0,-2-2-6 0,1-1 3 15,-4-2 0-15,0 1-6 0,-2-3-4 0,-1 2-4 16,-4-3-9-16,2 0-5 0,-4-1-19 0,0 12-25 16,-6-23-22-16,-1 8-28 0,2 5-25 0,-3-1-27 15,-4 1-21-15,3 2-43 0,-1 2-34 0,0 1-173 16,1 2-432-16,9 3 192 0</inkml:trace>
  <inkml:trace contextRef="#ctx0" brushRef="#br0" timeOffset="26500.93">29721 2007 165 0,'8'5'200'0,"4"-1"-9"0,-12-4-6 16,19 3-14-16,-8-3-5 0,0 1-6 0,-11-1-12 15,29-3-5-15,-19 0-11 0,3 1 1 16,-4-1-2-16,0-4 2 0,-9 7-9 0,14-11-6 15,-9 4-9-15,-4-1-8 0,2-3-13 0,-3 11-6 16,-4-22-9-16,-1 13-5 0,-2-1-21 0,0 1 0 0,-6-1-15 16,-6 2 5-16,2 3-16 0,-4 1-14 0,-1 3-7 15,-5-1-25-15,6 4-24 0,5 3-26 16,3 0-30-16,-2 3-40 0,3 4-53 0,1 1-205 16,3-1-436-16,4-5 193 0</inkml:trace>
  <inkml:trace contextRef="#ctx0" brushRef="#br0" timeOffset="27437.88">30155 2146 108 0,'9'-4'294'0,"0"-2"-21"0,0 0-8 0,-2-1-2 16,6-6-8-16,-4 4-7 0,0-4-10 0,1-2-17 16,0-1-16-16,1 1-16 0,-1 1-10 15,0-4-23-15,0 0-12 0,2 1-6 0,-1-7-21 0,1 0-4 16,0 2-24-16,-4 4-9 0,-1 0-8 0,-2 0-7 15,1 6-7-15,-3-4-2 0,-1 3-8 0,-1 3 0 16,-1 10-23-16,-1-17 9 0,-3 8-2 0,4 9 0 16,-8-12-13-16,1 6 2 0,7 6-1 15,-10-5-4-15,10 5-7 0,-9-4-6 0,9 4-3 16,0 0-3-16,0 0-5 0,0 0-4 0,0 0-3 16,0 0 8-16,0 0 4 0,0 0-7 0,18 22 3 15,-2-17 9-15,1 0-5 0,1-1-7 0,2 0 7 0,-4-3 0 16,3 2 3-16,0 0-10 0,-6 0 8 15,1 0 2-15,-4-1-4 0,1 3-4 0,-3 1-1 16,0 0 3-16,-3 2-5 0,1 2 5 0,-2 2 0 16,-1 2 7-16,-3-2-1 0,2 5 3 0,-3-2-1 15,2 1-3-15,-2 0 5 0,1-16-5 0,0 23 2 16,1-11-5-16,3-2 3 0,-4-10 1 0,5 19 5 16,0-10-3-16,2-2-1 0,-2-2 5 0,5 0-1 15,2 0 1-15,0-5-1 0,6 2-3 0,0-3 2 16,1 0 2-16,1-3-4 0,-1-2 4 0,0 2-20 15,-3-4 16-15,2-1-2 0,-2 1 0 0,-1-3-1 16,-1 0 4-16,-2-1-2 0,0 0 1 0,-3-3-16 16,-1 0 14-16,0 3-15 0,-3 1 14 0,0 0-10 15,-3 1-15-15,2 1 1 0,-4 9 4 0,2-13 5 16,-2 13 0-16,0-9-5 0,0 9 5 16,0 0-6-16,0 0 6 0,0 0 1 0,-30 9 3 0,16 4 2 15,-1-1-2-15,2-2 3 0,-1 4 1 0,5-5 1 16,1 6-3-16,-1-1 2 0,4-2 2 0,3-2 3 15,2 2 0-15,0-12-1 0,7 20-6 16,2-12-4-16,7 2-9 0,3-1-4 0,8 1-7 0,1-5-3 16,0 0-6-16,1-1-1 0,3-3 6 0,-2-4 0 15,-1 1 2-15,0-2 5 0,-2-3-1 0,1 1 4 16,-1-1 9-16,-6-1-7 0,-5-1 9 0,3 1 1 16,-2-5 7-16,-3 2-2 0,0-2 2 15,-1 0 0-15,-3-2 10 0,0 1 1 0,-6 4 4 16,0-1 5-16,-3 2 4 0,-1 9 0 0,-2-17-2 15,-3 12 2-15,-3 0-5 0,-1 1 0 0,-1 1-2 16,-4 5 0-16,-3 0-1 0,1 6 0 0,-2-1 0 16,-2 0 0-16,3 3-1 0,3-1-1 0,1 1 0 15,1-1-2-15,5 1 3 0,-1-3-3 0,3 1-1 16,1 0 4-16,2-1-6 0,2-7 2 0,2 11-4 16,-2-11 1-16,10 9 3 0,-3-7-2 0,0-1-1 15,6 2-1-15,-3-3-4 0,3 0 2 0,1-1 1 16,-2 1-4-16,0 0 1 0,-5-2 10 0,-7 2-16 15,13 0 2-15,-13 0 0 0,14 2 1 0,-9 1-1 16,-5-3-2-16,13 12 3 0,-6-5-1 0,-2 3 4 16,0 0 1-16,1 6-2 0,0-1 4 0,-2 3-2 15,-3 0 2-15,-1 1 0 0,1 2 4 0,-2-2 3 16,-1 4-6-16,0 4 7 0,-2-7-2 0,2-3 5 16,-2 1 0-16,-3 0 8 0,2-6-3 15,-2 4 4-15,-1-2-1 0,-2-2 0 0,-2-2 2 16,5-2-4-16,-5-2-21 0,-2-1-20 0,3-1-28 0,-1 0-43 15,1-2-55-15,11-2-72 0,-17-9-237 0,17 9-500 16,-17-15 221-16</inkml:trace>
  <inkml:trace contextRef="#ctx0" brushRef="#br0" timeOffset="27632.86">31355 1951 2149 0,'14'-14'116'0,"-3"-2"-70"16,-2 2-15-16,-1 6 3 0,-2 0-3 0,-2 2 4 15,-4 6 5-15,4-7-8 0,-4 7-10 0,0 0-5 16,8-5-1-16,-8 5 3 0,0 0 6 0,0 0 8 16,-3 31-2-16,2-15 0 0,0 1-4 0,-5 2-1 15,0 0-2-15,1-2 1 0,-4 7-15 0,4-7-31 16,0-2-30-16,2-1-45 0,3-14-56 0,-1 22-63 16,-3-12-167-16,4-10-412 0,0 0 183 15</inkml:trace>
  <inkml:trace contextRef="#ctx0" brushRef="#br0" timeOffset="27797.01">31467 1714 143 0,'0'0'137'0,"0"0"-34"0,0-16-30 0,0 16-19 16,0 0-47-16,0 0-41 0,0 0-47 0,0 0-87 15,26 35 38-15</inkml:trace>
  <inkml:trace contextRef="#ctx0" brushRef="#br0" timeOffset="28503.18">31678 1855 94 0,'0'0'176'0,"0"0"2"0,-15 12 4 15,6-8 4-15,-3 5-3 0,-2 2-16 0,4-3-11 16,0 0-14-16,0 1-16 0,1 1-10 0,1-1-10 15,2 2-15-15,0-1-7 0,3 0-5 0,0 0-10 16,3-10-5-16,-1 17-5 0,3-7-1 0,3-1-10 16,2-2-2-16,2 2-4 0,1-3-4 0,-1-2-4 15,5 0-5-15,-2-1-3 0,-1-1-7 0,0-1 0 16,-11-1 0-16,17-3-3 0,-7-1-2 0,-10 4 6 16,13-7-6-16,-6-1-5 0,-1-1 2 0,0 2-5 15,-3-5-3-15,-1 2 4 0,1 0-3 0,-3-3-2 16,4 1 9-16,-3 1-8 0,-1-1-2 0,0 1-1 15,3-1 8-15,-1 3 1 0,-2 9 2 0,2-13-8 16,-1 7 5-16,-1 6 4 0,4-6-7 16,-4 6 0-16,10-2-2 0,-10 2 4 0,18 8-3 15,-8-3-1-15,-2 0-5 0,1 2 5 0,2 1-1 16,-3 1 1-16,1-1-5 0,-2 1 6 0,1-2 2 16,0 1-3-16,-3-4-6 0,-5-4 6 0,9 10 2 15,-9-10-1-15,7 6 2 0,-7-6 1 0,7 5-1 16,-7-5 8-16,4 6-3 0,-4-6 1 15,0 0 1-15,0 0-2 0,0 0-4 0,0 0 1 16,0 0-2-16,6-14-3 0,-6 14 8 0,5-10-6 0,0 1 2 16,2 4-2-16,0-1 3 0,1-3-5 0,2 3-1 15,-2-1 1-15,1-1-8 0,0 2 5 16,1 1 2-16,-4 2-3 0,1 0-1 0,-7 3-3 0,0 0-3 16,25 2 2-16,-18 2 3 0,0 1 1 0,1 0-5 15,0 0 8-15,-1 2-1 0,0 0 3 0,3-1-2 16,-1 1 9-16,-1 0 3 0,2-1 2 0,0-3 2 15,4 1 5-15,-1-1-3 0,0-2-3 0,2 1 0 16,2-4 1-16,0 0-2 0,-1-4 2 16,0 0-1-16,-4 2-2 0,3-5-1 0,-4 0-3 15,-1 1 0-15,-3-1-1 0,1-1-6 0,0-5 6 16,-3 4-1-16,0-1-4 0,1 0-2 0,-3 4 3 16,-3 8-2-16,0-17-2 0,0 6-2 0,0 11 4 15,0 0-6-15,-1-14-9 0,1 14 3 0,0 0 8 16,0 0-9-16,0 0 2 0,0 0-5 0,0 0 7 15,-23 27 4-15,12-11-4 0,1-2-3 0,1 2 6 16,-1 1-1-16,1 0-1 0,0-1-1 0,0 0 6 16,0 2 0-16,2 0-2 0,-1-6-1 0,3 5 6 15,0-5-1-15,-2-1-1 0,5 1-12 16,-2-2-28-16,0 2-55 0,4-12-57 0,-6 12-61 16,2-6-232-16,4-6-480 0,0 0 213 0</inkml:trace>
  <inkml:trace contextRef="#ctx0" brushRef="#br0" timeOffset="29531.12">14443 3660 156 0,'9'-7'201'0,"2"0"17"0,4-2-8 16,1-1-10-16,0 0-14 0,0-2-15 0,1 0-9 0,-2 1-8 16,-1 0-11-16,0-1-8 0,0 0-13 0,-2-1 0 15,-1 2-2-15,-5 2 3 0,3-5-1 0,-2 3-15 16,-3 3-14-16,1 0 10 0,-5 8-1 15,4-13-1-15,-4 13-4 0,4-11-9 0,-4 11-2 16,0 0-10-16,2-9-7 0,-2 9 5 0,0 0-15 16,0 0-10-16,0 0-12 0,0 0 2 0,0 0-2 15,0 0-1-15,-15 29-6 0,11-15 1 0,-1 1-6 0,3-3 0 16,0 1-1-16,2 1-16 0,2-2-7 16,2 1-10-16,3-3-21 0,-2 1-22 0,3-3-37 15,1 2-41-15,3-3-45 0,4 0-72 0,-3-2-288 16,-2-1-581-16,-11-4 257 0</inkml:trace>
  <inkml:trace contextRef="#ctx0" brushRef="#br0" timeOffset="29686.55">14710 3339 32 0,'-5'-5'221'0,"5"5"-27"0,-2-7-21 16,2 7-30-16,0 0-23 0,0 0-24 0,0 0-29 15,0 0-63-15,0 0-66 0,20 11-103 0,-13-3-179 16,7 2 79-16</inkml:trace>
  <inkml:trace contextRef="#ctx0" brushRef="#br0" timeOffset="29819.8">15011 3627 4 0,'9'3'167'0,"-9"-3"-42"0,0 0-60 16,0 0-77-16,0 0-47 0,0 0-63 0,0 0 29 16</inkml:trace>
  <inkml:trace contextRef="#ctx0" brushRef="#br0" timeOffset="30113.12">15195 3555 226 0,'11'-6'230'0,"-1"-1"-11"0,1-1-11 0,3-2-14 16,-6 1-10-16,4 1 2 0,-4-1-19 0,-1-1-8 15,1 1-12-15,1 0-7 0,-4-2-15 0,-2 1-15 16,1 0-7-16,-4 10 1 0,1-14-18 16,-1 14-5-16,-1-12-8 0,1 12-5 0,-8-8-8 0,8 8-8 15,-14-2-3-15,14 2-5 0,-20 11-6 0,3 0 2 16,3 3 6-16,-7 6-5 0,1-1-5 0,10-2-1 15,-1-3-6-15,0 0 6 0,7 1-7 16,-3 0-4-16,7-3-4 0,0-12 1 0,11 26-5 16,3-15-8-16,-1-2-19 0,6 0-26 0,8-2-33 15,3-2-44-15,4-3-49 0,1 0-40 0,0-4-76 16,-3 4-148-16,0-6-460 0,-4 2 204 0</inkml:trace>
  <inkml:trace contextRef="#ctx0" brushRef="#br0" timeOffset="30253.25">15740 3563 275 0,'9'-8'319'0,"-9"8"-5"16,0 0 1-16,0 0 3 0,12-8-4 0,-12 8-13 16,0 0-16-16,5-4-37 0,-5 4-24 0,0 0-28 15,0 0-22-15,0 0-40 0,8-5-58 0,-8 5-68 16,0 0-72-16,0 0-76 0,0 0-78 0,12-2-296 16,-12 2-555-16,0 0 246 0</inkml:trace>
  <inkml:trace contextRef="#ctx0" brushRef="#br0" timeOffset="31707.76">16764 3768 108 0,'0'0'218'0,"0"0"-15"0,0 0-20 0,0 0-17 16,0 0-14-16,0 0-12 0,6-21-15 0,2 12-11 16,0-2-3-16,5-2-18 0,4-6-4 0,1-3-9 15,0 2-1-15,1-3-5 0,-3 4 25 0,0-1-7 16,1-4 2-16,-2 2-6 0,-4-4-3 0,4 2-4 16,-6-1-2-16,0 1-4 0,-4-2-4 0,-1 1-1 15,-1-4-8-15,0 9-5 0,-3 2 3 0,-1 3 10 16,-2-3 3-16,2 7-5 0,0-1-3 0,1 2-4 15,-4 3 5-15,3 0-8 0,1 7-5 0,-2-11-9 16,2 11-9-16,-1-7-3 0,1 7-6 0,0 0-5 16,0 0 0-16,-10 20-4 0,6 5 0 0,-4 6-4 15,-1 2-1-15,2 12 1 0,-1-9 2 0,5-3-3 16,0-1-2-16,3 0-11 0,1-1 10 0,4-4 3 16,1-2-1-16,5 0 5 0,0-3-8 0,-1-3-11 15,6 2 13-15,-2-7-1 0,0 0 1 0,-1-2 2 16,1 0-18-16,2-2-19 0,-4-3-18 0,4 1-9 15,0 1-16-15,0-4-20 0,-3-4-19 0,1 1-7 16,-1-1-8-16,1-2 0 0,4-2 7 0,-4-2 4 16,0-2 15-16,-1 1 5 0,1-4 13 0,0-1 4 15,0-1 9-15,-2 0 13 0,-2-1 20 16,-1-1 9-16,-3 0 10 0,-1 3 15 0,-1-2 14 0,1 4 16 16,-2-2 12-16,-1 4 4 0,-1 1 5 0,-1 6-1 15,2-11-4-15,-2 11-12 0,1-8-2 0,-1 8-5 16,0 0-3-16,0 0 1 0,0 0 2 0,0 0-4 15,-4 26 1-15,4-17-3 0,0 2-4 0,0 0 0 16,3-1-4-16,1-1 3 0,-1 1-3 16,4-2 1-16,-3-2-1 0,3 1 4 0,1-3-3 15,-2 0 1-15,1-3-2 0,2 0 4 0,1 0-4 0,-10-1 0 16,14-2 5-16,-6-2 7 0,-5-1 1 0,3 1 0 16,0-5-1-16,-2 2-6 0,0-1 0 15,-2 0 4-15,-2-2-9 0,0-3-6 0,-2 1 3 0,-2 2 0 16,-3-4-7-16,1 2-14 0,0 3-8 15,-3-1-14-15,1 3-13 0,2 0-26 0,-2 2-34 16,-1 2-43-16,1 1-33 0,8 2-27 0,-16 2-41 16,3 4-143-16,1-4-422 0,12-2 187 0</inkml:trace>
  <inkml:trace contextRef="#ctx0" brushRef="#br0" timeOffset="32104.36">17503 3559 121 0,'4'-6'230'0,"-4"6"-4"15,8-4 2-15,-8 4-8 0,4-6-8 0,-4 6-22 16,0 0-18-16,5-2-23 0,-5 2-14 0,0 0-14 16,0 0-14-16,0 0-11 0,0 0-9 0,6 12-8 15,-6-12-11-15,0 16-3 0,0-8-6 0,1 0-4 16,-1 2-4-16,3 0-8 0,-1-1-5 0,2 0-3 16,-2-2-1-16,2-1-6 0,0-1 3 0,0 0-5 15,1 0-1-15,-1-1-5 0,2-2-2 0,-6-2 0 16,16 3-3-16,-11-3 1 0,-5 0-8 0,14 0 1 15,-14 0-3-15,11-5-1 0,-3 3-4 0,-8 2 5 16,10-6-4-16,-6 5-4 0,1-3 4 0,-5 4-4 16,8-3-2-16,-8 3-2 0,6-3-3 0,-6 3-4 15,0 0 0-15,0 0 3 0,12-2-1 0,-12 2 0 16,9 3 3-16,-9-3 1 0,14 2-1 0,-14-2 4 16,14 4 1-16,-4-4-1 0,1-1 4 0,0 0-3 15,0 1 5-15,-3-2 6 0,-8 2 10 0,14-5 5 16,-8 4 7-16,1-4 2 0,-1 1 0 0,-2-3-1 15,0 1-4-15,-4 6-5 0,4-15-1 16,-6 8-13-16,0-3-10 0,-1 0-27 0,0 1-16 16,-2-1-23-16,-3 1-23 0,8 9-23 0,-11-14-30 15,7 8-34-15,4 6-38 0,-6-7-169 0,6 7-416 0,0 0 185 16</inkml:trace>
  <inkml:trace contextRef="#ctx0" brushRef="#br0" timeOffset="32513.01">17926 3585 135 0,'14'-3'181'0,"-4"-1"-9"16,3-2-1-16,-2 1 2 0,1 0-1 0,-3-2-4 16,1 1-9-16,-4-1-12 0,1-1-9 0,-1 1-11 15,-3 0-6-15,1-1-9 0,-1 2-6 0,0-2-11 0,-3 8-1 16,0-11-5-16,0 11-5 0,-1-9-2 16,1 9-6-16,-7-9-7 0,7 9-8 0,-6-6-9 15,6 6-9-15,-8-1-4 0,8 1-2 0,-11 7-10 16,2 2 5-16,2 0-6 0,1 1-3 0,1 0 1 15,1 2-6-15,-1 0-2 0,5 0-2 0,-1-2-2 16,2 2 1-16,3-3-3 0,0 2 1 0,1-3 0 16,0 0-1-16,3 0-1 0,2-3 0 0,0 0 1 15,2-1-1-15,1-2-1 0,0 0 0 0,0-2 3 16,0 0 0-16,-2-2-7 0,1 1 2 0,-1-3 8 16,0-1-5-16,-1 0-4 0,0-2 0 0,-1 0 3 15,1-1-4-15,-1-1-1 0,-1 0 2 0,1-1 0 16,1-4-5-16,-1 1 2 0,-3 1-2 0,3 5-1 15,-2-2-1-15,-1 2 1 0,1 0-5 0,-4 3-2 16,4 0 0-16,-7 4-6 0,7-4 6 0,-7 4-1 16,9 2 1-16,-9-2 2 0,13 7-2 0,-7 0 4 15,2 0 1-15,-1 2 2 0,-2-1-3 0,3 1-24 16,0 1-18-16,0 0-26 0,2-1-30 0,3 3-39 16,1-3-50-16,1 0-56 0,2-3-150 0,3-1-428 15,8-2 189-15</inkml:trace>
  <inkml:trace contextRef="#ctx0" brushRef="#br0" timeOffset="32899.6">19122 3396 93 0,'-6'-9'272'0,"-2"4"-10"16,0 1-5-16,-2 0-14 0,0 4-24 0,-4 3-18 15,1-1-21-15,0 4-12 0,0 4-16 16,2-2-16-16,2 2-15 0,-1 1-8 0,5 0-13 15,-3 0-10-15,6-1-8 0,-1 0-7 0,0-1-7 16,5-2-8-16,-1 3-12 0,0-4-9 0,2 1-12 16,2-1-7-16,-1-3-5 0,-4-3 5 0,7 6-4 15,-7-6-1-15,9 1-1 0,-9-1-3 0,0 0 3 16,13-4-4-16,-13 4-3 0,6-2 2 0,-6 2-3 16,7-1-2-16,-7 1-7 0,0 0 1 0,0 0-4 15,11 3 5-15,-4 3-4 0,-1 1 4 0,0 4 0 16,4 3-2-16,0 2-1 0,-3 1 5 0,4 9 2 15,-1 1-2-15,-1 0 6 0,0 2 4 0,-2-1 4 16,2 3 1-16,-4-2 2 0,-2-3 3 0,-2-7-4 16,0 7 9-16,-1 0 2 0,-3-6-7 0,-8 5 4 15,-3-1-2-15,-2-1 1 0,-7-4-1 0,0-1-4 16,-1-2-9-16,-2-3-3 0,3-1-16 0,1-5-35 16,2-2-24-16,0-3-43 0,3-2-54 0,5-3-52 15,1-1-50-15,3-2-163 0,4-6-465 0,4 12 206 16</inkml:trace>
  <inkml:trace contextRef="#ctx0" brushRef="#br0" timeOffset="33625.98">19639 3430 209 0,'-2'-9'250'0,"2"9"-13"0,-14-6-8 15,2 5-7-15,-3 3-9 0,-4 5-10 0,-1 2-10 16,-6 6-16-16,-1 0-10 0,5-1-17 0,6-1-16 15,2 2-13-15,4-4-11 0,3 1-11 0,1-2-9 16,2 0-9-16,1-1-9 0,3-9-10 0,-2 14-18 16,2-14-3-16,0 0-14 0,7 11-5 15,0-8-11-15,2-3-4 0,3 0-5 0,0-2-4 0,1-3 4 16,-2-1 1-16,0 0-1 0,-1-3 1 0,-4 1-1 16,2-2 1-16,-2 0 1 0,-1-1-1 0,2-1-3 15,-4 2 3-15,0 0 11 0,0 3 8 16,-2-1 1-16,-1 8 3 0,4-10-5 0,-4 10-2 15,0-5-1-15,0 5-6 0,0 0-6 0,0 0 1 16,0 0 4-16,0 0-3 0,0 0-3 0,-4 30-3 0,4-18 3 16,-1-2 3-16,2 0-1 0,2 2 4 0,-1-3 1 15,3 1-1-15,2-2-1 0,3 1 7 16,-1-2-3-16,9-2 2 0,0-1-3 0,10-3 3 16,-2 0 1-16,-3-3-5 0,6-5 2 0,-4 0-3 15,-4 2 0-15,-2-5 3 0,4-5-1 0,-8 5 3 16,0-5 0-16,-3 1 0 0,-2-5 1 0,0 3 4 15,-1-8 0-15,-2-2 0 0,-1-2-1 0,-1 4 0 16,0-1 1-16,-2-1 16 0,-2 1-15 0,-2 0 2 0,2 8 12 16,-1 1 1-16,0 3 8 0,0 4 4 15,1-1 10-15,-1 10-5 0,0-13-19 0,0 9 7 16,0 4-8-16,0 0-5 0,0 0-4 0,0 0-2 16,0 0 0-16,0 0-7 0,-2 39-1 0,-1-19 0 15,-2 7 2-15,3 0-4 0,2-1-1 0,0 1-3 16,5-2-2-16,-4-5 2 0,3 5 0 0,-2-7 1 15,5-1-11-15,1 0 15 0,2-2-8 0,0-1 2 16,2-3 7-16,3-2 3 0,0 0-6 0,-2-4-3 16,5-1-19-16,1-3 22 0,1-1 5 0,-4-4-19 15,3-1 10-15,-8 0 1 0,7-3 1 0,-2-2-2 16,1-1 6-16,-4-2-4 0,-2 1-3 0,0-2-2 16,-2-1 1-16,-4-1-8 0,3 0-4 0,-4-1 6 15,-2 7-1-15,1-2 1 0,-3 12-2 0,2-13 0 16,-2 13-3-16,3-10-8 0,-3 10 2 0,0 0 5 15,0 0 2-15,0 0-7 0,0 0-1 0,-14 25 4 16,7-9 16-16,2 1-12 0,0-3-6 0,-1 3 13 16,2 0-9-16,4-2 2 0,-1-1 3 0,1-3-16 15,1 5-35-15,1-6-45 0,5 2-42 0,-2-5-58 16,4-2-63-16,4 2-104 0,-13-7-215 0,24 0-626 16,-24 0 278-16</inkml:trace>
  <inkml:trace contextRef="#ctx0" brushRef="#br0" timeOffset="33783.21">19872 3307 3060 0,'-15'-2'73'0,"2"2"-18"0,5-3-38 16,8 3-8-16,-11 0-17 0,11 0-14 16,-8-2 0-16,8 2 3 0,0 0-3 0,0 0-16 15,0 0-30-15,44-5-61 0,-10-1-99 0,3-2-215 16,18-3-481-16,-1-3 213 0</inkml:trace>
  <inkml:trace contextRef="#ctx0" brushRef="#br0" timeOffset="34245.86">21509 3571 188 0,'0'0'237'16,"-3"-6"-27"-16,3 6-18 0,0 0-19 0,11-17-16 15,-2 8-14-15,3-3-13 0,0-1-12 0,4 1-11 16,-3-3-9-16,3 1-7 0,3-4-10 16,-5 3-8-16,1 0-8 0,-3-3-3 0,-3 3-8 0,2-2-2 15,-3 1-8-15,-1-2-5 0,-4 1-2 0,0 1 6 16,-1 4 5-16,-4 1-1 0,-1-2-5 0,0 3 1 16,-3 1-2-16,1 2-5 0,0 2-2 0,0-2-3 15,5 7-7-15,-13-1-3 0,3 2-2 16,0 7 0-16,-6 2-4 0,-3 7 4 0,1 5 5 15,1 2 2-15,1 3 4 0,4-4-4 0,2 1-3 16,4 2-3-16,3-6 3 0,5 5-5 0,3 0 2 0,1-9 0 16,6 2 0-16,1-3-1 0,9 4-3 0,7-6-20 15,0-4-36-15,6 0-31 0,-1-2-51 16,4-6-48-16,1-2-41 0,-6-1-206 0,-1-3-452 16,2-1 200-16</inkml:trace>
  <inkml:trace contextRef="#ctx0" brushRef="#br0" timeOffset="34437.71">22038 3257 230 0,'-1'-16'231'0,"-3"0"-2"16,2 6 5-16,-1 2 4 0,1-1-2 15,2 9-13-15,-3-10-26 0,3 10-23 0,-2-9-21 16,2 9-19-16,0 0-14 0,0 0-8 0,0 0-8 16,-7 38-8-16,3-13-14 0,0 3-6 0,4-2-5 15,-2 3-16-15,2 1 8 0,2-1-7 0,1-2-15 16,2 1-35-16,2-3-35 0,-2 0-37 0,0-7-31 15,2 6-37-15,-2-8-56 0,-1 1-50 0,4-4-162 16,-5-3-434-16,2-1 193 0</inkml:trace>
  <inkml:trace contextRef="#ctx0" brushRef="#br0" timeOffset="34674.04">22133 3615 143 0,'9'-10'172'16,"-1"1"-17"-16,-2 1-3 0,4-2-4 0,-1-3-1 15,4 1-6-15,0-2-4 0,0 3-6 0,2-5-5 16,-1 2-7-16,4-6 3 0,-5 6-6 0,1-1-2 15,-4 0 4-15,-1 2 0 0,0 3-6 16,-4 0 4-16,-1 0 4 0,-3 3 2 0,0 0-8 16,-1 7-5-16,0-12-20 0,0 12 1 0,-5-8-10 0,5 8-8 15,-11-1-12-15,11 1-3 0,-22 10-4 0,8 1-5 16,1-1-5-16,-1 5 1 0,2-3-10 0,2 1-4 16,0 0-5-16,5-2-6 0,1 1-20 0,3-1-29 15,2 0-27-15,3-1-36 0,4 0-30 16,6-1-36-16,1-2-60 0,5-1-49 0,9-2-173 15,0-2-478-15,2-2 211 0</inkml:trace>
  <inkml:trace contextRef="#ctx0" brushRef="#br0" timeOffset="34880.64">22702 3366 5 0,'0'-11'221'16,"0"0"0"-16,-3 1 2 0,1 1 5 0,-4 1-5 15,1 2-10-15,-5 1-22 0,0 1-17 0,0 3-16 16,-4 3-8-16,-3 5-2 0,0 2-4 0,2 2-11 15,0 3-11-15,1 1-6 0,0 0-13 0,-1 7-7 16,5-5-6-16,3 0-14 0,2-1-7 0,3-2-4 16,1 4-8-16,4-3-2 0,2-3-7 0,4 0-12 15,1 0-24-15,3-2-37 0,4 0-39 0,3-3-31 16,0-1-46-16,0-4-38 0,2 0-37 0,0-1-48 16,-8-1-136-16,7-3-431 0,-2-1 191 0</inkml:trace>
  <inkml:trace contextRef="#ctx0" brushRef="#br0" timeOffset="35083.44">22900 3238 101 0,'1'-15'242'0,"0"-1"3"15,-1 6 6-15,0 0 2 0,2 4-10 0,-2 6-19 16,0-10-26-16,0 10-27 0,0 0-17 0,0 0-14 16,0 0-8-16,0 0-14 0,1 27-8 0,-1-11-5 15,0 9-9-15,0-5-13 0,-1 9-1 0,1-3-9 16,0 2-9-16,-2-2-4 0,4 0-4 0,0 0-7 15,1-7-2-15,1 1-28 0,-1-1-25 16,1 0-34-16,0-2-28 0,4-1-46 0,-5 0-51 16,1-5-57-16,0-1-229 0,-1 0-487 0,-3-10 216 0</inkml:trace>
  <inkml:trace contextRef="#ctx0" brushRef="#br0" timeOffset="35565.11">22900 3424 183 0,'4'-5'234'0,"1"1"-4"16,2-2-5-16,-1 1-10 0,5 2-10 0,0 1-14 16,0 1-16-16,1 2-10 0,1 2-11 0,5 0-13 15,-5 2-13-15,3 4-11 0,-1-1-13 0,-4-1-12 0,3 2-6 16,-3-1-14-16,-1 0 0 0,-3 1-7 16,2-3-6-16,-2 2-7 0,0-1-4 0,-3-1-7 15,0 0-2-15,-1-1 1 0,-3-5-3 0,3 8-2 16,-3-8 2-16,2 7-2 0,-2-7-2 0,0 0-2 15,0 0-5-15,-7 8 2 0,7-8-2 0,0 0-1 16,0 0-4-16,0 0-3 0,0 0-3 0,-9-15 1 16,9 15-5-16,0 0-2 0,7-22 2 0,-3 11-4 15,2 0-2-15,5-3-3 0,-3-1 1 0,2 2 1 16,2 1-2-16,-1 0 1 0,-2 3-2 0,-1-1-2 16,1 5-1-16,-1-2-3 0,-1 2-2 0,0 3 7 15,3 1-6-15,-10 1-5 0,11 1 3 0,-3 2-1 16,1 3-2-16,-3 1 8 0,1 2-4 0,0-2 5 15,0 1-1-15,0 1 4 0,-1-3-3 0,0 1 3 16,2 0 1-16,-2-2 1 0,-1-2-7 0,2 3 12 16,-1-4 0-16,2 0-2 0,-8-2 4 0,12 0-4 15,-12 0 2-15,13-4 1 0,-9 1 7 0,-4 3 12 16,10-11 1-16,-6 1-5 0,-1 5 3 0,-1-5-5 16,-3-1 2-16,1 0 1 0,-4 0-5 0,1 0-12 15,-3 0 6-15,-1 0-3 0,0 0-9 0,1 3-9 16,0 3-20-16,1 0-27 0,0 0-40 0,5 5-52 15,-9-5-48-15,9 5-43 0,0 0-59 0,0 0-163 16,0 0-497-16,0 0 221 0</inkml:trace>
  <inkml:trace contextRef="#ctx0" brushRef="#br0" timeOffset="36168.04">23766 3296 42 0,'0'0'259'16,"1"-9"-4"-16,-1 9-2 0,0 0-15 0,-6-12-7 0,6 12-8 15,-11-4-13-15,11 4-9 0,-26 1-10 16,7 1-6-16,0 3-12 0,-5 7-10 0,5-3-14 16,-3 4-17-16,4 1-12 0,2-2-11 0,5 2-11 15,-2 2-11-15,1-1-9 0,4 0-3 0,5 1-14 16,-1 1 1-16,2-7-9 0,3 3-7 0,2-4 3 16,3 1-5-16,0-1 3 0,4-3-11 0,1 0-7 15,7-3-15-15,-2-1-2 0,-2-2-17 0,7-3 15 16,-3-1-5-16,-1-2-6 0,-2-2 2 0,1 0-4 15,-2-3 3-15,0 0 1 0,-3-4-4 0,-2 1-16 16,1-1 19-16,-4-3-3 0,2-6 1 0,-2 0-8 16,-2-1 10-16,1-1-5 0,-1 0 9 0,0-2-7 15,-2 4 5-15,0-3-13 0,-2 3 12 0,-3-2 6 16,2 0 10-16,-1 8 6 0,1 2 4 0,0 4-2 16,1 2 0-16,0 10 10 0,-1-12-13 0,1 12-9 15,-2-11-3-15,2 11-2 0,0 0 1 0,0 0-21 16,0 0 19-16,-2 34 0 0,-1-11-6 0,1 7 5 15,1-3 0-15,-1 0 1 0,2-1-1 0,2 0 2 16,0 0-4-16,2-7 7 0,1 0-9 0,0-1-9 16,1 0 17-16,2-2-13 0,2-1 14 0,1-1 4 15,0-3-1-15,3-1-1 0,0-1 2 0,4-3-8 16,-1-4 4-16,2 0 7 0,1-3-26 0,1 0 12 16,-1-2 1-16,2-2-1 0,-4-4-3 0,1 1-1 15,-2-3 0-15,0-1-5 0,1-1-1 0,-4 0 7 16,-1-2-5-16,0-2 1 0,-5 2-2 0,-1-3-7 15,1 1 12-15,-4 2-6 0,-2 2 1 16,0 2-6-16,-4 0 5 0,0 2-5 0,2 9 5 16,-5-11-7-16,-2 8-1 0,0 2 4 0,7 1-1 0,-23 9-4 15,7 3 8-15,1 2-2 0,-2 5 9 0,3-5-3 16,3 9-2-16,0-6 4 0,10 1-3 0,1-1 7 16,0 2-6-16,3-3 3 0,6 0-4 0,2-2-34 15,7-2-28-15,9 0-46 0,1-1-49 16,2-4-61-16,1-1-82 0,-1-2-228 0,0-3-576 15,-9-2 255-15</inkml:trace>
  <inkml:trace contextRef="#ctx0" brushRef="#br0" timeOffset="37391.87">25415 3278 31 0,'-3'-8'225'0,"-1"-2"-9"0,-1 2-10 0,1 2-11 0,-4-3-13 16,-1 5-16-16,1 1 0 0,-3 0-19 15,-1 1-9-15,0 4-15 0,-3 2-12 0,-2 3-8 0,-2 3-8 16,-1 8-4-16,-1 0-11 0,4 4-4 15,2 0-8-15,3 1-3 0,3-4-8 0,2-2-9 16,5 2-3-16,0-2-5 0,5-1 0 0,3 1-3 16,0-7-7-16,5 2-4 0,2 2 2 0,1-6-9 15,3-1-2-15,1-2-4 0,-1-2-2 0,2-1-6 16,-2-2 0-16,4 0-5 0,-6-3 2 0,2-5 2 16,-1 0-7-16,-2-1 3 0,-5 2 2 0,4-4-3 15,-3 2 0-15,-3-6 2 0,-1 3 0 0,0-3 2 16,-2-2-1-16,0 1 2 0,-4 4 2 0,0 2 8 15,0-2 10-15,0 5 10 0,0-1-3 0,0 8-1 16,0-10-7-16,0 10-9 0,0 0-2 0,0 0-2 16,0 0-2-16,0 0 0 0,0 0-1 0,-4 25 1 15,0-8-3-15,4 1 6 0,0 0-5 0,0 0-3 16,2 1-23-16,0-3-19 0,2 1-28 0,0-1-29 16,1-2-43-16,1-3-60 0,2-1-61 0,-4-4-133 15,3-1-424-15,-1-1 187 0</inkml:trace>
  <inkml:trace contextRef="#ctx0" brushRef="#br0" timeOffset="37716.75">25655 3327 180 0,'0'0'181'16,"0"0"-10"-16,0 0-6 0,0 0-10 0,2 24-11 15,-2-12-2-15,2-2-11 0,-2 5-12 0,2-2-11 16,0-1-4-16,0 2-9 0,1-3-7 15,0 0-7-15,1-1-9 0,-2-3-7 0,-1 1-3 0,-1-8-4 16,4 9-3-16,-4-4-4 0,0-5 19 16,0 0 12-16,4 7-3 0,-4-7-3 0,0 0-9 0,0 0-8 15,0 0-5-15,9-22-1 0,-2 12-10 0,0-4-2 16,4-2-6-16,1 0-2 0,-1 1-10 0,3 1 4 16,-1 0-7-16,-3 6-1 0,4-3-4 0,-3 3 0 15,0 5-6-15,-1 0 0 0,1 0-1 16,-1 3-30-16,0 1-2 0,1 2 4 0,0 4 11 15,1 4-7-15,-1-3 2 0,-1 1-12 0,0-1-19 16,-1 2-19-16,4 2-20 0,-5-2-26 0,3 3-35 16,2-3-14-16,-2-1-25 0,2 1-22 0,2-3-117 15,-3-3-350-15,3-3 156 0</inkml:trace>
  <inkml:trace contextRef="#ctx0" brushRef="#br0" timeOffset="38102.18">26257 3389 26 0,'9'-12'156'16,"-5"0"7"-16,-2-1 6 0,1 2 4 0,-3 0 0 15,-1 1 11-15,-1 0-1 0,0 3-8 0,-2 2-7 16,-1-2-1-16,1 3-14 0,-3-1-16 0,7 5-11 16,-15-3-12-16,6 5-13 0,-5 4-8 0,5-1-1 15,0 5-7-15,-3 2-10 0,1 1-5 0,3 1-7 16,0 0-4-16,0 1-8 0,3 0-3 0,3-3-3 16,4-2-6-16,-2 2-4 0,5-1-2 0,-1-2-4 15,0-1-3-15,1-3-3 0,0 2-6 0,6-4-8 16,0 1-3-16,-2-4-6 0,2-2-5 15,-2 0 0-15,5-5-1 0,-5-1 2 0,2 0 3 0,0-6 5 16,-2 2-6-16,-7-5-2 0,5 0-1 0,-3-2 4 16,1-8-2-16,-4 2 9 0,1-2-8 0,-2-2 1 15,0-2 0-15,-5 5 3 0,-2-4 3 0,2 0 6 16,1 1 7-16,0 3 16 0,2 8 7 0,-1 2 7 16,-1 6 12-16,4-1-4 0,0 11-11 0,-5-12-6 15,5 12-9-15,0 0-1 0,0 0-9 0,0 0 1 16,0 0 2-16,-4 38-6 0,4-10 1 0,2 0-3 15,0 4 4-15,-2-3-5 0,5 1 5 16,-3 1-5-16,5 0-5 0,1 0-6 0,1-2-28 0,3 0-34 16,-1-4-42-16,3 0-54 0,1-4-65 0,-1-4-70 15,-5-5-210-15,4 2-540 0,1-1 239 0</inkml:trace>
  <inkml:trace contextRef="#ctx0" brushRef="#br0" timeOffset="39512.75">26897 3159 128 0,'0'0'229'0,"0"-10"0"0,0 10-15 16,2-9-11-16,-2 9-16 0,3-8-18 0,-3 8-18 15,0 0-18-15,0 0-17 0,0-8-12 0,0 8-16 16,0 0-5-16,0 0-12 0,0 25-6 0,0-12-2 15,0 3-9-15,2 1-3 0,0 2-2 0,2-2-8 16,-1 1-3-16,3-2-5 0,3 1-1 0,-2-3-1 16,0 0-7-16,6-1 1 0,1-2 0 0,-1 1-1 15,3-5-3-15,2 1 2 0,2-3-2 0,-2-2-3 16,0 0 3-16,3-3 0 0,-2-2-5 0,0-2 1 16,-4 1-2-16,3-7-1 0,-5 3-1 0,3-3-1 15,-5 2 2-15,3-5-2 0,-5 0-2 0,2 0-6 16,-2-1 6-16,-2-1-4 0,-3 4 2 0,3-4-2 15,-3-2 0-15,1 0 0 0,-2 2-1 0,-1 5 3 16,-2-1 2-16,0 0 10 0,0 5 7 0,0 6-5 16,0-10-4-16,0 10-5 0,2-7-4 0,-2 7-6 15,0 0 2-15,0 0-3 0,0 0-5 16,0 0 6-16,2 23 0 0,-2-12-2 0,0 3 1 16,3-4 1-16,-1 2 0 0,4 0 0 0,1 3 3 0,4-3-1 15,-2-2-2-15,5 3-22 0,-1-5 1 0,6 0 6 16,-2-2-1-16,3-2 5 0,0-3 2 0,3-1 1 15,-2-2 4-15,1 0-1 0,-3-4 1 16,0 0-3-16,-2-1 11 0,-2-4-6 0,0 1 0 0,-1-5 1 16,-3-1-3-16,2-1 0 0,-8-1 5 15,4 1-4-15,-3-10 7 0,-3 1 3 0,-1-1 1 16,0 1-4-16,-2-3 9 0,0 2-1 0,0 8 3 16,-3-7 8-16,2 9 11 0,1 6 13 0,0 0 9 15,-1 1-1-15,-1 1 0 0,2 9-13 0,0-12-6 16,0 12-12-16,0 0-4 0,0 0-10 0,0 0 6 15,0 0-4-15,-2 32 0 0,2-1 6 0,-4 2-6 16,4 1-4-16,-1 2 2 0,-2 10 1 0,2-10-2 16,1-3 1-16,0 2-1 0,0 0 0 0,2-1-3 15,0-1 0-15,-1 0 2 0,5-3-2 0,-1-5-13 16,2 1-37-16,-4-8-35 0,3-1-42 0,-4 0-54 16,2-7-64-16,-1 2-74 0,-3-12-161 0,0 11-509 15,0-11 226-15</inkml:trace>
  <inkml:trace contextRef="#ctx0" brushRef="#br0" timeOffset="39713.04">27793 3099 132 0,'0'0'152'0,"15"0"-7"0,-15 0-9 15,19 7-3-15,-10 0-9 0,0 1-9 0,-3 3-4 16,1-1-11-16,-4 5-16 0,-1-3 7 15,-2 4-12-15,0 1-5 0,-4-2-3 0,-4 4-6 16,2-2-22-16,-5-1-21 0,1-3-33 0,-1 1-32 16,4-4-47-16,-5-3-53 0,0 0-89 0,3-2-251 0,-3-2 111 15</inkml:trace>
  <inkml:trace contextRef="#ctx0" brushRef="#br0" timeOffset="39939.89">27972 2966 130 0,'0'-10'288'0,"0"10"-8"0,1-11-24 16,-1 11-22-16,3-9-30 0,-3 9-20 0,0 0-21 15,0 0-9-15,0 0-7 0,0 0-4 0,11 49-4 16,-8-20-8-16,-2 1-14 0,3 3-2 0,0-4-15 16,-3 3-8-16,3-2-10 0,-2-1-6 0,0 1-8 15,1-4-7-15,0 0-3 0,-2 1-6 0,2-8-7 16,-3 0-33-16,2-3-32 0,-4 1-35 0,2-6-34 15,-2 2-35-15,2-13-36 0,-2 19-49 0,-1-14-237 16,3-5-483-16,-10 10 213 0</inkml:trace>
  <inkml:trace contextRef="#ctx0" brushRef="#br0" timeOffset="40487.75">27985 3130 28 0,'6'-6'163'0,"6"3"-11"0,-4 2-6 15,-8 1-9-15,20 4-12 0,-11 2-12 0,-2 2-7 16,0 0-11-16,-3 2-6 0,1 2-10 0,-4-1-6 16,0 5-5-16,-6 0-18 0,3-2-16 15,-5 0-9-15,-1-4-9 0,-4 3 6 0,3-4-12 16,1-1 0-16,-2-2 0 0,6 0-3 0,4-6 4 16,-7 5 6-16,7-5-4 0,0 0-6 0,0 0-6 15,0 0 1-15,0 0-2 0,0 0-6 0,42-8 10 16,-23 1 9-16,8-2-9 0,-7 1 7 0,7-3-7 15,0 0 4-15,-1 0 5 0,0 0 5 0,-2 0-1 16,-4 0 2-16,-4 4 9 0,9-6 6 0,-9 4 4 16,-1-1 3-16,-6 0 11 0,0 0 3 0,0 1 1 15,-4-1 0-15,-1-1 0 0,0 1 4 0,-4-1 2 16,0 11 2-16,0-19-1 0,-3 13-7 0,0 0-8 16,3 6-7-16,-7-8-3 0,7 8-8 0,-15-3 0 15,15 3-3-15,-19 10-4 0,6-1-2 0,-1 4 2 16,-3 7 2-16,6-7-8 0,-2 4-2 0,5-2 1 15,2 1-3-15,1-1 2 0,-2-4-6 0,5 6 4 16,2-5-3-16,2 1 2 0,3-3 0 0,1-1-2 16,1 0 4-16,2-2-6 0,0 0-1 0,3-3 3 15,-2-3-1-15,2 0-7 0,-1-3-7 0,2 1 2 16,1-2 0-16,-1-2-5 0,6-3 2 0,-4 0 0 16,0-3-1-16,-1 3 0 0,0-4-2 15,-3 4 2-15,3-6-1 0,-4 1 2 0,0 1 3 0,-1 2 0 16,-1 1-4-16,-3 0 3 0,1 4-2 15,-3-2 0-15,2 4-3 0,-5 3 1 0,8-6-1 16,-8 6-1-16,0 0 1 0,9 13 12 0,-7-5-10 0,1 3 4 16,1 2-8-16,-1-1-21 0,2 5-16 0,1-2-20 15,1 0-27-15,2 1-46 0,6-2-53 16,1-2-171-16,2-2-396 0,10 1 176 0</inkml:trace>
  <inkml:trace contextRef="#ctx0" brushRef="#br0" timeOffset="40856.71">29267 3060 189 0,'-16'-11'255'0,"-2"5"-18"16,2-1-6-16,-4 3-26 0,4 2-16 0,1 5-19 16,3 0-19-16,-2 7-14 0,5-3-10 0,1 2-15 15,0 1-10-15,4 2-12 0,0 1-6 0,4-1-5 16,1 0-7-16,-1-1-13 0,5 0-11 0,3-2-6 15,1 1-7-15,0-4-6 0,1-1-7 0,4 1-3 16,-2 0 0-16,-1-4-4 0,-1 0-1 0,-1 0-4 16,3-4 7-16,-5 4-7 0,-7-2-3 0,17-2-2 15,-8 2-3-15,-9 0 0 0,13 2-3 16,-4 2 0-16,1-1-1 0,-1 5 1 0,-1 0 0 16,3 7 1-16,-5-5 0 0,3 4-3 0,-2 3 0 0,-2 1 1 15,0 0 7-15,-3 1 0 0,1-1 8 0,-2 2 3 16,1-1 12-16,-4-2 0 0,-2 1 3 0,-1 0 5 15,-5-1 1-15,-7 5 0 0,-2-4-3 0,-5-1-3 16,0-3-3-16,-6-1-12 0,1-1-22 16,3-1-19-16,6-5-28 0,1 1-25 0,-2-5-36 15,7 1-47-15,5-2-60 0,9-1-189 0,0 0-444 16,-22-11 196-16</inkml:trace>
  <inkml:trace contextRef="#ctx0" brushRef="#br0" timeOffset="41580.78">29734 3063 172 0,'4'-8'252'0,"-3"0"-15"0,-1 8-5 15,0 0-7-15,-14-9-12 0,14 9-1 0,-26 11-10 16,11-1-7-16,-2 0-21 0,1 5-11 0,1-2-16 16,1 1-13-16,-7 5-12 0,10-4-13 0,-1 0-11 15,5 1-7-15,0-1-9 0,2-4 0 0,4-1-23 16,1 1-19-16,0-11-2 0,2 18-9 0,2-12-6 15,5 0-7-15,0-4-13 0,1 2-3 0,3-3-7 16,0-2 4-16,0-2-1 0,-3 0-2 0,1-2 4 16,0-2 0-16,4-1 0 0,-6-1 1 0,3-3 0 15,-2-2 1-15,-3 3-3 0,0-2 0 0,-2 1-2 16,0 2 3-16,0-1 4 0,-4 4 8 0,-1 7 2 16,7-13-3-16,-7 13-2 0,5-7-6 15,-5 7-2-15,0 0 2 0,0 0-4 0,0 0-2 0,0 0 4 16,0 0-1-16,1 33 2 0,-2-21 3 15,1 0-3-15,5 4 3 0,-5-5-3 0,3 1 5 16,-2-2-3-16,3 3 2 0,2-4 2 0,2-1 0 0,-1-1 0 16,5 0-1-16,-2-4 7 0,0 0-2 0,4-2-1 15,-3-3 0-15,1-2 0 0,1-2 0 16,-1-4-3-16,2-1 1 0,-4 3 0 0,2-7-1 16,-1 1 7-16,-1-9-1 0,-2 5-1 0,-1-1 1 15,2-5 7-15,-2-4 1 0,1 2 1 0,-1-1 0 16,-2 1 3-16,-1-2-2 0,1 2 11 0,-3 7-3 15,0-1 8-15,-1 3 0 0,1 2 4 0,0 4 10 16,0 3-4-16,-1 1-8 0,-1 7-7 0,0-10-8 16,0 10-2-16,0 0-2 0,0 0-5 0,0 0 1 15,0 0-2-15,-9 44 2 0,4-20-4 0,2 7-2 16,0-1 0-16,1 0-1 0,1 0-8 0,-1-2 9 16,-1 2-1-16,8-5-5 0,0 0 7 0,3-2-3 15,2 0-3-15,-1-6 8 0,1-3-3 0,3 0 2 16,2-4-1-16,0-1 0 0,5-3 0 0,-1-3 2 15,-1-2-4-15,1-3-4 0,-1 0 8 0,1-3-8 16,-1-2-10-16,-3 0 4 0,2-3 0 0,-5-4-2 16,0 0 1-16,1 0-6 0,-4-4-5 0,0 2 4 15,-1 0-1-15,-1-2 1 0,-2 1 5 0,-1 0-8 16,-1 2 6-16,-3 6-2 0,0 9 4 0,-2-14-9 16,2 14 2-16,0 0-6 0,-10-8 3 0,10 8-2 15,0 0 9-15,-33 18 2 0,16-6-1 0,2 0 8 16,1 4-11-16,1-1 5 0,3 1-5 0,3-2 5 15,4-1-34-15,1-1-27 0,4 0-38 0,1 3-42 16,4-2-62-16,4-1-69 0,2-2-282 16,0-6-604-16,-3 0 267 0</inkml:trace>
  <inkml:trace contextRef="#ctx0" brushRef="#br0" timeOffset="41740.71">30013 3034 123 0,'0'0'206'0,"0"0"-28"0,0 0-33 15,15-9-32-15,6 5-42 0,8 0-58 0,8 1-83 16,0 2-61-16,14-2-139 0,-11 0 61 0</inkml:trace>
  <inkml:trace contextRef="#ctx0" brushRef="#br0" timeOffset="42040.89">30679 3143 208 0,'12'-3'265'15,"-12"3"-12"-15,12-6-12 0,-6 2-15 0,0 2-13 16,5-5-12-16,-1 1-21 0,2 0-7 0,4-2-21 16,1-2-15-16,0 1-5 0,-6 2-10 0,4-3-6 15,0-4-10-15,-5 6-7 0,1-5-8 16,-2 4 4-16,0-2-4 0,-4 1-5 0,-1 1 11 15,0 0-7-15,-3-3-7 0,0 4-4 0,-1 8-12 0,-6-16-11 16,1 11-2-16,0-2-5 0,-3 4 9 0,-2 1-19 16,10 2-9-16,-20 2 1 0,9 4-7 0,-3 4 0 15,-2-1 8-15,1 5-12 0,3 1-2 16,3 1-2-16,0 2 1 0,1-1 0 0,6 2-2 16,3 0 4-16,3-2-12 0,6 1-11 0,3-3-41 15,7 3-37-15,4-1-44 0,1-6-49 0,7-2-62 16,0-3-60-16,-11 0-231 0,7-6-571 0,-6 0 254 15</inkml:trace>
  <inkml:trace contextRef="#ctx0" brushRef="#br0" timeOffset="42241.53">31135 2879 315 0,'0'-8'332'0,"-1"-1"-5"15,1 9-12-15,0-11-32 0,0 11-28 0,-2-8-27 16,2 8-22-16,0 0-19 0,0 0-22 0,0 0-7 15,-4 38-24-15,3-21-8 0,1 10-4 0,-1-2-17 16,2 3-7-16,0 0-10 0,1-2-13 16,0 1 1-16,5-1-14 0,-1 0-37 0,2-2-41 15,-1 0-41-15,1-5-50 0,-1-4-39 0,-1 1-55 16,2-6-51-16,-5 0-233 0,0-1-523 0,-2-1 232 0</inkml:trace>
  <inkml:trace contextRef="#ctx0" brushRef="#br0" timeOffset="42468.12">31245 3237 185 0,'6'-8'175'15,"4"-4"1"-15,2 0-13 0,-4 2-1 0,4-3-1 16,-1 0 0-16,1 0-6 0,-1-4-1 0,1 2-11 16,0 1 0-16,-2-1-2 0,2-3-10 15,-6 1 1-15,-1 3 0 0,3-2 14 0,-4 7-11 16,-3-2-2-16,3 2-18 0,-4 9 9 0,0-16-6 16,0 16-10-16,-8-12-12 0,8 12-9 0,-11-4-10 15,2 2-6-15,9 2-12 0,-25 6 2 0,9 3-7 16,-1 0-6-16,-1 3-8 0,2-1-2 0,-1 11-3 15,5-12-7-15,2 4 1 0,4-4-19 0,2 2-6 16,3 0-29-16,2-2-36 0,3 1-43 0,5-1-47 16,-2 0-57-16,9 0-75 0,0-2-234 0,1-4-559 15,2 1 248-15</inkml:trace>
  <inkml:trace contextRef="#ctx0" brushRef="#br0" timeOffset="42672.27">31636 3011 15 0,'-4'-9'276'0,"3"3"2"16,1 6-8-16,-11-9-12 0,5 6-14 16,6 3-7-16,-22 0-13 0,5 3-10 0,1 1-31 15,0 6 5-15,1-1-17 0,3 4-17 0,-1 0-9 0,3 0-19 16,-2 1-6-16,5 2-12 0,3 0-7 0,2-1-12 16,0-4-10-16,7 2-9 0,3 2-14 15,2-5-31-15,7 0-34 0,0-3-43 0,8 5-49 0,2-5-55 16,3-1-46-16,-2-3-62 0,-7-1-211 15,-2-6-514-15,1 2 227 0</inkml:trace>
  <inkml:trace contextRef="#ctx0" brushRef="#br0" timeOffset="42903.77">31833 2900 154 0,'-7'-8'288'0,"2"-1"-6"0,0 4-17 0,-3 2-18 16,3-1-16-16,5 4-20 0,-14-2-17 0,14 2-22 15,0 0-14-15,-20 6-8 0,10 0-14 0,4 1-8 16,-1 3-11-16,0-2-14 0,2 3-2 0,2 0-8 16,0 0-1-16,2 0-13 0,-1 1-5 0,4 1-7 15,-1 3-5-15,0-2-20 0,3-4 12 0,-3 2-2 16,7 3-9-16,-2-8-2 0,-2 4-3 0,4-2-14 16,-3 1-36-16,4-2-31 0,-5 1-42 0,1 0-38 15,0-5-46-15,3 2-63 0,-8-6-274 0,0 0-548 16,7 12 242-16</inkml:trace>
  <inkml:trace contextRef="#ctx0" brushRef="#br0" timeOffset="43443.21">31719 2938 127 0,'3'-5'281'0,"-1"-3"-16"0,1 0-6 16,1 1-18-16,-4 7-7 0,3-12-22 16,-3 12 7-16,5-7-22 0,-5 7-22 0,0 0-12 15,5-10-35-15,-5 10 2 0,0 0-15 0,0 0-14 16,4-7-11-16,-4 7-10 0,0 0-6 0,0 0-6 16,0 0-6-16,8 19-4 0,-8-19-1 0,1 18-1 15,1-9-1-15,-2-9 7 0,0 22-1 0,-2-12-5 16,1 0-4-16,0 5 1 0,1-3-1 0,-2-1 1 15,1 0-9-15,1-11-7 0,-2 19 0 0,0-11-1 16,2-8-6-16,-2 11-3 0,2-11-9 0,0 0 2 16,-3 11-6-16,3-11-5 0,0 0-9 0,0 0-12 15,0 0-13-15,0 0-10 0,0 0-2 0,0 0-1 16,0 0 2-16,0 0 4 0,-1-45 2 0,3 28 1 16,0 0 4-16,2-2 5 0,-1 2-1 0,-3-3 1 15,2 2 2-15,-2-6-1 0,0 9 21 0,-3-2 8 16,2 3-9-16,-3-2 20 0,5 6 8 0,-2 2-8 15,1 8 21-15,-3-15 3 0,3 15-9 0,-2-9 3 16,2 9 2-16,0 0-10 0,-3-11-18 0,3 11 4 16,0 0 3-16,0 0-3 0,0 0 3 0,0 0-5 15,-15 38-2-15,9-14 1 0,3 3-3 0,-2-2 4 16,0 3 2-16,2-4-3 0,1 6 3 0,-1-2-3 16,-1-1 3-16,4-3-1 0,-1 1-10 0,0-6 6 15,0 0 3-15,1-1-5 0,0-1 4 16,-2-1-14-16,2 0-1 0,-1-4-25 0,2 0-28 15,-1-3-30-15,0 2-33 0,0-11-41 0,-1 19-47 0,1-19-66 16,-1 12-299-16,1-12-618 0,0 0 273 0</inkml:trace>
  <inkml:trace contextRef="#ctx0" brushRef="#br0" timeOffset="43958.27">31733 3042 253 0,'10'-8'240'16,"-10"8"-14"-16,12-2-11 0,-12 2-13 0,18 6-10 16,-8-1-17-16,0 3-5 0,0 1-18 0,4 3-11 15,0 0-13-15,-3 1-10 0,-1 1-10 0,-4-2-10 16,2-1-9-16,-3-2-14 0,-1 4-5 0,1-3-2 16,-2 2-7-16,-2-5-4 0,-1-7-4 0,1 16-16 15,-1-16 14-15,-1 10-1 0,1-10 0 0,-8 6-4 16,8-6-5-16,0 0 2 0,-14 2-3 0,14-2 1 15,0 0-6-15,-14-10-1 0,14 10-4 0,-5-12-8 16,5 12-3-16,1-21-2 0,3 10 1 0,5-5-3 16,4 0-5-16,4-6-4 0,0 0-4 0,4-1-3 15,2 3 0-15,0 1-4 0,2 3 2 0,-9 3 0 16,2 3 1-16,-8 5 2 0,1-4-3 0,-2 4-3 16,-4 1-2-16,-5 4-16 0,0 0 15 0,18-1 1 15,-18 1 4-15,0 0 3 0,4 15 4 0,-4-5 6 16,0 1 2-16,-1 3 6 0,-1-1 2 0,4 2 6 15,-5 2-7-15,2-6 3 0,1 1 3 0,0 0-1 16,0-12-6-16,0 19-1 0,1-11 1 0,-1-8-5 16,4 12 9-16,-4-12-5 0,4 8 5 0,-4-8-1 15,8 5-4-15,-8-5-1 0,11 1-1 0,-11-1 0 16,0 0 4-16,18-12-2 0,-13 7 0 0,3-4 0 16,-3-1-3-16,0 0-1 0,-1-6-11 15,-2 3 14-15,2-3-1 0,-1-1 1 0,-3 5-4 16,2-5-5-16,-3 1 1 0,0 5-2 0,0 0-5 15,1 11-17-15,-3-19-17 0,-1 12-37 0,4 7-33 16,-10-10-32-16,0 8-35 0,-3 2-37 0,13 0-58 16,-26 0-226-16,10 4-532 0,2-1 236 0</inkml:trace>
  <inkml:trace contextRef="#ctx0" brushRef="#br0" timeOffset="44577.71">32380 2939 8 0,'0'0'273'0,"5"-8"-13"0,-5 8 7 0,1-8-8 15,-1 8-3-15,0 0-14 0,0 0-17 0,0 0-22 16,0 0-21-16,0 0-23 0,0 0-19 0,0 0-13 16,0 0-8-16,0 0-12 0,-29 10-3 0,15 3-9 15,0 0-4-15,0 0-9 0,5-3-8 0,-3 6-9 16,1 0-3-16,3 0-2 0,4-3-11 0,1 0-3 15,0-3-3-15,0 3-4 0,4-4-6 0,-1-9-3 16,7 18-3-16,-2-11-11 0,3-3-8 0,3-1-12 16,1-2-4-16,5-1-6 0,-4-1-10 15,6-4 8-15,-3-1-5 0,0-1 0 0,-2-1 3 16,0-4 0-16,-1-2 4 0,3-8-1 0,-6 4 4 16,1-3 1-16,-3 5-2 0,1-9 6 0,-5 6 3 15,5-7 0-15,-4 0 1 0,-3-4-24 0,2 4 13 16,3-2 2-16,-6-1 1 0,1 6 17 0,0 2 3 0,-1 2 5 15,2 2 10-15,-3 6 3 0,1 1 11 16,1 0-1-16,-2 10-6 0,0-12-9 0,0 12 0 0,0 0 1 16,0 0-9-16,0 0-10 0,0 0 3 15,-7 42 1-15,0-14-2 0,1-2-2 0,0 4 8 16,0-1-4-16,4-4-3 0,2 2 2 0,2-1 4 16,0-1-6-16,2-8 0 0,1 2 7 0,4 0-7 15,-2-2 2-15,9 4 3 0,0-10-1 0,8 2-3 16,-5-4-2-16,-19-9 3 0,49 10 0 0,-49-10-5 15,50 4-5-15,-50-4 4 0,41-6-6 0,-41 6-3 16,40-14 2-16,-40 14 5 0,33-22-1 0,-18 10 2 16,-15 12 0-16,21-32-4 0,-21 32 6 0,18-35-10 15,-18 35 4-15,10-35-1 0,-10 35 2 0,5-35-1 16,-5 35 2-16,0 0 0 0,0 0 3 0,0 0-6 16,0 0 2-16,-23-33 1 0,23 33-3 0,0 0 5 15,0 0-4-15,-65 40-3 0,49-26 5 0,0 5 3 16,4-6 1-16,5 5-3 0,1-2 1 0,6-16-13 15,0 0-17-15,3 53-44 0,-3-53-31 0,19 28-49 16,-19-28-49-16,33 23-62 0,-8-14-243 16,-25-9-549-16,43 9 244 0</inkml:trace>
  <inkml:trace contextRef="#ctx0" brushRef="#br0" timeOffset="47782.15">14093 4985 152 0,'0'0'225'0,"-6"-6"-22"0,6 6-12 0,0-11-13 16,0 0-15-16,5 0-13 0,0-5-10 0,1-1-1 15,1-3-10-15,2-4-14 0,1 1-8 0,0 0-10 16,-1-5-6-16,1 3-6 0,-4 1-8 0,1-1-7 15,2-1-3-15,-5 0-11 0,-4 0-2 16,0 8-6-16,0-6-1 0,-4 8-7 0,-1 0-3 0,1 6-4 16,3-2-2-16,-5 4-3 0,0 1-7 0,-2 0-6 15,-3 2 6-15,2 3-7 0,-4 2-1 0,-3 2 0 16,-4 5 3-16,-5 4-10 0,3 4 4 0,-1-2-1 16,3 4-1-16,7-2-1 0,1 0-7 15,3-1-1-15,5-3-1 0,2 1 2 0,6-2-2 0,3 0-1 16,0 1 1-16,6 0-3 0,6-3 3 15,0-1-2-15,8 0 2 0,0 0-4 0,-6-4 4 0,-1 1-6 16,0-1 10-16,7 3-8 0,-5-1-4 16,-8 1 1-16,4 1 4 0,-5 2-2 0,0 0-1 0,3 3 4 15,-7-5-4-15,5 8 6 0,-3-3-5 16,0 1 2-16,-1-2 4 0,3 1-2 0,-4-1 2 16,0 0-2-16,4-3 6 0,-1 0-4 0,1-4 2 0,0 1 0 15,5-2 1-15,1 0 0 0,0-6-1 0,0 2 4 16,-2-4-2-16,3-1-1 0,-3-2 0 0,2 1 9 15,-3-5-7-15,0 2 0 0,-2-2 0 16,-1 0-1-16,1-1-2 0,-5-1-1 0,1 0 2 16,-3-2-4-16,0 1 3 0,-2 0-1 0,-5 1-1 15,0 2 0-15,0 0 2 0,-2 0-4 0,0-1 4 0,0 1-2 16,-1 3 3-16,-2 0-3 0,3 4 6 0,2 5-6 16,-7-9 1-16,7 9-5 0,-6-3-2 0,6 3 1 15,-11 8 1-15,5 1-1 0,0 2 2 0,2 1-2 16,-3 4 3-16,5 0 1 0,0 1-2 15,4-5-1-15,-2 0 0 0,5 0 4 0,1 0 3 16,0-2-1-16,2 0 1 0,3-1 1 0,4-1 1 0,4-2-2 16,-1-1 0-16,-1-2-1 0,4-2 2 0,-4-2-4 15,3-1-1-15,-1-1 1 0,0-2 1 0,-2-2 1 16,0 0 3-16,-3-3-2 0,-1 4 6 16,-3-2-1-16,0 3 1 0,-2-5 0 0,0 0 2 15,3-4-1-15,-3-1 0 0,-3 0 4 0,0 4-5 16,-2-3 3-16,-2 3 2 0,-1 0 1 0,0 4 4 0,0 7 3 15,0-13-4-15,-1 6 0 0,1 7 1 0,-7-9-2 16,7 9-4-16,-9-2-4 0,9 2 0 0,-19 7 0 16,5 0 1-16,-2 3-3 0,0 2-2 15,0-1-2-15,3 0 3 0,5-1-4 0,-2-1 1 16,3 2-4-16,1-3-2 0,1-1-2 0,1 3-1 16,4-4-2-16,0-6 1 0,4 13-1 0,-2-7-2 0,2 0 3 15,-1-1-7-15,5-1 1 0,-3 0-1 16,2 1 2-16,0 1 0 0,2 3 3 0,-3-2-1 15,4 1 1-15,-1 2 3 0,3 3-2 0,-2 0 2 16,-1 2-1-16,1 1 1 0,0 1 1 0,1 4 1 16,-5-2 0-16,0-2 3 0,1 2 0 0,-5-1 2 15,3 1-1-15,-3-4 5 0,-1 2-5 0,-1 1 5 0,0-3-3 16,-3-1 4-16,-2 0-5 0,1-3 0 16,-2 4-12-16,1-5-20 0,-1-2-19 0,-1 0-31 15,3-2-36-15,4-6-55 0,-14 5-44 0,6-5-150 16,8 0-397-16,-17-3 176 0</inkml:trace>
  <inkml:trace contextRef="#ctx0" brushRef="#br0" timeOffset="47969.71">15056 4666 147 0,'6'-9'225'0,"-4"4"-15"15,0 0-29-15,-2 5-18 0,5-7-11 0,-5 7-4 16,0 0-7-16,0 0-6 0,15 13-9 0,-11-5-3 15,0 6-8-15,1 0-8 0,0 4-1 0,-1 0-16 16,1 2-10-16,-1-2-14 0,-3 0-30 0,2 7-37 16,-3-6-41-16,0 0-58 0,0-2-59 0,-3 2-183 15,3-3-370-15,-3-6 164 0</inkml:trace>
  <inkml:trace contextRef="#ctx0" brushRef="#br0" timeOffset="48128.91">15114 4546 2278 0,'-4'-26'-4'0,"-6"1"12"16,4 8-15-16,1 3-1 0,2 3-3 0,0 4-15 15,-2 2-19-15,-2 2-13 0,7 3-14 0,0 0-17 16,-20 10-22-16,11-1-30 0,-2 8-30 0,2 0-87 16,3 2-278-16,1 1 123 0</inkml:trace>
  <inkml:trace contextRef="#ctx0" brushRef="#br0" timeOffset="48661.87">15167 4707 102 0,'0'0'179'0,"0"0"-21"0,0 0-18 16,0 0 4-16,5 7-2 0,-5-7 1 16,1 10-5-16,-1-3-15 0,4 3-11 0,-4 0-12 15,1 3-4-15,3 2-8 0,0 1-8 0,0-2-6 0,1-2-4 16,0-1-7-16,4 0-4 0,-3-1-4 0,2 0-10 15,1 0 0-15,1-3-5 0,-1 0-3 0,1-1-5 16,-2 0 2-16,-1-3-2 0,0 0-6 16,2-2-1-16,-9-1 8 0,13-4-10 0,-13 4 0 15,11-3-4-15,-8 0-2 0,3-2-4 0,-3-1 1 16,-1 0-7-16,-2 6-11 0,0-16 0 0,-2 6 3 0,-1 0-1 16,-2-2-2-16,-1 1-6 0,-3-2 0 0,1 2 0 15,-2 1 3-15,2-4-3 0,-2 6 4 16,6-3 2-16,-2 3 1 0,2-1 1 0,4 9 0 15,-7-12-6-15,6 9 5 0,1 3-1 0,0 0 2 16,8-12-1-16,-1 10 3 0,5 2-1 0,3 3-1 16,4 1 2-16,1 1 0 0,-2 3 1 0,1 1 2 15,-3-2-4-15,3 3-1 0,-1 1 4 0,-3-2-2 16,1 2 3-16,-7-3 0 0,1 1-3 0,-1-2 3 0,-1 2 2 16,-3-3-7-16,1-2 2 0,-2 1 3 15,-1 1 3-15,-3-6 4 0,6 8-4 0,-6-8 5 16,0 0-2-16,0 0 3 0,0 0 1 0,0 0 3 0,0 0-2 15,0 0 6-15,0 0 3 0,0 0 1 16,0 0-2-16,0 0-2 0,-4-29-4 0,9 18 4 16,2 3-1-16,-3-1 0 0,2 1-2 0,0-3-3 15,3 6-2-15,-4 0-1 0,4 1-4 0,-2 1 0 16,2 3 1-16,-9 0-4 0,15 6 3 0,-7 0-1 16,2 1 1-16,-2 2 0 0,-1 1-14 0,-1 4-32 0,2-2-28 15,-3 2-33-15,2 1-58 0,-2-2-46 16,-1 3-173-16,-2-6-408 0,5 1 181 0</inkml:trace>
  <inkml:trace contextRef="#ctx0" brushRef="#br0" timeOffset="49307.52">16161 4673 17 0,'-3'-12'270'0,"3"12"-11"16,-6-10-21-16,6 10-23 0,-6-6-21 0,6 6-12 15,0 0-15-15,0 0-10 0,-17 11-9 0,13-1-13 16,3 1-6-16,1 0-13 0,-3 1-9 0,6 0-8 16,-1 1-11-16,0-1-9 0,4 4-6 0,3-3-2 15,0 0-9-15,1-4-5 0,2 2-6 0,-1-4-1 16,1-3-4-16,-1-1-1 0,2 1 5 0,-2-2-3 16,0-1 4-16,0-1-1 0,-2 0-3 0,1-2-2 15,-2-2 0-15,1-1-8 0,1 2 10 0,-2-1-5 16,-3 0-13-16,0-5 1 0,1 2-5 0,-2-1-4 15,0 0-3-15,0-1 8 0,0 0-9 0,-3 3 3 16,0-2-6-16,-1 8 0 0,2-10-7 0,-2 10-2 16,2-7-4-16,-2 7-3 0,0 0-4 0,4-6-2 15,-4 6-2-15,0 0 15 0,12 10-11 0,-7-7 5 16,3 4-4-16,0 0 0 0,0 1 4 0,3-1 2 16,0 1-3-16,-1 0 4 0,1-2 0 0,1 0 0 15,-1-2-1-15,2 0 1 0,-1-1 2 0,2 0-4 16,-3-3 9-16,2-4-5 0,0 2 4 0,-3-1-2 15,3-1-2-15,-3-1 2 0,-1-2-6 0,-3-2-4 16,3 1-6-16,-5-2 7 0,-1 0-14 0,-1 0 6 16,-2-2-3-16,-1-1 2 0,-2 2-1 0,-1-3 7 15,1 1 0-15,-4 3 1 0,4-2-6 0,0 4 6 16,0-2-3-16,2 4 1 0,1 6-2 0,-4-13 1 16,3 8-6-16,1 5 0 0,0 0 6 0,0 0-4 15,10-8 2-15,-3 5 0 0,4 1-1 0,-1-1 7 16,4 3-3-16,-1-1 0 0,0 0 0 0,0 1 4 15,1-1-5-15,0-1 7 0,-3 1 1 0,2-1-1 16,-13 2 2-16,15-2-1 0,-15 2 3 0,12-4 10 16,-12 4 3-16,10 0 8 0,-10 0 5 0,0 0 5 15,10-3-7-15,-10 3 1 0,0 0-8 0,0 0 4 16,0 0-8-16,11-2-5 0,-11 2 9 0,0 0-20 16,0 0 8-16,8 9-1 0,-8-9 3 0,3 13-4 15,0-3-4-15,1-1-7 0,-3 3-23 0,1-2-15 16,-2 4-30-16,0-2-41 0,-1-1-35 0,-1 2-43 15,0-2-51-15,1 0-248 0,-4 0-529 0,0 0 234 16</inkml:trace>
  <inkml:trace contextRef="#ctx0" brushRef="#br0" timeOffset="49473.54">16478 4396 195 0,'-3'-4'195'0,"3"4"-45"0,-2-9-38 0,2 9-29 16,0 0-39-16,0 0-43 0,0 0-52 15,23 5-71-15,-23-5-132 0,23 7 59 0</inkml:trace>
  <inkml:trace contextRef="#ctx0" brushRef="#br0" timeOffset="49672.16">16915 4395 2329 0,'5'-4'13'0,"4"-2"-12"0,-5 0 11 0,1 2 2 16,-5 4 18-16,5-6 8 0,-5 6 5 16,4-5-1-16,-4 5-4 0,0 0-4 0,0 0-4 15,0 0 4-15,0 0 2 0,9 18 11 0,-5-4 5 16,-2 5-3-16,3 6 2 0,0 2-5 0,-2-1-4 16,0 5 0-16,-2-4-2 0,3 0-10 0,1-1-2 15,-3 0-4-15,2-7-22 0,-3-2-30 0,-1 2-46 16,3-3-51-16,-2-3-61 0,2-2-54 0,-2-2-187 15,-1-9-459-15,1 13 203 0</inkml:trace>
  <inkml:trace contextRef="#ctx0" brushRef="#br0" timeOffset="49858.77">17151 4460 2137 0,'8'-18'127'0,"-2"4"-37"0,-1 3-22 15,-1 3-16-15,-1 0-14 0,2 3-13 0,-5 5 0 16,5-7-5-16,-5 7 3 0,0 0 32 0,0 0 12 15,8 17 11-15,-7-5 3 0,0 4-5 0,1 3-5 16,-2 5-4-16,2-3-2 0,-1-1-4 0,2 5-9 16,-1-5 3-16,1 5-21 0,0 1-31 0,-2-7-43 15,1 0-53-15,0 0-73 0,2-2-81 0,-2 0-224 16,2-7-510-16,1 0 226 0</inkml:trace>
  <inkml:trace contextRef="#ctx0" brushRef="#br0" timeOffset="50171.96">18350 4317 241 0,'1'-6'254'0,"-1"6"-34"16,0-9-27-16,0 9-21 0,0 0-7 0,0 0-9 16,8 21 5-16,-5 5 0 0,-2 1-6 0,4 3-12 15,-4 0-10-15,3 1-1 0,-4 3-13 0,4-3-9 16,-3 0-9-16,2-2-6 0,-2 0-13 0,-1 0-6 16,1-3-5-16,3-1-10 0,-3 1-2 0,2-8-24 15,-2-3-28-15,-1-2-31 0,-1-1-29 0,0-1-38 16,1-11-43-16,0 13-59 0,-3-8-59 0,3-5-141 15,-13 6-425-15,1-7 188 0</inkml:trace>
  <inkml:trace contextRef="#ctx0" brushRef="#br0" timeOffset="50500.93">18140 4568 1616 0,'7'-7'34'0,"-1"1"-39"0,3 0-4 15,1 3 5-15,7-2-2 0,-2 0-9 0,4 0 17 16,2 4 9-16,8-2 5 0,-2 1 5 0,-5 2 7 15,0 0 4-15,-4 3 1 0,3 1 3 0,5 1-1 16,-8 4 8-16,-4 1 15 0,0-2-6 0,-1 6 2 16,-3-1 2-16,-2 1 1 0,-1 1 4 0,0-3-1 15,2 2-1-15,-6-3-2 0,3 1-3 0,-3-3-6 16,4 1-2-16,-1-2-6 0,2 0-1 0,-3-3-4 16,6 0 1-16,-3 0-5 0,-2-3 1 0,6 0-3 15,-3-4-3-15,2 2 0 0,0-6-1 0,1 5 0 16,-3-6-4-16,0 0 5 0,0 0 3 0,0-1 3 15,-4-3-3-15,-1 1-7 0,1-1-2 0,-1-1 5 16,-3 1-9-16,1-3 4 0,-5-1-5 0,-1 2 5 16,1 2-13-16,-3 0-7 0,0 1-10 0,-2 3-15 15,-2 1-21-15,0 1-27 0,-2 3-24 0,-2 3-18 16,1-1-52-16,2 4-25 0,-1-1-27 0,2 4-150 16,-2-1-400-16,12-6 177 0</inkml:trace>
  <inkml:trace contextRef="#ctx0" brushRef="#br0" timeOffset="50843.92">18823 4530 136 0,'6'-5'253'0,"-3"3"-15"0,3-2-9 15,-6 4-21-15,5-5-19 0,-5 5-21 0,0 0-12 16,0 0-5-16,0 0 7 0,8 20-5 0,-8-5-5 16,-3 2-17-16,1 2-7 0,1-2-16 0,-2 2-9 15,0-1-9-15,2-2-7 0,0 0-8 16,2-4-8-16,2 0-6 0,-2-2-9 0,2-3-1 0,2 0-7 15,1 1-7-15,3-2-6 0,1-5-11 16,1 1-7-16,3-4-2 0,-2-1-2 0,0-1 1 0,-1-2-1 16,0-3-3-16,-2-1 6 0,-1 1-6 15,-1-2 2-15,1-2 2 0,-1-4 5 0,1 2-9 16,-2-2-3-16,-1 1 0 0,-1 4 14 0,-1 2 12 16,-1 1 6-16,0 2 0 0,-2 7-2 0,3-10-7 0,0 5-4 15,-3 5-2-15,0 0-3 0,0 0-4 0,0 0-1 16,0 0-1-16,6 15-1 0,-4-4 2 0,-1-1-3 15,2 1 2-15,-2 1-9 0,1-1-24 0,1 3-28 16,0-3-28-16,2 0-29 0,1 1-31 16,2-3-40-16,-1-2-36 0,2 1-42 0,4-1-186 15,-1-2-480-15,0-3 213 0</inkml:trace>
  <inkml:trace contextRef="#ctx0" brushRef="#br0" timeOffset="51031.61">19255 4537 81 0,'-3'-12'202'0,"-2"2"-1"0,3 2 13 0,-1 2-8 16,-1 0-10-16,4 6-18 0,-7-6-18 0,7 6-13 16,0 0-4-16,-14 9-2 0,7 1-6 0,1 1-10 0,-2 7-8 15,2 1-6-15,1 0-10 0,1 1-11 0,0 3-9 16,3-3-5-16,2-2-6 0,1 0-7 16,4-1-11-16,0-3-24 0,3 0-37 0,0-2-41 15,5-5-44-15,1 2-50 0,-3-6-50 0,6-2-211 16,-6 1-438-16,-12-2 193 0</inkml:trace>
  <inkml:trace contextRef="#ctx0" brushRef="#br0" timeOffset="51371.17">19425 4398 73 0,'0'-10'242'16,"-1"0"-3"-16,1 10-17 0,-2-10-23 0,2 10-26 15,2-7-17-15,-2 7-10 0,0 0 0 0,0 0 2 16,-4 31-1-16,0-13-10 0,0 6 0 0,0 2-2 15,0 2-8-15,1-2-7 0,1 1 2 0,-2-8-9 16,6-1-10-16,-4 0-15 0,2 0-9 0,2-2-3 16,0-6-9-16,2 1 1 0,-3-5-10 0,-1-6-3 15,3 17 1-15,-3-17-9 0,1 8 2 0,-1-8 1 16,0 0 14-16,0 0-7 0,0 0-18 0,0 0-4 16,0 0-4-16,0 0-3 0,21-14-11 0,-15 3-7 15,2 4-9-15,1-3-1 0,0-5-3 0,2 3-8 16,-1 3 0-16,1 2-8 0,-5 2 1 0,3 1 12 15,2 1-11-15,-11 3 1 0,16-2 1 0,-16 2 1 16,18 8 0-16,-9-2 3 0,-2 2 0 0,1 1-1 16,-2 1 7-16,-2 0 0 0,0 2 1 0,1-1 2 15,-1 0 3-15,2 0-13 0,-1 1-42 0,1-1-45 16,-4 1-58-16,6-2-68 0,1 0-295 0,-2-2-564 16,5-3 250-16</inkml:trace>
  <inkml:trace contextRef="#ctx0" brushRef="#br0" timeOffset="51767.62">20566 4750 2436 0,'0'0'21'15,"0"0"-12"-15,0 0-21 0,0 0-7 0,0 0 16 16,0 0-2-16,8-22 6 0,1 15 6 16,1 0 2-16,5-2 2 0,-1-1 4 0,2-2 7 15,4-5 3-15,-6 7-3 0,1-3 2 0,0 1 2 16,0-3-3-16,-1 1 3 0,0 0-3 0,-1 1 2 0,0-1 1 16,-5-1 1-16,2 1-1 0,-4 1 3 15,-2 1 1-15,-2 0-1 0,0 0-1 0,-5-1-4 0,1 4 1 16,-2 0 4-16,-3 2-2 0,-1-1-3 15,-3 5-5-15,0 0 1 0,-9 6-5 0,4 4 1 16,-9 5-2-16,1 9 7 0,-3 3 8 0,4 5 4 16,2-6-17-16,4 4 5 0,3 2-7 0,4-3 0 0,1-1-1 15,6 0 3-15,5-5-2 0,0-1-3 16,6-2-19-16,3-2-23 0,10 2-26 0,7-4-35 16,1-3-43-16,12-4-60 0,10-4-43 0,4-2-186 15,-2-1-458-15,-15-6 202 0</inkml:trace>
  <inkml:trace contextRef="#ctx0" brushRef="#br0" timeOffset="52076.18">21174 4599 175 0,'0'-17'180'0,"-3"1"-1"0,-2 3-4 0,2 3-6 15,-5 1-3-15,-1 2-4 0,-5 4-11 0,0 3-3 16,-4 3-1-16,0 4-7 0,-6 5-6 0,1 5-3 16,2-1-14-16,5-2-12 0,-3 6-5 0,9-6-13 15,-3 1-5-15,3 0-8 0,3-3-7 0,7 0-9 0,-2-1-4 16,2-1-6-16,1-2-2 0,3 0-2 15,0-2-11-15,2-2-2 0,5-1-6 0,8-3-4 16,-8 0-7-16,2 0 0 0,-2-4-3 0,3 0 0 16,-2-1-2-16,1-1 3 0,-4-2 4 0,0-1-7 15,-1-1-2-15,0 2-3 0,0 0 0 0,-2-1 2 16,4 4-6-16,-3-4 1 0,-7 9 5 0,7-9-3 16,-7 9-2-16,6-6-7 0,-6 6 2 0,0 0-1 15,0 0 4-15,0 0-1 0,17 9 5 0,-17-9-3 16,11 15 0-16,-5-9 0 0,0 3 0 0,2 0 3 15,0 1-10-15,-2 1-34 0,7 0-33 0,-2 1-38 16,1-4-55-16,6-1-54 0,1 1-204 0,-1-4-458 16,2-1 203-16</inkml:trace>
  <inkml:trace contextRef="#ctx0" brushRef="#br0" timeOffset="52292.7">21560 4507 2 0,'-5'-11'242'15,"0"1"0"-15,1 1-5 0,-2 2-10 0,2 3-22 16,4 4-19-16,-9-3-15 0,9 3-16 0,-11 7 11 16,2 0-8-16,-1 9-4 0,-1 0-7 0,1 2-12 15,2 5-9-15,2 2-11 0,2 1-12 0,4-7-12 16,0 0-5-16,4-1-3 0,2 0-12 0,3-2-4 16,4-1 4-16,6 2-19 0,-1-6-21 0,9 0-30 15,1-5-25-15,0-2-40 0,2-2-40 0,-10-2-39 16,7-4-49-16,-5 1-42 0,-3-1-194 0,-4-2-463 15,-1-3 206-15</inkml:trace>
  <inkml:trace contextRef="#ctx0" brushRef="#br0" timeOffset="52624.25">21848 4350 184 0,'1'-8'232'0,"2"3"-18"0,-3 5-21 0,1-9-23 15,-1 9-18-15,0 0-11 0,0 0 13 0,0 0 4 16,6 27 5-16,-4-11-9 0,-2 8-7 0,-2-4-1 15,4 6-1-15,-1 0-12 0,3 0-3 0,-4-8-4 16,5 7-2-16,-6-6-13 0,3 6-5 0,1-8 3 16,-1-1-18-16,0-5-10 0,1-1-7 0,-3-10-8 15,3 13 0-15,-3-13-10 0,2 10 3 16,-2-10-13-16,0 0 8 0,0 11-4 0,0-11-8 0,0 0-8 16,0 0-20-16,0 0 4 0,0 0-16 0,19-25-3 15,-11 16-4-15,1-5-15 0,2 0-3 0,3 1-5 16,0 2 3-16,0 1 5 0,-7 4-5 0,4 3 1 15,-2-4 3-15,3 4-2 0,-1 3-2 0,-11 0 2 16,17 6 4-16,-8-2 2 0,-2 2 0 16,-1 3 5-16,2-2 1 0,-2 4-3 0,-1-2 5 0,1 2-5 15,-1-2-30-15,3 3-27 0,-1-2-40 0,3 3-34 16,2-2-60-16,3-1-66 0,5-3-183 0,7 0-491 16,4-6 216-16</inkml:trace>
  <inkml:trace contextRef="#ctx0" brushRef="#br0" timeOffset="52901.46">22631 4574 236 0,'0'0'270'0,"0"0"-14"0,0 0-19 16,0 0-11-16,-24 9-4 0,24-9-23 0,-5 10-19 16,1-4-12-16,3 1-12 0,1-7-13 0,5 14-15 15,1-7-3-15,1 3-11 0,4-4-12 0,5 0 2 16,3-2-13-16,1 0-8 0,2-4-10 0,5 0-4 15,-6-2-10-15,-1-1-6 0,-4-2 1 0,-5 0 2 0,0 1-15 16,-2-6-2-16,-4 2-7 0,0-2 8 16,-2-2 3-16,-2-1-5 0,-2 3-5 0,-7-4-6 15,0-1 4-15,1 5-7 0,-6-3-7 0,1 1-3 16,-4 4 3-16,0 1-11 0,-1 0-14 0,0 6-23 16,-2-1-24-16,-2 4-31 0,2-1-40 0,3 5-50 0,5-3-57 15,2 2-59-15,-1 1-175 0,10-6-505 16,0 0 224-16</inkml:trace>
  <inkml:trace contextRef="#ctx0" brushRef="#br0" timeOffset="53137.71">23017 4461 2544 0,'7'-11'53'16,"-4"-3"-10"-16,-4-1-8 0,1 3-14 0,3-6 21 16,-3 2 28-16,-2 0 8 0,2-1 7 0,0 2 15 15,2 4 33-15,-2 1 17 0,0 3 11 0,0 7-10 16,-2-14-17-16,2 14-24 0,0-6-8 0,0 6-9 15,0 0-9-15,0 0-13 0,7 28-3 0,-6-8-7 16,1 9-12-16,-2-4-5 0,-2 8 7 0,1-1-8 0,0 3-1 16,-3-8-2-16,1 3-3 0,2-2-6 15,-2-1 0-15,1-2-9 0,-4-1-29 0,6-5-51 16,0-2-47-16,0-3-38 0,0-2-53 0,0-1-52 16,0-11-58-16,0 19-45 0,0-19-211 0,0 0-607 15,0 0 269-15</inkml:trace>
  <inkml:trace contextRef="#ctx0" brushRef="#br0" timeOffset="53916.71">23150 4463 158 0,'14'-13'170'0,"0"4"2"0,-2-1-1 16,-2 0-1-16,-1 1 4 0,1-1 7 0,-2 3-9 15,-2-3-20-15,2 0-3 0,-3 1 2 0,-1-1-6 16,-2-1-18-16,2 1-7 0,0 0-5 0,-2 1-2 15,0 3-8-15,-2 6 1 0,4-12-21 0,-4 12-10 16,2-7-5-16,-2 7-17 0,0 0 0 0,0 0-9 16,0 0-6-16,0 0 4 0,-8 25-3 0,2-8 1 15,0 1-6-15,-2 6 0 0,-1 1-7 0,3 0-1 16,-3 0-1-16,0-1-5 0,1 0 0 0,2-4-2 16,3-1-2-16,0-3 0 0,0 0 1 0,2 0-14 15,-1-6-2-15,1-1-8 0,1 0-5 0,0-9 2 16,-1 10 0-16,1-10-7 0,1 9 1 0,-1-9 0 15,5 5-3-15,-5-5 2 0,12 0-1 0,-1 0 1 16,2-3 1-16,4 0-1 0,-1-3 0 0,2 1 3 16,1 1-1-16,-1 1 10 0,1 1-12 0,-1 0 5 15,0 2 2-15,-1 2 4 0,1 2 4 0,-5-1 7 16,-1-1 4-16,0-1 3 0,3 5 3 0,-3-3 2 16,4 0 0-16,-2-1 2 0,4 2 2 0,-1-2 7 15,2-2-2-15,-2-2-4 0,-3 1-3 0,-2 0 4 16,0-3-4-16,2 2-2 0,-1-5 4 0,-3 4-1 15,-2-2 6-15,1-2-4 0,-2-3-1 16,1 4-2-16,-4-4-1 0,1 1 0 0,-1 1-5 0,-3-3 1 16,0 2-1-16,-1 9-4 0,0-19 1 0,0 19-2 15,-2-17 4-15,-1 10 0 0,3 7-3 0,-4-10 8 16,4 10-9-16,-6-9 1 0,6 9-7 0,-13-2 2 16,13 2 0-16,-18 6-1 0,6-2 1 15,-3 6 11-15,0-1-8 0,2 5 2 0,-1-2 7 0,5-3 4 16,-2 4 0-16,-1-2 1 0,6 1 1 0,2-1-7 15,0 0 0-15,2 0-4 0,0 1 3 16,6-2 3-16,3 2 15 0,0-4-14 0,9 3 11 0,3-4-4 16,-3 0-5-16,11 0 1 0,3-1 1 15,0-5-2-15,0 1-1 0,-1-2-2 0,0-3 4 0,-2 3-8 16,-7-4-1-16,0-2-5 0,0 2 0 0,-3-3-3 16,0-3 10-16,-3 2-11 0,-4 1-5 0,1-3 3 15,-3 1-1-15,1-6-7 0,-3 4 7 0,-1-1-1 16,-2 0 0-16,0-2-2 0,-2 4 5 0,0 0-5 15,1 0-1-15,-2 10 2 0,0-15 0 16,0 15 5-16,0 0 1 0,-2-15-4 0,2 15 4 16,0 0 1-16,4-8 5 0,-4 8-9 0,0 0-7 0,0 0 5 15,0 0-2-15,0 0 3 0,28 17 5 0,-20-8-9 16,-2-1 7-16,2 3-8 0,-2-1 9 0,1 5 1 16,-1-1 4-16,2 2-12 0,-5-5 0 0,1 1-21 15,-1 0-42-15,0-2-50 0,-1 3-49 16,-1-1-54-16,2-4-60 0,0 3-286 0,0-2-610 15,4 0 270-15</inkml:trace>
  <inkml:trace contextRef="#ctx0" brushRef="#br0" timeOffset="54057.97">24317 4707 2706 0,'8'-1'233'0,"-8"1"-124"0,11-1-57 16,-11 1-10-16,0 0 10 0,14-1 19 0,-14 1 6 15,0 0-9-15,0 0-11 0,11-4-6 0,-11 4-20 16,0 0-36-16,3-2-48 0,-3 2-71 0,0 0-79 0,0 0-325 15,0 0-571-15,0 0 253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8T10:28:04.9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24759 9417 10 0,'0'0'124'0,"-1"-12"10"0,1 12-20 15,-3-12 3-15,1 9-8 0,2 3 0 0,-3-11-4 16,-2 6-15-16,5 5-2 0,-7-7-19 0,3 3-5 15,4 4-9-15,-7-5-4 0,7 5 2 0,-9-3-10 16,9 3 1-16,-12 0-7 0,12 0-7 0,-17 8 1 16,6-2-3-16,-2 4-8 0,-4 2 0 0,2 2-3 15,-7 4 6-15,-2 2-5 0,4 1-2 0,-2 1 3 16,-3 1-5-16,6 1 3 0,-2 1-2 0,-3-1 3 16,5 1 2-16,1 0-2 0,2-3 1 0,2 3-2 15,-1-1-1-15,5-1-4 0,3-8 2 0,0 2 1 16,1 0-4-16,3 2-1 0,1-2-3 0,1 1 1 15,1-1 1-15,0 0 1 0,1-2-1 0,0-5 0 16,2 1-4-16,2 1-3 0,-2-1 0 0,1 0 6 16,2-1 0-16,-1 0 1 0,0-4-9 0,2 2 1 15,0-4 8-15,2 1-3 0,-2-3-2 0,5 1 1 16,-2-7 0-16,2 4-2 0,0-3 0 0,0 0 3 0,1-1-2 16,-3-2 1-16,0-1-3 0,-1 2 3 0,0-3-4 15,-1 0 1-15,-2-1 2 0,-1 0-2 16,0-1 1-16,-1-1 3 0,-1-1-3 0,-1 3 0 15,-4-3-2-15,-1 2-3 0,-1 1 4 0,-1 0-1 0,0-1-4 16,0 2 3-16,-1 0 0 0,-1 2 0 0,-2 1-3 16,4 0 3-16,-1 3-2 0,0-3 0 0,6 5 2 15,-10-5-2-15,4 1-1 0,6 4 3 0,0 0-4 16,-10-3 2-16,10 3 1 0,0 0 0 0,0 0-2 16,0 0-2-16,0 0 4 0,0 0-3 0,0 0 5 15,0 0-3-15,0 0 1 0,0 0-3 0,0 0 2 16,29 15 7-16,-16-13-6 0,6 1 2 0,2-3 0 15,-3 2-5-15,1-2 0 0,1 0 5 0,-3 0 0 16,2 0 3-16,-6 2-6 0,-1-1-1 0,-1-1 0 16,-3 3-2-16,-1-3 2 0,-7 0 3 0,14 1-3 15,-8 1 4-15,-6-2-2 0,13 1-3 0,-9 2 3 16,1 0-5-16,-5-3 6 0,5 12 13 0,-2-6 6 16,-2 5 16-16,0 1-4 0,-2 6 3 0,0 1 0 15,-2 2 0-15,-3 3-5 0,-2 1-3 0,2-5 0 16,1-1-3-16,1 6-3 0,-3-1-3 0,4 1 2 15,-2-6-5-15,0 6-22 0,2-8-22 0,4 2-32 16,1 1-24-16,-2-3-34 0,3 2-40 0,3-2-151 16,-4-1-336-16,0-4 149 0</inkml:trace>
  <inkml:trace contextRef="#ctx0" brushRef="#br0" timeOffset="1490.3">27721 7470 64 0,'-4'-9'108'0,"-1"0"4"0,-1-1 2 0,3 1-18 0,0-1 8 16,-1 2 1-16,0-2-5 0,1 1-2 16,-1 4-3-16,2-1-7 0,2 6-5 0,-4-12-9 15,4 12 2-15,-2-8-5 0,2 8-11 0,-3-7-7 16,3 7-12-16,0 0-1 0,0 0-7 0,-5-4-5 0,5 4 1 15,0 0 1-15,0 0-8 0,-5 20 2 16,1-7 1-16,-2 3 4 0,2 3-2 0,-1-2 0 16,-2 4 3-16,0 4-6 0,-1-1 1 0,1 2-1 15,0-7 4-15,2 5-5 0,0-5 3 0,1 2-6 0,-4 1 4 16,3-5-5-16,0 0-1 0,3-4-1 0,-2-1-2 16,1-1-1-16,-1 1-3 0,2-2 2 0,-1 3 0 15,-1-2 0-15,2-2-5 0,2-1 2 16,-4 0-2-16,0 1-11 0,2-2-16 0,0-1-20 0,-2-1-14 15,4-5-23-15,-5 10-15 0,1-7-17 0,4-3-31 16,-7 3-147-16,7-3-308 0,0 0 136 0</inkml:trace>
  <inkml:trace contextRef="#ctx0" brushRef="#br0" timeOffset="1807.94">27678 7431 73 0,'26'-2'104'0,"2"1"-11"15,-8 2-4-15,1 3-2 0,-1 0-15 0,-2 1 6 16,-2 3-4-16,-3 3 7 0,-2 0-11 0,1 2-5 16,-2 2-2-16,-3 1 1 0,-4 3-10 0,-2 0 5 15,-2 0-2-15,-6 8-7 0,-1-3 3 0,-2-1 4 16,-5 0-7-16,-4 2-5 0,2-5 6 0,1-2-3 15,-6 2 1-15,3-2-7 0,-3 1 2 0,-2-4-3 16,-1 1-3-16,-2-4-6 0,1 2 0 0,-4-3-8 16,0 0 2-16,-1-3 1 0,1-1-17 0,-3-1 8 15,5-3-2-15,0 1-6 0,5-2-1 0,6-2-5 0,-4 0-10 16,5 0-26-16,2 0-11 0,4 0-40 0,-1-2-26 16,3 1-29-16,-1 1-120 0,1-3-280 15,8 3 124-15</inkml:trace>
  <inkml:trace contextRef="#ctx0" brushRef="#br0" timeOffset="2836.08">27663 11754 139 0,'-2'-5'136'15,"2"5"1"-15,-5-14 0 0,5 9 0 0,0 5-3 0,-4-12-8 16,2 8-17-16,-3-3 0 0,5 7-9 0,-8-10-12 15,2 5-13-15,1 3 0 0,-5-2-8 0,-2 3-1 16,1 1 1-16,0 1-1 0,-7 1 1 0,-1 4 3 16,0-1-10-16,2 3-4 0,-2-1-5 0,1 2 2 15,3 1-2-15,0 0-5 0,0 0-2 0,3 1-6 16,1-3-3-16,3 3-4 0,0-1-1 0,0 0 1 16,3 0-4-16,1-1-1 0,2 0 1 0,2 1-9 15,2-1 1-15,3 1 0 0,-1-1-3 0,5 1 0 16,4 1-2-16,0 0 0 0,2-1-4 0,-1-1 2 15,3 1-2-15,-2-1-5 0,4 1 0 0,-5-1 3 16,-2-1-2-16,-3 1 0 0,0-2-2 0,1 1-2 16,-4-3-3-16,1 3 3 0,-5-3-4 0,2 1 1 15,0-1 4-15,-4-5 1 0,1 13-6 0,-1-13 7 16,-11 13-5-16,0-3 2 0,-5-3 0 0,-3 0 2 16,-7 2-3-16,-1 0 1 0,0-2-6 0,-2-1-10 15,1-1-18-15,-3 1-21 0,-5 0-30 0,1 0-43 16,-17 1-58-16,-5 2-186 0,3-4-400 0,1 1 176 15</inkml:trace>
  <inkml:trace contextRef="#ctx0" brushRef="#br0" timeOffset="15614.54">9700 9959 10 0,'0'0'12'15,"0"0"-1"-15,0 0 3 0,0 0 3 0,0 0 3 16,0 0 5-16,-11-4 3 0,11 4 1 0,0 0 2 16,0 0 2-16,0 0 0 0,-5-5-1 0,5 5 4 15,0 0-1-15,0 0-4 0,0 0-15 0,-1-10 14 16,1 10-2-16,0 0-3 0,0 0-5 0,0 0 1 16,4-11 1-16,-4 11 3 0,0 0 1 0,0 0-8 15,0 0-2-15,0 0-2 0,0 0-2 0,1-8 7 0,-1 8-7 16,0 0 4-16,0 0 1 0,0 0-8 15,0 0 4-15,0 0-1 0,0 0 2 0,0 0-2 16,0 0-10-16,0 0 10 0,0 0 2 0,1-7-9 16,-1 7 0-16,0 0-1 0,0 0 2 0,0 0-1 0,0 0 4 15,0 0-4-15,0 0 1 0,0 0-6 0,0 0 2 16,0 0-10-16,0 0 12 0,0 0-2 16,0 0-1-16,0 0-1 0,0 0 2 0,0 0 3 15,0 0-3-15,0 0-1 0,0 0-4 0,0 0 1 16,0 0 1-16,0 0 0 0,0 0 5 0,0 0-2 0,0 0-2 15,0 0 3-15,0 0-4 0,0 0 2 16,0 0 5-16,0 0-11 0,0 0 7 0,-18 14 1 16,18-14-4-16,-7 3 5 0,7-3-8 0,-8 1 11 15,8-1-13-15,-9 1 10 0,9-1-2 0,0 0-4 0,-11 0 7 16,11 0-3-16,-8 0-2 0,8 0 12 0,0 0-13 16,-11-1-4-16,11 1 6 0,0 0-4 0,-9 1 4 15,9-1 0-15,0 0 0 0,-10 0-3 0,10 0 2 16,0 0-1-16,-8 2-1 0,8-2 5 0,0 0-2 15,0 0-4-15,-8 2-11 0,8-2 5 0,0 0 13 16,0 0-11-16,0 0 2 0,0 0 3 0,0 0 5 16,0 0 2-16,0 0-4 0,0 0 5 15,0 0-8-15,-4 5 1 0,4-5 4 0,0 0-5 0,0 0 0 16,0 0 3-16,0 0 6 0,0 0-2 0,0 0 3 16,7 13-7-16,-7-13 8 0,3 5 2 0,-3-5-8 15,4 5 6-15,-4-5-4 0,6 6 6 0,-6-6-8 16,7 6 5-16,-3-4 1 0,0 4 4 0,1-3 0 15,-5-3 14-15,10 8-8 0,-5-3 2 0,0-1-7 16,0 1 5-16,2-1 2 0,2 1 0 0,0 0 0 16,0 0 0-16,1 2-7 0,0-2 10 0,0 0-7 15,-1-1-5-15,3 0 7 0,-2 0-5 0,1 2 8 16,1-1 9-16,-2 1-5 0,0 0 0 0,1-2-2 16,-2 1 4-16,2 1-6 0,-2-2 0 0,0 0 1 15,0 0-1-15,-2-1-1 0,2 1 16 0,1-1-11 16,1-2-4-16,-1 0 3 0,0-1-2 0,3 0-8 0,-1 2 5 15,-2-2-3-15,1 0 1 0,1-2-1 16,2 2 0-16,-3 0-1 0,1 0 6 0,2 0-4 16,4 2-1-16,-4-2 0 0,0 0 3 0,0 0-4 15,4 0-4-15,-3 0 2 0,2 3 0 0,-4-2-2 0,0-1-2 16,4 2-5-16,-4-1 7 0,0 2-4 16,-2 1-2-16,0-3-3 0,-1 2 0 0,-1 1-1 15,1-1 2-15,-2 1-2 0,-1 0-1 0,0-1 0 16,-2 0 2-16,-5-3-1 0,10 6 3 0,-6-4-2 0,-4-2-1 15,9 6-2-15,-9-6 3 0,5 3 0 0,-5-3 0 16,5 3-3-16,-5-3 2 0,0 0 7 16,5 2-8-16,-5-2 0 0,0 0 1 0,0 0 0 15,0 0-3-15,8 4 5 0,-8-4-2 0,0 0-1 16,0 0-1-16,0 0 1 0,0 0 0 0,0 0 2 0,0 0 0 16,0 0 0-16,0 0 0 0,0 0-3 15,0 0 7-15,0 0-6 0,0 0 4 0,0 0 2 0,5 4 0 16,-5-4 0-16,0 0 6 0,0 0 1 15,0 0 1-15,0 0-9 0,0 0 8 0,0 0 2 0,0 0 1 16,0 0-3-16,0 0-2 0,0 0 1 0,0 0 5 16,0 0-7-16,0 0 0 0,0 0-2 0,0 0 0 15,0 0-4-15,0 0 2 0,0 0-3 0,0 0 3 16,0 0-2-16,0 0 3 0,0 0-4 0,0 0-3 16,0 0 4-16,0 0 1 0,0 0-3 0,0 0 4 15,0 0-5-15,0 0 0 0,0 0-14 0,0 0-14 16,0 0-17-16,0 0-17 0,0 0-17 0,0 0-17 15,0 0-15-15,0 0-16 0,0 0-21 0,0 0-20 16,0 0-86-16,-14 10-273 0,9-4 120 0</inkml:trace>
  <inkml:trace contextRef="#ctx0" brushRef="#br0" timeOffset="16673.93">25399 9688 22 0,'0'0'65'0,"0"0"-10"16,0 0-8-16,0 0-4 0,-10-2-5 0,10 2-1 15,0 0-3-15,0 0-5 0,0 0-8 0,0 0-10 16,0 0-16-16,0 0-4 0,4 18-14 0,-4-18-39 16,0 13-65-16,-2-6 30 0</inkml:trace>
  <inkml:trace contextRef="#ctx0" brushRef="#br0" timeOffset="17401.86">27692 12441 48 0,'0'0'88'0,"0"0"-6"0,0 0-3 15,0 0-8-15,0 0-9 0,0 0-9 16,0 0-8-16,0 0-6 0,0 0-4 0,0 0-14 16,0 0-8-16,0 0-6 0,0 0-16 0,0 0-11 15,0 0-15-15,0 0-15 0,0 0-39 0,0 0-95 0,0 0 43 16</inkml:trace>
  <inkml:trace contextRef="#ctx0" brushRef="#br0" timeOffset="30210.83">5816 8992 34 0,'0'0'42'16,"0"0"3"-16,0 0-12 0,0 0-5 0,-7 4 1 15,7-4-5-15,0 0-2 0,0 0-4 0,0 0-10 16,0 0 4-16,0 0 5 0,0 0 0 0,0 0-5 16,0 0-2-16,1 9-1 0,-1-9 1 0,0 0 0 15,11 9-3-15,-7-6 4 0,1 1-5 0,2 1-3 16,-2-2 4-16,3 0 0 0,0 3 2 0,2-2-5 16,-1 1-2-16,1 2 4 0,3-3-6 0,-1 1 6 15,3 1 0-15,1 1-4 0,2 0 2 0,-1 0 7 16,3-1-4-16,0 1-1 0,0 0-3 0,7 3 4 15,-2-1 5-15,1 3-7 0,-7-4 2 0,7 1 1 16,-6 0 3-16,-1-1-5 0,7 3 2 0,-1 0 0 16,2-2-2-16,-2 2 6 0,0-1-7 0,1 2 6 15,1-1-11-15,2-1 7 0,-1-1 0 0,3 2 5 16,-1-3-5-16,4 1 4 0,2 1 0 0,-2-2 9 16,3 0-14-16,0 2-1 0,0-2 2 0,2 1-1 15,12 1-2-15,-16-2 11 0,3 0-8 0,0 0-2 16,-1-1-4-16,-1 2 7 0,2 1-5 0,0-5 2 15,2 6 3-15,-3-6-7 0,14 5 5 0,-14-3-2 16,0-1-6-16,3 1 2 0,-2 0 8 0,13 2-5 16,-12-3 3-16,13 1 0 0,-14-1 2 0,12 1-4 0,-11-1 8 15,10 3-4-15,-10-4-7 0,10 1-9 0,-9 1 13 16,10-1 1-16,-12-1 3 0,1 0-4 16,-2 1 0-16,0-3-4 0,2 3 1 0,-1 0 0 15,-3-1 8-15,0 2-9 0,1-2-2 0,-1-1 5 0,1 2 0 16,0-1 6-16,-2 0-3 0,4 1 2 0,-3 0-4 15,4-2-5-15,-1 2 7 0,-2-2-2 16,2 1 0-16,2 0-5 0,10 0 0 0,-12-2 0 16,13 0 6-16,-11-1-6 0,0 0 4 0,13 2 0 15,-14-1 3-15,0-2 0 0,13 1-9 0,-2-1 4 0,-13 1-2 16,3-2-8-16,11 2 7 0,-10-1 1 0,-2 0 3 16,1 2 11-16,11-3-16 0,-12 1 10 0,0 0-11 15,2 2 2-15,-1-2 0 0,12 2-6 16,-2-2 5-16,-11 2 2 0,0-3 6 0,-1 1-12 0,1 0 5 15,0-1 6-15,1 3-5 0,-3-3-4 0,0 2 5 16,4 1-7-16,10-2 13 0,-12 1-8 0,-1-2 1 16,-3 2 2-16,3-1-2 0,1-1-2 0,-1 2 3 15,1 0-7-15,0-1 7 0,2-1-8 0,12 4-5 16,-13-3 5-16,12-2 8 0,-12 2-11 0,11-1 5 16,1 2-1-16,-1-2 0 0,-1 1 7 0,-11-1-4 15,14-1-4-15,-1 2-3 0,2 0 9 0,-3 1-3 16,1-2-1-16,1 0 4 0,-1 2-3 0,2-2 3 15,-2 1-4-15,1 2 1 0,-2 0 1 0,1-2 7 16,0 0-12-16,-12 1 1 0,15 0 1 0,-6 0 5 16,2 0 1-16,0-1-4 0,-1 3 2 0,1-4 2 15,-11 1-7-15,11 2 2 0,0-3-2 0,-13 1 2 16,1 2 5-16,0-3 1 0,1 0-9 0,-2 0 1 16,0 2-11-16,-2-1 10 0,0 0-5 0,-3-1 2 15,-3 2-16-15,1-2 9 0,-4-2-1 0,-6 4-15 16,0-2-12-16,0 0-50 0,-3 0-104 0,-7-2 46 15</inkml:trace>
  <inkml:trace contextRef="#ctx0" brushRef="#br0" timeOffset="30980.1">12353 9554 5 0,'0'0'21'0,"-4"-10"0"0,0 5-7 15,0-1-2-15,-4-1-2 0,-1 0 1 0,-2-1 1 16,-4 0-3-16,-1-2 1 0,-3 3-6 0,2-1 2 0,-4 1-3 16,-3-4 0-16,-1 2 4 0,-1 0-1 15,1 0 0-15,-2 2 5 0,0-1-5 0,6 2 5 0,0 1-7 16,2-1 16-16,-1 1-6 0,2-1 0 16,-3 0 5-16,5 0 0 0,-1-1-1 0,-3 1-2 0,8 0 1 15,-3 2 0-15,3 1 0 0,1-2 2 0,-2 0-4 16,4 1 5-16,-4-2-8 0,3 2 3 0,-1-1 3 15,3 0 12-15,-2 2-11 0,1-2 6 0,2 2-4 16,1 0-7-16,6 3 6 0,-10-5 0 0,6 2-6 16,4 3 1-16,0 0 1 0,-8-6-1 0,8 6-8 15,-5-3 5-15,5 3-1 0,0 0-1 0,0 0-3 16,0 0-1-16,0 0 4 0,17-5-2 0,-5 5-3 16,5 0-2-16,2-1 4 0,11 2-4 0,-1-1 4 15,4 1 3-15,3-1-2 0,2 0-14 0,3 0 18 16,12 2-6-16,-1 0 0 0,0 1 2 0,1 1-3 15,-1-1 1-15,-2-1 2 0,1 3-5 0,-10-3-1 16,10 2 4-16,-1-1 1 0,4 0-5 0,0 0-2 16,-1 1 0-16,2-1 0 0,-3-1 0 0,6 3 7 15,-2-2 0-15,4-1-7 0,-1 0 6 0,1 0-4 16,3 2-2-16,2 1 4 0,3-2-10 0,-5-2 6 16,0 3 5-16,4 1-2 0,0-2 5 0,23 4-8 15,-29-5-3-15,4 1 1 0,0 2 0 0,2 1 4 16,26-3-2-16,-29 1 3 0,-1 0-8 0,6 0-5 15,23 0 10-15,-27-1-6 0,27 2-4 0,-27 0 8 16,31-3 0-16,-33 0 4 0,31 3-8 0,-29-3 2 16,2 1-1-16,24 0 2 0,-29-3 4 0,2 4 4 15,0-1-6-15,0-2 2 0,-2 2 0 0,1 1-3 16,0-2 7-16,-2 0-8 0,-2 1 4 0,-4 1-1 16,-3 0-5-16,0 2 4 0,-13-2 4 0,-2 0-6 15,0-1-12-15,-1 2 11 0,-6 1 1 0,-3-2-5 0,2 1-12 16,-10-2 6-16,1-1-16 0,-2 2-9 15,-5 0-16-15,-2-1-7 0,0-3-36 0,-8 1-106 16,-3-1 47-16</inkml:trace>
  <inkml:trace contextRef="#ctx0" brushRef="#br0" timeOffset="31374.72">8539 9378 24 0,'0'0'27'0,"12"0"0"16,-12 0-20-16,11 3-6 0,-4-1-16 16,-2 1-16-16,-5-3 9 0</inkml:trace>
  <inkml:trace contextRef="#ctx0" brushRef="#br0" timeOffset="32164.32">7204 9808 12 0,'0'0'55'15,"0"0"-13"-15,0 0-7 0,0 0 1 0,0 0-5 16,0 0-2-16,0 0-2 0,19-5-7 0,-19 5-2 16,16 1-3-16,-4-1 2 0,7 0-16 0,-1 2 15 15,1-2 4-15,4 2-3 0,4-1 0 0,2 1-3 16,1 0 3-16,-1 0 0 0,0-2 5 0,3 3-6 16,0-2 5-16,0-1-3 0,3 3 0 0,1 0 2 15,1-2-3-15,2-1 6 0,11 3-7 0,-9 0-6 16,9 1 1-16,-12-1 8 0,13-2-3 0,-12 1-10 15,2 1 9-15,-2 2-4 0,12 0-4 0,-1 1-3 16,4-3 2-16,-16 2 9 0,17 1-8 0,0 0 4 16,-2 1-1-16,2 1 2 0,-1-5-5 0,1 7-4 15,0-4 1-15,-1 1-4 0,2 2 3 0,2-1 2 16,-2-1-1-16,0 1-6 0,2 0 9 0,-2 2 0 16,5-1-6-16,1 0 4 0,2 1-1 0,1 0-3 15,-3-2 0-15,5 0-7 0,22 3 4 0,-26-2-6 0,1-4 7 16,1 4-4-16,24-1 5 0,-26-2-1 15,2 3-3-15,0-3 13 0,30 2-13 0,-31-2-1 16,27 2 5-16,-26-1-6 0,26 1 7 0,-26-3 2 0,26 6 2 16,-28-6-2-16,1 3 0 0,27 4-7 0,-26-4 9 15,26-2 1-15,-26-1-2 0,26 6-2 16,-25-5-4-16,26 4 2 0,-27-4-3 0,27 3-8 16,-27-4 14-16,0 1 0 0,25 1-9 0,-23-3 3 0,-4-2 10 15,2 4-5-15,0 3-1 0,27-1-2 0,-33-5 2 16,5 4 3-16,-2-2-3 0,-2-1 7 0,-1 2-2 15,-1-3-1-15,-2 1-5 0,-1 1 3 0,-2 0-5 16,-2 0 1-16,-10-1 9 0,-2-1-1 0,-2 0-3 16,0 1-7-16,-2-1-9 0,-1 3-3 0,-1-3-6 15,-1 3-3-15,-3-2-5 0,-6 0-6 0,2 2-8 16,-5-1-19-16,-2-1-42 0,-4 0-113 0,-1-3 51 16</inkml:trace>
  <inkml:trace contextRef="#ctx0" brushRef="#br0" timeOffset="32868.42">12806 10252 33 0,'0'0'57'0,"0"0"-6"0,0 0-2 0,0 0-2 15,29-1-3-15,-12 1-19 0,4-1 15 0,4 2-6 16,8-2-3-16,3 2 2 0,2-1 4 16,14 0-7-16,0 0 2 0,3-1-9 0,4 0 1 15,-1-1 0-15,3 0-5 0,2 0-2 0,4 0 0 0,-1 1-2 16,23-3-2-16,-25 1-13 0,1 1 0 15,25-1 1-15,-27 1 8 0,1-1 1 0,1 1-11 0,0-3-4 16,-1 3-1-16,27-2 2 0,-32 1-6 0,4 1 0 16,-2-2 1-16,-1 3-2 0,1-2 1 0,-2 0-6 15,-1 3-5-15,-3-2-4 0,-1 2-1 0,-4 0 1 16,-10 0-2-16,12 2-1 0,-16-2 4 0,4 2-6 16,-6-4 3-16,3 2 5 0,-2 0-4 15,-1 2 1-15,-1-1 4 0,-1-1-3 0,-2 0 3 0,-2 2-4 16,1-1 8-16,-8 0-1 0,6 2 9 0,-7-2-2 15,2 1 4-15,-2 0 4 0,7 2 3 0,-5-2 3 16,6 0 10-16,-1 0-1 0,1 1-3 0,-3-1 4 16,4 0-5-16,-1 3 5 0,-8-3 1 0,2 0-1 15,-2-1-2-15,2 0 5 0,1 2-1 0,-3-2 3 16,2 0-1-16,6 0 0 0,-7 1 2 0,-2-1-8 16,0-1-5-16,-2 0 6 0,-3-1-5 0,-1 1-3 15,0 0 4-15,-1 1 1 0,-2-2-4 0,-1-1-2 16,-9 2-3-16,13 0-4 0,-13 0-3 0,13 0-2 15,-13 0-2-15,7 0-2 0,-7 0-6 0,0 0-4 16,0 0-11-16,0 0-21 0,0 0-59 0,0 0 26 16</inkml:trace>
  <inkml:trace contextRef="#ctx0" brushRef="#br0" timeOffset="33053.8">16041 10191 49 0,'29'-1'47'15,"2"1"-11"-15,-1-3 1 0,2 3-10 0,0-4-6 0,3 3-11 16,-2 0-8-16,0 0-14 0,1-1-1 16,0 2-6-16,-2-1-13 0,4-1-32 0,-3 2 14 15</inkml:trace>
  <inkml:trace contextRef="#ctx0" brushRef="#br0" timeOffset="33176.6">16687 10158 22 0,'13'-2'32'0,"-1"2"5"0,-5-1-3 16,0-2 4-16,-7 3 2 0,15 0-4 16,-15 0-5-16,10-2-8 0,-10 2 2 0,7 0-8 15,-7 0 5-15,0 0-5 0,9-1-1 0,-9 1-2 0,0 0-13 16,0 0-8-16,0 0-11 0,0 0-5 0,0 0-37 16,0 0-64-16,0 0 28 0</inkml:trace>
  <inkml:trace contextRef="#ctx0" brushRef="#br0" timeOffset="42399.45">14612 14108 16 0,'0'0'23'0,"-19"-6"-11"0,5 4 2 15,1 2-1-15,-3 0-2 0,-1-1 1 0,-2 1-7 16,1 0 8-16,-4 0-9 0,3 1-1 0,-2-1-2 16,3 0 2-16,-3 0 3 0,4-1-3 0,-2 0 7 15,6 1-5-15,-1 0 1 0,3 0 2 0,-2 0-3 16,3-3 12-16,-1 3-7 0,1-2-5 0,3 1 2 15,7 1 11-15,-16-2 3 0,11 1 6 0,5 1-2 16,-11-6 1-16,11 6 2 0,-7-3 1 0,7 3-3 16,-6-3-2-16,6 3-3 0,0 0-8 0,0 0 5 15,-7-2-3-15,7 2 9 0,0 0-11 0,0 0 5 16,0 0-10-16,0 0 2 0,0 0-6 0,0 0 2 16,0 0-1-16,24 5 3 0,-10-4-1 0,-3 1-1 15,5 0 4-15,1 0 5 0,4 1-5 0,0 1-4 16,1 0 8-16,5-2 2 0,4 3 1 0,-1 1-4 15,1-3 7-15,0 0-5 0,-1 2 5 0,1-1-6 16,3 0 5-16,-3-1 0 0,2 1 7 0,-1 0-5 16,3-1 1-16,-2 1-8 0,0-2 26 0,2 2-26 15,-2 0 11-15,5 0-11 0,-2-2 6 0,1 0 0 16,0 2-4-16,1-2-3 0,2 1 9 0,1 1-10 16,9-2 2-16,-9 2-5 0,-3-3 4 0,0 5 0 15,13-3 1-15,-11 0-5 0,11 3 13 0,-1-1-16 16,-14 0 19-16,16 0-17 0,-14 0-1 0,14 1 4 15,-14 0-3-15,0-1 3 0,-1 1 1 0,2 0-6 16,1 1 7-16,-2 0-10 0,14 2 6 0,-2-1-1 16,-12-1-1-16,13 0-1 0,1-2 3 0,-1 1 5 15,2 1-3-15,2-5-9 0,2 3 8 0,-1-2-1 16,-1-1-1-16,2 1-1 0,-1-2 1 0,-2 1 1 16,3-2-3-16,-3 3-13 0,0-3 18 0,-2 3-5 15,-12-2 6-15,10 3 6 0,1-2-6 0,1 1-4 16,-12 0-1-16,0-2-1 0,16 2 1 0,-2 0-3 15,-2 1 5-15,-1 1-6 0,3-1 5 0,-3 0 1 16,-13 1-3-16,15-1-1 0,-15 1-7 0,16-1 8 16,-16 1-7-16,17-1 1 0,-4 0 1 0,0 0-1 15,3-2 2-15,-3 0 2 0,5 0-2 0,-1 1-7 16,0-2 5-16,-4 0-2 0,4-3-5 0,-2 3 8 16,-2-2-4-16,-13 2 1 0,14-2-3 0,-3 1-1 15,3 0 5-15,-13 2-6 0,-1-3 7 0,3 2-5 16,9-1-1-16,-11 0 8 0,11-1-5 0,-10 2 4 15,11-2-6-15,-14 0 5 0,3 3-10 0,10 0 5 0,-13-2 3 16,1 0-5-16,2 0 0 0,-2-2 4 16,13 1-3-16,-14-2 1 0,0 2 6 0,4-1-5 15,-3 2 8-15,-1 0-2 0,1-3-10 0,-4 1-4 16,4 0 10-16,-1 0-5 0,1 0 7 0,-3 0-3 16,0-3-4-16,3 4 1 0,-2-2 7 0,0 2 6 15,-2 0-9-15,1 0-4 0,2 0 1 0,-3 2-6 16,3-3 13-16,-5 2-1 0,1 1-7 0,1-3-3 15,0 0 10-15,-2 1-3 0,1-2-1 0,3 3-2 16,-4 0 0-16,0-2 5 0,4 2 2 0,-2-1-12 0,0-3 4 16,0 2 5-16,2 2-1 0,-2-3-14 0,4 2 14 15,-3 1 1-15,2-3-1 0,-1 1 1 16,1 0-1-16,-1 1 0 0,1-1 0 0,0-1 1 16,-1 1 1-16,0-1-1 0,-1 1 2 0,0 0-1 15,1-1-5-15,2 0 2 0,-1 2 7 0,0-2-2 0,0 0-6 16,2 0 0-16,-2 2 3 0,-2-1 3 0,3 0-4 15,0-2-1-15,3 2 5 0,-3 0-3 16,2 1 0-16,-1-1 6 0,1-1 0 0,0 2 0 0,-1-1-7 16,1 1 16-16,-2 1-11 0,-2-1-6 0,1-1-5 15,-1 1 9-15,-2 0-3 0,3 1-2 0,-5 1 2 16,3-1 2-16,-5 0 4 0,1 0-3 0,0-1 4 16,-2 1 1-16,-1 0-3 0,-7 1 0 15,6-2-7-15,-6 1 11 0,1-1-5 0,-3 1-1 0,2 1 4 16,-1-1-7-16,-3 1 8 0,1 0-3 0,-2-1 4 15,-3 0 0-15,0 0 3 0,-2 2-3 0,2-2-5 16,-3 0 3-16,-2 0 2 0,1 0-1 0,-9 0 7 16,13 0 2-16,-7 0 3 0,-6 0-3 0,12 0 4 15,-12 0-3-15,11-3 4 0,-11 3 0 0,8 0 0 16,-8 0 2-16,0 0-7 0,10-1 3 0,-10 1-3 16,0 0-3-16,0 0 2 0,0 0-9 0,8-1 6 15,-8 1-2-15,0 0-2 0,0 0-2 0,0 0 4 16,0 0 8-16,0 0-10 0,0 0-9 0,0 0 5 15,0 0 2-15,0 0-4 0,0 0 4 0,0 0-6 16,0 0-9-16,0 0 1 0,0 0-22 0,0 0-6 16,0 0-5-16,0 0-14 0,0 0-30 0,0 0-17 15,0 0-23-15,0 0-84 0,-18 16-227 0,18-16 101 16</inkml:trace>
  <inkml:trace contextRef="#ctx0" brushRef="#br0" timeOffset="43213.41">26144 14239 7 0,'32'1'54'0,"1"-1"0"0,1 1-15 0,2-1 6 16,16 4-2-16,-12-4-11 0,16 0 5 0,-1 2-8 15,1-4 10-15,4 4-5 0,-4-1-1 0,2 1-1 16,3-1-6-16,-3 1-1 0,-1-2-8 0,-17 0 5 15,12 0 8-15,2 0-15 0,-16 1-1 0,0-2 6 16,1 1 5-16,-1 0-3 0,-3 0 7 0,-1 0-1 16,-2-2-3-16,-1 2-5 0,-4-1 9 0,-4 0-15 15,-6 1 14-15,0 0 3 0,-4-1 3 0,0 1-6 16,-4 0-10-16,0 0 5 0,-9 0 4 0,12-1 2 16,-12 1-22-16,9 0-7 0,-9 0-8 0,0 0-4 15,8-2-6-15,-8 2-8 0,0 0-9 0,0 0-15 16,0 0-14-16,0 0-9 0,-25 5-57 0,8-2-140 15,-6-1 61-15</inkml:trace>
  <inkml:trace contextRef="#ctx0" brushRef="#br0" timeOffset="45469.83">7087 14869 9 0,'0'0'44'0,"-6"-3"-13"0,6 3 1 0,-8-7 1 0,8 7-6 16,-9-4 0-16,9 4-1 0,-6-4-8 0,6 4 3 15,0 0-5-15,-9-2 3 0,9 2-5 0,0 0-3 16,-7-2-5-16,7 2-1 0,0 0 5 0,0 0 3 16,-10-3-9-16,10 3 8 0,0 0-8 0,-6-3 4 15,6 3-8-15,0 0 8 0,0 0-7 0,-10-2 2 16,10 2 11-16,-8-3-3 0,8 3-2 0,-10-3 4 15,10 3 4-15,-10-3 2 0,10 3-4 0,-14-3-3 16,7 2 5-16,7 1-7 0,-11-1 4 0,4-1-1 16,7 2 3-16,-14-1-3 0,8 0 8 0,6 1 5 15,-10 0-16-15,10 0 10 0,-9-3-8 0,9 3-1 16,0 0-3-16,-9-1 1 0,9 1 8 0,0 0-11 16,0 0 2-16,0 0-6 0,-9-1 3 0,9 1-3 15,0 0 1-15,0 0 5 0,0 0-6 0,0 0 2 16,0 0 4-16,0 0 0 0,0 0 17 0,0 0-20 15,0 0 5-15,0 0-8 0,0 0 10 0,0 0-4 16,16 13 6-16,-8-12-6 0,-2 2 8 0,5-2-2 16,-1 0 7-16,1 1-9 0,2-2 2 0,0 3 1 15,0 0 15-15,2-2-17 0,2 0 8 0,3-1 1 16,-1 2-8-16,2-1 7 0,0-2 1 0,8 2-6 16,-8-1 5-16,6 0-10 0,-4 0 6 0,5 0 1 15,-1 0-7-15,1-1-1 0,0 1 2 0,-1 0 3 16,0 0-5-16,1 1 0 0,0 0-5 0,-1-1 1 15,1 2 1-15,0-3 3 0,0 1-3 0,0 0 5 16,-1 0 1-16,0 1 0 0,5 1-1 0,-4-1-4 16,2-1 3-16,0 1-2 0,2-1 1 0,-1 2 0 15,1-2 0-15,1 2-2 0,3-3 1 0,-3 2-3 16,-1 2-3-16,0-3 10 0,3 0-6 0,-2 1 3 16,0-2-1-16,0 1-7 0,2 2 2 15,-1-2 5-15,1 2-3 0,-1-2 2 0,-3 0-1 0,5 2 0 16,-2-2 1-16,-3 2-2 0,2 1 4 0,-2-1-12 15,2 0 8-15,-1 0-6 0,1-1 6 0,-2 1-1 16,2 1-3-16,-1-2-2 0,1 1 7 0,-1 0-4 16,0 2-2-16,4-2 10 0,-4 0-2 0,0 1 3 15,0-2-11-15,-2 2 1 0,2-3-7 0,3 3-1 16,-3-3 9-16,1 1-2 0,0 1 6 0,2 0-6 16,2-3 4-16,0 2-9 0,-4 1 4 0,3-5 2 15,-1 2 0-15,0-1 1 0,0 2 2 0,1 2-4 16,-1-1 0-16,0 0 3 0,-1-3-4 15,1 2 0-15,-1 1 3 0,0 0-9 0,-2 1 9 16,1-1-6-16,0-1 10 0,0 0-5 0,2 1 3 0,-3 0-1 16,0-1-3-16,2 2 0 0,-1-1-1 0,-2 1-6 15,0 1 6-15,-2-2 3 0,2 2-3 0,-2-2 1 16,3 4 4-16,-3-3-6 0,1 0 4 0,1-2-5 16,-2 4 4-16,0-3-4 0,2 3 4 0,0-2-7 15,-3 1 5-15,5 0 0 0,-2-1 0 0,-2-2 3 16,2 1 4-16,1-1-8 0,-3 1 3 0,2 0 1 15,-2 1 2-15,3 0-4 0,-2-2 3 0,0 0 3 16,-2 0-2-16,1 0-5 0,0 3 5 0,0-3-2 16,1 0-1-16,-1 3-1 0,0-3 2 0,1 1 0 15,-1-1-3-15,2 0 8 0,0 0-3 16,-1 0-6-16,2 0 5 0,0 0 1 0,-1 0 0 0,2 0-2 16,-1-1 0-16,0-2 1 0,0 3 3 0,0-3-5 15,0 1-1-15,0 1-1 0,0-2-4 0,0 2 6 16,-1 0-4-16,-1 0 3 0,0-2-2 0,-2 2 2 15,3-2 1-15,-4 1 0 0,1-1 0 16,-6 2-8-16,7-3 6 0,0 4 4 0,-9-3 2 0,10 1 0 16,-4 1 1-16,2 1-4 0,-6-3 4 0,-3 3-3 15,1-1 1-15,2 0-6 0,-2-1 3 0,2 1-7 16,-3 0 7-16,2 1 0 0,0-2-2 0,-2 4 3 16,0-2 2-16,0-2-3 0,-1 4 1 0,1-2-1 15,-1-2 4-15,0 1-3 0,0 2 1 16,-1-2-1-16,-3 1-1 0,0 1 3 0,-2-2-12 0,0 1 12 15,0 1 1-15,-1-1-3 0,0 0 4 0,-4 0 0 16,-7 0 2-16,14-1-1 0,-14 1-5 0,10 1 4 16,-3 1 5-16,-7-2 3 0,0 0-1 0,12 0 5 15,-12 0 5-15,0 0 0 0,9 0 1 16,-9 0 2-16,0 0 2 0,0 0-3 0,0 0 2 0,0 0-2 16,0 0-1-16,0 0 0 0,0 0 1 0,0 0-2 15,0 0-5-15,0 0 6 0,0 0-4 0,0 0-1 16,8-3 0-16,-8 3-3 0,0 0 3 0,0 0-8 15,0 0 1-15,0 0 4 0,0 0-2 16,0 0-6-16,0 0-2 0,0 0-2 0,0 0 0 0,0 0-1 16,0 0-1-16,0 0 0 0,0 0 0 0,0 0-1 15,0 0-4-15,0 0-5 0,0 0 0 0,0 0-7 16,0 0-7-16,0 0-5 0,0 0-6 0,0 0-5 16,0 0-7-16,0 0-10 0,0 0-14 15,0 0-10-15,0 0-13 0,0 0-13 0,0 0 5 16,0 0 0-16,0 0-27 0,0 0-4 0,0 0-4 0,0 0-81 15,0 0-234-15,-14 16 104 0</inkml:trace>
  <inkml:trace contextRef="#ctx0" brushRef="#br0" timeOffset="64972.71">13017 15477 2 0,'19'4'26'0,"8"1"-2"15,0-2 1-15,1-1-3 0,1 2-2 0,0-1-4 0,3-2 6 16,-1 5-4-16,-2-4-2 0,2 0-2 16,3 2 3-16,-2-1 0 0,-3-1-3 0,4 2 4 15,1-2-4-15,-1 1 5 0,-1-1-6 0,1 3 2 16,1-3 3-16,0 0-2 0,3 0 4 0,-2-1-2 16,1-2 8-16,2 5-5 0,0 0-3 0,3 1 10 15,-3-3-12-15,14 1-3 0,-16 0-3 0,4-1-1 16,-4 2 0-16,2-1 0 0,0 0-2 0,-2 3-2 15,14-2 3-15,-14 1 0 0,2-3 1 0,-2 1-1 16,0 2-3-16,2-1 12 0,-4 1-6 0,4-3 2 16,-3 2 7-16,1 1-17 0,0-2-3 0,1 2 4 15,-1-1 1-15,1 0 3 0,0-1 2 0,-1 1 1 16,3 0 6-16,-6-2-9 0,5 0 1 0,-2 3-1 16,0-3 6-16,-1 1-7 0,-1 0 2 0,3-1 3 15,-2 0 2-15,1 0-2 0,-1 0-1 0,2 0-6 16,0-1 6-16,-2 1-5 0,-1-2 2 15,4 2-2-15,-4 1 6 0,3 0-7 0,-1-3-2 0,2 1 0 16,-3 0 2-16,1 0 1 0,1 1-3 0,-2 1-3 16,4-2 6-16,-6 0-4 0,3-1 8 0,0 1 5 15,-1-1-12-15,0 0 6 0,3 1-9 16,-2-1 6-16,2 2 2 0,-2-2-4 0,-1 0-1 0,0 0 4 16,-1 0-4-16,0-2 5 0,-3 5 7 15,-1-4-1-15,0 1-4 0,-5 0 0 0,-3-2-3 16,1 2 8-16,-4-1-3 0,0 1 2 0,-6 0 1 15,1 0-5-15,-3 0 6 0,-11 0-7 0,15-1 4 16,-15 1-2-16,10-1 7 0,-10 1 5 0,0 0 1 0,15-1 0 16,-15 1 10-16,0 0-1 0,0 0 1 15,12 0-3-15,-12 0 3 0,0 0-7 0,0 0 0 16,0 0-1-16,0 0 3 0,0 0-12 0,0 0 0 16,0 0 6-16,0 0-11 0,0 0-9 0,0 0-18 15,0 0-13-15,10-3-22 0,-10 3-20 0,0 0-19 16,0 0-1-16,0 0-3 0,0 0-11 0,0 0-1 15,8 13-55-15,-8-13-172 0,7 7 76 0</inkml:trace>
  <inkml:trace contextRef="#ctx0" brushRef="#br0" timeOffset="65706.19">18342 15635 80 0,'0'0'77'0,"0"0"-11"15,0 0-7-15,0 0 2 0,0 0-2 0,0 0-9 16,0 0-5-16,0 0-6 0,0 0-4 0,8-5 1 16,-8 5-7-16,0 0-1 0,18 0-4 0,-7 0-6 15,1-1 12-15,7 1-9 0,0 0-2 0,11 1-3 16,0-4 2-16,5 3-3 0,2-2 6 0,14 2-13 0,-11-2 9 16,12 2 1-16,-1 0 11 0,4-2-13 15,1 2 1-15,-3 0 2 0,0 1-4 0,4-1-3 16,-1-1 7-16,1 2 4 0,-2-1-4 0,8 3 0 15,-4-3 4-15,-3 1-3 0,5 0-4 0,1-2 0 16,-2 4-5-16,1-2 2 0,3 1 4 0,1-2-5 16,0 2 2-16,1-2-5 0,-3 0 7 0,1 0-7 15,-1 0 5-15,0 0-3 0,-2 0 9 0,-1-2-2 16,-4 4-2-16,1-2-2 0,0 0-2 0,-1 0-2 16,0 0 7-16,-2-2-7 0,-1 4-3 0,0-2 2 15,-2-2 1-15,1 1 5 0,-13 0-7 0,-1 1 0 16,2 0-2-16,-2 0 3 0,1 0-1 0,-2-1-3 15,-1 1 4-15,-3 0-4 0,0-2 9 0,-1 2-9 16,-4-1 2-16,0 1 1 0,-7 1-1 0,-2 1-2 16,4-1 3-16,-5-1-8 0,-6 0 9 0,4 0-7 15,-3 1 5-15,-2-1-4 0,-11 0 2 0,17 3 10 16,-17-3-11-16,13 0 3 0,-13 0 3 0,0 0 9 16,12 0 5-16,-12 0 5 0,0 0 3 0,0 0 5 15,0 0-3-15,0 0-1 0,14-2 1 0,-14 2 0 16,0 0-6-16,0 0 3 0,0 0-5 0,0 0 8 15,0 0-11-15,0 0-10 0,0 0 6 16,0 0-7-16,0 0-2 0,0 0 0 0,0 0 1 16,0 0-1-16,0 0-1 0,0 0-3 0,0 0 0 0,0 0 0 15,0 0 0-15,0 0-6 0,0 0-1 0,0 0-10 16,0 0-12-16,0 0-13 0,0 0-12 0,0 0-13 16,0 0-23-16,0 0-11 0,9 3 1 0,-9-3-1 15,0 0-5-15,0 0-18 0,0 12-12 16,0-12-79-16,7 7-225 0,-7-7 99 0</inkml:trace>
  <inkml:trace contextRef="#ctx0" brushRef="#br0" timeOffset="66562.13">25596 15703 25 0,'0'0'56'0,"32"0"-10"0,-19 1-6 0,0 0-5 15,8 0 1-15,-1 1-8 0,7-1 4 0,2 3-8 16,0-4 1-16,-2 2 0 0,3 0-6 0,-1-1-9 16,0-2 14-16,-2 1-10 0,0 0 0 0,-7-1 0 15,0 1-3-15,-2-1 0 0,2 1-4 0,-3 0-2 16,-6 0-4-16,-1-2 5 0,-10 2-5 0,21-1-4 16,-21 1-15-16,11 0-8 0,-11 0-14 0,0 0-31 15,0 0-76-15,0 0 34 0</inkml:trace>
  <inkml:trace contextRef="#ctx0" brushRef="#br0" timeOffset="68477.28">25535 15527 64 0,'-12'-9'77'0,"12"9"-10"15,0 0-11-15,-5-7 4 0,5 7-7 0,0 0-9 16,0 0-6-16,0 0 3 0,38-8-4 0,-18 10-6 16,16-4-5-16,3 4 2 0,21 2 3 0,3 0-13 15,31 3 1-15,-27-2 0 0,28 5-6 0,-3-2 5 16,-2-3 1-16,-25 4-4 0,29-2-11 0,-29-1 13 15,-2 1-6-15,27-1 1 0,-29-1-3 0,-1-1 7 16,-1-3 11-16,-5 2-18 0,2-1 7 0,-7-2-6 16,-8 3 18-16,-5-5-4 0,-3 4 5 15,-4-4 9-15,-11 2-9 0,1-1 0 0,-5 2 8 16,-14-1 3-16,19-2-3 0,-19 2-3 0,0 0 0 0,19-1-9 16,-19 1-5-16,0 0 2 0,8-4-9 15,-8 4 3-15,0 0-14 0,0 0-3 0,0 0-13 0,0 0-24 16,0 0-13-16,0 0-18 0,-42 6-17 0,28-1-24 15,-4 0-56-15,-6 3-180 0,3-2 81 16</inkml:trace>
  <inkml:trace contextRef="#ctx0" brushRef="#br0" timeOffset="69857.22">5639 16264 3 0,'-7'-6'26'16,"3"2"-2"-16,4 4-8 0,-10-3 7 0,10 3-5 15,-8-4 3-15,8 4 1 0,-6-6 3 0,6 6-5 16,0 0-1-16,-8-2 3 0,8 2-4 0,0 0 0 16,0 0-1-16,0 0 4 0,-9-2-5 0,9 2 4 15,0 0 2-15,0 0-7 0,0 0-1 16,0 0 1-16,0 0-2 0,0 0 0 0,0 0-4 0,0 0 5 15,22-3 6-15,-13 3 2 0,2 0-4 0,-11 0-2 16,31 1 1-16,-15 1 3 0,5-1-5 0,10 0 2 16,-2 1 1-16,4 0-1 0,3 0 2 0,4 0-1 15,13-2 5-15,2 2-7 0,-1 0 3 0,5 0-7 16,-1-2 2-16,0 1 2 0,-2 1 0 0,3 1-3 16,-2 0 4-16,-2 1 3 0,4 0-7 0,-6-3 6 15,-1-1-5-15,2 4 0 0,-2-3 9 0,-2-1-1 16,-10 1-6-16,13 2 6 0,-14-2-2 15,13 1-1-15,-14-4-6 0,2 1 9 0,-3-2 5 16,-3 2-3-16,4-2 5 0,-5-2-8 0,-2 3 3 16,-2-2 2-16,2 0-5 0,-5 0 3 0,-4 1 2 0,-9 0-3 15,1-1 3-15,-3 0 4 0,0 2 1 0,-3-1-3 16,-8 3 3-16,12-4-8 0,-12 4 2 0,12-4 1 16,-12 4-3-16,8-2-7 0,-8 2-1 15,0 0-1-15,8-5-9 0,-8 5-13 0,0 0-18 16,0 0-25-16,0 0-13 0,11-2-8 0,-11 2-6 15,0 0-25-15,8 9-8 0,-4-4-71 0,-1 4-197 16,-3-9 88-16</inkml:trace>
  <inkml:trace contextRef="#ctx0" brushRef="#br0" timeOffset="70803.92">10061 16338 52 0,'0'0'58'0,"0"0"-7"15,0 0-5-15,0 0-7 0,0 0 0 0,0 0-3 16,0 0-3-16,0 0-9 0,35 9-2 0,-17-8 3 16,5 2 5-16,5 0-14 0,2-1 6 15,6 0-3-15,15 1-2 0,-11-2 1 0,15 0-6 16,0-1 13-16,-3 0-10 0,5-1-1 0,0 1 9 15,0 0-6-15,-4 1 0 0,4-1-3 0,-4 1-1 0,2-2 2 16,1 4-10-16,1-2 12 0,1 2-3 16,1 0 6-16,-2-1-9 0,2 0-9 0,4 1 24 15,-3 0-17-15,1-2 5 0,-2 4 6 0,2-2 5 16,1 0-7-16,-1 0 1 0,0 1-8 0,2-1 6 16,1 1-1-16,25 0-6 0,-27 0 1 0,3 0 10 15,-4-3-9-15,4 1 0 0,0-1-4 0,25 3 1 16,-31-4 5-16,1 5 1 0,5-4-9 0,0 5 11 15,-1-3-10-15,-3-2-5 0,2 3 4 0,4-1 3 16,-9-1 2-16,5 1 1 0,-4-5-10 0,-2 5 4 16,1 1 8-16,-1-5-7 0,-3 1 3 0,2 1 2 15,-5-2-2-15,-1 1 4 0,2-1-3 0,-12 0 10 16,12 0-4-16,-12 0 0 0,12-3-2 0,-16 2 2 16,2-1 8-16,0 2-10 0,-4-2 5 0,2 0 1 15,-2 3-7-15,-1-1 3 0,-3-1 1 0,-1-2-1 16,-9 3 1-16,0-1 3 0,0 2-2 0,0-1-5 15,-3 0 9-15,-2-1-9 0,-4 1 10 0,-2 1-7 16,4-1-4-16,-3 1 1 0,-1-1 1 0,-9 1 3 16,13-2-6-16,-13 2 5 0,11 0-2 0,-11 0 5 15,9 0-4-15,-9 0-8 0,7-1 5 0,-7 1-5 16,0 0 8-16,0 0-8 0,0 0 5 0,0 0 0 16,11 1-5-16,-11-1 1 0,0 0 4 0,0 0-4 15,0 0 4-15,0 0-3 0,0 0 1 16,0 0-2-16,0 0-1 0,0 0 7 0,7 0 8 0,-7 0-12 15,0 0 7-15,0 0-5 0,0 0 3 0,0 0-5 16,0 0 5-16,0 0-8 0,0 0-2 0,0 0 0 16,0 0-8-16,0 0 2 0,0 0 5 0,0 0-7 15,0 0-12-15,0 0-20 0,0 0-4 0,0 0-26 16,0 0-17-16,0 0-7 0,0 0-25 0,0 0-34 16,0 0-100-16,0 0-269 0,0 0 119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09:59:52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17960 13377 87 0,'0'0'144'0,"-1"-14"-10"15,0 8-11-15,1 6-5 0,-3-14 7 0,2 7 4 16,1 7-1-16,-4-11 0 0,4 11-2 0,-3-8-6 15,3 8-7-15,-1-6-3 0,1 6-9 0,0 0-9 16,-4-6-7-16,4 6-6 0,0 0-3 0,0 0-6 16,0 0-11-16,0 0-2 0,0 0-7 0,0 0-2 15,-6-5-9-15,6 5-2 0,0 0-8 0,0 0-1 16,0 0-5-16,0 0-2 0,0 0 4 0,0 0-9 16,-12 9 0-16,6 1 5 0,-5 5 3 0,0 2-5 15,-3 7 2-15,-4 0-3 0,-1 4-2 0,1-1 6 16,2 0 1-16,-1 1-2 0,2 2-1 0,-2 0 2 15,5-1 0-15,4 3 7 0,-3 1-4 0,3 2 7 16,3 10 2-16,2-12 0 0,-1-2-2 0,5-1-5 16,1-1-5-16,-1-2 1 0,0-1-3 0,4-1-1 15,2-6-1-15,-1 0 0 0,3-2 0 0,0 2-1 16,4-4 0-16,0-2-4 0,2-1-1 0,-1-1-20 16,5 0 2-16,3-4-2 0,-3 0 2 0,1-1 7 15,1-2-4-15,7 1-1 0,-6-3-7 0,-1-2-3 16,0 0-20-16,2 0-22 0,4-2-26 0,-6 0-22 15,-3-1-48-15,3-2-31 0,-2 1-39 0,-2 0-163 16,-6 0-415-16,4-3 184 0</inkml:trace>
  <inkml:trace contextRef="#ctx0" brushRef="#br0" timeOffset="907.52">18598 13701 40 0,'0'0'143'0,"0"0"-6"0,0 0-12 0,0 0-2 15,0 0-2-15,-15-6-4 0,15 6-10 16,0 0-7-16,-12 2-2 0,12-2-2 0,-10 1-8 15,10-1-5-15,-15 3-1 0,8-3 2 0,1 2-7 0,-3 0-5 16,9-2-8-16,-12 3-5 0,6-2-6 16,6-1-5-16,-9 4-7 0,9-4-3 0,0 0-4 0,-9 0 0 15,9 0-4-15,0 0 0 0,0 0 0 16,0 0-1-16,0 0 15 0,0 0-2 0,0 0 1 0,30 1 2 16,-15-4 4-16,4 3-5 0,8-6-1 15,2 2-3-15,3 2-1 0,-4 0 11 0,0-3-3 16,-5 2-6-16,4 0-4 0,-11 1-4 0,-2 0-4 15,-2 2-5-15,0 0-2 0,1 0-5 0,-7 0-14 0,-6 0-20 16,12 0-13-16,-12 0-37 0,10 3-36 0,-10-3-24 16,7 1-29-16,-7-1-19 0,0 0-38 0,0 0-119 15,10 1-359-15,-10-1 160 0</inkml:trace>
  <inkml:trace contextRef="#ctx0" brushRef="#br0" timeOffset="1293.97">18944 13475 76 0,'0'0'214'0,"0"0"-11"0,0 0-15 0,0 0-18 16,0-9-23-16,0 9-12 0,0 0-17 0,0 0-11 16,0 0-5-16,0 0 6 0,19 26-8 0,-10-14-4 15,1 2-8-15,1 2-3 0,0 0-2 16,1 0-5-16,2 0-2 0,-2 0-9 0,0-2-3 0,0 0-5 15,-1 1 5-15,2-2-4 0,0-1 2 16,0-1 3-16,-3-3-2 0,0-2-5 0,1 1-3 0,-2-1-3 16,3-1-7-16,-2 0-4 0,-3-2-1 0,0-2 0 15,0 2-1-15,0-2 4 0,-7-1 8 0,0 0 0 16,13 0 2-16,-13 0-4 0,10-4-3 16,-2 0-9-16,-2-3-3 0,1-3 9 0,-1-5-10 0,3-4-3 15,0-4-4-15,3 0-3 0,-1-5 1 0,2-2-3 16,1 1-3-16,-1-3-4 0,0 2 0 0,0-1-4 15,-2 2-1-15,0 3-3 0,2-2-12 0,-3 1-11 16,-2 8-21-16,-2 1-14 0,1 1-19 0,-2 6-20 16,-3 1-23-16,0 3-31 0,-2 7-46 0,4-12-30 15,-2 10-14-15,-2 2-9 0,0 0-133 0,0 0-407 16,9 16 180-16</inkml:trace>
  <inkml:trace contextRef="#ctx0" brushRef="#br0" timeOffset="1593.58">19528 13630 16 0,'0'0'193'0,"4"4"-17"0,-4-4 2 16,0 0 3-16,12 3 7 0,-12-3-8 0,10-3-10 15,-1 0-11-15,4 1-15 0,-4-4-8 0,1-2-15 16,5 0-9-16,-2-1-14 0,3-1-9 0,-1 1-7 16,-4 2-7-16,-2-2-6 0,-1 1-10 0,-2 0-2 15,-1 0-6-15,0 0-6 0,-3 3 0 0,-2 5-5 16,-2-14-4-16,2 14-6 0,-8-10-4 0,1 7-1 15,1 1-2-15,-6 0-5 0,-3 5 3 0,-1 3-3 16,-1 1 9-16,-3 3-2 0,4-1-1 0,-8 8 6 16,9-5 2-16,1 2-3 0,4-1-1 0,5-1-5 15,-1 2 3-15,2-3-3 0,1 5-3 0,5-6-3 16,3 6 3-16,2-4-4 0,6-2-2 0,5 1 4 16,8 2-7-16,3-4-14 0,5-2-31 0,1-2-39 15,3-1-49-15,13-1-61 0,-12 1-55 0,-3-3-195 16,1 2-467-16,-4-3 207 0</inkml:trace>
  <inkml:trace contextRef="#ctx0" brushRef="#br0" timeOffset="1988.5">20334 13191 157 0,'0'0'215'0,"-6"-10"-14"0,6 10-19 0,-3-5-17 15,3 5-19-15,0 0-15 0,0 0-14 16,0 0-8-16,0 0 16 0,0 0 1 0,2 28-9 16,1-9 5-16,-2 7-6 0,5 1-8 0,-4 2-9 0,0 2-8 15,2-1-7-15,0 0-7 0,-3-1-6 16,2 0-8-16,-2-4-7 0,2 0-3 0,-2-6-7 16,0 1-5-16,0-1-3 0,1-2-3 0,-2 2-4 15,0-3-3-15,0 1-4 0,0 1-8 0,0-2-39 0,-2-2-29 16,2-3-40-16,-1 0-45 0,0-1-37 0,1-3-30 15,-1 1-181-15,-3-2-417 0,4-6 185 0</inkml:trace>
  <inkml:trace contextRef="#ctx0" brushRef="#br0" timeOffset="2163.08">20166 13469 101 0,'10'-11'140'0,"1"7"-16"16,1 0-9-16,11-1-9 0,3 1-17 0,-4 3-5 16,6 4-36-16,-7 1-42 0,-1 0-28 0,4 8-37 15,-8 0-63-15,-1 0-133 0,-1 1 59 16</inkml:trace>
  <inkml:trace contextRef="#ctx0" brushRef="#br0" timeOffset="2437.11">20410 13747 81 0,'0'0'185'0,"0"0"-7"0,0 0-12 16,0 0-18-16,0 0-10 0,0 0-17 0,0 0-1 0,22-20-4 15,-12 11-3-15,3-2-12 0,2-1-3 0,-1-1-13 16,-1 0-4-16,1 1-8 0,-4-1-7 0,2 0-5 16,-2-1-5-16,-3 2-4 0,-4 1-5 0,-1-1-5 15,-2 1-4-15,-2-1-3 0,0 2 6 0,-2 1 3 16,-2 2 0-16,-1 2 1 0,-3 0-9 0,0 1-4 15,-2 4-3-15,0 2-1 0,-3 3-3 0,0 2 1 16,0 3-3-16,-2 1-2 0,6 1-2 16,0 1-1-16,3 3-1 0,2-6-2 0,2 8-4 0,1-2-1 15,4 0-11-15,1 1-24 0,2-5-36 0,3-1-40 16,3 2-40-16,1 1-31 0,5-2-40 0,-2-2-117 16,4-1-357-16,1-5 159 0</inkml:trace>
  <inkml:trace contextRef="#ctx0" brushRef="#br0" timeOffset="2923.02">20782 13697 36 0,'7'-3'192'0,"-7"3"5"15,0 0 0-15,0 0 3 0,0 0-6 0,0 0-8 16,6-3-9-16,-6 3-13 0,0 0-11 0,0 0-12 16,0 0-10-16,0 0-13 0,0 0-4 0,0 0 2 15,0 0 1-15,-28-6-6 0,23 3-6 0,5 3 1 16,-11-5-7-16,5 1-6 0,6 4-6 0,-9-8-10 15,4 3-12-15,2-1-7 0,3 6-9 0,-2-17-1 16,2 5-10-16,2-5-6 0,2 2-4 0,4-3 0 16,6-5-3-16,-2 7-5 0,1 1 2 0,2 1-6 15,0 2-3-15,2 3-2 0,-5 3-2 0,6 1 2 16,-4 5-7-16,-1 0-1 0,1 2 0 0,0 6 4 16,0 2-3-16,0 2 3 0,-3 2-5 0,0 1 1 15,-3-1-5-15,-4 2 8 0,1 0-5 0,-4-4-2 16,3 3 2-16,-4-3 0 0,-1-3-1 0,1 0 0 15,0-1 11-15,0-8-5 0,-4 10-2 0,4-10 1 16,-8 5 0-16,8-5-2 0,-5 4 3 0,5-4 1 16,0 0-1-16,0 0-3 0,-12-12 0 15,12 12-2-15,2-14-5 0,-1 4 2 0,3-1-7 0,3-4 2 16,1-3 5-16,2 1-3 0,6-3 0 0,-6 2-1 16,5 4 2-16,-1 1 0 0,3 1-3 0,-3 1 6 15,-1 5 0-15,-2 2-3 0,0 1-1 0,-1 1 1 16,1 2 3-16,-4 2-1 0,3 5-4 0,-1-3 0 15,-2 3 1-15,1 1 1 0,-2-1-1 0,1 3 3 16,-1 1 0-16,-1 1 1 0,-1-1 1 0,-1 1-3 16,1 3-6-16,-2-2-26 0,-2-2-33 0,-2 1-34 15,0-1-36-15,1 0-39 0,-1-1-35 0,0-1-44 16,0 2-175-16,2-11-464 0,-2 11 205 0</inkml:trace>
  <inkml:trace contextRef="#ctx0" brushRef="#br0" timeOffset="3160.73">21350 13277 158 0,'0'-11'237'0,"0"2"2"0,0-1-6 15,0 10-11-15,0-14-28 0,0 14-16 16,0 0-18-16,0 0-5 0,0 0 14 0,0 0-6 16,2 36-8-16,1-9-11 0,-2 2-3 0,0 3-9 15,4 0-8-15,-1 0-4 0,-3 0-12 0,2-2-10 0,1 1-7 16,0-1-4-16,1-3-11 0,-3 2-8 15,1-4-10-15,-1 3-4 0,-2-4-6 0,3 0-6 16,-3-4-7-16,1 6-29 0,0-7-33 0,-3-1-37 16,-1-4-38-16,0 2-41 0,0-3-43 0,1-4-39 15,-2 2-33-15,-1-5-191 0,-1-1-485 0,6-5 214 0</inkml:trace>
  <inkml:trace contextRef="#ctx0" brushRef="#br0" timeOffset="3387.43">21399 13466 64 0,'7'-9'186'0,"-1"1"-4"0,4 0-4 0,-1 1 17 16,3 3-19-16,1 1-11 0,-2 1-6 15,8 3-10-15,-2 1-4 0,1 2-16 0,0 1-7 16,-2 2-13-16,-2 2-12 0,0 0-11 0,-5 0-8 16,-2 1-4-16,-5 0-6 0,0 3-8 0,-4 4-7 0,-1-5-3 15,-5 5-7-15,-3-1-4 0,-2-3 0 16,-2 3-8-16,-1-4-1 0,2 2-6 0,-1-3 1 15,0 0-8-15,0-3-21 0,1 3-30 0,0-5-41 16,2-2-26-16,1 0-49 0,1-1-46 0,0-2-174 0,2 1-399 16,8-2 177-16</inkml:trace>
  <inkml:trace contextRef="#ctx0" brushRef="#br0" timeOffset="4116.71">22270 13475 1 0,'-11'-6'218'15,"1"1"-1"-15,-3 2-17 0,2 1-1 0,-4 2-11 16,-2 4-12-16,-1 4-4 0,4 1-6 0,-3 5-9 15,0 4-4-15,1 3 1 0,3 1-16 0,3 2-4 16,4-7-14-16,3 1-9 0,3 2-6 0,-4-3-12 16,4 3-11-16,6-1-10 0,-1-1-5 0,2 0-7 15,3-1-5-15,2-3-3 0,0 1-6 0,3-3-4 16,-1-3-4-16,3 0-25 0,-2-3-28 0,3 0-31 16,-5-4-30-16,1 0-23 0,5-3-27 0,-5 1-24 15,5-4-14-15,-2 0-5 0,0-4 4 0,0 0 7 16,1 0 10-16,-1-4 5 0,-2 3 17 0,-3-2 8 15,1-3 13-15,-3 2 10 0,-1-1 16 0,-2 2 17 16,-2-1 22-16,-2 3 19 0,1-2 23 0,-4 2 27 16,0 2 15-16,0 7 1 0,0-12 6 0,1 6 7 15,-1 6-1-15,0 0-1 0,-3-10-4 0,3 10 14 16,0 0 0-16,0 0 12 0,0 0-3 0,-12 19 0 16,10-12-2-16,1 2-5 0,-1 1 2 0,3 0-4 15,-1-2-3-15,0 3 0 0,2 2 8 0,0-4-8 16,3 2-3-16,0-2-7 0,1-2 0 0,2 1 1 15,2-2-5-15,-1-1 1 0,0-1 3 0,4-2-9 0,-3-2-4 16,3-2 2-16,-1-2-8 0,-1-1 0 16,-1 0-3-16,0-1-5 0,-2-3 6 0,-4 1-8 15,2-2-1-15,-3-1-7 0,-1 0-1 0,-2 1 3 16,0-2-5-16,-4-1-2 0,-1 2-3 0,-5-3 3 16,0 2-9-16,0 3-6 0,-3 3-16 0,0 0-5 0,-2 0-14 15,1 5-15-15,-3 1-17 0,-1 1-17 16,1 3-15-16,0 1-21 0,5 2-17 0,2-1-20 15,1 1-41-15,1 0-162 0,1 0-393 0,3-1 174 16</inkml:trace>
  <inkml:trace contextRef="#ctx0" brushRef="#br0" timeOffset="4321.6">22725 13725 139 0,'0'0'229'0,"9"-4"-6"0,-4 1-16 0,1 0-15 0,-6 3-14 15,12-6-20-15,-5 4-13 0,-1-2-15 0,2 2-14 16,-1-1-11-16,3-1-10 0,-4 1-15 0,7 1-11 16,0-3-15-16,1 1-15 0,-3 0-20 15,2 0-21-15,0 0-18 0,-1 2-19 0,-2-2-7 16,-3 4-13-16,0-4-15 0,-1 3-9 0,-6 1-21 0,7-4-22 16,-7 4-10-16,0 0-113 0,0 0-268 0,0 0 118 15</inkml:trace>
  <inkml:trace contextRef="#ctx0" brushRef="#br0" timeOffset="5069.56">23080 13632 36 0,'0'0'239'0,"0"0"-5"0,9-3-9 0,-9 3-20 16,0 0-15-16,5-4-19 0,-5 4-11 0,6-2-21 16,-6 2-12-16,9-4-10 0,-1-1-12 15,-2 2-7-15,3-3-11 0,-1 1-10 0,1 0-6 0,-1-1-7 16,-3 0-3-16,0 2-5 0,-1-4-6 0,2 1-6 16,-3-2-4-16,-1 3-1 0,-1-2-6 0,1 1-4 15,-2 7-4-15,1-15 2 0,-1 15-5 0,-3-10-3 16,1 5-2-16,2 5-1 0,-5-9-4 0,5 9-1 15,-9-3 0-15,9 3-2 0,-12 0-3 16,12 0 2-16,-14 8-2 0,3-1-1 0,0 0-1 0,3 2 1 16,-4 3-2-16,6 3 7 0,-2-5 0 0,1 1 1 15,1 4-5-15,4-1 2 0,-1-3-1 16,3 1 1-16,1-3-1 0,3 3 2 0,0-1-1 0,1-3-2 16,5 2-1-16,6-1-1 0,-1-1-4 0,2-3-18 15,2-1-16-15,-1-2-20 0,1 1-15 0,0-2-26 16,0 1-6-16,0 0-10 0,-2-4-9 15,0-2 3-15,-3 2 1 0,-3-1 4 0,1-3 5 16,-1 1 11-16,-2-2 5 0,0 2 8 0,0-4 12 0,-4 1 12 16,0-2 10-16,-2 3 5 0,-2-3 14 0,2 0 15 15,-3 0 24-15,1 3 10 0,-1-3 18 16,0 10 20-16,0-13 19 0,0 7 11 0,0 6 7 0,1-7-2 16,-1 7-9-16,0 0-7 0,0-10-11 0,0 10-3 15,0 0 1-15,0 0 6 0,0 0 0 0,8 23 1 16,-7-11-7-16,3 7 3 0,-3-1 1 0,-1 7-7 15,0-1-1-15,0-5-2 0,2 6-8 16,-2 1-7-16,0-9-4 0,1-4 1 0,0-1-7 0,-1-2-1 16,1 0-1-16,-1 0-1 0,2-3 16 0,-2-7 12 15,1 9 15-15,-1-9 13 0,3 7-7 0,-3-7-9 16,0 0-9-16,0 0-2 0,0 0-11 0,0 0 0 16,3-28-6-16,-1 16-5 0,-1-5-1 0,-1 2-5 15,1-2-8-15,1-1 1 0,0-1-1 0,-1-7-2 16,4 2 0-16,-2-4-10 0,1-1 0 0,2-1-3 15,1-4-6-15,-2 1-5 0,9 2-2 0,-4 2 5 16,-1 1-6-16,1 10 4 0,-1 1-2 0,-1 3-1 16,-2 4 4-16,3 2-4 0,-1 0-11 0,-2 4-12 15,1 0-9-15,0 4-13 0,-7 0-22 0,14 3-22 16,-5 1-27-16,0 4-32 0,-2 2-32 0,-5 4-34 16,3 2-32-16,-2 1-201 0,-4 2-491 0,-1 1 217 15</inkml:trace>
  <inkml:trace contextRef="#ctx0" brushRef="#br0" timeOffset="5467.28">23500 13643 83 0,'-5'4'161'0,"5"-4"-3"15,0 0 6-15,0 0-5 0,-2 6-11 0,2-6-13 16,0 0-10-16,0 0-10 0,0 0-9 0,28-9-5 16,-18 8-2-16,3-3-14 0,1 1-3 0,4-2-6 15,-7 3-4-15,2-1-3 0,-1 1 2 0,-1 2-2 16,-2-2-5-16,0 1 4 0,-9 1-9 0,14 1 0 15,-9 2 8-15,0-1-3 0,0 3-3 0,-1 0-4 16,-1 2-4-16,-3-7 0 0,4 15-5 0,-2-6-3 16,1 0-2-16,-3 1 0 0,0 1-6 0,0-2 0 15,0 1-6-15,0-1-4 0,0-3 0 0,0-6-2 16,0 11-5-16,0-11 2 0,2 8-1 0,-2-8 8 16,2 8 7-16,-2-8 9 0,0 0-3 0,0 0-6 15,0 0-2-15,0 0-4 0,0 0-1 0,3-22 2 16,-3 13-6-16,2-1-2 0,-4-3-6 0,2 3-1 15,2-6 0-15,-4-1-6 0,1-2-2 0,0-6 2 16,-2-2-3-16,3 2-1 0,0-5-5 0,3 2 0 16,3-3-6-16,4 4 0 0,-2 0 2 0,-1 5 0 15,-1 5-2-15,1 5 0 0,-1 2-6 0,0-1-4 0,1 3-6 16,3-1-3-16,-1 5-6 0,1 0-6 16,1 3-20-16,0 2-15 0,-1 3-24 0,1 3-32 15,1 4-40-15,-4-1-32 0,0 7-47 0,-1 2-161 16,-6-2-440-16,-1 2 195 0</inkml:trace>
  <inkml:trace contextRef="#ctx0" brushRef="#br0" timeOffset="5737.03">23725 13666 160 0,'0'0'167'0,"0"0"-10"0,0 0-16 15,22 2-9-15,-10-4-17 0,2 1-8 16,1-5-15-16,5 4-4 0,0-5-8 0,-2 4-5 15,2-1-12-15,0-2-2 0,0 1-2 0,-1 0 2 0,-4 2 4 16,-2 1 9-16,-5 1 4 0,-1-2 8 16,-7 3 4-16,12-4 2 0,-7 3-8 0,-5 1-4 0,0 0-5 15,13 0-9-15,-13 0-7 0,0 0 2 0,5 5-3 16,-5-5 3-16,5 8-8 0,-4 0-4 16,0-2-3-16,-1-6 0 0,2 17-8 0,-2-8 0 15,0 1-10-15,0-1-2 0,0 1-8 0,1-1-19 0,-2-2-47 16,1-7-45-16,-2 14-53 0,4-8-62 15,-5 4-198-15,3-10-440 0,-6 9 196 0</inkml:trace>
  <inkml:trace contextRef="#ctx0" brushRef="#br0" timeOffset="5894.86">24000 13319 74 0,'0'0'108'0,"3"34"-26"0,6-18-38 0,-2 1-50 16,5 5-45-16,3 0-55 0,1-3 26 0</inkml:trace>
  <inkml:trace contextRef="#ctx0" brushRef="#br0" timeOffset="6112.02">24323 13539 84 0,'-7'-3'252'0,"7"3"3"16,-12-2-11-16,12 2-17 0,-11 0-14 0,11 0-7 0,-15 6-10 16,6 1-4-16,-1 1-8 0,-1 5-12 15,1 0-9-15,1 0-15 0,1-2-10 0,1 3-6 16,0 1-17-16,2 0-9 0,2 1-14 0,1-1-10 16,2-4-5-16,1 1-9 0,2 0-6 0,-1 0-5 15,3 0-12-15,2-2-44 0,2 0-39 0,0-3-43 0,1 0-47 16,1-1-56-16,4-4-45 0,2-1-40 15,0-3-162-15,3-2-466 0,-2 0 206 0</inkml:trace>
  <inkml:trace contextRef="#ctx0" brushRef="#br0" timeOffset="6317.54">24550 13526 53 0,'2'-5'267'0,"-2"5"-13"0,4-10-17 15,-4 10-15-15,0 0-6 0,0 0 3 16,0 0-2-16,0 0-3 0,4 20-16 0,-4-10-15 15,0 2-14-15,0 4-10 0,-1 1-17 0,-2-1 3 0,3 1-12 16,0 0-22-16,0-2-12 0,0 2-15 16,0-1-8-16,0-2-6 0,0 1-11 0,1-3-16 15,1 0-21-15,-2 0-36 0,-2-4-29 0,1 1-27 16,1-2-31-16,-2 0-32 0,2-7-34 0,-4 9-49 16,4-9-53-16,-7 5-162 0,7-5-464 0,0 0 205 0</inkml:trace>
  <inkml:trace contextRef="#ctx0" brushRef="#br0" timeOffset="6460.03">24483 13369 82 0,'-1'-6'183'0,"1"6"-21"16,-2-9-20-16,2 9-13 0,0 0-14 16,0 0-11-16,0 0-15 0,0 0-42 0,7 21-58 15,2-6-39-15,0 3-116 0,-3 7-179 0,3 1 80 16</inkml:trace>
  <inkml:trace contextRef="#ctx0" brushRef="#br0" timeOffset="6748.78">24758 13762 140 0,'15'-5'209'0,"-8"2"-2"0,-1 0-15 0,2-4-14 0,1 0-4 15,1 1-20-15,-2-3-13 0,4-2-12 16,2-2 1-16,-2-1-9 0,2-2-13 0,-4 2-6 0,2 0 4 15,-6 3 3-15,2 1 5 0,-3-1 4 16,-3 3-5-16,2-1-3 0,-2 3-12 0,-2 6-5 0,-2-10-8 16,2 10-11-16,-7-6-2 0,7 6-4 0,-16 3-1 15,6 1-4-15,-5 5-3 0,0-1 0 16,2 1-5-16,-3 2-5 0,6-3-5 0,0 3-3 16,3 1-4-16,0-1-4 0,3 2-2 0,4-4-2 15,0 4-14-15,2-2-20 0,1-1-32 0,5 1-36 0,-1-1-31 16,4-1-40-16,-1-3-41 0,6 3-32 0,3-3-19 15,0 0-12-15,1-1-1 0,-1-2-128 0,4 3-405 16,-4-2 180-16</inkml:trace>
  <inkml:trace contextRef="#ctx0" brushRef="#br0" timeOffset="6961.58">25042 13794 748 0,'8'0'-12'15,"-8"0"29"-15,12-1 22 0,-12 1 24 0,7-4 28 0,-7 4 14 16,6-5 12-16,-3 0 18 0,-3 5 10 0,3-10 3 16,-1 4 7-16,-2 6-15 0,4-10 2 0,-2 4 3 15,-2-4-5-15,2 1 2 0,0-1-9 16,2 1-9-16,3-6-11 0,0 0-7 0,0 4-12 0,0 0-11 15,3-3-3-15,3 2-7 0,1-1-9 0,0 3-7 16,-4 3-7-16,-1 1-4 0,-1 2-1 0,-1 2-6 16,2 1-3-16,-2 1-2 0,-7 0-7 0,14 5 1 15,-7 0-3-15,-1-1 0 0,0 5-4 16,-1-2 0-16,-1 2-3 0,1 1-2 0,-4 1-15 0,3-2-11 16,-4 2-38-16,-1-2-41 0,-1 0-41 0,1 2-53 15,0-7-68-15,-4 3-267 0,5-7-562 0,0 0 249 16</inkml:trace>
  <inkml:trace contextRef="#ctx0" brushRef="#br0" timeOffset="7201.58">25471 13326 16 0,'1'-7'273'0,"-1"7"-19"0,5-6-3 0,-5 6 20 16,0 0-6-16,7 19 5 0,0-1-15 0,-3 7-26 15,-2 1 2-15,3 1-20 0,-7 1-9 0,4-2-6 16,-4 3-17-16,0-5-11 0,1 1-21 0,2 0-9 16,-2 1-12-16,-1-8-3 0,4-3-26 0,-4 1-13 15,4 0-5-15,-5-5-14 0,3 1-34 0,-3-2-37 16,3-1-42-16,0-2-43 0,0-7-40 0,-5 12-52 16,5-12-75-16,-3 7-64 0,3-7-199 0,0 0-563 15,0 0 249-15</inkml:trace>
  <inkml:trace contextRef="#ctx0" brushRef="#br0" timeOffset="7347.96">25380 13498 19 0,'-2'-7'233'0,"2"7"-24"0,0 0-5 16,0 0-5-16,0 0-8 0,0 0-15 0,11-9-15 16,-3 9-14-16,3 0-14 0,9 0-15 0,0-1-28 15,1-1-53-15,5-1-65 0,6 2-76 0,-5-1-194 16,-8-3-323-16,4 3 144 0</inkml:trace>
  <inkml:trace contextRef="#ctx0" brushRef="#br0" timeOffset="7524.76">25852 13301 2079 0,'9'-8'196'16,"0"1"-67"-16,-4 0-64 0,1 4-3 0,2 0 20 16,-2 2 30-16,-6 1 11 0,13 3 8 0,-6-1 3 15,0 4 21-15,-2 2-13 0,3 8 5 0,-3 1-10 16,-1 3-6-16,1 5-14 0,-5 4-11 0,-3-4-10 15,-1 2-9-15,-2-1-14 0,-3-1-7 0,2 1-44 16,-9-3-36-16,-2 3-48 0,-4-2-50 0,-1-2-56 16,-4-1-57-16,2-1-68 0,-4 1-294 0,3-4-635 15,-3 0 281-15</inkml:trace>
  <inkml:trace contextRef="#ctx0" brushRef="#br0" timeOffset="14871.82">22527 15444 48 0,'0'0'67'0,"0"0"1"0,0 0-1 16,0 0-9-16,0 0 4 0,0 0 3 0,0 15 0 16,0-15-5-16,2 11 6 0,-2-11-13 0,0 15 0 15,0-7 14-15,1-2-12 0,1 3 5 0,-2 1 7 16,1-1-4-16,0 1-15 0,0-4 0 0,-1-6 6 16,3 10-1-16,-3-10 16 0,6 4 8 0,2-4 5 15,10-6-10-15,14-10-6 0,20-10-10 0,30-13-10 16,6-5-13-16,12-1-27 0,9-1-32 0,9 0-42 15,5 1-31-15,-4 3-39 0,4 3-100 0,-9-3-256 16,-3-3 113-16</inkml:trace>
  <inkml:trace contextRef="#ctx0" brushRef="#br0" timeOffset="17219.57">26452 14557 50 0,'0'0'58'0,"0"0"-3"0,0 0-6 15,0 0-2-15,0 0 0 0,0 0-3 16,0 0-4-16,0 0 3 0,0 0-1 0,0 0 1 0,0 0 7 16,0 0 1-16,0 0-2 0,0 0 0 0,0 0 5 15,0 0 16-15,0 0 12 0,0 0 7 0,7-5 0 16,-1 1-5-16,8-3-7 0,6 0-12 16,11-8-2-16,17-2-9 0,4-4-5 0,9-2-17 0,33-12-31 15,-2 0-36-15,11-3-46 0,12-3-42 0,4 2-92 16,7-6-232-16,1-5 103 0</inkml:trace>
  <inkml:trace contextRef="#ctx0" brushRef="#br0" timeOffset="23479.32">20868 7363 25 0,'0'0'39'0,"-8"-3"-8"0,8 3-5 0,0 0 6 15,0 0-1-15,-5-6-10 0,5 6-4 0,0 0 3 16,0 0-4-16,0 0-7 0,0 0 3 0,0 0 6 16,-5-4-6-16,5 4 0 0,0 0-4 0,0 0-2 15,0 0 5-15,0 0-6 0,0 0 1 0,0 0-1 16,0 0 1-16,0 0-2 0,-10-1-8 0,10 1 12 0,0 0-4 16,-14 0-3-16,14 0 0 0,-12 0-1 15,12 0 1-15,-16 0 4 0,7 0-4 0,-2-1 5 16,1 1-4-16,-1 0 1 0,-2 0-4 0,-1 0 10 15,-3-1-1-15,-1 1 1 0,-1 0-6 0,2-1-3 0,-2 0 5 16,0 2 0-16,1 0-3 0,-1-1 7 0,1 1 2 16,0-1 0-16,5 0-1 0,-4 1-2 15,2-1 1-15,2-1 4 0,1 1-4 0,3 0 5 16,-2 0 6-16,11 0-6 0,-12 0 0 0,12 0-5 16,-9 0 11-16,9 0-6 0,0 0-3 0,-11 1 0 0,11-1-2 15,0 0-13-15,0 0 7 0,0 0 4 16,0 0-2-16,25 5 4 0,-10-5 2 0,5 0 5 15,9 1-5-15,4-2 6 0,3 2-2 0,15-2-5 16,3-1 1-16,-2 0 1 0,5 1 3 0,-1-2 3 0,0 0-3 16,4 1 8-16,-1-1-15 0,-1 2 5 0,4 0-7 15,2 0 12-15,1-1-14 0,24 1 0 0,-25 1 4 16,0 0 1-16,28 1 9 0,-29-1-10 16,1 0-5-16,0-2 13 0,1 2-10 0,28-4 3 0,-30 4-2 15,-1-2-3-15,4 0 4 0,-1 1-1 0,24 0-4 16,-29 3-2-16,3-2 7 0,-2 2-2 0,3 0-6 15,-1-2 2-15,-1 1-6 0,2 2 12 0,0-2-2 16,0 2-12-16,-1-1 15 0,-3-1-9 16,2-1 0-16,1 3 5 0,1-3-6 0,-1 1 2 0,-1 2 1 15,0-2 10-15,-1-1 2 0,5 2-14 16,-2-1 0-16,3-2 7 0,22 1 1 0,-27 0 2 0,1-1-12 16,4 0 10-16,22-3-2 0,-27 4-5 0,4 0 0 15,-3-4 3-15,-2 2 5 0,2 1-7 0,-1-1 3 16,-7 2-6-16,6 0 12 0,-4 2-6 0,-3-2-2 15,-1-2 0-15,-3 2-1 0,-12-1 1 0,-2 2 2 16,2-3-1-16,-2 2-2 0,4 0-5 0,-6 0 1 16,2-2 7-16,0 2 1 0,-3 2-12 0,0-2 9 15,-2 0 2-15,-2 1-6 0,1-1-1 0,-8 1 4 16,-2 1-3-16,7 0 1 0,-7-2-1 0,-7 1 0 16,1 0 0-16,-1-1-2 0,1 2-5 0,-1-1-6 15,-4 0-3-15,3 1-16 0,-6-1 0 0,-6-1-23 16,13 1-8-16,-13-1-21 0,6 3-58 0,-6-3-156 15,0 0 70-15</inkml:trace>
  <inkml:trace contextRef="#ctx0" brushRef="#br0" timeOffset="24827.91">8232 8006 56 0,'0'0'64'0,"-11"-6"-6"0,4 1-7 15,-4 0 4-15,1 1-6 0,-2 0-10 0,-6 0 2 16,4 0-1-16,-4 1-9 0,1 0 3 0,0 2-11 15,-1-1-7-15,0 2 4 0,-2-1-1 0,1 2-1 16,-1-1-14-16,3 0 5 0,-3 2-2 0,1-2-1 16,-1 1-2-16,4 1-1 0,2-2 6 0,2 1-1 15,-1-1-8-15,0 0 3 0,1 2 3 0,2-2 0 16,1 1-7-16,0-1 1 0,-1 3 9 0,-1-2-3 16,2-1-8-16,-2 1 3 0,0 0-1 0,1 1 4 15,-3 0-2-15,3 0 8 0,-1 1-9 0,3-2-7 16,-3 0 9-16,4 1-5 0,7-2 7 0,-13 0-2 15,13 0-8-15,-10 3 15 0,10-3-7 0,-8 4 4 0,8-4-1 16,0 0-10-16,-9 2 15 0,9-2-5 16,0 0 2-16,0 0-8 0,0 0 3 0,0 0 2 15,0 0-2-15,0 0-2 0,0 0-2 0,0 0 5 0,0 0 9 16,0 0 3-16,33 7-4 0,-15-6 4 0,12-1-6 16,3 1 9-16,3-1-1 0,15 0 4 0,-12 0-13 15,18-2 1-15,-3-1-1 0,0 3 4 0,1-2 1 16,0 4 4-16,5-4 6 0,2 0-3 15,0 0 2-15,5-3-1 0,22 1 3 0,-26-1-3 0,26 0 0 16,-27 3-5-16,3 0 7 0,1-4-7 0,-1 3 0 16,25 2 0-16,-25 1 3 0,26-2-6 15,-28 0-1-15,-1 0 5 0,0 1-4 0,0 1-6 16,-1 0-1-16,-1 1 4 0,-6-1-3 0,1-1 3 0,-4 1 5 16,-13 0-5-16,1-2-3 0,1 2 0 0,-2 2-3 15,-1-4 6-15,-5 0-6 0,1 2 3 0,0-2 8 16,-2 2-10-16,-3-2 3 0,-8 2-3 0,-2 0 8 15,1-1-5-15,-7 1-4 0,-1 1 3 0,-2-1-8 16,-1 0 8-16,-8 0-1 0,15-1-1 0,-15 1 4 16,9-2 0-16,-9 2-9 0,7 0 7 0,-7 0-1 15,0 0-9-15,0 0 2 0,0 0-10 0,0 0-11 16,11 0-5-16,-11 0-16 0,0 0-14 0,0 0-2 16,0 0-15-16,1 9-8 0,-1-9-22 0,0 13-77 15,0-13-193-15,2 10 87 0</inkml:trace>
  <inkml:trace contextRef="#ctx0" brushRef="#br0" timeOffset="25473.45">12707 8096 34 0,'29'-3'72'0,"-16"3"-7"0,5-2-11 0,4 4-3 15,8 0-1-15,3-2-1 0,3 0-6 0,14 2 3 16,2-2 2-16,2 0-9 0,-1 3-7 0,3-2 10 15,5 1-6-15,0-1-1 0,4 1 1 0,25 1 6 16,-25-3-14-16,29 1 0 0,-2 3-3 0,-2 0 6 16,2-3-11-16,2 2 3 0,-4-2-4 0,6 0-6 15,-4 0 8-15,3 0 2 0,-5 2-8 0,4-6-8 16,4 2-1-16,-2 2 8 0,-4 2-6 0,-5 0 1 16,5-3 8-16,-2 1-10 0,5 1 10 0,0-4 1 15,-1 2-5-15,-3 2 4 0,1-2-8 0,-24 0 8 0,27 0 12 16,-4 1-12-16,-1 1-4 0,-26-2 17 15,26 3 3-15,-26-2-9 0,1 0 1 0,26-5 4 16,-28 7 3-16,-2-2-10 0,-1 1 3 0,-1-1 0 0,0-1-15 16,-7 0 5-16,-12 1 5 0,-3-1-1 0,-1 1-4 15,-3 0-3-15,4 1-5 0,-6-2 0 16,-1 1 4-16,-9 1-1 0,-3-2-6 0,-2-2 5 16,-3 4-9-16,0-2-6 0,-3 1-15 0,-2 1-13 0,1-1-12 15,-9-1-16-15,12 2-8 0,-5-1-10 0,-2 2-19 16,1 1-102-16,-6-4-218 0,7 6 97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8T10:33:25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25654 17826 14 0,'0'0'78'15,"0"0"-11"-15,0 0-6 0,0 0-14 0,0 0-14 16,-1-13-15-16,1 13-13 0,0 0-20 0,0-6-37 16,0 6-55-16,0 0 24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00:49.9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23798 11771 3 0,'0'0'73'16,"0"0"-2"-16,0 0-6 0,4-6-4 16,-4 6 1-16,0 0-12 0,0 0-5 0,0 0 1 0,0 0-16 15,0 0-2-15,0 0 8 0,0 0-21 0,0 0-8 16,0 0-13-16,0 0-15 0,0 0-13 0,0 0-55 15,-14 20-96-15,12-16 43 0</inkml:trace>
  <inkml:trace contextRef="#ctx0" brushRef="#br0" timeOffset="384.91">21075 11958 19 0,'-4'8'25'0,"1"-2"-15"15,2 0-14-15,-3 3-5 0,2 1-9 0,0 1 4 16</inkml:trace>
  <inkml:trace contextRef="#ctx0" brushRef="#br0" timeOffset="3270.25">23328 11956 1 0,'0'0'6'0,"-6"5"-1"16,6-5-7-16,-6 3-3 0,6-3 2 0</inkml:trace>
  <inkml:trace contextRef="#ctx0" brushRef="#br0" timeOffset="5984.96">25429 10829 5 0,'1'-7'34'16,"-1"7"-12"-16,0 0 2 0,0 0 2 0,3-6-5 16,-3 6-1-16,0 0-6 0,0 0 2 0,10 0-5 15,-10 0-5-15,0 0-11 0,14 1-10 0,-14-1-16 16,11 0-31-16,-11 0 14 0</inkml:trace>
  <inkml:trace contextRef="#ctx0" brushRef="#br0" timeOffset="7456.58">26528 11747 2 0,'0'0'37'0,"0"0"0"0,0 0-8 0,0 0-7 16,0 0 3-16,5 3-3 0,-5-3-6 0,0 0 2 16,0 0-2-16,0 0 0 0,0 0 0 0,0 0-2 15,0 0 0-15,0 0-3 0,0 0-1 0,0 0-5 16,0 0-3-16,0 0-7 0,0 0-7 0,0 0-8 16,0 0-27-16,-18 12-48 0,14-9 21 0</inkml:trace>
  <inkml:trace contextRef="#ctx0" brushRef="#br0" timeOffset="8008.48">24586 11890 33 0,'0'0'82'16,"0"0"-9"-16,0 0-8 0,0 0-9 0,0 0-5 16,0 0-3-16,0 0-4 0,0 0-7 0,0 0 3 15,0 0-19-15,0 0-8 0,0 0-8 0,0 0-5 16,0 0-12-16,0 0-5 0,0 0-13 0,0 0-6 15,0 0-44-15,-2 13-84 0,2-13 37 0</inkml:trace>
  <inkml:trace contextRef="#ctx0" brushRef="#br0" timeOffset="8476.24">26335 11907 16 0,'0'-10'83'0,"0"10"-5"0,0 0-20 15,0 0 7-15,0 0-11 0,0 0-4 0,0 0-1 0,0 0-13 16,0 0-5-16,0 0-9 0,0 0-13 0,0 0-17 16,0 0 3-16,0 0-14 0,0 0-7 15,0 0-9-15,0 0-42 0,0 0-82 0,0 0 36 16</inkml:trace>
  <inkml:trace contextRef="#ctx0" brushRef="#br0" timeOffset="9143.44">24415 12122 11 0,'0'0'72'16,"0"0"-12"-16,0 0-8 0,0 0-4 0,0 0-4 15,0 0-5-15,0 0-2 0,0 0-15 0,0 0 0 16,0 0-9-16,0 0-3 0,0 0-10 0,0 0-2 15,0 0 1-15,0 0-13 0,0 0-10 0,0 0-14 0,0 0-21 16,13 10-63-16,-13-10 28 0</inkml:trace>
  <inkml:trace contextRef="#ctx0" brushRef="#br0" timeOffset="9692.79">26373 12069 33 0,'0'0'39'0,"0"0"-1"16,0 0-5-16,0 0-6 0,0 0-2 0,0 0-3 15,0 0-7-15,0 0-4 0,0 0-7 0,0 0-11 16,0 0-33-16,0 0-44 0,0 0 20 0</inkml:trace>
  <inkml:trace contextRef="#ctx0" brushRef="#br0" timeOffset="10240.98">24433 12256 26 0,'0'0'45'0,"0"0"-10"0,0 0 1 0,0 0-2 16,0 0-8-16,0 0-4 0,0 0-2 0,0 0 3 15,0 0 2-15,0 0-2 0,0 0-6 0,0 0-4 16,0 0 2-16,0 0-7 0,0 0 10 0,0 0-7 0,0 0 5 16,0 0-3-16,0 0-2 0,0 0-2 15,0 0-1-15,0 0 8 0,0 0-9 0,0 0 0 16,0 0-2-16,0 0 4 0,0 0-3 0,0 0-4 16,0 0 3-16,0 0-2 0,0 0-5 0,0 0 0 0,0 0-2 15,0 0-7-15,0 0-11 0,0 0-7 16,0 0-4-16,0 0-36 0,16 7-74 0,-16-7 32 15</inkml:trace>
  <inkml:trace contextRef="#ctx0" brushRef="#br0" timeOffset="10634.37">26398 12124 4 0,'0'0'50'15,"0"0"-6"-15,0 0-2 0,0 0-11 0,0 0-10 16,0 0 2-16,0 0-15 0,0 0-10 0,0 0-8 15,0 0-26-15,0 0-38 0,0 0 18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3T09:41:35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24445 11627 53 0,'-9'-2'39'0,"9"2"-16"0,0 0-10 15,0 0-16-15,0 0-19 0,0 0-22 0,0 0 10 16</inkml:trace>
  <inkml:trace contextRef="#ctx0" brushRef="#br0" timeOffset="1110.47">26468 11760 33 0,'0'0'30'16,"-7"4"-21"-16,7-4-14 0,-7 5-7 0,3-1-12 15,4-4 6-15</inkml:trace>
  <inkml:trace contextRef="#ctx0" brushRef="#br0" timeOffset="6934.29">22626 11764 9 0,'-1'-12'117'0,"1"12"-27"0,-1-9 0 16,1 9 1-16,-2-10-5 0,2 10-2 0,2-12-14 0,-2 12 4 15,0-12 4-15,0 12-6 0,1-12-3 16,-1 12-4-16,1-7-4 0,-1 7-8 0,0 0-7 15,0-9-2-15,0 9-9 0,0 0-10 0,0 0 5 0,0 0-7 16,-1-9 1-16,1 9-5 0,0 0 0 0,0 0-3 16,0 0-4-16,0 0-1 0,0 0 0 0,0 0-2 15,0 0-7-15,0 0-4 0,0 0 2 16,0 0-1-16,0 0-20 0,0 0-9 0,0 0-20 0,0 0-6 16,0 0-4-16,4-7 1 0,-4 7-15 0,0 0-9 15,0 0-1-15,0 0-69 0,2 29-165 0,-3-24 73 16</inkml:trace>
  <inkml:trace contextRef="#ctx0" brushRef="#br0" timeOffset="7624.46">27335 11683 43 0,'0'-19'103'0,"0"19"-3"16,0 0-2-16,0 0-13 0,0 0-2 0,0 0-4 15,0 0-3-15,0 0-9 0,0 0-2 0,0 0-11 16,0 0-4-16,2-8-4 0,-2 8-8 0,0 0-10 0,0 0-10 16,0 0-11-16,0 0-19 0,0 0-36 15,0 0-25-15,0 0-79 0,0 0-164 0,0 0 73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24:21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25148 15095 6 0,'4'-9'5'0,"0"0"-1"0,-2 1 6 0,1-2-5 0,-2-1 2 16,0 1-6-16,3 2 4 0,-4-4-2 0,0 5 2 16,0-3-6-16,0 10 2 0,-4-11-2 15,4 11 4-15,-5-10-1 0,5 10-4 0,-6-1 2 16,6 1 1-16,0 0-5 0,-16 7-5 0,9-1-9 15,-1 0 4-15</inkml:trace>
  <inkml:trace contextRef="#ctx0" brushRef="#br0" timeOffset="4590.92">23150 15073 5 0,'-5'-3'28'0,"5"3"-2"0,-13-1 8 15,13 1-15-15,-9-3 9 0,9 3 0 0,-6-2-1 16,6 2-3-16,0 0-4 0,0 0 8 16,-10-1 0-16,10 1-3 0,0 0 1 0,0 0 0 15,0 0-4-15,0 0 3 0,0 0 0 0,0 0-1 16,0 0-5-16,0 0 4 0,0 0-4 0,0 0 3 0,0 0-2 15,0 0 0-15,38 0 3 0,-21 1-3 16,3-1-5-16,1 0 6 0,7 2 0 0,-1-4 2 16,1 2-5-16,-1-1-1 0,2 1 2 0,-2 0-2 15,-4-3 0-15,4 2 3 0,0-1-6 0,-6 1-4 16,0 1 8-16,7-2-3 0,-8 2-2 0,1-3-2 16,5 0 7-16,-5 2-1 0,-1 1-7 0,-2-3-1 0,0 2 5 15,-5 1-2-15,1-2-6 0,-1 2 1 0,-3 0-1 16,2 0 5-16,-1 0-2 0,-1 0-5 15,-1 0 6-15,1 2 9 0,-2-2-18 0,2 0 5 16,-1-2-11-16,3 4 6 0,-2-4 1 0,0 2-5 16,-10 0 4-16,14 0 5 0,-14 0-1 0,13 2-5 0,-7-2 7 15,-6 0 4-15,9 0-17 0,-9 0 4 0,8 1 1 16,-8-1 3-16,0 0 4 0,0 0 2 16,10-1-15-16,-10 1 9 0,0 0 2 0,0 0-8 15,0 0-1-15,0 0 7 0,9 1-5 0,-9-1 6 16,0 0 3-16,0 0-4 0,0 0 13 0,0 0-16 0,0 0-1 15,0 0-6-15,0 0 10 0,0 0 1 16,0 0 0-16,0 0-8 0,0 0-3 0,0 0 4 16,0 0 5-16,0 0-4 0,0 0 4 0,0 0-2 15,0 0 1-15,0 0 2 0,0 0-3 0,0 0 6 16,0 0-4-16,0 0 13 0,0 0-7 0,0 0-15 0,0 0 26 16,-24 7-6-16,24-7-9 0,-12 3-3 15,5 2 3-15,-1 0 0 0,0 1-1 0,-2 0 5 16,1 3-5-16,0-1 5 0,3 2 5 0,-4-1 3 15,-1 5-7-15,4-6 2 0,-1 3-8 0,-2-2 8 16,0-1 0-16,1 3 2 0,-3 1-5 0,3-3 1 16,-1 0-2-16,0-1-3 0,2 2 5 0,-1-4-2 0,0 2-9 15,2 0 6-15,-1 1-5 0,1-3-10 0,4 1-5 16,-2 0-17-16,1-2-29 0,1 2-15 16,1 0-20-16,-2-2-66 0,0 1-175 0,4-6 77 15</inkml:trace>
  <inkml:trace contextRef="#ctx0" brushRef="#br0" timeOffset="4882.64">23846 15002 47 0,'-15'-22'85'0,"0"0"1"0,2-1-12 0,-1-1 3 16,-4-1 32-16,1 2-28 0,0 1-7 0,-1-2-9 0,0 2-3 16,0-1-9-16,2 0-5 0,-2 1 0 15,0 0-3-15,1 2 3 0,2 5 2 0,5 1-7 16,-1-1-7-16,0 4-1 0,2 2-4 0,2-1-1 16,0 1-4-16,2 2-3 0,5 7-7 0,-8-10 6 15,8 10-15-15,-5-5-13 0,5 5-7 0,0 0-19 0,0 0-16 16,0 0-12-16,0 0-15 0,0 0-16 0,36 15-75 15,-22-3-181-15,2-1 80 0</inkml:trace>
  <inkml:trace contextRef="#ctx0" brushRef="#br0" timeOffset="5703.49">24674 15233 1 0,'0'0'8'0,"0"0"-1"0,0 0-10 0,-4 14-3 16,4-14 1-16</inkml:trace>
  <inkml:trace contextRef="#ctx0" brushRef="#br0" timeOffset="8576.79">25935 16194 16 0,'-4'30'25'0,"2"0"1"0,-5 3-6 0,3 2-6 16,-1 0 4-16,0 0-6 0,-1-2 1 0,1 2-5 16,-1 1-1-16,-4-2-3 0,4-1-4 0,1-1-3 15,-1 0 1-15,0-1-7 0,0 1 0 0,2 0-2 16,-1 1-11-16,3-2-24 0,0-2 12 0</inkml:trace>
  <inkml:trace contextRef="#ctx0" brushRef="#br0" timeOffset="9098.44">25942 16644 34 0,'4'35'50'16,"-4"-1"-4"-16,3 1-8 0,-3 0-1 0,0-3-5 15,0-2-1-15,0 0-6 0,-3-2-6 0,3-3-5 16,-2 3-11-16,0-3 5 0,0-6-13 0,0-2-4 16,-1 1-5-16,1-2-6 0,2-1-7 0,-2-4-17 15,2-1-48-15,-2-1 22 0</inkml:trace>
  <inkml:trace contextRef="#ctx0" brushRef="#br0" timeOffset="9448.34">25745 16454 36 0,'6'32'55'0,"-1"2"8"0,2 0-15 16,-2 2-3-16,1-1 6 0,0-2-12 0,-1 2 6 15,-1-3-12-15,1 3-1 0,0-2 0 0,-1-2-4 16,-4 1-6-16,0-3-3 0,0-1 4 0,0-2-14 16,-2-6-1-16,2 1-3 0,-2-4-7 0,0 3-15 15,-1-4 0-15,1-5-14 0,1 0-4 0,-1 0-48 16,2-11-87-16,-6 14 38 0</inkml:trace>
  <inkml:trace contextRef="#ctx0" brushRef="#br0" timeOffset="9697.79">25940 16711 4 0,'4'19'66'0,"1"-1"-8"16,0 11-4-16,-1-10 0 0,-2 6-13 0,0-5 2 16,-2-1-8-16,2 6-1 0,1-1-19 0,-3-4-3 15,0-1-7-15,0-2-7 0,0 1-17 0,0-3-4 16,0-4-41-16,-3 2-67 0,1-1 30 0</inkml:trace>
  <inkml:trace contextRef="#ctx0" brushRef="#br0" timeOffset="9965.94">25996 16827 47 0,'-6'46'51'0,"3"-16"-6"0,-1 1-5 15,0 0-8-15,0-1-5 0,2 0-7 0,0-1-7 16,0-9-15-16,-4 1-12 0,5-3-11 0,-1 0-14 16,-2-6-43-16,0-1 19 0</inkml:trace>
  <inkml:trace contextRef="#ctx0" brushRef="#br0" timeOffset="10198.78">26027 16676 30 0,'-4'32'79'0,"-2"-4"-14"0,-1 5-1 0,2-1-11 16,-2 1 1-16,1-1-8 0,1-4-11 0,-1 3-6 15,-2 0-23-15,2-3-9 0,-3-3-15 0,0 4-20 16,-2-5-29-16,-2 2-74 0,1-9 33 0</inkml:trace>
  <inkml:trace contextRef="#ctx0" brushRef="#br0" timeOffset="10663.9">26021 16815 66 0,'-6'32'102'0,"1"2"-22"0,-2 1-5 15,0 0-5-15,-2 9-7 0,3-10-20 0,0-2-16 16,-2 3-24-16,3-1-18 0,-3-1-25 0,-2-2-39 16,2-2-87-16,-1-3 39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3T09:28:20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31605 8274 31 0,'0'0'16'0,"0"0"-25"15,0 0-8-15,0 0 5 0</inkml:trace>
  <inkml:trace contextRef="#ctx0" brushRef="#br0" timeOffset="-31972.72">26494 8264 70 0,'0'0'91'15,"0"0"-5"-15,0 0-5 0,-8-5 3 0,8 5-6 16,0 0-5-16,-7-2-15 0,7 2-9 0,0 0 4 15,0 0-4-15,0 0-5 0,0 0-7 0,-6-2-9 16,6 2-1-16,0 0-11 0,0 0-2 0,0 0-9 16,0 0-5-16,0 0-3 0,0 0-15 0,0 0-7 0,0 0-5 15,0 0-20-15,0 0-5 0,0 0-8 0,0 0-54 16,0 0-126-16,0 0 55 0</inkml:trace>
  <inkml:trace contextRef="#ctx0" brushRef="#br0" timeOffset="-23059.52">22139 2324 61 0,'0'0'123'0,"0"0"-16"0,0 0 3 0,0 0-10 0,0 0-7 16,0 0-5-16,0 0-7 0,-5-7-3 16,5 7-1-16,0 0-21 0,0 0-5 0,0 0-4 0,0 0 4 15,0 0-17-15,0 0 5 0,0 0-8 16,0 0 5-16,0 0-7 0,0 0 1 0,0 0 4 0,0 0 3 15,0 0-3-15,0 0 2 0,0 0-1 0,0 0 4 16,0 0-3-16,0 0 4 0,0 0 6 16,0 0 1-16,0 0-6 0,0 0 8 0,0 0-6 15,0 0-2-15,-1-7-3 0,1 7 6 0,0 0-13 0,0 0-8 16,0 0-3-16,2-12 3 0,-2 12-3 16,4-11-2-16,0 2-6 0,-3 1 0 0,3-3 1 15,0 1-7-15,1-2 1 0,5-2-26 0,-3-2-7 0,2 1 12 16,1 0 4-16,0-1-2 0,1 1 4 15,1-7-12-15,4 1 9 0,-4-1 1 0,2 1 4 16,-3 4 0-16,4-7-5 0,0 3 5 0,1 1-1 16,-3 4-1-16,4-4 0 0,-4 5 6 0,5-7-2 15,-5 8 4-15,5-8-6 0,-5 6 1 0,6-7-8 16,0 4 9-16,-3-4-2 0,-2 7 2 0,3-7 0 16,-5 8 3-16,5-6 0 0,-6 6-5 0,1 1 2 15,3-8 6-15,-4 9-9 0,-1-2 6 0,1-2-5 16,2 4 7-16,-2-2-9 0,-1 3 11 0,0-3-6 15,-1 1 2-15,-1 0-1 0,2-1-1 0,-1 1 0 16,0 0 2-16,-1-2 3 0,3 3-9 0,-3-1 8 16,3 0 0-16,-2-1-2 0,3 2 2 0,-3 0 1 15,2 0-2-15,-2-1-4 0,3 1 5 0,-2 0-3 16,0-3 0-16,-2 3 6 0,2 0-4 0,0 2-1 16,-1-3 1-16,1 1 3 0,-3 2-2 0,3-1 31 15,0-2-3-15,0 1-3 0,-3 1-6 0,-2 3 9 16,1-3-3-16,3-1-7 0,0 0-1 0,-2 0-1 15,-2 2 3-15,2 1-4 0,-2-1-2 0,1 2-1 16,0-1-4-16,-1 1 1 0,3-1-5 16,-3 3 4-16,-1-3-6 0,1 2 6 0,-3-1-6 15,5 0 2-15,-2 1-2 0,-1 0 7 0,-1 1-2 0,1 1 5 16,-4 6-2-16,0 0 5 0,0 0-7 0,0 0-2 16,0 0 8-16,0 0-8 0,23-43 4 0,-23 43-2 15,0 0 3-15,0 0-9 0,0 0 4 16,12-26 1-16,-12 26-2 0,0 0-1 0,0 0-4 15,0 0 4-15,10-27-4 0,-10 27 4 0,0 0-1 16,0 0-4-16,0 0 7 0,0 0-3 0,0 0 7 0,0 0-6 16,0 0 0-16,14-26-5 0,-14 26 8 15,0 0-7-15,0 0 2 0,0 0 1 0,0 0 3 16,0 0-2-16,0 0 3 0,0 0-3 0,0 0-1 0,0 0-4 16,0 0 5-16,10-27-7 0,-10 27 7 0,0 0-3 15,0 0-1-15,0 0 0 0,0 0 2 0,0 0-1 16,0 0-8-16,0 0 10 0,0 0-4 0,14-24-2 15,-14 24 5-15,0 0-7 0,0 0 8 16,0 0-3-16,0 0 1 0,0 0 2 0,0 0 2 16,0 0-8-16,0 0 4 0,0 0-3 0,0 0 5 15,13-25-6-15,-13 25 4 0,0 0-8 0,0 0 10 16,0 0-3-16,0 0 4 0,0 0-6 0,0 0 3 0,0 0 0 16,0 0 1-16,0 0 1 0,0 0-4 15,0 0 2-15,0 0-2 0,0 0 3 0,0 0 1 16,0 0-2-16,0 0-2 0,0 0 0 0,0 0 0 15,0 0 0-15,0 0 1 0,0 0-1 0,0 0 0 16,0 0-4-16,0 0 6 0,0 0-4 0,0 0 4 16,0 0-3-16,9-27-3 0,-9 27 6 0,0 0-6 15,0 0 6-15,0 0-7 0,0 0 7 0,0 0-3 16,0 0 2-16,0 0 1 0,0 0-1 0,0 0-6 16,14-24-1-16,-14 24 10 0,0 0-5 0,0 0 2 15,0 0 2-15,0 0-4 0,0 0 2 0,0 0 0 16,14-28-1-16,-14 28-5 0,0 0 2 0,0 0 0 15,0 0 3-15,0 0 4 0,0 0-4 0,16-22-1 16,-16 22 1-16,0 0 0 0,0 0-3 0,0 0 2 16,0 0 2-16,0 0-2 0,16-22-4 0,-16 22 5 15,0 0 2-15,0 0-3 0,0 0 2 16,0 0 0-16,0 0-1 0,0 0 1 0,0 0-6 0,0 0 7 16,17-20-5-16,-17 20 5 0,0 0-4 0,0 0-4 15,0 0 7-15,0 0 0 0,0 0-1 0,23-21-2 16,-23 21 2-16,0 0-5 0,0 0 4 15,0 0 1-15,0 0-2 0,24-11-7 0,-24 11 9 16,0 0 0-16,0 0 3 0,0 0-35 0,0 0 4 16,24-15 2-16,-24 15 2 0,0 0 0 0,0 0 5 0,0 0-1 15,0 0 7-15,31-13 0 0,-31 13 1 16,0 0 0-16,0 0 2 0,0 0 3 0,30-10-3 16,-30 10 1-16,0 0 2 0,0 0 2 0,25-11-3 15,-25 11 5-15,0 0-2 0,0 0 2 0,0 0 0 16,0 0 2-16,36-10-3 0,-36 10 1 0,0 0 1 0,0 0-5 15,0 0 4-15,31-8 2 0,-31 8-4 16,0 0 3-16,0 0-1 0,0 0 3 0,33-9 0 16,-33 9 3-16,0 0-3 0,0 0-3 0,0 0 0 15,28-10 5-15,-28 10-4 0,0 0 2 0,0 0 0 16,0 0 2-16,0 0-5 0,36-8 1 0,-36 8 4 16,0 0-6-16,0 0 4 0,0 0-3 15,28-9-1-15,-28 9 2 0,0 0 3 0,0 0-1 0,0 0-1 16,33-8 1-16,-33 8 3 0,0 0-3 0,0 0 0 15,0 0 3-15,0 0-3 0,37-9-5 0,-37 9 4 16,0 0 1-16,0 0 0 0,0 0 3 16,32-6-3-16,-32 6 2 0,0 0-2 0,0 0 4 15,0 0-7-15,36-6-2 0,-36 6 3 0,0 0 6 0,0 0-7 16,0 0 2-16,33-7 3 0,-33 7-5 0,0 0 9 16,0 0-4-16,0 0-5 0,32-7 2 0,-32 7 5 15,0 0-4-15,0 0 2 0,0 0-3 0,0 0 0 16,33-6 1-16,-33 6-1 0,0 0 2 15,0 0-3-15,0 0 1 0,0 0 1 0,0 0-1 16,36-9-1-16,-36 9-1 0,0 0 3 0,0 0-5 16,0 0 7-16,0 0-4 0,0 0-1 0,0 0 3 15,34-3-2-15,-34 3 4 0,0 0-3 0,0 0 4 16,0 0-5-16,0 0 2 0,0 0 3 0,36-6-4 16,-36 6-1-16,0 0 7 0,0 0-3 0,0 0-1 15,30-8-1-15,-30 8 0 0,0 0-2 0,0 0 6 16,0 0-6-16,0 0 2 0,34-7-2 0,-34 7 2 15,0 0 0-15,0 0-4 0,0 0 4 0,0 0 1 16,36-5 0-16,-36 5 0 0,0 0-2 0,0 0 4 16,0 0-5-16,32-8 5 0,-32 8-4 0,0 0 1 15,0 0-1-15,0 0 1 0,0 0 3 0,36-5-3 16,-36 5-3-16,0 0 3 0,0 0 0 0,0 0 0 16,0 0-3-16,0 0 0 0,34-5 5 0,-34 5-1 15,0 0 2-15,0 0-6 0,0 0 8 0,0 0-5 16,32-8 0-16,-32 8-2 0,0 0-1 15,0 0 6-15,0 0-2 0,0 0 1 0,0 0-1 16,32-6 0-16,-32 6-1 0,0 0 2 0,0 0-2 16,0 0 1-16,0 0-1 0,0 0 0 0,35-7 0 0,-35 7-4 15,0 0 0-15,0 0 0 0,0 0 2 16,0 0 1-16,0 0 2 0,0 0-1 0,37-4-1 16,-37 4-2-16,0 0 0 0,0 0 4 0,0 0-2 15,0 0 2-15,0 0-2 0,34-6 3 0,-34 6-1 16,0 0 1-16,0 0-3 0,0 0 1 0,0 0-1 15,35-3 0-15,-35 3 3 0,0 0 0 0,0 0-3 16,0 0-3-16,39-4 1 0,-39 4 2 0,0 0 0 16,0 0 1-16,0 0 0 0,0 0 2 0,39-3-2 15,-39 3 0-15,0 0-1 0,0 0 5 0,0 0-7 16,0 0 6-16,37-3-3 0,-37 3 3 0,0 0-4 16,0 0 2-16,0 0-1 0,0 0-2 0,34-3 2 15,-34 3-1-15,0 0-1 0,0 0 2 0,0 0 3 16,0 0-4-16,0 0 4 0,41-2-5 0,-41 2 5 15,0 0-5-15,0 0 0 0,0 0 3 0,0 0-1 16,40-4 2-16,-40 4 4 0,0 0-9 0,0 0 4 16,37-4-4-16,-37 4 0 0,0 0 0 0,0 0 3 15,0 0-1-15,38-3 1 0,-38 3-3 16,0 0 3-16,0 0-7 0,0 0 3 0,0 0 6 16,42-4 2-16,-42 4-4 0,0 0 2 0,0 0-3 15,0 0 0-15,35-2 1 0,-35 2-5 0,0 0 5 16,0 0 2-16,0 0-5 0,37-2 3 0,-37 2 0 15,0 0 0-15,0 0 0 0,0 0 2 0,0 0-1 16,38-3-3-16,-38 3 1 0,0 0 3 0,0 0-5 0,37-1-1 16,-37 1 6-16,0 0-7 0,0 0 6 0,42-1-3 15,-42 1 2-15,0 0 2 0,0 0-6 16,43 2 3-16,-43-2 2 0,0 0-2 0,0 0-2 16,39 0 4-16,-39 0-2 0,0 0 2 0,0 0-2 15,41 0 0-15,-41 0 2 0,0 0-2 0,0 0 0 16,0 0 3-16,42 3-1 0,-42-3-1 0,0 0 3 15,0 0-5-15,41-3 5 0,-41 3-4 0,0 0 1 16,0 0 3-16,45-1-4 0,-45 1 1 0,0 0 1 16,0 0 2-16,44-3-5 0,-44 3 3 0,0 0-3 15,39 2-2-15,-39-2 6 0,0 0-3 0,42-2 4 16,-42 2-3-16,0 0-1 0,39 0 4 16,-39 0-3-16,0 0 1 0,45-1 1 0,-45 1 0 0,0 0-7 15,40-1 0-15,-40 1 3 0,0 0 0 0,47 0 2 16,-47 0 1-16,0 0-1 0,35 1-1 0,-35-1-5 15,0 0 3-15,39 0 4 0,-39 0-2 0,0 0 1 16,0 0 2-16,48-1 2 0,-48 1-6 0,0 0 1 16,36-3-2-16,-36 3 6 0,0 0-4 15,42-1 1-15,-42 1 0 0,0 0-4 0,38-1 4 16,-38 1-2-16,0 0-2 0,46 0 3 0,-46 0-2 16,0 0 0-16,42-2-2 0,-42 2-1 0,0 0 6 15,40-1-1-15,-40 1-1 0,0 0 1 0,47 0-1 16,-47 0-4-16,0 0 4 0,45 0 4 0,-45 0-3 15,0 0 2-15,37-1-4 0,-37 1-1 0,0 0 6 16,40-2-2-16,-40 2-6 0,0 0 8 0,38 0-3 16,-38 0-4-16,0 0 5 0,40-3 0 0,-40 3-1 15,0 0 1-15,0 0 1 0,47-1-5 0,-47 1 2 16,0 0 0-16,0 0 6 0,41-1-1 0,-41 1-5 16,0 0-3-16,0 0 5 0,43 0-2 0,-43 0 2 15,0 0-3-15,0 0 4 0,44-3-5 0,-44 3 2 16,0 0-2-16,0 0 5 0,44-2-1 15,-44 2 1-15,0 0-1 0,35-2-1 0,-35 2 1 0,0 0 1 16,0 0-4-16,51 0-1 0,-51 0 7 0,0 0-2 16,44-2-1-16,-44 2 4 0,0 0-1 0,35-2-3 15,-35 2 2-15,0 0-1 0,0 0-2 16,47-1 9-16,-47 1-11 0,0 0 4 0,0 0 0 16,35-1-1-16,-35 1 2 0,0 0 2 0,0 0-4 0,38-2 0 15,-38 2 0-15,0 0-1 0,0 0 2 16,0 0-1-16,44 0 2 0,-44 0-4 0,0 0-1 15,0 0 7-15,43-2-1 0,-43 2 0 0,0 0-3 16,0 0 0-16,34-3 4 0,-34 3 1 0,0 0-5 16,0 0 6-16,42-5-1 0,-42 5 0 0,0 0-1 15,0 0-5-15,38-3-2 0,-38 3 4 0,0 0 0 16,0 0 0-16,0 0-1 0,41-1 0 0,-41 1 1 16,0 0 3-16,0 0-3 0,0 0 0 0,0 0-1 15,41 0-2-15,-41 0 1 0,0 0 4 0,0 0-1 16,0 0-1-16,0 0-1 0,33-3 5 0,-33 3-3 15,0 0-4-15,0 0 5 0,0 0 0 0,0 0-3 16,42-3 0-16,-42 3 0 0,0 0 0 0,0 0-1 16,0 0 5-16,37-2-5 0,-37 2 2 0,0 0-3 15,0 0-5-15,0 0 10 0,0 0-6 0,0 0 0 16,45-2 1-16,-45 2 2 0,0 0-1 0,0 0 4 16,0 0-3-16,0 0-3 0,0 0 0 0,0 0 4 15,40 1-1-15,-40-1 0 0,0 0 0 0,0 0 1 16,0 0-1-16,0 0-1 0,0 0 3 15,0 0-3-15,0 0 3 0,0 0-1 0,0 0-1 16,0 0 4-16,0 0-5 0,0 0 2 0,0 0 1 16,0 0 0-16,0 0 0 0,39-1 4 0,-39 1-9 15,0 0 4-15,0 0-2 0,0 0-1 0,0 0 0 16,0 0 0-16,0 0-3 0,0 0 2 0,0 0-2 16,0 0-10-16,0 0-22 0,0 0-26 0,0 0-33 15,0 0-38-15,0 0-34 0,0 0-90 0,0 0-278 16,0 0 123-16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05:47:01.1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25803 10826 24 0,'0'0'35'0,"0"0"-18"0,0 0-10 16,0 0-22-16,0 0-14 0,-12-4 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3T09:31:19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26703 2052 31 0,'-13'-4'99'0,"13"4"-4"0,-11-2-7 15,11 2 10-15,0 0-3 0,-13-5 7 0,13 5-7 16,-9-4-7-16,9 4 5 0,-12-3 5 0,12 3-3 16,-9-3-1-16,9 3-9 0,-10 0 7 15,10 0-4-15,-12-1-6 0,12 1-8 0,-11 0-8 0,11 0-1 16,-9-1-10-16,9 1-1 0,-7-2-6 0,7 2 5 15,0 0 2-15,-13-1-2 0,13 1 3 0,0 0 1 16,0 0-1-16,0 0 0 0,-9 0-5 0,9 0-1 16,0 0 4-16,0 0-11 0,0 0 4 15,0 0-10-15,0 0-1 0,0 0-3 0,0 0-7 16,0 0 0-16,0 0-3 0,0 0-9 0,0 0-3 16,0 0-3-16,0 0 5 0,0 0-3 0,0 0 1 15,0 0-1-15,38 1 0 0,-19-1-2 0,9 0 32 16,3 1-10-16,2-1 1 0,2 0-1 0,-3 0-4 15,5-2-7-15,-1-1 2 0,-2 0-3 0,1 4 0 16,-3-1-1-16,-1-1-5 0,3 0 2 0,-2-1 1 16,-3 1-5-16,2-1 2 0,0 0-5 0,-3 1 4 15,1-1-3-15,-7-2-14 0,-1 4 11 0,-1-3 1 16,0 2-1-16,-2 0-2 0,0-1 4 0,-7 1-3 16,1-1-1-16,1 1 2 0,-7-1-2 0,2 2 0 15,-8 0 0-15,11-3-1 0,-11 3 4 0,9 0-2 16,-9 0 1-16,0 0 1 0,9-1 0 0,-9 1-10 15,0 0 13-15,0 0-14 0,0 0 15 0,11 0-2 16,-11 0 1-16,0 0 0 0,0 0-2 0,0 0 3 16,0 0-4-16,0 0 3 0,0 0-3 15,0 0 1-15,0 0-1 0,0 0-1 0,0 0 1 0,0 0 2 16,7-3 6-16,-7 3-2 0,0 0 1 0,0 0 8 16,0 0-7-16,0 0 0 0,1-10-15 0,-1 10 13 15,0-9 2-15,0 9 0 0,3-10-10 16,1 3 6-16,1-4-9 0,-4 0-14 0,3-1 16 15,0-2-14-15,1-4 8 0,1 1-2 0,2 0-6 16,2-8 0-16,-1 7-1 0,5-5 2 0,-1-2-3 16,0 1 5-16,3 1-13 0,-2-3 14 0,0 2-2 15,-1 0-1-15,1 2 3 0,-6 4-2 0,5-6 2 16,-3 0 2-16,-1 1-1 0,-1 5 0 0,0 2-1 16,-1-1 3-16,-1 1 1 0,1 0-4 0,-3 4 3 15,-2 1 1-15,4 2-3 0,-2-1 2 0,-2 4 0 16,0-1 1-16,2 2 0 0,-4 5-2 0,2-9 2 15,-2 9 3-15,3-8-4 0,-3 8-1 0,0-6 0 16,0 6 2-16,0 0 1 0,0 0 1 0,4-7-3 16,-4 7 2-16,0 0-5 0,0 0 3 0,0 0 0 15,0 0 0-15,0 0-8 0,0 0 10 16,0 0-4-16,10-1 0 0,-10 1 5 0,0 0-3 16,0 0-1-16,13 8 4 0,-13-8-1 0,0 0 1 15,11 10 3-15,-4-5-2 0,-7-5-5 0,11 12 3 0,-3-5 2 16,-3 5-3-16,5-4 0 0,-2 2 3 15,1 7-3-15,1 6 5 0,1-6-3 0,0 5 4 16,3 2 1-16,-4-5-4 0,3 3 1 0,-3-5 1 16,-1 0-2-16,0-3 0 0,2-1 1 0,0 3-1 15,-2-4 3-15,5 1-1 0,-5 0 1 0,-2-2 2 16,2-3-7-16,2 4 2 0,-2-5 2 0,2 1-1 16,-2 0-2-16,0 0 2 0,1-1-7 0,-1 0 9 15,-1-1-2-15,1 1 3 0,-2-1-4 0,1 0 3 16,0 1 0-16,-4-4-4 0,-4-3-1 0,14 9 2 15,-8-5-3-15,-6-4 4 0,9 6-1 0,-9-6-1 16,9 4-9-16,-9-4 12 0,0 0-2 0,9 6 0 16,-9-6 2-16,0 0-5 0,6 4 4 0,-6-4 3 15,0 0-1-15,0 0-1 0,0 0 5 0,0 0-12 16,0 0 8-16,0 0 1 0,17-8-11 16,-11 2 7-16,1-2 2 0,-1-3-1 0,4 4 1 15,3-8-4-15,-1 3 0 0,1-3 1 0,4-4-7 0,-2 4 5 16,6-3 2-16,-5-2-4 0,0 6 4 15,2-7-1-15,0 0-1 0,-2 1 3 0,-2 6-2 16,-1-2 1-16,1 0-1 0,1-5-4 0,-4 4 6 16,1 1-2-16,3-7-1 0,-5 9 6 0,-1 0-10 15,-3 3 6-15,3-4 1 0,0 6-5 0,-2 0 5 16,0 0-4-16,-1 0 4 0,1 3 0 0,-2-2-3 0,-1 2 2 16,0 1-1-16,-4 5 1 0,5-10-2 15,-3 7 3-15,-2 3-3 0,5-6 4 0,-5 6-3 16,0 0-1-16,7-6 0 0,-7 6-9 0,0 0 7 15,0 0 4-15,0 0-6 0,7-1 2 0,-7 1 4 16,0 0-1-16,13 5-5 0,-10-1 7 0,0 3-2 16,5 0-1-16,-4 1-6 0,4 1 9 0,-4 1-2 15,3 1-1-15,1 4 5 0,1-1 3 0,2 4-6 16,-4 1 3-16,4 5 1 0,-2-6-3 0,3 6 0 16,-3-7 2-16,-2 0-2 0,5 1 2 0,-3 0 0 15,1-1 3-15,1 0-5 0,-2-1-3 16,2 0 6-16,0 0-7 0,-2-1 8 0,1-2-2 15,3 0-3-15,-1-1 3 0,-5-4-1 0,0 2 4 16,7 0-2-16,-4-3-1 0,1 1-7 0,0-1 7 0,-5-3-3 16,2 2 4-16,-2-3-1 0,-6-3 3 15,13 7 3-15,-13-7-5 0,9 2 3 0,-9-2 2 16,0 0-4-16,11 5 9 0,-11-5 3 0,0 0-1 16,0 0-1-16,0 0 2 0,0 0-10 0,12-14 3 15,-4 7 0-15,2-6-1 0,-3-2-2 0,1 2 2 16,2 1-2-16,3-6-4 0,-1 0 1 0,5 1 0 15,-2-5 0-15,1 0-3 0,1 1 0 0,0-1-2 16,0-4 0-16,-1 6 2 0,3-1-4 0,-6 5 1 16,2-3 2-16,-2 5-2 0,0 1 1 0,-2-1 3 15,2 1 0-15,-5 4-6 0,2-1 8 0,-3 2-5 16,0-2-1-16,-1 0 5 0,2 0-4 0,-1 3 0 16,1-2 2-16,-3 1-2 0,2-2-3 15,-1 5 10-15,-2 0-8 0,0-2-1 0,1 3 3 0,-1-1-1 16,-4 5 0-16,5-8 0 0,0 5-4 0,-5 3 4 15,0 0 2-15,5-5-12 0,-5 5 8 0,0 0 1 16,0 0-4-16,9-1 5 0,-9 1 2 0,6 7-5 16,-2-1-1-16,2 1-5 0,1 2 10 0,-3 0-1 15,3 6 2-15,0-5 0 0,2 4 1 16,-3 3 1-16,3-1-3 0,-1 1-1 0,3 10 4 16,-3-10 1-16,1 2 0 0,0-3-3 0,0 3 3 15,-3-2-11-15,3 2 10 0,2-3-2 0,-3-1 3 16,1-1 2-16,1-1-4 0,-1-1 1 0,0-2 4 15,-2-2-4-15,2 1 3 0,0-1-7 0,-4-2 1 16,1-1 5-16,0 1-1 0,-6-6-5 0,8 8 7 16,-8-8-2-16,5 6-1 0,-5-6 4 0,0 0-4 15,7 5 4-15,-7-5 6 0,0 0-11 0,0 0 13 16,0 0-1-16,0 0-4 0,21-15 1 0,-14 7-2 16,1-1-2-16,2-3-2 0,0-1 7 0,1-2-5 15,2 1-2-15,4-7 3 0,-2 6-3 0,1-6-3 16,1 0 3-16,-1-4-4 0,0 2 0 0,5 6 2 15,-5-2-2-15,0-2-3 0,3 3 4 0,-5 5-4 16,-1 1 0-16,-1-1 0 0,-3 6-7 0,2-1 8 16,-4 1 3-16,0 1 1 0,-2 2-1 0,0 0-3 15,-5 4-8-15,6-7 13 0,-6 7-6 16,6-4 1-16,0 2 0 0,-6 2 6 0,5-6-13 16,-5 6 4-16,0 0 1 0,0 0-4 0,0 0 4 15,0 0-4-15,11 6 6 0,-11-6-4 0,8 6 2 16,0-1 0-16,-2 4 1 0,2 1 4 0,-2-1-4 15,1 1 1-15,3 7 4 0,-2-1-4 0,2 0 1 16,1 6 2-16,-3-7-3 0,5 9 4 0,-6-8-2 0,1 3-1 16,-2-1 4-16,2-1-8 0,1 1 6 15,0-3 1-15,-3-4-1 0,3 5-2 0,0-2 6 16,-2-4-5-16,0 0 2 0,2-1 2 0,0 0-9 16,-2-3 5-16,-1 2 3 0,-1-2 0 0,-1-2-6 15,1-1 7-15,-5-3-3 0,6 6 7 0,-6-6-12 16,0 0 17-16,6 5 3 0,-6-5-1 0,0 0-4 15,0 0-3-15,10-13 1 0,-4 4-1 0,0 1-3 16,1-2-1-16,2-4 1 0,2 2 1 0,0-4-3 16,0 0-2-16,2-1-1 0,0-5 1 0,2-1-2 15,-1 1-3-15,1-1 2 0,1 2 4 0,-5 6-4 16,2-2 0-16,-3 1 3 0,3-1-4 16,-3 2 4-16,-1 2-2 0,1-3-1 0,1 2 0 15,-5 4 0-15,3 0 0 0,-1 0 2 0,-2 1-6 0,-2-1 3 16,2 3 2-16,-1 2-1 0,-5 5 0 15,11-10 1-15,-11 10-4 0,3-8 3 0,-3 8 1 0,6-6-6 16,-6 6 3-16,0 0 2 0,0 0-7 0,0 0 3 16,0 0 2-16,0 0-3 0,0 0 4 15,0 0 1-15,20 10-1 0,-20-10-2 0,8 15 3 16,-3-6-2-16,0 3 0 0,0-1 2 0,1 4 3 16,2 0 1-16,-3 2-4 0,3 0 3 0,-1 1-1 15,-3-1 1-15,1-1-2 0,1-1 4 0,-1 4 1 16,1-4 0-16,-3 0-7 0,2-3 3 0,1 4 4 15,-3-5-3-15,1-1 0 0,1-1-1 0,0 0-2 16,0-1 4-16,-5-8-2 0,6 11 0 0,-2-5 4 16,-4-6-7-16,8 8 1 0,-8-8 4 0,4 8-3 15,-4-8 8-15,0 0-4 0,6 5 7 0,-6-5-7 16,0 0 2-16,0 0-4 0,0 0 4 16,0 0-5-16,19-13 1 0,-12 7 3 0,-2-3-7 0,2-2 4 15,0-1 2-15,0-2-4 0,2-3-7 0,1 3 10 16,-1-3-7-16,3-4-4 0,-1 6 10 15,0-2-5-15,1 2 6 0,1-2-2 0,-2 0-29 0,1 3-3 16,-1 0 6-16,-2 5 3 0,1 0 0 16,-1 0 2-16,-2 2 2 0,0 0 2 0,-7 7 1 15,9-9-1-15,-9 9 7 0,7-7-2 0,-7 7-3 16,5-5 1-16,-5 5 9 0,0 0-7 0,16-1 3 16,-16 1 2-16,0 0 1 0,13 6-2 0,-8 1 2 15,-5-7-4-15,15 13 3 0,-9-2 4 0,1-1-3 16,1 7 1-16,-2-4 0 0,3 2 4 0,-2 8 1 15,-1-5 0-15,1-1-3 0,-2 1 3 0,4 5 3 16,-4-4-3-16,1-1 2 0,0-3-5 0,-1 1 1 16,0 1 4-16,1-3-1 0,2-1 1 0,0 2 1 15,-2-1-4-15,1-4 0 0,0-1 2 16,0-1-2-16,0 1 4 0,1 0-3 0,-2-3 1 16,0-2 1-16,-6-4 1 0,11 9 3 0,-11-9-4 15,9 3 6-15,-9-3-3 0,0 0 1 0,13-2 7 16,-13 2-2-16,10-11-5 0,-4 3 3 0,1-2-5 15,-1-2 1-15,2 1-4 0,1-3 4 0,1-8-3 16,0 6-2-16,-2-1 5 0,3-6-7 0,-3 6 6 16,3-7-4-16,-2 7-3 0,-1 2-3 0,7-8 12 15,-8 8-4-15,-1-2-8 0,3 0 2 0,-1 3 3 16,-3 3-2-16,-1 1 0 0,0 0 1 0,0 3 0 16,-4 7-2-16,8-12 1 0,-8 12 4 0,4-9-6 15,-4 9-3-15,7-6 5 0,-7 6 1 0,0 0-3 16,0 0-1-16,6-7-1 0,-6 7 0 15,0 0-4-15,0 0 2 0,0 0 2 0,0 0 1 0,0 0-3 16,20 15 2-16,-14-6 3 0,-6-9-2 0,9 18 0 16,-6-5 6-16,5 2 0 0,-5-1-1 0,-1-4 2 15,5 6 1-15,-2 1-3 0,-3-8 0 16,2 7 1-16,-1 0-3 0,2-6 1 0,0 4 5 16,1 1 0-16,-2-5-2 0,-3-1-3 0,2 0 5 15,3 1-2-15,-6-10-5 0,5 12 1 0,-1-7 2 16,-4-5-1-16,5 6-1 0,-5-6-7 0,0 0 10 15,3 10-4-15,-3-10 2 0,0 0-1 0,0 0 7 16,0 0-1-16,0 0 1 0,0 0 2 0,0 0 0 16,0 0-6-16,0 0 0 0,19-16-4 0,-10 1 2 15,-1 6 2-15,3-4-3 0,1-5-2 0,1-2 6 16,-2 4 2-16,0 3-5 0,0-4-3 0,1 0 5 16,5-3 3-16,-6 5-8 0,1 0 1 15,-3 0 0-15,4 3 4 0,-4 4-2 0,-1-2-4 16,-1 1 5-16,1 3-3 0,-3-1-3 0,-1 3 6 15,-4 4-2-15,7-8-4 0,-2 3 4 0,-5 5-5 16,6-6 3-16,-6 6 0 0,0 0-4 0,7-3 4 16,-7 3-4-16,0 0 1 0,0 0 6 0,13 11-2 15,-5-3-4-15,-2 1 1 0,-1 2 8 0,0 5-6 16,2 0 2-16,-1 2 4 0,-3 0-2 0,2-1-2 16,0-2 7-16,0 4-6 0,0-3 2 0,1 3 4 15,-2-2-3-15,0-4-6 0,0-1 3 0,0-2 2 16,-2 2 3-16,2-1-6 0,0 1 3 0,1-2-1 15,0 0 1-15,-2-5-5 0,-3-5 6 0,6 11 0 16,-6-11-3-16,4 8 5 0,-4-8 0 0,4 6-6 16,-4-6 11-16,0 0 0 0,0 0-6 0,0 0 0 15,0 0 3-15,0 0-7 0,19-18-1 0,-13 9 7 16,4-6 0-16,0 2-2 0,0-2-4 0,-1-1 3 16,2-2-1-16,0 2-2 0,-1 0-2 0,0 0 5 15,0-1 0-15,2 0-3 0,2-3 3 0,-3 3-6 16,-1 3 4-16,-3 3 0 0,-2 1 0 15,3 3-1-15,-4 0-1 0,-4 7-6 0,7-10 9 16,-7 10-2-16,8-6-5 0,-8 6-6 0,5-6 6 16,-5 6 1-16,0 0-2 0,0 0 1 0,0 0 1 15,0 0 1-15,19 7 1 0,-19-7-3 0,10 14 5 16,-5-6-2-16,1 2 1 0,2 6 3 16,-1-1-4-16,1 1 3 0,-2 1 1 0,-1-7-3 0,0 9 6 15,1 0-4-15,0-2-1 0,1-2 5 0,0 2 0 16,-2-6-4-16,0 2 3 0,-3-2-2 0,4-1 2 15,0-1-3-15,1 1 4 0,-5-3-7 0,-2-7 7 16,8 10-5-16,-8-10 0 0,3 7 7 16,-3-7-5-16,0 0 3 0,6 8 0 0,-6-8 5 0,0 0-3 15,0 0-2-15,0 0 6 0,0 0-8 16,0 0-5-16,19-23 4 0,-13 14-3 0,1-1 1 0,2-4 4 16,2 0-4-16,4-8-8 0,3 2 1 15,-2 0 1-15,-5 4-6 0,1 0 7 0,7-6-3 16,-4 1 1-16,-2 4-5 0,-2 2 5 0,1 1 3 15,-1 0-3-15,0 2-1 0,-1 0 3 0,-3 5 25 16,-2 1-4-16,-5 6 1 0,10-11-2 0,-10 11-1 16,6-6-6-16,-6 6-6 0,5-6 7 0,-5 6-4 15,0 0-4-15,0 0-8 0,0 0 12 0,0 0 1 16,17 12-1-16,-14-3-9 0,0 1 9 0,1 0 0 16,-2 5 2-16,5 2-7 0,-3-1-2 0,-2-3 8 15,3 4-2-15,-1 7-2 0,-3-4 0 0,5-3 2 16,-3 0 1-16,5 0 4 0,-2-1-2 0,-2-1 1 15,0-4-6-15,3-3 0 0,3 3 9 0,-5-4-5 16,0 0-4-16,3-1 7 0,-2-1 0 16,-6-5 2-16,11 9-3 0,-11-9-6 0,9 2 6 15,-9-2-1-15,16 1 7 0,-16-1-4 0,0 0 2 16,0 0-3-16,0 0 1 0,71-14-4 0,-71 14 4 16,39-11-8-16,-19 1 2 0,-20 10-4 0,38-16 3 15,-38 16 0-15,41-14-1 0,-15 4-2 0,-26 10-3 16,38-17-1-16,-38 17-5 0,41-12 3 0,-23 3 1 15,-18 9 4-15,37-12 2 0,-37 12-6 0,33-4-2 16,-33 4 4-16,0 0 4 0,33-5-4 0,-33 5 5 16,0 0-6-16,0 0 1 0,0 0 0 0,50 10 6 15,-50-10-3-15,0 0-2 0,30 5 7 16,-30-5-3-16,0 0-1 0,0 0 3 0,37 11-2 16,-37-11 6-16,0 0-7 0,27 7-1 0,-27-7-4 15,0 0 7-15,0 0 1 0,0 0 1 0,0 0-1 16,0 0 4-16,37 4-8 0,-37-4-2 0,0 0-4 15,0 0 9-15,0 0-17 0,0 0 6 0,0 0-10 16,0 0-15-16,0 0-11 0,0 0-25 0,0 0-5 16,0 0-18-16,0 0-23 0,0 0-23 0,0 0-35 15,0 0-136-15,0 0-336 0,0 0 149 0</inkml:trace>
  <inkml:trace contextRef="#ctx0" brushRef="#br0" timeOffset="1135.45">26414 2130 106 0,'-7'-11'114'0,"7"11"-4"15,0 0-4-15,0 0-2 0,0 0-8 0,0 0-17 16,0 0-7-16,-4-4-11 0,4 4-10 0,0 0-3 16,0 0-15-16,0 0 8 0,0 0 5 0,0 0-16 15,-5 38 10-15,1-20-12 0,1 9-2 0,-1 3-5 16,-2 2 0-16,-2 3-1 0,2 13 5 0,-3 0 3 16,3-12-3-16,0 10-1 0,0-12-3 0,1 2 1 15,3-1-7-15,4 10 3 0,-2-15-8 0,4 4 3 16,-4-4 0-16,5-1 2 0,0 2 1 0,0-6-2 15,3 1-1-15,-3-1-10 0,1-5 10 16,2-2-4-16,-2 0-3 0,-2-2-1 0,5-3-5 16,-4 4 10-16,0-7-2 0,-1-2-1 0,-4-8-4 0,9 16 7 15,-5-10-5-15,-4-6 1 0,7 11-5 16,-5-6 1-16,-2-5-4 0,10 8 10 0,-10-8-1 0,6 5 5 16,-6-5 5-16,13 6-10 0,-5-6 5 15,3 2 6-15,2-1-1 0,9-2 1 0,10 1 5 16,4 0 7-16,16-2 1 0,4-3-1 0,7-3-4 0,29-1 2 15,-29 2-6-15,35 0-3 0,-1-3 3 0,-1 3-1 16,1-3-7-16,2 0 5 0,0 6-5 0,-1-1 2 16,1 0-6-16,-1-2-1 0,4 4-1 15,-1-2 1-15,0-2-8 0,3 5 8 0,-1 0-2 16,-3 2-3-16,-7-3 0 0,-28 3-7 0,30 0 12 16,-30 0 1-16,-2 0-6 0,0 0 4 0,-6 0-6 15,-3 2 2-15,-15-4 0 0,1 0 4 0,-5 2-2 16,-4-1-4-16,-1 1-3 0,-10 0 5 0,-3-2 2 15,1 0 3-15,-5 2-4 0,-1-1-2 0,-3 1-1 16,-2-1-2-16,-7 1 5 0,12 1-1 0,-12-1 1 16,9-2-6-16,-9 2-12 0,0 0-27 0,0 0-42 15,0 0-41-15,11-6-38 0,-11 6-136 0,0 0-321 16,0 0 142-16</inkml:trace>
  <inkml:trace contextRef="#ctx0" brushRef="#br0" timeOffset="1850.5">29299 2593 11 0,'-4'-6'207'0,"1"0"-3"0,3 6-3 15,-5-8-10-15,2 1-12 0,3 7-9 0,0 0-20 16,-6-7-18-16,6 7-15 0,0 0-14 0,0 0-13 15,0 0-13-15,0 0-11 0,0 0 1 0,-8 34-7 16,7-7-3-16,0 6-3 0,-2 2-8 0,-2 9-2 16,0 4-8-16,0 2 1 0,0-1-7 0,-2-3 0 15,1 1 1-15,5-11 2 0,-2-1-11 0,1 1 5 16,3-1-9-16,-1-2 2 0,2 1-3 0,1-4-1 16,1-2-3-16,-2-2-2 0,3 0 4 0,-3-6-3 15,3-1-1-15,-3 0-2 0,2-2-2 16,-1-1-11-16,-1-4-15 0,1-3-34 0,-2-1-23 15,-1-8-37-15,3 12-11 0,-3-12-18 0,4 9-11 16,-4-9-8-16,0 0-135 0,0 0-321 0,0 0 141 0</inkml:trace>
  <inkml:trace contextRef="#ctx0" brushRef="#br0" timeOffset="2150.75">29724 2557 146 0,'0'0'180'0,"0"-11"-21"0,0 11-14 0,3-4-18 15,-3 4-17-15,0 0-17 0,0 0-6 0,0 0-8 16,0 0 8-16,-4 29 13 0,0-2 11 0,0 5 16 16,-4 12-11-16,-3 3-9 0,6-12-6 0,-3 12-13 15,2-1-4-15,-2 2-8 0,6-2-2 0,-4-11-7 16,1 10-9-16,4-15-2 0,0 2-7 0,-2-2-2 15,1 0-4-15,3-1-9 0,-2-5 0 0,1 3-6 16,-2 0 1-16,0-8-5 0,3 5-1 0,-2-6-2 16,1-3-11-16,1 1-18 0,-2-4-22 0,2-2-29 15,-1-10-45-15,0 18-18 0,0-18-33 16,0 10-28-16,0-10-12 0,0 0-116 0,0 0-337 16,0 0 150-16</inkml:trace>
  <inkml:trace contextRef="#ctx0" brushRef="#br0" timeOffset="2455.52">29732 3065 76 0,'0'0'162'0,"19"-2"-19"16,9 5-5-16,0-4-16 0,8-2-2 0,14 1-3 15,6-1-9-15,3-2-1 0,3 0-12 0,1 4-2 16,3-1-3-16,25-4 3 0,-28 0-14 0,29 1 3 15,-30 2-10-15,5-2-7 0,-2 1-7 0,26-1-3 16,-31 2-3-16,1-3-7 0,-2 0-4 0,-8 2-3 16,2-2-4-16,-18 5 1 0,1-1-4 0,-4-1-7 15,-2-2 0-15,-10 4-4 0,-2 0 5 0,-5 0-8 16,-4-1-9-16,2 0 12 0,-3 2-5 0,-8 0-2 16,9-1-2-16,-9 1-1 0,10-2-1 0,-10 2-3 15,7-2-4-15,-7 2-15 0,0 0-21 0,9 0-21 16,-9 0-22-16,0 0-36 0,0 0-41 0,12 0-27 15,-12 0-107-15,0 0-312 0,0 0 138 0</inkml:trace>
  <inkml:trace contextRef="#ctx0" brushRef="#br0" timeOffset="2950.14">31098 3010 1 0,'0'0'109'0,"0"0"0"0,0 0-3 0,51-7-2 0,-15 2-7 15,19 1-1-15,5-3-3 0,33-3 5 0,5 2-13 16,1-2-9-16,-2 3-7 0,-1 0-7 15,-5 3-6-15,-26-3-13 0,1 2 5 0,-3 1-7 16,-3-4-6-16,-4 5-1 0,0-2 0 0,-3 0 22 16,-14 1-1-16,-3-1-1 0,0 1-13 0,-1 1 0 0,-2-2-2 15,-3 3-5-15,-9-1-5 0,-1 1 2 16,-6 1-3-16,-1-1-3 0,-1-1-5 0,-12 3 4 16,14-1-8-16,-14 1 6 0,10-1-3 0,-10 1-17 15,8-6-11-15,-8 6-30 0,0 0-18 0,0 0-41 16,0 0-31-16,0 0-138 0,0 0-289 0,-29-15 128 15</inkml:trace>
  <inkml:trace contextRef="#ctx0" brushRef="#br0" timeOffset="3683.34">29033 3656 12 0,'0'0'222'0,"-2"-7"-26"0,2 7-18 0,0 0-23 15,0 0-12-15,0 0-21 0,0 0-16 0,0 0-7 16,0 0-6-16,0 0-6 0,0 0-8 0,0 0-4 0,5 38-10 16,-3-21 0-16,-2 0-3 0,0 3-5 0,1 8-4 15,-4-2-11-15,5-1 2 0,-1-7-5 0,0 0-3 16,-2-1-3-16,2 1-3 0,-1 0-9 16,-1-2-11-16,2-3-48 0,-2-2-37 0,1 1-29 15,-1-1-31-15,-1-1-41 0,1 0-90 0,1-10-289 16,-6 13 128-16</inkml:trace>
  <inkml:trace contextRef="#ctx0" brushRef="#br0" timeOffset="3967.19">29192 3879 218 0,'5'-2'206'0,"-5"2"-28"0,0 0-17 0,6-5-18 15,-6 5-16-15,0 0-11 0,0 0-16 0,0 0-9 16,12 1-6-16,-12-1-12 0,11 1 3 0,-1-2-17 15,3 2-2-15,-1 0-7 0,2-1-3 0,3-1-4 16,2-1-4-16,-1-1-1 0,1-1 3 0,-6 1-3 16,0 0 6-16,-5 1 7 0,1-2 16 0,-3 1-2 15,0-1-6-15,-3-4-6 0,-1-1-7 0,-2 9 3 16,-2-17-6-16,-1 7-8 0,-2 0-5 0,-2 3 4 16,1 1-8-16,-1 0-4 0,1-1-3 0,-2 3-5 15,1 1-8-15,0 1-16 0,-1 0-25 0,8 2-22 16,-15 1-30-16,15-1-25 0,-13 6-33 0,13-6-24 15,-7 9-18-15,5-1-122 0,2-8-333 0,0 12 149 16</inkml:trace>
  <inkml:trace contextRef="#ctx0" brushRef="#br0" timeOffset="4218.18">29716 3677 80 0,'0'0'168'0,"8"-4"-15"0,-8 4-15 0,5-3-18 15,-5 3-8-15,0 0-12 0,12 9-3 0,-9-4 19 16,3 4-15-16,-3 2-5 0,4 2 1 0,-2-2-9 0,2-1-11 16,3 5 0-16,-3-2-13 0,1-3 1 0,2 3 0 15,-1-1 1-15,-1-4 1 0,2 0 13 0,-2-1-2 16,-1-2-7-16,0-3 5 0,4 1 7 0,-3-3 5 16,2-1-3-16,1-1 8 0,-1-4-13 15,0-2-8-15,1 2-7 0,-1-7-3 0,-1 4-6 16,2-2-17-16,-6-1-32 0,0 1-39 0,-1-2-38 15,0-2-33-15,-4-1-53 0,-2 1-51 0,1 3-196 0,-3 0-436 16,-2 3 194-16</inkml:trace>
  <inkml:trace contextRef="#ctx0" brushRef="#br0" timeOffset="4449.13">28326 3977 114 0,'-10'1'297'0,"6"0"-35"16,4-1-33-16,-9 1-47 0,9-1-30 0,0 0-28 15,0 0-23-15,0 0-25 0,0 0-31 0,27-12-40 16,-4 7-47-16,11-5-51 0,3 1-149 0,2-2-263 15,16-5 117-15</inkml:trace>
  <inkml:trace contextRef="#ctx0" brushRef="#br0" timeOffset="5333.34">32392 2906 60 0,'0'0'111'0,"0"0"2"16,29 6-3-16,-8-4 3 0,15-2 10 0,14 2-11 15,4-6 0-15,-1 1-5 0,2-1-6 0,4-1-3 16,-4 2-1-16,1-2-14 0,0 1 1 16,-6-5-8-16,1 4-2 0,-11 0-2 0,0 0-34 15,-2 1 0-15,0 0-2 0,0-1-5 0,1 0 1 0,-5 0-4 16,-34 5-4-16,62-7 1 0,-34 3-3 0,-28 4-5 16,37-6-3-16,-37 6 0 0,0 0-1 0,36-3-4 15,-36 3 7-15,0 0-5 0,0 0-3 0,0 0-17 16,0 0-11-16,0 0-34 0,33-5-30 15,-33 5-54-15,0 0-149 0,0 0-310 0,0 0 138 16</inkml:trace>
  <inkml:trace contextRef="#ctx0" brushRef="#br0" timeOffset="5950.59">33420 1445 19 0,'0'0'135'0,"0"0"0"16,0 0 6-16,0 0-10 0,0 0 1 16,0 0-12-16,0 0-13 0,0 0-10 0,0 0-6 15,0 0-19-15,0 0-2 0,-25-28-7 0,25 28-11 16,0 0-6-16,0 0-3 0,0 0-6 0,0 0-2 15,0 0-4-15,0 0-5 0,0 0 4 0,0 0 2 16,-6 84-2-16,6-84-3 0,-3 57-1 0,1-24 0 16,0 14 0-16,-2-2 1 0,1 3-1 0,3 6 0 15,-2-3-3-15,-1 2-1 0,-2 3 7 0,3 2-3 16,-1 1 2-16,-1 25 3 0,0 0-8 0,4-27-2 16,0 1-3-16,3-1 2 0,-2 2-6 0,0-6 0 15,3 1 6-15,-2-3-5 0,0-1-5 0,1-16 5 16,3 1-2-16,0 12-4 0,1-15-2 0,-3 2 3 15,1 0 1-15,0-3-7 0,-5-31 3 16,9 58 2-16,-4-26 2 0,-1-1-3 0,0-3-5 16,-4-28 9-16,3 52-5 0,-1-27-4 0,-2-25 3 15,1 36 0-15,-1-36-6 0,0 0 2 0,-5 41 0 16,5-41-6-16,0 0 6 0,-12 30 1 0,12-30 4 16,0 0-1-16,-20 17-6 0,20-17-3 15,0 0-7-15,0 0-20 0,-46-2-15 0,46 2-28 0,0 0-49 16,-47-26-56-16,27 9-135 0,3-6-337 0,-1 0 150 15</inkml:trace>
  <inkml:trace contextRef="#ctx0" brushRef="#br0" timeOffset="7672.24">33361 1494 118 0,'0'0'169'0,"0"0"-6"0,0 0-7 16,0 0-19-16,0 0-13 0,0 0-10 0,0 0-15 15,0 0-16-15,0 0-9 0,0 0-3 0,0 0-13 16,0 0-9-16,0 0-2 0,0 0-2 0,0 0-7 16,0 0-1-16,0 0 2 0,0 0-8 15,0 0-5-15,0 0-3 0,0 0 5 0,0 0-6 16,0 0-6-16,0 0-1 0,0 0 1 0,0 0-2 16,0 0 1-16,0 0-1 0,0 0-5 0,0 0 5 15,0 0-2-15,0 0 12 0,0 0 4 0,-5 69 8 16,5-69 3-16,0 0 13 0,0 0 2 0,0 0 2 15,0 0 5-15,0 0-5 0,0 0-4 0,0 0-10 16,0 0-6-16,0 0 1 0,0 0-11 0,0 0-1 16,0 0-1-16,37-69-3 0,-37 69-4 0,0 0-2 15,0 0-1-15,0 0-7 0,0 0-6 0,0 0 10 16,0 0-3-16,0 0-2 0,0 0-7 16,0 0-1-16,-32-46 2 0,32 46 1 0,0 0-2 15,0 0-2-15,0 0-2 0,0 0 8 0,-71 40-4 16,71-40 2-16,-25 25 0 0,25-25-1 0,-16 25-1 15,16-25 5-15,0 0-7 0,-16 29-1 0,16-29 6 16,0 0 0-16,0 0-2 0,0 32-1 0,0-32 2 16,0 0 3-16,0 0 4 0,0 0 0 0,31 24-5 15,-31-24 1-15,0 0 1 0,0 0-4 0,0 0 5 16,0 0 4-16,41 0-2 0,-41 0-8 0,0 0 12 16,0 0-4-16,0 0 3 0,0 0 3 0,34-34-7 15,-34 34-5-15,0 0 1 0,12-31-4 16,-12 31 1-16,0 0 6 0,8-39-2 0,-8 39-3 15,0 0 2-15,0 0 2 0,0-35 1 0,0 35 0 16,0 0-4-16,0 0 0 0,0 0-2 0,0 0-6 16,0 0 6-16,0 0-3 0,0 0-5 0,0 0 3 15,0 0 0-15,0 0-2 0,0 0 1 0,0 0 3 16,0 0-2-16,0 0-3 0,0 0 2 0,0 0 3 16,0 0 0-16,0 0-5 0,0 0 2 0,-80 46 4 15,80-46-3-15,0 0 1 0,0 0 4 0,0 0 0 16,0 0 0-16,0 0 2 0,0 0 0 0,0 0 2 15,0 0-10-15,0 0 12 0,0 0 0 0,0 0 0 16,0 0 3-16,0 0-2 0,0 0-1 0,0 0 2 16,0 0-2-16,0 0-3 0,0 0 2 15,0 0-5-15,0 0 1 0,0 0 3 0,0 0-2 16,0 0 1-16,85-36 2 0,-85 36-4 0,0 0-3 16,0 0 5-16,0 0-3 0,0 0 6 0,0 0-11 0,0 0-3 15,-1-36 3-15,1 36-1 0,0 0 2 16,0 0 1-16,0 0-7 0,0 0 1 0,0 0 6 15,0 0 2-15,0 0-1 0,0 0-2 0,-81 48-1 16,81-48-1-16,-14 17 7 0,14-17-6 0,0 0-1 16,0 0 1-16,-9 26 3 0,9-26 5 0,0 0-6 15,0 0 6-15,0 0-3 0,0 0 2 0,0 0 1 16,0 0 2-16,33 38 4 0,-33-38-4 0,0 0-3 16,0 0 6-16,0 0-5 0,0 0 6 0,44-3 3 15,-44 3 0-15,0 0 3 0,0 0-9 0,0 0 2 16,0 0-1-16,0 0-1 0,30-43-10 0,-30 43 4 15,0 0-6-15,4-31-5 0,-4 31-2 0,0 0-2 16,0 0 4-16,0 0-1 0,0 0-1 0,0 0 0 16,0 0 1-16,0 0-1 0,0 0-1 15,0 0 0-15,0 0 3 0,0 0-1 0,0 0 1 16,0 0-4-16,0 0 7 0,0 0 0 0,0 0 8 16,0 0-5-16,0 0-2 0,0 0 1 0,0 0 5 15,0 0 1-15,0 0-3 0,0 0 4 0,0 0 3 16,0 0 8-16,0 0-1 0,0 0 0 0,37-7 3 15,-37 7 5-15,0 0 8 0,24-15 4 0,-24 15-6 16,0 0-7-16,0 0 0 0,13-24-1 0,-13 24 0 16,0 0-9-16,0 0 2 0,0 0 0 0,0 0-5 15,0 0-6-15,0 0-3 0,-36-44 4 16,36 44-5-16,0 0-11 0,0 0-16 0,-53 13-27 16,53-13-44-16,0 0-44 0,-41 26-67 0,41-26-158 15,-31 18-401-15,31-18 179 0</inkml:trace>
  <inkml:trace contextRef="#ctx0" brushRef="#br0" timeOffset="9900.77">26555 2030 92 0,'0'0'137'0,"4"-7"-12"0,-4 7-5 0,0 0-10 16,0 0-5-16,0 0-8 0,0 0 0 15,0 0-11-15,0 0 0 0,0 0-6 0,0 0 1 16,0 0-5-16,0 0-4 0,0 0-7 0,0 0 1 16,0 0-6-16,0 0-5 0,0 0-3 0,0 0-5 15,0 0 1-15,0 0-8 0,0 0-4 0,0 0 0 16,0 0-9-16,0 0 1 0,0 0-3 0,-21 0-6 15,21 0 0-15,0 0-2 0,-14 3-4 0,14-3-6 16,-13 2 5-16,-1-1-4 0,3 0 3 0,-2 2-3 16,1-2 1-16,-1 0-3 0,1 2-1 0,1 0 0 15,0-1 0-15,-3 3-1 0,1-2-8 0,3 1 9 16,0-2-6-16,1 3 1 0,9-5 3 0,-16 4-3 16,16-4 0-16,-9 4-2 0,9-4 0 0,-9 3 2 15,9-3-4-15,0 0 6 0,0 0 3 0,-11 2-7 16,11-2-3-16,0 0 0 0,0 0 0 0,0 0-3 15,-9 4 8-15,9-4-4 0,0 0 4 0,0 0-4 16,0 0 4-16,0 0-1 0,0 0-1 0,0 0 5 16,0 0-7-16,0 0 3 0,14 22-3 0,-14-22 2 15,4 9 1-15,-4-9-2 0,2 10 3 0,-2-10 0 16,3 12-1-16,-1-5 3 0,-2-7 1 0,2 13-6 16,0-3 5-16,-2-10-5 0,4 16 2 0,-2-10 0 15,-2-6-1-15,5 13-4 0,-5-13 9 16,5 16-3-16,-5-16 1 0,3 19 3 0,-3-19-1 15,2 15 2-15,-2-15-4 0,2 13-1 0,-2-13 1 16,0 15 2-16,0-15 1 0,0 13-3 0,0-13-1 16,0 0 4-16,-2 21-15 0,2-21-5 0,0 14-29 0,0-14-25 15,-3 12-32-15,3-12-25 0,0 0-27 0,0 20-104 16,0-20-279-16,0 0 123 0</inkml:trace>
  <inkml:trace contextRef="#ctx0" brushRef="#br0" timeOffset="11404.9">27105 2016 69 0,'0'0'85'15,"0"0"-9"-15,0 0-2 0,0 0-4 0,0 0-11 16,0 0 3-16,0 0-15 0,0 0-4 0,0 0-5 16,0 0 4-16,0 0-7 0,0 0-6 0,0 0 3 15,0 0 1-15,0 0-6 0,-4-18 10 0,4 18 0 16,0 0 3-16,0 0 4 0,2-5 5 0,-2 5-3 15,0 0 6-15,0 0-1 0,0 0 2 0,0 0 6 16,0-10-1-16,0 10 2 0,0 0-3 0,0 0 4 16,0 0-12-16,0 0-2 0,0 0 0 0,0 0-11 15,0 0-6-15,0 0-9 0,0 0 1 0,0 0-5 16,0 0 0-16,-20 6-1 0,20-6-6 0,0 0 1 16,-7 8-4-16,7-8 4 0,-4 5-4 0,4-5-2 15,0 0 1-15,0 0-4 0,-2 8 6 0,2-8-6 16,0 0 5-16,0 0-1 0,0 0-1 0,4 10 1 15,-4-10 1-15,9 3 1 0,-2 0 2 0,0-2 0 16,-7-1-3-16,15-1 4 0,-3 1 1 0,-12 0 0 16,11-3 1-16,-3 0 1 0,-8 3 0 15,12-3 0-15,-7 0-6 0,-1 0 7 0,5-3-7 0,-5 3 6 16,-4 3 0-16,10-9 2 0,-8 4 8 0,0-2 3 16,-2 7 2-16,5-10-6 0,-4 4-1 0,-1 6-4 15,0-12-1-15,0 12 2 0,0-10 2 16,0 10 0-16,-6-8-7 0,6 8 0 0,-2-7 0 15,2 7-2-15,-9-4-2 0,9 4-3 0,-16 0-4 16,16 0 2-16,-15 6-4 0,3-2 3 0,1 1-3 16,1 2 0-16,2 0-1 0,-1 2-2 0,0-1 6 15,0 0-5-15,4-2 4 0,1 1-4 0,0-1-1 16,-1-1 4-16,5-5-2 0,-2 9-3 0,-2-4 5 16,4-5 1-16,0 0-2 0,4 10 2 0,-4-10 0 15,7 5 1-15,-7-5 1 0,11 0 5 0,-11 0-3 16,14 0-2-16,-14 0 2 0,12-4 3 0,-5 1-1 15,1 0-1-15,-8 3-2 0,11-5 5 0,-7 0-6 16,0 0 3-16,-4 5 0 0,5-8-2 0,0 3-1 16,-5 5-3-16,0-12 5 0,0 12-5 0,-3-10-2 15,3 10-1-15,-2-9 1 0,2 9 1 0,-9-6-4 16,5 3 5-16,4 3-5 0,-9-2 0 0,9 2 1 16,-14-2-1-16,14 2-5 0,-9 8 5 0,3-6-7 15,-2 3 5-15,8-5-5 0,-9 10 5 0,7-5 1 16,0 1-1-16,2-6 2 0,-2 13 3 0,2-13-3 15,0 0 3-15,6 14-3 0,-6-14 4 0,9 8 1 16,-1-5 6-16,-8-3 3 0,11 3-3 0,-1-3 1 16,0 0 6-16,1-2-1 0,-2-1 1 0,-2 2 5 15,0-2-4-15,-1-1 6 0,-6 4 4 0,11-7-4 16,-6 3 0-16,-5 4 3 0,5-10-5 16,-1 6 1-16,-2-3-5 0,-2 7-2 0,-2-12-1 15,2 12-3-15,-4-10-2 0,1 3 1 0,3 7-3 16,-7-10-3-16,7 10 2 0,-6-7-4 0,1 6 1 0,5 1-2 15,-9-4-4-15,9 4 4 0,-14 8-2 0,6-1 1 16,1 0-4-16,0 2 0 0,0 1-1 0,0 0 3 16,1 1 3-16,2 0-3 0,2 0 3 15,-1 1 0-15,3-12-3 0,-2 15 1 0,2-15 6 16,2 14-6-16,-2-14 6 0,3 10-4 0,-3-10 3 16,10 7 1-16,-10-7 3 0,11 1-3 0,-11-1 5 15,0 0-1-15,21-6-2 0,-12 1 7 0,0-1-1 16,0 1 4-16,-2-5-5 0,1 0 4 0,-2 0-4 15,0 2-2-15,0-3 0 0,-4 2-1 0,-2-3 0 16,3 2-6-16,-5 1 38 0,4-1-8 0,-2 1 4 16,0 9-5-16,2-11-7 0,-2 11-2 0,0 0-9 15,-2-9-21-15,2 9-19 0,0 0-31 0,0 0-45 16,0 0-56-16,-27 22-83 0,14-10-190 0,-8 5-468 16,4-4 207-16</inkml:trace>
  <inkml:trace contextRef="#ctx0" brushRef="#br0" timeOffset="14046.31">27164 2055 29 0,'0'0'134'16,"0"0"-14"-16,0 0-4 0,0 0-11 0,0 0 4 15,0 0-3-15,0 0-12 0,0 0-1 0,0 0-6 16,0 0 2-16,0 0-5 0,0 0-1 0,0 0-8 15,0 0 3-15,0 0-7 0,0 0 4 0,0 0-7 16,0 0 1-16,0 0-6 0,0 0 1 0,0 0-4 16,0 0-10-16,0 0 6 0,0 0-7 0,0 0-7 15,0 0-1-15,0 0-10 0,0 0-1 0,0 0-17 16,0 0-2-16,0 0-21 0,0 0-29 0,0 0-29 16,0 0-37-16,0 0-38 0,0 0-33 0,0 0-100 15,0 0-299-15,0 0 132 0</inkml:trace>
  <inkml:trace contextRef="#ctx0" brushRef="#br0" timeOffset="15510.66">28128 1808 25 0,'0'0'143'0,"0"0"-11"16,0 0-9-16,0 0-9 0,0 0 2 0,0 0-7 15,0 0-1-15,0 0 0 0,-9-10-4 0,9 10-6 16,0 0 1-16,0 0-5 0,-4-2-6 0,4 2-7 16,0 0-5-16,0 0-5 0,0 0-8 0,0 0-7 15,0 0-5-15,0 0-6 0,0 0-2 0,0 0-4 16,0 0-9-16,0 0-2 0,0 0-5 15,0 0-4-15,0 0 0 0,0 0-1 0,0 0-4 0,-14 11-2 16,14-11-1-16,0 0-6 0,-5 6 8 0,5-6-9 16,0 0-1-16,0 0 2 0,0 0 4 0,0 0-5 15,0 0-1-15,0 0 2 0,0 0 1 16,0 0-5-16,0 0 2 0,0 0 3 0,0 0-4 16,0 0 3-16,16 6-2 0,-16-6-2 0,0 0 5 15,0 0-2-15,0 0 1 0,0 0 2 0,11-2 2 16,-11 2-6-16,0 0 5 0,0 0-1 0,0 0-2 15,0 0-3-15,0 0 4 0,4-10-3 0,-4 10 6 16,0 0-4-16,0 0-2 0,0 0-1 0,0 0 5 16,0 0-2-16,0 0-7 0,0 0 3 0,0 0-4 15,0 0-5-15,0 0 1 0,0 0 3 0,0 0 2 16,0 0-1-16,-22 8-1 0,22-8-3 0,-9 10 1 16,5-3 3-16,1-2-2 0,3-5 3 0,-1 9 1 15,1-9-2-15,0 10 4 0,0-10-2 0,3 7 1 16,-3-7 0-16,5 5 5 0,-5-5 1 0,10 3 1 15,-10-3 6-15,9 2 1 0,-9-2 1 0,10-2 1 16,-10 2 3-16,0 0 4 0,21-3-6 0,-21 3 8 16,9-3-5-16,-9 3-2 0,6-6 2 0,-6 6-3 15,9-8 1-15,-9 8 2 0,5-5-3 16,-5 5-2-16,0 0 3 0,0-12-7 0,0 12 1 16,0 0-1-16,0 0-3 0,0 0 1 0,0 0-5 15,-6-15 3-15,6 15-9 0,0 0 4 0,0 0-3 16,0 0-2-16,0 0 2 0,0 0-2 0,0 0 1 0,0 0 1 15,0 0-4-15,-26 14 3 0,26-14-3 16,-6 8-2-16,6-8 3 0,-7 8 1 0,7-8 0 16,0 0 4-16,-5 10-4 0,5-10 3 0,0 0 0 15,0 0 0-15,0 0-2 0,0 0 4 0,0 0 0 16,0 0 1-16,0 0 1 0,0 0-1 0,0 0 3 16,0 0 2-16,0 0 0 0,0 0-1 0,0 0 0 15,0 0 2-15,0 0-3 0,0 0-1 0,0 0-2 16,0 0 2-16,0 0-4 0,0 0 4 0,0 0-2 15,0 0-1-15,0 0 2 0,-6-22-3 0,6 22-1 16,0 0-3-16,0 0-2 0,0 0 0 0,0 0-3 16,-14 0 3-16,14 0-1 0,0 0 3 0,-16 9-9 15,16-9 10-15,-6 9-9 0,6-9 7 0,-5 6 1 16,5-6-5-16,0 0 3 0,-4 10 0 0,4-10-2 16,0 0 2-16,0 0 0 0,0 0 4 0,3 14 1 15,-3-14 0-15,0 0 3 0,0 0-3 0,0 0 3 16,0 0-3-16,0 0 2 0,0 0 0 15,0 0-2-15,0 0 4 0,24-16-3 0,-24 16 2 0,0 0-1 16,4-10-2-16,-4 10-1 0,0 0-3 16,0 0-10-16,0 0-18 0,0 0-25 0,0 0-30 15,0 0-28-15,-17-16-32 0,17 16-41 0,0 0-143 0,0 0-358 16,0 0 159-16</inkml:trace>
  <inkml:trace contextRef="#ctx0" brushRef="#br0" timeOffset="16059.17">27669 2091 126 0,'0'0'260'0,"0"0"-1"0,0 0-6 0,-2-10-13 16,2 10-18-16,0 0-17 0,0 0-25 15,0 0-13-15,0 0-19 0,0 0-18 0,0 0-17 16,0 0-14-16,0 0-10 0,0 0-7 0,0 0-8 15,0 0-18-15,-16 20 3 0,16-20-5 0,-6 16-4 16,4-3-5-16,-1-1-1 0,1 3-6 0,1-3-13 0,0 0 5 16,-2-2-1-16,1 0-6 0,2-10 0 15,0 20-4-15,0-9-15 0,0-1 18 0,0-10-6 16,0 17-8-16,2-11 11 0,-2-6-9 0,3 11-6 16,-3-11-15-16,1 11-27 0,-1-11-29 0,0 0-37 15,0 0-26-15,6 11-41 0,-6-11-44 0,0 0-201 16,0 0-448-16,0 0 198 0</inkml:trace>
  <inkml:trace contextRef="#ctx0" brushRef="#br0" timeOffset="16427.27">27784 2115 183 0,'0'0'226'0,"0"0"-7"0,0 0-22 16,0 0-19-16,0 0-15 0,4-9-22 0,-4 9-12 15,0 0-19-15,0 0-12 0,0 0-8 0,0 0-11 16,0 0-3-16,0 0-11 0,0 0-3 0,14 24-9 0,-12-20-6 16,2 4-1-16,-4-8-7 0,5 15-4 15,1-9-1-15,-6-6-7 0,5 11-3 0,-5-11 2 16,7 11-3-16,-7-11-3 0,7 9-1 0,-7-9-3 16,0 0 0-16,7 13 1 0,-7-13-2 0,0 0-4 15,8 7 2-15,-8-7 0 0,0 0 2 0,8 6 17 16,-8-6 13-16,0 0 16 0,0 0 22 0,0 0 8 15,0 0-3-15,0 0-6 0,0 0-6 0,0 0-10 16,20-29-14-16,-16 19 7 0,1-2-2 0,0 2-9 16,-1-6-3-16,0 0-4 0,4 2-3 0,-3 3-6 15,1 0-7-15,-3 1 7 0,-2 2-9 0,-1 8-14 16,8-11 11-16,-8 11 1 0,3-9-15 0,-3 9-21 16,0 0-27-16,2-10-42 0,-2 10-57 15,0 0-57-15,0 0-61 0,0 0-228 0,0 0-527 16,0 0 234-16</inkml:trace>
  <inkml:trace contextRef="#ctx0" brushRef="#br0" timeOffset="17649.27">28887 1810 100 0,'0'0'88'0,"0"0"3"0,0 0-8 0,0 0-1 16,0 0-6-16,0 0-5 0,0 0-8 0,0 0 2 0,0 0-8 16,0 0-6-16,0 0 6 0,0 0-18 0,0 0 3 15,0 0-8-15,0 0 6 0,0 0-12 0,0 0-3 16,0 0 14-16,0 0-10 0,0 0 13 0,0 0 4 15,0 0-1-15,0 0 6 0,0 0 7 0,0 0 1 16,0 0 6-16,0 0-3 0,0 0 5 16,0 0 1-16,0 0-12 0,0 0 1 0,0 0-9 15,-4-13-1-15,4 13-5 0,0 0 1 0,0 0-3 16,0 0-4-16,0 0-7 0,0 0-5 0,0 0-1 16,-6-6-5-16,6 6-3 0,0 0-3 0,0 0-4 0,0 0-2 15,0 0-1-15,0 0 0 0,0 0 2 0,0 0-2 16,-13 16-2-16,13-16 1 0,-4 8-6 15,2-3 8-15,2-5-5 0,-2 7 0 0,2-7 3 16,-1 9-7-16,1-9 3 0,0 0 3 0,0 0-1 16,3 12 6-16,-1-9-3 0,-2-3-5 0,0 0 6 15,0 0-1-15,9 7 0 0,-9-7 1 0,0 0-2 16,0 0 3-16,0 0 1 0,14-2 1 0,-14 2-3 16,0 0 2-16,0 0-2 0,0 0-2 0,0 0 3 15,0 0-1-15,0 0-2 0,0 0 3 0,0 0-6 16,0 0 1-16,0 0-5 0,0 0 5 0,0 0-4 15,0-18-3-15,0 18 3 0,0 0-5 0,0 0 2 16,0 0-2-16,0 0 2 0,0 0 0 0,0 0-2 16,0 0 2-16,0 0-4 0,0 0 4 0,0 0 4 15,1 25-1-15,-1-25-3 0,0 0 2 0,0 0 3 16,0 0 0-16,5 6 2 0,-5-6 6 0,0 0-2 16,0 0 3-16,0 0 9 0,0 0-5 0,0 0 4 15,11-18 8-15,-11 18 33 0,0 0-5 0,0-14-6 16,0 14-8-16,0-10 2 0,0 10-7 15,0 0-4-15,-3-17 0 0,3 17-4 0,0 0-4 16,-5-9-6-16,5 9-3 0,0 0-2 0,0 0-15 16,-6-7-12-16,6 7-26 0,0 0-17 0,0 0-29 15,0 0-25-15,-24 12-51 0,17-7-43 0,1 1-149 16,6-6-385-16,-14 12 171 0</inkml:trace>
  <inkml:trace contextRef="#ctx0" brushRef="#br0" timeOffset="18217.43">28464 2066 78 0,'0'0'214'0,"0"0"-16"15,0 0-18-15,3-15-9 0,-3 15-14 0,0 0-9 16,15-5-19-16,-15 5-11 0,0 0-12 0,10-4-7 16,-10 4-18-16,0 0 0 0,0 0-14 15,0 0 0-15,18 13-7 0,-18-13-6 0,4 12-4 16,-4-12-5-16,-4 14-10 0,4-3 5 0,-5-2-5 16,-2 1 1-16,-2 2-6 0,3-5-2 0,-3 4 2 15,-1-3-8-15,2 0 3 0,-1-2-5 0,2-1-2 16,0 0 3-16,7-5-6 0,-11 5 2 0,11-5-1 15,-11 3-5-15,11-3 6 0,-11 4 0 0,11-4 4 16,0 0 5-16,0 0-2 0,0 0-7 0,0 0-2 16,0 0-3-16,0 0 0 0,-14-7-3 0,14 7-1 15,0 0-1-15,0 0-3 0,0 0-4 0,0 0 4 16,0 0-8-16,0 0 5 0,0 0 1 0,0 0 1 16,0 0 0-16,0 0 0 0,36 0-3 0,-36 0 2 15,18 3-2-15,-11-2 3 0,6 2-1 0,-3 0-4 16,2-2 2-16,1 4-14 0,-1-5-37 0,-12 0-39 15,20 2-33-15,-6-2-56 0,-5 1-40 0,-9-1-120 16,0 0-367-16,0 0 162 0</inkml:trace>
  <inkml:trace contextRef="#ctx0" brushRef="#br0" timeOffset="18566.97">28601 2034 142 0,'0'0'242'0,"0"-11"-14"0,0 11-19 0,0 0-23 16,0 0-19-16,0 0-19 0,0 0-18 0,0 0-14 16,0 0-9-16,0 0-7 0,0 0-6 0,0 0-7 15,0 0-6-15,0 0 2 0,19 29-14 0,-14-22-3 16,1 3-1-16,-2-2-11 0,0-2 4 0,1 2-7 16,-1-1-1-16,-4-7-7 0,5 12-4 0,0-7-2 15,-5-5-5-15,4 12-5 0,0-7 1 0,-4-5-5 16,6 6-1-16,-6-6 2 0,0 0-3 0,0 0-1 15,7 6 10-15,-7-6 8 0,0 0 6 0,0 0-1 16,0 0-3-16,0 0-1 0,17-12 6 0,-11 7-1 16,-6 5-18-16,7-17 13 0,-2 8-9 15,2-1-3-15,-2-3 1 0,-1 2-8 0,0 3 4 16,-1-2-6-16,1 0 1 0,0 5-6 0,-1-5-17 0,-3 10-14 16,5-11-20-16,-5 11-28 0,3-8-26 15,-3 8-40-15,0 0-41 0,8-13-47 0,-8 13-46 16,0 0-136-16,11-8-434 0,-11 8 192 0</inkml:trace>
  <inkml:trace contextRef="#ctx0" brushRef="#br0" timeOffset="19614.98">29583 1736 79 0,'0'0'165'0,"0"0"-10"0,0 0-5 15,0 0-10-15,0 0-12 0,0 0-9 0,0 0-14 16,0 0-10-16,0 0-9 0,0 0-8 0,0 0-7 16,0 0-4-16,0 0-10 0,0 0-7 0,0 0-5 15,0 0-3-15,0 0 1 0,0 0-6 16,0 0-5-16,0 0-2 0,-21 17-7 0,21-17 4 16,0 0 1-16,0 0-1 0,0 0 0 0,0 0 3 15,0 0 2-15,0 0 1 0,0 0 5 0,0 0 0 16,0 0 9-16,0 0 2 0,0 0 4 0,0 0 1 15,0 0-3-15,0 0-1 0,0 0 4 0,0 0 2 16,0 0-4-16,0 0-5 0,0 0-6 0,0 0-4 0,0 0 0 16,0 0-6-16,0 0 0 0,-7-22-9 15,7 22 0-15,0 0-4 0,-4-8 2 0,4 8-3 16,0 0 3-16,-8-6-6 0,8 6 0 0,0 0-6 16,-4-5-1-16,4 5 1 0,0 0-7 0,0 0 0 15,0 0 0-15,0 0-7 0,0 0 3 0,-14 8 3 16,14-8-5-16,-4 8 7 0,4-8-4 0,-3 8-2 15,3-8 1-15,-2 7 4 0,2-7-2 0,0 0 0 16,-1 8-5-16,1-8 8 0,0 0-2 0,0 0 4 16,0 0 0-16,0 0 3 0,0 0-5 0,0 0 3 15,6 7 3-15,-6-7-1 0,0 0 6 16,0 0-4-16,0 0 8 0,0 0 11 0,0 0-3 16,0 0 6-16,0 0-1 0,0 0-5 0,11-21-13 15,-11 21 9-15,0 0-5 0,0 0 2 0,0 0-7 16,-4-17 0-16,4 17 0 0,0 0-1 0,-2-7-2 0,2 7 0 15,0 0-8-15,0 0-1 0,0 0-1 16,0 0-4-16,0 0 0 0,0 0 0 0,0 0-1 16,0 0 3-16,0 0 1 0,0 0 1 0,0 0-1 0,0 0-15 15,0 0 16-15,0 0 0 0,0 0-1 16,0 0 4-16,0 0-1 0,0 0-4 0,0 0 4 16,0 0 0-16,0 0 2 0,0 0 2 0,11 16 5 15,-11-16-4-15,0 0 6 0,0 0-3 0,0 0 1 16,0 0-5-16,0 0 1 0,0 0 0 0,0 0-8 15,0 0-5-15,0 0-18 0,0 0-29 0,0 0-29 16,0 0-44-16,0 0-41 0,0 0-43 0,0 0-12 16,0 0-6-16,0 0-122 0,0 0-381 0,0 0 169 15</inkml:trace>
  <inkml:trace contextRef="#ctx0" brushRef="#br0" timeOffset="20062.73">29321 2028 115 0,'0'0'235'0,"-1"-5"-14"0,1 5-7 15,0 0-15-15,0 0-19 0,0-10-15 0,0 10-21 16,0 0-16-16,0 0-13 0,0 0-14 0,0 0-14 15,0 0-4-15,0 0-9 0,0 0-9 0,0 0-6 16,0 0-7-16,0 0-3 0,0 0-5 0,0 0-6 16,0 0-2-16,0 0-6 0,10 23-6 0,-10-23 3 15,0 0-5-15,-5 17-15 0,5-17-5 0,-2 12-14 16,2-12-7-16,-5 9-21 0,5-9-15 16,-2 9-2-16,2-9-4 0,0 0 6 0,0 0-3 15,0 11 2-15,0-11 0 0,0 0 11 0,8 11 4 16,-8-11 3-16,8 3-8 0,-8-3 17 0,10 3-1 15,-10-3 6-15,8 6 6 0,-8-6-4 0,9 3 5 0,-9-3 0 16,7 5 3-16,-7-5 5 0,0 0-3 16,0 0 31-16,4 9 14 0,-4-9 8 0,0 0 8 15,0 0 0-15,0 0-12 0,-9 15 4 0,9-15-2 16,-9 8-6-16,9-8-4 0,-10 5-4 0,10-5-3 16,-10 3 0-16,10-3-2 0,0 0-17 0,-13 1-14 15,13-1-29-15,0 0-35 0,0 0-37 0,-13-1-55 16,13 1-124-16,0 0-315 0,-9-8 141 0</inkml:trace>
  <inkml:trace contextRef="#ctx0" brushRef="#br0" timeOffset="20369.16">29420 2029 126 0,'6'-6'182'0,"-6"6"-15"0,0 0-15 0,0 0-20 16,0 0-7-16,0 0-2 0,0 0-11 0,0 0-5 0,17 12-7 15,-17-12-4-15,8 11-11 0,-5-5-2 0,4-2-2 16,-7-4-4-16,9 11-3 0,-3-3 2 16,-2-2-6-16,-4-6-4 0,11 10-6 0,-6-7-4 15,-5-3-10-15,8 4-2 0,-8-4 0 0,0 0 0 0,8 8 8 16,-8-8 6-16,0 0 10 0,0 0 13 16,9 4 0-16,-9-4 14 0,0 0-9 0,0 0-9 15,9-16-5-15,-5 9-7 0,1-3 5 0,0 2-14 16,-1-4 0-16,1 2-9 0,-1-1 5 0,-1 1-11 15,0 0-5-15,1 0-3 0,-4 10-3 0,4-18-15 16,-3 8-13-16,-1 10-29 0,3-12-27 0,-3 12-51 16,0 0-68-16,0-14-72 0,0 14-239 0,0 0-522 15,-11-10 231-15</inkml:trace>
  <inkml:trace contextRef="#ctx0" brushRef="#br0" timeOffset="22850.14">31868 1670 98 0,'0'0'107'0,"0"0"-4"16,0 0-11-16,0 0 5 0,0 0-1 0,0 0-4 15,0 0-13-15,0 0 4 0,0 0-4 0,0 0-7 16,0 0-9-16,0 0 2 0,0 0-7 0,0 0-13 16,0 0-11-16,0 0 7 0,0 0-4 0,0 0-5 15,-16 13-9-15,16-13 1 0,0 0-3 16,-8 9-4-16,8-9 0 0,-6 3 2 0,6-3-4 15,0 0 3-15,0 0-6 0,0 0 1 0,-7 7 0 16,7-7 0-16,0 0 1 0,0 0 2 0,0 0 2 16,0 0 0-16,0 0-1 0,0 0 2 0,0 0-2 15,0 0 5-15,0 0 5 0,0 0 8 0,0 0-1 16,0 0 7-16,0 0 4 0,0 0-10 0,0 0-2 16,0 0-2-16,0 0-7 0,0 0 4 0,0 0-8 15,0 0 0-15,0 0-2 0,0 0-2 0,0 0-2 16,0 0 0-16,-6-21 3 0,6 21-9 0,0 0 3 15,0 0-1-15,0 0-9 0,0 0-3 0,0 0-4 16,0 0 6-16,0 0-5 0,0 0 0 0,0 0 4 16,0 0-3-16,0 0 2 0,-18 17-1 0,18-17-2 15,-4 8 3-15,4-8 3 0,-2 8-6 0,2-8-1 16,0 0 5-16,0 0 2 0,0 12-2 0,0-12 0 16,0 0 1-16,0 0-2 0,0 0 4 0,0 0 5 15,0 0 2-15,0 0 8 0,0 0 6 0,0 0-1 16,0 0 4-16,0 0 4 0,0 0-4 15,0 0 1-15,0 0 0 0,0 0 3 0,0 0-4 16,0 0-1-16,0 0 0 0,0 0-5 0,0 0-6 16,18-24 3-16,-18 24-3 0,1-9-2 0,-1 9-3 15,0 0-1-15,1-12 2 0,-1 12-5 0,0 0-8 16,0 0 1-16,0 0-2 0,0 0 3 0,0 0-9 16,0 0 2-16,0 0 3 0,0 0-3 0,0 0 0 15,0 0 3-15,0 0 1 0,0 0-2 0,0 0-2 16,0 0 0-16,0 0 5 0,0 0-3 0,0 0 1 15,0 0 5-15,0 0-7 0,0 0 7 0,0 0-1 16,0 0 0-16,0 0 5 0,12 20-1 0,-12-20 0 16,0 0 7-16,0 0-5 0,15-1-1 15,-15 1 12-15,0 0 4 0,0 0 5 0,0 0 1 16,10-7-5-16,-10 7-3 0,0 0-1 0,3-12-3 16,-3 12 0-16,0 0 5 0,0 0-3 0,0 0-6 15,-4-15-4-15,4 15-1 0,0 0-9 0,0 0-11 16,0 0-17-16,0 0-33 0,-1-11-27 0,1 11-35 15,0 0-40-15,0 0-46 0,-20 18-125 0,9-13-364 16,0 6 162-16</inkml:trace>
  <inkml:trace contextRef="#ctx0" brushRef="#br0" timeOffset="23888.84">27105 2121 80 0,'0'0'124'0,"3"4"-10"0,-3-4 1 16,0 0-4-16,0 0-8 0,0 0-7 15,0 0-8-15,0 0-9 0,0 0-10 0,0 0-7 16,0 0-8-16,0 0 1 0,0 0-9 0,0 0-10 16,0 0-16-16,0 0-4 0,0 0-24 0,0 0-21 15,0 0-29-15,0 0-21 0,0 0-19 0,0 0-68 16,0 0-181-16,0 0 80 0</inkml:trace>
  <inkml:trace contextRef="#ctx0" brushRef="#br0" timeOffset="24450.26">31927 1533 131 0,'0'0'125'15,"0"0"5"-15,0 0-30 0,0 0-2 0,0 0-25 16,0 0-25-16,0 0-35 0,0 0-42 0,0 0-87 15,-24 8-123-15,24-8 54 0</inkml:trace>
  <inkml:trace contextRef="#ctx0" brushRef="#br0" timeOffset="25201.14">31635 1865 148 0,'0'0'220'0,"-4"-6"-21"0,4 6-7 16,-3-8-19-16,3 8-19 0,-6-8-10 15,6 8-12-15,-8-5-13 0,3 0-10 0,5 5-7 16,0 0-4-16,-10-4-13 0,3 2-9 0,7 2-8 16,0 0-9-16,-19 0-8 0,13 3-1 0,6-3-11 15,-20 6-2-15,8-1-7 0,4 2 2 0,-2 0-6 16,2-1-1-16,-1 1-2 0,3 2-4 0,0-3-2 16,6-6-3-16,-7 11-5 0,7-11 4 0,-4 9-4 15,4-9-1-15,-1 12 1 0,1-12-1 0,0 0 1 16,8 15 2-16,-1-11-5 0,1 1 3 15,-8-5-5-15,16 3 4 0,-8-2-5 0,3 1 2 0,0-1-5 16,-3-1 4-16,-8 0-3 0,14-4 3 16,-9 2-4-16,2-1 1 0,0-1 4 0,-7 4-3 15,10-10 3-15,-10 10 4 0,9-12-3 0,-2 5-1 0,-7 7-1 16,6-13 2-16,-5 3 2 0,-1 10 7 0,5-11-4 16,-5 11-3-16,2-11 2 0,-2 11 6 0,1-10 2 15,-1 10 4-15,0 0 5 0,0 0-4 16,1-11-2-16,-1 11 0 0,0 0-11 0,0 0-1 15,0 0 0-15,0 0-2 0,0 0-8 0,0 0 4 16,0 0 0-16,0 0-4 0,0 0-2 0,0 0 8 16,0 0 0-16,0 0-5 0,-6 32 2 0,6-32 3 15,-3 15-1-15,3-15-2 0,-1 16 1 0,1-7 0 16,0-9-3-16,0 13 0 0,0-13 5 0,-1 16-1 16,2-8-5-16,-1-8 1 0,1 14-16 0,2-5-16 15,-1-1-36-15,-2-8-44 0,0 0-20 0,9 15-51 16,-6-10-22-16,-3-5-151 0,0 0-383 0,6 13 169 15</inkml:trace>
  <inkml:trace contextRef="#ctx0" brushRef="#br0" timeOffset="25516.94">31747 1852 151 0,'0'0'151'0,"0"0"-9"16,0 0-20-16,0 0-10 0,0 0 13 0,0 0-19 16,0 0-2-16,14 25-7 0,-10-17-16 0,0 1-2 15,-2 2-8-15,0-3-11 0,3 2-6 16,-3-1-1-16,-2-9-10 0,5 14 2 0,-2-7-8 16,-3-7-6-16,6 12 7 0,-6-12-9 0,5 9-1 15,-5-9 1-15,4 7 4 0,-4-7 3 0,0 0 18 0,5 8 15 16,-5-8 15-16,0 0 2 0,0 0-8 0,0 0 2 15,0 0-2-15,0 0-11 0,0 0-6 0,26-18-6 16,-20 8-6-16,3-5-9 0,0 3 1 0,3-1-13 16,-3-1-8-16,0 1-25 0,-2 3-25 15,0-1-46-15,-2 0-41 0,1 0-44 0,1 1-74 16,-4 1-120-16,0 0-382 0,-3 9 169 0</inkml:trace>
  <inkml:trace contextRef="#ctx0" brushRef="#br0" timeOffset="64148.98">25858 8547 70 0,'0'0'74'0,"0"0"1"0,0 0-10 0,0 0 4 16,0 0-7-16,0 0 4 0,0 0-7 0,0 0-2 15,0 0-5-15,0 0 0 0,0 0-5 0,0 0 10 0,0 0-12 16,0 0 2-16,0 0-6 0,0 0-2 0,0 0 3 16,0 0-4-16,0 0-2 0,0 0 0 15,0 0-8-15,0 0 6 0,0 0-20 0,0 0 1 16,0 0-1-16,0 0 2 0,0 0 2 0,0 0 0 0,0 0-1 16,0 0-1-16,0 0-8 0,0 0 2 0,0 0 15 15,0 0-13-15,0 0 0 0,0 0 3 0,0 0 1 16,0 0-5-16,0 0-1 0,0 0-11 15,0 0-3-15,0 0 4 0,0 0 0 0,-17-14-1 0,17 14-3 16,0 0 0-16,-2-7-6 0,2 7 8 0,0 0-4 16,0 0 5-16,-5-8-17 0,5 8 19 0,0 0-5 15,0 0-1-15,-2-8 0 0,2 8 5 0,0 0-4 16,0 0 5-16,-6-6-2 0,6 6 2 0,0 0-2 16,-6-5-2-16,6 5 4 0,0 0 6 0,0 0-3 15,0 0 6-15,-4-6-9 0,4 6 19 0,0 0-14 16,0 0 2-16,0 0-6 0,-4-5 9 0,4 5 5 15,0 0-6-15,0 0-4 0,0 0 1 0,0 0 0 16,0 0 5-16,0 0-4 0,0 0 3 0,0 0-4 16,0 0-3-16,0 0-3 0,0 0-5 0,0 0 5 15,0 0-2-15,0 0-2 0,-9-1 4 0,9 1-3 16,0 0 7-16,0 0 0 0,0 0-7 0,0 0-7 16,0 0 11-16,0 0 2 0,0 0-7 0,0 0 2 15,0 0-4-15,0 0-4 0,0 0-1 0,0 0-3 16,0 0 9-16,0 0-5 0,0 0-8 0,0 0 10 15,0 0 10-15,0 0-16 0,0 0 2 0,0 0 4 16,16-8-5-16,-16 8 0 0,0 0-5 0,7-4 3 16,-7 4 5-16,0 0 1 0,4-4-6 0,-4 4 3 0,0 0 14 15,0 0 2-15,4-6 1 0,-4 6 3 16,0 0 2-16,0 0 9 0,0 0-6 0,0 0-6 16,0 0-5-16,0 0 6 0,0 0 6 0,0 0-3 15,0 0-4-15,0 0-2 0,0 0 0 0,0 0 2 0,0 0-4 16,0 0-4-16,0 0-1 0,0 0 0 15,0 0 0-15,0 0-2 0,0 0 6 0,0 0-1 16,0 0-2-16,0 0-2 0,0 0 6 0,0 0-3 16,0 0-6-16,0 0 2 0,14 6 9 0,-14-6-6 0,10 3 4 15,-10-3-11-15,12 0-2 0,-12 0 6 0,9-1 1 16,-9 1-4-16,12-2 9 0,-6-1-10 0,-6 3-3 16,11-5 18-16,-8 2-9 0,-3 3-3 0,9-5 4 15,-7 1-2-15,-2 4-7 0,5-8 2 0,-5 8 5 16,4-10-1-16,-4 10-1 0,0-9 3 0,0 9 4 15,0 0 1-15,0-9 7 0,0 9-4 0,0 0 10 16,-4-8-18-16,4 8 4 0,0 0 3 0,0 0 3 16,-7-7-3-16,7 7 1 0,0 0-8 0,-10 0 1 15,10 0 1-15,0 0-3 0,-8 10 6 0,3-5 3 16,5-5-10-16,-8 8 1 0,5-3 0 0,3-5 0 16,-5 8 2-16,5-8-2 0,-2 6 0 0,2-6 1 15,-2 7-13-15,2-7 8 0,0 0-3 0,-2 6-3 16,2-6 6-16,0 0-4 0,0 0 6 0,0 0 1 15,4 9-9-15,-4-9 4 0,0 0-2 0,0 0 2 16,0 0 3-16,0 0 0 0,0 0-3 0,14-3 7 16,-14 3-10-16,0 0 3 0,0 0 1 0,0 0 9 15,0 0-12-15,5-11 7 0,-5 11 5 0,0-10-2 16,0 10-4-16,0-9-2 0,0 9 0 0,0 0 6 0,-3-12-6 16,3 12 6-16,0 0 1 0,-4-6 4 0,4 6 2 15,0 0 1-15,0 0-2 0,0 0 2 0,-7-6 3 16,7 6-5-16,0 0 10 0,0 0-18 15,0 0 4-15,0 0 4 0,0 0-11 0,0 0 4 0,0 0 1 16,0 0 5-16,-9 12-2 0,9-12 1 0,0 0-4 16,0 12-3-16,0-12 6 0,0 0-3 0,0 0-3 15,4 11 1-15,-4-11 2 0,4 4-7 16,-4-4 5-16,0 0 0 0,0 0 0 0,10 0 5 0,-10 0-3 16,0 0 0-16,0 0-2 0,0 0 5 0,13-3-1 15,-13 3-2-15,0 0 6 0,5-5 1 0,-5 5-6 16,0 0-3-16,2-7 6 0,-2 7-3 0,0 0-1 15,0-10-1-15,0 10 4 0,0 0 5 0,0 0-7 16,-2-11 0-16,2 11 2 0,0 0 10 0,0 0-9 16,0 0-2-16,0 0 1 0,-5-7 0 0,5 7-8 15,0 0 12-15,0 0-1 0,0 0-7 0,0 0 0 0,0 0 5 16,0 0-4-16,0 0-2 0,0 0-6 16,0 0 12-16,0 0-3 0,0 0 1 0,-7 18-4 15,7-18-2-15,0 0 7 0,0 0-5 0,0 0 3 16,0 0-4-16,7 11-3 0,-7-11 2 0,0 0 2 0,0 0 2 15,6 4-4-15,-6-4-1 0,0 0 3 16,0 0-3-16,0 0 2 0,0 0 2 0,0 0-2 16,0 0 0-16,0 0-1 0,0 0 9 0,0 0-8 15,0 0-4-15,11-11-3 0,-11 11-1 0,0 0 1 0,0 0 4 16,0 0-9-16,0 0 9 0,0 0-11 0,-13-12 9 16,13 12 0-16,0 0-1 0,0 0 2 15,-12 2 7-15,12-2-1 0,0 0 4 0,-9 7-12 16,9-7 14-16,-10 3-15 0,10-3 12 0,-4 7-1 0,0-1-3 15,4-6 1-15,-5 5 0 0,5-5-1 0,-4 11 5 16,4-11 3-16,-1 5-4 0,1-5-2 16,0 0 0-16,0 9-1 0,0-9-1 0,0 0-3 15,5 7 8-15,-5-7 2 0,0 0-4 0,5 6 4 0,-5-6-3 16,8 2-1-16,-8-2 7 0,0 0-3 0,0 0 1 16,0 0-3-16,0 0 5 0,12-9-5 15,-12 9 0-15,4-5 1 0,-4 5-2 0,0 0 1 0,3-6 5 16,-3 6 1-16,0 0 0 0,0 0-11 0,-1-9 5 15,1 9 1-15,0 0 0 0,0 0-7 0,0 0 5 16,-4-12 5-16,4 12-1 0,0 0 1 0,0 0-2 16,0 0-7-16,0 0-3 0,0 0 5 0,0 0 1 15,0 0-2-15,0 0 2 0,0 0-2 0,0 0-6 16,-16 13 3-16,16-13 7 0,0 0-1 0,-2 10-1 16,2-10-1-16,0 0 8 0,0 0-13 0,0 10-1 15,0-10 2-15,0 0-2 0,4 9 7 0,-4-9-12 16,0 0-5-16,4 6 10 0,-4-6-8 0,0 0-2 15,6 3 7-15,-6-3 1 0,0 0 2 0,0 0 5 16,0 0-9-16,0 0-2 0,0 0 2 0,0 0 1 0,0 0 7 16,0 0 2-16,0 0-9 0,0 0 5 15,0 0-1-15,0 0 3 0,0 0 1 0,-10-22 18 16,10 22-5-16,0 0-4 0,0 0 8 0,-8-4-3 16,8 4-8-16,0 0 1 0,0 0-4 0,0 0 3 0,0 0 4 15,0 0-6-15,0 0-3 0,0 0 7 16,0 0-6-16,0 0-1 0,-14 7-3 0,14-7 3 15,0 0-5-15,0 0 3 0,0 0-2 0,0 0-8 16,0 9 1-16,0-9 0 0,0 0-3 0,0 0 1 0,0 0 1 16,0 0-7-16,0 0 10 0,0 0 2 0,0 0-3 15,0 0 1-15,0 0-7 0,0 0-9 0,0 0-4 16,0 0-24-16,0 0-18 0,0 0-91 0,0 0-175 16,0 0 78-16</inkml:trace>
  <inkml:trace contextRef="#ctx0" brushRef="#br0" timeOffset="65675.44">26628 8465 5 0,'38'-1'54'15,"2"-2"0"-15,0 1 1 0,12 2-4 0,-12-1 1 16,14 2 0-16,-13-2-14 0,10-2 2 0,3 0-8 0,-2 2 0 16,-1-1-9-16,-12-2-2 0,12 1-1 0,1 3-11 15,-12-4-4-15,10-2 3 0,-10 3-12 16,12-1 1-16,-1 0-3 0,1-3-3 0,3 3-5 15,0 0-2-15,-1-1 1 0,6 0-1 0,-1 1 6 0,2-3 2 16,4 1-5-16,25-5 1 0,-29 4-3 0,-4 1 10 16,5-2 5-16,-4 2 3 0,0-4 0 0,-2 2-3 15,-1-1 7-15,-2 1-8 0,-17 5 3 0,16-5-4 16,-14 1 3-16,-1 5-1 0,1-6 1 0,0 7-7 16,-5-4 1-16,0 1-6 0,-5 1-13 0,-6 1-5 15,-4-2-29-15,1 2-62 0,-8 1 28 16</inkml:trace>
  <inkml:trace contextRef="#ctx0" brushRef="#br0" timeOffset="66066.94">28824 8248 64 0,'19'-2'88'0,"0"0"-12"0,5 0-3 16,8-4-9-16,2 5 8 0,6-3-8 0,13-3 6 16,1 0-5-16,1-3-6 0,-1 3-3 0,1-2-8 15,0 1-2-15,-2-1-4 0,0-1-11 0,-1 0 0 16,4 2-5-16,-5-3-3 0,1 2 6 0,1 1-16 15,1-3 0-15,2 1 8 0,-7-1-9 0,0-1 4 16,0 1 7-16,-11 4-5 0,-2-3 3 0,0 1 10 0,1 0-9 16,-1 0-2-16,-3-2-6 0,-2 3-1 15,-3 0 0-15,-3 2 4 0,-4 1-9 0,-4-2-6 16,-1 3-8-16,-4 1 16 0,-1-1-10 0,-2-1-2 0,-4 4 8 16,0-1-9-16,-5 2-5 0,12-3-8 15,-12 3 9-15,7-3-18 0,-7 3-15 0,4-4-35 16,-4 4-25-16,0 0-73 0,0 0-188 0,0 0 83 15</inkml:trace>
  <inkml:trace contextRef="#ctx0" brushRef="#br0" timeOffset="67316.95">31618 7015 75 0,'1'-13'139'0,"-1"7"-6"0,0 6 0 15,0-10 7-15,0 10-3 0,0 0-15 0,-1-9-9 16,1 9-6-16,0 0-15 0,0 0-12 0,0 0-6 15,0 0-11-15,0 0-3 0,0 0-8 0,0 0 3 16,0 0-6-16,14 24 2 0,-7-10 2 0,0 2 2 16,-1 2 1-16,0 1-9 0,-1 0-6 0,3 5-2 15,-5-6-4-15,5 0 2 0,0 0-5 0,-3-2-6 16,1-1-2-16,0-1-2 0,0-1 1 0,0-2-1 0,-1 0-5 16,0-2 3-16,2-3-6 0,-2 1 3 15,0-3-2-15,-5-4 5 0,5 7 7 0,-5-7 10 16,4 8 14-16,-4-8 7 0,4 1 8 0,-4-1-3 15,0 0-8-15,0 0-4 0,0 0-7 0,15-13 0 16,-9 3-6-16,2-3 2 0,0-4-11 0,2-2-4 0,0-3-5 16,-3 6-2-16,4-10-1 0,-2 4-1 15,-1 4-2-15,2 0-5 0,-1-5-11 0,-2 6-4 16,0-1-5-16,2 1-3 0,-3 4-6 0,-3 3-13 16,-1 1-19-16,2 4-29 0,-1-1-31 0,-3 6-24 15,4-5-24-15,-4 5-18 0,0 0-15 0,0 0-143 0,-4 23-364 16,1-11 161-16</inkml:trace>
  <inkml:trace contextRef="#ctx0" brushRef="#br0" timeOffset="67551.14">31912 7251 84 0,'0'0'164'16,"0"0"-10"-16,0 0-19 0,0 0-14 0,0 0-4 15,0 0-17-15,0 0-6 0,-3 14-10 0,3-14-13 16,-1 16 0-16,0-6-8 0,0 2-7 0,-2 0-8 16,2 1-4-16,-3 5-4 0,0-4-2 0,3-1-2 0,-2-3-3 15,2 0-5-15,1 2 1 0,-2-2-14 16,3-1-19-16,-2 4-13 0,-1-6-33 0,1 1-25 16,0 0-21-16,1-8-24 0,-3 13-91 0,0-7-228 15,0 0 101-15</inkml:trace>
  <inkml:trace contextRef="#ctx0" brushRef="#br0" timeOffset="67800.82">31960 7239 8 0,'11'3'105'0,"-1"1"0"0,1 0 12 0,0 0-19 16,-1 2-2-16,0 1-3 0,-2 0-10 0,0-1-1 15,-1 3-20-15,-2-1 5 0,-1 3-8 0,-1 0 2 16,-2-1-8-16,-1 0-4 0,-3 1 4 0,-1 0-8 16,-1 1 11-16,-5-3-2 0,0 2-1 0,-5 2-7 15,2-4-5-15,-1 1 0 0,-2 0-8 0,2-1-2 16,2-4-13-16,0 0-17 0,-1-2-32 0,1 3-25 16,3-4-41-16,-1 0-43 0,2-1-75 0,8-1-232 15,-11-1 103-15</inkml:trace>
  <inkml:trace contextRef="#ctx0" brushRef="#br0" timeOffset="68017.02">32185 7251 143 0,'0'0'166'0,"6"-5"-19"16,-6 5-18-16,0 0-16 0,0 0-10 0,0 0-12 15,0 0 2-15,0 0-2 0,6 15-8 0,-2-6-1 16,-8 2-3-16,4 5-11 0,-1 1-4 0,1 2-5 15,-1-2-10-15,-1 0-3 0,4-1-7 0,-4 3-4 16,2-6 1-16,2 1-2 0,-2-1-6 0,-2-1-7 16,5 2-25-16,-3-4-29 0,0 0-13 0,1-3-36 15,0-1-32-15,-1-6-24 0,4 9-93 0,-4-9-250 16,0 8 112-16</inkml:trace>
  <inkml:trace contextRef="#ctx0" brushRef="#br0" timeOffset="68233.24">32311 7246 28 0,'10'8'118'16,"-5"-4"-12"-16,0 6 8 0,0 1 16 0,-2 1-9 16,-2-1-19-16,2 1-10 0,-5 1-10 0,5 5-14 15,-4-3-3-15,-3-2-4 0,-3 3-2 0,0-1-8 16,-5 1 2-16,2-1-6 0,-4 0-2 0,0 0-15 15,-6 5-15-15,-1-4-36 0,-2 2-39 0,-1-2-33 16,-2-1-110-16,-2-1-219 0,0-2 98 0</inkml:trace>
  <inkml:trace contextRef="#ctx0" brushRef="#br0" timeOffset="68399.82">31746 7724 107 0,'0'0'198'0,"0"0"-14"15,0 0-21-15,0 0-3 0,0 0-13 0,41-2 0 16,-12-2-8-16,4-2-9 0,3 3-13 0,5-1-13 16,12-2-10-16,-1-1-5 0,-14 3-8 0,18-3-18 15,-18 3-20-15,-5 2-32 0,1 1-48 16,-3-1-58-16,-11 2-55 0,-2 5-133 0,-6 0-306 0,-5 0 135 16</inkml:trace>
  <inkml:trace contextRef="#ctx0" brushRef="#br0" timeOffset="68650.14">31870 7902 101 0,'0'0'210'0,"0"0"3"16,15 12-10-16,-5-7 4 0,-1 0-14 0,3 2-18 16,-1 0-21-16,2 3-6 0,-4-2-16 0,1 3-9 15,-1 2-14-15,-4 2-13 0,1 1-6 16,-8 1-9-16,-4 0-5 0,-3 5-5 0,-4 2-3 0,-5-4-17 15,-1 1 1-15,-3-5-5 0,8-3-5 16,0 0-7-16,3-6-1 0,4-1-2 0,1-1-2 16,2-1-4-16,4-4-7 0,0 0 2 0,0 0-2 15,15 3-12-15,12-11-14 0,8-4-16 0,22-7-22 16,5 0-40-16,26-11-47 0,2-2-55 0,2-1-211 16,-2 2-431-16,-1 2 190 0</inkml:trace>
  <inkml:trace contextRef="#ctx0" brushRef="#br0" timeOffset="70316.83">30684 5850 29 0,'-4'-16'241'0,"1"0"-18"0,-2 6-7 0,1-2-7 16,2 5-18-16,1 1-17 0,1 6-16 0,-3-11-18 15,3 11-14-15,-4-6-16 0,4 6-10 0,0 0-13 0,-6-7-11 16,6 7-8-16,0 0-6 0,0 0-11 16,0 0-1-16,0 0-5 0,0 0 1 0,0 0-13 15,0 0 1-15,0 0-8 0,-7 23 1 0,7-16-4 16,-1 5-3-16,1-2-19 0,0 2-30 0,-1 2-19 16,0-2-34-16,-1 3-31 0,0-3-30 0,-1 4-33 0,2-3-154 15,-4 3-356-15,-3-3 157 0</inkml:trace>
  <inkml:trace contextRef="#ctx0" brushRef="#br0" timeOffset="70454.14">30446 5504 7 0,'0'0'21'0,"21"17"-17"15,-13-3-10-15,4 3-6 0,3 8 3 0</inkml:trace>
  <inkml:trace contextRef="#ctx0" brushRef="#br0" timeOffset="70717.13">30790 5912 62 0,'0'0'157'0,"0"0"3"0,0 0-7 16,0 0-2-16,0 0-1 0,0 0-4 0,0 0-12 15,0 0 0-15,-10-21-3 0,10 21 3 0,-4-16-11 16,3 8-18-16,-2-3-9 0,3-2-7 0,1 3-9 16,-1-4-8-16,2 3-10 0,0 0-11 0,2 1-3 15,0 1-7-15,-2 3-6 0,2 0-4 0,0 1-3 16,-4 5-7-16,9-5 0 0,-9 5 5 0,13-1-11 16,-13 1 4-16,14 5-7 0,-6-1-2 0,2 4 3 15,-4 0-10-15,3 1-8 0,-1 1-3 0,1 5-5 16,-3-1-14-16,-1-2-18 0,2 2-17 0,-4 2-23 15,5 0-42-15,-4 0-18 0,2 0-18 0,-1 0-143 16,-3-4-331-16,3-1 147 0</inkml:trace>
  <inkml:trace contextRef="#ctx0" brushRef="#br0" timeOffset="70965.97">31292 5631 171 0,'-1'-10'163'0,"1"10"-22"0,0-7-18 16,0 7-9-16,0 0-16 0,0 0-8 0,0 0-13 15,0 0 1-15,0 0 7 0,0 0 27 0,0 0-12 16,0 39-13-16,0-22-6 0,2 2-13 0,0 1-1 16,0-1-13-16,-2 6 5 0,5 1-9 15,-1-8-5-15,-4 1-2 0,3 2-7 0,-2-4-24 0,1 0-23 16,0 0-33-16,-4 1-31 0,1 0-40 0,0 1-32 15,-3-1-114-15,-1-6-282 0,-3 3 125 0</inkml:trace>
  <inkml:trace contextRef="#ctx0" brushRef="#br0" timeOffset="71433.36">31318 5782 11 0,'5'-8'124'0,"-1"0"5"0,6-5-29 0,0 1-3 15,0-1-17-15,4 3-8 0,-2 0-9 0,-2 2 4 16,3 0-14-16,-4 0-1 0,0 1-3 0,0 0-1 16,-3 2-2-16,-1 0-12 0,0 1-5 0,-5 4 8 15,8-6 1-15,-8 6-4 0,6-3-4 0,-6 3-1 16,5-5-3-16,-5 5 2 0,0 0-13 0,0 0 8 16,0 0-6-16,0 0-8 0,0 0 6 0,0 0-5 15,0 0 4-15,0 0-5 0,4 14-5 0,-5-5 6 16,0 8-5-16,-3 0 4 0,3-2 5 0,-2 3-8 15,-1 0-1-15,2-1 1 0,-5-2-10 0,7-2 13 16,0-2-25-16,0-1 19 0,0-1 13 0,0-1-3 16,0-8-13-16,0 12 4 0,3-7-8 0,-3-5 2 15,1 7 3-15,-1-7 5 0,5 6-8 0,-5-6 0 16,7 5 4-16,-7-5-3 0,7 3 0 0,-7-3 1 16,9 2-2-16,-9-2 6 0,14 0-4 0,-6-2 4 15,1-1 2-15,-1 2 1 0,2-3 5 0,-1 1-6 16,1-3-7-16,0 2 6 0,0-1 5 0,0 0-4 15,-2-2 5-15,0-1 4 0,1 2 2 0,-4 0-4 16,1-1 7-16,-2 2 8 0,-1 0 7 0,-3 5 0 16,4-10 7-16,-4 10 18 0,1-8-4 0,-1 8-1 15,0 0-8-15,0-10-5 0,0 10-3 0,0 0-8 16,0 0-5-16,0 0-3 0,-15 2-2 0,15-2 0 0,-11 12-9 16,4-2-17-16,-1 0-30 0,-2 4-49 15,3 1-44-15,1 1-25 0,5 0-142 0,-3-1-321 16,4-1 142-16</inkml:trace>
  <inkml:trace contextRef="#ctx0" brushRef="#br0" timeOffset="72017.05">31898 5770 12 0,'0'0'126'0,"0"0"-1"15,0 0-14-15,0 0 15 0,0 0-11 0,11 13-5 16,-8-7-8-16,1 4-9 0,0-1 6 0,-1-2-18 16,1 1-7-16,0 1-7 0,-1-3-5 0,-1-1 0 15,1 1-11-15,-3-6-3 0,2 7 12 0,-2-7 11 16,3 4 14-16,-3-4 17 0,0 0 13 0,3 7-5 16,-3-7-14-16,0 0-7 0,0 0-10 0,0 0-13 15,0 0-1-15,-12-18-8 0,9 11-7 0,3 7 0 16,-4-11-6-16,3 3-6 0,1-1-2 0,0-1-8 15,3-8-1-15,-1 6-3 0,2 1-5 0,4-6-5 16,-2 5 0-16,4-3-4 0,-1 5-2 0,3-1-3 0,-1 2-3 16,-2 2-2-16,3 1 3 0,-1 2-3 15,0 2-1-15,0 2-1 0,-1 3 2 0,1 1-5 16,-5 2 3-16,2 0-1 0,-1 4 1 0,-2-1-2 16,1 1 3-16,-3 0-1 0,2 0 0 0,-2-1 5 15,0-1-6-15,-1-2 3 0,-1 0 1 0,-1-6-3 16,3 10 5-16,-3-10-2 0,0 9 2 0,0-9 5 15,0 0-2-15,0 7 0 0,0-7 1 0,0 0-3 16,0 0 4-16,0 0-1 0,0 0 1 0,-12 0-1 16,12 0-1-16,0 0-4 0,0 0 3 0,0 0-1 15,-7-14-4-15,7 14-5 0,2-13-1 0,0 3-8 16,4-1-5-16,2-3 0 0,2 1 0 0,1 0 0 16,2 0-1-16,-1 3 5 0,-2 2-1 0,0 3-1 15,1 0 6-15,-1 0-6 0,-3 2 6 0,1 2-3 16,-8 1 5-16,15 1 0 0,-4 3-1 0,-5 1 1 15,3 2 5-15,-2 0-6 0,-1 3 3 0,0 1 4 16,-1-1-2-16,-1 2-2 0,0 2-4 0,-7-3-15 16,1 5-30-16,2-4-23 0,1 4-26 0,0-5-24 15,-3 5-40-15,1-3-32 0,-2-3-103 0,3-10-328 16,-4 15 145-16</inkml:trace>
  <inkml:trace contextRef="#ctx0" brushRef="#br0" timeOffset="72199.31">32360 5702 126 0,'0'0'142'0,"0"0"-22"0,0 0-5 15,0 0-19-15,2-13-3 0,-2 13-19 0,0 0 12 16,0 0-17-16,0 0 2 0,0 0-8 0,4 38-4 16,-6-23-10-16,1 2-2 0,0 2-9 0,-1 0-20 15,1-2-26-15,0 1-36 0,0-1-32 0,1-6-34 16,-3 3-62-16,3-5-185 0,0-9 81 0</inkml:trace>
  <inkml:trace contextRef="#ctx0" brushRef="#br0" timeOffset="72750.2">32693 5691 152 0,'-10'-5'169'0,"10"5"-12"0,-13 0-16 16,3 0-9-16,10 0-11 0,-18 3-5 0,5 4-6 16,-2 2-5-16,-1 1 4 0,2-1-5 0,1 1-14 15,3-1-8-15,1 1-6 0,3-2-12 0,1 1-4 16,0 1 0-16,3-3-12 0,1 3-1 0,1-2-8 16,0-8-4-16,1 11-1 0,4-8-2 0,-5-3-6 15,11 6 1-15,-1-3-3 0,1-4-1 0,1-2 1 16,-2-2-8-16,2-1-2 0,2-5 0 15,-4 1-3-15,1-2 2 0,0-4-11 0,-6 2 4 16,4-2-7-16,-6-4 2 0,4 4-3 0,-5-3-2 0,1 0-1 16,-3-1 1-16,1-5 5 0,-1 6-8 0,0-1 8 15,-1 1-5-15,0 3 3 0,-1 0-2 0,1 5 5 16,0 1 1-16,0 5 6 0,1 5-8 0,-2-12-5 16,2 12 1-16,-1-7-2 0,1 7 1 15,0 0-4-15,0 0 7 0,0 0-4 0,-11 21 0 0,6-6 6 16,1 3 1-16,-3 5-2 0,1 3 0 0,5 0 0 15,-3-1 1-15,0 1 2 0,1 0-3 0,2-9-5 16,2 2-11-16,-1 0-21 0,3-1-31 0,2-3-28 16,0-2-40-16,0-1-34 0,3-2-116 15,-2-1-309-15,-6-9 136 0</inkml:trace>
  <inkml:trace contextRef="#ctx0" brushRef="#br0" timeOffset="73433.27">32878 5686 21 0,'0'0'159'0,"0"0"-18"0,0 0-11 0,0 0-8 16,0 0-14-16,-45-13-10 0,45 13-2 0,0 0-8 15,0 0 1-15,0 0-8 0,-58 28-9 0,47-21-8 16,4 0-5-16,7-7-8 0,0 0-1 0,0 0-10 16,0 0-1-16,-21 36-10 0,21-36 8 0,0 0-5 15,0 0-3-15,0 0 2 0,0 0-6 0,30 40-5 16,-30-40 4-16,0 0-11 0,35 5 7 0,-35-5 0 15,0 0-6-15,0 0 1 0,0 0 0 0,66-22 5 16,-66 22-8-16,20-21 2 0,-20 21-2 0,16-29 4 16,-16 29-7-16,11-35-2 0,-11 35 0 0,6-39-4 15,-2 14 7-15,-4 25-4 0,3-52 2 0,-2 25-4 16,-1 27 3-16,3-59-2 0,-2 32 5 0,-1 27-2 16,4-59-1-16,-1 30 11 0,-3 29 4 0,0-41 4 15,0 41 17-15,3-29 5 0,-3 29 3 0,0 0-9 16,0 0-6-16,0 0-5 0,0 0-7 0,0 0 2 0,0 0-7 15,0 0-6-15,0 0 2 0,0 0-6 16,0 0 2-16,0 0 2 0,0 0-1 0,0 0-3 16,14 115 3-16,-11-85-6 0,-2 5 2 0,0-2-2 15,-1-33 2-15,2 64 1 0,0-34-7 0,-2-30 2 16,5 44 2-16,-5-44 3 0,5 36-6 0,-5-36 4 16,7 29-6-16,-7-29 5 0,0 0-1 0,14 27 0 15,-14-27 0-15,0 0 2 0,24 19-2 0,-24-19 3 16,0 0-3-16,31 4 1 0,-31-4 0 0,0 0 1 15,0 0 0-15,60-23-3 0,-60 23 1 0,30-20 3 16,-14 6 0-16,-16 14-1 0,25-27-1 0,-25 27-2 16,21-31-1-16,-21 31 3 0,16-35-3 0,-16 35 1 15,9-33-4-15,-9 33 4 0,4-38-1 0,-4 38-3 16,0 0 6-16,0-39 2 0,0 39-2 0,0 0 1 16,0 0-3-16,0 0 0 0,0 0-3 0,-5-36-3 15,5 36 2-15,0 0 0 0,0 0-3 0,0 0-2 16,0 0 3-16,0 0-2 0,0 0 2 0,0 0 4 15,-54 66-5-15,54-66-1 0,-15 36-1 0,15-36 3 16,-8 35 2-16,8-35 0 0,-1 34 2 0,1-34-2 16,0 0 1-16,13 48 1 0,-13-48-2 0,14 26-1 15,-14-26-9-15,27 24-6 0,-27-24-10 0,30 19-16 16,-12-9-20-16,-18-10-30 0,36 16-19 0,-36-16-2 16,35 10-22-16,-35-10-10 0,25 6-6 0,-25-6-1 15,0 0 12-15,0 0-4 0,37 4-82 0,-37-4-244 16,0 0 107-16</inkml:trace>
  <inkml:trace contextRef="#ctx0" brushRef="#br0" timeOffset="73554.28">33411 5791 660 0,'0'0'-13'0,"0"0"14"0,0 0 19 0,15-42 31 16,-15 42 16-16,0 0 7 0,0 0 2 0,3-31-3 16,-3 31 14-16,0 0 2 0,0 0 5 0,0 0-6 15,0 0 1-15,0 0-10 0,0 0-4 0,0 0-6 16,0 0-8-16,0 0-9 0,0 0-9 0,0 0-6 16,0 0-25-16,0 0-27 0,0 0-29 0,0 0-36 15,0 0-52-15,0 0-138 0,0 0-291 0,0 0 130 16</inkml:trace>
  <inkml:trace contextRef="#ctx0" brushRef="#br0" timeOffset="74020.1">33382 5759 24 0,'0'0'164'0,"0"0"0"0,0 0-15 16,0 0-2-16,38-16-3 0,-38 16 0 16,0 0-2-16,0 0-4 0,19-19-6 0,-19 19-8 0,0 0-11 15,14-25 2-15,-14 25-5 0,0 0-9 16,0 0 1-16,10-36 8 0,-10 36-7 0,0 0-12 0,0 0-5 16,0 0 2-16,-5-39 0 0,5 39-9 15,0 0-10-15,0 0-7 0,0 0-10 0,0 0-7 16,0 0-8-16,0 0-4 0,0 0-2 0,0 0-1 15,0 0-6-15,0 0-2 0,0 0-2 0,0 0-15 16,-52 64-2-16,52-64-22 0,-5 34-40 0,5-34-22 16,0 0-52-16,14 48-65 0,-14-48-236 0,24 29-470 15,-24-29 208-15</inkml:trace>
  <inkml:trace contextRef="#ctx0" brushRef="#br0" timeOffset="96212.57">25654 11373 1 0,'0'0'41'0,"0"0"-5"0,0 0-3 0,0 0-12 15,0 0-11-15,0 0-10 0,0 0-24 0,0 0-26 16,0 0 12-16</inkml:trace>
  <inkml:trace contextRef="#ctx0" brushRef="#br0" timeOffset="-161743.24">30592 14253 12 0,'0'0'58'0,"0"0"-6"0,0 0-5 0,0 0-6 16,0 0-5-16,0 0 1 0,0 0-7 0,0 0-6 15,0 0-4-15,0 0 5 0,0 0-4 0,0 0-6 16,0 0 1-16,0 0-3 0,0 0-1 0,-12-12 2 15,12 12-9-15,0 0-2 0,0 0 1 0,-10 0 1 16,10 0 2-16,0 0-2 0,-15 2-6 0,15-2-5 16,-12 0 7-16,6 2-8 0,6-2-4 0,-12 0 0 15,12 0-1-15,-13 3 2 0,5-2 0 0,0 1-6 16,-1 1 2-16,9-3-6 0,-14 3 9 0,9-2-3 16,5-1 5-16,-13 1-2 0,13-1 3 0,-10 0-1 15,10 0 1-15,-10 1 1 0,10-1 1 0,-11-1 5 16,11 1-5-16,-11 0 1 0,11 0 3 0,-10 0 1 15,10 0-9-15,-13 0 7 0,13 0 1 0,-14 0 1 16,14 0-6-16,-13 0 4 0,13 0 5 0,-15-1-4 16,8 2 2-16,7-1 0 0,-11-1-2 0,11 1 6 15,-13 0-8-15,13 0 10 0,-11 0 0 0,11 0 0 16,-12 1 7-16,12-1-5 0,-11-1-2 16,11 1 2-16,-12 0 2 0,12 0-3 0,-10-1-3 15,10 1 5-15,-12 0-4 0,12 0 6 0,-9-2 0 0,9 2-1 16,0 0 8-16,-14 0-1 0,14 0-6 0,0 0 11 15,-10-1-5-15,10 1 0 0,0 0 3 16,-9 0 3-16,9 0-1 0,0 0-1 0,-9 1-3 16,9-1 1-16,0 0 7 0,0 0-3 0,0 0 2 15,-10-2 5-15,10 2-5 0,0 0-7 0,0 0 5 16,0 0 3-16,0 0-2 0,0 0-2 0,0 0 2 0,0 0 1 16,0 0-3-16,0 0-3 0,0 0 5 0,-9-3 2 15,9 3 2-15,0 0-12 0,0 0 5 16,0 0-3-16,0 0-4 0,0 0-2 0,0 0-4 15,0 0 5-15,0 0-3 0,0 0 4 0,0 0-3 16,0 0-2-16,0 0-4 0,0 0 4 0,0 0-12 16,0 0-4-16,0 0 9 0,0 0 7 0,0 0-2 0,0 0 2 15,0 0-7-15,0 0 1 0,0 0-3 0,0 0 3 16,0 0-3-16,0 0 6 0,29-2-1 16,-21 2 8-16,-8 0-11 0,18 0-8 0,-8 0 11 15,2-1-3-15,-1 1 1 0,3-2-2 0,0 2 4 16,3 0 5-16,1-1-9 0,0 0 5 0,2-1 0 15,2 1 3-15,-2-2 3 0,3 1-2 0,5 1-7 0,-1-2 4 16,-5 1-2-16,5-2 3 0,0 2 5 0,-6 0-7 16,8 0 6-16,-7 0-4 0,-1 0 1 0,6 1 0 15,-5-2-2-15,6 3 2 0,-7-3-1 16,5 2 16-16,-3-1-19 0,6 1 15 0,-7-2 0 16,6 0-5-16,-9 0-2 0,2 2 4 0,2-1 19 15,-3-1-5-15,2 2-1 0,6-2-5 0,-1 0 3 16,-7 2-7-16,8-4-4 0,-7 4 2 0,7-2 3 15,-1 0-3-15,-4 1 3 0,-4 1-8 0,4-1-3 0,-3 0-1 16,0 0 2-16,3 1-1 0,-2-1-2 0,7-1-2 16,1-1 7-16,-9 4-4 0,2 0-3 15,7-3 4-15,-7 0-4 0,5-1-1 0,3 1 4 16,-3 1-6-16,2 1 4 0,-1 1 1 0,-2-4-1 0,4-3-1 16,-1 5 0-16,1 2 11 0,1-3-12 15,0 1 0-15,2 0 0 0,-1-1-1 0,0 1-2 16,3-2 0-16,2 1-1 0,-4 0-6 0,3-2 4 15,0 1-10-15,1 0-6 0,2-1-1 0,1 1-18 16,-3 2-13-16,14-7-9 0,-1 1-17 0,-12 5-7 0,1-1-25 16,-1 0-18-16,-1 1-10 0,-1-1-83 15,-2 1-236-15,-4 3 105 0</inkml:trace>
  <inkml:trace contextRef="#ctx0" brushRef="#br0" timeOffset="-156423.78">30201 12421 16 0,'0'0'114'0,"0"0"-19"0,0 0-14 15,0 0-9-15,0 0-7 0,0 0-8 0,0 0-4 0,0 0-10 16,0 0 11-16,0 0-8 0,0 28 8 0,1-12-5 16,-1 10 17-16,-1 4-2 0,-1 0-2 0,1 4 9 15,-1 14 5-15,-1-2 8 0,3 1-6 0,-4-1-6 16,2 7 0-16,-1 1-7 0,2 0 5 0,-2 4-3 16,1 2 4-16,-1 22-15 0,2-23-2 0,-2-1-4 15,3 24 8-15,-2-25-6 0,0-3-8 0,-1 0 1 16,1 3 10-16,1 25 1 0,0-24 3 0,1-2-8 15,1 1 3-15,-1 2-13 0,3 0-4 0,0 0-6 16,1-2 0-16,-1 0 25 0,-2-8-6 0,3-1-4 16,0 0-5-16,-2-12 0 0,4 8-4 0,-3-10-4 15,1 2-7-15,2-2 2 0,-2 2-5 0,0-2-1 16,1-1-2-16,-2-4 1 0,-2-1-6 0,2-8 0 16,-1 7-29-16,1-8-20 0,-6-3-21 0,3 0-36 15,0-3-37-15,0-2-46 0,-1 0-41 0,0-1-161 16,-3-1-407-16,0-1 180 0</inkml:trace>
  <inkml:trace contextRef="#ctx0" brushRef="#br0" timeOffset="-153701.65">30239 14277 58 0,'0'0'65'0,"0"0"1"0,0 0-8 15,0 0-4-15,0 0-1 0,0 0-2 0,0 0 6 16,0 0-8-16,0 0 6 0,0 0-11 0,0 0-6 15,0 0 2-15,0 0-3 0,0 0-1 0,0 0-11 16,0 0-1-16,0 0-4 0,0 0 0 0,0 0-1 16,0 0-1-16,0 0 1 0,0 0 4 0,0 0-6 15,0 0 8-15,0 0-11 0,0 0 0 0,0 0 0 16,0 0 7-16,0 0 0 0,0 0-3 0,0 0-10 16,0 0 8-16,0 0-2 0,0 0-8 0,0 0 6 15,0 0 0-15,0 0-9 0,0 0-3 0,0 0 4 16,0 0-2-16,0 0-1 0,0 0 8 0,0 0-7 15,0 0 12-15,0 0 9 0,0 0 5 0,0 0-1 16,0 0 2-16,0 0-8 0,0 0 9 0,0 0-2 16,0 0 4-16,0 0-6 0,0 0 1 0,0 0-6 15,0 0 3-15,-5-7-8 0,5 7 11 0,0 0-14 16,0 0 3-16,0 0-10 0,4-15 4 0,-4 15-4 16,2-7 2-16,-2 7 0 0,2-9-3 0,-2 9-1 15,3-12 1-15,0 7-9 0,1-2 3 0,-3 0 3 16,3 1-1-16,0-2-7 0,0 0 10 0,-1-1-10 15,4 1 9-15,-3-2-15 0,-2 3 5 0,2-2 2 16,2 0 10-16,-2 0-19 0,1 0 4 0,-1 1 0 16,0-1-4-16,1 1 1 0,-1-1 5 0,1 0-1 15,0-1 9-15,-1 1-10 0,0 1 5 0,-2-2-5 16,2 0 1-16,2 2-1 0,-3-3 4 0,2 2 2 16,-1-3 4-16,1 3-1 0,-1-1-4 0,1 1 2 15,0-2-5-15,-1 0 5 0,0 1 5 0,-2 1-7 16,1 0 0-16,0-1-6 0,-3 10 4 0,6-16 5 15,-2 6-5-15,-1 3 3 0,-3 7 1 0,3-15 5 16,-3 15-4-16,5-16-2 0,-2 9 4 16,-3 7-2-16,5-13 0 0,-2 8-2 0,-1-5 4 15,-2 10-3-15,5-15 4 0,-1 4-6 0,0 6 7 0,1-4-3 16,-5 9 0-16,5-12-4 0,-2 2 9 0,-3 10-5 16,6-12 5-16,-3 5-8 0,-3 7 3 0,7-17-1 15,-4 11 3-15,2-2-9 0,-1 0 13 0,1 0-8 16,-5 8 2-16,6-13-4 0,-3 6 4 0,-3 7 0 15,6-12-2-15,-1 5 0 0,-1-1 3 16,0 1-1-16,1-1-2 0,-5 8 2 0,5-13-3 0,-2 6 6 16,-3 7-5-16,9-10 0 0,-4 0 2 0,-1 3 4 15,-4 7-2-15,9-15-7 0,-5 9 3 0,-1-1 1 16,-3 7 4-16,8-13-6 0,-4 4 5 16,-4 9-3-16,8-14 0 0,-5 6 4 0,1-1 0 15,1 1-1-15,-5 8-5 0,9-15 1 0,-5 8 4 16,-4 7 2-16,7-14-5 0,-4 5-1 0,3 1 5 0,-3-1 2 15,2 1-2-15,0-1 7 0,-2 0-13 0,-3 9 0 16,6-16 5-16,-2 7-3 0,2 2 5 0,-3-3-8 16,4 1 4-16,-7 9 2 0,6-13-2 0,-1 4 3 15,-1 1 0-15,-4 8-4 0,6-14 6 16,-2 9-5-16,1-5 4 0,-5 10-4 0,5-13 5 16,-1 6-10-16,-4 7 9 0,7-12-9 0,-3 5 8 0,-1 1-1 15,-3 6 2-15,8-16 7 0,-7 10-6 16,4-3-4-16,-5 9-6 0,7-13 5 0,-3 6 2 15,-4 7-3-15,6-13 2 0,-1 4-6 0,-5 9 3 16,8-16 4-16,-4 11-1 0,-4 5-3 0,6-13 0 16,-2 8-2-16,1-2 4 0,-5 7-2 0,11-15 9 15,-7 9-6-15,0-2-3 0,-4 8 0 0,8-13 8 16,-2 6-2-16,-1-1 0 0,-5 8-2 0,8-11-1 16,-3 1-2-16,-1 4 1 0,-4 6 4 0,10-14 0 15,-4 6-1-15,0 4 0 0,-1-4-1 0,-5 8 2 16,9-10 2-16,-3 6-3 0,-6 4 16 0,9-13-12 15,-5 7 14-15,-4 6-10 0,11-13-12 0,-6 9 12 16,-5 4-7-16,12-13 5 0,-6 5-2 0,-2 2-5 16,1 1 3-16,-5 5 1 0,10-12 7 0,-4 7 8 15,-6 5-2-15,9-12-2 0,-5 6 0 0,2 1 0 16,-4-2-6-16,3 1 0 0,1 1 2 0,-3-1-1 16,1-1 4-16,1 1-2 0,0 0-7 0,0 0 2 15,1 2 5-15,-1-3-7 0,-1 3 1 0,1-2 1 16,-5 6 0-16,10-9 5 0,-6 4-17 0,1 0 9 15,-1 0-4-15,1 0 5 0,0-1-2 0,3 0 10 0,-3 1-12 16,1-2 6-16,-1 2-4 0,0 2 3 16,2-3-2-16,-2 2 0 0,-1-1-1 0,2 1 3 15,-2-2-3-15,2 2 1 0,1 0 2 0,0-3-3 16,-2 3 0-16,2 1 0 0,-2-2-1 0,3 0-2 16,1 1-3-16,-9 4 8 0,10-4-4 0,-5-2 1 15,1 3-4-15,5-1 3 0,-6 1-3 0,4-2-2 16,-1 3 6-16,2-1 16 0,-10 3-14 0,16-8-5 15,-7 4 2-15,0-2-3 0,-1 5-1 0,-8 1 2 16,14-6-2-16,-14 6 5 0,14-5 3 0,-8 2-4 16,4 1 1-16,-10 2 3 0,22-5-6 0,-13 0 3 15,0 2 3-15,1 0-3 0,2-1-6 0,-2 2 6 16,3-1-1-16,-6 0-1 0,6 2 1 0,0-3 1 16,-3 1 1-16,1 0-3 0,0-1 1 0,-1 1-1 15,2 0 0-15,-1 0 4 0,1-1-1 0,-1 2-2 16,-1-3 0-16,1 3 2 0,-1-1-1 0,1 0-1 15,0-1-1-15,-1 1 0 0,0 0-1 0,0 2 3 16,0-4-3-16,2 3 6 0,0-2-7 0,0 1 5 16,1-2 1-16,5 0-4 0,-7 2 5 0,1-1-1 15,1 3-1-15,0-1-4 0,-1-1 1 0,1-1 2 16,1 0-2-16,-1 2 2 0,0-1 3 0,1 3-4 16,-1-3 9-16,0-1-9 0,-2 1 3 0,3 2 0 15,-1-2-6-15,-2 0 8 0,3 1-3 0,-2-1 2 16,2 1-2-16,-4-1 0 0,0-1 1 0,5 3-1 15,-6-3 1-15,3 2-4 0,6 1 4 0,-8-2-1 16,2-1 0-16,6 3 7 0,-6-2-9 0,5 1-4 16,-6-1 2-16,1 2 3 0,-2-3-2 0,2 3 0 15,-1-2 0-15,-1-1-3 0,2 3-5 0,-2-1 8 16,0 1-4-16,2-2 3 0,-3 3-3 0,1-4 3 16,1 1-2-16,0 1 2 0,0-1-1 0,1 1 4 15,-2-1-5-15,4 3 2 0,-3-2 2 0,2-1-5 16,1 1 3-16,-1 0 0 0,1-1 0 0,-1 3 4 0,1-2-3 15,-3 1 3-15,2-3-4 0,0 2-6 16,-1 1 8-16,2-1-1 0,-3 1 7 0,4 0-3 16,-4-1-7-16,3-1 5 0,0 2-1 0,-3 0-4 15,5 1-1-15,-5-3 5 0,1 1-5 0,3 0 2 16,-2 2-2-16,-1-3 3 0,3 1-1 0,-1 2-3 16,-14 0 4-16,0 0 1 0,0 0-3 0,65-10-2 0,-65 10 3 15,0 0 0-15,43-5-2 0,-43 5 3 16,0 0-4-16,42-3 6 0,-42 3-3 0,0 0-4 15,40-8 3-15,-40 8 1 0,32-3-6 0,-32 3 7 16,0 0-1-16,46-8-2 0,-46 8 2 0,27-4 2 0,-27 4 3 16,0 0-1-16,37-7-1 0,-37 7-3 15,0 0 1-15,38-5 1 0,-38 5-5 0,36-7 3 16,-36 7 0-16,37-7 3 0,-37 7-1 0,37-5 1 16,-37 5-5-16,0 0 7 0,45-4-7 0,-45 4 2 15,34-6 2-15,-34 6-1 0,35-6-8 0,-35 6 12 0,0 0-4 16,38-7 4-16,-38 7 4 0,0 0-11 0,35-5 1 15,-35 5 5-15,0 0-4 0,29-8-3 16,-29 8 5-16,0 0-1 0,0 0 1 0,36-4 1 16,-36 4 7-16,0 0-13 0,0 0 3 0,0 0 3 15,33-11-2-15,-33 11 3 0,0 0-2 0,0 0 3 16,0 0-2-16,0 0-1 0,0 0 0 0,0 0 1 16,32-8 4-16,-32 8-26 0,0 0-3 0,0 0 4 15,0 0 3-15,0 0 0 0,0 0-1 0,0 0 8 16,0 0-1-16,0 0-2 0,0 0 7 0,32-6-4 15,-32 6 7-15,0 0 1 0,0 0 1 0,0 0 9 16,0 0-6-16,0 0 4 0,0 0 0 0,0 0-4 0,0 0 1 16,0 0 0-16,0 0-1 0,0 0 5 0,0 0-9 15,0 0 6-15,0 0-6 0,0 0 3 16,0 0-1-16,0 0-5 0,0 0-20 0,0 0-17 16,0 0-27-16,0 0-28 0,0 0-30 0,0 0-133 15,0 0-280-15,0 0 123 0</inkml:trace>
  <inkml:trace contextRef="#ctx0" brushRef="#br0" timeOffset="-152883.94">33106 12547 186 0,'0'0'219'0,"0"0"-11"0,0 0-14 15,0 0-19-15,0 0-20 0,0 0-14 0,0 0-21 16,0 0-15-16,0 0-10 0,0 0-9 0,0 0-10 16,0 0-9-16,0 0-3 0,0 0-5 15,0 0-7-15,0 0-7 0,0 0-3 0,5 88-5 16,-5-88-6-16,-2 34-1 0,2-34-3 0,0 0-3 0,2 39-4 15,-2-39 2-15,0 0-4 0,4 31 0 0,-4-31-5 16,0 0 1-16,0 0-1 0,0 0 1 0,0 0-2 16,0 0 5-16,0 0 19 0,2 33 11 0,-2-33 12 15,0 0 7-15,0 0-6 0,0 0-8 16,0 0-1-16,0 0-9 0,0 0-4 0,0 0-3 16,0 0-9-16,0 0 0 0,32-89-5 0,-32 89-1 0,17-43-5 15,-8 17-4-15,-9 26-3 0,14-38-5 16,-14 38-3-16,11-32-8 0,-11 32-17 0,8-22-4 0,-8 22-18 15,0 0-22-15,0 0-25 0,14-24-38 16,-14 24-39-16,0 0-4 0,0 0 5 0,0 0-8 16,0 0-142-16,0 0-346 0,0 0 153 0</inkml:trace>
  <inkml:trace contextRef="#ctx0" brushRef="#br0" timeOffset="-152528.79">33306 12604 19 0,'0'0'148'0,"0"0"15"0,0 0-5 15,0 0-4-15,0 0-8 0,0 0-11 0,0 0-12 16,0 0-11-16,0 0-15 0,0 0-12 0,0 0-9 16,0 0 0-16,0 0-4 0,0 0-5 0,0 0-4 15,0 0-3-15,-39 41-9 0,39-41-2 0,0 0-11 0,-11 34 3 16,11-34-11-16,0 0-2 0,-2 32 0 16,2-32-6-16,0 0 0 0,0 0-1 0,0 0-6 15,0 37 6-15,0-37-5 0,0 0-3 0,0 0 0 16,0 0 0-16,0 0-8 0,0 0 2 0,19 23-7 15,-19-23-5-15,0 0 5 0,0 0 3 0,0 0-2 16,0 0-2-16,0 0 3 0,0 0-7 0,0 0 2 16,0 0 0-16,0 0 3 0,0 0 2 0,0 0 0 15,54-48-4-15,-54 48 0 0,0 0 1 0,0 0-2 16,0 0-7-16,0 0 4 0,0 0-1 0,0 0-3 16,0 0 6-16,0 0-4 0,0 0 6 0,0 0-3 15,0 0-1-15,0 0 5 0,0 0-1 0,0 0 2 16,0 0 0-16,18 43 2 0,-18-43-23 0,0 0-34 15,0 0-30-15,0 0-41 0,1 35-42 0,-1-35-109 16,0 0-299-16,0 0 133 0</inkml:trace>
  <inkml:trace contextRef="#ctx0" brushRef="#br0" timeOffset="-152223.08">33502 12633 76 0,'0'0'174'0,"0"0"-20"0,0 0-18 0,0 0-27 16,0 0 0-16,0 0-10 0,0 0-9 0,0 0-9 16,0 0-10-16,0 0-8 0,0 0-11 0,0 0-5 15,0 0-3-15,0 0-4 0,-55 52-3 16,55-52-4-16,0 0-2 0,-3 29-2 0,3-29-7 0,0 0 0 16,0 0-2-16,0 0-4 0,0 0 1 0,11 49-2 15,-11-49-3-15,0 0-1 0,0 0-4 16,0 0 10-16,0 0 4 0,10 28 13 0,-10-28 1 0,0 0 12 15,0 0 3-15,0 0 1 0,0 0 1 0,0 0 25 16,0 0-7-16,0 0-6 0,0 0-8 16,0 0-7-16,0 0-1 0,0 0-6 0,0 0-16 15,0 0-29-15,0 0-39 0,0 0-38 0,-16 31-65 16,16-31-203-16,0 0-377 0,0 0 167 0</inkml:trace>
  <inkml:trace contextRef="#ctx0" brushRef="#br0" timeOffset="-152081.95">33540 12721 166 0,'0'0'188'0,"0"0"-13"0,0 0-15 0,0 0-16 15,0 0-18-15,0 0-10 0,0 0-10 0,0 0-13 16,0 0-19-16,37-23-34 0,-37 23-42 0,0 0-54 16,0 0-49-16,0 0-100 0,0 0-220 0,0 0 97 15</inkml:trace>
  <inkml:trace contextRef="#ctx0" brushRef="#br0" timeOffset="-151693.28">33579 12775 93 0,'0'0'182'0,"0"0"-6"0,0 0-21 0,0 0-7 16,0 0-18-16,0 0-18 0,0 0-8 0,0 0-18 16,0 0-22-16,0 0-16 0,0 0-32 0,0 0-19 15,0 0-17-15,0 0-8 0,0 0-15 0,0 0-3 16,0 0-2-16,0 0 0 0,0 0 9 0,0 0 5 15,0 0 18-15,0 0 11 0,79-24 17 0,-79 24 20 16,0 0 7-16,0 0 9 0,0 0 15 0,0 0 8 16,0 0-3-16,0 0 1 0,13-22-11 0,-13 22-1 15,0 0-8-15,0 0 0 0,0 0 3 16,0 0-1-16,0 0-1 0,0 0-2 0,0 0-4 16,0 0-5-16,0 0-2 0,0 0-1 0,0 0-5 15,0 0-4-15,0 0 3 0,26 42-7 0,-26-42 9 16,0 0 17-16,0 0 15 0,0 0 1 0,22 14 3 0,-22-14 2 15,0 0-2-15,0 0 4 0,0 0-3 0,0 0-4 16,0 0-1-16,0 0-3 0,0 0 0 16,0 0-6-16,0 0-3 0,36-39-5 0,-36 39-6 15,0 0-9-15,0 0-10 0,0 0-12 0,0 0-23 16,-8-39-20-16,8 39-27 0,0 0-27 0,0 0-19 16,0 0-19-16,0 0-37 0,0 0-41 0,0 0-189 15,-89 12-422-15,89-12 186 0</inkml:trace>
  <inkml:trace contextRef="#ctx0" brushRef="#br0" timeOffset="-144023.86">31045 12426 23 0,'-3'-8'69'15,"3"8"-7"-15,0 0 0 0,-3-15 3 0,3 15-2 16,0 0-1-16,-1-15-7 0,1 15-12 16,-2-10 10-16,2 10-11 0,0 0 7 0,2-14 8 0,-2 14 5 15,0 0 12-15,1-11-19 0,-1 11 2 16,0 0 2-16,0 0-7 0,0-12-1 0,0 12-5 0,0 0-8 15,0 0 1-15,0 0-2 0,0 0-9 0,0 0 0 16,0 0-11-16,0 0 1 0,0 0-1 16,0 0-4-16,0 0-4 0,0 0 2 0,0 0-3 0,0 0 2 15,4 28-2-15,-4-18 1 0,0 1-1 16,0 2-2-16,0-3 1 0,1 7 4 0,-2-1-5 16,2 1 4-16,-1-1-3 0,-1-3 0 0,3 3-5 15,0-1 0-15,2 1 3 0,-2 0-6 0,2-5 14 0,2 4-10 16,-1 1 1-16,1-2 0 0,-3 1-2 0,3-1 2 15,-3 1-4-15,4 1 2 0,-2 0-7 0,-3 0 22 16,2 0-17-16,-2 2-5 0,0-1 5 16,-1 0-2-16,1 2 7 0,-1-1-2 0,-1 2-4 15,1 5-2-15,-2-5 4 0,2-1-4 0,-3 0 0 16,2 5 3-16,0-5-2 0,0 0 4 0,-2 1-2 0,1-1 0 16,1-1-4-16,-1-2 1 0,1 0 4 0,0 3 0 15,1-2-1-15,0-1 4 0,-1-2-8 16,0 3 4-16,0 0-3 0,0-3 4 0,0 4 0 15,3-1 1-15,-2-2-6 0,1 2 3 0,-2 0-6 16,2 2 8-16,-2-3-11 0,3 2-1 0,-1 0-1 16,-1 1 3-16,2-1-1 0,-1 1 1 0,1 1 1 15,-2-2-3-15,3 1-7 0,-3-2 1 0,2 1 6 16,-2-2-3-16,2 3 7 0,1-3-5 0,-3 1-4 16,4 0 1-16,-1 0 6 0,-2-2-8 0,1 2 4 15,-2-5-2-15,2 6 1 0,-1-2 3 0,1 1-6 16,0 2 14-16,-3-3-9 0,3 3 7 0,-1-2-4 15,-1 4 10-15,-1-3-8 0,0 3 3 0,2-2-3 16,-2 7 2-16,0-2-1 0,0 0 2 0,0 2-1 0,2 0-6 16,-4-6 14-16,4 6-25 0,-2-2-7 15,1 2 6-15,-1-2 4 0,1-5 1 0,-1 1-3 16,0-1-3-16,3 1-3 0,-2-1 2 0,-2-2 8 16,3 2 0-16,-2-2-2 0,3 0 5 0,0-1-1 15,-1-1 8-15,-1 4-6 0,2-4 0 0,-2-1 2 16,2 0-2-16,-2 3-9 0,-1-5 0 15,3 3-8-15,0 1-5 0,0-4-6 0,-3 0-8 0,2-1-9 16,0-1-39-16,-1 1-104 0,-1-2 47 0</inkml:trace>
  <inkml:trace contextRef="#ctx0" brushRef="#br0" timeOffset="-135310.11">33141 13062 16 0,'0'0'141'0,"0"0"-9"15,0 0-8-15,0 0 0 0,0 0-14 0,0 0-8 16,0 0-11-16,0 0-9 0,0 0-5 0,0 0-9 16,0 0-10-16,0 0-4 0,0 0-7 0,0 0-6 15,0 0 3-15,0 0-14 0,0 0-1 0,0 0 0 16,0 0-5-16,0 0-3 0,0 0 0 0,0 0-7 15,0 0 4-15,0 0-3 0,51 39-3 0,-51-39 4 16,16 19-5-16,-16-19 0 0,0 0-3 0,23 30 4 16,-23-30-4-16,0 0-2 0,19 23 1 0,-19-23-2 15,0 0-6-15,15 19 6 0,-15-19-1 0,0 0 1 16,0 0-1-16,21 22-5 0,-21-22 1 0,0 0 6 16,0 0-8-16,0 0 6 0,0 0-3 0,18 17 2 15,-18-17 3-15,0 0 13 0,0 0 10 16,0 0 15-16,0 0 15 0,0 0-7 0,0 0-1 0,0 0-9 15,0 0-1-15,0 0-1 0,0 0-4 0,0 0-3 16,0 0 2-16,0 0-4 0,0 0-5 0,0 0 4 16,27-59-10-16,-27 59 5 0,0 0-11 15,5-29 1-15,-5 29-2 0,0 0-5 0,0 0-2 16,0 0-6-16,6-32-4 0,-6 32-20 0,0 0-19 0,0 0-7 16,0 0-30-16,0 0-30 0,0 0-17 0,0 0-15 15,0 0-10-15,0 0 9 0,15-21-97 16,-15 21-259-16,0 0 115 0</inkml:trace>
  <inkml:trace contextRef="#ctx0" brushRef="#br0" timeOffset="-134930.96">33538 13130 37 0,'0'0'164'0,"0"0"-6"0,0 0-8 15,0 0-16-15,0 0-13 0,0 0-13 0,0 0-12 16,0 0-6-16,0 0-8 0,0 0-9 0,0 0-5 15,0 0-12-15,0 0-3 0,0 0-3 0,0 0-9 16,0 0-2-16,-29 61-2 0,29-61-6 0,0 0-3 16,0 0-3-16,-7 32-2 0,7-32 29 0,0 0-6 15,0 0-2-15,0 0-6 0,0 0-2 0,0 37-7 16,0-37-6-16,0 0 4 0,0 0-4 16,0 0-1-16,0 0-7 0,0 0 4 0,0 0 2 15,0 0-5-15,0 0 1 0,0 0-4 0,0 0-4 0,0 0 4 16,0 0-1-16,0 0-6 0,0 0 5 0,0 0-3 15,0 0 4-15,0 0-1 0,0 0-4 0,0 0-2 16,0 0-8-16,34 8 5 0,-34-8-1 0,0 0-4 16,0 0 3-16,0 0 1 0,0 0-5 0,0 0 3 15,0 0-1-15,0 0 5 0,0 0 0 0,0 0-2 16,11 33-5-16,-11-33 4 0,0 0-2 16,0 0 2-16,1 33 2 0,-1-33-2 0,0 0-17 15,0 0-28-15,4 35-20 0,-4-35-30 0,0 0-48 16,0 0-162-16,0 0-331 0,0 0 147 0</inkml:trace>
  <inkml:trace contextRef="#ctx0" brushRef="#br0" timeOffset="-134606.89">33683 13183 112 0,'0'0'122'0,"0"0"-7"0,0 0-18 0,0 0 1 0,0 0-15 16,0 0-9-16,0 0-12 0,0 0-4 0,0 0-9 16,0 0 2-16,0 0-4 0,0 0-5 15,0 0-7-15,0 0 0 0,0 0-8 0,-30 70 1 16,30-70-6-16,0 0 10 0,0 0-6 0,0 0 4 16,0 0-8-16,0 0-7 0,0 0 5 0,15 50 2 15,-15-50 3-15,0 0 13 0,0 0-5 0,0 0-1 16,0 0 5-16,10 26 10 0,-10-26-1 0,0 0 7 15,0 0-8-15,0 0 8 0,0 0-7 0,0 0 2 16,0 0-7-16,0 0 0 0,0 0-7 0,0 0-5 0,-16 36-7 16,16-36-19-16,0 0-18 0,0 0-30 15,0 0-32-15,-23 17-45 0,23-17-36 0,0 0-106 16,0 0-285-16,0 0 126 0</inkml:trace>
  <inkml:trace contextRef="#ctx0" brushRef="#br0" timeOffset="-134456.35">33715 13282 14 0,'0'0'143'15,"0"0"-7"-15,0 0-21 0,0 0-8 0,0 0-15 0,0 0-3 16,0 0-25-16,0 0-30 0,35-24-29 16,-35 24-25-16,0 0-39 0,0 0-61 0,0 0-130 0,25-11 57 15</inkml:trace>
  <inkml:trace contextRef="#ctx0" brushRef="#br0" timeOffset="-134158.69">33819 13172 68 0,'0'0'179'15,"0"0"-12"-15,0 0-16 0,0 0-13 0,0 0-12 16,0 0-13-16,0 0-10 0,0 0-5 0,0 0-20 15,0 0-1-15,0 0-10 0,0 0-4 0,0 0-4 16,0 0-3-16,0 0-11 0,0 0-5 0,0 0-9 16,0 0-5-16,0 0-16 0,0 0 1 0,0 0-17 15,0 0-6-15,0 0-2 0,0 0-6 16,0 0-8-16,0 0 6 0,0 0 0 0,0 0 5 0,0 0-5 16,0 0-12-16,0 0 7 0,0 0 0 0,0 0-7 15,0 0-8-15,0 0 0 0,0 0 6 0,0 0-3 16,0 0-10-16,0 0-16 0,0 0-14 15,0 0-12-15,0 0-72 0,0 0-178 0,0 0 79 16</inkml:trace>
  <inkml:trace contextRef="#ctx0" brushRef="#br0" timeOffset="-133959.76">33849 13130 48 0,'0'0'205'0,"0"0"3"0,0 0-17 0,0 0-7 0,0 0-18 16,0 0-17-16,0 0-13 0,0 0-20 0,0 0-2 16,0 0-4-16,0 0-3 0,0 0-6 0,0 0-11 15,0 0-10-15,0 0-9 0,0 0-19 0,0 0-31 16,4 78-34-16,-4-78-38 0,0 0-35 0,-1 42-52 16</inkml:trace>
  <inkml:trace contextRef="#ctx0" brushRef="#br0" timeOffset="-129643.21">30202 14318 7 0,'0'0'23'0,"0"0"5"0,0 0-8 15,0 0 0-15,0 0-1 0,0 0-5 0,0 0-4 16,0 0 1-16,0 0-2 0,0 0 0 0,0 0-2 15,0 0 0-15,0 0 1 0,0 0-2 0,0 0-2 16,0 0-1-16,0 0-1 0,0 0 4 0,0 0 0 16,0 0-1-16,0 0 0 0,0 0 2 0,0 0 1 15,0 0 3-15,0 0 6 0,0 0 2 0,0 0 3 16,0 0 3-16,0 0-3 0,22-7 3 0,-22 7-5 16,0 0 2-16,0 0-4 0,0 0 8 0,0 0-5 15,6-6-3-15,-6 6 2 0,0 0 0 0,0 0-3 16,0 0-1-16,0 0 4 0,0 0 5 0,0 0-2 15,0 0-8-15,0 0 9 0,0 0-6 0,0 0 9 16,0 0-12-16,5-3 6 0,-5 3-3 0,0 0 1 16,0 0-3-16,0 0-1 0,0 0-4 0,5-4 0 15,-5 4 14-15,0 0-9 0,0 0-1 0,0 0 2 16,0 0-2-16,0 0 2 0,0 0-12 0,5-9 32 16,-5 9-32-16,0 0 1 0,4-3-3 15,-4 3 7-15,0 0-6 0,0 0 3 0,0 0-3 0,0 0 8 16,7-6-7-16,-7 6 3 0,0 0 2 0,0 0 9 15,0 0-17-15,5-8 8 0,-5 8-6 0,0 0 10 16,4-5-11-16,-4 5 7 0,0 0-1 0,0 0 10 16,6-6-11-16,-6 6-5 0,5-4 7 15,-5 4-8-15,0 0-4 0,4-7 10 0,-4 7-9 16,0 0 0-16,6-5 8 0,-6 5 3 0,0 0-2 16,0 0-2-16,5-4 5 0,-5 4 3 0,0 0-6 0,0 0 5 15,8-7-6-15,-8 7-1 0,0 0 0 0,5-7 2 16,-5 7-3-16,4-4 0 0,-4 4-1 0,0 0-2 15,8-6 0-15,-8 6 4 0,0 0-8 16,0 0 6-16,7-9 1 0,-7 9 3 0,0 0 1 16,0 0-10-16,8-7 1 0,-8 7 2 0,5-6-5 15,-5 6 5-15,5-7 1 0,-5 7 3 0,0 0-6 0,8-7 4 16,-8 7-2-16,6-8 0 0,-6 8-2 16,0 0 0-16,7-7 0 0,-7 7-1 0,6-8-4 0,-6 8 7 15,5-8 4-15,-5 8-4 0,0 0-5 16,7-7 0-16,-7 7 2 0,6-8 9 0,-6 8-4 15,4-8 1-15,-4 8-2 0,0 0-6 0,6-11 3 16,-6 11 6-16,0 0-8 0,4-8 5 0,-4 8-2 16,5-7 1-16,-5 7-2 0,0 0 3 0,4-8-4 0,-4 8 4 15,0 0-7-15,6-10-2 0,-6 10 0 16,0 0 9-16,7-6-2 0,-7 6-1 0,0 0 0 16,5-5 2-16,-5 5 2 0,0 0-5 0,0 0 4 15,5-11 0-15,-5 11 3 0,4-7-5 0,-4 7 1 16,0 0 2-16,9-6-3 0,-9 6-1 0,0 0-1 15,6-8 3-15,-6 8-4 0,7-6 3 0,-7 6-1 16,5-8 0-16,-5 8-2 0,0 0 4 0,6-11-2 16,-6 11 6-16,6-7-12 0,-6 7 6 0,6-7-4 15,-6 7 6-15,0 0 21 0,3-7-26 0,-3 7 5 16,0 0 1-16,9-9-8 0,-9 9 7 0,6-6-10 16,-6 6 7-16,5-10 5 0,-5 10-4 0,7-7 5 15,-7 7-1-15,8-8-8 0,-8 8 6 0,6-7-6 16,-6 7 4-16,7-8-4 0,-7 8 10 0,6-7-6 15,-6 7 3-15,6-6-3 0,-6 6 2 0,6-7-1 16,-6 7 1-16,0 0-1 0,3-11 2 0,-3 11-4 16,7-8 4-16,-7 8-5 0,0 0 4 0,5-11-1 15,-5 11 4-15,0 0 0 0,9-12-8 0,-5 8 6 16,-4 4 0-16,0 0 0 0,7-13-3 0,-7 13 4 16,0 0-8-16,8-10 6 0,-8 10-2 0,0 0-2 15,8-11 1-15,-8 11-1 0,5-9-1 0,-5 9 3 16,5-11 1-16,-5 11-5 0,0 0 8 0,8-11-4 15,-8 11 1-15,5-9-3 0,-5 9 9 0,0 0-4 16,9-12 5-16,-9 12-3 0,0 0 0 0,5-11-4 16,-3 7 1-16,-2 4 1 0,5-8-1 15,-5 8 7-15,0 0-2 0,6-9-5 0,-6 9-4 16,5-8 3-16,-5 8 1 0,5-8 0 0,-5 8 1 0,0 0-3 16,6-9 14-16,-6 9 2 0,4-8-3 15,-4 8-3-15,0 0 5 0,5-11-6 0,-5 11 14 0,7-10-11 16,-7 10-6-16,5-9 2 0,-5 9-2 0,8-10 1 15,-8 10-3-15,7-7 2 0,-7 7-1 0,5-9-2 16,-5 9 1-16,5-9 6 0,-5 9-7 0,4-9 4 16,-4 9-3-16,6-8 5 0,-6 8 0 15,4-8 1-15,-4 8-1 0,0 0-2 0,4-10 0 16,-4 10 2-16,4-8-2 0,-4 8-5 0,4-9 1 0,-4 9 2 16,6-10-1-16,-6 10 0 0,5-9-1 15,-5 9 0-15,5-7-4 0,-5 7 4 0,5-8 2 16,-5 8 1-16,6-7-1 0,-6 7 1 0,5-9 0 15,-5 9 0-15,4-8-4 0,-4 8 2 0,6-11 0 16,-6 11-3-16,6-10 0 0,-2 5 1 0,0-2 1 16,-4 7-3-16,6-12-2 0,-2 7 2 0,-4 5 3 15,7-11-1-15,-4 5 0 0,1 2-3 0,-1-1 2 0,1-2 3 16,-4 7-2-16,4-10 1 0,-1 6 2 0,-3 4 2 16,4-9-1-16,-4 9 2 0,5-8-6 15,-1 3 3-15,-4 5 0 0,6-8 1 0,-4 3 1 16,-2 5-2-16,6-8 4 0,-3 4-5 0,-3 4-1 15,5-7-2-15,-3 2 8 0,-2 5-8 0,5-9 3 16,-2 4 10-16,-3 5-10 0,4-8-2 0,-4 8-1 16,4-7-1-16,-4 7 2 0,4-9 3 0,-1 4-5 15,-3 5 1-15,4-7-1 0,-4 7 4 0,5-10-1 16,-5 10 1-16,8-7-1 0,-8 7 1 0,4-5-4 0,-4 5-2 16,5-7 4-16,-5 7 0 0,5-7 1 15,-2 2-4-15,-3 5 1 0,6-9-6 0,-1 6 10 16,-5 3-5-16,5-9 1 0,-5 9-3 0,7-8 3 15,-5 6-2-15,-2 2 3 0,0 0 8 0,9-10-9 16,-9 10 0-16,8-6-1 0,-8 6-1 0,6-8 3 16,-6 8 2-16,8-8-4 0,-8 8 2 0,6-7 1 15,-6 7-1-15,9-6-2 0,-9 6 3 0,8-6-6 16,-8 6 4-16,8-6 4 0,-8 6-3 0,6-4-4 16,-6 4 3-16,9-8-2 0,-9 8 2 0,9-5-1 15,-9 5 2-15,9-6-2 0,-9 6 2 0,10-6-1 16,-10 6 2-16,11-5-2 0,-11 5-2 0,11-6 3 15,-11 6-1-15,10-6 1 0,-10 6 1 0,10-3-4 16,-10 3 0-16,9-7 14 0,-9 7-10 0,10-3-5 16,-10 3 17-16,12-7-17 0,-12 7 0 0,7-3 3 15,-7 3 0-15,0 0 0 0,11-6 1 0,-11 6-2 16,10-5-2-16,-10 5 1 0,9-5 0 0,-9 5 1 16,8-4-2-16,-8 4 3 0,10-5-5 0,-10 5 5 15,0 0 0-15,14-3-1 0,-14 3 3 16,9-4-2-16,-9 4 1 0,11-4-3 0,-11 4 4 0,11-3 1 15,-11 3-3-15,11-3 1 0,-11 3-2 0,13-6 2 16,-13 6 7-16,10-4-5 0,-10 4-1 0,13-4-2 16,-13 4 0-16,13-5-2 0,-8 2 4 0,-5 3-3 15,14-3 2-15,-14 3-1 0,13-4 1 16,-13 4-3-16,11-4 3 0,-11 4 0 0,15-5-1 16,-15 5-3-16,12-3-1 0,-12 3 16 0,14-5-16 0,-14 5 5 15,13-4 1-15,-7 2-2 0,-6 2 1 0,13-6-2 16,-13 6-1-16,11-2 0 0,-11 2 1 0,17 0 3 15,-17 0-7-15,13-5 8 0,-13 5-6 0,11-4 6 16,-11 4-3-16,16-3 3 0,-6 0-3 0,-10 3 4 16,13-3 1-16,-6 1-3 0,-7 2-2 0,14-4 2 15,-14 4-4-15,16-3 8 0,-16 3-5 0,13 0 2 16,-2-2-1-16,-11 2 2 0,11-3-2 0,-11 3 4 16,17-2 0-16,-17 2-7 0,14-2 3 0,-14 2 4 15,18-2-2-15,-10 0 0 0,-8 2-1 0,15-1 2 16,-15 1-4-16,15-4 4 0,-15 4-4 0,17-3 2 15,-9 0 0-15,-8 3 0 0,18-2 4 0,-8 1 0 16,-10 1-5-16,16-2 0 0,-8 0 0 0,1 1 4 16,0 0-3-16,1 1 1 0,3-2-2 0,-5 2 1 15,2-2-3-15,4 2 1 0,-4-1 3 0,2-2 3 16,0 1-1-16,-1 2 2 0,0 0-1 0,1-2 3 16,-2-1 6-16,1 1-5 0,0 0 1 0,0 2 0 15,-1-2-3-15,1 1 1 0,-4-1-4 0,3 0 3 16,1 1-6-16,-1 1 4 0,1-1-3 0,-11 1 0 15,16 0 0-15,-4-3 1 0,-4 3 1 0,2 2-1 16,-1-4-2-16,4 2-2 0,-4 0 3 0,1 0-3 16,2 0 2-16,-3-1-3 0,-9 1 0 0,19 0 5 15,-9-3-6-15,2 2 3 0,-1-1-2 0,1 2 5 16,0 0-5-16,0-2 1 0,-2 1 0 0,4 1 2 16,-1 0-5-16,0 0 2 0,-2 0 3 0,0-1 1 15,0-1-6-15,3 2 4 0,-1 0-1 0,-4 0-2 16,5 0 2-16,-3 0-1 0,0 0 3 0,0-2-2 15,0 2-1-15,1 0 2 0,-4-2-2 0,4 2 2 16,-3-2-3-16,3 1 5 0,-1 1-1 0,-4 0-2 16,-7 0 3-16,16 0-1 0,-8-2-5 0,-8 2 10 15,13-1-6-15,-4 1 5 0,1-1-4 0,-10 1 1 16,14-2 3-16,-6 0-4 0,-1 2 0 0,-7 0 11 16,16-1-6-16,-7 2-2 0,0-2-3 0,1-2 0 15,1 2-1-15,-2 0 4 0,-1 1-4 0,-8 0 0 16,17-2 1-16,-11 2 4 0,2-2-3 0,-8 2-5 15,12 0 3-15,-4-1-2 0,-8 1 3 0,14 0-4 16,-14 0 3-16,0 0 1 0,0 0-4 0,0 0 1 16,0 0 2-16,0 0-1 0,0 0 2 0,59-10 1 15,-59 10-1-15,0 0 4 0,0 0 3 0,0 0 3 16,0 0-8-16,40-6-2 0,-40 6 2 0,0 0-2 16,0 0 0-16,0 0 2 0,0 0-4 0,0 0-4 15,37-3 5-15,-37 3 1 0,0 0-2 0,0 0 3 16,0 0-2-16,0 0 2 0,0 0-3 0,0 0-27 15,37-2 4-15,-37 2 2 0,0 0 3 0,0 0 2 16,0 0 2-16,0 0 0 0,0 0 6 0,0 0 7 16,36-7-2-16,-36 7-5 0,0 0 4 0,0 0-1 15,0 0 4-15,0 0 0 0,33-4 0 0,-33 4 5 16,0 0-6-16,0 0 1 0,0 0 1 0,0 0-1 16,0 0-2-16,32-7 5 0,-32 7-1 0,0 0 7 15,0 0-4-15,0 0-1 0,0 0-2 0,0 0 3 16,38-6 4-16,-38 6-5 0,0 0 2 0,0 0-5 15,0 0 4-15,0 0-2 0,37-5 2 0,-37 5-1 16,0 0 2-16,0 0-1 0,0 0 5 0,0 0-1 16,32-5-1-16,-32 5-1 0,0 0-2 0,0 0 0 15,0 0 8-15,0 0-5 0,0 0 1 0,34-7-2 16,-34 7 2-16,0 0-3 0,0 0 2 0,0 0-3 16,0 0-1-16,0 0-1 0,0 0-1 0,36-6 1 15,-36 6 1-15,0 0 0 0,0 0 0 0,0 0-1 16,0 0 2-16,0 0-3 0,36-6 2 15,-36 6-2-15,0 0 1 0,0 0 0 0,0 0 8 0,0 0-2 16,35-4 1-16,-35 4-3 0,0 0 0 0,0 0 1 16,0 0 5-16,34-6-8 0,-34 6 2 0,0 0-1 15,0 0 1-15,0 0 3 0,0 0-2 0,35-5 0 16,-35 5 1-16,0 0 3 0,0 0 2 0,0 0-2 16,0 0 2-16,0 0 0 0,37-4 1 15,-37 4 4-15,0 0-5 0,0 0 0 0,0 0-3 0,0 0-1 16,0 0 6-16,38-4-5 0,-38 4 37 0,0 0 0 15,0 0 0-15,0 0-9 0,0 0 1 0,33-6-6 16,-33 6-6-16,0 0 6 0,0 0-6 0,0 0-8 16,0 0 3-16,0 0-2 0,0 0 0 15,0 0 0-15,0 0-3 0,0 0-3 0,35-5 2 16,-35 5 1-16,0 0 1 0,0 0-7 0,0 0-1 16,0 0 3-16,0 0-2 0,0 0 0 0,0 0-2 0,0 0 0 15,0 0-3-15,0 0-3 0,0 0 0 0,0 0 1 16,0 0-13-16,0 0-22 0,0 0-24 15,0 0-30-15,0 0-36 0,0 0-28 0,0 0-44 16,0 0-32-16,0 0-44 0,0 0-141 0,0 0-441 16,0 0 195-16</inkml:trace>
  <inkml:trace contextRef="#ctx0" brushRef="#br0" timeOffset="-125509.81">30280 14298 17 0,'0'0'25'0,"0"0"-4"15,0 0-1-15,0 0 0 0,0 0-2 0,0 0-5 16,0 0 0-16,0 0 3 0,0 0-4 0,0 0 2 16,-8-3 1-16,8 3 3 0,0 0 4 0,0 0 1 15,0 0-3-15,0 0 3 0,0 0-1 0,0 0-3 16,0 0-1-16,0 0 1 0,0 0 1 0,0 0-5 15,0 0 4-15,0 0-4 0,0 0 0 0,0 0 6 16,0 0-7-16,0 0-1 0,0 0 7 0,0 0 0 16,0 0 2-16,0 0 0 0,0 0 4 0,0 0 2 15,0 0 2-15,0 0 1 0,0 0-2 0,0 0 2 16,0 0-2-16,0 0-10 0,0 0 9 0,0 0-12 16,0 0 1-16,0 0 3 0,0 0 4 0,0 0-11 15,0 0 1-15,0 0 0 0,0 0 3 16,0 0-10-16,0 0 4 0,0 0-8 0,0 0 6 0,0 0-1 15,0 0 1-15,0 0-9 0,0 0 10 0,0 0-10 16,0 0 9-16,0 0-6 0,0 0-7 0,0 0 7 16,0 0 2-16,0 0-4 0,0 0 2 15,0 0 5-15,0 0 3 0,0 0-5 0,0 0-3 0,0 0 3 16,0 0-3-16,14-13-7 0,-14 13 7 16,0 0 2-16,0 0-5 0,0 0 7 0,0 0-2 15,0 0 1-15,9-5-3 0,-9 5 2 0,0 0-1 0,0 0 5 16,0 0-9-16,0 0 7 0,9-7-1 15,-9 7 4-15,0 0-9 0,0 0 2 0,0 0 8 16,8-4-7-16,-8 4-2 0,0 0 5 0,10-6 0 16,-10 6-4-16,0 0 3 0,10-5-1 0,-10 5 0 15,7-4 5-15,-7 4-6 0,0 0 5 0,9-6-10 16,-9 6 6-16,0 0 1 0,10-5-5 0,-10 5 6 16,0 0-3-16,10-5 2 0,-10 5-2 0,8-4-2 15,-8 4 0-15,0 0 2 0,9-5-5 0,-9 5 7 16,0 0-7-16,10-4 2 0,-10 4-4 0,0 0 7 15,9-6-2-15,-9 6 3 0,6-5 4 0,-6 5-2 16,9-6-4-16,-9 6 12 0,7-7-7 0,-7 7-7 16,6-5 0-16,-6 5 4 0,0 0-1 0,8-7 0 15,-8 7-3-15,9-4 1 0,-9 4 0 0,0 0-3 16,6-7 2-16,-6 7 1 0,0 0 5 0,8-8-4 16,-8 8 15-16,0 0-17 0,7-7-6 0,-7 7 2 15,0 0 0-15,9-6 1 0,-9 6 4 0,0 0-3 16,7-5-4-16,-7 5 8 0,0 0-6 0,7-6 1 15,-7 6 2-15,0 0 11 0,9-8-11 0,-9 8 3 16,8-5-9-16,-8 5 4 0,0 0-2 0,12-7 4 16,-12 7 1-16,10-5 1 0,-10 5-2 0,9-7-2 15,-9 7-2-15,9-4 6 0,-9 4 1 0,11-8 1 16,-11 8-5-16,10-7 3 0,-6 2-4 0,-4 5 1 16,10-6 0-16,-10 6 0 0,11-9 2 0,-3 3 2 15,-1 2-5-15,-7 4 6 0,13-7-3 0,-7 3 10 16,-6 4-11-16,12-8-1 0,-7 4 16 0,-5 4-15 15,11-6-2-15,-4 0 2 0,-7 6 5 0,6-7 4 16,-6 7-1-16,6-7-3 0,-6 7-1 0,8-8 1 16,-8 8-1-16,8-7 1 0,-8 7-1 0,7-7 10 15,-7 7-16-15,7-6 14 0,-7 6-12 0,6-6 1 16,-6 6 5-16,9-7-11 0,-9 7 8 0,10-7-3 16,-10 7-1-16,8-8-2 0,-8 8 5 0,8-8 0 15,-1 5-2-15,-7 3-2 0,8-9 4 0,-8 9-2 16,9-7 0-16,-4 2 0 0,-5 5-4 0,10-8 1 15,-10 8 0-15,9-9 6 0,-4 5-2 0,-5 4 0 16,8-8-3-16,-8 8 6 0,10-8-4 0,-5 5-2 16,-5 3-1-16,8-9 8 0,-8 9-7 0,7-10 2 15,-7 10 2-15,7-8 1 0,-7 8 0 0,8-8-6 16,-8 8 3-16,7-7 0 0,-7 7 0 16,7-7 2-16,-7 7 4 0,9-8-6 0,-9 8 4 15,5-9-5-15,-5 9-1 0,8-5-3 0,-8 5 9 16,6-10-3-16,-6 10-4 0,8-7 8 0,-8 7 3 0,8-6-3 15,-8 6-4-15,8-7 6 0,-8 7-12 16,8-8 9-16,-8 8-2 0,9-7-5 0,-9 7 6 16,7-6 1-16,-7 6-2 0,8-7 1 0,-8 7-3 15,8-6 3-15,-8 6-3 0,6-6 6 0,-6 6-6 16,9-7 4-16,-9 7 0 0,8-5-2 0,-8 5 0 16,6-6 1-16,-6 6 1 0,7-6 2 0,-7 6 1 0,7-5-4 15,-7 5 7-15,0 0-8 0,9-8 2 0,-9 8 2 16,5-6-1-16,-5 6 1 0,9-7-6 0,-9 7 5 15,9-7-3-15,-9 7 5 0,9-7-6 16,-4 3-2-16,-5 4 2 0,9-8 0 0,-9 8-2 16,9-8 4-16,-4 5-5 0,-5 3 6 0,8-9 1 15,-8 9-6-15,8-5-1 0,-8 5 2 0,9-9 5 16,-9 9 1-16,7-4-4 0,-7 4-4 0,11-6 6 16,-11 6-4-16,7-7 1 0,-2 4 2 0,-5 3 1 15,0 0-4-15,13-7 0 0,-13 7 1 0,10-6 1 16,-10 6-1-16,12-5 3 0,-12 5-1 0,10-5 1 15,-10 5-3-15,13-5 2 0,-13 5 0 0,10-3-4 16,-10 3 5-16,12-4-9 0,-12 4 4 0,12-3 6 16,-12 3-2-16,11-4-1 0,-11 4 3 0,12-4 0 15,-4 2 1-15,-8 2 0 0,13-4 2 0,-13 4-4 16,11-5 0-16,-11 5-1 0,13-4-1 0,-13 4 0 16,12-4 2-16,-12 4 0 0,12-2-2 0,-12 2 1 15,13-6 2-15,-13 6-7 0,14-2 7 0,-14 2-5 16,13-4 5-16,-13 4-2 0,14-4 2 0,-14 4-5 15,15-3 1-15,-15 3 2 0,13-2 0 0,-5-1 0 16,-8 3-1-16,14-2 4 0,-14 2 0 0,13-4-2 16,-6 1 1-16,1 3 2 0,-8 0-1 0,18-3 2 15,-12 1 1-15,1 1-4 0,0 0 3 0,0-2-5 16,-7 3 4-16,16-4-2 0,-8 3-1 0,3 0-2 16,-3-2 2-16,2 2 0 0,-3 0-3 0,2-1 4 15,1 1 0-15,-2 0-3 0,3-2 2 0,-2 0-4 16,0 2 0-16,2 0 2 0,1 0 0 0,-2 0 3 15,2-2 1-15,-2 2-7 0,0 1 4 0,2-3 0 16,-2 2 0-16,3-4-1 0,-4 5-1 0,1-2-1 16,1 0 1-16,-1-2 1 0,2 3 1 0,1-1 1 15,-2 0 0-15,0-1-2 0,1 0 0 0,0 0-2 16,-1-1 1-16,2 3 5 0,-3-1-6 0,2-1 5 16,-1 1-1-16,0 0 10 0,1 0-9 0,-1 0-2 15,0-1 6-15,-1 1-5 0,1-1 0 0,-2 2-1 16,-1-1 1-16,4 1 0 0,-2 0 0 0,2-1-2 15,-3-1 1-15,1 2-1 0,3-3 3 0,-3 2-7 16,3 0 20-16,-1 1-13 0,-1-2-3 0,3 2 3 16,-4 1-3-16,3-3 3 0,-1 1-2 0,-4 0-1 15,10 0 2-15,-8 1-5 0,1-1 4 0,4 1-2 16,-2-1-2-16,-1 2 1 0,1-3 4 0,-1 2-4 16,0-1-1-16,1 1 6 0,-3 1-2 0,3-1-3 15,-1-2 0-15,-12 3-2 0,20-3 6 0,-10 0-5 16,3 0 5-16,0 3-9 0,-2-1 7 0,1 0-12 15,1 1 20-15,1 0-4 0,-1-3-3 0,1 2-1 16,-2 1 0-16,2-2 0 0,-2 1 1 0,1 1-3 16,-2-1 5-16,2 0-1 0,0 1 10 0,-2-1-9 15,1 1-2-15,0-1-3 0,0 1 0 0,1-2-22 16,-2 2 1-16,2 0 8 0,-1-1-1 0,0 1 0 16,-1 0 3-16,-11 0-2 0,0 0 7 0,0 0 2 15,0 0 4-15,0 0-3 0,69-2-4 0,-69 2 5 16,0 0 4-16,0 0-2 0,41 0-1 0,-41 0 3 15,0 0 7-15,0 0-3 0,0 0 4 0,41-4-4 16,-41 4 3-16,0 0 1 0,0 0-3 0,0 0-2 16,0 0 3-16,39-4-2 0,-39 4-4 0,0 0 3 15,0 0-5-15,0 0 5 0,0 0-3 0,0 0 4 16,0 0-2-16,0 0 2 0,0 0 0 0,34-3-3 16,-34 3 3-16,0 0 0 0,0 0-2 0,0 0-4 15,0 0 3-15,0 0-3 0,0 0 1 0,0 0-3 16,0 0 1-16,0 0-4 0,0 0 6 0,0 0-5 15,0 0-18-15,0 0-24 0,0 0-16 0,0 0-28 16,0 0-46-16,0 0-157 0,0 0-317 0,27 21 141 16</inkml:trace>
  <inkml:trace contextRef="#ctx0" brushRef="#br0" timeOffset="-125015.18">32968 13466 60 0,'0'0'207'0,"0"0"-16"0,0 0-10 0,0 0-19 15,0 0-20-15,0 0-10 0,0 0-19 0,0 0-14 16,0 0-9-16,0 0-11 0,0 0-6 16,0 0-9-16,0 0-5 0,0 0-4 0,0 0-7 0,0 0-3 15,0 0-7-15,0 0 0 0,0 0-7 0,30 70-3 16,-30-70-2-16,0 0-2 0,10 30-4 0,-10-30-4 16,0 0-1-16,0 0-1 0,15 30 2 0,-15-30-6 15,0 0 0-15,0 0 0 0,14 23 0 0,-14-23-4 16,0 0 2-16,0 0-1 0,0 0-2 15,0 0 2-15,0 0-2 0,0 0 3 0,12 22 3 0,-12-22-4 16,0 0 13-16,0 0 16 0,0 0 8 0,0 0 10 16,0 0-10-16,0 0-3 0,0 0-10 0,0 0 2 15,0 0-6-15,0 0 1 0,0 0-3 0,38-53-2 16,-38 53-3-16,15-25-2 0,-15 25-5 0,18-27 2 16,-18 27-2-16,15-24-3 0,-15 24-4 15,0 0-3-15,15-26-1 0,-15 26-1 0,0 0-7 0,0 0-16 16,17-22-17-16,-17 22-11 0,0 0-13 0,0 0-32 15,0 0-25-15,0 0-5 0,0 0 5 0,0 0-8 16,0 0-11-16,0 0-16 0,0 0-115 0,0 0-291 16,0 0 129-16</inkml:trace>
  <inkml:trace contextRef="#ctx0" brushRef="#br0" timeOffset="-124655.88">33284 13550 132 0,'0'0'163'0,"0"0"-5"15,0 0-9-15,0 0-12 0,0 0-14 0,0 0-10 16,0 0-12-16,0 0-9 0,0 0 1 16,0 0-8-16,0 0-10 0,0 0-5 0,0 0-9 15,0 0-8-15,0 0 1 0,0 0-10 0,0 0-5 16,0 0-3-16,-21 62-1 0,21-62-5 0,0 0-7 16,0 0 0-16,0 0-6 0,0 0 6 0,0 0-7 15,0 0 1-15,0 0-7 0,1 38 8 0,-1-38-2 16,0 0-2-16,0 0 1 0,0 0-6 0,0 0-1 15,0 0-2-15,0 0 5 0,0 0-6 0,26 16 3 16,-26-16-6-16,0 0 0 0,0 0-1 0,0 0-1 16,0 0 0-16,0 0 2 0,0 0 1 0,0 0-1 15,0 0 0-15,0 0-2 0,0 0-1 0,0 0-2 16,0 0 2-16,0 0-3 0,0 0-1 0,0 0 3 16,0 0-5-16,0 0 6 0,0 0-8 0,0 0 5 15,0 0 2-15,0 0 0 0,46-4 2 0,-46 4 0 16,0 0 0-16,0 0-26 0,0 0-30 0,0 0-19 15,6 33-22-15,-6-33-46 0,0 0-134 0,0 0-299 16,0 0 133-16</inkml:trace>
  <inkml:trace contextRef="#ctx0" brushRef="#br0" timeOffset="-124336.79">33495 13595 136 0,'0'0'134'0,"0"0"-13"0,0 0-12 16,0 0-15-16,0 0-8 0,0 0-9 0,0 0-1 15,0 0-15-15,0 0-3 0,0 0-9 16,0 0-8-16,0 0-5 0,0 0 1 0,0 0-6 16,0 0 4-16,0 0-11 0,0 0-1 0,0 0-13 15,0 0 9-15,0 0-4 0,-17 81 2 0,17-81 1 16,0 0-2-16,0 0-8 0,0 0 1 0,0 0 9 0,0 0 3 15,0 0-4-15,0 0 6 0,11 32 2 16,-11-32 5-16,0 0-1 0,0 0 3 0,0 0-3 16,0 0 3-16,0 0-5 0,0 0 1 0,0 0-3 15,0 0-3-15,0 0-3 0,0 0 0 0,0 0-21 16,0 0-21-16,-11 33-24 0,11-33-48 0,0 0-44 16,0 0-100-16,0 0-258 0,0 0 114 0</inkml:trace>
  <inkml:trace contextRef="#ctx0" brushRef="#br0" timeOffset="-124178.08">33562 13679 162 0,'0'0'163'0,"0"0"-18"0,0 0-10 0,0 0-19 16,0 0-7-16,0 0-21 0,0 0-32 0,0 0-28 15,0 0-42-15,0 0-34 0,0 0-20 0,0 0-17 16,0 0-47-16,0 0-142 0,0 0 64 15</inkml:trace>
  <inkml:trace contextRef="#ctx0" brushRef="#br0" timeOffset="-124048.55">33580 13711 9 0,'0'0'150'0,"0"0"-4"0,0 0 3 0,0 0-9 16,0 0-8-16,0 0-5 0,0 0-6 16,0 0-14-16,0 0-6 0,0 0-16 0,0 0-11 15,0 0-22-15,0 0-26 0,24 32-27 0,-24-32-41 16,0 0-39-16,0 0-43 0,0 0-72 0,0 0-211 15,0 0 94-15</inkml:trace>
  <inkml:trace contextRef="#ctx0" brushRef="#br0" timeOffset="-123905.11">33695 13660 98 0,'0'0'164'0,"0"0"-17"0,0 0-29 15,0 0-1-15,0 0-11 0,0 0-16 0,0 0-21 16,0 0-27-16,0 0-13 0,0 0-35 0,0 0-19 15,0 0-32-15,37-17-27 0,-37 17-51 0,0 0-146 16,0 0 65-16</inkml:trace>
  <inkml:trace contextRef="#ctx0" brushRef="#br0" timeOffset="-123561.15">33765 13617 47 0,'0'0'151'0,"0"0"-6"16,0 0-3-16,0 0-4 0,0 0-12 0,0 0 3 15,0 0-11-15,0 0-7 0,0 0-10 0,0 0-9 16,0 0-10-16,0 0-12 0,0 0 2 0,0 0 0 16,0 0-5-16,0 0-3 0,0 0-10 15,0 0-5-15,0 0-1 0,0 0-18 0,0 0 10 16,0 0-6-16,0 0-3 0,0 0-6 0,0 0 0 16,0 0 0-16,0 0-7 0,0 0 1 0,0 0-3 15,0 0 1-15,0 0-2 0,22 56-1 0,-22-56-5 0,0 0-1 16,0 0 0-16,0 0 1 0,0 0 5 15,0 0-5-15,0 0-4 0,0 0 4 0,23 16-5 0,-23-16-2 16,0 0 0-16,0 0-3 0,0 0 1 16,0 0 0-16,0 0 3 0,0 0 4 0,0 0 2 15,0 0 6-15,9 29 0 0,-9-29 2 0,0 0-3 16,0 0 0-16,0 0-1 0,0 0 2 0,0 0-3 16,-7 39-4-16,7-39 2 0,0 0 0 0,0 0-3 15,0 0 0-15,8 29-18 0,-8-29-30 0,0 0-37 16,0 0-53-16,0 0-82 0</inkml:trace>
  <inkml:trace contextRef="#ctx0" brushRef="#br0" timeOffset="-46564.67">25857 11351 3 0,'0'0'52'0,"0"0"-5"16,0 0 0-16,-5-5-6 0,5 5-3 0,0 0-4 16,0 0-5-16,0 0-5 0,0 0-10 0,0 0-17 15,-2-9-15-15,2 9-34 0,0 0-55 0,-3-7 24 16</inkml:trace>
  <inkml:trace contextRef="#ctx0" brushRef="#br0" timeOffset="-41638.04">25778 6299 37 0,'0'0'45'0,"0"0"-9"0,0 0 2 0,0 0-1 15,0 0-13-15,0 0-8 0,0 0 1 0,0 0-12 16,0 0-17-16,0 0-29 0,0 0-44 16,0 0 20-16</inkml:trace>
  <inkml:trace contextRef="#ctx0" brushRef="#br0" timeOffset="-40928.93">25832 7741 67 0,'0'0'85'0,"0"0"-4"0,0 0-8 0,-6-3-13 0,6 3-6 16,0 0-9-16,0 0-6 0,0 0-2 0,0 0-9 16,0 0-6-16,0 0-6 0,0 0-1 0,0 0-13 15,0 0-13-15,0 0-11 0,0 0-11 0,0 0-60 16,0 0-101-16,0 0 44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07:15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10258 8458 48 0,'0'0'40'0,"-13"-1"4"0,13 1-1 15,-18-2-6-15,8 1-5 0,-1 1 1 0,-1 0 5 16,1 0-2-16,-5 0-1 0,3 0-19 0,1 1 12 16,-2-2 5-16,-3 1 2 0,0 0-4 0,3-3-10 15,2 1 9-15,0-1 1 0,-1 3-5 16,2-1-2-16,-2-1 4 0,2 2 1 0,0-3 10 0,2 3-1 15,9 0-6-15,-14-2 1 0,14 2-5 0,-10-2 9 16,10 2-8-16,-9 0-8 0,9 0 0 0,-6-4-1 16,6 4 3-16,0 0 2 0,0 0-1 0,0 0-2 15,-11 0-11-15,11 0 1 0,0 0-2 0,0 0-1 16,0 0-5-16,0 0-2 0,0 0 3 0,0 0-1 16,0 0-1-16,0 0-1 0,0 0 5 0,0 0-4 15,32 6 5-15,-21-6 4 0,7 0-3 0,-2 0-5 0,5 2 8 16,0-4 8-16,6 0-9 0,3 1 0 0,-2 1 1 15,0 0-2-15,0-3 2 0,-1 2 2 16,2 1-5-16,-7-3 14 0,7 0-7 0,-7 3-10 16,6 0 2-16,-6-2 5 0,0 0-2 0,-2 2-4 0,1 0 4 15,0 0 1-15,1-2-1 0,6 4-2 16,-7-4 6-16,0 2 0 0,7 2-8 0,-8-2 0 0,3-2 2 16,5 2 5-16,-5 2-9 0,-3-1-1 15,1-2 1-15,1 2 0 0,-2 0 6 0,8-1-10 0,0 0 2 16,0 1 4-16,0 0-4 0,0 3 3 15,-1-1-1-15,1-3-4 0,-8 3 1 0,8-2 1 16,0-1 4-16,0 2-5 0,-7 0 1 0,0-1 5 0,7-1-7 16,0 0 1-16,-7 2 7 0,9 1-4 0,-9-3-4 15,-2 0-4-15,9 4 7 0,-6-4-5 0,-2 4 5 16,8-4 6-16,2 0-8 0,-5 0 0 0,5 0-1 16,-1 0 8-16,0-2-8 0,2 0 1 0,-1 2-4 15,0 0 9-15,2-4-4 0,0 4 2 0,0-1-6 16,3 1 4-16,-3 0 2 0,1 1 1 0,-1-1 1 15,1 0-1-15,-4 0-6 0,2 4-1 0,-1-5 1 16,1 4-5-16,0-1 7 0,1-2-1 0,0 1-2 16,2 2 3-16,-3-1-2 0,1 2 1 0,-1-3 4 15,-1 5-8-15,3-4 2 0,-3 0-2 0,-1 1 6 16,-1 2 3-16,-1-2-6 0,0-1-1 0,-4 0 2 16,4 1 0-16,-8-1 0 0,4-1-1 0,5-1 3 15,-1 3 0-15,4 1 1 0,-6-3-8 0,6 1 6 16,-4 1-4-16,1-5 7 0,1 5-2 0,2-4 0 15,-3-1 0-15,2 2-1 0,-1-4-3 0,2 2 9 16,-1-2-8-16,3 2 4 0,-2-3 2 0,-1 2-1 0,1 0-8 16,-2 0-4-16,-1 1 10 0,-1 1-2 15,-5-3 1-15,-1 3 3 0,-2-1-8 0,4-1 1 16,-5 0 0-16,0 3-2 0,0-1 1 0,-7 1 3 0,2 0 6 16,1 0-4-16,-1 1 1 0,-1-2 1 0,-1 1-1 15,0-1-4-15,1-1 4 0,-6 2 0 0,-6 0-1 16,17 2-1-16,-11-4 1 0,-6 2-3 15,15-1 5-15,-15 1 0 0,12-1 1 0,-7 2 6 16,-5-1-7-16,12 0-2 0,-12 0-14 0,9 1-16 0,-9-1-25 16,14 2-26-16,-9-1-22 0,-5-1-23 0,8 7-108 15,-6-4-250-15,-2-3 110 0</inkml:trace>
  <inkml:trace contextRef="#ctx0" brushRef="#br0" timeOffset="1770.02">14717 8395 8 0,'-9'-3'46'0,"9"3"-15"0,-12-2 2 16,12 2-5-16,-15 0 0 0,10 0-3 0,-6 0-11 16,11 0 3-16,-19 0-3 0,8 0 1 0,-1 0-1 15,0 0 2-15,-1 2-1 0,0-1-1 0,-4-1-3 16,-1 2 4-16,1-1-2 0,-2 0 7 0,2-1 2 16,-1 0-2-16,0 0 10 0,4 0 1 0,1 2-5 15,1-1 2-15,-1-1 3 0,1-1-3 0,2 2 0 0,1-1-3 16,0 0 1-16,-1 1 2 0,10-1-8 15,-15 0 6-15,15 0-8 0,-12-1 0 0,12 1 4 16,-6 1-5-16,6-1 7 0,0 0-1 0,0 0-1 16,0 0-4-16,-11 0-4 0,11 0 4 0,0 0-2 0,0 0 10 15,0 0 2-15,25 5 0 0,-13-4 0 16,5-1-6-16,2 3 7 0,9-3-3 0,1 0-4 0,2 0 9 16,3 0-5-16,-1 0 0 0,3 0-1 0,1 0-4 15,1 4-3-15,2-2 1 0,10-3 9 0,-12 2-9 16,2 1 2-16,-1-2-1 0,11 1-1 0,2 1 6 15,-15 0-5-15,2 0-3 0,-2 4 7 0,-1-5-5 16,2 0 3-16,-2 4-7 0,1-3-2 0,2-1-1 16,-2 3 4-16,1-3-2 0,-1 4-4 0,1-1 3 15,1 2-1-15,0-3-4 0,-1 2-3 0,1-3 2 16,1 0 3-16,-2-1-2 0,-1 3-1 0,0-1 3 16,1-1 0-16,-2 1-5 0,0-3 8 0,-1 1-4 15,0 0 0-15,1-2-2 0,-2 1 4 0,-1-3-7 16,2 3 3-16,-5-1 0 0,2 1 0 0,-1-2 1 0,-2 0 0 15,1 1-3-15,-1 0 4 0,-2-2-4 16,1 3 1-16,1-1 0 0,-8-1-1 0,2 4 0 16,5-4 4-16,0 2-3 0,-8 0 0 0,1-2-1 15,0 2 2-15,1-1 0 0,-2 2-2 0,0 1 0 0,1-2-1 16,-1 0-4-16,1-4 3 0,-3 5 0 0,-1 0-4 16,1-1 0-16,3-1 9 0,-2 2-5 15,2-1 2-15,-2 0-1 0,-3 2 1 0,3-4-3 0,-1 4-1 16,0-4 2-16,1 2 5 0,-1 0-7 0,1 0 3 15,-1-2-1-15,0-1 4 0,-1 4 0 0,0-1 4 16,-4 0-2-16,2 2 3 0,2-2-1 0,-5-2 0 16,2 1-2-16,-1 2-2 0,1-1 4 0,-1-1-2 15,-2 0-2-15,3 1-1 0,-2 0 1 0,2 0-1 16,-1 1-1-16,4 0-1 0,-4-1 0 0,5-1 1 16,0 4-4-16,1-2 2 0,-2-1 2 0,-2-3-3 15,2 5 2-15,-3-2 1 0,2 0-2 0,2 1-2 16,-5 0 2-16,2-1 2 0,2 0-2 0,1 2 1 15,0-2 2-15,-4 0-1 0,2-2 0 0,-3 4 0 16,0-4-1-16,5 4-2 0,-4-2 4 0,-1 0-1 16,1 2 1-16,-2-2-3 0,3 1-1 0,-1-1 2 15,-2 0 0-15,1 1-2 0,1-1 9 0,3 0-5 16,1 0-4-16,-5 0 1 0,1 0 2 0,-4 3-2 16,3-2 3-16,-1-1-3 0,1 2 2 0,0-1-4 15,0 0 1-15,-2 0 1 0,0-1 1 0,0 2-3 16,0-2 2-16,0 0-4 0,-3 0 3 0,-1 1-1 15,-7-1 5-15,14 1-3 0,-7-1-2 0,-7 0-1 0,13-1 5 16,-6 2-5-16,-7-1 0 0,9 2 2 16,-9-2 0-16,13-2 0 0,-13 2 0 0,9 0 4 15,-9 0 0-15,7 2 0 0,-7-2 2 0,0 0 4 16,0 0 0-16,12-2 0 0,-12 2 2 0,0 0 4 0,0 0-1 16,0 0 3-16,7-1 0 0,-7 1 0 0,0 0 1 15,0 0-4-15,0 0 3 0,0 0-2 16,0 0 0-16,0 0-1 0,0 0-1 0,0 0-2 0,0 0 0 15,0 0-2-15,0 0 0 0,0 0-1 0,0 0-2 16,0 0 0-16,0 0 0 0,0 0 0 16,0 0 4-16,0 0-2 0,0 0 3 0,0 0 2 0,0 0 2 15,0 0 1-15,0 0 0 0,6-5-2 0,-6 5 9 16,0 0-1-16,0 0-1 0,0 0 1 0,0 0-4 16,0 0-5-16,0 0 4 0,0 0-5 0,0 0 0 15,0 0-6-15,2-8 6 0,-2 8-6 0,0 0-1 16,0 0-2-16,0 0 0 0,0 0-1 0,3-6-1 15,-3 6-1-15,0 0 0 0,0 0 1 0,0 0-1 16,0 0 1-16,1-10 0 0,-1 10 0 0,0 0 1 16,0 0-3-16,0 0-1 0,0 0-2 0,0 0 5 0,0 0-4 15,0 0 2-15,3-6-3 0,-3 6 2 0,0 0 5 16,0 0-4-16,0 0-2 0,0 0 1 16,0 0-4-16,0 0 6 0,0 0-4 0,0 0 2 15,0 0-1-15,0 0 1 0,0 0-1 0,0 0 1 16,0 0-3-16,0 0 2 0,0 0-3 0,0 0 3 15,0 0 0-15,0 0-3 0,0 0 6 0,0 0-6 16,0 0 4-16,0 0 0 0,0 0-3 0,0 0 1 0,0 0 0 16,0 0-2-16,0 0 0 0,0 0 0 0,0 0 3 15,0 0-1-15,0 0 0 0,0 0 3 16,0 0-4-16,0 0 1 0,0 0 1 0,0 0 1 16,0 0-4-16,0 0 0 0,0 0 0 0,0 0 3 0,0 0 0 15,0 0-6-15,0 0 6 0,0 0 1 0,0 0-4 16,0 0 2-16,0 0-1 0,0 0 3 0,0 0-4 15,0 0 1-15,0 0 0 0,0 0 6 0,0 0-7 16,0 0-2-16,0 0 3 0,0 0 3 0,0 0-2 16,0 0 1-16,0 0 0 0,0 0 0 0,0 0-3 15,0 0 4-15,0 0-2 0,0 0 0 0,0 0-1 16,0 0-2-16,0 0 1 0,0 0 2 0,0 0 0 16,0 0 1-16,0 0-2 0,0 0 4 0,0 0-4 15,0 0 0-15,0 0-1 0,0 0 0 0,0 0 0 16,0 0 0-16,0 0-1 0,0 0-6 0,0 0-2 15,0 0-12-15,0 0-10 0,0 0-12 0,0 0-12 16,0 0-8-16,0 0-8 0,0 0-10 0,0 0-2 16,0 0-5-16,0 0-8 0,0 0-1 0,0 0-27 15,0 0-15-15,0 0 8 0,0 0 3 0,0 0-2 0,0 0-1 16,0 0-109-16,0 0-263 0,0 0 118 16</inkml:trace>
  <inkml:trace contextRef="#ctx0" brushRef="#br0" timeOffset="4556.18">7319 9345 45 0,'0'0'59'0,"0"0"-6"0,0 0-6 0,0 0 2 15,0 0-10-15,0 0-5 0,0 0-5 0,0 0-7 16,0 0 9-16,28 1 1 0,-18-2 5 0,2 1-2 16,1 0-3-16,4-2 0 0,5 0 5 0,5 0 3 15,1 1-8-15,-6-1-5 0,6 1 4 0,0 1-9 16,1-3 4-16,1-1-6 0,-1 4 0 0,2-2 2 15,-1 2-5-15,1 0-5 0,0-3 6 0,1-1-2 16,0 4 0-16,-2 2 0 0,1-2 2 0,0 0-5 16,-1 0-2-16,2 0 4 0,-2 1-2 0,0 1-4 0,-2-2 5 15,0-1 2-15,3 2-10 0,1 1-2 16,-2-2 2-16,0 3 2 0,1-1 9 0,1-1-15 0,2 2 8 16,0-3 2-16,1 3-5 0,-3-1-3 15,5 1 7-15,-4-1-12 0,1-1 9 0,-1 2-4 0,-2 0-3 16,1 0-3-16,-3 1 6 0,0 0 3 0,2 1-1 15,-3-2-7-15,0 0 11 0,2 2-5 0,-1-1 6 16,2 0-5-16,1-1 2 0,1 0 1 16,-1-3 2-16,2 3-2 0,0-2 4 0,1 2-5 0,1-2 7 15,3-1-9-15,1 0 5 0,-1 2 4 0,1-2-9 16,12 0 6-16,-14 0 3 0,18-2-8 0,-2 4 3 16,-3-4-1-16,2 6 3 0,-1-6-10 0,-12 2 7 15,12-2-6-15,0 4-4 0,-12-4 5 0,14 2 5 16,-4-1-9-16,3 2 5 0,2-1 5 0,-2 0-8 15,0-2-5-15,1 3 4 0,-1-2 0 0,-1 3 3 16,0-4 4-16,0 0-11 0,2 2 4 0,0 3 1 16,-16-3-3-16,17 3 6 0,-14-3-5 0,-1 0 2 15,11 0-3-15,-14 2 6 0,0 0-3 0,1 1 5 16,2-3-7-16,-1 3 4 0,0-2-2 0,0 2-2 0,1-1 9 16,-3-1-7-16,3 2-5 0,12 0 5 15,-14 0 7-15,2-3-3 0,12 0-10 0,-13 0 7 16,1 0-2-16,-1 0 0 0,1 0 1 0,12 2 3 15,-15-2-3-15,-1 0 4 0,2 1-3 0,1-2-1 0,-2-1-1 16,1 2 4-16,3-1 0 0,-5 1-5 16,-2 0 3-16,2-2-1 0,-3 2 0 0,3 0 2 0,-2-2-3 15,0-2-6-15,-1 3 12 0,-1 0 2 16,2-2-11-16,-2 3 4 0,1-2 0 0,-3 1-1 0,-1-1 3 16,2 1-3-16,-5-1 4 0,-3 2-8 0,-2 0 6 15,2-2-5-15,-2 2 3 0,-1-2 6 0,3 0-6 16,-5 2-3-16,5-1 6 0,-3 0 1 0,-1-2-3 15,2 3-2-15,-3-3-4 0,0 3 7 0,2-3-2 16,-2 3-2-16,0-2 1 0,-5 2-3 0,-3-1 6 16,1 2-4-16,-3-2 5 0,-8 1-9 0,13-1-10 15,-5 2 17-15,-8-1-4 0,9 1 5 0,-9-1-3 16,10 0 3-16,-10 0 0 0,6 2-6 0,-6-2-12 16,6 3-15-16,-6-3-9 0,0 0-14 0,2 6-7 15,-2-6-15-15,0 0-16 0,0 0-108 0,-12 13-215 16,6-8 95-16</inkml:trace>
  <inkml:trace contextRef="#ctx0" brushRef="#br0" timeOffset="6013.82">13407 9441 41 0,'0'0'74'0,"-9"-2"5"0,9 2-9 16,-6-6-3-16,6 6-4 0,0 0-12 0,-7-4-4 15,7 4 5-15,0 0-2 0,0 0-14 0,0 0 1 16,-7-3-6-16,7 3-3 0,0 0-5 0,0 0 3 15,0 0-7-15,0 0-3 0,0 0 7 0,0 0-11 16,0 0 1-16,0 0 14 0,0 0-4 0,29 3-8 16,-19-3 8-16,3-1-4 0,5 1 4 0,2 0 1 15,-2-2-4-15,13 0-3 0,-6 2-5 0,2-1 9 16,3-3-5-16,-2 2 3 0,3 2 1 0,4-2-1 16,-4 0 1-16,3-1-3 0,2 0 0 0,2 3-11 15,-1-4 2-15,3 2 6 0,-3 0-5 0,1-2-1 16,0 0-6-16,-2 3 8 0,1-1 4 0,1 1-7 15,-3 0-2-15,1-2-4 0,0 2 6 0,1-2 0 16,1 3-1-16,-2-3 8 0,1 1-25 0,0 2 19 16,-1-2-7-16,2-1 2 0,0 3 3 0,-2-4 4 0,-1 3-9 15,2-2 1-15,-3 2 3 0,2-4-2 16,-2 4 1-16,-2-1 1 0,-2 1-2 0,1 1-3 0,-1-1 6 16,-1-2-5-16,-4 2-3 0,5-2 3 0,-11 2-1 15,1 1 7-15,1-1-5 0,1 0 1 0,-4 0 6 16,4 1-3-16,-1-3-1 0,-2 3-1 15,3-1 0-15,-3 1 1 0,0 0-3 0,-1-2 3 0,1 0-8 16,0 0 7-16,-2 1 3 0,5-1-3 16,-2 0 2-16,-1 1-6 0,4 0 0 0,-3 1-9 0,6-3 6 15,-5 3 4-15,-3 0 9 0,2-1-12 16,1 0 3-16,-1 1 1 0,-1 0 0 0,4 1-1 0,-1-1 1 16,-2 0 5-16,3 1-8 0,-1-2 2 0,1 1 0 15,-2-1 2-15,7 0 4 0,-8 1-13 0,3 0 10 16,-2 0 0-16,7-1 1 0,0 1-3 0,-7 0 4 15,0-1-1-15,1-2-7 0,-1 3 2 0,7 0 1 16,-8 0-2-16,8-1 6 0,-1 0-8 0,-7 2 8 16,2-1-1-16,-3 0 0 0,1 0-6 0,3 1 12 15,3-1-8-15,-3 2 5 0,5-4-6 0,-6 2-3 16,1 0 7-16,4-2-3 0,-7 3-4 0,2-1 11 16,-2-1-4-16,8 1 3 0,-6 0-2 0,5-2-1 15,-5 1 4-15,-3 1-13 0,1 0 4 0,2-2 3 16,-3 3 0-16,3-1 2 0,-2-1 1 0,-3 1 1 15,-2-1-2-15,-2-1 3 0,-1 2 0 0,0-1 7 16,1 0-10-16,-1 1 0 0,-2-2 1 0,-2 2 0 16,2 0 0-16,1 0-1 0,0-1-2 0,-1-1 5 0,-3 4-1 15,2-2 3-15,-9 0-5 0,18 0 0 16,-10-2 3-16,-8 2 6 0,14 0-3 0,-14 0 0 16,14 0 0-16,-8 2-2 0,-6-2-6 0,11-2 3 15,-11 2 2-15,14-1-5 0,-8 0 5 0,-6 1 1 0,14-2 2 16,-14 2-2-16,12 0-7 0,-12 0 5 0,11 2-9 15,-3-1 8-15,-8-1-3 0,16 0 3 0,-9 0 3 16,2 1-2-16,-9-1-6 0,13-1 5 0,-7 2-3 16,-6-1 1-16,14 0-1 0,-14 0 0 0,11-2 0 15,-11 2-6-15,11 0 3 0,-11 0 3 0,10 0-1 16,-10 0-3-16,0 0 5 0,11 0-3 16,-11 0 7-16,6 2 0 0,-6-2 6 0,0 0 3 0,0 0 1 15,7 2 6-15,-7-2-4 0,0 0 4 0,0 0-3 16,0 0 3-16,0 0-2 0,0 0-3 0,0 0-2 15,0 0-1-15,0 0-1 0,0 0-4 0,10-3-2 16,-10 3-1-16,0 0-4 0,0 0-7 0,0 0-5 16,0 0-16-16,0 0-5 0,0 0-27 0,0 0-25 15,0 0-23-15,0 0-19 0,-6 16-44 0,-3-12-97 16,9-4-286-16,-14 8 127 0</inkml:trace>
  <inkml:trace contextRef="#ctx0" brushRef="#br0" timeOffset="6989.55">17772 9409 21 0,'-6'0'89'0,"-4"-2"-9"0,10 2 6 15,-16-2-11-15,11 0-1 0,5 2-11 0,-12-2-5 0,12 2 0 16,-9-1-9-16,9 1 4 0,0 0-12 0,-11-1 1 16,11 1 2-16,0 0-7 0,-6-3-10 15,6 3 5-15,0 0-6 0,0 0 1 0,0 0-8 16,0 0 4-16,0 0-9 0,0 0-2 0,0 0 7 0,0 0 4 16,-13 0-6-16,13 0 0 0,0 0-5 0,0 0-3 15,0 0-1-15,-10-1-1 0,10 1 7 0,0 0-4 16,-9-2 3-16,9 2-6 0,0 0 2 0,-13 2 3 15,13-2-8-15,-7 0 5 0,7 0-5 0,0 0-1 16,-12 0-1-16,12 0 2 0,0 0 6 0,-9 0-12 16,9 0 4-16,0 0 6 0,-10-2-11 0,10 2 10 15,0 0-16-15,-14-2 12 0,14 2 0 0,-8 0 5 16,8 0 5-16,0 0-3 0,-9-1 3 0,9 1 3 16,0 0 0-16,0 0-4 0,0 0 6 0,-7-2-9 15,7 2 3-15,0 0-4 0,0 0 2 0,0 0 3 16,0 0-1-16,0 0 1 0,0 0-5 0,-11-1 0 15,11 1 1-15,0 0-3 0,0 0 3 0,0 0 0 16,0 0-4-16,0 0 7 0,0 0-6 0,0 0 1 16,0 0 0-16,0 0-3 0,0 0-4 0,0 0 6 0,0 0-2 15,0 0-4-15,0 0 8 0,0 0-7 0,0 0 0 16,0 0 2-16,0 0-6 0,26 3-1 0,-13-2 7 16,5-1 3-16,2 2-4 0,8 0 2 15,4 0-2-15,4 1 2 0,0 0-10 0,16 1 6 0,-15-1-5 16,15-1-2-16,-2-1-6 0,3 3-1 0,-1-3 0 15,-1-1-2-15,-11-1-10 0,-2-1 16 0,12 1-11 16,-15 1 9-16,-1 0 4 0,-2 0 1 0,1 0-3 16,-2 0 3-16,-3-1 0 0,0 1 7 0,-10 1 0 15,1-2-2-15,-6 1 2 0,1-1 6 0,-2 1-6 16,-2 0 6-16,-10 0 2 0,13 0 7 0,-8-2-6 16,-5 2 10-16,0 0 0 0,10 0-1 0,-10 0-3 15,0 0-3-15,10 0-2 0,-10 0 4 0,0 0-8 16,0 0 5-16,0 0-7 0,8-1 8 0,-8 1-8 15,0 0-7-15,0 0-8 0,0 0-1 0,0 0-16 16,0 0-20-16,0 0-3 0,0 0-20 0,0 0-14 16,0 0-29-16,0 0-80 0,-31 4-210 0,20-2 93 15</inkml:trace>
  <inkml:trace contextRef="#ctx0" brushRef="#br0" timeOffset="8517.23">5646 10043 9 0,'0'0'38'0,"-5"3"-9"0,5-3 7 0,0 0 1 15,0 0-6-15,0 0-2 0,0 0-2 0,0 0 1 16,0 0-1-16,0 0-4 0,0 0-1 0,0 0 1 15,0 0-5-15,0 0 3 0,0 0 1 0,0 0-2 16,0 0-2-16,0 0 6 0,0 0-2 0,0 0-11 16,7 15 1-16,-7-15 1 0,0 0-2 0,0 0-2 15,0 0-1-15,0 0 4 0,0 0-4 0,0 0 4 16,0 0 1-16,0 0-7 0,0 0 6 0,0 0 0 16,0 0 6-16,0 0 0 0,0 0-9 0,0 0 19 15,0 0-9-15,0 0 2 0,-5 6-1 0,5-6-2 16,0 0 6-16,-13 2-14 0,13-2 3 0,-12 3 1 15,5-3-2-15,7 0-3 0,-13 2-1 0,6-1 4 16,-2-1-3-16,9 0-6 0,-18 2 9 0,10-2 8 16,8 0-1-16,-13 1 6 0,7 0-11 0,6-1 10 15,-13-1-8-15,13 1 7 0,-10-1-6 0,10 1 8 16,0 0-4-16,-14 0-2 0,14 0-14 0,0 0 12 0,0 0-8 16,-10-2 6-16,10 2-11 0,0 0 8 15,0 0 4-15,0 0-7 0,-7 3-10 0,7-3 4 0,0 0 1 16,0 0-4-16,0 0-2 0,0 0 11 0,0 0-11 15,0 0 4-15,0 0-4 0,0 0 7 0,0 0 7 16,0 0-12-16,0 0 10 0,0 0 1 0,25 4-1 16,-18-3 6-16,-7-1-7 0,21-1 7 0,-8 2 3 15,2-1-6-15,3-1 10 0,2 1 3 0,1 0-3 16,1-1-3-16,-2 1-3 0,9-2 5 0,2 0-3 16,0 2 0-16,1-3-7 0,-3 3 2 0,2-3-2 15,-1 1 7-15,2 2-6 0,-1-1 2 0,2 1-6 16,-1-1 8-16,0 1-8 0,1-2 8 0,1 2-7 15,0 0-3-15,-1 2 0 0,4-4 4 0,-2 2 0 16,-2 2-6-16,0-1 1 0,2-2-2 0,-1 2 7 16,1-1-4-16,1-1-3 0,2 2 3 0,-1-1-3 15,-1 0-2-15,3-1 2 0,0 1-1 0,-4 1 2 16,4-1-2-16,-3-4-3 0,0 2 6 0,-1 5-4 16,3-6 1-16,-3 3-7 0,2 0 8 0,0-1 3 15,0 0-3-15,1-1 2 0,-2 2-1 0,0-2 6 16,-1 0-5-16,-2 1-6 0,0-2 4 0,-1 2 3 15,-1-2-1-15,-3 2-4 0,0-3-1 0,1 2-1 0,2-2 6 16,0 0-4-16,-1-1-4 0,1 5 7 0,-2 0 5 16,1-3-5-16,-2-2 0 0,1 2 2 15,-1 2-3-15,-7 0 2 0,6-2 0 0,-6 3-2 16,0 0-2-16,-1-3-2 0,1 1 5 0,-1 2 2 0,-2-1-2 16,3 0-3-16,-5-1 1 0,3 0 0 15,-3 2 0-15,-3-2-7 0,-1 0 7 0,1 3 1 0,-1-2-3 16,0 2 0-16,-1-2 5 0,-11 1-7 15,12-1-3-15,-12 1-4 0,12 0 14 0,-12 0-4 0,9 0 4 16,-9 0-7-16,0 0 3 0,9-1-4 0,-9 1-6 16,0 0-12-16,10 1-14 0,-10-1-5 0,0 0-30 15,6 2-15-15,-6-2-14 0,5 4-17 0,-5-4-26 16,3 7-83-16,-3-7-241 0,1 6 106 0</inkml:trace>
  <inkml:trace contextRef="#ctx0" brushRef="#br0" timeOffset="17768.93">6276 12394 42 0,'0'0'61'0,"0"0"-7"0,0 0-4 0,0 0-9 15,0 0 0-15,19-8-15 0,-19 8-18 0,13-3-23 16,-8 2-37-16,-5 1-55 0,11-1 24 0</inkml:trace>
  <inkml:trace contextRef="#ctx0" brushRef="#br0" timeOffset="18528.21">9246 12404 3 0,'0'0'-1'0</inkml:trace>
  <inkml:trace contextRef="#ctx0" brushRef="#br0" timeOffset="26876.27">7418 13804 11 0,'0'0'28'0,"0"0"-3"0,0 0-5 15,0 0 4-15,0 0 0 0,0 0-2 0,0 0-6 0,0 0-1 16,0 0-6-16,0 0 3 0,0 0 3 0,0 0-8 15,0 0 0-15,0 0 2 0,0 0 6 0,0 0-10 16,0 0 0-16,0 0-5 0,0 0 6 16,0 0-11-16,0 0-5 0,0 0-1 0,11 7-8 0,-11-7-20 15,0 0-42-15,6 3 20 0</inkml:trace>
  <inkml:trace contextRef="#ctx0" brushRef="#br0" timeOffset="30215.01">16889 13763 23 0,'0'0'19'0,"0"0"0"0,0 0-1 16,0 0-4-16,0 0 0 0,0 0 2 0,0 0-3 16,5-5-9-16,-5 5 5 0,0 0-3 0,0 0 0 15,0 0 2-15,0 0 0 0,7-3 0 0,-7 3 0 16,0 0-5-16,0 0-1 0,0 0 2 0,0 0-1 16,0 0 2-16,4-5-4 0,-4 5 4 0,0 0-3 15,0 0-2-15,0 0 1 0,5-5 0 0,-5 5 0 16,0 0 0-16,0 0 0 0,0 0 5 0,2-8-6 15,-2 8 6-15,0 0-12 0,0 0 6 0,0 0-4 16,6-5 8-16,-6 5-1 0,0 0-3 0,0 0-2 16,0 0 0-16,6-4 1 0,-6 4 4 0,0 0-2 15,4-6 4-15,-4 6-5 0,0 0 0 0,5-4 1 16,-5 4 1-16,0 0 1 0,0 0-6 0,6-4 2 16,-6 4 0-16,0 0 2 0,0 0-3 0,0 0 2 15,0 0 6-15,0 0-4 0,7-3-1 0,-7 3-4 0,0 0 3 16,0 0 0-16,0 0 8 0,0 0-3 15,0 0-1-15,6-3 3 0,-6 3 0 0,0 0 2 16,0 0-3-16,0 0-2 0,0 0-5 0,0 0 0 0,0 0 7 16,0 0-4-16,0 0-2 0,0 0-3 15,0 0 2-15,0 0 5 0,0 0 2 0,0 0-4 16,0 0-3-16,0 0 5 0,0 0-1 0,0 0-2 16,0 0-2-16,0 0 2 0,0 0 5 0,0 0-11 15,0 0 5-15,0 0-1 0,0 0-1 0,0 0 4 16,0 0-1-16,0 0-3 0,0 0 2 0,0 0-1 0,0 0 4 15,0 0-1-15,0 0 0 0,0 0-5 16,0 0 4-16,0 0 4 0,0 0-3 0,0 0-5 16,0 0-2-16,0 0 5 0,0 0 3 0,0 0-6 0,0 0-4 15,0 0 3-15,0 0 5 0,0 0-3 0,0 0 10 16,0 0-11-16,0 0 3 0,0 0-2 16,0 0 7-16,0 0-7 0,0 0 8 0,0 0-3 15,0 0-4-15,0 0 3 0,0 0 3 0,0 0 0 0,0 0 3 16,0 0-1-16,0 0 1 0,0 0-1 0,0 0-2 15,0 0 2-15,0 0-1 0,0 0 4 0,0 0 0 16,0 0 1-16,0 0-3 0,0 0-2 0,0 0 4 16,0 0-2-16,0 0 3 0,0 0-5 0,0 0-1 15,0 0 0-15,0 0-3 0,0 0 5 0,0 0-8 16,0 0 4-16,0 0 3 0,0 0-3 0,0 0-11 16,1-9 12-16,-1 9-4 0,0 0 2 15,0 0 0-15,0 0 0 0,0 0 2 0,0 0 0 16,0 0-1-16,0 0-8 0,3-8 11 0,-3 8-9 0,0 0 9 15,0 0-4-15,0 0-2 0,0 0-5 0,0 0 5 16,0 0-3-16,0 0 4 0,0 0 0 16,0 0-3-16,0 0-1 0,0 0 0 0,0 0 3 15,0 0-3-15,0 0 1 0,0 0 6 0,0 0-3 0,0 0-1 16,0 0-4-16,0 0 11 0,0 0-10 0,0 0 7 16,0 0-4-16,0 0-1 0,1-9 3 0,-1 9-1 15,0 0 1-15,0 0-5 0,0 0 3 0,0 0 1 16,0 0-3-16,0 0 1 0,0 0 4 0,0 0-4 15,0 0 4-15,0 0 1 0,0 0-3 0,0 0-1 16,0 0 2-16,0 0-3 0,0 0-1 0,0 0-1 16,0 0 8-16,0 0-7 0,0 0 2 0,0 0-1 15,0 0-3-15,0 0 4 0,0 0 2 0,0 0-1 16,0 0-2-16,0 0 4 0,0 0 2 0,0 0-3 16,0 0-4-16,0 0 3 0,0 0-2 0,0 0-2 15,0 0-1-15,0 0 8 0,0 0-5 0,0 0 1 16,0 0 0-16,0 0 1 0,0 0-1 0,0 0-3 15,0 0 2-15,0 0-1 0,0 0 0 0,0 0 5 16,0 0-6-16,0 0-2 0,0 0 7 0,0 0-2 16,0 0 0-16,0 0 8 0,0 0-9 0,0 0 2 15,0 0 2-15,0 0-5 0,0 0-1 0,0 0 3 16,0 0 3-16,0 0-3 0,0 0-3 0,0 0 4 0,0 0-1 16,0 0-2-16,0 0-1 0,0 0 1 15,0 0 2-15,0 0 2 0,0 0-2 0,0 0 4 16,0 0 0-16,0 0-2 0,0 0-3 0,0 0 0 15,0 0-3-15,0 0 2 0,0 0 0 0,0 0 4 16,0 0-2-16,0 0-6 0,0 0 8 0,0 0-2 16,0 0 6-16,0 0-8 0,0 0 3 0,0 0-8 0,0 0 7 15,0 0-4-15,0 0 8 0,0 0-3 16,0 0-5-16,0 0 1 0,0 0 4 0,0 0 0 0,0 0-3 16,0 0 1-16,0 0 3 0,0 0 3 0,0 0-7 15,0 0 3-15,0 0-4 0,0 0 0 16,0 0-1-16,0 0-3 0,0 0-7 0,0 0-3 0,0 0-5 15,0 0-12-15,0 0-3 0,0 0-22 0,0 0-63 16,0 0 28-16</inkml:trace>
  <inkml:trace contextRef="#ctx0" brushRef="#br0" timeOffset="35444.06">8993 15712 23 0,'-9'-1'33'15,"9"1"-4"-15,0 0 1 0,0 0 0 0,0 0-4 16,0 0-1-16,0 0-6 0,0 0 9 0,-9-3-13 0,9 3 0 16,0 0 3-16,0 0-3 0,0 0-4 0,0 0-7 15,0 0 2-15,0 0 7 0,0 0-6 16,0 0 5-16,0 0-11 0,23-3 10 0,-23 3-1 15,11 0 0-15,-11 0-2 0,12 0 0 0,-12 0 4 16,17 0 5-16,-10 0-6 0,5 0 3 0,-2-1-2 16,4 1 8-16,3-1-1 0,-3 1 2 0,2-4-5 0,5 4 4 15,-1-2-1-15,-2 0 2 0,5-1-7 16,-3 2 5-16,9-4-3 0,-9 5 3 0,7-1 0 16,1-1 0-16,-1-1-3 0,-7 3 4 0,6-1-10 0,2 2 8 15,-5-2-9-15,5-1 5 0,0 0 1 16,4 2-3-16,-1 0-8 0,0 0 13 0,-1 0-4 15,1-2-6-15,-2 2 4 0,4 0-3 0,-2-1-2 0,0-1 2 16,2 2 6-16,0-2-2 0,-2 2-5 0,2 0 2 16,-1 0-8-16,-1 0 0 0,3-2 12 15,2 2 1-15,-3 0-12 0,0-2 10 0,2 2-9 16,-2 0 7-16,2 0 11 0,1 0-10 0,-2-1-6 16,1 0 1-16,4-2-1 0,-2 3 1 0,0-1 2 15,2 0-2-15,-1 0 6 0,-2-1-1 0,1 1-5 0,0-1 8 16,-1 0-11-16,1 0 4 0,-3-1 4 15,-1 2-1-15,5-1-4 0,-6 0 2 0,-2-1-6 16,3 2 7-16,-1 0 1 0,-1-2-6 0,-2 1 10 16,1 0-6-16,-2 1 0 0,0 0 9 0,-1-2-11 15,2 3 2-15,-8-2 0 0,8 0-6 0,-1 0 4 0,1-1 1 16,-2 3 8-16,2-2 3 0,-8 0-11 16,-1 0-7-16,1 0 3 0,-2 0 6 0,1 0-1 15,-3 0-2-15,2 0 2 0,-2 2-3 0,-3 0 1 16,0-1 0-16,-1-2-1 0,0 0 7 0,4 2-5 15,-3-2 5-15,-3 2 0 0,1 1-6 0,0-2 10 16,1 1 0-16,0 1-1 0,-2 0 2 0,5 0-10 0,-3 0 4 16,-1 0-7-16,2 0 5 0,-1 0 0 15,1 0-2-15,-2 1-2 0,2-1 4 0,-3 0-6 16,2 0 2-16,1 0-9 0,-1 0 10 0,0 0 2 16,3 2-13-16,-2 1 9 0,1-2-1 0,-2 0 5 15,1 0 3-15,-1-1 7 0,1 0-9 0,3-1-5 16,-4 2 6-16,4-1-15 0,-5 0 9 0,3 1-2 15,-3 0 6-15,3-1-6 0,-4 0-1 0,1 0-2 16,1 1 9-16,1-1-2 0,-1 2-2 0,1-1-2 16,-3-1-4-16,0 0 2 0,0 1 1 0,1 0-3 15,-2 1 5-15,0-1 0 0,-2 0 1 0,2-1 2 0,-1 2-5 16,-9-2 10-16,17 0-3 0,-8 0-8 0,3 0-1 16,-4 2 1-16,2-2 1 0,-1 0-1 15,-9 0 1-15,17-2 5 0,-7 2-4 0,-10 0-5 16,15 0 3-16,-8 0 3 0,-7 0 4 0,16 0-6 15,-9 0 2-15,1-2-4 0,-8 2 3 0,12 2 4 0,-12-2-4 16,9-2 3-16,-9 2-4 0,0 0 4 16,9-1 6-16,-9 1-3 0,0 0 4 0,0 0 2 15,0 0 3-15,0 0-11 0,0 0 1 0,9 1-3 16,-9-1-1-16,0 0-2 0,0 0 3 0,0 0 2 16,0 0 1-16,0 0-19 0,0 0-8 0,0 0-23 15,0 0-14-15,0 0-21 0,0 0-15 0,0 0-14 0,0 0-10 16,0 0-99-16,0 0-233 0,0 0 103 15</inkml:trace>
  <inkml:trace contextRef="#ctx0" brushRef="#br0" timeOffset="45459.38">5473 17241 24 0,'0'0'66'0,"0"0"5"0,13-1-7 15,-13 1 1-15,0 0-5 0,0 0-7 16,0 0-1-16,0 0 6 0,0 0-9 0,0 0-8 15,0 0 4-15,0 0-14 0,0 0 7 0,0 0-4 16,-36 5 1-16,36-5 1 0,0 0-7 0,-11 0 1 16,11 0-7-16,0 0 6 0,-16 2-8 0,16-2-3 15,-7 4-10-15,7-4 10 0,0 0-9 0,-12 3 8 16,12-3-8-16,0 0-2 0,0 0-7 0,-11 3 11 16,11-3-6-16,0 0 5 0,0 0-7 15,-8 6 0-15,8-6-2 0,0 0 12 0,0 0-10 16,0 0-3-16,-8 4-2 0,8-4 2 0,0 0 3 0,0 0-1 15,0 0 0-15,0 0-7 0,0 0 11 0,0 0-1 16,0 0-5-16,22 9-2 0,-11-8 7 16,1-1 0-16,-12 0-4 0,28 2 5 0,-9-1 2 15,1-2 0-15,1 2-3 0,1-5 1 0,10 5 6 0,-1-1-2 16,0-1-8-16,4 2 8 0,-3-2-4 16,4 1 0-16,1 1 9 0,-1-2-8 0,4 0 2 15,-1 2 12-15,1 0-11 0,11-3 6 0,-3 6-5 16,-10-3 0-16,2 0-8 0,0 1 18 0,1-2-6 15,10 4 2-15,-10-3-2 0,-4 3 3 0,16-3-3 16,-14 3 0-16,12 1 8 0,-14-4-9 0,13 3-1 16,-11-2 5-16,1 2-3 0,12 0 2 0,-2-4-16 15,-11 2 24-15,12 1-12 0,-12 0 3 0,12 1-3 16,-13-4 0-16,13 5 6 0,-13-4-2 0,0 2-2 16,2-2-2-16,-2 1-1 0,2 0 4 0,1-1-5 15,-2 0 0-15,0 1 4 0,-1-2-4 0,13 2 4 16,-12 2 2-16,-1-3-7 0,0 0 1 0,-1 2 2 15,0-1 4-15,3-1-7 0,-3 1 7 0,0-2-6 16,0 2 10-16,2 0-11 0,-2-2 0 0,2 3 3 16,-2 1 0-16,0-4-4 0,2 3-2 0,-4-3 4 15,1 4-4-15,0-1 1 0,0-1 1 0,-2 1-1 16,1-2-3-16,-1 3 6 0,2-3 0 0,-3 0-3 16,0 0 3-16,1-1-4 0,2 2 0 0,-3 0-4 15,3-1-1-15,-3 0-1 0,1 1 2 0,1 0 2 16,2-2-2-16,-3 0 1 0,2 0-2 0,-1 1 1 15,-1 0-1-15,1-2-8 0,-2 1 11 0,4 1-3 16,-4-2-1-16,2 1 3 0,-1-1-4 0,1-1 0 16,-1 2 7-16,0-3-5 0,5 0-1 0,11 1 6 15,-13 0-4-15,2-2 2 0,1 2-2 16,12-3 3-16,-14 4-2 0,14-2-3 0,-15-1 5 16,3-1-1-16,11 3-4 0,-14 0 1 0,3 0 2 15,-2-3-5-15,3 5 7 0,9-5-4 0,-11 4 4 16,-4-4-6-16,3 4-8 0,-1-2 11 0,-1 2-2 15,3 4 1-15,0-7-1 0,-2 4 0 0,14-4-3 16,-15 3 3-16,4 1 4 0,-1-4-4 0,-1 1 3 16,2 0-3-16,11-1 2 0,-13 2 0 0,14-5-4 15,-14 3 6-15,0 0-3 0,13-1-8 0,-14-2 10 16,15 2-2-16,-15-1-1 0,1 5 1 0,-1-3-1 16,-1-1 2-16,2 2 2 0,3-2-7 0,-2 0 6 15,0 2 1-15,0-1 2 0,-1-1 5 0,0 3-3 16,0-1 1-16,1-1-2 0,0 3 3 0,2-1-5 15,-2 0 6-15,1 0-3 0,12-1-3 0,-1 1 4 16,-14-3-4-16,13 3 7 0,-13-3-10 16,14 2 4-16,-11 2 3 0,0-2-3 0,15-2-2 0,-16 0-2 15,12 3 6-15,-12-3-2 0,12 5 5 16,-15-2 0-16,4-1 1 0,1 3-6 0,-3-2 3 0,3 2 0 16,-3 2-3-16,14-2 1 0,-16 0-2 0,3 2-4 15,-2-1 6-15,3 2-4 0,-3-1-1 16,1-2 3-16,0 2-2 0,13-1-2 0,3 3 3 15,-22-4 0-15,6 2-6 0,-3 0 4 0,6-2 0 16,-4 2-2-16,2-1 3 0,2-1 1 0,-1 0-5 16,-1 0 5-16,-1 0-5 0,14 0 1 0,-17 0-2 15,3 0 2-15,-2-1-4 0,2-1 3 0,-6 2-2 16,6-2 1-16,-4 1-4 0,2 0 5 0,-2 1 3 16,-1-1-3-16,1-3 2 0,1 4-1 0,1-3 0 15,-3 2 2-15,2 2-8 0,-1-3 8 0,0 0-3 16,1 2 5-16,-3-3-4 0,1 3-1 0,-1-2 1 15,-1-2-3-15,1 4 5 0,-1-2-5 0,2 0 6 16,-3 1-3-16,-1-2 0 0,3 3 5 0,-3-3-5 16,2 3-1-16,-2 1 0 0,-1-2-2 0,1 1 8 15,-2 0-10-15,2 0 7 0,-2 0-4 0,-7 3-1 16,7-5 3-16,-4 4-1 0,-1 0 2 0,-2 0-3 16,7 2 5-16,-7-2-7 0,-2 0 3 0,3 2 3 15,1-3-3-15,-4 1 0 0,4 3 0 16,-3-3-6-16,-2 2 6 0,3-1 3 0,-7-3-4 15,4 3 3-15,0-3-2 0,-3 3 5 0,-1-2-5 16,0 1 0-16,-5-1 0 0,-8-1-4 0,16 1 8 16,-16-1-2-16,13 3 1 0,-13-3 0 0,11 0 0 0,-11 0-3 15,0 0 3-15,0 0 2 0,16 1 3 0,-16-1 1 16,0 0 1-16,0 0 0 0,0 0-4 0,0 0 6 16,11 0-2-16,-11 0 4 0,0 0 0 15,0 0 0-15,0 0 4 0,0 0-5 0,0 0 3 16,0 0 3-16,0 0 1 0,0 0-2 0,0 0 3 15,0 0-1-15,0 0-2 0,0 0 2 0,0 0-6 16,0 0-2-16,0 0 4 0,0 0-4 0,0 0-1 16,0 0 0-16,0 0-2 0,0 0-1 0,0 0-3 15,0 0 5-15,0 0-8 0,5 2 2 0,-5-2-1 16,0 0 0-16,0 0-2 0,0 0 0 16,0 0 1-16,0 0 1 0,0 0-5 0,0 0-1 0,0 0-7 15,0 0-6-15,0 0-10 0,0 0-13 0,0 0-10 16,0 0-15-16,0 0-22 0,0 0-27 0,0 0-51 15,0 0-59-15,0 0-138 0,0 0-389 0,0 0 172 16</inkml:trace>
  <inkml:trace contextRef="#ctx0" brushRef="#br0" timeOffset="54536.02">24643 5270 35 0,'3'-7'39'0,"-3"7"0"0,0 0-11 0,3-6-2 0,-3 6-1 16,0 0-4-16,0 0-2 0,0 0-9 0,0 0 7 16,3-5-3-16,-3 5 1 0,0 0-3 0,0 0-1 15,0 0 2-15,6-3-8 0,-6 3 6 0,0 0-3 16,0 0-1-16,0 0 0 0,0 0-10 0,0 0 7 15,0 0-1-15,0 0-7 0,0 0 12 0,0 0-8 16,0 0-2-16,0 0 1 0,0 0 1 0,0 0 4 16,0 0-1-16,0 0 2 0,0 0 4 0,0 0-6 15,0 0-2-15,0 0-5 0,0 0 7 0,0 0-2 16,7-3 1-16,-7 3-4 0,0 0 0 0,0 0-1 16,0 0 0-16,0 0 4 0,0 0 2 0,0 0-5 15,0 0 2-15,0 0 1 0,0 0-1 0,0 0-2 16,0 0-3-16,0 0 2 0,0 0 1 0,0 0-2 15,0 0 4-15,0 0-1 0,0 0 2 0,0 0-4 16,0 0-8-16,0 0 13 0,6 11-7 0,-6-11 9 16,0 0-8-16,3 9 4 0,-3-9 1 0,1 10 3 15,0-5-5-15,-1-5 2 0,2 10-2 0,-1-5 2 16,0 3-14-16,0 0-7 0,1 3 10 0,2-2-5 16,-3 4-11-16,1-3-21 0,-2 2-48 0,1 0 21 15</inkml:trace>
  <inkml:trace contextRef="#ctx0" brushRef="#br0" timeOffset="55631.03">24777 5893 47 0,'0'0'37'0,"0"0"2"15,0-8-2-15,0 8-2 0,0 0-4 0,0 0-2 16,3-7-6-16,-3 7-1 0,0 0 5 0,0 0-1 16,0 0-14-16,0 0-5 0,0 0 3 0,0 0 1 15,0 0-4-15,0 0-1 0,0 0 4 0,0 0-7 16,0 0 3-16,0 0-1 0,0 0 0 15,0 0-4-15,0 0 3 0,0 0-2 0,0 0 0 16,0 0-6-16,0 0 10 0,0 0 0 0,0 0-2 0,3 19-9 16,-3-19-4-16,2 8 1 0,-2-8-9 0,0 0-11 15,-2 9-10-15,2-9-21 0,-1 10-63 0,1-10 28 16</inkml:trace>
  <inkml:trace contextRef="#ctx0" brushRef="#br0" timeOffset="56199.57">24798 5881 46 0,'5'-5'47'0,"-5"5"-5"0,0 0-4 0,2-7-6 15,-2 7 2-15,0 0-6 0,0 0 0 0,5-5-3 16,-5 5-5-16,0 0-1 0,0 0-4 0,3-7 1 16,-3 7-6-16,0 0 1 0,0 0 0 0,0 0 1 15,0 0 1-15,0 0-5 0,0 0-3 0,0 0 5 16,0 0-4-16,0 0 5 0,0 0-6 0,0 0 1 16,0 0-1-16,0 0-2 0,0 0 0 0,0 0-1 15,0 0-1-15,0 0-3 0,0 0 7 0,-4-12-8 16,4 12 7-16,0 0-2 0,0 0 3 0,-5-7-2 15,5 7-3-15,0 0 6 0,-1-6-6 0,1 6 5 16,0 0-3-16,-4-8 1 0,4 8-1 0,0 0 0 16,0 0 4-16,-4-6-2 0,4 6 3 0,0 0-5 15,0 0 3-15,0 0-2 0,-3-9-4 0,3 9 1 16,0 0 1-16,0 0 0 0,0-7 2 0,0 7-2 16,0 0 1-16,0 0-2 0,0 0 3 0,-2-7-2 15,2 7-2-15,0 0 0 0,0 0 1 0,0 0-3 16,0 0 4-16,0 0 7 0,0 0-13 0,0 0-3 15,0 0 6-15,0 0-2 0,0 0 3 0,0 0 1 16,0 0 0-16,0 0-5 0,0 0 4 0,-9 18 1 16,9-18-4-16,-2 8 1 0,0-1 0 0,2-7 2 0,-5 12-2 15,3-6 4-15,-1 1 1 0,1 0-3 16,0 1 0-16,-2-2 3 0,3 1-1 0,-3 3 5 16,2-4-9-16,0 2-2 0,0-2 1 0,2-6-3 15,-3 14-4-15,2-7-8 0,0 3 3 0,-1-2-3 16,1-1-12-16,0 3 0 0,1-1-2 0,0 1-31 15,0-3-68-15,0 2 30 0</inkml:trace>
  <inkml:trace contextRef="#ctx0" brushRef="#br0" timeOffset="56609.97">24732 6075 4 0,'0'0'13'0,"2"-5"0"16,-2 5-2-16,0 0 8 0,2-7 1 0,-2 7-1 0,0 0-3 15,0-10-3-15,0 10 0 0,0 0 1 16,2-9 8-16,-2 9-7 0,0 0-2 0,0 0 0 16,2-7 2-16,-2 7-4 0,0 0 4 0,0 0-4 0,0 0 0 15,0 0-6-15,0 0-2 0,0 0 6 16,0 0-9-16,0 0 1 0,0 0-8 0,0 0-3 0,0 0 1 15,0 0-3-15,0 0 6 0,0 0 1 0,0 0 1 16,0 0-10-16,1 26-9 0,-1-21 5 0,2 2-15 16,-1 1-34-16,3 1 16 0</inkml:trace>
  <inkml:trace contextRef="#ctx0" brushRef="#br0" timeOffset="57856.97">24665 7184 2 0,'0'0'13'0,"1"15"-7"15,-1-9 1-15,1 3-3 0,-1 1 0 0,2-2 1 16,0 5-1-16,1-4 1 0,-2 4 3 0,0-3-4 16,3 2 7-16,-4-2-11 0,3 1 3 0,1 1-2 15,-3-2 3-15,-1 1-5 0,1-3 2 0,-1 2-1 16,1-3 0-16,-1 2 3 0,1-3 2 0,-1-6 1 16,0 13-7-16,0-6 1 0,0-7 2 0,0 11-3 15,0-11 1-15,2 11 1 0,-2-4 4 0,0-7-6 0,-2 13 4 16,2-13 3-16,-2 16-3 0,0-9-6 15,-2 3 3-15,1-1-4 0,-1 0 1 0,3 0-2 16,-1 2 0-16,-2-2-2 0,1 1-1 0,0-1-6 16,2 2-13-16,-1-2 7 0</inkml:trace>
  <inkml:trace contextRef="#ctx0" brushRef="#br0" timeOffset="58110.21">24648 7710 5 0,'1'8'18'0,"-1"-8"-6"15,3 7-1-15,-3-7-3 0,0 0 2 0,2 10 1 16,0-5 3-16,-2-5-2 0,1 7-1 0,-1-7-3 16,1 9 1-16,-1-9 2 0,0 12-2 0,0-2-4 15,2-1 1-15,-5 3-3 0,3-3 7 0,-3 4-6 16,-2 1-2-16,2 2 1 0,0-4 2 0,-1 7-1 16,0-2-4-16,2 1 0 0,-2 0 3 0,1-3-7 15,2 2 2-15,0-6-2 0,-2 4 0 0,3-2 3 16,0 3-1-16,0-3-7 0,0 2 7 0,0-4-6 15,0 2 4-15,0-1-1 0,3-1-4 0,-2 2 2 16,3-1 2-16,-2 1 9 0,4-2-13 0,-4 2 5 0,3-1-17 16,-1 0-21-16,0 4 11 0</inkml:trace>
  <inkml:trace contextRef="#ctx0" brushRef="#br0" timeOffset="59359.59">24790 8715 7 0,'0'0'35'0,"-5"-9"-2"0,5 9-5 16,-5-7-4-16,2 3 1 0,3 4 3 0,-6-8-6 15,6 8 4-15,-8-7-5 0,8 7-3 0,-6-7-2 16,2 2-6-16,4 5-3 0,-9-8 6 0,4 3-6 16,-2-1-8-16,0-1-5 0,0-2 5 15,0 1 1-15,-4 1-1 0,2-3-4 0,-2-1 0 0,-2-2 4 16,3 2-8-16,-1-4 8 0,0 3-5 0,1-2 5 16,-1 1-3-16,0 4 0 0,5-4 5 0,-3 4-3 15,1-1-3-15,2 0 1 0,-1 0 4 0,2 2 0 16,0-1 1-16,2 1-3 0,1 3-1 0,2 5-6 15,-1-13 4-15,1 13 1 0,5-11 0 0,-1 7 5 16,1 1-6-16,-5 3-4 0,5-7 5 0,-5 7-3 16,5-3 0-16,-5 3 4 0,0 0 0 0,0 0 0 15,0 0 1-15,12 9 2 0,-12-9 0 0,4 7 0 16,-2-1 4-16,0 1 0 0,0 0-1 0,-2-7 2 16,0 19 0-16,0-9 5 0,1 1 0 0,2 0-5 15,-3 2 1-15,0 1 3 0,1 4 6 0,2 0-8 16,-3 1-3-16,1-1 3 0,-2 8 0 0,1-3 1 15,1 3-3-15,-1 0-5 0,-3-1 12 0,2 0-3 16,0 2-6-16,1-2-3 0,-2-1 8 16,1-5-5-16,1 0-1 0,1 0-1 0,-2 0 1 0,2 1-3 15,1-2 2-15,-5 2 0 0,2-1 4 0,2 0-5 16,-2 0 3-16,-1 2-1 0,-2-2-4 0,0 7 2 16,1-2 3-16,2 1-3 0,1-1-3 0,1-5 6 15,-1 0 2-15,3 6-5 0,-2-5-1 0,-2-2 3 16,1 0-8-16,-1 3 0 0,1-2 0 0,-2 0-8 15,1 0 3-15,1 0-9 0,-3 1 4 0,0-1-3 16,-4 5 0-16,3-5-3 0,-5 3 3 0,4-2 0 16,1-1-13-16,1 0-35 0,-6 4 15 0</inkml:trace>
  <inkml:trace contextRef="#ctx0" brushRef="#br0" timeOffset="63641.96">24652 9977 58 0,'0'0'55'0,"0"0"-3"0,0 0-9 0,0 0-1 15,0 0 2-15,0 0-8 0,0 0 1 0,0 0-6 16,0 0 4-16,0 0-10 0,0 0-2 0,0 0-4 15,0 0-1-15,0 0 0 0,0 0-5 0,0 0 4 16,0 0-9-16,5-6 0 0,-5 6 2 0,0 0 3 16,0 0-7-16,0 0 5 0,0 0-6 0,0-11 5 15,0 11-6-15,0 0-2 0,0 0 6 0,0 0-8 16,0 0 5-16,0 0 0 0,0 0-3 0,0 0-2 16,0 0 4-16,0 0-2 0,0 0 1 0,0 0 3 15,0 0-9-15,0 0 1 0,0 0 5 0,0 0-4 16,0 0 1-16,-19 12 3 0,19-12-3 0,0 0 3 15,-5 5-4-15,5-5 2 0,0 0 9 0,0 0-10 16,0 0 3-16,-4 5 1 0,4-5 2 0,0 0 4 16,0 0-4-16,0 0 6 0,0 0-1 0,0 0 1 15,0 0 4-15,0 0-2 0,0 0 3 0,0 0-8 16,0 0 1-16,0 0-2 0,0 0-1 0,0 0-1 16,0 0-1-16,0 0 1 0,0 0 1 0,0 0-1 15,0 0 4-15,0 0-5 0,14-20-2 0,-14 20 10 16,3-3-9-16,-3 3 1 0,0 0-7 0,0 0 20 15,0 0-23-15,0 0 3 0,0 0 3 0,0 0 0 16,2-7 0-16,-2 7 2 0,0 0-11 0,0 0 7 16,0 0-5-16,0 0 6 0,0 0 5 0,0 0-7 0,0 0-5 15,0 0 3-15,0 0 2 0,0 0 7 0,0 0-8 16,0 0 0-16,0 0 6 0,-9 19-2 0,9-19 8 16,0 0-3-16,0 0-10 0,0 0 9 0,9 5-2 15,-9-5 8-15,0 0-12 0,0 0-1 0,0 0 3 16,0 0 5-16,0 0 0 0,14-11 2 0,-14 11-3 15,0 0 1-15,3-7-4 0,-3 7 1 0,0 0-1 16,0-9 5-16,0 9-5 0,0 0 6 0,0-8-2 16,0 8-5-16,0 0 2 0,0 0-5 0,0 0-9 15,0 0-11-15,0 0-2 0,0 0-32 0,0 0-22 16,0 0-56-16,0 0-144 0,0 0 64 0</inkml:trace>
  <inkml:trace contextRef="#ctx0" brushRef="#br0" timeOffset="86201.47">19967 16518 6 0,'0'0'30'0,"0"0"-10"0,-4-5 4 0,4 5-6 16,0 0-3-16,0 0-2 0,0 0 1 0,0 0-2 16,0 0-4-16,0 0 1 0,0 0 1 15,0 0-4-15,0 0 3 0,0 0-1 0,0 0-2 16,0 0-1-16,0 0 0 0,0 0 7 0,0 0-11 16,0 0 0-16,0 0 0 0,0 0-1 0,6 21 4 15,3-20-2-15,3 3 4 0,2 0 1 0,2-2-8 16,4 2 6-16,-2-2-8 0,3 1 7 0,1-1-2 0,5 2 4 15,-7-2-2-15,8 2 2 0,-1-4 0 0,4 2-3 16,-2 0 3-16,1-1 1 0,0 1-3 16,2-2 2-16,0 0 3 0,3 0 3 0,1 2 5 15,-2-2 1-15,4 0-6 0,-2-2 1 0,2 4 1 16,-2-4 2-16,3 2 4 0,1 0-9 0,10-3 1 16,-10 3 3-16,-2 0-1 0,15-3-5 0,-2 2 8 15,-12-2-9-15,13 1 4 0,-1 2-1 0,-13-1 2 16,0-1-2-16,1 0 3 0,-2 0 6 0,0 1 8 15,1-1-11-15,-1 2-3 0,-1-3 4 0,-2 0-4 16,1 2 8-16,-3-2-3 0,1 0-2 0,-1 0-6 16,-1 2 2-16,1-2 14 0,-4 1-15 0,-5-1 1 15,-3 2-2-15,1-3 1 0,0 3 5 0,-3-1-5 16,2 0-2-16,0 1-1 0,-1-1 5 0,3 0 0 16,-3-2-3-16,2 2-3 0,7-4 1 0,-8 4-3 15,2-1 17-15,-2-1-16 0,11 0-3 16,-4-2-3-16,1 2 5 0,-5 0-4 0,5 1 0 0,0-3 3 15,-7 5-2-15,0-1-5 0,7-1 5 16,-8 1-2-16,7 0-6 0,2 0 5 0,0 0 3 0,1 2 3 16,-1 0-4-16,0-1 1 0,1 2-1 0,-1-1 5 15,2 0-13-15,0 3 6 0,-2-3 5 0,0 2-4 16,1-1-6-16,-1 2 9 0,-1-1-3 0,2 1-3 16,1 0 5-16,3 0-5 0,-4-1 0 15,0 0 1-15,4 1 2 0,1 1 6 0,-2-1-10 0,3 0 4 16,0 0-3-16,2-2-1 0,-1 2 13 15,0-1-27-15,0 1 18 0,3 1 1 0,-1-1-8 16,0-1 10-16,-2 2-5 0,2-2 5 0,1 0-1 16,10 2 0-16,-12-2 2 0,1 1-5 0,-4 0 2 0,1-1-4 15,5 1 0-15,-5-1 8 0,1 1-8 16,-3 0 8-16,4-2-8 0,-3 1 15 0,2-1-15 16,-1 0-7-16,-1 1 12 0,-1-2-13 0,2-2 5 15,-2 1 7-15,1 1 0 0,4 0-11 0,-4-1 13 16,-2-1-9-16,2 1 8 0,-5-2 1 0,1 1-6 15,1 1 2-15,-5-1 1 0,1 1-2 0,-1 0-2 16,-6 1 3-16,0-3 0 0,-1 3 0 0,0-1 3 16,0 1 0-16,0-1 2 0,2 1 0 0,0-1 8 15,2 1-1-15,3 0-3 0,0 1-7 0,0-1 2 16,-5 2-5-16,-2-2 11 0,1-1-2 0,-1 1-6 16,-2 0 7-16,0 0-5 0,0-1 2 0,1 1 12 15,-3 0-9-15,3-1-3 0,-2 1 3 0,2 0 1 16,3-2-1-16,0 1-1 0,-3 0 0 0,3 1 14 15,-3-1-13-15,9 1 0 0,-9 0-3 0,3 0 6 16,-2-1-6-16,0 1-3 0,1-2 2 0,-2 2 8 16,-1 0-2-16,0 2-4 0,1-5-2 0,-2 4 3 15,2-1-5-15,-5 2 8 0,5-2-5 0,-5 0 0 16,4 1-2-16,1 0 11 0,-1-1-9 0,0 1-1 16,3-1-3-16,-3 0-4 0,4 0 11 0,-4 0-6 15,4 1-4-15,6 1-1 0,0-1 5 16,2-1 1-16,-1-1-3 0,-10 2 3 0,12-2-1 0,-2 1-4 15,-2-2 1-15,4 4 0 0,-2-1-3 16,2-1 3-16,-3 1 0 0,5 2 3 0,-4-3-1 16,0 2 4-16,3-3-5 0,-3 2 1 0,3-3-3 15,1 3 5-15,-4 0-6 0,1-2-2 0,3-2 7 16,-3 2 4-16,-10 1-2 0,10-2 0 0,-1 3-9 0,0-2 11 16,0 1-4-16,-9-2-6 0,9 1 9 0,-8 1 5 15,-1-1-3-15,9 0-4 0,-9-2 4 16,9 2-4-16,-8-1-2 0,2 1 2 0,-2 1 4 15,6-3 0-15,2 3 2 0,-8-1-3 0,2 1 1 16,8-1-7-16,-5 1 10 0,-5-2-8 0,2 4 5 16,6-4-4-16,-2 2 8 0,2-2-10 0,-9 2 10 15,7 2-11-15,2-4 4 0,-2 0-6 0,-4 0 1 16,4-1-2-16,-7 2 7 0,2-1-12 0,1 0 6 16,-3 0-1-16,2-1-8 0,-3 1-2 0,-2 1-4 15,3-2-1-15,-7 2-2 0,0-1-18 0,-1 2 3 16,-12 0-19-16,19 0-12 0,-11-1-29 0,-1 1-108 15,-7 0-220-15,0 0 98 0</inkml:trace>
  <inkml:trace contextRef="#ctx0" brushRef="#br0" timeOffset="88811.81">15556 17259 58 0,'-10'-1'62'0,"10"1"-7"0,-11-1 12 15,11 1-4-15,-12 0-8 0,12 0-3 0,-11-1-2 16,11 1 4-16,-12-2-8 0,12 2-9 0,-8-2 5 15,8 2-5-15,0 0 0 0,-9 0-14 0,9 0-1 16,0 0-2-16,0 0 4 0,0 0-4 0,0 0-7 16,0 0-2-16,0 0 5 0,0 0-8 0,0 0 1 15,0 0 11-15,0 0-5 0,-3 6-2 0,3-6-6 16,0 0-2-16,12 8 8 0,-4-5-8 0,-8-3 12 16,21 5-10-16,-10-3 2 0,3 1 7 0,3-1-3 15,2 0 0-15,-1-1 1 0,1 2-2 0,2-3 9 16,9 3-3-16,-2-4-2 0,4 2 17 15,-1-1-10-15,1-1 1 0,0 4 0 0,1-5-5 16,0 5 1-16,-1-3-6 0,0 2 3 0,1-2-4 0,2 2 1 16,-2-2 2-16,2-2-3 0,2 2 5 0,0 0-14 15,0-1 4-15,1 4 5 0,-1-5-8 0,3 4 1 16,-1-4-9-16,0 4 14 0,-2-2 1 0,-2-2-2 16,1 4-5-16,0-2 3 0,0 1-2 0,0-1 7 15,-3 0-3-15,1 0 8 0,-2 4-10 16,2-6-15-16,-1 4 15 0,-1-4 8 0,0 2-3 15,0 2 0-15,-2-2-6 0,-3 1 11 0,3 1-8 16,-2-1 3-16,-8 1-2 0,3-2 0 0,7 1 3 16,-10-1-3-16,8 2 2 0,-2-2 3 0,-6 2-2 15,8 0 0-15,-6-4-3 0,6 5 0 0,-1-2 6 16,2 1-4-16,-2-2 5 0,1 0-12 0,0 3 6 16,2-3 5-16,-1 0-6 0,-1 2-11 0,2-1 8 15,-1-1 3-15,3 0-1 0,3 3-1 0,-7-1 0 16,5-2-3-16,0 1 5 0,0-2-4 0,-2 2 0 15,4-1 3-15,-2 0-6 0,0 0 2 0,-1 3 1 16,2-3-7-16,0 1 10 0,-2 0 1 0,-2-1-5 16,2 2-1-16,0-4 1 0,1 4 0 0,-1-2 4 15,0 1 0-15,0-2-2 0,-1 2 3 16,0-2-1-16,-1 1-3 0,0 0 2 0,-1 0-1 0,-1 0-4 16,-1 0 1-16,1 0 2 0,-6 0-6 0,7 0 2 15,-1 1-2-15,0 1 8 0,2 0-1 0,-8-2 0 16,-2 0-1-16,10 0-6 0,-4 2 7 0,-3 0-8 15,-1-2 5-15,7 1-4 0,-2 0 4 0,0-1-7 16,-5 2 9-16,1-2 2 0,-4 0-1 0,9 1 0 16,-6-2-1-16,6-1 2 0,-1 2-1 0,1-2 5 15,-1 0 2-15,-8 1-1 0,1-2-1 16,1 3 5-16,-2 0 0 0,0-3-3 0,0 3-1 16,0-3 1-16,-1 2 0 0,-6-2 3 0,2 2 5 15,-3-1-1-15,0-1 3 0,-11 3 0 0,17-3-9 16,-6 3 9-16,-11 0 3 0,15-3-6 0,-15 3 4 0,13-3-2 15,-13 3 2-15,9-1 3 0,-9 1-7 16,0 0 6-16,0 0 0 0,11-3 1 0,-11 3-1 16,0 0 1-16,0 0 3 0,0 0-1 0,0 0-7 15,0 0 2-15,9-4-2 0,-9 4-6 0,0 0 0 16,0 0-1-16,0 0-3 0,0 0-1 0,0 0-3 16,0 0-13-16,0 0-16 0,0 0-27 0,0 0-27 15,0 0-34-15,0 0-39 0,0 0-44 0,0 0-215 16,0 0-437-16,0 0 195 0</inkml:trace>
  <inkml:trace contextRef="#ctx0" brushRef="#br0" timeOffset="89697.09">20674 17335 115 0,'0'0'112'16,"0"0"-16"-16,-12-1-8 0,12 1-1 0,0 0-17 16,0 0 3-16,0 0-11 0,0 0-4 0,-10-3 5 15,10 3 5-15,0 0-6 0,0 0-1 0,0 0-7 16,0 0 0-16,0 0 4 0,43 7-9 15,-25-7 5-15,-1 1 0 0,3-1-4 0,7 2 4 16,-6-2-10-16,8 0 4 0,-2 0-7 0,1-2 8 16,1 1-3-16,2 1-2 0,-2 0 1 0,2-3-8 15,-2 1 7-15,5 2-6 0,-1-3 3 0,4 1 7 16,-1-2-8-16,2 2 0 0,12-1 2 0,-11 3-6 16,1-3 7-16,10-2-8 0,-12 0 0 0,1 1-1 15,13 0 0-15,-15 1 1 0,1-3-5 0,1 4-2 16,-1-2 4-16,2 0-5 0,-5 1 6 0,0 1-2 15,1-2 0-15,-5 0-5 0,-1 2 2 0,1-1 0 16,0 0 0-16,-1-1-2 0,0 1 0 0,-1 0 1 16,0 0-1-16,-6 3-4 0,4-1-14 0,-4-1 15 15,-4 2 1-15,2 0-3 0,-3-1 1 0,1 0-4 16,-1 0-2-16,-6 0 1 0,4 0-4 16,-3-1 2-16,-1 1-3 0,1 0-11 0,0 1 14 0,1-2-2 15,-1 4 3-15,1-4-2 0,-1 2 4 16,1-1 3-16,1 0-9 0,3 1 4 0,-4-2-5 0,5 2 0 15,-6-1 1-15,1 1-5 0,5 1 1 0,-6-1-1 16,1 0-1-16,0 0-6 0,4 0 7 0,0 0 0 16,-2 0 0-16,-3 0-3 0,0-1 1 0,0 1 4 15,-1-1-6-15,-12 1 3 0,26 1-2 16,-9-4-3-16,1 3 4 0,-6-2-1 0,7 1 2 16,0-2 5-16,1 2 2 0,-2-2-1 0,1 3-1 15,-5-1 1-15,4 1-5 0,0-3 2 0,-7 3 3 16,3-1-6-16,-1-1 5 0,0 2-5 0,-2-2 4 15,0 1-7-15,-11 1 5 0,23-1-4 0,-13 0-2 16,-10 1 2-16,15-2-2 0,-15 2 4 0,9-2 2 16,-9 2-4-16,0 0 4 0,0 0-1 0,13-2 0 15,-13 2 1-15,0 0-4 0,0 0 2 0,0 0-2 16,0 0 0-16,0 0-8 0,0 0 10 0,13-1-3 16,-13 1-10-16,0 0-16 0,0 0-16 0,0 0-20 15,0 0-30-15,0 0-35 0,0 0-35 0,0 0-10 16,0 0-23-16,9 5-37 0,-9-5-165 0,2 9-425 15,-2-9 188-15</inkml:trace>
  <inkml:trace contextRef="#ctx0" brushRef="#br0" timeOffset="91026.02">24001 17363 61 0,'-10'-3'68'0,"10"3"-6"0,0 0-11 0,0 0 4 16,0 0-15-16,-11-6 7 0,11 6-6 0,0 0-3 15,0 0-3-15,-13-5 10 0,13 5 4 16,0 0 1-16,0 0-2 0,-13-6-1 0,13 6 1 0,0 0-5 16,0 0 7-16,0 0 0 0,-11-5 2 0,11 5-8 15,0 0-7-15,0 0 8 0,0 0-19 0,0 0 6 16,0 0 6-16,0 0-7 0,0 0 3 0,0 0-4 15,0 0 0-15,0 0 3 0,-9-7-6 0,9 7-7 16,0 0 8-16,0 0-9 0,0 0 5 0,0 0 1 16,0 0-2-16,0 0 0 0,0 0-5 0,0 0-7 15,30 2 4-15,-30-2-4 0,23 1 0 16,-23-1 1-16,28 1-1 0,-11-1-6 0,2 1 10 16,0 1-1-16,1-1 0 0,1 1-1 0,7-2 1 0,-5 2-10 15,4-2 8-15,1 2 6 0,-6 1 4 16,6-2-6-16,3 2 3 0,-2-2-5 0,-1-1-5 15,2 1 10-15,-3-1-1 0,-7 1-4 0,10 1 6 16,-9-1-4-16,1-1 2 0,-3 0-2 0,2 0-2 16,0 3 1-16,10-3 1 0,-2 1-5 0,1 0 1 15,-3-1-1-15,3 2 3 0,-3-2-7 0,1 0 6 16,0-2-2-16,4 0-1 0,-5-1 5 0,1 3-3 16,0-1 7-16,-5-1 0 0,3 1-6 0,2 0 5 15,0 0 0-15,-5 1-4 0,5-3 0 0,3 2-1 16,-2-2-2-16,1-1 1 0,-4 1 5 0,-4 0-8 15,6-1 5-15,-1 2-3 0,1-2-3 0,-5 1 0 16,-2 0 2-16,5-4-6 0,3 1 4 0,-4 2 4 16,2-3-1-16,-4 4-2 0,-5-1 3 0,9-1 3 15,-5 3-4-15,-2-2-3 0,10 2 2 0,-11-2 0 16,2 2 0-16,8-2-2 0,-12 2-1 16,4 0 1-16,-1-1 1 0,0 2-3 0,1 0 4 15,-3-1-4-15,0 2 5 0,4-3-8 0,-1 1 3 16,-1 1 2-16,0 0-3 0,0 1 4 0,-2-2 2 15,3 2-2-15,-4 0 3 0,3 0-4 0,1 2 2 0,-4-4 2 16,6 2-1-16,-4 0 0 0,2 0 0 0,2 0-2 16,-5 0 3-16,2 2 1 0,1-2-1 15,-1 2 2-15,2-2-1 0,-2 0 2 0,3 3 2 16,-6-3-14-16,0 2 12 0,0 0 1 0,1-2-6 16,1 1 5-16,2-1-3 0,-2 0-2 0,0 0 1 15,2 0-1-15,0 0 4 0,-4 0-6 0,3 1 4 16,-1 0-1-16,-4-1 0 0,4 0 0 0,0 0-5 15,-1 0 7-15,1 0 5 0,0 0-2 0,0 0-1 16,0 0 2-16,2 0-7 0,-3-1 3 0,0 2-2 16,-4-1 0-16,1-1-8 0,-3 0 4 0,1 2 5 15,-2 0-3-15,-11-1-4 0,25 0 7 0,-13 0-7 16,-12 0-8-16,15 2 12 0,-4-2-4 0,-11 0-1 16,16 2 3-16,-16-2-3 0,15 0 4 0,-15 0-2 15,16 0 1-15,-16 0-1 0,13 2-9 0,-13-2 10 16,16 2 4-16,-16-2-3 0,16 2-1 0,-5 0 2 15,2 0-5-15,-1-1 1 0,4 0 7 0,-2 0-7 16,3 0-2-16,3 1 6 0,-4 2-1 16,2-4-2-16,-2 3 0 0,2-1 2 0,-7-2-8 0,9 1 9 15,-2 2-2-15,-4-2-1 0,4 1 3 16,-1 1-6-16,0-2 0 0,2 2 5 0,0-2-1 16,1 1 1-16,0-1 1 0,0 1 4 0,-2-1 1 15,5 2 3-15,-5-2-3 0,-1 1 3 0,3-1 5 16,-3-1 0-16,-4 0-7 0,5 0 5 0,-7 0-16 15,2 0 8-15,-1-1 2 0,1-1 3 0,1 1-1 16,-3-2-18-16,0 2 14 0,-2 1 1 16,-9 0-4-16,14-2 3 0,-10 1-4 0,-4 1 2 0,10-3-20 15,-10 3-32-15,0 0-16 0,0 0-43 0,0 0-44 16,0 0-43-16,0 0-55 0,0 0-228 0,0 0-510 16,0 0 226-16</inkml:trace>
  <inkml:trace contextRef="#ctx0" brushRef="#br0" timeOffset="92507.79">5848 18010 7 0,'0'0'65'0,"0"0"-9"0,0 0 6 0,-16 0-6 16,16 0-4-16,0 0-13 0,0 0 10 0,0 0-13 15,-15 3 2-15,15-3-3 0,0 0-6 0,0 0 5 16,-18 0-7-16,18 0-2 0,0 0 6 0,0 0 14 16,-15 3-3-16,15-3 1 0,0 0 4 15,0 0 9-15,-13 1-9 0,13-1-3 0,0 0-4 16,0 0-6-16,0 0-3 0,0 0-3 0,0 0 3 15,0 0 11-15,0 0 5 0,0 0-7 0,0 0 7 16,45 5-7-16,-24-7 3 0,10-1-4 0,2-4-6 0,4 3 7 16,21-3-6-16,-4-2-6 0,4-2 0 15,1 1 3-15,3-1-7 0,0-2 1 0,0 1-7 16,0 1 4-16,0 1-4 0,-2-1 7 0,2 3-6 16,0 1-1-16,1 2 1 0,-1-3-5 0,2 0 4 15,1 1 6-15,-5 1-10 0,28-4 3 0,-34 9 12 16,3-2 0-16,-1-2-8 0,-7 5 5 0,2 0-3 15,0 0 1-15,-14-2 3 0,3 2 1 0,12 3-5 16,-15-4 2-16,3 2-2 0,0 3 4 0,-3-2-4 16,0-1-1-16,-1 3 1 0,1-1-5 0,1-2 1 15,-1-1 1-15,1 3 1 0,-1 0 0 0,2-1 1 16,-4-2-4-16,-1-1 3 0,0 1 2 0,1-1 1 16,1-2 2-16,-4 2 10 0,0-3-6 15,1 4 0-15,-4-3-1 0,1-2-1 0,-9 4-3 16,0-2-5-16,-1 1 0 0,1-1-3 0,-1 2 1 15,-3-2-3-15,-2 3-1 0,3-3 0 0,1 2 0 0,-1-1 0 16,1-2-1-16,0 3 2 0,0-5-6 0,2 6 0 16,-1-2 2-16,-3 1 4 0,3-1-8 0,-3 4 1 15,-3-4-3-15,5 4 3 0,-2-2-2 16,-4 0-2-16,4 0-1 0,-4 3 1 0,6-3 1 16,-6 0-5-16,0 3 3 0,1 0 2 0,-1-2-2 15,-3 2 0-15,0-2-2 0,2 0 3 0,-12-1 0 16,11 1 2-16,-11-1-4 0,12 3-6 0,-12-3 2 15,0 0 1-15,11 1-2 0,-11-1-13 0,0 0-9 16,0 0-14-16,0 0-10 0,0 0-19 0,11 0-18 16,-11 0-16-16,0 0-24 0,0 0-11 0,0 0-35 15,0 0-35-15,0 0-117 0,0 0-351 0,0 0 155 16</inkml:trace>
  <inkml:trace contextRef="#ctx0" brushRef="#br0" timeOffset="114904.65">25830 6053 1 0,'-14'-2'83'16,"14"2"-2"-16,-9 0-4 0,9 0-1 0,0 0-1 16,-10-1-15-16,10 1 2 0,0 0-9 0,0 0-5 15,0 0-6-15,-10-1 6 0,10 1-6 0,0 0 1 16,0 0 0-16,0 0-8 0,0 0 1 0,0 0-1 16,0 0-5-16,0 0 5 0,0 0 1 0,25-7 4 15,-3 4-10-15,10-4-8 0,4 0 10 0,16-3-9 16,4-4-3-16,1-1 4 0,9 1-6 0,22-7-1 15,1-1-4-15,-1 2 1 0,-25 6 3 0,27-5 1 16,-25 3-2-16,27-3 1 0,-31 9-6 0,3-5 0 16,0 3 1-16,28-3-6 0,-29 6 3 15,-3-1-3-15,5 3 1 0,-1-1 2 0,1 0-3 0,0 3-1 16,2-1 1-16,-2 2-2 0,0-3 1 0,-2 3-1 16,-2 1-3-16,-3 0 0 0,-4-2 4 0,-1 2-2 15,-3 1-1-15,-16 0 4 0,1 0-2 0,-3-1-3 16,-3 1-3-16,1-1 3 0,-10 3-5 0,-1-2 8 15,-6 0-6-15,0 2-3 0,-2-1 8 0,-1 1-4 16,-10 0 0-16,14-2 11 0,-8 2-11 0,-6 0 2 16,10-2-1-16,-10 2 3 0,8-1-5 0,-8 1 4 15,0 0-1-15,0 0 2 0,0 0-4 0,9-1 3 16,-9 1-4-16,0 0 2 0,0 0-3 0,0 0-2 16,0 0 13-16,0 0-4 0,0 0-10 0,0 0 3 15,0 0 1-15,0 0 1 0,0 0-5 0,10 1 0 16,-10-1-1-16,0 0 3 0,0 0 4 0,0 0-5 15,-2 10 4-15,2-10 4 0,0 0-10 0,-6 15 4 16,1-6 5-16,-1-1 0 0,0-2-3 0,0 2 2 16,-2 0-6-16,-2 2 5 0,2-1 2 0,-2 5-2 0,-4-3 3 15,3 2-8-15,-1-1-17 0,-1-1-11 16,-1 0-33-16,2 0-27 0,0-1-113 0,0 2-224 16,2-4 100-16</inkml:trace>
  <inkml:trace contextRef="#ctx0" brushRef="#br0" timeOffset="115107.51">28171 5534 49 0,'-10'-16'134'0,"2"-1"-6"15,1-2-8-15,-4 1-3 0,3 4-14 0,-1-2 6 16,-1 2-20-16,2 0 1 0,2 6-9 0,3 1-13 15,3 7-9-15,-8-10-30 0,8 10-30 0,-4-11-42 16,4 11-15-16,-4-1-8 0,4 1-13 0,0 0-77 16,0 0-167-16,0 0 75 0</inkml:trace>
  <inkml:trace contextRef="#ctx0" brushRef="#br0" timeOffset="115633.68">28502 5489 16 0,'0'0'167'0,"0"0"-15"0,0 0-22 16,0 0-15-16,0 0-12 0,0 0-20 0,0 0 3 16,0 0 9-16,10 15 1 0,-4-5-10 0,-4-1-8 15,1 2-4-15,3 4-7 0,0-1-8 0,0 1-3 16,-1 0-6-16,-1 2-5 0,3-3 2 0,-3-4-8 15,5 3-3-15,-2-4-10 0,1-1 1 0,0-2 3 16,0 1-3-16,1-1-6 0,0-1 1 0,1-2-3 16,-3-2 2-16,-1-1-3 0,5 0 0 0,-11 0-7 15,17-3 4-15,-7 0-8 0,0-4 0 0,0 2 6 16,-1-2-4-16,-1 0-3 0,2-3 2 0,-2 2 0 16,0 0 0-16,-1-3-5 0,0 2 3 0,2 0-2 15,-2-1-3-15,1 2 0 0,-6 2 3 0,3 1-6 16,-2 0 0-16,-3 5-1 0,6-7-3 0,-6 7 0 15,0 0 2-15,7-3-5 0,-7 3 0 0,0 0 3 16,0 0 1-16,9 17-2 0,-7-9-1 0,1 1 4 16,-1-2 2-16,0 5-2 0,2-5 6 0,-2 4-3 15,1-1 2-15,-1-2-6 0,0-3 2 0,4 1 6 16,0 0-1-16,-2-3-1 0,3 3 3 0,-3-3 0 16,2 0 0-16,-6-3-5 0,15 1 7 0,-7-6-2 15,1 1 2-15,0 2 3 0,0-6-6 0,0-1 3 16,1 1-3-16,-1-2 8 0,-3-2-3 0,2 1 7 15,-2-4 1-15,0 3-2 0,1-4-6 0,-3 1 1 16,0-1-2-16,-2 0-3 0,1 1-12 0,-2 2 0 16,3 3-7-16,-4 2-20 0,1 0-31 0,-1 8-31 15,3-9-36-15,-3 9-13 0,0 0-117 0,0 0-284 0,0 0 126 16</inkml:trace>
  <inkml:trace contextRef="#ctx0" brushRef="#br0" timeOffset="115913.06">29168 5605 11 0,'7'-3'191'0,"0"0"-13"0,-3-1-8 0,-4 4-10 15,14-7-9-15,-9 1-12 0,4 1-16 0,-3-2-11 16,2 1-8-16,-1-1-10 0,-2 2-9 0,2-2-13 16,-3 0-4-16,1 1-7 0,-2-2-6 0,1-1-7 15,-3 3-8-15,0-2-4 0,-1 8-5 0,2-12-3 16,-4 5-1-16,2 7-6 0,-4-12 1 0,2 8-6 15,2 4-4-15,-5-10 0 0,5 10-3 0,-11-3-3 16,11 3-5-16,-15 6 6 0,4-1-2 0,-1 1-3 16,2 3 5-16,-3 3 1 0,-1 1-6 0,4-1-6 15,1-3 4-15,1 3 3 0,3 0-2 0,3-2-12 16,-1 6-14-16,3-3-15 0,1-1-38 0,6 2-27 16,0 1-44-16,5-2-136 0,-2 0-308 0,4-1 137 15</inkml:trace>
  <inkml:trace contextRef="#ctx0" brushRef="#br0" timeOffset="116329.74">29494 5531 39 0,'0'0'147'0,"-13"-4"-17"0,7 2-9 15,6 2-11-15,-13 6-4 0,3-4 6 0,5 3-8 16,-4 0-13-16,0 2-7 0,1 0-10 0,4 2 1 15,-1-1-7-15,3 3-5 0,-1-3-7 0,2 1-3 16,1-1-5-16,2 0-12 0,2 1-2 0,0-4 3 16,4 1-3-16,-1-3 0 0,5 2-5 0,-1-1 0 15,3-4-2-15,-1 0-6 0,1-2-4 0,-2-3 10 16,-1 0-6-16,1-2-9 0,1-3 7 0,-2 1-4 16,-2-1-2-16,-1-7 1 0,-1 2 0 0,5-9-4 15,-6-1-3-15,1 3 7 0,-2-4 3 0,0 0-4 16,0-1 0-16,-1-2 1 0,0 2 2 0,-2 1-5 15,-1 0-2-15,1 7 0 0,-2 1 2 0,2 3 29 16,0 4 6-16,0 0 0 0,-2 5-1 0,0 6-8 16,0-11-6-16,0 11-6 0,1-5-5 0,-1 5 2 15,0 0-8-15,0 0-2 0,-3 22-2 0,1-3 5 16,1 1-4-16,-4 8 1 0,2-2-1 0,-2 2 5 16,1-1-4-16,4 0 2 0,-6 1 0 0,7-3-5 15,-4 1 0-15,3-2-3 0,-2 2-23 0,4-7-23 16,-2 2-38-16,1-1-47 0,4-1-30 0,-3-2-34 15,2 1-134-15,-1-2-347 0,1 0 153 0</inkml:trace>
  <inkml:trace contextRef="#ctx0" brushRef="#br0" timeOffset="116968.62">29935 5509 143 0,'1'-12'182'0,"-1"4"-3"16,0 8-8-16,-2-17-13 0,-1 11-10 0,0 0-20 15,3 6-11-15,-10-9-12 0,3 5-12 0,-2 3-10 16,-2 2-5-16,-1 2-9 0,1 0-7 0,0 3-10 16,2-2-1-16,1 3-9 0,3 1 2 0,1-1-5 15,-2 1-2-15,4 0-6 0,0-3-1 0,2-5-4 16,3 13-2-16,2-7-5 0,-1 0-2 0,3-3-8 16,2 1 3-16,3-1-1 0,-1-3-4 0,1-1-2 15,0-1 1-15,0-1 1 0,-2 0-1 0,2-1 3 16,-2-1-2-16,-2 0-1 0,1 0 7 0,-3 0-1 15,0 1 0-15,-2-1-1 0,1 1 1 0,-5 4 2 16,10-6-2-16,-10 6-3 0,7-3-6 0,-7 3-3 16,0 0-2-16,8 9 5 0,-6 0 0 0,1 6-4 15,-3 12 4-15,1 4 0 0,-3 4-5 0,2 12 3 16,-2 1-3-16,0-2 6 0,0 0 2 0,1 1-2 16,0 0 2-16,1-13 1 0,1 11 1 0,-2-11-1 15,1 1 1-15,0-3 2 0,-3 0 0 0,2-3-1 16,-3 0 1-16,-1-4-1 0,-6 0 5 0,3-6-7 15,-2-3 2-15,-3-3 1 0,-1-2-3 0,-3 1-3 0,0-5 1 16,0-5-1-16,0 1 4 0,-1-7-3 16,0 0 1-16,2-3-5 0,-2-4 6 0,6-2-3 15,1-3 1-15,-3-7-2 0,5-2-3 0,2 0 1 16,5-2 4-16,6 0-3 0,3 0-2 0,4-1-2 16,5-3 1-16,6 5-2 0,0-2-1 0,12-5 1 15,-7 6-1-15,1 2-1 0,12-8 4 0,-3 0-4 16,-12 9 0-16,4 2 2 0,-1-4-3 0,-2 2-1 15,2-1 0-15,-2 0 1 0,-2-1-5 0,-2 2 5 16,1-4-1-16,-4 2-1 0,-3 3-1 0,-6 7-2 16,-1 0 1-16,-2 2-4 0,0-1 11 0,-5 4-1 0,2 5 3 15,-3 0 0-15,1-1-3 0,-2 7-3 16,0 0 0-16,-9-9 1 0,9 9-1 0,-19 5 2 16,1 3 0-16,0 1 3 0,-1 1-1 0,-6 4-1 15,10-2 3-15,-2-2-1 0,3 5 1 0,2-1 0 16,4 0-1-16,3 3-2 0,3 0-14 0,4 2-18 15,5-2-28-15,11 2-46 0,4 1-46 0,4 1-166 16,1-2-348-16,6-2 153 0</inkml:trace>
  <inkml:trace contextRef="#ctx0" brushRef="#br0" timeOffset="117393.84">30601 5861 47 0,'3'-9'226'0,"1"-2"-16"0,3 1-8 0,1-6-10 16,3 2-12-16,0-1-15 0,1-1-13 0,2 1-17 16,5-6-16-16,-2 2-7 0,3-1-15 0,-2-3-9 15,3-1-9-15,3 0-7 0,-4-2-7 0,3-3-11 16,0-2-3-16,5-5-5 0,-10 7-5 0,2 0-6 16,-5 0-4-16,-4 0-3 0,-2 2-3 0,3 4-4 15,-6 6 1-15,-2 5 3 0,-1 0-11 0,-2 0-2 16,0 4 0-16,-1 1-7 0,0 7-1 0,-4-11-4 15,0 6 4-15,-8 5-2 0,-1 1 2 0,-9 0-8 16,2 4-2-16,-7 5-5 0,1 2 2 0,2 0-14 16,1 2 2-16,6-3-13 0,5 2-2 0,3 2-1 15,4-1 5-15,1 3 0 0,8-2 7 0,1 2-1 16,5-1 6-16,9 5-9 0,4-3 7 0,3 3 1 16,2-2-4-16,2 0-1 0,-4-1 5 0,-2-2-1 15,-7-3 5-15,0 0-2 0,-4 0 0 0,-2 1 5 16,-5-6 1-16,3 2 4 0,-5-2-8 0,-2-1 9 15,0 0-1-15,-2-7 4 0,-4 11 2 0,-1-5-3 16,-4 0 9-16,-1 0-5 0,-1 1 1 0,-3-5-1 16,3-1 2-16,-3 1 0 0,1 0-5 0,-1-3-14 15,1 1-25-15,3-1-26 0,-1-2-37 0,4 1-28 16,1-2-128-16,-1-1-284 0,7 5 126 0</inkml:trace>
  <inkml:trace contextRef="#ctx0" brushRef="#br0" timeOffset="117768.15">31189 5178 119 0,'6'-17'172'0,"0"0"-5"15,0 7 0-15,-3 0 2 0,2 4-19 0,-2-1-19 16,-1 3-15-16,-2 4-17 0,0 0-8 0,0 0-6 16,12 13-13-16,-9 4-5 0,3 9-5 0,-2 2-8 15,0 6 0-15,-4 15-3 0,3-2-6 0,-3-15-5 16,-1 1 3-16,2-2-8 0,-1-4 0 0,3-1-6 15,-2-5-4-15,2-3-1 0,-3-6-1 0,1-1 0 16,0-2-2-16,-1-1-2 0,0-8 2 0,2 10-3 16,-2-10 7-16,1 9 10 0,-1-9 10 0,0 0 6 15,3 5-7-15,-3-5-5 0,0 0-4 0,0 0-4 16,16-19-2-16,-7 11-3 0,3-5-3 0,3-1 2 16,-1-1-14-16,3 2-8 0,-2 2-6 0,3-1-4 15,-2 5 4-15,-4 1-1 0,0 2-1 0,0 0-5 16,-3 1 0-16,2 4 4 0,-11-1-2 0,12 4 0 15,-5 2 3-15,-1 2-2 0,2 1 3 0,-3 1 0 16,-3 1-2-16,2 1 6 0,0 1-3 0,-3-2-8 16,2 1-14-16,-2 0-19 0,-1-1-25 0,1 1-24 15,2-1-31-15,0-2-26 0,0 1-12 0,1-2-23 16,-1-1-98-16,-1 0-305 0,3-4 135 0</inkml:trace>
  <inkml:trace contextRef="#ctx0" brushRef="#br0" timeOffset="118100.54">31671 5473 84 0,'-4'-7'152'16,"-3"1"-17"-16,2 1-9 0,-1 1-4 0,-3 2-4 15,9 2-10-15,-18 1-2 0,6 0-5 0,1 5-2 16,2 0-3-16,-4 0-14 0,3 3-9 0,2-1-3 16,-1 1-9-16,4 1-5 0,1 1-7 0,1-2-2 15,3 3-1-15,1-3-5 0,3 1-6 0,2-2-1 16,3 1-5-16,0-3-2 0,1 1 2 0,4-4-5 15,-1 0-5-15,2-3-7 0,-3 1-2 0,2-1 0 16,-3-2-7-16,0-1 3 0,0-2 1 0,-2 0-1 16,-3 1-7-16,2-1 0 0,-2-1 4 0,0 0-1 15,-3 2 2-15,1 0 1 0,-4 4-4 0,7-8 3 16,-7 8-6-16,5-4-4 0,-5 4 3 0,0 0-2 16,0 0-2-16,0 0 3 0,0 0-1 0,0 0 3 15,0 0-3-15,0 0 4 0,0 19 2 0,0-19-6 16,-1 12-3-16,1-12 12 0,1 15-6 0,1-5 0 15,5-1-19-15,-5-1-29 0,5 0-29 0,0-1-35 16,5-1-28-16,3 0-122 0,-5-2-286 0,6-3 127 16</inkml:trace>
  <inkml:trace contextRef="#ctx0" brushRef="#br0" timeOffset="118325.9">31998 5314 110 0,'5'-16'207'15,"0"1"5"-15,-1 5-6 0,-1 0-2 0,0 1-21 0,-2 5-22 16,-1 4-23-16,4-5-10 0,-4 5-18 16,0 0-10-16,0 0-10 0,12 24-5 0,-8-4-6 15,-2 8 2-15,1 3-7 0,-1 4-4 0,-2-1-9 16,0 0 2-16,1 14-8 0,-2-15-3 0,-1-1-1 16,0 0-5-16,1-1-9 0,0-2 1 0,0 1-3 0,-1-3-28 15,1-1-27-15,-2-2-30 0,1-5-31 16,-2 0-30-16,0-4-60 0,-2 1-42 0,-6-5-127 15,5-2-368-15,-2-2 163 0</inkml:trace>
  <inkml:trace contextRef="#ctx0" brushRef="#br0" timeOffset="118786.69">32081 5420 45 0,'12'-13'194'0,"2"2"-9"16,-3 4-15-16,-2 1-13 0,3 2-20 0,-1 3-14 15,-11 1-13-15,23 6-7 0,-14-1-7 0,4 6-2 16,-1-1 1-16,-3 4-8 0,-1 1-4 0,-2 1-8 16,-3 3-2-16,-6-1-8 0,-1 6-6 0,-3-6-4 15,-2 0-9-15,-5-2-10 0,1-3-4 0,-1-2-1 16,-1-4-5-16,4-2 2 0,1 0-4 0,2-3-1 16,2-1-2-16,6-1 3 0,-10 0 1 0,10 0-2 15,-10-6-3-15,10 6 0 0,-2-7-8 0,2 7 1 16,0 0-2-16,0 0-4 0,10-17 1 0,-3 13-2 15,-1 2-1-15,5-3-5 0,0 3 3 0,2 0 2 16,2-1-2-16,6 0 0 0,0 1-1 0,2 0-2 16,-2 1 3-16,8-3-1 0,-10 3 2 0,3-1-1 15,-1-4-1-15,0 3-1 0,-2-3 0 0,-1-1 0 16,1-1-1-16,-3 0 3 0,-1-1 2 0,-3-2-4 16,-5 3 2-16,2 0 6 0,-2 2 4 0,-2-2-2 15,-3 2-1-15,1-2-2 0,-3 8 2 0,1-9-1 16,-1 9-6-16,0 0 2 0,0 0-7 0,-10-9 1 15,10 9 1-15,-13 5-2 0,2-2 1 0,3 3 3 0,0 1-1 16,1 0 9-16,-1 2 8 0,2-1-3 16,0 3 3-16,3 1-3 0,-1-1 3 0,5 0-5 15,-1 2 4-15,3 2-21 0,0-2-27 0,4 2-29 16,2-2-34-16,3 1-34 0,1-2-35 0,4-3-16 16,-3 2-20-16,5-4-107 0,-2-2-331 0,5-1 147 15</inkml:trace>
  <inkml:trace contextRef="#ctx0" brushRef="#br0" timeOffset="119160.72">32790 5568 118 0,'0'0'141'0,"0"0"12"16,15-47 6-16,-15 47-11 0,0 0 1 0,4-32-8 15,-4 32-10-15,0 0-16 0,0 0-9 0,0 0-11 16,0 0-8-16,-20-30-12 0,20 30-2 0,-18-2-3 16,6 4-4-16,0 2-3 0,0 1 6 0,0 1-9 15,0 0-3-15,1 0-6 0,0 3-8 0,5-2 4 16,-1 4-6-16,2-1-8 0,4 0-2 0,-1-1-3 15,4 0-2-15,3 0 2 0,-5-9-6 0,0 0-2 16,0 0-1-16,40 26-10 0,-40-26-4 0,0 0 2 16,52 1-7-16,-52-1 0 0,0 0 5 0,0 0-4 15,50-18 0-15,-50 18 0 0,23-23 0 0,-23 23-3 16,16-32 4-16,-16 32-3 0,15-41 5 0,-9 15-2 16,-6 26-2-16,5-45 3 0,-1 16 2 0,-4 29-2 15,6-52-4-15,-5 29 2 0,-1 23 8 0,0 0-1 16,2-47 14-16,-2 47 10 0,0 0 5 0,0 0-6 15,-2-33-3-15,2 33-6 0,0 0-5 0,0 0-5 16,0 0-5-16,0 0 2 0,0 0-3 0,0 0 1 16,0 0 2-16,0 0-1 0,-7 113 4 0,3-67-5 15,-1 2 0-15,1 2-13 0,3-2-21 0,-3-1-30 16,-1 1-31-16,-3-2-58 0,2 0-43 0,-8 1-193 16,1-13-413-16,-2-2 183 0</inkml:trace>
  <inkml:trace contextRef="#ctx0" brushRef="#br0" timeOffset="120218.07">29431 6881 123 0,'-6'-13'197'0,"1"2"-3"0,0 0-17 0,-3 2-12 16,0 1-14-16,1 1-12 0,-1 0-15 0,2 5-11 16,-1-1-13-16,-4 3-6 0,11 0-3 0,-19 9-11 15,7-1-4-15,1 3-7 0,-2 1-7 0,1 2-4 16,3 1-1-16,0 1-9 0,1-2-5 0,2-1-3 15,3-1-6-15,0-1 3 0,4-2-10 0,-1-2-3 16,0-7 1-16,2 14-4 0,-1-8 1 0,4-2-4 0,-1 0-1 16,5-3-2-16,-9-1 0 0,19-2-3 0,-6-3 2 15,2-1-2-15,2-6 2 0,-2 1-8 16,0-2 1-16,3-6 3 0,-3-1-4 0,-2-1 5 16,-4 3-2-16,3-7-4 0,-3 2 5 0,-3-3-6 15,2-2 0-15,-5-4-3 0,1 0 0 0,2-2-1 0,-5 0 5 16,1 4 15-16,-2 1 5 0,0 11 12 15,-1 0-1-15,0 2-4 0,0 6-3 0,1-2 0 16,0 6-5-16,0 6-11 0,0-11 1 0,0 11-6 16,0 0 1-16,0 0-3 0,0 0-2 0,0 0 2 0,-15 42-1 15,7-16-2-15,-4 6 1 0,4 2-1 0,-6 10 0 16,5 3 4-16,-5-3-4 0,11-11 2 16,-1 0 0-16,1-4-2 0,2-2-1 0,5-1 0 15,2-2 4-15,2-6 0 0,-1-3-3 0,4-1 1 16,1 0 1-16,2-4 0 0,4-2 3 0,0-2-2 0,3-5 3 15,7-1-1-15,0-5-2 0,0-4-2 0,1-1 0 16,-3-5-1-16,-4-2 4 0,2-1-6 16,-1 1-6-16,-4-6-5 0,0 1-3 0,0 0-6 0,-8 5 4 15,4-9 2-15,-2 2 0 0,-6 6-3 16,-1 0 2-16,-1 2 9 0,0 5-7 0,-5-2 4 0,1 5-6 16,-1 0 5-16,0 8-2 0,-4-11-4 0,1 7 1 15,3 4-2-15,-12-2 7 0,12 2-2 16,-19 8 0-16,10-2 0 0,-2 3 2 0,1-2 1 15,3 5 3-15,-4 2-3 0,4 0 4 0,1-2 1 0,3-1-2 16,3 2 0-16,1 0 4 0,2-2-1 0,-1 1 6 16,10 1-3-16,-5-3 2 0,7 1-9 0,-1 1-18 15,5-4-11-15,-3-3-13 0,3 0-8 0,0-1-12 16,-4-1-5-16,0-3-11 0,0-3 2 0,2-3-1 16,-5 0 8-16,3 1 2 0,-5-3 7 0,4-4 14 15,-3-2 3-15,-1-2 9 0,-2 0 16 0,0-2 4 16,0-7 20-16,-1-2 11 0,-2 0 6 0,-1 1-1 15,-2-3 6-15,1 1 10 0,1 1 8 0,-2 9 21 16,2-1 6-16,-2 7 9 0,0 0 1 16,0 0-1-16,-2 3-10 0,1 3-4 0,0 6-16 15,0 0-22-15,0 0-3 0,0 0-3 0,0 0-2 0,0 0-2 16,3 47 1-16,-5-19 3 0,0 2-3 0,-2 7 3 16,-1 8-5-16,-1 1 1 0,2-12 1 15,0 15 0-15,0-13 1 0,1-3-4 0,2 0 2 0,-3 0-4 16,3 0-16-16,-1-3-18 0,-2-1-30 15,-1-1-24-15,0-1-43 0,1-8-34 0,0-2-40 0,-1 1-147 16,-3-4-370-16,3-4 164 0</inkml:trace>
  <inkml:trace contextRef="#ctx0" brushRef="#br0" timeOffset="120425.55">30079 6750 27 0,'12'-15'164'0,"-3"7"-2"15,5-3-8-15,-4 4-11 0,0 0-11 0,2 4-13 16,-3 0-10-16,1 3-10 0,-10 0-10 0,18 3-5 16,-13 0-12-16,0 3 2 0,3 2 7 15,-6-2 0-15,1 4-9 0,-3 0-9 0,-2 2-7 0,-3-1-9 16,-3 3-8-16,-1 3-26 0,-3-3-16 0,-3 0-26 16,2 0-24-16,-2-5-25 0,0 1-23 0,4-3-26 15,1-1-122-15,-2 2-268 0,1-5 118 0</inkml:trace>
  <inkml:trace contextRef="#ctx0" brushRef="#br0" timeOffset="120820.15">30236 6542 50 0,'4'-10'205'0,"-2"-1"-4"0,0 4-4 0,-1 2-17 0,1-2-22 16,-2 7-21-16,1-9-16 0,-1 9-12 15,0 0-3-15,0 0-5 0,3 22-4 0,-3-5-11 0,0 8-5 16,0 0-4-16,-2 2-15 0,2 0 0 0,-1 2-10 15,-3 1-6-15,2-2-1 0,0 5-23 0,1-7-27 16,1-1-11-16,0-4-27 0,3-2-9 0,0-2-8 16,1 0-9-16,0-9-9 0,2 4-9 15,2-4 14-15,0-1 8 0,3-4 6 0,2 0 11 0,4-6 19 16,1-1 6-16,2-4 13 0,4-2 15 0,2 1 8 16,1-3 12-16,-2-3 4 0,-2 2 11 0,0-4-1 15,0 1 2-15,-4 3 6 0,2-4-1 0,-7 3-1 16,3-6 2-16,-2 7 9 0,-3 2 1 0,-4 2 10 15,-1 0 7-15,-2-1 13 0,-1 4-3 16,1 0-11-16,-4 0-6 0,-1 6-10 0,4-9-1 0,-4 9-11 16,0 0-9-16,0 0-1 0,-19 2-5 0,5 2-4 15,-3 1-4-15,1 8-3 0,1-1 0 16,-1-1-3-16,2 2-4 0,1-1-1 0,2 1 0 0,3 0-4 16,0 3-3-16,3-5-7 0,4 7-8 0,1-5-22 15,2 3-26-15,3-4-39 0,3 2-25 0,4-1-45 16,2-4-29-16,0 1-159 0,2-2-386 0,1-3 172 15</inkml:trace>
  <inkml:trace contextRef="#ctx0" brushRef="#br0" timeOffset="121039.09">30900 6547 171 0,'4'-16'203'0,"2"4"-1"0,-4 3-4 0,1 3-18 16,0 1-20-16,-3 5-19 0,4-6-14 0,-4 6-12 15,0 0 1-15,9 16 4 0,-7-4-1 0,2 5-1 16,-2 9-11-16,-2-3-8 0,0 5-5 0,-5 2-4 16,5-5-11-16,-2 0-5 0,-1 0-7 15,-1-1-8-15,2-5-4 0,-1 6-15 0,1-9-29 0,-1 3-27 16,2 0-39-16,-3 6-26 0,1-7-56 16,2-7-39-16,-1 2-32 0,-1-3-138 0,-2-2-374 0,1 0 166 15</inkml:trace>
  <inkml:trace contextRef="#ctx0" brushRef="#br0" timeOffset="121301.67">30817 6796 17 0,'0'0'186'0,"-2"-9"-17"0,2 9-4 0,-3-9-18 16,3 9-19-16,0 0-15 0,7-8-8 0,1 6-10 0,2-1-13 16,5 2-6-16,5 0-8 0,1-1-3 0,6-3-14 15,-5 3 2-15,6 2-13 0,-7 0 2 16,0 0-4-16,-3 0-5 0,-1 2 4 0,-3-4 0 0,-4 2 3 15,0-2 2-15,-3 1-3 0,-7 1 0 16,11-1-2-16,-11 1-5 0,8 1 0 0,-8-1 6 0,6 3 0 16,-2 2 1-16,-4-5 2 0,5 12-4 0,-4-2 1 15,-2-3-4-15,1 2-1 0,-2 3-8 0,2 1-1 16,-2-3-12-16,1 3-23 0,0-1-20 0,0-1-34 16,-1 3-31-16,2-5-39 0,0 0-36 0,0 1-139 15,2 2-335-15,-2-7 147 0</inkml:trace>
  <inkml:trace contextRef="#ctx0" brushRef="#br0" timeOffset="121463.92">31107 6521 19 0,'0'0'116'0,"0"0"-5"0,0 0-20 16,0 0-16-16,0 0-24 0,0 0-26 0,-3 29-26 15,7-14-30-15,3 1-45 0,-5-5-83 0,6 6 37 16</inkml:trace>
  <inkml:trace contextRef="#ctx0" brushRef="#br0" timeOffset="121932.4">31318 6742 80 0,'0'0'148'0,"0"0"2"0,0 0-2 0,-16 12-3 16,11-9-11-16,0 3-6 0,0 4-1 15,-1-4-16-15,-1 3 0 0,4-1-7 0,-1 2-5 0,0-1-8 16,2 0-6-16,1-1-6 0,1 4-4 16,0-3-7-16,0-9-6 0,3 14-8 0,1-11-5 0,-2 4 0 15,3-2-10-15,2-1 2 0,0-3-6 16,-7-1-6-16,19 2 2 0,-10-2-8 0,-2-1-6 16,2-2-6-16,1-4-7 0,-4 1-1 0,2 1-4 0,1-3 1 15,0-1 6-15,-1-1-7 0,-1 1-2 16,5-5 1-16,-7 3-7 0,3-4 4 0,1 1-2 15,-2 1-2-15,-2 3 2 0,0 0-2 0,3 1 3 0,-3 2-4 16,0 2 3-16,0 1-3 0,-5 4-5 0,8-4 8 16,-8 4-3-16,10 6-3 0,-10-6 6 15,10 12 2-15,-7-4 1 0,1 2-3 0,-2 0 7 0,2 2-3 16,-2-3 3-16,-1 2 8 0,3 1 4 0,-4-2-4 16,1-3 5-16,2 2-1 0,-2-3 5 0,-1-6 12 15,1 9 13-15,-1-9 11 0,1 8 4 0,-1-8 4 16,5 3-6-16,-5-3-5 0,0 0-5 0,0 0-6 15,12-10-2-15,-6 6-4 0,2-4-9 16,1 1 3-16,2 1-6 0,0-1-9 0,4-3-6 16,-1 1 7-16,1 2-9 0,-3 1-4 0,1 1-6 0,-2 3 1 15,2 0 0-15,0 2-3 0,-3 0-3 0,-1 3-3 16,0-2-1-16,-3 4 4 0,1 3-3 0,-1 0 3 16,0 3 2-16,-1 1-27 0,-3 4-30 0,-1 0-28 15,-1 9-44-15,-1-7-42 0,-4 7-193 0,-5-2-403 16,2 2 179-16</inkml:trace>
  <inkml:trace contextRef="#ctx0" brushRef="#br0" timeOffset="122964.65">29554 8209 2152 0,'-20'4'78'0,"-1"-2"-10"15,8-3-26-15,2 0-5 0,-1-2-16 0,6 0 4 16,2-4-2-16,3-2-3 0,3-1 1 0,2-8 6 16,5-6 7-16,4-1 2 0,1-2-4 0,5 1 5 15,-3-2-3-15,7-1-6 0,-3-1-2 0,2 4-1 16,6-13 0-16,-6 12-5 0,-2 1-2 0,-2 2 2 15,-3 0 1-15,-5 8-1 0,-2 2 3 0,0 1 4 16,-4 1 5-16,-2 4 0 0,2 1-1 0,-3-2-3 16,-1 4 3-16,0 5-6 0,-5-12-2 0,5 12-3 15,-4-6-4-15,4 6-1 0,-10-3-4 0,10 3 0 16,-13 2 0-16,13-2-2 0,-16 4-5 0,9-4 0 16,7 0-3-16,-9 4 3 0,9-4-2 0,-6 5 2 15,6-5-3-15,-3 7 1 0,3-7 2 0,0 0-8 16,9 13-6-16,-2-10 3 0,3 0-6 0,1 0-2 15,2 0 0-15,5-3 2 0,-1 1 2 0,-2-1-2 16,2 2 1-16,-5-2 0 0,0 0-1 0,-2 3 2 16,-2-1-2-16,-3 0 2 0,-5-2-1 0,8 7 2 15,-6-3 1-15,0 4 4 0,-2 3 2 0,0 1 4 16,0 4 2-16,-6-1-1 0,1 4-2 0,3-2 3 16,-2 0-1-16,3-4 1 0,-1 2 0 0,2-2 18 15,0-3-3-15,3 1-1 0,1-2-1 0,2-1 2 0,2 0 3 16,3-3-8-16,2-3-1 0,1 0-2 15,5-2-4-15,3-3-1 0,-2-2-5 0,0-1 1 16,1-2-1-16,-4 0 0 0,2-2 0 0,-5 0 4 16,3-3-4-16,-6 0 1 0,2-3 3 0,-3 0-4 15,-2 0-5-15,1-1 5 0,-3 1 0 0,-4 1 1 0,-1 4-2 16,-1-2-1-16,0 4 2 0,0 0 1 0,0 9 0 16,-3-14 8-16,2 9-6 0,1 5 0 15,0 0-5-15,-5-8 3 0,5 8-3 0,0 0 1 16,-20 10 0-16,9-3 0 0,0 5 1 0,1 1-2 0,-2 3 0 15,2-2 2-15,6-2-1 0,1 0-1 16,3-2-7-16,3 3-4 0,5 0-3 0,3-2-12 16,5 0-4-16,10 0-6 0,5-3-5 0,2-3-1 0,6-2-2 15,12-1-1-15,-13-5 5 0,-1 0 6 16,-1-2 2-16,-4 0 5 0,-3-3 3 0,3 1 4 0,-4 0 8 16,-8 0-3-16,-3-1 0 0,-2-2 4 0,1 1 4 15,-4-2 1-15,0-2 4 0,-7 4 11 0,1 2 18 16,-1-2 7-16,-3 1 4 0,1 0 4 0,-3 8-2 15,-1-10 4-15,1 10 1 0,-11-9-4 0,6 5-1 16,-3 1-7-16,8 3 0 0,-21 3 2 0,7 0-3 16,1 1-5-16,-2 4-5 0,-1-1 1 0,5 0 0 15,-1 0-2-15,5 1-4 0,-1 2-4 0,0-4 0 16,5 2-2-16,-1 1-1 0,2-3 0 0,2-6-5 16,4 13-3-16,0-6-2 0,5 0-12 0,0-2 3 15,0 2 1-15,4-3-4 0,-2 2 4 0,-1-2-1 16,0 2-1-16,1-1 3 0,-3 1 0 0,2 1 0 15,0 0 5-15,-2 1-7 0,-2 2 6 0,4 5-2 16,-5-1 1-16,2 1-1 0,-2 3 1 16,-1 0 2-16,-1-1 0 0,-1 2 1 0,-2-2 1 0,2 0-1 15,-2-3 2-15,0 1 3 0,-2-4 3 0,2 2 3 16,-3-2 5-16,-2 0-2 0,3-2 7 0,-2 1 0 16,0 0 0-16,0-1-3 0,-6 1 9 15,-2-3-12-15,-2 2-9 0,-2-1-13 0,1 0-15 0,-1-3-20 16,3 0-22-16,-1-2-34 0,1 0-31 0,2 0-30 15,1-3-28-15,2 0-57 0,8 0-133 0,-14-5-409 16,14 5 181-16</inkml:trace>
  <inkml:trace contextRef="#ctx0" brushRef="#br0" timeOffset="123152.56">30731 7882 167 0,'6'-11'272'0,"0"1"-24"0,-2 3-17 16,-1-1-11-16,1 3-18 0,-4 5-17 0,4-9-24 15,-4 9-20-15,2-5-13 0,-2 5-12 0,0 0-13 16,11 15-3-16,-7-5-9 0,-2 2 0 0,4 6-11 16,-2-1-4-16,-2 9-8 0,-1-6-9 0,-2 5-29 15,-1-6-21-15,0 0-35 0,-3-2-45 0,1 2-43 16,-1-2-46-16,0-4-57 0,-1 2-148 0,1-5-396 16,0-3 175-16</inkml:trace>
  <inkml:trace contextRef="#ctx0" brushRef="#br0" timeOffset="123309.64">30859 7615 91 0,'0'0'92'0,"0"0"-23"0,0 0-24 15,0 0-28-15,13 7-30 0,-6 2-38 0,1-2-54 16,1 4 25-16</inkml:trace>
  <inkml:trace contextRef="#ctx0" brushRef="#br0" timeOffset="123770.98">31062 7753 60 0,'0'0'221'0,"0"0"-15"0,0 0-13 0,-14 14-3 16,8-10-6-16,-2 2-2 0,-1 3-18 0,-2 2-4 16,-1 0-14-16,-2 3-11 0,2 0-14 0,0 2-14 15,3-1-11-15,1 0-11 0,3 0-24 0,1-3-4 16,3 1-4-16,1 0-6 0,0-1-4 0,2-2-1 15,2 0-3-15,3-3-5 0,-2 1 1 0,3-1-8 16,3-3 2-16,-2-2-5 0,-1-1 0 0,3-1-5 16,-2 0 1-16,-9 0-2 0,14-6 1 0,-5 0-4 15,-1-4-2-15,-1 3-3 0,0-5 2 0,-1 3-1 16,2-1-5-16,-2-7 0 0,-1 6 2 0,-1-1 0 16,4-2-3-16,-3 3-4 0,0 0-3 0,0 1-1 15,0 0-3-15,2 2-4 0,-1 3 3 0,-1 2-3 16,1 1-2-16,-6 2 0 0,12 2 2 0,-12-2 2 15,15 9 1-15,-7 0-4 0,-2 0 5 0,1 1 3 16,-1 2-2-16,-2-2-1 0,0 0 3 0,0 0 3 16,-2 1 4-16,1-4-2 0,-2 0 7 0,2 0 0 15,-3-7 4-15,3 10 1 0,0-6 6 0,-3-4 5 16,5 7 16-16,-5-7 0 0,0 0-2 0,5 4-2 16,-5-4-5-16,0 0 2 0,0 0 0 0,13-12-12 15,-3 6-5-15,-1-1-5 0,3-1 0 0,4-1-9 16,0-1 8-16,3 1-13 0,-1 3 1 0,0 3-4 15,-2-3-1-15,3 1-2 0,-1 3 2 0,-6 2-5 16,-1 1 4-16,-3 1 2 0,-2 2-1 0,2 2-5 16,0 3 11-16,-3 3-5 0,-4 1-2 0,-1 1-14 15,-3 3-31-15,-2-1-29 0,-3 2-54 0,2-1-63 16,0 1-49-16,-3 0-159 0,-1-4-439 0,3-3 195 16</inkml:trace>
  <inkml:trace contextRef="#ctx0" brushRef="#br0" timeOffset="123908.6">31600 8010 11 0,'0'0'186'0,"4"-7"-22"0,-4 7-13 16,0 0-31-16,0 0-29 0,0 0-37 0,0 0-71 16,0 0-110-16,0 0-137 0,0 0 60 0</inkml:trace>
  <inkml:trace contextRef="#ctx0" brushRef="#br0" timeOffset="-198368.44">23027 7576 53 0,'0'0'76'0,"0"0"-7"16,0 0-10-16,0 0-5 0,0 0-4 0,0 0-5 15,0 0-2-15,0 0-1 0,0 0-10 16,0 0 0-16,0 0-2 0,0 0-2 0,-1-11-8 16,1 11-4-16,0 0 3 0,0 0 0 0,0 0-5 0,0 0 1 15,0 0 1-15,0 0-3 0,0 0-7 0,0 0 3 16,0 0-4-16,0 0 1 0,0 0-4 0,0 0-2 15,0 0 8-15,0 0-1 0,0 0-5 0,0 0-2 16,0 0 4-16,0 0 2 0,0 0-3 0,0 0 1 16,0 0-2-16,0 0 0 0,0 0 3 0,0 0 4 15,0 0-8-15,0 0-1 0,0 0 6 0,0 0 2 16,0 0-7-16,0 0 1 0,0 0 3 0,0 0-7 16,0 0 16-16,0 0-7 0,0 0-3 0,0 0-6 15,0 0 11-15,0 0-9 0,0 0 4 0,0 0-2 16,0 0-2-16,0 0 5 0,0 0-2 0,0 0-13 15,0 0 2-15,0 0 6 0,0 0 7 0,0 0 0 16,0 0 0-16,0 0-4 0,0 0-6 0,0 0-11 16,0 0-6-16,0 0-1 0,0 0-11 0,0 0-17 15,0 0-73-15,0 0-132 0,0 0 59 0</inkml:trace>
  <inkml:trace contextRef="#ctx0" brushRef="#br0" timeOffset="-195550.16">20398 7516 28 0,'0'0'28'16,"0"0"-10"-16,0 0-24 0,25-3-6 0,-17 3-12 0,6-3 6 15</inkml:trace>
  <inkml:trace contextRef="#ctx0" brushRef="#br0" timeOffset="-195182.27">22757 7531 36 0,'0'0'28'15,"0"0"-5"-15,0 0-6 0,0 0-9 0,0 0-10 0,0 0-17 16,0 0-20-16,0 0 10 0</inkml:trace>
  <inkml:trace contextRef="#ctx0" brushRef="#br0" timeOffset="-193319.51">22837 7553 60 0,'0'0'65'0,"0"0"1"0,0 0-15 16,0 0 5-16,0 0-8 0,0 0-2 0,0 0 1 15,0 0-8-15,0 0-12 0,0 0 2 0,0 0-12 16,0 0 10-16,0 0 3 0,0 0-11 0,0 0 2 0,0 0-2 16,0 0 7-16,0 0-12 0,0 0 3 15,0 0-3-15,0 0-2 0,0 0 3 0,0 0-8 16,0 0 3-16,0 0 2 0,0 0-5 0,0 0 6 15,0 0-8-15,0 0 1 0,0 0-3 0,0 0 2 0,0 0 0 16,0 0-1-16,0 0 1 0,0 0-2 0,0 0-1 16,0 0 1-16,0 0 1 0,0 0 1 15,0 0 1-15,0 0-3 0,0 0 0 0,0 0 3 0,0 0 5 16,0 0-7-16,0 0-3 0,0 0 8 0,0 0-3 16,0 0-1-16,0 0-1 0,0 0 0 0,0 0-4 15,0 0 3-15,0 0-7 0,0 0 7 16,0 0 1-16,0 0-4 0,0 0 0 0,0 0 0 15,0 0 5-15,0 0-1 0,0 0 2 0,0 0 3 0,0 0-6 16,0 0-3-16,0 0-1 0,0 0 2 0,0 0 0 16,0 0 3-16,0 0 3 0,0 0-7 0,0 0-5 15,0 0 9-15,0 0 7 0,0 0-11 0,0 0 2 16,0 0-2-16,0 0 2 0,0 0 1 0,0 0 2 16,0 0-2-16,0 0 0 0,0 0 1 0,0 0 1 15,0 0-2-15,0 0-1 0,0 0-1 0,0 0-5 16,0 0 13-16,0 0 2 0,0 0-1 0,0 0-5 15,0 0-12-15,0 0 13 0,0 0-13 0,0 0 7 16,0 0 3-16,0 0-4 0,0 0-2 0,0 0 0 16,0 0-1-16,0 0 5 0,0 0-1 0,0 0 1 15,0 0-1-15,0 0-4 0,0 0 3 0,0 0-3 16,0 0 7-16,0 0 3 0,0 0-26 0,0 0 14 16,0 0-18-16,0 0 0 0,0 0-18 0,0 0-15 15,0 0-10-15,0 0-66 0,10-2-142 0,-10 2 63 16</inkml:trace>
  <inkml:trace contextRef="#ctx0" brushRef="#br0" timeOffset="-159649.75">24583 9381 8 0,'14'12'31'0,"-14"-12"-2"0,0 8 1 16,1-2-4-16,-1-6-1 0,4 12-3 0,-3-2 6 15,4 0-4-15,-3-1-1 0,0 1-3 0,2 1 0 16,-3 2 0-16,3-2-4 0,0 3-3 16,1 1-2-16,-2-2-3 0,-1 2 1 0,2-1 3 0,-1 2-5 15,-3 0 10-15,2-1-14 0,-2-3 3 0,0 0 1 16,-1-1-2-16,2 2-6 0,-3 2-2 0,3-2 5 16,0 1-5-16,1-2 1 0,0 1 0 0,-1-3 1 0,1 2-1 15,4 0-2-15,-1-1 11 0,-2 0-10 16,1-1 1-16,0 1-2 0,-2 1 4 0,2-1-10 0,0 2-1 15,-2-2-8-15,1 0 2 0,0 5-4 16,-1-3-4-16,-2-2-26 0,-2 1-53 0,2 3 24 0</inkml:trace>
  <inkml:trace contextRef="#ctx0" brushRef="#br0" timeOffset="-152700.12">30115 10614 40 0,'3'-6'105'0,"-3"6"12"0,6-9-2 16,-3 1 2-16,-2 2-12 0,-1 6-14 0,4-10-2 15,-2 4-10-15,3-1-8 0,-5 7 2 0,3-10 6 16,-2 4 1-16,-1 6-11 0,3-7-2 0,-3 7-10 16,1-7-6-16,-1 7-9 0,0 0-1 0,0 0-10 15,0 0-1-15,0 0 3 0,0 0-14 0,0 0 3 16,0 0-5-16,-4 36 8 0,0-19 2 0,-2 8-2 16,1 4 7-16,-3 5-2 0,-2 14 6 0,-3-2 1 0,2 1-6 15,2 4 7-15,1-1 2 0,0 2-1 16,1 1-3-16,-2 2-1 0,1-2-3 0,2-3-1 15,-1 3 1-15,2-6-3 0,0 5 3 0,-4-4-4 16,5-12 0-16,2 12-6 0,-1-13 4 0,2 0-12 16,-3 0 3-16,0-1 1 0,0-3-2 0,-3 1 1 15,2-2-10-15,1-5-3 0,0 1-10 0,0-7-9 16,0-1-7-16,0-3-10 0,1-1-11 0,0-4-19 16,1-1-19-16,0-2-19 0,2-7-13 0,-1 8-33 0,1-8-155 15,0 0-326-15,0 0 145 0</inkml:trace>
  <inkml:trace contextRef="#ctx0" brushRef="#br0" timeOffset="-152002.28">30243 10436 61 0,'11'-4'122'0,"11"0"-18"0,11 1-2 0,18 0-10 0,8 0-14 16,32-1 2-16,-2 2-14 0,10 3-7 0,3-2-11 15,4-2 1-15,2 4-4 0,5 1 1 0,-4-5-7 16,3 4-5-16,3 5-2 0,1-5-1 0,-4 3-10 16,-6 0 4-16,-4 2-2 0,-7-2-11 0,-5-1-4 15,-27 0 7-15,4-1-1 0,-2-4-13 0,-4 4-7 16,0 0 8-16,-2 2-2 0,-6-3 2 0,-2 0-5 15,-12-1 7-15,0 3-6 0,12 0 5 0,-14-2-10 16,-1 1 12-16,1 1-11 0,15 1 10 0,-16 1 0 16,0-3 1-16,2 1 2 0,-1 2-1 0,-1-1 1 15,-2 1-3-15,-34-5-4 0,60 11 0 0,-32-7-2 16,-28-4-4-16,40 7 14 0,-40-7 20 0,37 8-2 16,-37-8-1-16,27 7-4 0,-27-7 2 0,0 0-5 15,31 10 3-15,-31-10 1 0,0 0 8 0,25 13-11 16,-25-13 6-16,0 0-1 0,22 24 16 0,-22-24-13 15,14 25 4-15,-14-25-6 0,10 32-4 0,-10-32 3 16,5 53-3-16,-2-22 2 0,-2-2-7 0,-1-29 0 16,-5 80 12-16,-2-44-6 0,0 12 3 0,-3 2-7 15,-3-1-3-15,2 3 1 0,-1-4 2 0,-2 3-3 16,0-3-4-16,1 4 5 0,0-5-1 0,2 0 6 16,5-1 4-16,-1 6 0 0,-3-3 5 0,6-2 2 15,-3-11-3-15,3-1-4 0,-2 10-3 0,3-14-2 16,-3 4-1-16,3-6-5 0,3-29 3 0,-17 52-1 15,4-30-1-15,-1 1-3 0,14-23 1 0,-24 30-1 16,3-13 0-16,21-17-3 0,-47 20 1 0,18-10-1 16,-4-3-1-16,-6-3 3 0,-13-2-5 0,-6-2 5 15,-5-1-4-15,-3-4-4 0,-31 2 7 0,4-9-3 16,-3-2 3-16,-5 3-2 0,-11-3 5 0,-3-1 2 16,-9-1-2-16,-3 1 0 0,-5 1 3 15,-5-2-3-15,-3 1 7 0,1 5 2 0,-3 1 4 0,9 4-2 16,4 2 1-16,9 4-5 0,2-2-3 0,16 2 0 15,10 1 0-15,32 0-14 0,3 2-5 0,4-2-16 16,15 4-16-16,2-3-20 0,5-1-27 0,3 1-38 16,11-2-32-16,5-1-51 0,12 0-139 0,-20-5-368 15,20 5 163-15</inkml:trace>
  <inkml:trace contextRef="#ctx0" brushRef="#br0" timeOffset="-151681.39">31415 10437 33 0,'0'0'164'0,"0"0"-18"16,0 0-17-16,0 0-13 0,0 0 14 0,-10 34-1 15,4-4-5-15,-2 15-1 0,1 6-7 0,-2 7-6 16,-1 1 0-16,-3 26-11 0,3-27-4 0,-3 24-4 16,3-24-7-16,3 0-3 0,-1-3-7 0,0-1-1 15,0-3-8-15,3-2-7 0,-1-5-4 0,1-10-6 16,4 14-3-16,-2-14-2 0,0-1-6 0,-1-2-1 16,4-2-5-16,-1-1-19 0,-4-4-24 0,1-4-24 15,0-5-35-15,-3 2-28 0,0-2-17 0,1-5-45 16,-1 0-167-16,-3-3-353 0,0-3 157 0</inkml:trace>
  <inkml:trace contextRef="#ctx0" brushRef="#br0" timeOffset="-151394.1">30987 10879 1515 0,'-2'-28'-13'0,"0"3"21"0,-1 6 30 0,2 3 13 16,-2 0-4-16,2 5-13 0,1 3-11 0,-1 2-11 16,1 6 1-16,0 0-1 0,0 0 16 0,0 0 14 15,0 0 8-15,-15 23 7 0,9-6 5 0,0 11-4 16,-3 5 0-16,-5 11-2 0,-1 0-1 0,3 1-3 16,5-10-6-16,-1 0-5 0,-1-1-3 0,1 0-3 15,2-2-7-15,-1 0 3 0,2-1-5 0,-1-3-5 16,1 0 0-16,1 0-1 0,0-1-3 0,0-8-21 15,0 1-20-15,-1-1-21 0,0-2-43 0,0-1-37 16,0-2-34-16,-1-2-32 0,-3 2-134 0,1-8-351 16,0 0 156-16</inkml:trace>
  <inkml:trace contextRef="#ctx0" brushRef="#br0" timeOffset="-151155.39">31035 10857 78 0,'9'2'135'0,"2"1"-4"16,-1 0-8-16,-4 4-9 0,2 3 1 0,-6 1-7 15,0 4 0-15,-2 1-2 0,-4 3-12 0,-4 0 2 16,-5 3-15-16,0-1-10 0,-3 0 1 0,2-7-7 16,0 0-8-16,-5 3-2 0,1-6-4 0,0-2-2 15,1-1-8-15,0 0-5 0,-2-1-1 0,1-2-4 16,2 0-5-16,2-1-18 0,0-3-25 0,2 3-28 15,0-4-35-15,3 0-32 0,1 0-45 0,8 0-90 16,-15-3-265-16,15 3 118 0</inkml:trace>
  <inkml:trace contextRef="#ctx0" brushRef="#br0" timeOffset="-150571.43">32035 11075 148 0,'6'-3'156'0,"0"0"-10"0,-6 3-9 16,14-1-6-16,-14 1-2 0,13 7-12 0,-4-1-10 15,-1 4-7-15,0 3-13 0,0 1 0 0,-2 1-8 16,-1 3-8-16,-1 0-7 0,-4 1-2 16,1-2-6-16,-1 0-5 0,0-6 2 0,0 2-10 0,0-4 0 15,-1-2 2-15,1-7 10 0,-2 13 10 0,2-13 16 16,0 7 12-16,0-7-5 0,0 0-5 0,0 0-10 16,-9 0-9-16,9 0-7 0,0 0-4 15,-7-17-8-15,5 7 0 0,4 0-8 0,-2-2-1 0,3 2-7 16,3-1 1-16,3-5-4 0,0 2-9 0,1-1-7 15,-1 0-1-15,1 3-2 0,5-2 0 0,-1 2-6 16,-2 5 4-16,-2 1-5 0,2 2 3 0,-1 1-3 16,1 3 1-16,-1 3 2 0,0 0 3 0,1 4-8 15,-2 2-1-15,4 3 1 0,-2 0 6 16,-1 1-8-16,-6 5-9 0,3-3-13 0,-7 0-14 0,1 4-17 16,-5 0-34-16,-1-2-33 0,-6 8-50 0,0-9-32 15,-6 7-162-15,-5-4-398 0,-2-3 177 0</inkml:trace>
  <inkml:trace contextRef="#ctx0" brushRef="#br0" timeOffset="-149933.55">31976 10472 101 0,'0'0'129'0,"0"0"-17"0,0 0-3 16,0 0 11-16,0 0 9 0,0 0-4 0,-9 29-7 15,5-8 7-15,-2 6-8 0,-3 7-10 0,0 14-6 16,-3 3-2-16,0-1-6 0,-4 1-6 0,2-1-3 15,1 3-1-15,3 0 0 0,-4 0-7 0,4-1-5 16,-2 1-5-16,3 1 0 0,0-2-1 0,2-1-3 16,-5-4-6-16,7 3-5 0,-3 2-3 0,1-3-3 15,2-3-6-15,-2-13 0 0,3 1-7 0,1-5-1 16,1 2-5-16,2-3-1 0,0 1-2 0,-1-4-1 16,0 0 0-16,1-6-10 0,0-1-23 0,-2-1-24 15,1-2-28-15,-4 1-31 0,1-6-49 0,-1 0-44 16,1-1-191-16,-5-1-409 0,3-3 181 0</inkml:trace>
  <inkml:trace contextRef="#ctx0" brushRef="#br0" timeOffset="-148615.58">31476 10689 15 0,'-8'-2'62'0,"8"2"-9"0,0 0-6 0,0 0-2 16,0 0-11-16,0 0 11 0,0 0-17 16,0 0 0-16,0 0 2 0,0 0-6 0,0 0 1 0,0 0-5 15,0 0-1-15,0 0 5 0,0 0-8 0,0 0-2 16,0 0-1-16,0 0 0 0,0 0 1 0,0 0-1 15,0 0-4-15,0 0-4 0,-12 3 1 0,12-3 4 16,0 0-3-16,-7 4-1 0,7-4-4 0,0 0-1 16,0 0 1-16,0 0 3 0,-6 2-1 0,6-2 1 15,0 0-6-15,0 0 5 0,0 0-2 0,0 0 4 16,0 0-3-16,0 0 0 0,0 0 18 0,0 0-11 16,0 0 12-16,0 0-6 0,0 0 1 15,0 0-5-15,0 0 11 0,0 0-9 0,0 0 4 0,0 0 7 16,0 0-12-16,0 0 5 0,0 0-5 0,24-5 0 15,-24 5 1-15,0 0-7 0,9-4 2 0,-9 4-1 16,8-2-10-16,-8 2 2 0,13-2-9 0,-13 2-2 16,12-1-10-16,-4 1-9 0,3 0-7 0,0-1-12 15,0 1-19-15,5-2-51 0,-3 0-126 0,6-2 55 16</inkml:trace>
  <inkml:trace contextRef="#ctx0" brushRef="#br0" timeOffset="-148350.12">31847 10588 38 0,'-12'5'65'0,"-3"2"-10"0,-3 1 3 16,-1 3-11-16,-7-1 0 0,1 4-18 0,0 2 10 15,-3-3-13-15,1 2-2 0,1-2-17 0,-1 1-10 16,-1 1-15-16,1-2-51 0,3 3-75 0,-1-5 33 16</inkml:trace>
  <inkml:trace contextRef="#ctx0" brushRef="#br0" timeOffset="-148106.05">31617 10862 7 0,'-19'10'-2'0,"-4"4"-1"0</inkml:trace>
  <inkml:trace contextRef="#ctx0" brushRef="#br0" timeOffset="-146946.72">30148 10983 19 0,'-28'-2'86'0,"0"-1"-8"16,0 3-6-16,-3 1-4 0,1 3-5 0,-2-1-7 16,1 0-2-16,0 2-1 0,2-2-5 0,0 1 1 15,8 0-4-15,-6 2 2 0,6 0-6 0,0-2-1 16,2 0 2-16,-2 0-3 0,5 3 0 0,2-4-9 16,1 2-5-16,0-2 2 0,2 3-4 0,-2-1 7 15,3 0-3-15,-1 1 5 0,0 0 7 0,2-1-8 16,0 1 0-16,3-1-1 0,-1-2-6 0,2 2-11 15,0 0 11-15,0 0-3 0,0 0-3 0,2 2 4 0,-3 1 0 16,1 2 11-16,1 1 16 0,-1 1-7 0,0 4-3 16,-2 0-3-16,2 0 1 0,0 4-3 15,0 4 1-15,0-5-3 0,2 2 1 0,-2 4 2 16,0 1-10-16,-1 2 6 0,1-1-3 0,0 5 3 0,-1 0 0 16,1 0-1-16,-2 1 4 0,2-2-5 0,-1 3-3 15,1 2-2-15,-4 9 3 0,3-11-1 0,0 0 1 16,-1 1-5-16,-1 1-3 0,-2-2 5 0,-2 10-6 15,4-10-3-15,0-3-2 0,1 0-2 0,-2-1 2 16,0 1-3-16,1-2-1 0,-1 1 0 16,1-5-3-16,1 4 0 0,-2-2-1 0,1-1 2 15,0 0-5-15,3-2 1 0,1-6 3 0,-2 2 0 16,0-5 0-16,-1 2 0 0,3 0-4 0,-2 0 2 0,0-1 2 16,2-5 10-16,0 0-5 0,1 0 2 0,0 1-3 15,0-3 1-15,2 1-2 0,-2 0 4 0,2-1-3 16,2 0-5-16,-1-9-3 0,1 14-8 0,2-5 0 15,1-4 1-15,1 3-4 0,3-2 1 0,4 0 3 16,0-1-5-16,6 1 4 0,2-2-2 0,8 0 2 16,6-2-2-16,3-1 1 0,-2 1 3 0,20 0-2 15,-15 0-2-15,19 0-1 0,2-2 1 0,-7 0-5 16,1-2-6-16,0 3-1 0,-3 3-20 0,2 1-12 16,-4 4-25-16,-13-3-29 0,1 2-37 0,-2 1-25 15,-3 4-125-15,-4-2-316 0,1 1 140 0</inkml:trace>
  <inkml:trace contextRef="#ctx0" brushRef="#br0" timeOffset="-146607.59">30340 12345 68 0,'0'0'198'0,"-4"-9"-11"0,4 9-13 16,-4-8-26-16,4 8-10 0,0 0-13 0,0 0-1 16,0 0 5-16,0 0-3 0,-5 27-6 0,4-10-11 15,-3 9-4-15,-2 2-8 0,-1 5-7 0,-2 2-7 16,-1 11-4-16,-3 3-9 0,2-2-6 0,-2-2-5 15,7-12-8-15,-2 1-2 0,0 0-5 0,1-3-6 16,2 0-2-16,0 3-3 0,-1-7-7 0,1 1-12 16,4 2-22-16,-3-5-29 0,0-5-29 0,2-2-33 15,1-1-30-15,-1-6-24 0,2 0-40 0,-1-1-124 16,1-10-343-16,1 10 152 0</inkml:trace>
  <inkml:trace contextRef="#ctx0" brushRef="#br0" timeOffset="-146330.47">30703 12426 2023 0,'14'-31'-12'0,"-1"-2"45"16,-6 7 23-16,-1 1 20 0,-4 9-2 0,0 7-4 16,-1-2-17-16,-1 4-7 0,0 7-10 0,1-13-3 15,-1 13-4-15,0-11-5 0,0 11-1 0,0 0 6 16,0 0 10-16,0 0 6 0,0 37-2 0,4-9 0 15,-3 6-5-15,2 14-3 0,-2 2 3 0,1 5-3 16,1-2-18-16,-3 3-2 0,1-7-4 0,-2 4 1 16,-2-1 1-16,-2-3-4 0,-2 0 2 0,0-3-3 15,1 1-7-15,1-14-14 0,0 3-18 0,-7 8-19 16,5-13-20-16,-3 0-15 0,7 0-3 0,-2-1-25 16,1-2-43-16,1-11-45 0,2 2-166 0,2-7-397 15,1-3 176-15</inkml:trace>
  <inkml:trace contextRef="#ctx0" brushRef="#br0" timeOffset="-145923.15">30897 12836 75 0,'0'0'170'0,"0"0"-10"0,0 0-14 0,0 0-4 16,0 0-22-16,0 0-8 0,22-3-14 0,0 6-4 16,6-2-11-16,9 5-6 0,1-3 1 0,21 1-11 15,4-1-3-15,3-1-14 0,27 1-1 0,-1 1 4 16,-1-9-9-16,2 9 3 0,3-1-1 0,4-1-6 15,5 4-4-15,-3 0 1 0,8 6-3 0,-1-5-2 16,0 1-4-16,0-1-1 0,-6 0-4 0,-4 5-1 16,-6-2-3-16,-28-5-7 0,2-1 4 15,-2-1-7-15,-6-4 5 0,-4 2 24 0,-15 0-9 0,-2-1-2 16,-3 3-1-16,-35-3-7 0,52-2-4 0,-52 2-7 16,39-2-11-16,-39 2-10 0,0 0-7 0,39-1-9 15,-39 1-19-15,0 0-22 0,0 0-15 0,0 0-35 16,28-11-16-16,-28 11-36 0,0 0-93 0,0 0-288 15,0 0 128-15</inkml:trace>
  <inkml:trace contextRef="#ctx0" brushRef="#br0" timeOffset="-144991.42">33379 11114 35 0,'0'0'50'0,"0"0"5"16,0 0 8-16,0 0-13 0,0 0 8 0,0 0 2 16,0 0-7-16,0 0 0 0,0 0-14 0,0 0 2 0,0 0 2 15,0 0-7-15,0 0-4 0,60 45 7 0,-60-45-7 16,31 3 0-16,-31-3 7 0,0 0-2 15,39 7-20-15,-39-7 0 0,0 0 0 0,38 4-3 16,-38-4 5-16,0 0 5 0,0 0 3 0,38 5-8 16,-38-5 4-16,0 0-3 0,0 0-6 0,0 0 2 15,33 7-3-15,-33-7-1 0,0 0 9 0,0 0 1 16,0 0-4-16,0 0 0 0,31 8-5 0,-31-8 3 16,0 0-4-16,0 0 14 0,0 0-2 0,18 24 3 15,-18-24 3-15,0 0 9 0,6 29-7 0,-6-29 9 16,0 0-4-16,1 55 8 0,-1-55 8 0,-6 50-6 15,3-20-1-15,3-30-5 0,-2 62-1 0,1-27-2 16,-1 13 1-16,0 3 1 0,2-15-2 0,0 13-9 16,0 0 3-16,-2-1-7 0,5 0 0 0,-3 0-6 15,0 1 4-15,0-13-5 0,-1 10-2 0,-2 1 0 16,2 1-2-16,-3 0-2 0,4 1 6 0,-5-2-5 16,5 0 2-16,-4-12 1 0,-2 10-2 0,-1 1-4 15,2-11 2-15,-4-3-4 0,6 4 1 0,-4-5-1 0,-1 2-4 16,3-1 1-16,0-1 2 0,5-31 5 15,-13 54-6-15,7-29 0 0,0 0 0 0,6-25 0 16,-13 44 1-16,13-44-3 0,-10 35 3 0,10-35-5 16,-11 33 2-16,11-33-1 0,-10 32-10 0,10-32-11 15,-9 27-1-15,9-27-2 0,0 0-10 0,-10 33 4 16,10-33-10-16,0 0 5 0,-15 23-3 0,15-23 9 16,0 0-4-16,-18 18 4 0,18-18-1 0,0 0 5 15,0 0 2-15,-42 11 2 0,42-11-2 0,-35 0 2 16,35 0 2-16,0 0 1 0,-69-6 5 0,40-1 7 15,29 7-5-15,-69-11 2 0,19 1 4 0,-4-1-5 16,3 1 2-16,-1 3 3 0,1-3 1 0,2-2 1 16,9 3 1-16,3 4-17 0,3-3-25 0,-1 1-36 15,2 0-60-15,0 1-122 0,2 1-282 0,2-1 125 16</inkml:trace>
  <inkml:trace contextRef="#ctx0" brushRef="#br0" timeOffset="-136206.46">24717 5232 19 0,'0'0'38'0,"0"0"-9"15,0 0 1-15,0 0-4 0,0 0 0 0,0 0-1 16,0 0 2-16,0 0-2 0,0 0 3 0,0 0 3 0,0 0-5 15,0 0 0-15,0 0 5 0,0 0 3 0,0 0-3 16,0 0-5-16,0 0 5 0,0 0-1 0,0 0-5 16,0 0 2-16,0 0-4 0,0 0-4 15,0 0 4-15,0 0-1 0,0 0 1 0,0 0-3 16,0 0 7-16,0 0-7 0,0 0 0 0,0 0 1 16,0 0-1-16,0 0-3 0,0 0-2 0,0 0-4 15,0 0 8-15,0 0-1 0,0 0 11 0,0 0-13 16,0 0-2-16,0 0-2 0,0 0 7 0,0 0-1 15,0 0 2-15,0 0-8 0,0 0 2 0,0 0 1 16,0 0-5-16,0 0 1 0,0 0 2 0,0 0 0 0,0 0-5 16,0 0-3-16,0 0 1 0,0 0 3 0,0 0 1 15,0 0-6-15,0 0 1 0,0 0 0 16,0 0 2-16,0 0-2 0,0 0-3 0,0 0-1 16,0 0 3-16,0 0 2 0,0 0-6 0,0 0 3 0,0 0-1 15,0 0-4-15,0 0-1 0,0 0 3 0,0 0 5 16,0 0-6-16,0 0 2 0,0 0 4 0,0 0-6 15,0 0 7-15,0 0-7 0,0 0-3 0,0 0 11 16,0 0-12-16,0 0 12 0,0 0-7 16,0 0 1-16,0 0-4 0,0 0 3 0,0 0 3 0,0 0-15 15,0 0-8-15,0 0-16 0,0 0-12 0,0 0-14 16,0 0-14-16,0 0 2 0,0 0-7 16,0 0-55-16,0 0-147 0,0 0 65 0</inkml:trace>
  <inkml:trace contextRef="#ctx0" brushRef="#br0" timeOffset="-135060.02">24660 5218 12 0,'0'0'16'0,"0"0"-2"0,0 0-4 16,0 0 5-16,0 0-4 0,0 0 5 0,0 0-3 15,0 0 0-15,0 0 2 0,0 0 13 0,0 0 2 16,0 0-10-16,0 0 5 0,0 0-4 0,0 0-1 15,0 0-3-15,0 0-1 0,0 0-3 0,0 0-1 16,-8-3-2-16,8 3 11 0,0 0-6 0,0 0 1 16,0 0 6-16,0 0-6 0,0 0 0 0,0 0 1 15,0 0-5-15,0 0-1 0,0 0 2 0,0 0-7 16,0 0-2-16,0-11-3 0,0 11 0 0,0 0 6 16,0 0-3-16,0 0-2 0,0 0-1 0,0 0 5 15,0 0-7-15,-4 20 4 0,4-20-1 0,0 0 3 16,0 10-1-16,0-10 4 0,0 0-8 0,0 0 0 15,0 0 1-15,0 0 5 0,1 8 1 0,-1-8 8 16,0 0 3-16,0 0 0 0,0 0-5 0,0 0-3 16,0 0 6-16,0 0-7 0,0 0-3 0,0 0 7 15,0 0-10-15,0 0 8 0,14-15-5 0,-14 15 1 16,4-7-1-16,-4 7 0 0,0 0-2 0,4-5 4 16,-4 5 1-16,0 0-9 0,0 0 0 0,0 0 1 15,0 0 1-15,0 0-5 0,0 0-3 0,0 0 2 16,0 0 1-16,0 0 0 0,0 0 1 0,0 0 0 15,0 0-2-15,0 0 5 0,0 0-1 0,0 0-5 16,0 0 4-16,-14 17-6 0,14-17 12 0,0 0-6 16,-1 6 3-16,1-6 0 0,0 0 6 0,0 0 3 15,0 0 0-15,6 8 7 0,-6-8-9 0,0 0 19 16,0 0-21-16,16-4 5 0,-16 4 2 0,10-5-1 16,-10 5-1-16,7-6-3 0,-2 2-5 0,-5 4 4 15,7-9 0-15,-6 6 3 0,4-2-5 0,-5 5-3 16,3-9 5-16,-1 4-10 0,-2 5 6 0,2-7 2 0,-2 7-5 15,1-9-4-15,-1 9 6 0,0 0-11 16,0 0 4-16,0 0 1 0,0 0 3 0,-8-7-4 16,8 7-5-16,0 0 10 0,0 0-5 0,0 0 3 15,-15 14-2-15,15-14 9 0,-4 8-11 0,0-4 9 16,4-4-3-16,0 0-6 0,-3 7 7 0,3-7-7 16,0 0 5-16,-2 7 4 0,2-7-9 0,0 0 6 15,0 0 2-15,0 0 1 0,0 0 5 0,0 0-10 16,0 0 6-16,0 0-1 0,0 0-3 0,0 0 0 15,0 0 2-15,0 0-1 0,0 0-2 0,0 0 10 16,0 0-12-16,0 0 7 0,0 0-5 0,0 0 2 16,0 0-4-16,0 0-3 0,0 0-1 0,0 0-1 15,0 0 5-15,0 0-3 0,0 0 4 0,0 0-6 16,0 0 0-16,0 0 1 0,0 0 5 0,-11 0-2 16,7 5-3-16,0-2 4 0,4-3-1 0,-4 11 5 0,2-6 1 15,2-5-2-15,-6 8-4 0,6-8 0 0,-3 6-8 16,3-6 4-16,0 0 2 0,-2 6 0 0,2-6 1 15,0 0 0-15,0 0-5 0,0 0 1 16,0 0-1-16,0 0 8 0,0 0-9 0,14-14 4 16,-14 14 0-16,4-6-2 0,-4 6 2 0,4-9 6 0,-4 9-2 15,3-8 1-15,-3 8-4 0,0 0-1 0,2-9 4 16,-2 9-3-16,0 0-1 0,0 0 5 0,2-6 1 16,-2 6-2-16,0 0-3 0,0 0-5 15,0 0-2-15,0 0-9 0,0 0-10 0,0 0-17 16,0 0-56-16,0 0-113 0,-8 19 51 0</inkml:trace>
  <inkml:trace contextRef="#ctx0" brushRef="#br0" timeOffset="-132268.48">24736 9993 40 0,'0'0'43'0,"0"0"-5"16,0 0-5-16,0 0-1 0,0 0-8 0,0 0-2 15,-9-2 2-15,9 2-6 0,0 0 0 0,0 0-1 16,0 0-4-16,0 0 3 0,0 0 0 0,0 0 4 16,0 0 2-16,0 0-4 0,-7-1 4 0,7 1 12 0,0 0-3 15,0 0-6-15,0 0 0 0,-9 4 7 0,9-4 1 16,0 0 8-16,-8 5-1 0,8-5 1 15,-9 6-1-15,4-4-5 0,5-2-3 0,-9 10-2 0,5-5 5 16,1-1 3-16,3-4-9 0,-7 9 7 0,4-5-11 16,3-4-1-16,-3 6 0 0,3-6 3 0,0 8 10 15,0-8-3-15,0 0-3 0,0 0 5 0,0 0 2 16,0 0-7-16,11 3-6 0,-11-3-4 0,0 0-2 16,14-10 8-16,-9 6-9 0,0-5-1 0,0 4 0 15,-3-1 0-15,3-3-9 0,1 0 8 0,-6-1-7 16,4-1 3-16,-3 2-3 0,-1 0 11 0,2 2 1 15,-2 7 5-15,-2-16-2 0,2 9 5 0,0 7 5 16,0-11 0-16,0 11 0 0,-2-9-2 0,2 9-5 16,0-8 0-16,0 8-5 0,0 0-2 0,-3-10-8 15,3 10 3-15,0 0-1 0,0 0-2 0,0 0-7 16,0 0 1-16,-9 0 3 0,9 0-5 0,0 0 0 16,0 0 1-16,0 0 2 0,0 0-2 0,0 0 0 15,0 0 0-15,0 0 0 0,12 19-3 0,-12-19 4 16,6 3-2-16,-6-3 4 0,7 3 0 0,-7-3 1 15,0 0-5-15,9 0 1 0,-9 0 2 0,0 0-1 16,0 0-2-16,0 0 1 0,12-4 1 0,-12 4 0 0,0 0-4 16,3-7 4-16,-3 7-2 0,0 0 0 0,1-8 2 15,-1 8-6-15,0 0 3 0,0 0 0 0,0 0 1 16,-1-9-4-16,1 9-1 0,0 0 0 16,0 0 1-16,0 0-1 0,0 0 0 0,-12-3 2 0,12 3-2 15,0 0-6-15,0 0 4 0,-10 10-3 0,10-10 5 16,-4 6-4-16,4-6 7 0,0 0-5 15,0 11 5-15,0-11-4 0,0 0-3 0,0 10-4 0,0-10 4 16,7 5-7-16,-5-1 4 0,-2-4-1 0,7 6 1 16,-7-6 1-16,10 3 0 0,-10-3 1 0,5 3-2 15,-5-3 0-15,0 0 4 0,0 0-1 0,0 0 5 16,0 0-2-16,9-8 2 0,-9 8-1 0,0 0 2 16,0 0-4-16,3-8-2 0,-3 8 2 0,0 0 3 15,0 0 1-15,0 0-3 0,0 0 3 0,0 0-2 16,0 0 0-16,-20 0 2 0,20 0-3 0,-11 7 4 15,11-7-3-15,-12 7 1 0,7-3-2 0,0 0 2 16,-1 2-3-16,2 1 2 0,4-7-3 0,-7 10 3 16,5-5 0-16,2-5 4 0,0 10-6 0,0-10-4 0,0 10 1 15,0-10-2-15,5 7-3 0,-5-7-1 16,8 4-2-16,-8-4 7 0,5 1-3 0,-5-1 4 0,0 0-3 16,0 0 5-16,0 0 0 0,11-8 2 15,-11 8-4-15,0 0 2 0,0-13 3 0,0 13-2 0,-2-11 1 16,2 11 1-16,-4-9-4 0,4 9 5 0,-5-5-11 15,5 5-7-15,-10-2-8 0,10 2-16 0,-8 0-24 16,8 0-25-16,-11 7-25 0,2-2-129 16,0 1-263-16,2-1 117 0</inkml:trace>
  <inkml:trace contextRef="#ctx0" brushRef="#br0" timeOffset="-131195.04">25136 9774 49 0,'0'0'183'0,"-1"-9"-7"15,1 9-9-15,-1-7-8 0,1 7-1 0,0 0-20 16,-2-9-11-16,2 9-12 0,0 0-17 16,0 0-10-16,0 0-9 0,0 0-10 0,0 0-7 15,0 0-3-15,0 0-13 0,0 0-2 0,0 0 1 0,3 29-3 16,-3-17 0-16,-1 4-1 0,-1 0-9 0,1-1 3 15,0 3 4-15,-2 0-2 0,3 0-6 0,-4-6-2 16,2 4-2-16,-1 1-2 0,1-1-3 16,-1-3 3-16,0-2-6 0,3 1 0 0,-2-1-3 0,1 0 0 15,-2-2-3-15,3 0 2 0,0 0-1 0,0-9-4 16,0 13-19-16,-4-7-23 0,4-6-23 0,0 11-22 16,0-11-23-16,-2 6-25 0,2-6-15 15,-4 6-28-15,4-6-117 0,-5 3-307 0,5-3 136 0</inkml:trace>
  <inkml:trace contextRef="#ctx0" brushRef="#br0" timeOffset="-130953.55">25127 9733 42 0,'3'-9'124'0,"2"-2"-3"16,0 3-2-16,0 0-7 0,2 2-10 0,-2 2-10 15,0 0-8-15,1 2 1 0,-6 2-9 0,17 1-7 16,-8 1-3-16,0 2-6 0,1 3-13 0,-2 1 0 15,-1-1-2-15,0 2-10 0,-2 1 3 0,-1 0-13 16,-4 1 2-16,2 0-2 0,-4 1 3 0,0-2-10 16,0-1 4-16,-3 2-5 0,2-4-2 0,-1 0 1 15,-1 1 1-15,1 0-3 0,-1-2 0 0,0-3-7 16,-1 4 5-16,1-2-27 0,1-1-20 0,4-4-20 16,-12 6-28-16,6-2-18 0,6-4-27 0,-9 3-73 0,9-3-218 15,-9 0 97-15</inkml:trace>
  <inkml:trace contextRef="#ctx0" brushRef="#br0" timeOffset="-130731.68">25338 9783 110 0,'0'0'177'0,"5"-4"-8"0,-5 4-9 0,6-2-13 15,-6 2-24-15,0 0-6 0,0 0-13 0,0 0-10 0,0 0 0 16,0 0-8-16,9 8-6 0,-9-8-7 0,2 12-9 15,-2-5-9-15,0 0 0 0,0-7-9 0,-4 18-4 16,3-8-6-16,-2 1-1 0,2 0-3 0,1 2 0 16,-4-4-9-16,4 4-24 0,-4-2-16 0,2 0-27 15,-1 0-31-15,3-3-25 0,0 0-30 16,-4-1-135-16,-1-1-287 0,3 0 128 0</inkml:trace>
  <inkml:trace contextRef="#ctx0" brushRef="#br0" timeOffset="-130470.8">25387 9792 123 0,'7'-3'144'16,"2"0"-6"-16,0 0-5 0,3 3-11 0,1 0 0 16,-2 1-7-16,-1 1-10 0,0 3-11 0,-1 1-5 15,3 1-11-15,-6 2-5 0,1 0 1 0,-2 4 0 16,-1-3-8-16,-2 3-9 0,-2-2-2 0,-2 1-8 15,-2 4 0-15,1-6-11 0,-6 5 6 0,0-2-2 16,-2-1 1-16,0-1-8 0,-3-1-2 0,1 0-1 0,-3-1-4 16,5-3-6-16,-2-2 3 0,3 3-1 15,-1-2-6-15,0-2-22 0,4-2-18 0,-2 1-30 16,1 0-36-16,8-2-55 0,-12 0-155 0,12 0-324 16,0 0 143-16</inkml:trace>
  <inkml:trace contextRef="#ctx0" brushRef="#br0" timeOffset="-130293.97">25636 9899 33 0,'10'-2'181'16,"-10"2"-2"-16,11 0-2 0,-11 0-13 0,14 0-14 16,-14 0-16-16,13-1-13 0,-6-1-15 0,4 4-13 15,0-1-15-15,0-1-27 0,-1 0-35 0,1 4-43 16,-1-1-24-16,0 0-49 0,-3-1-118 15,-7-2-236-15,8 2 105 0</inkml:trace>
  <inkml:trace contextRef="#ctx0" brushRef="#br0" timeOffset="-129097.55">25946 9758 69 0,'0'0'203'15,"3"-7"-4"-15,-3 7-9 0,0 0-14 0,3-6-17 16,-3 6-17-16,0 0-20 0,0 0-11 0,0 0-10 16,0 0-12-16,0 0-9 0,0 0-6 0,6 16-7 15,-6-5-8-15,-2 0 3 0,2 0-11 0,-2-1-2 16,2 3-5-16,-4 2-2 0,3-3-7 0,1-1-3 15,-3-1-6-15,1 0 1 0,2 1-2 0,-2-3 0 16,0-1-2-16,2 3 1 0,0-2-6 0,0-1 0 16,0-7-2-16,-2 13 1 0,0-7-2 0,2-6-6 0,0 0 2 15,0 10-3-15,0-10 7 0,0 0-5 0,0 9 0 16,0-9 0-16,4 7 2 0,-4-7-6 0,4 3-1 16,-4-3 9-16,8 3-3 0,-8-3-2 15,10 0-1-15,-10 0-2 0,11-3-1 0,-1 1 2 0,1-5-2 16,-3 2 3-16,4-1-2 0,-3 1 0 0,0-3-3 15,1 2 2-15,-2-1-2 0,1-2 4 0,-3 3-5 16,2-3 0-16,-4 1-7 0,-2 2 6 16,1-2 1-16,1 3-2 0,-2-1 3 0,-2-2 0 0,0 8 1 15,2-11 3-15,-2 11-5 0,-2-10-1 0,2 10 1 16,-2-7-4-16,2 7 1 0,0 0-2 0,-4-8-3 16,4 8 4-16,0 0-3 0,0 0 4 0,-17 5-5 15,11 2 9-15,6-7-8 0,-11 7 3 0,5 2 0 16,0-1 2-16,2 0-6 0,0 1 7 0,3-3-8 15,-3 4-13-15,4-3-19 0,2 3-24 16,0-4-23-16,-1 1-26 0,5-1-17 0,1-2-8 0,2 2-5 16,0-1-4-16,3-1 2 0,-1-1 4 0,2-2 2 15,1-1-75-15,1-1 185 0,-1-1-64 0,-1 0 14 16,1-3 15-16,1 0 14 0,-1 0 20 0,-3-2 14 16,0 2 16-16,1-2 11 0,-3 0 25 0,-1-3 8 15,-1 3 16-15,-2 0 3 0,-1 0 5 0,1 0-3 16,-1-1 7-16,-4 8 16 0,0-11 1 0,0 11-4 15,0 0-4-15,-4-12-7 0,4 12-8 0,-7-1-6 16,7 1-3-16,0 0 2 0,-16 5-1 0,7 0 0 0,1 1-3 16,0 2-7-16,0 0-7 0,-1 1-2 15,2 1 0-15,0 0-5 0,2 0-8 0,3-1-1 16,0 3 1-16,2-4-5 0,0 2 5 0,2-4-9 0,0 0 4 16,0 2-4-16,3-3-2 0,3-1-3 0,2 0-1 15,-5-3 1-15,3 2-3 0,2-4-2 0,-10 1 1 16,15-2-1-16,-6-3-2 0,-2 1 1 0,-2 1 2 15,1-4-2-15,1 1-2 0,0-1 2 0,-4-3-2 16,3 2 1-16,-2-2-1 0,-1 2-2 0,-1 0 3 16,-2 2-5-16,0 6 4 0,4-13-2 15,-4 13 4-15,4-6-7 0,-4 6 5 0,0-7-6 16,0 7 0-16,0 0-3 0,0 0 2 0,0 0-4 0,0 0 5 16,0 0-3-16,0 0 4 0,0 0-1 0,0 0-2 15,0 0 1-15,-4 22 2 0,4-22 0 0,0 10-2 16,0-10 4-16,0 8-1 0,0-8 2 0,4 9 0 15,-4-9 2-15,6 7-5 0,-2-5 3 0,-4-2 4 16,7 7-7-16,-7-7 7 0,10-1-1 0,-10 1 1 16,0 0-1-16,13-4 0 0,-13 4-4 0,10-7 2 15,-5 3-3-15,-1 1 3 0,-4 3-2 0,6-10 1 16,-2 4-1-16,0 0 2 0,-2 1-2 0,0-2-2 16,-2 7 0-16,5-9 3 0,-3 4-5 0,-2 5 4 15,2-8-5-15,-2 8-2 0,2-6 1 0,-2 6-1 16,0 0-6-16,0 0 10 0,0 0-6 0,0 0 1 15,0 0 3-15,0 26 0 0,0-26-2 0,-4 15 3 16,2-4-2-16,2 1 4 0,-5-2 0 0,3 2-2 16,2 0 1-16,-2-1 3 0,2-3-4 0,-2 3 3 15,0-1 1-15,2 2-13 0,0-6-31 0,-4 3-35 0,4-9-48 16,0 13-42-16,0-7-187 0,0-6-383 16,0 0 170-16</inkml:trace>
  <inkml:trace contextRef="#ctx0" brushRef="#br0" timeOffset="-128884.43">26569 9758 143 0,'0'0'206'0,"2"-8"-21"0,-2 8-15 16,0 0-10-16,0 0 8 0,0 0 0 0,0 0-3 16,5 17-4-16,-7-6-14 0,2 0-14 0,-3 6-15 15,3-1-10-15,-2 1-13 0,-2-5-6 16,1 5-6-16,0-2-12 0,-1 3-4 0,4 0-7 15,-4-1-6-15,4-3-4 0,0-3-16 0,-2-1-34 0,2 0-24 16,0-3-41-16,0-7-46 0,0 12-44 0,0-12-62 16,-5 9-128-16,-1-8-372 0,6-1 166 0</inkml:trace>
  <inkml:trace contextRef="#ctx0" brushRef="#br0" timeOffset="-128737.91">26463 9858 11 0,'0'0'172'0,"2"-7"-13"0,-2 7-4 0,0 0-19 16,12-4-9-16,-12 4-12 0,13-2-15 0,-1-1 0 16,3 3-31-16,4-3-23 0,0 3-34 0,0 0-31 15,1-3-42-15,0 0-37 0,-6 2-73 0,1-2-185 16,-4 0 82-16</inkml:trace>
  <inkml:trace contextRef="#ctx0" brushRef="#br0" timeOffset="-127705.49">23324 5170 162 0,'0'0'164'0,"-4"-7"-15"16,4 7-13-16,0 0-14 0,0 0-16 0,-4-4-11 15,4 4-13-15,0 0-6 0,0 0-7 16,0 0-11-16,0 0-2 0,-1 23-1 0,1-16 2 15,0 5-6-15,-1-2 1 0,-2 0-2 0,2 3-4 16,1-2-2-16,-3 1-4 0,2-1-8 0,0-1-7 16,0 3 5-16,-1-2-2 0,1-1-3 0,0-1-3 15,-2-1-1-15,1 0 1 0,0 1-8 0,1-4-18 16,1-5-20-16,-4 14-14 0,2-7-18 0,-1-2-29 0,-1 0-32 16,4-5-26-16,-7 7-94 0,-1-4-257 15,8-3 113-15</inkml:trace>
  <inkml:trace contextRef="#ctx0" brushRef="#br0" timeOffset="-127478.13">23302 5115 102 0,'7'-7'119'0,"-1"0"-11"0,-1 2 0 0,0 0-4 16,3 3-13-16,-2-2-5 0,-6 4 6 0,13-1-19 15,-13 1-6-15,13 4-12 0,-7-1 4 0,-1 1 1 16,-1 1-8-16,0 0-13 0,-4-5-3 0,0 13-6 15,0-13-2-15,-6 16-2 0,-1-7-4 0,-2-1 3 16,-2 1 0-16,2-1-5 0,-1 1 4 0,-3 1 3 0,4-4-14 16,-1 0-4-16,0-1 9 0,3-1-4 15,1-1-17-15,-1 1-29 0,1-1-26 0,6-3-32 16,-10 3-32-16,10-3-83 0,-7 6-222 0,7-6 99 16</inkml:trace>
  <inkml:trace contextRef="#ctx0" brushRef="#br0" timeOffset="-127244.55">23502 5151 73 0,'0'0'171'0,"0"0"-20"0,0 0-12 0,0 0-19 16,6-1-13-16,-6 1-12 0,0 0-3 0,0 0-1 15,4 13-8-15,-4-13-3 0,4 15-15 0,-4-7-1 16,1 3-10-16,-1 0 6 0,-1 1-10 0,2 0-11 15,-2-2-2-15,-2 4 6 0,3 1-10 0,-1-5 0 0,0 2-9 16,-2-3-10-16,2 3-27 0,-2-3-19 16,3-9-39-16,-2 18-16 0,-1-11-21 0,1-2-19 15,2-5-87-15,-7 11-231 0,3-9 103 0</inkml:trace>
  <inkml:trace contextRef="#ctx0" brushRef="#br0" timeOffset="-127011.31">23511 5177 2 0,'6'-8'83'0,"-1"2"0"0,0 2 3 0,4 0 3 16,3 2-10-16,-2 0 3 0,-1 2-9 0,2 2-9 15,0 2 1-15,-2 3-4 0,1-1-9 0,-4 4-6 16,1-1 10-16,-4 1-1 0,0 1 0 0,0 0-2 16,-2 1-9-16,-2 1 6 0,-3-2 3 0,-3 3-2 15,-2 1 1-15,-3-3 9 0,0 2-4 0,-2-3-8 16,0-2-5-16,-1 1 4 0,-1-2-12 0,6-3-4 15,-3 1-1-15,2-2-5 0,-1 1-9 0,3-1-21 0,3 0-28 16,-1-1-26-16,7-3-40 0,-8 3-37 16,8-3-100-16,-7 4-254 0,7-4 112 0</inkml:trace>
  <inkml:trace contextRef="#ctx0" brushRef="#br0" timeOffset="-126464.83">23828 5243 94 0,'0'0'132'0,"2"10"-2"16,-2-10-13-16,1 7-9 0,-1-7-9 0,0 11-11 16,0-11-6-16,-1 8-15 0,1-8 1 0,0 0-12 15,1 9-1-15,-1-9-5 0,0 0 9 0,0 0 5 16,0 0 11-16,0 0 11 0,0 0 9 0,0 0 12 15,0 0-8-15,0 0 0 0,0 0-17 0,0 0-4 16,0 0-7-16,0 0-7 0,0 0-7 0,0 0-4 0,0 0-7 16,0-28-5-16,3 22-1 0,1-1-8 15,1-2-5-15,0 3-4 0,3-3-1 0,-2 1-2 16,2 1-5-16,-2 1-1 0,3 1-3 0,-1 0 0 16,-1 2 0-16,0 1-5 0,-7 2-3 0,16 0 3 15,-9 2-4-15,1 2-1 0,-2 0-2 0,3 1-2 0,-3-1 2 16,1 4 2-16,-1-1-2 0,-1 1 2 0,0 0 1 15,-1-3-4-15,-1 2 5 0,-1-2-3 16,-2-5 3-16,1 9 6 0,-1-9-7 0,2 10 6 16,-2-10-5-16,0 0 2 0,-4 6-1 0,4-6 1 15,0 0-5-15,-9 4 5 0,9-4-1 0,0 0 0 0,0 0-1 16,0 0-1-16,-14-9 4 0,14 9-7 16,-3-8 2-16,3 8-5 0,2-12-8 0,4 5 0 15,-1 1 2-15,1-1-2 0,2-2 4 0,2 2 0 16,2-1-1-16,-4 2-2 0,2 1 0 0,2-1 3 15,-2 2 0-15,1 1-2 0,-1 2 2 0,-1 1-5 0,0 2 1 16,3 2 3-16,-6 0-1 0,0 0 2 16,0 2-2-16,-4 0 1 0,2 4 1 0,0 1 2 15,-7 0-5-15,2 2-17 0,-2-1-19 0,1 1-22 16,-3-2-19-16,3-1-25 0,-1 2-31 0,-1-2-28 16,0 0-118-16,0 1-315 0,3-6 140 0</inkml:trace>
  <inkml:trace contextRef="#ctx0" brushRef="#br0" timeOffset="-126113.52">24211 5220 80 0,'0'0'132'0,"-14"5"7"0,6-1-22 0,1 1 2 15,0 1-14-15,1 1 2 0,1-1-10 0,0 0-5 16,2 1-9-16,1 0 0 0,2-7-7 0,-2 9-1 15,2-9-16-15,3 13-4 0,-2-9-1 0,-1-4-7 0,8 8-4 16,-8-8-5-16,5 7 2 0,-5-7-4 0,7 1-7 16,-7-1 5-16,0 0-8 0,12-5 0 15,-12 5-7-15,10-6 3 0,-10 6-5 0,8-6 2 16,-4 1-2-16,0-2 1 0,-1 0-6 0,0 2-3 16,6-1 3-16,-7-1 4 0,-2 7-6 0,7-8 3 15,-3 4 1-15,-4 4-10 0,5-4 6 0,-5 4-1 16,0 0-4-16,10-4 3 0,-10 4-4 0,8 8 1 15,-8-8 2-15,6 8-2 0,-2-1-5 0,0 2 3 16,-2-4-4-16,3 4 7 0,-1-1 0 0,0 3-10 16,1 0-1-16,-2-5-23 0,1 2-36 0,2 1-30 0,-1 1-35 15,-2-5-40-15,-2 3-93 0,-1-8-283 0,0 0 126 16</inkml:trace>
  <inkml:trace contextRef="#ctx0" brushRef="#br0" timeOffset="-125908.78">24426 5205 169 0,'0'0'169'0,"2"-6"-14"0,-2 6-12 15,0 0-6-15,0 0 4 0,0 0 1 0,12 2-2 16,-12-2-12-16,9 7-4 0,-5-2-9 0,1-2-12 16,-5-3-7-16,9 7-10 0,-3-3-13 0,1-2-1 15,-1 3-7-15,-1-1-7 0,-1-1-19 0,1 2-23 16,0 0-25-16,-3 0-41 0,-2-5-32 0,0 0-33 15,8 10-10-15,-7-7-19 0,-1-3-131 0,3 9-297 16,-3-9 131-16</inkml:trace>
  <inkml:trace contextRef="#ctx0" brushRef="#br0" timeOffset="-125754.48">24525 5218 98 0,'0'-8'176'0,"0"8"3"0,0 0-4 15,0 0-15-15,2-8-16 0,-2 8-21 16,0 0-14-16,0 0-6 0,0 0-7 0,0 0 7 15,-20 16-12-15,5-3-7 0,0-1-5 0,-6 8-9 0,-2-4-6 16,2 7-29-16,-3-2-37 0,2 1-30 16,2-3-47-16,0 1-58 0,-2 3-137 0,8-7-295 15,-4 3 131-15</inkml:trace>
  <inkml:trace contextRef="#ctx0" brushRef="#br0" timeOffset="-124791.55">24765 9907 53 0,'1'-10'52'0,"-1"10"-4"16,0 0-8-16,0 0-4 0,0-11-6 0,0 11-8 15,2-6-3-15,-2 6 1 0,3-7-14 0,-3 7-1 16,1-8-9-16,-1 8-10 0,1-7-8 0,-1 7-27 15,0-11-53-15,0 11 25 0</inkml:trace>
  <inkml:trace contextRef="#ctx0" brushRef="#br0" timeOffset="-123473.97">24758 5482 3 0,'0'0'10'0,"-4"-7"1"0,4 7-3 0,-4-9 2 16,4 9-3-16,-7-9-2 0,4 3 0 16,3 6 12-16,-5-9 4 0,1 3-4 0,4 6-4 15,-4-11 0-15,0 6-5 0,1-1-1 0,3 6 3 16,-4-11 5-16,1 7-4 0,3 4 0 0,-5-11-3 15,3 6 0-15,2 5-3 0,-4-9 5 0,4 9-5 0,-4-7 0 16,4 7-2-16,-4-7 1 0,4 7-2 16,0 0 2-16,-3-9-3 0,3 9-1 0,0 0-2 15,-2-5-7-15,2 5 0 0,0 0-6 0,0 0-2 16,0 0 0-16,0 0 0 0,0 0-12 0,0 0-31 0,0 0 14 16</inkml:trace>
  <inkml:trace contextRef="#ctx0" brushRef="#br0" timeOffset="-122059.89">24368 5185 30 0,'0'0'65'0,"0"0"3"0,0 0-15 0,0 0-6 15,0 0-3-15,0 0 3 0,0 0 5 0,0 0-11 16,0 0-2-16,0 0-2 0,0 0-8 16,0 0 3-16,0 0 3 0,0 0-2 0,0 0 10 15,0 0-9-15,0 0 0 0,22 8 5 0,-22-8-2 16,4 4-4-16,-4-4-4 0,4 5-4 0,-4-5 16 0,6 6-18 15,-6-6-1-15,8 6 5 0,-5-2-5 0,-3-4-8 16,7 7 7-16,-3-1-4 0,-4-6 1 0,6 6-2 16,-2-2-1-16,1 1 5 0,-1 0-14 15,-2 0 8-15,-2-5 0 0,9 8-1 0,-6-2-6 16,0-1 7-16,-3-5-5 0,10 11 12 0,-7-6-6 16,-3-5 9-16,8 11-6 0,-4-7 2 0,-4-4-1 0,10 8 0 15,-5-3 7-15,-5-5-1 0,9 10 1 16,-9-10-5-16,8 7 2 0,-4-2 2 0,-4-5-3 15,11 7-3-15,-11-7 2 0,11 5 0 0,-6-2-4 16,-5-3 4-16,9 5-8 0,-3-2 4 0,-6-3-2 0,8 3-2 16,-8-3-9-16,4 3 0 0,-4-3 2 15,0 0 2-15,7 4 1 0,-7-4 3 0,0 0-6 16,7 4-2-16,-7-4 2 0,6 4-2 0,-6-4-11 16,0 0-15-16,0 0-21 0,0 0-11 0,0 0-11 15,0 0-14-15,9 6-18 0,-9-6-3 0,0 0-18 0,2 3-82 16,-2-3-217-16,0 0 97 0</inkml:trace>
  <inkml:trace contextRef="#ctx0" brushRef="#br0" timeOffset="-121722.08">24546 5127 70 0,'-14'16'81'15,"9"-10"1"-15,0 2 1 0,-2 1-5 0,-1 3 5 0,-4 1-14 16,0 0 4-16,-1 1-12 0,1 1-5 16,1-1 7-16,-1 2-6 0,-4 6-10 0,1-2-6 15,2 2 0-15,3-6-13 0,-3 5 0 0,-1 1-28 16,4-7-35-16,-2 2-36 0,-3 3-86 0,-3 1-168 16,4-8 75-16</inkml:trace>
  <inkml:trace contextRef="#ctx0" brushRef="#br0" timeOffset="-110052.35">22997 16419 10 0,'0'0'19'0,"0"0"1"0,25 17 3 0,-16-15 3 15,3 1 0-15,2 1 7 0,4 2-6 0,4-3-6 16,7 1 4-16,3-1-1 0,0-1-2 16,1 2 8-16,4 0-3 0,-1 1-3 0,2-4 15 15,-2 3-15-15,4-1 4 0,-1 1-7 0,14-1-3 16,-15 1 24-16,14-1-25 0,-12 1 17 0,0-1-15 15,12-3 8-15,-12 4-5 0,12-2-1 0,-2 0 5 0,1 1-6 16,-11-1-1-16,13 1-2 0,-1 0 3 16,2-2 1-16,-4-2-3 0,1 2-1 0,3-1-11 15,-17-1 20-15,16 1-16 0,-2 2-1 0,-14-2 5 16,2 0-3-16,1 0 1 0,-1 4-1 0,0-4-1 16,-2 0 1-16,0 1-1 0,4 0 5 0,-3-2-5 15,13 2 1-15,-1 1-5 0,-13-1 24 0,2-2-25 16,-1 2 6-16,0 2 2 0,-4-3 7 0,3 0-9 15,0 0-5-15,-3 1 5 0,-2 0-5 0,5-1 0 16,-1-1 7-16,-2 1-9 0,0-1 6 0,-3 2 2 16,4 0-7-16,-2-1 4 0,-7 3-4 0,3-3-5 15,-2 1 11-15,0-1-3 0,-4 0-1 0,-2-1-9 16,5 2 7-16,3-1-2 0,-8-3-5 0,10 2 3 16,-6 0-2-16,-2 0 5 0,-2 0 2 0,0-2-6 15,0 1 9-15,-2 0-1 0,2-1 7 0,-1 1-11 16,2 1 3-16,-4-1 4 0,-2 1-1 0,0-1-4 15,-1 1 2-15,1-1 3 0,-3 1-6 16,4 1-1-16,-5-2 5 0,3 1-18 0,-2 0 11 0,3-1 4 16,1 2 5-16,2-4-12 0,-4 6 9 0,6-4-4 15,1 0 4-15,-2 2-7 0,0 2 6 0,3-4 2 16,-5 0-2-16,6 2-1 0,-3-2-6 0,1 1 8 16,-2 0-5-16,-1 1 0 0,3 1 9 15,-2-1-4-15,0 0 0 0,-2-2-7 0,4 4 5 0,-3-3-3 16,1 2 4-16,0-1-7 0,9-2 11 15,-8 2-13-15,10-1 4 0,-6 1-4 0,3 0 7 16,0 1-6-16,1-3 6 0,0 1-2 0,2 2 8 0,-2-2-13 16,-1 1 6-16,3-2-10 0,-2 4 7 0,1-4-2 15,-1 2 1-15,0-2 0 0,-2 2 1 16,4-1 1-16,-3-1 1 0,3 2-4 0,-4-3 7 16,-1 3-8-16,4-3 5 0,-3 2-3 0,2 1 2 15,0-3-1-15,-2 3-3 0,0-2 1 0,4 1-2 16,-3 1 0-16,1-1 4 0,-2 0 4 0,2 1-1 15,1-1 0-15,-4 0-3 0,3 1-5 0,-2-3 9 0,2 3-1 16,-8 0 2-16,8 0-4 0,-2-1 4 16,-7 1-5-16,2 1 2 0,-1-1 1 0,8 1 3 15,-9-1 1-15,1 3 3 0,1-2-1 0,8-1-5 16,-11 1 8-16,8-2-8 0,-4 2 4 0,-1 0-5 16,-2-1 7-16,7 1 8 0,-4-1-5 0,-1 2 2 15,-4-2-8-15,5 0 4 0,-3-2 2 0,-2 4 0 16,0-2 0-16,-5 1-1 0,3-2 3 0,-3 1-3 15,-2-2 2-15,4 2 9 0,-5 0-9 0,2 0 6 16,-2-2-2-16,0 2 3 0,1 0 4 0,-11 0 0 16,14-1 1-16,-8-1 1 0,-6 2-2 0,11-2-3 15,-11 2-4-15,8-1-2 0,-8 1-3 0,0 0-1 16,0 0 2-16,8-1-1 0,-8 1-12 0,0 0-12 16,0 0-21-16,0 0-12 0,0 0-7 0,0 0-17 15,0 0 4-15,0 0-24 0,0 0-23 0,-20 8-19 16,4-4-22-16,-4-1-79 0,0 3-249 15,-11-4 110-15</inkml:trace>
  <inkml:trace contextRef="#ctx0" brushRef="#br0" timeOffset="-108120.58">8043 17158 42 0,'0'0'88'0,"0"0"-7"0,0 0-7 0,0 0-10 15,0 0-9-15,0 0-5 0,0 0-8 0,0 0-7 16,0 0 1-16,0 0-7 0,-32-6 2 0,32 6-2 16,0 0-4-16,-14 0-1 0,14 0 0 0,0 0-1 15,0 0-5-15,-14-1 1 0,14 1-8 0,0 0 2 16,0 0-2-16,-9-3-3 0,9 3 4 16,0 0-9-16,0 0 12 0,0 0-13 0,0 0 8 15,0 0-4-15,0 0 3 0,0 0-3 0,0 0 5 16,0 0-9-16,0 0 7 0,35 12-11 15,-26-9 3-15,2-1 2 0,1 0 7 0,5-1 3 0,2 1-6 16,1-1 12-16,8 1-2 0,-10-2-5 0,10-3 5 16,2 3 3-16,-1 0-4 0,2 0 4 0,1 0-6 15,1 0 2-15,-1-2 1 0,0-1-2 0,3 3 5 16,2-2-4-16,-2 0-1 0,3 1 1 0,1-2-8 16,0 2 8-16,14-1 5 0,-13 0-9 0,13 2 1 15,-2 0-8-15,1 2 6 0,-13 0-4 0,12-7 6 16,0 8-12-16,3 0 11 0,-2-2 5 0,2 2 2 15,-3-3-2-15,3 1 1 0,-1 3-3 0,1 0 1 16,2-4 0-16,0 1-5 0,-1-1 0 0,1-1 5 16,2 2 1-16,0-1-2 0,0 0-18 15,1 0 20-15,1-1 0 0,-1-2 3 0,2 2 1 0,-1-2 0 16,2 2-2-16,-2-1 0 0,1-1 3 16,4 2-3-16,-1-4 0 0,2 3 0 0,-3 0-4 15,0 0-9-15,-2 4 8 0,-1-2 1 0,3 2-1 16,0-3-2-16,-1 4-1 0,1-3 1 0,1 0 0 15,1 1-3-15,-3-1 0 0,4 0 7 0,-1 2-12 0,0-2 3 16,-4 2-1-16,1-4-4 0,-1 4 5 16,4-1-4-16,0-4 6 0,0 3-13 0,-4 0 8 15,-1-3 0-15,3 0 3 0,-2 3 1 0,-2-3-6 16,-1 1 7-16,-1 0 3 0,-3 2-8 0,-1-4 7 16,3 2-2-16,-1 1 0 0,-1-2-1 0,-3 4 3 15,5-3-5-15,-2-1 3 0,0 2 0 0,-1-3-1 16,1 4 8-16,-2-3-8 0,-12 2-2 0,15-1 1 15,-3 1-3-15,3-2 0 0,-5-2 4 0,2 3-4 16,-12 0 1-16,-2 0 1 0,16-1 1 16,-2-1-1-16,-14 1 4 0,14 2 0 0,1 0 4 15,-14-1 4-15,-1-4-3 0,16 4 1 0,-18 2 10 0,2-2-7 16,2 2-1-16,-1-1 6 0,-1-1-3 0,0 0 3 16,0 1-6-16,3-1 3 0,-3 2 6 0,0-2-7 15,0 2 1-15,1-1-5 0,-4 0 3 0,1 1-1 16,0 2-2-16,-1-2-2 0,-3-1 0 0,2 6-1 15,5-4-5-15,-8 3 4 0,0-3-1 16,1 2 1-16,-3 1-1 0,2 0 4 0,-3-1-5 0,3 2 1 16,-5-2-1-16,1 1-2 0,2 1 5 15,-6-2-2-15,-2 1-2 0,0-4 3 0,0 3 3 16,-1-1 4-16,-2 2-2 0,2-2-2 0,-4-1-1 16,0 2 3-16,-5-4 0 0,3 2 3 0,-3-1-10 15,-11 0 7-15,18 2-8 0,-18-2 4 0,13 0 6 16,-13 0 3-16,9 1-1 0,-9-1 1 0,0 0-4 15,0 0-8-15,12 1 5 0,-12-1-2 0,0 0-1 16,0 0 1-16,0 0-10 0,0 0-15 0,0 0-31 16,13 1-33-16,-13-1-40 0,0 0-52 0,0 0-85 15,0 0-143-15,0 0-429 0,-41 10 190 0</inkml:trace>
  <inkml:trace contextRef="#ctx0" brushRef="#br0" timeOffset="-94538.47">24716 5066 66 0,'0'0'115'0,"0"0"-14"0,0 0-7 15,0 0-12-15,0 0 5 0,0 0-13 0,0 0-8 16,0 0 6-16,0 0-10 0,0 0 3 15,0 0-3-15,0 0-9 0,0 0 1 0,0 0-8 0,0 0 0 16,0 0 0-16,0 0-4 0,0 0-6 0,0 0-3 16,0 0 0-16,0 0-2 0,0 0-7 0,0 0-5 15,0 0-1-15,0 0 2 0,0 0-9 0,0 0 13 16,0 0-14-16,0 0 4 0,0 0-8 16,0 0 6-16,0 0-5 0,0 0-10 0,0 0-14 0,0 0-9 15,0 0-9-15,0 0-6 0,0 0-18 0,0 0-10 16,0 0-14-16,0 0-4 0,0 0-6 0,0 0-7 15,0 0-53-15,0 0-166 0,0 0 73 0</inkml:trace>
  <inkml:trace contextRef="#ctx0" brushRef="#br0" timeOffset="-94112.74">22811 7011 39 0,'0'0'53'0,"0"0"-2"0,-8-14-8 0,8 14-4 16,0 0-2-16,-7-4-3 0,7 4-19 0,0 0-9 15,-5-3-12-15,5 3-22 0,0 0-20 0,0 0-51 16,-2-9 24-16</inkml:trace>
  <inkml:trace contextRef="#ctx0" brushRef="#br0" timeOffset="-90871.64">24755 7202 3 0,'-1'10'4'0,"1"1"2"0,-1 1-5 0,0 0 3 16,-1 1 2-16,-4 0-4 0,1 1-2 0,0 5 2 15,-2-4 5-15,2 2-8 0,-1-1 3 0,1 1-2 16,-3 1 2-16,3-4-4 0,1 3 1 0,0-2-2 16,-1 0-3-16,-2 2 5 0,3-3 4 0,-1 2-8 15,2-3-6-15,-1-3 4 0</inkml:trace>
  <inkml:trace contextRef="#ctx0" brushRef="#br0" timeOffset="-89831.18">24687 9643 8 0,'1'12'37'15,"-1"-12"-1"-15,0 22-5 0,1-9-10 0,-1-13 4 16,1 20-6-16,-1-8 6 0,0-12-8 0,0 19 4 15,1-9-8-15,-1-10 5 0,0 18 4 0,0-18-7 16,3 18 0-16,-3-18-3 0,1 16 2 0,-1-16-1 16,0 0 1-16,5 20 8 0,-5-20-21 0,3 17 5 15,-3-17-7-15,1 19 8 0,-1-19-2 0,4 19 1 16,-4-19-7-16,0 18-4 0,0-18 5 0,-1 20-11 16,1-20 4-16,-1 19 3 0,1-19-8 0,-2 17 10 15,2-17-4-15,-1 16 5 0,1-16 2 0,0 0-7 16,-1 23 2-16,-1-17-3 0,2-6 7 0,0 0-6 15,0 21 1-15,0-21 5 0,0 13 2 0,0-13-6 16,2 15 6-16,-2-15 2 0,1 12-3 0,-1-12-1 16,3 14 2-16,-3-14-3 0,1 12 0 0,-1-12 6 15,4 17-3-15,-4-17 3 0,0 14-2 0,0-14-1 16,2 14 2-16,-2-14 1 0,3 15-2 0,-3-15-3 16,0 0 8-16,2 14-3 0,-2-14 1 0,0 0 8 15,2 17 4-15,-2-17 0 0,0 0-4 0,2 15 1 16,-2-15-1-16,5 7 8 0,-5-7-4 0,0 0-5 15,5 13-1-15,-5-13 10 0,6 12 1 0,-6-12-6 16,3 10 2-16,-3-10-8 0,3 13 1 0,-3-13 1 16,4 15-6-16,-4-15-4 0,2 18 8 0,-2-18-7 15,2 13 6-15,-2-13 1 0,1 16-5 0,-1-16-6 16,1 13 0-16,-1-13-12 0,0 12-6 0,0-12-9 16,0 0-12-16,-2 16-7 0,2-16-52 0,0 0-105 15,-7 14 46-15</inkml:trace>
  <inkml:trace contextRef="#ctx0" brushRef="#br0" timeOffset="-58713.58">24674 8310 3 0,'6'19'7'16,"3"5"-1"-16,-4-6 4 0,1 8-4 0,-2-7 1 15,0 0 0-15,1 1 0 0,-2-1-3 16,2 0 3-16,-3 0-3 0,2-2 4 0,0 2-1 0,0 0-4 15,-3 1 2-15,4-1-3 0,-1-2 2 0,1 2-3 16,-2-1 7-16,1 0 2 0,-2-1-7 0,2 2-4 16,-1-1 3-16,1 0-2 0,3 0 2 0,-4 0 0 15,2-1 0-15,0-1-1 0,-1 1 1 0,0-2 1 16,-1 2 0-16,-1-1 5 0,-1 1-7 0,3 0 1 16,-4 1-4-16,1-2 3 0,-1 3-4 0,0-3 3 15,0 1 0-15,1 0 2 0,-3 2 2 0,3 0-2 16,-1 0 2-16,1 6-1 0,-2-5-5 0,4 4 2 15,-2 1 2-15,-1 0 1 0,2 0-3 16,-4-1-2-16,4-5 2 0,-5 1 1 0,4 5 2 0,-1-6-4 16,-1 6 3-16,-1-1-2 0,2-3-2 0,0 3 0 15,-2-5 2-15,-1 6 4 0,1 1-2 0,2 0-1 16,-4-1-1-16,0-1 1 0,3 1-1 0,-3-1-3 16,1 1 2-16,2-5-2 0,-2-1 1 15,3 5 2-15,0-3-4 0,2-4 3 0,-2 2-2 0,0 1 3 16,2 5-1-16,-2-5 2 0,3-3 1 0,-3 0-6 15,0 3 1-15,0-2 1 0,0 1 1 0,0-1 3 16,0-2-6-16,0 0 1 0,0 2 1 16,-3-1 1-16,2-1-1 0,-2 1 0 0,1 2-2 0,-2-2 7 15,-1 1-3-15,4-1 4 0,-2-1-2 0,1 1-1 16,1 1-2-16,-1-1 5 0,2 2 0 0,-4 0-3 16,3-1-1-16,1 1 2 0,0-2 1 0,0-2-3 15,3 2 0-15,-1-2 6 0,0 0-7 0,0-2 0 16,-1-1 8-16,1-1-4 0,0 2-2 0,-1-1-2 15,3-1 1-15,-1-1 0 0,-1 1-2 0,1 0 1 16,-2-2 1-16,3 0-1 0,-2-1 2 0,-2 0-1 16,2-2 0-16,-2-6-4 0,1 14 1 0,-1-7-1 15,0-7 2-15,-1 11-5 0,-1-5 0 0,2-6 2 16,0 10-3-16,0-10-2 0,-6 8 6 16,6-8-3-16,-3 7-10 0,3-7-18 0,-3 7 8 0</inkml:trace>
  <inkml:trace contextRef="#ctx0" brushRef="#br0" timeOffset="-49613.54">23954 6847 11 0,'-3'25'11'16,"1"-1"0"-16,1 2-1 0,-4-1-2 0,1 1-2 15,-1-2 3-15,0 3-2 0,2-2 1 0,-2 1-2 16,1 1 4-16,-1 2-2 0,0-1-5 0,0 3 4 15,1-2-3-15,-1 2 3 0,0-2-5 0,-2 0 2 16,2-1 0-16,1-1 2 0,0 2-4 0,2 1 1 0,-1-3 0 16,1-2 1-16,-1 2 4 0,2 0-5 15,0-1 2-15,1-1-4 0,-3 2 1 0,3-1 0 16,-2-1 2-16,2 2 2 0,0-1 0 0,2 1-3 16,-2-4 3-16,-2 4-4 0,2-3 0 0,0 2-2 15,3 0 1-15,-3 1 2 0,3-3-3 0,-1 3 1 0,0-1-1 16,-1-2 1-16,0-5 2 0,3 8-4 0,-1-8 4 15,-2 1-2-15,3 4 5 0,-1-5-3 16,0 7 3-16,1-8-6 0,1 9 2 0,-2-8 2 16,1 4 3-16,-2 1-2 0,-2-5 0 0,1 6 6 15,-1 0-3-15,0-6-3 0,-1 6 6 0,-1 2-5 16,-1-2 1-16,-1 0-5 0,-1 3 2 0,0-5-2 16,3 5 2-16,-2 0 1 0,0-2-2 0,-1 1 2 0,1-1-3 15,1 0 4-15,1-1 1 0,0-5-3 16,-1 6-2-16,0-6-1 0,1 5 1 0,2-6 2 0,-2 1-5 15,2-2 2-15,-2-2-2 0,2 0 1 0,1 0-3 16,-1-3 6-16,0 1-3 0,0 2-2 16,-1-3 12-16,1-1-13 0,0-1 5 0,-4 5-4 15,1-5 4-15,1 1 2 0,-3-2-3 0,-2 1-3 16,1 3 4-16,-2-4-2 0,-1 0 2 0,0-2 1 0,0 1-6 16,0-1 3-16,-5 1 2 0,-1 0-4 0,-5-1 0 15,-9-1 2-15,0 3 0 0,-5 1-3 0,-5-3 3 16,-14 6 3-16,-1-4-2 0,-6-2-1 15,-2 0-1-15,0-1 1 0,-2 4-1 0,1-5 3 16,1 0 0-16,-5 2-1 0,-22 3 2 0,26-3-2 0,-2 0-1 16,1 2-2-16,1-3 0 0,3 3-11 0,-2-1 1 15,4 3-13-15,6 0-29 0,1 0-58 0,15-2 26 16</inkml:trace>
  <inkml:trace contextRef="#ctx0" brushRef="#br0" timeOffset="-48359.79">24896 6974 9 0,'3'37'8'0,"0"9"-1"0,0-10 2 16,2 9-1-16,-2-9 3 0,-1-2-2 0,1 13-3 15,-1-13 3-15,0 2-1 0,-1 9-2 0,-1-9 2 16,0-1-2-16,-1-2 2 0,-1 13-4 0,0-11 4 16,-1 11 2-16,1-11-4 0,-1 1-1 0,-2 10 2 15,1-13-9-15,-2 3 2 0,-3 9 2 0,-2 0-3 16,2-11-1-16,-2 0-7 0,-2 0 4 0,3-2-3 15,-3 1-4-15,3-3 4 0,-3 1 1 0,3-1 2 16,3-4 0-16,-1 0 0 0,3-1-1 0,4-8 5 16,-1 1-2-16,2-2-4 0,0 2 6 0,2-7-2 15,0 3-1-15,-1-4 0 0,3 1-6 0,1 0-10 16,-2-2 5-16</inkml:trace>
  <inkml:trace contextRef="#ctx0" brushRef="#br0" timeOffset="-35669.36">20068 7631 25 0,'0'0'31'0,"0"0"-6"0,-3-6 3 0,3 6-12 15,0 0 2-15,0 0-3 0,0 0 5 0,0 0-10 0,0 0 1 16,0 0-2-16,0 0 2 0,0 0-8 0,0 0 5 16,0 0-3-16,0 0-3 0,0 0 0 0,4-13-2 15,-4 13 4-15,0-9-2 0,0 9 6 16,0-10-4-16,0 10 1 0,0 0 6 0,-4-11-1 0,4 11-2 16,-4-9-4-16,4 9 0 0,-3-9 6 0,3 9 1 15,-6-7 1-15,6 7-4 0,-3-6-1 0,3 6-5 16,-4-4 4-16,4 4-3 0,0 0 5 0,-7-6-3 15,7 6-2-15,0 0 5 0,-6-3-2 0,6 3-4 16,0 0 1-16,0 0 1 0,0 0-2 16,0 0-1-16,0 0 1 0,0 0-2 0,0 0 3 0,0 0-2 15,0 0-7-15,0 0 1 0,0 0 4 0,-12 4-5 16,12-4-5-16,0 0-3 0,0 0 1 0,0 0 0 16,0 0-15-16,0 0 5 0,0 0 0 0,0 0 7 15,0 0-8-15,0 0 8 0,0 0 0 0,0 0 7 16,0 0-5-16,0 0-14 0,0 0-31 0,0 0 14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3T09:50:03.1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11592 9393 21 0,'-63'3'55'0,"0"-2"-9"16,5-1 2-16,6 6-1 0,12-4-3 16,1 2-4-16,6-1-3 0,-1-2 3 0,3 3-11 0,6 3 6 15,6-3-9-15,0-3-7 0,6 3 7 0,13-4-7 16,-19 6 0-16,19-6 4 0,0 0-12 0,0 0 0 16,0 0-8-16,0 0 11 0,0 0-117 0,0 0-110 15,0 0 49-15</inkml:trace>
  <inkml:trace contextRef="#ctx0" brushRef="#br0" timeOffset="48467.45">17600 13750 8 0,'0'0'104'0,"0"0"-11"0,0 0-6 0,0 0-2 15,2-9 1-15,-2 9-11 0,0 0-8 0,0 0 0 16,0 0-4-16,0 0-5 0,0 0 0 0,0 0-3 16,0 0-2-16,0 0-7 0,0 0-1 0,0 0 1 15,0 0-7-15,0 0 0 0,0 0-8 0,0 0 0 16,0 0-3-16,0 0 4 0,0 0-8 0,0 0-4 15,0 0-3-15,0 0-2 0,0 0 5 0,0 0 1 0,0 0-7 16,0 0 0-16,0 0-1 0,0 0 0 16,0 0-3-16,0 0 4 0,0 0 5 0,0 0 2 15,0 0-2-15,0 0-4 0,7 21-3 0,-7-21 4 16,1 6-4-16,-1-6 5 0,1 7-3 0,-1-7 0 0,2 11 2 16,0-7 1-16,-2-4-2 0,2 9-4 0,-2-9-1 15,0 0-5-15,0 10 3 0,0-10 0 0,1 8 1 16,-1-8-3-16,1 9-2 0,-1-9-1 15,1 5 3-15,-1-5-4 0,0 0 2 0,0 9-4 0,0-9 5 16,0 0-2-16,0 0 1 0,3 7-4 0,-3-7-4 16,0 0 4-16,0 0 0 0,0 0 3 0,0 0-7 15,0 0 6-15,0 0 1 0,0 0 4 0,0 0-4 16,0 0 0-16,0 0-6 0,0 0 6 0,0 0-11 16,0 7 8-16,0-7 4 0,0 0-6 0,0 0 2 15,0 0 0-15,9 1-2 0,-9-1 4 0,0 0-1 16,9 4 1-16,-9-4 2 0,7 1 0 0,-7-1 1 15,9-1-4-15,-9 1 1 0,18-4-3 0,-6 2 1 16,6-2 7-16,0-5 0 0,10 0 3 0,2 0-19 16,1-2-17-16,5-5-20 0,11-4-36 0,3 0-36 15,0-5-141-15,0-2-282 0,1 1 125 0</inkml:trace>
  <inkml:trace contextRef="#ctx0" brushRef="#br0" timeOffset="51550.47">3569 13247 103 0,'-9'-4'148'0,"-1"0"-2"15,2 0-5-15,-1-1-1 0,4 1-3 16,-3 1-4-16,2-1-8 0,0-1 1 0,0 2 2 15,6 3-9-15,-6-6-10 0,6 6-8 0,-7-5-14 16,7 5-6-16,-6-3-6 0,6 3-12 0,0 0-6 16,0 0-4-16,-6-3-8 0,6 3-8 0,0 0-2 15,0 0-8-15,0 0 0 0,0 0-7 0,0 0-3 0,0 0-4 16,0 0-3-16,0 0-5 0,0 0 4 16,0 0 2-16,19-5-5 0,-6 6-1 0,9-1 3 15,7 2-4-15,4 1 5 0,2 0-6 0,1-3 4 16,1 1-1-16,-2 1-3 0,4 0 0 0,-5-2-3 15,-1 2 3-15,1-2-1 0,-2 0 1 0,-4 0 1 16,1 3-5-16,0-4 1 0,0 3 5 0,-10-3-3 16,4 2-2-16,-5 1 1 0,0-1-1 0,-2 1-6 15,-3-2 10-15,-3 2-9 0,3-2 0 0,-4 1 3 16,4-1 1-16,-6 0-1 0,-7 0 1 0,15 1 1 16,-9-1-3-16,1 3-1 0,-7-3-20 0,13 1-8 15,-6 0-6-15,-7-1-26 0,12 0-17 0,-12 0-18 16,9 4-16-16,-9-4-9 0,11 1-3 0,-11-1-13 15,11 2 1-15,-11-2-94 0,7 0-251 0,-7 0 112 16</inkml:trace>
  <inkml:trace contextRef="#ctx0" brushRef="#br0" timeOffset="51936.51">3914 12950 68 0,'-10'-7'190'0,"0"3"-5"0,2-2-4 16,3 3-7-16,0 0-10 0,5 3-11 0,-9-8-15 16,9 8-14-16,-8-5-20 0,8 5-11 0,-5-3-11 15,5 3-11-15,0 0-11 0,0 0-8 0,0 0-5 16,0 0-4-16,0 0-2 0,0 0-7 0,29 10 0 15,-8-3-4-15,-2 0-5 0,9 3 1 0,3 0-7 16,1 1-2-16,0 2-10 0,0-2-13 0,0 2 6 16,-3-4-10-16,-1 1 6 0,2-1-2 0,-4 3 1 15,-5-6 2-15,-2 3 0 0,0-2-4 0,-1 3-3 16,-3-3 0-16,1 6 2 0,-6 0 2 0,-1 1 0 16,-4 1 0-16,0 3 3 0,-9 7-3 0,-3 3-2 15,-5 0 10-15,-10 15-4 0,-7 1-5 0,-6 4 3 16,-25 18-8-16,-2-1-2 0,-2 1-27 0,-7 0-19 15,1 1-39-15,0 5-35 0,1-1-19 0,1-1-103 16,2-5-276-16,1-7 122 0</inkml:trace>
  <inkml:trace contextRef="#ctx0" brushRef="#br0" timeOffset="54083.91">18892 12565 69 0,'0'0'114'16,"0"0"1"-16,-5-3-19 0,5 3-5 0,0 0-11 15,0 0-6-15,0 0-11 0,0 0-7 0,0 0-2 16,0 0-2-16,0 0-7 0,0 0-3 0,0 0-12 15,0 0 1-15,0 0-9 0,0 0 1 0,0 0 1 16,24 9-5-16,-19-5 0 0,3-1-3 0,1 1-5 16,-1 1 1-16,-2 2-7 0,2 0-5 0,-2 3 11 15,-2-2-6-15,-2 3 4 0,1 2-2 0,-3 2 5 0,1 3-3 16,-5 6-3-16,-3 2-5 0,-3 1-2 16,-1 2 12-16,0 0-22 0,-3 4 18 0,0-1-7 15,-2-1-1-15,0 12 6 0,-1 2-8 0,5-14 2 16,0 2-1-16,0-1 5 0,2 3-4 0,-3-2 2 0,4 2 7 15,-1-2-7-15,3 2-1 0,-3-2 5 0,4-2-5 16,2 1 1-16,2-4 2 0,0 1-5 16,4-1 0-16,1-2 2 0,3 3-1 0,0-3-4 15,-1 3 1-15,7-3 4 0,-5 3-3 0,1-1 1 16,0-1 9-16,1 4-1 0,-2-3-4 0,-2 3-7 0,1-2 10 16,-3 2-3-16,2-4-10 0,-2-1 10 15,-1 1-1-15,-3 1-3 0,0-2 5 0,-4 2 4 16,-1-2-6-16,-2-1 7 0,-5 0-6 0,-1 1 6 15,1-1-8-15,-5 1 1 0,-3 0-16 0,0-1 5 0,-1 0 3 16,3-5-26-16,-3 1-14 0,-2 0-35 0,0-1-19 16,-3 2-62-16,0-5-176 0,2-2 79 15</inkml:trace>
  <inkml:trace contextRef="#ctx0" brushRef="#br0" timeOffset="81355.58">12033 14962 47 0,'0'0'42'0,"0"0"-21"0,0 0-6 0,0 0-15 16,0 0-13-16,0 0-6 0,0 0-20 0,0 0 8 16</inkml:trace>
  <inkml:trace contextRef="#ctx0" brushRef="#br0" timeOffset="81852.21">12454 14997 19 0,'0'0'26'0,"0"0"-15"0,0 0-8 16,0 0-14-16,0 0-9 0,0 0 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04:28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6820 4892 5 0,'0'0'7'0,"0"0"0"16,0 0-2-16,0 0-5 0,0 0 6 0,0 0 0 15,0 0-5-15,0 0 1 0,0 0 3 0,0 0-2 16,0 0-1-16,0 0 0 0,0 0 3 0,0 0-1 15,0 0-2-15,26 7-3 0,-19-4-3 0,0-3 3 16,-7 0-1-16,15 0 4 0,-8 2 1 0,4-2 2 16,-2 0 1-16,1 0-4 0,2 1 0 0,-2 0-1 15,3-1-1-15,0 2 6 0,-2-1-6 0,7 0 5 16,-5 0-2-16,5 1-5 0,-2-1 4 0,2 0 0 16,-3-1 4-16,-2 3-3 0,0-3-1 0,1 0-2 15,-2 2 2-15,-1-1-1 0,-1 1 1 0,2 0 1 16,-1 0-1-16,-1 1-4 0,-2-2 3 0,2 1 1 15,-2-1 4-15,-2 0 2 0,2 1-7 0,1-1 0 16,-9-1-2-16,17 0 5 0,-10 0 1 0,2 1-1 16,2 0 0-16,-4-1-3 0,1 1-3 0,-8-1 2 15,16 1 0-15,-8-1 2 0,4 1-2 0,-2 1 0 16,0-1 6-16,1-1-6 0,1 1 5 0,0-1-2 16,0 2-5-16,0-2 8 0,6 1-1 0,-5-1-3 15,2 1-6-15,-4-1 3 0,8 1 3 0,-6-1-2 16,3 0-2-16,-4 1 2 0,1-1 3 0,1 1-4 15,-2 1 1-15,0-1-2 0,0-1 2 0,0 2 0 16,0-2 5-16,0 1-9 0,2 0 4 0,-1-1 4 16,1 2-4-16,2-1 6 0,3 1-6 0,-2-2-1 15,1 0 5-15,-1 0 1 0,-2-2-9 0,2 2 3 16,2 0-2-16,-1 0-3 0,-6 0 7 0,8 2 0 16,-4-5-3-16,3 4 3 0,1-2 1 0,0 1 1 15,-1-2 0-15,-1 1-1 0,0 0-7 0,-1 1-1 16,-2-2 9-16,2 2-3 0,-3 0 3 0,0-1-3 15,4 1-1-15,-8 0 4 0,2-2-2 0,1 2-6 16,-2 0 7-16,3-1-3 0,-2 1 3 0,2 0-1 16,3 1-1-16,-3-1-2 0,3 2 6 0,1-4-7 15,-7 4 8-15,3-4 1 0,2 4-3 0,-3-4-5 16,2 2-4-16,2-1 9 0,-4 0 0 0,5 1-5 16,0 0 4-16,0 0-3 0,-3 0-3 0,4 0 3 15,-1 0 2-15,0 0 1 0,1-1 0 0,-1 2-3 16,0-1 2-16,3 0-4 0,-5 0 4 0,2 1 3 15,-1-2-9-15,1 2 4 0,-4-1 3 0,0 0-1 16,0 0 3-16,2 0-4 0,4-1-1 0,-6 1 7 16,2-1-6-16,3 0 0 0,-2 0 1 0,1 1-2 15,-1-3 1-15,1 4 1 0,-3-1 0 0,0-2-1 16,-1 0-2-16,-1 2 4 0,0 0 3 0,-2-2-4 16,0 1-4-16,0 0 3 0,-1 0 3 0,1-2-3 15,-1 1 1-15,-1 0 0 0,-2 1 3 0,1-2 3 16,-8 3-6-16,17-3-3 0,-10 2 4 0,1-1-5 15,2 2 6-15,-2-1 0 0,2-1-3 16,-1 2-3-16,-1-2 9 0,2 1-8 0,1 0 4 0,-4 0 1 16,-7 1-6-16,16 0 10 0,-4-2-7 0,-2 1-8 15,0 0 6-15,3 0 4 0,-1-2-4 0,0 0 2 16,0 3 6-16,1-1-11 0,-3 1 7 0,1-2 2 16,-2 2 0-16,3-2-7 0,-12 2 7 0,17-1 2 15,-11 1-9-15,-6 0 2 0,14 0 7 16,-6 0-4-16,1 0 0 0,-9 0-1 0,15 1-4 0,-9-1 5 15,2 0-2-15,1 2 4 0,0-2 1 0,-9 0-1 16,19 0-7-16,-10 0 3 0,1 0 3 0,0 0-5 16,2-2 10-16,-2 2-6 0,3-1-1 15,-2 1 4-15,0 0 7 0,1-1-5 0,-1 1 1 0,-2-2-8 16,2 2 9-16,-3-1-1 0,3 0-4 0,1 1 1 16,-2-2-2-16,-1 1 0 0,2 1 2 0,-11 0 0 15,15-1 5-15,-10-1-5 0,-5 2 3 0,15 0-2 16,-7 0 1-16,-8 0-1 0,14-2-8 15,-7 2 2-15,-7 0 8 0,13 0-6 0,-13 0-1 0,10-1 1 16,-10 1-3-16,9 0 4 0,-9 0-3 0,12 0 10 16,-12 0-6-16,15 0 8 0,-7 0-7 0,-8 0-2 15,18 0-1-15,-11 0 4 0,4 0 2 0,0 0-3 16,-1 0-4-16,-2 0 8 0,-8 0 1 0,15-3-9 16,-7 3 7-16,2-1-5 0,2 0 2 0,-5-1 2 15,4 2-8-15,-1-2 6 0,-3 2-7 0,-7 0 2 16,15-3-4-16,-9 3-1 0,-6 0-8 0,11-1-23 15,-11 1-38-15,8 1-79 0,-8-1 35 0</inkml:trace>
  <inkml:trace contextRef="#ctx0" brushRef="#br0" timeOffset="28785.93">9587 4896 2 0,'0'0'9'0,"0"0"4"16,-2-8 1-16,2 8-3 0,0 0-1 16,0 0-7-16,-2-8 3 0,2 8-3 0,0 0 8 15,0 0-3-15,0 0-2 0,-1-7-4 0,1 7-2 16,0 0 9-16,0 0-9 0,0 0 9 0,0 0 1 0,0 0-7 15,0 0 5-15,3-10-5 0,-3 10 1 0,0 0 1 16,0 0 0-16,0 0-2 0,0 0-3 0,0 0-2 16,0 0 1-16,0 0 1 0,11 0 3 15,-11 0-3-15,0 0 0 0,0 0 1 0,12 3-1 16,-12-3 9-16,10 3-5 0,-3-2-3 0,4 1 1 16,-4-1-1-16,4 1-2 0,3 1 4 0,2-1 0 0,3 0-2 15,2 1 3-15,-2-1-2 0,3-1 1 16,-1 2-5-16,1-2 8 0,5 2-4 0,-4-2-7 15,4 0 6-15,-7 1-8 0,0 0 12 0,1-1-4 16,7 1-7-16,-6-1 5 0,-1-1 0 0,-2 3-4 16,2-3 1-16,-3 2 2 0,0-2-2 0,0 3 2 15,-4-2-2-15,-1 0 5 0,1 2-4 0,0-1 6 0,-2-2-6 16,5 1 0-16,-4-1 3 0,3 2 0 16,-4-1 1-16,4 0-4 0,0 2 4 0,0-1-3 15,-2-1 1-15,4 0-2 0,1 0 0 0,-3 0 2 16,3 0 3-16,-1 2 2 0,0-2-2 0,0 0-4 15,0-1 2-15,2 1 4 0,-2-2 0 0,3 1-3 16,-3 0-3-16,-2 0 2 0,3 0-1 0,1 0 0 16,-2 0 0-16,1 0 0 0,-3-1 2 0,2 1-3 15,-5 0 2-15,6 0-2 0,-7-1 4 0,2 1-4 16,-3 0 1-16,2 0 3 0,0 0-3 0,1 0-1 16,0 1 2-16,-1-1-1 0,-2 0 2 0,7 1-3 15,0-1 8-15,-4 0-6 0,6 0 6 0,-3 0-3 16,1 0 0-16,4-1 5 0,-3 1-5 0,3 1 2 15,-2-1-2-15,1 0 0 0,-1 0 2 0,-1 0-2 16,3-1 3-16,-2 2-1 0,2 0-5 0,-1-1 4 16,5 1-2-16,2 0 3 0,-8 1 2 0,0-1 0 15,-1 0 0-15,2-1-1 0,-1 3-4 0,1-3-3 16,0 0 6-16,-4 1 0 0,2 0-1 0,-2-1-3 16,2 0-3-16,-1 0 4 0,-2-1 2 0,2 0-4 15,-1 1 11-15,1 1-7 0,0-2-6 0,0 0-1 16,-2-1 2-16,6 1 5 0,-8 0-8 0,-3 1 4 15,2 0 1-15,3-2 2 0,-1 2-4 0,3 0 7 16,-5-1-11-16,-2 2 3 0,-1-1-4 0,1 0-10 16,-4 0-1-16,-7 0-23 0,18 0-43 0,-13 2 19 15</inkml:trace>
  <inkml:trace contextRef="#ctx0" brushRef="#br0" timeOffset="29445.12">11445 4866 20 0,'39'2'31'0,"-18"-1"-9"0,0-1 3 16,9 0 5-16,-1-1-4 0,1 2-1 0,4 0-5 15,1-1-1-15,2-1-1 0,-1 1 3 0,1 0-3 16,-1 0-2-16,4 0-6 0,-2 0 6 0,2 0-4 15,11 1 1-15,-12-1 1 0,0 0-7 0,0 0 1 0,1-1-8 16,-2 1 5-16,1 0 9 0,0 0-7 16,1-1-7-16,-3 1 7 0,3-2-6 0,12 2 15 15,-14 0-18-15,16 0 5 0,-2-2 0 0,-1 1 0 16,-12 1-2-16,0 0 0 0,0 0-1 0,0-2 3 16,1 4 2-16,-2-4-4 0,-4 2 0 0,-3 0 1 15,1 0-2-15,-1 0 1 0,-4-1 1 0,-4 2 4 16,-6-1-9-16,2 2 12 0,-4-2-10 0,-1 0-3 15,-1 0 5-15,1 0 3 0,-3 0-3 0,-2 0-3 16,3 0 2-16,-4 0 0 0,3 0 5 0,-11 0-5 16,14 0 0-16,-14 0 0 0,11 0 12 0,-11 0-14 15,9 0 4-15,-9 0 0 0,9 0-13 0,-9 0-6 16,9-2-8-16,-9 2-7 0,0 0-33 0,0 0-71 16,9-2 31-16</inkml:trace>
  <inkml:trace contextRef="#ctx0" brushRef="#br0" timeOffset="30874.17">13084 4823 6 0,'0'0'27'0,"0"0"-13"0,0 0 2 15,0 0 1-15,0 0-5 0,0 0 5 16,0 0-8-16,25 2 6 0,-16-2-2 0,4-1-2 16,7 1 19-16,-2 0-9 0,4 0-6 0,5-3-2 15,0 2 3-15,3 2 5 0,1-1-4 0,0 0-1 16,3-2-1-16,-2 2 1 0,3-2-1 0,-1 2 0 16,3-2-1-16,-2 0 0 0,-1 0 1 0,2 2 1 0,-3-1-1 15,3 0 0-15,0 2-5 0,1-3 0 16,-4 2 4-16,-1 0-6 0,4 0 2 0,-7 1-1 15,2 0 2-15,-4 0-4 0,2 1-2 0,-11-1 4 16,5 2-1-16,-3-1 5 0,0 0-5 0,-2 1-5 16,2 0 3-16,-2-2 4 0,3 1-2 0,1 0-5 15,-2-2 5-15,3 2 5 0,6-2-5 0,-8 2 7 0,6-1-6 16,1-2 9-16,-6 2-18 0,5-2 11 16,1 2-7-16,-6 0 6 0,5-1-4 0,-5 0-7 15,5 0 10-15,-6 0-1 0,-1 1-3 0,0-1 2 16,1 2-1-16,-2 0-4 0,2-1-4 0,-3 1 8 15,1-1 1-15,-2 1-1 0,0-1-4 0,-3-1 1 16,1-1 3-16,-1 1-1 0,-3 0 6 0,0 0-2 16,1 0 2-16,-1 0 2 0,1-2-5 0,-3 2-4 15,1 0 5-15,-10 0 5 0,17-1-11 0,-11 1 3 16,5 0 3-16,-11 0-7 0,12-2 5 0,-12 2-6 16,12 0 10-16,-12 0-5 0,8-1-8 0,-8 1 4 15,0 0-2-15,0 0-2 0,9 0 4 0,-9 0-11 16,0 0-19-16,0 0-8 0,6 3-18 0,-6-3-24 15,0 0-39-15,0 0-126 0,0 0 56 0</inkml:trace>
  <inkml:trace contextRef="#ctx0" brushRef="#br0" timeOffset="32353.01">14843 4847 1 0,'22'8'41'0,"-13"-7"6"16,2 0 4-16,3 1-12 0,4-1-3 0,4 0-2 15,9 1 4-15,1-1-6 0,4 1 1 0,3 0-8 16,1-2 5-16,12 1-7 0,-14 0 3 0,16-1-7 16,-4 3-4-16,-12 1 0 0,13-4 4 15,-12 2 0-15,13 1-5 0,0 0 4 0,-1-1 8 0,-12 2-15 16,1-2 2-16,-2 1-5 0,16 0 9 15,-6-1-2-15,-8 1 1 0,-3-3-7 0,3 2-4 16,12 0-1-16,-15-2 6 0,15 1-1 0,1 1-3 0,-14 0-2 16,14 0 1-16,-2-1 1 0,0 1-3 0,3 0 6 15,-2-1-5-15,-11 1-5 0,-1-1 7 16,-1 2-1-16,12-3 3 0,-15 1-4 0,0 1 0 0,-1-1-1 16,-1 0 7-16,-2-1-5 0,-1 1-8 0,-11 0 9 15,3 0-5-15,-1-1 5 0,-4 2 3 0,2 0-4 16,-3-2-1-16,-3 0 6 0,-1 1 3 0,-1-1 3 15,0 0 2-15,-2 1 4 0,-1-2-3 0,-9 1-1 16,15-1 4-16,-8 1-4 0,2-1 5 16,-9 1-7-16,14-1 1 0,-8-2 1 0,6 3-14 15,-5-1 9-15,-7 1-5 0,14-1 8 0,-5-1-7 16,-2 0 10-16,0 1-3 0,-7 1-3 0,14-3 2 0,-6 2-1 16,-2-1 1-16,-6 2 2 0,10-1-14 15,-10 1 14-15,12-2-9 0,-12 2 8 0,12 0-10 0,-5-2 3 16,2 2 2-16,-9 0 5 0,17-2-4 15,-7 1-2-15,-1 1-2 0,1-2-2 0,-1 1-1 16,4 0 2-16,-1 1-5 0,0-3 0 0,1 3 3 0,-1-1 0 16,7 0 7-16,1-1-13 0,-3 2 2 0,3 0-13 15,-1 0 8-15,-1 0 4 0,3 0 2 0,-4 0-1 16,0 0 1-16,4-1 1 0,-5 1-3 16,3-2 6-16,-2 2-5 0,2 0 0 0,-1 2 4 15,3-4-1-15,0 4-6 0,1-2 0 0,0 0 0 0,0 1 8 16,6-1-3-16,-7 0 0 0,0 2-3 0,6-2 7 15,1 1 1-15,-9 0-8 0,2 2 10 0,0-2-10 16,0 0 6-16,0 1-12 0,0-1-3 0,-1 0 11 16,-2 0 1-16,3 1-7 0,-1-2 6 0,-3 2 2 15,2-1-8-15,-6 1-2 0,2-2 12 0,-2 1-6 16,-1 0 8-16,1-1-5 0,-1 2 1 0,-1-1-1 16,1 1-2-16,-1-2-3 0,1 1 3 0,1-1-2 15,1 0-3-15,-2 1 3 0,6-1-3 0,-4 0 5 16,4 1 1-16,-2-1 0 0,1 0-6 0,0 0 5 15,-4 0 0-15,0 1-2 0,-1-1 5 16,0 1-3-16,1-2 2 0,-1 2 3 0,1-2-7 0,5 2 4 16,-1 1-9-16,1-2 8 0,1 0 3 0,-1 0-12 15,1 1 10-15,-1 0-2 0,0-1-5 0,-3 0 3 16,3 0-3-16,0 1 7 0,-2-1-2 0,3 0 3 16,-2 0-2-16,-4-1-5 0,0 2 4 15,1-1-1-15,-1 1 2 0,1-1 5 0,0-1-3 0,2 3 10 16,2-2-17-16,-4 0 1 0,4 0-6 15,3 1 7-15,-5 1 2 0,-2-2-3 0,4 0-3 0,0 0 6 16,-1 1-3-16,1 0-1 0,-1 2 0 0,-4-3 4 16,0 1-4-16,1 0 5 0,-1-1-4 0,5 1 5 15,-2 2-1-15,0-3 0 0,-1 1-5 0,-1-1 8 16,-1 2 5-16,0-1 1 0,-1 2-11 0,0-2 4 16,1 1-2-16,-2-2-2 0,2 2-3 0,0-1 11 15,1 0-2-15,0 0 3 0,1 1 4 0,-1-2-4 16,0 0 6-16,0 1 1 0,-1-1-5 0,1 1 0 15,0 0 1-15,3-1-3 0,-3 1-1 0,4 0-2 16,-1 0 3-16,3 2-4 0,-7-3 5 16,6 1-2-16,0-1-4 0,-2 2 4 0,-1-2-8 0,2 3 3 15,0-2-5-15,-3-1 2 0,5 3 0 0,-3-2 4 16,-1-1-8-16,-1 0 13 0,-2 0-7 0,1 0-3 16,0 0 9-16,0 0-6 0,4 0 0 15,-5 2 3-15,2-4-10 0,2 1 4 0,1 1 5 0,-2 1-4 16,-2-2 3-16,-1 0-4 0,1 1 10 0,3 0-5 15,-2-2-7-15,-2 2 2 0,2 0 2 16,-2 0-6-16,2 0 9 0,-3 0-2 0,3 0 2 0,-3-1-1 16,2 1 4-16,0-1-1 0,-1 1 3 0,-2-2 0 15,1 2 7-15,-1 0-1 0,-1 0 0 0,0-2-1 16,-2 1-2-16,-8 1 2 0,18-1-4 0,-9 1-3 16,1 1 1-16,-10-1 0 0,16-1-2 0,-11-1 3 15,-5 2-5-15,11 0 1 0,-11 0-2 0,8-1 2 16,-8 1-2-16,0 0 1 0,9-1-1 15,-9 1 1-15,0 0-5 0,0 0 5 0,0 0-2 0,0 0 2 16,10 0 1-16,-10 0 3 0,0 0-7 0,0 0 2 16,0 0-6-16,0 0 9 0,0 0-2 0,0 0-3 15,0 0 4-15,0 0-3 0,0 0 5 0,0 0-2 16,0 0-4-16,0 0 2 0,0 0 3 16,0 0-7-16,0 0-13 0,0 0-23 0,0 0-30 0,0 0-26 15,0 0-21-15,0 0-27 0,0 0-106 0,0 0-267 16,0 0 118-16</inkml:trace>
  <inkml:trace contextRef="#ctx0" brushRef="#br0" timeOffset="47571.18">21669 7206 8 0,'0'0'5'0,"17"0"-2"0,-7 0-6 0,3-1 6 0,-2 1-3 16,7 0-3-16,-5-2 1 0,5 2-1 0,-2 2-1 16,2-2 1-16</inkml:trace>
  <inkml:trace contextRef="#ctx0" brushRef="#br0" timeOffset="95813.06">23016 7832 2 0,'0'0'5'0,"15"1"-1"0,-15-1 0 0,12 2-5 15,-6-1 2-15,-6-1-4 0,14 0 2 0,-6 0-2 16,0 1 0-16,1 0 1 0,-9-1 0 0</inkml:trace>
  <inkml:trace contextRef="#ctx0" brushRef="#br0" timeOffset="96061.03">23265 7843 4 0,'0'0'11'0,"0"0"11"0,0 0-7 0,0 0-1 0,0 0 3 16,0 0-2-16,5-6-7 0,-5 6 4 0,0 0-4 16,0 0 1-16,0 0-4 0,0 0 0 15,0 0-4-15,0 0-1 0,0 0-3 0,0 0-5 0,0 0-15 16,0 0-24-16,0 0 11 0</inkml:trace>
  <inkml:trace contextRef="#ctx0" brushRef="#br0" timeOffset="105257.48">23614 7128 4 0,'0'0'2'0,"0"0"6"0,0 0 0 16,0 0 1-16,0 0-1 0,0 0-5 0,0 0 2 15,0 0-2-15,0 0 6 0,0 0-4 0,0 0 2 16,0 0-5-16,0 0-1 0,0 0 2 0,0 0 3 16,0 0-5-16,0 0 2 0,0 0-3 0,0 0 3 15,0 0-1-15,0 0-2 0,0 0 4 0,0 0-6 16,0 0 3-16,0 0-2 0,0 0 5 0,0 0-5 16,0 0 2-16,0 0-4 0,0 0 4 0,0 0 2 15,0 0-7-15,0 0 4 0,0 0 0 0,0 0 3 16,0 0-3-16,0 0 0 0,0 0 0 0,0 0 3 15,0 0-9-15,0 0 8 0,0 0 0 0,0 0-2 16,0 0-1-16,0 0-1 0,0 0 4 0,0 0 1 16,0 0-2-16,0 0-5 0,0 0 4 0,0 0-5 0,0 0 4 15,0 0 4-15,0 0-1 0,0 0 2 16,0 0-13-16,0 0 9 0,0 0-1 0,0 0 3 0,0 0 1 16,0 0-9-16,0 0 8 0,0 0-3 15,0 0 5-15,0 0-7 0,0 0 4 0,0 0 1 0,0 0-5 16,0 0 2-16,0 0 1 0,0 0 0 0,0 0-16 15,0 0 18-15,0 0-16 0,0 0-13 0,0 0 7 16</inkml:trace>
  <inkml:trace contextRef="#ctx0" brushRef="#br0" timeOffset="110551.04">9564 15611 2 0,'0'0'29'0,"0"0"-2"16,0 0-8-16,0 0 5 0,0 0-7 16,0 0 3-16,0 0-5 0,0 0 0 0,0 0 0 0,0 0 1 15,0 0 0-15,0 0-5 0,0 0-3 0,0 0-1 16,0 0 3-16,0 0 6 0,0 0-3 0,0 0-1 16,0 0-6-16,0 0 3 0,0 0-4 15,0 0-2-15,0 0 4 0,0 0-3 0,0 0 2 16,0 0-3-16,0 0 1 0,12-3 0 0,-12 3 0 0,0 0-9 15,0 0 8-15,0 0-2 0,0 0-3 0,0 0 8 16,0 0-7-16,0 0-1 0,0 0 3 0,0 0-5 16,0 0 7-16,0 0-2 0,0 0 2 0,0 0-3 15,0 0 1-15,0 0 1 0,0 0-4 16,0 0 1-16,7 3 1 0,-7-3 3 0,0 0-3 16,0 0 3-16,0 0 0 0,0 0-4 0,0 0-3 0,0 0 3 15,0 0 2-15,0 0-2 0,0 0-7 0,0 0 1 16,5 2 9-16,-5-2 1 0,0 0-6 0,0 0 5 15,0 0-7-15,0 0 2 0,0 0-6 0,8 3 6 16,-8-3 0-16,0 0-4 0,0 0-1 0,0 0 1 16,0 0-9-16,0 0 7 0,0 0-2 0,0 0-7 15,0 0-2-15,9 0-18 0,-9 0-40 0,0 0 18 16</inkml:trace>
  <inkml:trace contextRef="#ctx0" brushRef="#br0" timeOffset="110992.22">9595 15428 1 0,'0'0'39'0,"0"0"-3"0,0 0 0 16,0 0-6-16,0 0 2 0,0 0-12 0,0 0-1 15,0 0-4-15,0 0-4 0,0 0-11 0,0 0-10 16,0 0-29-16,0 0-41 0,0 0 19 0</inkml:trace>
  <inkml:trace contextRef="#ctx0" brushRef="#br0" timeOffset="145045.27">14503 4818 4 0,'63'3'1'0,"0"1"2"15,-5-2-5-15,1 2-1 0</inkml:trace>
  <inkml:trace contextRef="#ctx0" brushRef="#br0" timeOffset="149227.91">5485 5489 2 0,'0'0'15'0,"0"0"-4"16,0 0 6-16,0 0 1 0,0 0 6 0,0 0-2 15,33 4-2-15,-14-1-1 0,8-3-11 0,5 1 8 16,2 1-1-16,2-2 0 0,18 0 8 16,-2 0-6-16,-1-2 3 0,3 2-1 0,1 2-2 0,-1-2-4 0,-1 0 5 15,1 0-7-15,0 0 0 0,-16 0 1 16,16-2-1-16,-17 2 2 0,1-1 3 0,-1 0-6 16,-1 1-1-16,1 0 0 0,-3-3-1 0,-4 0 4 15,-2 3-3-15,-7 0-2 0,-4-2-2 0,-4 2-1 16,-1-1-1-16,-5 1 1 0,2 0 5 0,-9 0 0 0,13-1 10 15,-13 1 9-15,10-2-6 0,-10 2-1 16,0 0-2-16,0 0-5 0,0 0-3 0,0 0 1 16,0 0 0-16,0 0-5 0,-29-3-1 0,11 5-6 15,-1-1 7-15,-3 1 3 0,-7 0-5 0,-5 2-1 16,1 0-3-16,-4 0 3 0,-1 2-6 0,-13 0 1 16,1 1-5-16,10-1 4 0,-9 4 5 0,-2-2-12 15,11 0 2-15,-10 2-5 0,-1 0 12 0,12-2-10 16,2 1 4-16,-2-1 2 0,4-1-4 0,3 0-1 15,3-1 0-15,2 0 7 0,8-2-2 0,0 0 2 16,2-1 11-16,4 1-12 0,4-2-6 0,2 0 7 16,7-2-1-16,-13 1 0 0,13-1 5 0,0 0-3 15,0 0-3-15,0 0 2 0,0 0 4 0,33-1-2 16,-11-1-3-16,11-2-1 0,4 1 8 0,3 0-3 16,15 0-1-16,1-3-5 0,1 2-1 0,2 0-10 15,0-1-14-15,1 3-9 0,3-4-45 0,-5 3-90 0,0 3 39 16</inkml:trace>
  <inkml:trace contextRef="#ctx0" brushRef="#br0" timeOffset="158569.04">5495 5027 56 0,'0'0'140'0,"0"0"-13"16,0 0-6-16,0 0-6 0,0 0-12 0,1-8 0 16,-1 8-11-16,0 0-8 0,0 0-5 0,0 0-10 15,-14-9-6-15,8 8 9 0,-6 1-4 0,1-3-9 16,-1 2-6-16,-7-2-7 0,-4 3-1 0,3 0-9 16,-11 0 2-16,0 0-3 0,1 0-1 0,-1 0-2 15,-2-3 1-15,-4 2 0 0,2-4-7 0,1 0 11 16,0 2-7-16,0-1-3 0,3 0 2 0,1 0-3 15,8 1-1-15,3-1-4 0,-1 4 2 0,8 0-4 16,3-3-2-16,0 3-3 0,9 0-3 0,-13-3 2 16,7 2-3-16,6 1-3 0,-9-2-17 0,9 2-19 15,-8-1-22-15,8 1-21 0,0 0-36 0,0 0-19 16,0 0-19-16,-9-2-109 0,9 2-276 0,0 0 122 16</inkml:trace>
  <inkml:trace contextRef="#ctx0" brushRef="#br0" timeOffset="158914.29">5040 4807 31 0,'0'0'123'0,"0"0"4"0,0 0-32 15,0 0 0-15,0 0-12 0,0 0-4 0,0 0-16 16,0 0 6-16,-15-4-18 0,15 4 3 0,-18 12-10 15,2 0 10-15,0-2-12 0,-5 6 2 0,0-1 2 16,4-3-12-16,-1 0-7 0,0 0 13 0,3 2-10 16,-2-2 2-16,3-2-5 0,1 1-5 0,-1-1 0 15,0 0 1-15,2-2-4 0,1 0-3 0,1 0-1 16,1-1 2-16,1-2 0 0,1 2 0 0,0-3 0 16,1 1-6-16,1-1 1 0,1 0 0 0,4-4-8 15,-6 9 5-15,3-6-1 0,3-3-2 0,-3 7-3 16,3-7 5-16,0 0-5 0,7 16 0 0,1-9 3 15,3 2 2-15,3 0 1 0,7 1-6 0,8-1-21 16,3 2-9-16,2 2-13 0,2-3-17 0,1 1-28 16,2-2-23-16,-1 0-100 0,-4 1-225 0,-3 0 100 15</inkml:trace>
  <inkml:trace contextRef="#ctx0" brushRef="#br0" timeOffset="160468.14">2216 5234 95 0,'2'-5'149'16,"-2"5"-9"-16,4-11-3 0,-1 7 6 0,-2-4-16 16,-1 8-4-16,4-7-5 0,-4 7-7 0,0-13-10 15,0 7-10-15,0 6 3 0,-4-10-5 0,4 10 1 16,-4-7 3-16,4 7-12 0,-3-8-9 0,3 8-6 16,-6-8-15-16,6 8 5 0,-8-5-9 0,8 5-7 15,-10-4-8-15,10 4-2 0,-6-2-7 0,6 2-2 16,-11 0-4-16,11 0 0 0,-13 1-5 0,2 0-7 15,1 3 1-15,-3-1 0 0,1-1-4 16,-4 6 1-16,3 1-3 0,-3 1-5 0,2-1 5 0,1 4-6 16,1-1 4-16,2 0 2 0,-1 2-3 0,3 2 3 15,0-3-10-15,1 3-4 0,3 0-12 0,-1-1-4 16,5 0 0-16,0-2-1 0,1 2-3 0,3-1 4 16,0-2 7-16,1-2-3 0,1 0 6 15,6 2 2-15,-2-4 3 0,0-2 0 0,2 1-1 0,7-3-9 16,0-2 10-16,-2-2-2 0,1 0 5 0,2-2-2 15,0-3 6-15,1-2-4 0,4-7 0 0,-8 4 4 16,-1-2 7-16,4-6 0 0,-4-4-1 0,1 1 1 16,0-4 2-16,-6 1 6 0,2-3-5 0,-2 0 8 15,0-1-5-15,0-2-3 0,-5 2 1 0,1-2 2 16,-3 0 0-16,3 2 0 0,-3-3 7 16,-1 3 0-16,-1-2 0 0,0 3 1 0,-2 8 5 0,0-1 2 15,0 3 2-15,-3 0 5 0,4 6-4 0,-2 0-1 16,0 4-4-16,1 7-3 0,-2-11-3 0,2 11 0 15,-1-10-5-15,1 10-6 0,3-6 5 0,-3 6-12 16,0 0-2-16,0 0-9 0,0 0-6 0,0 0 3 16,0 0 5-16,0 0-2 0,0 0 2 0,0 0 3 15,-10 36-4-15,7-17 5 0,-2 4 10 0,5 3-13 16,-3-1 6-16,-1 0 1 0,2 1 3 0,-3-2-2 16,6-5 2-16,-4 0-1 0,1-1 1 0,3 2 2 15,4-2 2-15,-3-1 1 0,1-1 2 0,0-1-5 16,2 0 1-16,0-3 1 0,3-1-6 0,-2-1 9 15,1-1-3-15,-1-1 4 0,0-1-2 0,3 1 0 16,-1-2 1-16,1-2-6 0,1 2 9 0,0-3-4 16,2 0 0-16,-1-3 2 0,-4 1-3 0,3-3 4 15,2 0-4-15,-3-3 8 0,0 0-6 0,1-2-5 16,-3-2-7-16,2 0-1 0,2-4 2 0,0 0 0 16,-3-2 1-16,-2 1-1 0,2-1-4 0,-3-2 0 15,-3 2 5-15,2 0-5 0,-5 2 4 0,2 2 3 16,-1 2 8-16,0 1 8 0,0 8 9 0,-2-10-2 15,2 10-8-15,-3-9-1 0,3 9 1 0,0 0-4 16,-2-7-3-16,2 7-9 0,0 0 5 0,0 0 2 16,-2-8-1-16,2 8-17 0,0 0-10 0,0 0-6 15,0 0 5-15,0 0 4 0,0 0-3 0,0 0 7 16,18 11 5-16,-11-7-5 0,1 1 9 0,2 0 2 16,1-3 6-16,2 1 0 0,-2 0-2 0,3 0-9 15,-1-1 6-15,0 0 4 0,0 1 1 0,-4-2-9 16,1 2 8-16,-1-1 1 0,-3-1-6 0,-1 1 0 15,-5-2-1-15,9 3 10 0,-9-3-12 0,9 5 1 16,-9-5-1-16,5 6 7 0,-5-6 4 0,2 10-1 16,-1-4 2-16,0 3 1 0,-1 0 1 0,-1 2-6 15,1-1 2-15,-1 2 2 0,1 0-3 0,0 0-1 16,1 4-12-16,-2-1-24 0,2 1-15 0,3-3-21 16,0-1-16-16,2-1-12 0,4 3-6 0,-1-5-64 15,1 0-187-15,2-2 83 0</inkml:trace>
  <inkml:trace contextRef="#ctx0" brushRef="#br0" timeOffset="161409.94">3159 5117 156 0,'-5'-9'165'0,"5"9"-13"0,-5-3-18 15,5 3-10-15,0 0-20 0,0 0-6 0,-7-4-14 16,7 4-14-16,0 0-4 0,0 0-5 0,0 0-8 15,-10 10-1-15,7-3-9 0,1 2-2 0,-2-2-4 16,3 2-8-16,-3 1-18 0,3 0-5 0,1 0-9 16,0-10-13-16,0 13 3 0,0-7-6 0,0-6-4 15,1 10 4-15,-1-10 5 0,2 6 1 16,-2-6-2-16,0 0 9 0,4 5 0 0,-4-5 7 0,0 0 7 16,7 2 18-16,-7-2 5 0,0 0 7 0,0 0-6 15,0 0-7-15,6-13-1 0,-3 6-8 0,-1-1 5 16,2-1 3-16,-1-1-1 0,0 2-5 0,0-2-5 15,1 2 4-15,-2 0 4 0,-1 1-3 0,-1 7 2 16,3-9-5-16,-3 9-3 0,1-8 1 0,-1 8-3 16,0 0-3-16,3-7-9 0,-3 7-5 0,0 0 6 15,0 0-1-15,0 0-2 0,0 0 3 0,0 0 3 16,0 0-2-16,-3 33 5 0,5-23-2 0,-4 1 0 16,4 0-9-16,-1 0 1 0,0-1 2 0,2 0 3 15,-1-1-1-15,2 1 1 0,0-3 6 0,-1 0-8 16,2-1 2-16,0-3-3 0,0 2 0 0,1-1 6 15,-1-2-1-15,3 0 6 0,-8-2 2 0,13 3 3 16,-7-3 14-16,-6 0 5 0,14-3-3 0,-9 1 0 16,2-1-2-16,2-4 12 0,-4 0-4 0,2-1 2 15,-1-1-11-15,-3 0 2 0,3-1-5 0,-1 0 3 16,-1-1-9-16,1 2 0 0,-3-1-3 0,2 0-3 16,0 3 3-16,-3-1-7 0,-1 8 6 15,1-9-5-15,-1 9 0 0,2-8 2 0,-2 8-9 0,2-7-5 16,-2 7 1-16,0 0-8 0,0 0-9 0,0 0 6 15,0 0-1-15,0 0-2 0,0 0 3 0,0 0 4 16,-4 26 1-16,3-16 3 0,0 1-1 0,1 0 0 16,-3-1 5-16,3 1 1 0,0-11-6 15,-1 15 4-15,4-6-6 0,-1-4 0 0,3 2-2 0,-1-1 5 16,4 1-5-16,-2-3 2 0,3-1-7 0,1 1 4 16,2-2 4-16,-1-2-4 0,2 0 6 15,0-4 5-15,0 2-1 0,5-3-7 0,-3 0 5 0,0-3-1 16,-4 1 2-16,-1 0 3 0,-1-2-3 0,-2 1 7 15,2-2-7-15,-1 2 7 0,-3-2-3 16,1 2-4-16,-2-1 8 0,0 3 4 0,0 0-4 0,0 1 6 16,-4 5-5-16,3-7-3 0,-3 7-1 0,4-7-6 15,-4 7 3-15,0 0-6 0,0 0-1 0,0 0 10 16,0 0-8-16,0 0-3 0,0 0 0 0,4 17 8 16,-4-17 0-16,2 14 2 0,-2-8 2 15,0-6-4-15,1 13-1 0,-1-6 4 0,0-7-4 0,4 9-1 16,-3-4-4-16,-1-5 5 0,4 8 2 0,-2-5 4 15,-2-3-2-15,10 6 1 0,-10-6 2 16,12 1-1-16,-7 0 3 0,-5-1-3 0,17-2 0 0,-7-1 3 16,0 0 1-16,2 0 5 0,-2-3-1 15,-1 2 0-15,0-2-2 0,1 2-2 0,-1-1-2 0,-3 3 1 16,1-1-5-16,-7 3-3 0,6-3 2 0,-6 3-4 16,8-3-1-16,-8 3-6 0,0 0 4 0,0 0 1 15,11 5 3-15,-11-5-2 0,5 11 6 0,-3-5-8 16,0 1 7-16,2 3-4 0,-3-1 1 0,1 0 4 15,0 2-3-15,-2-1-10 0,2-1-13 0,-1 0-18 16,1 1-25-16,-2-10-21 0,4 16-28 0,-1-10-25 16,-3-1-119-16,0-5-280 0,0 0 124 0</inkml:trace>
  <inkml:trace contextRef="#ctx0" brushRef="#br0" timeOffset="161587.27">3441 4834 4 0,'-4'-4'173'0,"4"4"-16"0,-9-6-16 0,9 6-15 0,-5-4-37 16,5 4-34-16,0 0-37 0,0 0-21 0,0 0-6 16,0 0-30-16,0 0-80 0,18 19-129 15,-11-11 58-15</inkml:trace>
  <inkml:trace contextRef="#ctx0" brushRef="#br0" timeOffset="162221.96">2702 6615 22 0,'0'0'220'0,"-5"-7"-6"0,5 7-10 16,-1-9-6-16,-1-1-8 0,2 10-14 0,2-16-17 15,1 3-19-15,0-4-19 0,4 1-14 0,2-7-8 16,5-2-14-16,0 0-4 0,5-2-17 0,4 0-3 16,5-9-10-16,4 0-2 0,-9 9-4 0,9-9-4 0,-8 7-6 15,10-8 0-15,-11 8-4 0,11-10-9 16,2 1-4-16,-12 9-3 0,0 2-2 0,-2 0 8 16,1 3-10-16,-9-1 2 0,-3 10-2 0,-1-2-1 15,0 1 1-15,-2 3 0 0,-5 2-4 0,1-1 3 16,-1 3-4-16,-3-2-3 0,1 6 2 0,-1 5-1 0,1-12-1 15,-1 12-1-15,0-8 4 0,0 8-7 16,0 0-4-16,2-8 5 0,-2 8-9 0,0 0 4 16,0 0-4-16,0 0-9 0,0 0 0 0,-11-3-6 15,11 3 5-15,0 0 3 0,-7 13-1 0,4-4 0 16,-1 2-6-16,1 2-8 0,0-1-17 0,3 4-6 16,0 1 2-16,3-1 3 0,2-4 4 0,0 5 8 15,4 0-1-15,1 1 10 0,3-2-1 0,-3 1 4 16,5 5 2-16,-2-6 6 0,-1-1-7 0,0 2-1 15,0-1 7-15,-1 1 0 0,-2-3-1 0,0 1-4 16,3 2-2-16,-7-5 3 0,3 3-1 0,-3-6 0 0,-1 0 8 16,-1 0-6-16,0 1-15 0,-1-5 13 15,-2 2-3-15,0-7 18 0,-2 13-14 0,-1-9 8 16,3-4 4-16,-6 9-18 0,1-7 6 0,5-2-20 16,-12 3-20-16,3-2-25 0,-2 0-35 0,11-1-81 15,-19-2-219-15,10-3 97 0</inkml:trace>
  <inkml:trace contextRef="#ctx0" brushRef="#br0" timeOffset="162530.94">3457 6080 141 0,'0'0'149'16,"0"0"-16"-16,0 0-8 0,0 0-12 0,0 0-14 15,10 7-6-15,-9-1-19 0,-1-6 3 0,2 13-16 16,1-3-5-16,-2-3-4 0,3 4-6 0,-1-3-2 15,2 2 1-15,0-1-8 0,0 0-3 0,1 0 11 16,1 0-19-16,-1-2-6 0,2 0 2 0,3-3-5 16,0 0 5-16,0-2-2 0,3-2-1 0,3-2 5 0,1-2 1 15,-7 0-3-15,3-2 15 0,-3-1 5 16,-1 1-10-16,-3-3 4 0,-1-2 12 0,-1 0-1 16,-1-6-5-16,-2 1-2 0,-2 1-7 0,0 0 0 15,-1-4-3-15,-2 4-13 0,-1 4 5 0,-1-1 1 16,3 2-7-16,-2 1-6 0,-1-1-4 0,0 3-10 0,1 2-22 15,4 5-22-15,-7-8-39 0,7 8-34 16,-3-4 1-16,3 4-12 0,0 0-16 0,-12 10-98 16,6-4-265-16,6-6 119 0</inkml:trace>
  <inkml:trace contextRef="#ctx0" brushRef="#br0" timeOffset="163220.81">3821 5988 191 0,'0'0'204'0,"2"-6"-17"0,-2 6-18 0,0 0-19 16,0 0-15-16,0 0-20 0,0 0-8 0,0 0-17 16,0 0-6-16,0 0-10 0,0 0-7 0,7 21-9 15,-6-7 3-15,3 1-11 0,-2 3-2 0,2-1-11 16,1-1 1-16,-2-4-4 0,2-1-6 0,3 4 1 16,-1-4-3-16,2 2-6 0,0-4-4 0,3 0-30 15,0-4 3-15,8 0 1 0,-2-2 3 0,2-4-17 16,-2-1 7-16,0-1 0 0,0-1 3 0,-7-2-7 15,1 0 15-15,-2-7-3 0,-2 4 3 0,-1-4 0 16,1-1-4-16,-1-2 6 0,1 0 0 0,-3 0 1 16,-1 1 3-16,-1-3 0 0,1 0 0 0,1 3 6 15,0 3 11-15,-5 3-1 0,2-1 5 0,0 4 4 16,-2 6-3-16,3-11 0 0,-3 11-8 0,2-6-1 0,-2 6-4 16,0 0-2-16,0 0 3 0,0 0-1 15,0 0 0-15,0 0 0 0,-8 24-4 0,5-12 4 16,1-1-1-16,-1 5 1 0,2-5 1 0,-1 2-6 15,4-3 0-15,2 6-2 0,-2-6 4 0,5 0 1 16,1-1-4-16,-1-1 5 0,5 0-2 0,3-1 0 16,3 0 2-16,0-2-4 0,2-3 2 0,-1 0 2 0,1-2-5 15,1 0-2-15,0-3 0 0,-1-1 2 16,-1 1-2-16,1-3 2 0,-6-1-10 0,-3 1 4 16,5-5 4-16,-4-1-5 0,-3 5 3 0,0-7 0 15,-2 0 1-15,-2 2-13 0,1-5 5 0,-3 1-4 16,-3 0 5-16,-2 0-4 0,-3 0 4 0,0 5 0 15,0-2 13-15,-1 4-13 0,-2-1-1 0,-2 0 5 16,0 2-3-16,0 2 7 0,3 3-3 0,2-2 2 16,0 1 1-16,5 4 0 0,-11-3 1 0,11 3-4 15,-7-2-1-15,7 2 3 0,0 0-2 0,0 0-2 0,0 0 3 16,0 0 4-16,0 0-2 0,0 0 7 16,11 20-6-16,0-18 0 0,0 0 0 0,2 1-4 15,6-2 4-15,-1 0 1 0,1-1-5 0,0 0 1 16,0 2 1-16,-3-2 1 0,0 1 1 0,-5-1-2 15,0 0-3-15,-2 2-1 0,-3-2 0 0,-6 0 6 0,13 7-6 16,-8-3 6-16,-1 1 1 0,-1 3 2 16,-1-1-3-16,0 2 0 0,-1 3 7 0,-1 3 1 15,0-1-5-15,0 1 1 0,-1 2 2 0,-2 2-2 16,0 0 1-16,2-3-11 0,-1 1-16 0,0 0-24 16,2-2-22-16,3-3-37 0,1 0-41 0,0-2-149 0,1-2-316 15,6-2 140-15</inkml:trace>
  <inkml:trace contextRef="#ctx0" brushRef="#br0" timeOffset="163599.79">4832 5879 80 0,'0'0'146'0,"-14"0"3"0,14 0-6 0,-18 9 6 16,6-2-7-16,1 7-7 0,-1 0-12 0,-1 3-8 15,2 4-2-15,6-1-12 0,-2-2-12 0,4 1-11 16,5-1-6-16,2-1-5 0,2 0-10 0,5-4 2 0,3 3-8 16,1-1-6-16,1-6-8 0,9 3-1 15,1-2-3-15,0-3-4 0,2-2 0 0,-1-5-4 16,-5 0-4-16,-3 0-3 0,4-3 0 0,-5-1-4 16,-1-4 2-16,-2 0 0 0,-2-2-3 0,2 0 0 15,-2-2-1-15,-3-3 0 0,0 2-2 0,-1-2-4 0,0-2 2 16,1 0-3-16,-3-2 0 0,-3 2 0 15,-2 0-3-15,1 2 3 0,-2 3 11 0,-1 3 14 16,0 1 1-16,0 8 1 0,-1-13-5 0,-2 8-3 16,3 5 0-16,-15-1-4 0,3 4-1 0,-2 4-2 15,-10 8 0-15,2-1-1 0,-1 5-3 0,7 0 1 0,-1 1 2 16,4 2-18-16,6-4-21 0,3 0-11 16,1 3-15-16,8-2-25 0,0-2-42 0,4 2-36 15,8 2-36-15,-2 1-142 0,-1-6-358 0,3 4 158 16</inkml:trace>
  <inkml:trace contextRef="#ctx0" brushRef="#br0" timeOffset="164166.06">3317 6896 194 0,'0'0'196'0,"-2"-8"-21"0,2 8-17 15,-3-7-11-15,3 7-18 0,0 0-16 0,0 0-17 16,-6-7-10-16,6 7-16 0,0 0-9 0,0 0-3 15,0 0-1-15,-8 21-7 0,8-13-4 16,1 7-7-16,-1-1-5 0,2 3-20 0,2-1-11 0,1 0 4 16,3 2-9-16,1-3 6 0,3 2 1 0,2-3-3 15,1 6 1-15,-1-7 6 0,-1 1-6 0,1 0-1 16,-2-1 0-16,-2-1 2 0,1 0-4 16,-3-2 0-16,-3-2-3 0,-1 2 0 0,-1-2-6 15,-2-3 0-15,0 3 3 0,-1-8 1 0,-1 11-1 16,1-11 1-16,-3 11 2 0,3-11-4 0,-6 9 2 0,2-7 3 15,4-2-3-15,-10 4-3 0,2-1 8 16,1 1-16-16,-2-2-26 0,-2 1-7 0,3-2-32 0,8-1-10 16,-10 1-26-16,10-1-99 0,0 0-233 0,0 0 103 15</inkml:trace>
  <inkml:trace contextRef="#ctx0" brushRef="#br0" timeOffset="164581.63">3877 7013 109 0,'0'-10'174'0,"0"10"-14"15,-4-14-9-15,0 8-4 0,-3 0-12 0,0 2-11 16,1 1-9-16,6 3-14 0,-13-3-11 0,13 3-6 16,-15 6-5-16,7 2-4 0,-3 3-9 0,-1 6-1 15,-1 2-6-15,-2 6-12 0,5-9-4 0,-3 7 2 16,0-2-5-16,5-3-2 0,2 1-13 0,0-4 2 15,2 1-10-15,1-1-6 0,2-5-2 16,2 2-10-16,3-5-9 0,3 3 1 0,1-6-6 16,3 2 0-16,3-4-2 0,-3-2-4 0,1-1 2 0,2-3 12 15,3-2-6-15,-2-3 5 0,-2 0-7 0,1-3 1 16,-3 1 7-16,1-2 4 0,-1 0-5 0,-2-3 2 16,-1 1 3-16,-1-4-4 0,-3 3 2 0,1-1 10 15,-1 5 3-15,0-5 7 0,-3 6-1 16,-2 2 3-16,1 3 15 0,0 6-4 0,1-13-4 0,-1 13-5 15,0 0-4-15,0 0-1 0,0 0 0 16,0 0 0-16,0 0-2 0,0 0 2 0,-7 22-3 0,4-9 1 16,2 3-7-16,-2 1 1 0,1 2 7 0,0 5-4 15,4-6 2-15,-2-1-5 0,3 1-16 0,0-1-10 16,1-3-35-16,2 1-24 0,1-4-39 0,3 0-40 16,-1-4-128-16,-1 0-308 0,4-3 136 0</inkml:trace>
  <inkml:trace contextRef="#ctx0" brushRef="#br0" timeOffset="164809.13">4175 6886 35 0,'1'-13'204'0,"1"3"-10"0,-2 0-4 0,2 2-14 16,-2 8-21-16,1-10-13 0,-1 10-16 0,0 0-18 15,0 0-8-15,0 0 6 0,0 0 2 16,0 0-4-16,0 35-9 0,-3-16-8 0,2 1-6 0,0 0-10 15,1 4-5-15,-1 2-2 0,-2 0-11 0,2-6-5 16,1 4-5-16,-1-6-15 0,1 1-13 0,-2-2-23 16,4 1-37-16,-1-1-37 0,0-1-20 0,2-3-32 15,-2-2-22-15,0 0-28 0,-1-1-98 0,0-10-305 16,-2 11 135-16</inkml:trace>
  <inkml:trace contextRef="#ctx0" brushRef="#br0" timeOffset="165446.07">4124 7054 22 0,'5'-12'116'0,"0"8"-8"0,4 0-17 0,1-3-1 0,2 2-5 15,1 1-9-15,4-2 0 0,2 0 0 0,-2 6 4 16,1 0-6-16,-5-4-14 0,1 8 6 0,-1-1 9 16,-2-1-14-16,-2 2-3 0,1 2 9 0,-1 0-3 15,-3 2-3-15,2 1 1 0,-3 1-4 0,-1 0-5 16,1 1-1-16,2 0-8 0,-2 2-2 0,-3-3-6 15,2 0-2-15,-1 0-3 0,1-1-2 0,-1 0-1 16,1-3-1-16,2 2-6 0,0-2-5 0,-2-3 2 16,-1 1-2-16,3 0-2 0,-6-4-2 0,12 2 6 15,-12-2-6-15,13-3-6 0,-5 0 0 0,-1-1-2 16,1-3 5-16,0-2-3 0,-1 0 0 16,1-1-1-16,-3 0 3 0,2-3-2 0,-1-2 1 0,-1 2-2 15,-1-1-4-15,2 0 7 0,-3 2-6 0,-1 0 1 16,1-1 0-16,-2 5-2 0,0 2 9 0,1-4 4 15,-2 10 1-15,1-10-4 0,-1 10 2 0,0-7-7 16,0 7 3-16,0 0-5 0,0 0 1 16,0 0 1-16,0 0 7 0,0 0-3 0,-6 25 0 15,3-15 0-15,0 2 2 0,3 1-7 0,2 0 4 0,0 3 5 16,1-1-2-16,-1-4 2 0,2 2-3 0,2-4 8 16,-1 1-8-16,2 0-3 0,0-3 1 0,0 2-3 15,1-1 3-15,1-4-3 0,0 0 1 0,-3-1-2 16,2-2 0-16,-8-1 0 0,14-1-1 15,-8-2-4-15,1-1 4 0,3-2-7 0,-1-1 2 0,-1-1 1 16,-1-2-5-16,2 1-8 0,-4-3 2 0,3-2-3 16,-2-4 4-16,1 3 1 0,-4-2 0 0,1 1 0 15,-1 0 1-15,-1 4-1 0,1 0 4 16,0 0-4-16,-1 2 4 0,1 0-2 0,-3 10 3 16,1-14-2-16,-1 14-1 0,5-10 2 0,-5 10 1 0,0 0-3 15,4-6 3-15,-4 6-3 0,0 0 4 0,0 0-1 16,15 10-3-16,-11-3 5 0,0 1 1 0,2 1 1 15,-2 3-2-15,0-1 4 0,0 0 1 16,0 2 2-16,-2-2 1 0,1 5-2 0,-2-4-3 16,2-1 1-16,-2 7 0 0,-1-6-17 0,1 1-26 0,2-2-17 15,-3 2-28-15,1-2-4 0,3 0-21 0,0-1-28 16,1-6-16-16,1 3-106 0,-6-7-283 0,17 8 125 16</inkml:trace>
  <inkml:trace contextRef="#ctx0" brushRef="#br0" timeOffset="165798.41">5094 6955 105 0,'-4'-11'188'0,"0"4"-17"0,-1-5-2 15,5 12-13-15,-12-7-11 0,1 3-15 0,11 4-7 16,-19 2-2-16,1 4-13 0,-1 3-2 0,-3 4-8 16,-1 2-12-16,1 0-7 0,9-3-5 0,-1 1 0 15,5 1-10-15,3-3-8 0,1 0-3 0,1-1-7 16,3 1-6-16,2-2-2 0,0 1-3 0,2-2-6 15,-2-2-9-15,4 1 0 0,-5-7-12 0,14 10 2 16,-4-7-2-16,-2-3-4 0,-8 0 0 0,18-3-5 16,-8 0 2-16,-1-1-3 0,0-5 2 0,1 2 1 15,-3-2-1-15,1-1-1 0,-3 2 3 0,1-2-1 16,-2-1-1-16,-2 1 1 0,1-1 2 0,1 3 2 16,-4 8-1-16,5-16 4 0,-2 11-2 0,-3 5 1 15,0 0-2-15,3-11 0 0,-3 11-5 0,0 0 5 16,0 0 1-16,0 0-3 0,0 0 2 0,0 0-1 15,4 28-2-15,-3-15 0 0,-1-1 1 0,3 2-1 16,-1 2-3-16,2 1-18 0,-1-2-26 0,2 2-26 16,1-1-36-16,3-2-40 0,-2-3-28 0,-1 1-139 15,-1-6-339-15,3 2 150 0</inkml:trace>
  <inkml:trace contextRef="#ctx0" brushRef="#br0" timeOffset="166040.01">5306 6793 165 0,'1'-10'198'15,"0"1"-1"-15,2 0-1 0,-3 3-18 0,0 6-22 0,4-9-17 16,-4 9-16-16,0 0-11 0,0 0 5 0,0 0 7 16,0 0-10-16,1 32-10 0,-2-13-8 0,1 0-9 15,0 5-6-15,-3 2-10 0,2 4-6 16,1-5-6-16,0-4-4 0,0 5-6 0,0-1 2 0,-1-6-9 15,1 0-6-15,-2-1-13 0,2 0-24 0,0-2-30 16,-1 2-22-16,1-9-33 0,0 4-36 0,1-4-23 16,-1 1-32-16,2-5-161 0,-2-5-365 0,0 0 162 15</inkml:trace>
  <inkml:trace contextRef="#ctx0" brushRef="#br0" timeOffset="166322.06">5245 6973 50 0,'-6'-9'143'0,"6"9"-7"16,0 0-19-16,0 0-9 0,0-11-17 0,0 11-2 16,0 0-10-16,16-9-5 0,-4 6-5 0,1 0-10 15,5-1-5-15,0 1-7 0,3 3-8 0,-2-6-1 16,2 6 1-16,-1-1-11 0,0-3 5 0,-2 4-11 16,1 0 13-16,-5-2-15 0,-1 0 3 0,-3 1 1 15,1 0 3-15,1-1 5 0,-12 2 6 0,18-2 2 16,-18 2 5-16,14 0-4 0,-14 0-5 0,15 6 2 15,-11-2 6-15,3 1 5 0,0 4-4 0,-2 1 3 16,2-1-4-16,-2-1-1 0,0 9 1 0,-2-5-8 16,-2 4-1-16,1 0-7 0,0 0 2 0,-2 1-8 15,-2-1-24-15,1 0-28 0,0-3-31 0,0 1-34 16,2-1-40-16,-2-2-176 0,-2-2-334 0,3-9 147 16</inkml:trace>
  <inkml:trace contextRef="#ctx0" brushRef="#br0" timeOffset="166490.99">5619 6752 11 0,'0'0'54'0,"0"0"-30"0,0 0-26 16,0 0-13-16,0 0-15 0,19 30 6 0</inkml:trace>
  <inkml:trace contextRef="#ctx0" brushRef="#br0" timeOffset="166977.73">5776 6938 133 0,'-14'7'179'0,"5"-3"5"0,9-4-8 0,-15 10-19 16,10-8-8-16,-3 7-10 0,8-9-12 0,-9 9-7 0,4-2-6 15,5-7-15-15,-4 13-10 0,3-6-6 0,1-1-14 16,0-6-2-16,6 15-6 0,0-7-8 16,0-3-3-16,3 1-4 0,0-1-7 0,2 0-5 15,-1-4-4-15,2 5-5 0,-1-5-4 0,-11-1-7 16,17-1-2-16,-17 1-4 0,18-7-1 0,-9 2-3 0,-4 0-7 16,1-3-5-16,-6 8 0 0,9-14-2 0,-5 3 0 15,-1 0 3-15,-2 1-4 0,2-3 3 0,0 1 2 16,-1 0-1-16,1 0-1 0,0 1 0 15,-1 3 1-15,-2 8 4 0,4-15-2 0,-4 15 1 16,2-10-4-16,-2 10 2 0,0 0-2 0,0 0 6 0,0 0-2 16,0 0 2-16,0 0 11 0,0 0-5 0,14 23 4 15,-12-11-2-15,2-3 2 0,-3 2 1 0,1-1 0 16,-1-1 2-16,1-1-6 0,-2-8-3 0,2 12 5 16,-1-6-1-16,-1-6-1 0,3 7 4 15,-3-7 4-15,0 0 1 0,1 7-2 0,-1-7 3 0,0 0 3 16,0 0-3-16,0 0-4 0,0 0 3 0,13-14-6 15,-6 7 0-15,1-2 4 0,-2 1-6 16,3 2 8-16,1-2-5 0,-1 2-1 0,2 1-5 16,1-1-2-16,-1 1 1 0,-2 3-2 0,3-4 2 15,-3 2-2-15,-1 4 1 0,3 4 1 0,-3-3-1 0,-1 4 1 16,-1-1 1-16,-1 1-2 0,0 5 4 0,-1 3-6 16,-1-3-27-16,-1 2-24 0,-2 6-50 15,-1-3-42-15,-2 2-63 0,-3-1-112 0,-3 4-345 0,-1-4 153 16</inkml:trace>
  <inkml:trace contextRef="#ctx0" brushRef="#br0" timeOffset="168668.64">3946 7775 56 0,'-6'-8'199'0,"-1"-2"-20"0,-2 4-5 0,2 0-5 15,-2 2-17-15,-2 1-12 0,-1 3-15 0,1 2-7 16,-1 3-12-16,0 1-5 0,-1 7 11 0,-2 3-10 15,0 7-8-15,-3 1-7 0,4 3-8 0,1-2-6 16,3 2-8-16,-2 0-6 0,8-8-6 0,4 7 0 16,0-5-12-16,8-2-4 0,1 5-1 0,4-9-3 15,3 5 3-15,4-2-8 0,4-3-27 0,0-2-6 16,0-1-9-16,6-8-16 0,0 3-8 0,-3-5-7 16,-6-1-5-16,0-2 4 0,2 0-4 0,-2-3 7 15,-2-1-3-15,-2-2 5 0,-6 1 5 0,1-1 5 0,0-5 1 16,1-1 8-16,-4 0 0 0,0-4 3 0,-4 1 7 15,-1-3 7-15,3 0 1 0,-5 0 1 16,1-6-2-16,-1 6 14 0,1 1 4 0,0 1-6 16,-1 1 4-16,-2 5 14 0,0 1 6 0,1 0 3 15,-1 10-3-15,0-10 2 0,0 10-10 0,0-8-7 0,0 8-4 16,0 0 4-16,0 0-4 0,0 0 2 16,0 0 0-16,-3 32-2 0,2-17-1 0,-4 5 0 15,5-2-1-15,0 2-1 0,0-1-2 0,0-2 0 16,3 2 3-16,-1-2-2 0,1 1-5 0,1-7 5 15,2 0-5-15,-1-1-3 0,0-2 3 0,4-2-3 0,0 2 1 16,2-4-5-16,-4 0 2 0,3-2-1 16,2-1 0-16,-1-2 0 0,0-3 2 0,-2-1-1 15,2 0-2-15,-1-3 0 0,-1-1 1 0,1 0 4 16,-3-2-2-16,2-2 1 0,-2-4 0 0,2 3 0 0,-1-3 0 16,-2-2 3-16,1 2-3 0,-2-2 5 15,1 0-1-15,-1 3-3 0,1 3 5 0,-3 0-2 16,0 1 14-16,-2 2 4 0,2 5 5 0,-2-3 1 0,-1 8-2 15,3-9-4-15,-3 9-5 0,3-6-2 16,-3 6-2-16,0 0-2 0,0 0 1 0,0 0-1 0,-5 28 0 16,3-10 0-16,1-1-2 0,-2 2 1 15,2 0 2-15,-1 0-4 0,1 1 0 0,2-3 1 16,1-1-3-16,0-1 2 0,1 2-4 0,3-7 3 0,2 4 3 16,-2-6-2-16,2 1-1 0,2-3 0 15,-1 0-2-15,1-4-2 0,2 0 3 0,-2-2-3 0,3 0 3 16,1-2-1-16,-3-3-2 0,3-1 2 15,-2 0-1-15,-1-4-2 0,2-3 2 0,-3 1-2 0,-2-1 1 16,0-3-3-16,-3 0-1 0,0-1-3 16,-1-2 1-16,-4 0 2 0,2-1 0 0,-2-5-1 15,-2 0-2-15,-2 6 0 0,1 0 1 0,-1 4-2 0,1 5 1 16,-2-4 10-16,1 5-7 0,0 1-2 0,-1 0 0 16,1 1 0-16,0 2 4 0,4 5-6 0,-4-10 2 15,4 10-1-15,-2-4-2 0,2 4 2 0,0 0-3 16,0 0 3-16,0 0 1 0,0 0-4 15,0 0-2-15,0 0 0 0,0 0-2 0,3 22-1 0,3-17 2 16,-1 0 1-16,3 0 2 0,2-1-6 0,1-1 7 16,1 0-3-16,6-1 1 0,-3 0 0 15,3 0 6-15,0-2-4 0,-4 0-1 0,-4 0 2 0,4 0 2 16,-1 0 0-16,-3 0 1 0,-2 0-4 16,-8 0 6-16,13 2-7 0,-8-1 3 0,-5-1-2 0,10 4 3 15,-10-4-2-15,6 6 9 0,-4-3-2 0,-2-3 0 16,3 15 1-16,-1-5 6 0,-4-1 7 15,2 2 1-15,0-1-2 0,3 6 1 0,-6-3-2 0,3 3 0 16,0-1-3-16,-1 0 0 0,0-3 1 16,1 0-2-16,1-2 0 0,2 1-2 0,-1-1 1 0,3-1-2 15,2 1 5-15,-4-1-8 0,5-3 4 16,-4 0-1-16,3-2-1 0,4 0 1 0,-1-1-3 0,-1-3 1 16,4 0 0-16,-2-1 0 0,1-3 3 15,-1-1-6-15,0-3 0 0,0 3 2 0,-2-4-3 0,3-2-5 16,-6 1 0-16,3-5 6 0,-4 4-5 0,1-5 0 15,-3-4-3-15,-2 2-1 0,1-1-1 0,-5 2 5 16,0-2-2-16,-4 1-1 0,-1 1 5 0,-1 1-2 16,3 8-1-16,-1-4 1 0,3 3 3 15,-1 2-3-15,5 7 2 0,-8-11 0 0,4 6-2 0,4 5 3 16,-4-9-6-16,4 9 4 0,0 0-11 0,0 0 3 16,0 0 0-16,0 0 2 0,0 0-1 0,25 0 4 15,-25 0-1-15,23 9 0 0,-11-6 2 0,1 3-3 16,-1 1 6-16,0-1-4 0,-2 2 0 0,-2 1 5 15,-1-2-3-15,0 1 0 0,-2 3 2 0,3-2-3 16,-3 2 3-16,-1-1-1 0,-1 0 0 0,0 3 1 16,0-3 2-16,-2 1-1 0,1-2-2 0,1 3 1 15,-2-4 2-15,5 4-2 0,-3-2 2 0,2-1 0 16,-1-1-2-16,-1-1 1 0,-1-1 3 0,3-3 1 16,3 5 0-16,1-4-4 0,1 1 1 0,2-3-1 15,-2-2 1-15,1 0 1 0,3-2-1 0,-1-2 1 16,4-2 1-16,-6-1-2 0,6 1-2 0,-4-4-1 15,2 1 1-15,-2-3-1 0,-5 2 2 0,3-4-1 16,-3 0 0-16,-5 1-1 0,3-2-1 0,-2-2 1 16,-2 1 2-16,-2 0-2 0,-1 4 2 0,0 1 0 15,-3-1 2-15,1 2-2 0,0 1 10 0,0 2 2 16,0 2-3-16,3 5-4 0,-6-9 3 0,6 9-5 16,-12 2 1-16,12-2 7 0,-16 14 3 0,4-6-1 15,1 8 4-15,2-1-2 0,-3 2-3 0,4 1-3 16,2 0-2-16,0 1-13 0,-1-1-9 0,5-1-16 15,2 1-13-15,0-2-12 0,1-2-26 0,5 0-14 16,-1-1-26-16,2-2-21 0,-1 0-13 0,7 2-2 16,-4-5-4-16,0 0 2 0,1-1-88 0,2-2-268 15,-1 0 119-15</inkml:trace>
  <inkml:trace contextRef="#ctx0" brushRef="#br0" timeOffset="168924.45">5451 8024 95 0,'10'-9'110'16,"-7"3"-2"-16,-3 6 12 0,5-13 3 0,-3 8 2 15,-1-2 2-15,-1-3 25 0,0 10 0 0,-3-17-12 16,2 8-2-16,-4 0-14 0,4-2-4 0,0 2-2 16,-2-4-6-16,3 4-7 0,0-2-8 0,1 1-6 15,-1-1-9-15,2 0-6 0,1-1-7 0,1 2-6 16,0-3-8-16,4 2-2 0,3 2-11 0,0-6-4 16,2 5-2-16,-1 3-5 0,2 1 0 0,3-1-7 15,-3 3-2-15,-2 1 0 0,2 3-7 0,-2 3 4 16,1-2-8-16,-3 4 3 0,0-1-2 0,0 6-1 15,-2-1 0-15,-2 2-2 0,0 1-1 0,1 0-2 16,0 5-2-16,-5-6-14 0,-1 1-22 0,1 1-25 16,-1 2-29-16,0-4-46 0,-1 2-47 0,0-1-47 15,-2-3-141-15,2-9-397 0,0 0 176 0</inkml:trace>
  <inkml:trace contextRef="#ctx0" brushRef="#br0" timeOffset="169175.98">5876 7560 129 0,'-2'-12'231'0,"4"3"-3"16,-2 3-10-16,0 6-17 0,0-11-25 0,0 11-15 16,0 0-3-16,0 0-2 0,0 0 0 0,0 0-5 0,-5 39-17 15,0-10-4-15,2-1-11 0,2-1-8 16,-3 2-8-16,1 0-15 0,-1-1-7 0,1 0-10 15,0-3-5-15,0 1-5 0,2-8-9 0,2 1 1 16,1 1-17-16,0-4-26 0,0-3-26 0,3-1-37 16,-1-1-44-16,-2-1-51 0,1 0-42 0,1-1-44 0,-4-3-157 15,0-6-423-15,0 0 188 0</inkml:trace>
  <inkml:trace contextRef="#ctx0" brushRef="#br0" timeOffset="169317.9">5820 7719 68 0,'0'0'128'0,"7"-8"-8"0,-2 4-20 15,7 0-7-15,-1 0-22 0,8-2-12 0,2 0-45 16,6 0-48-16,-6 3-70 0,9 0-112 0,-3 1 50 16</inkml:trace>
  <inkml:trace contextRef="#ctx0" brushRef="#br0" timeOffset="200848.89">16374 4834 3 0,'21'0'4'0,"9"4"0"0,0-1 3 0,-2-1-5 0,0 1 0 16,-1-2 2-16,1 2 0 0,-6 0 4 0,7-3-6 15,-3 3 3-15,2-2-5 0,1 2 4 16,1 0 2-16,0-2-2 0,1 1-4 0,0 1 6 16,2 2-1-16,0-2-5 0,-2-1 8 0,3 1-3 15,-1 0 4-15,-2-1 6 0,0 2-12 0,-3-2 2 0,0 1-3 16,-1-2 4-16,1 1-1 0,-8-2 2 0,2 3-7 16,-4-3-2-16,2 0 5 0,0 2-2 0,0-1 4 15,-1-1-3-15,1 1 3 0,0-1-5 16,2 0 3-16,-3 0 1 0,3 0-3 0,-1 0-5 0,0 2 10 15,6-2-14-15,-4 0 11 0,-2 1-10 0,0 1 9 16,9 0-1-16,1 0 3 0,-4 1-1 16,1-3 1-16,-6 3-2 0,7-1-1 0,-8 0 1 0,8 1-5 15,-1 1 0-15,-6-2 3 0,-1 1 0 16,0-2 3-16,1 1 0 0,6 0 1 0,-1-1-7 0,-6-1 4 16,5 3 2-16,1 0 0 0,-7-3-1 15,2 1 2-15,-3 0-5 0,2-1 5 0,-1-1-7 0,-2 2 6 16,1-1-3-16,-2 0-2 0,2 1 0 0,-1-1 0 15,-2 0 1-15,2 0 2 0,-1 0 0 0,3 1-5 16,3-1 7-16,-5 1 1 0,4-1-2 16,-2 0-2-16,1 2-2 0,7-2 0 0,-8 1 0 0,0-1 2 15,1 0 3-15,-2 0 0 0,1 2-3 16,0-2-1-16,-1 1 4 0,-2-1-5 0,2 0 4 0,-2 0 1 16,1 1-7-16,-6-1 3 0,4 0 1 0,-3 0 1 15,-1 0-1-15,0 0 1 0,2 0 1 16,-3 0-6-16,0 0 6 0,0 2-2 0,-1-2 1 0,2 0 3 15,0 0-3-15,0 0 5 0,2 0-9 16,0 1 3-16,-2-1 4 0,3 2-1 0,-2-2-13 16,6 0 12-16,-1 0-1 0,0 2 2 0,0-2-2 0,0 0-1 15,-2 0 1-15,1 0 2 0,-2 0-6 0,-2 0 5 16,2 0-1-16,-2 0 4 0,-2-2-4 0,1 2 0 16,0 0 1-16,0 0 0 0,0-2-1 15,-2 1 3-15,3 1-3 0,-2-2 3 0,2 2-3 16,0-1-3-16,0 1 1 0,-1-1-1 0,0 1 3 0,-1 0 0 15,1 0 2-15,-3-2 0 0,2 2-2 0,1 0 1 16,-4 0-3-16,-8 0-3 0,17 0 5 16,-9 0-2-16,0 2 2 0,1-2 6 0,-9 0-2 15,14 0-7-15,-7 0 3 0,-7 0-4 0,14 0 10 16,-3 0-4-16,-5 0 7 0,-6 0-5 0,17 1 1 16,-10-1 3-16,1 0-5 0,-8 0 4 0,15-1 1 15,-4 1-4-15,-1-2 2 0,-10 2 1 0,14 0 7 0,-6 0-7 16,2 0-5-16,-1 0-7 0,1-1 6 0,-10 1 5 15,16-2-2-15,-8 1-5 0,-8 1 14 16,14 0-14-16,-6-1-2 0,-8 1 5 0,14 0 0 16,-8 0 2-16,-6 0-6 0,14-1 5 0,-14 1-2 15,15 0-1-15,-4-1 4 0,-3 1-2 0,1-1 1 0,0 1 3 16,1 0-2-16,1-2-1 0,-3 2 1 0,2 0-2 16,0 0 8-16,1 0 5 0,-1-1-12 0,0 1-2 15,-10 0 2-15,18 0 5 0,-12 0-4 16,2-1 5-16,-8 1-4 0,15 0 3 0,-15 0 5 15,12-2-2-15,-12 2 3 0,9 0-5 0,-9 0 4 16,0 0-8-16,11-1 5 0,-11 1 17 0,0 0-22 0,11-1 2 16,-11 1-4-16,0 0 5 0,7-3-4 15,-7 3-2-15,7-3 0 0,-7 3-7 0,0 0 7 16,10-2-1-16,-10 2 1 0,6-2 3 0,-6 2-3 16,0 0 3-16,0 0-4 0,9-3-1 0,-9 3 2 15,0 0-1-15,10-3 0 0,-10 3-4 0,0 0 2 0,9-2 5 16,-9 2 7-16,0 0-4 0,8-2 3 0,-8 2 2 15,0 0-5-15,8-3-6 0,-8 3 3 16,0 0 2-16,0 0 1 0,10-2 2 0,-10 2-2 16,0 0 14-16,0 0-27 0,8-3 12 0,-8 3-2 15,0 0-2-15,0 0 5 0,5-3 1 0,-5 3-2 16,0 0-4-16,0 0 0 0,0 0 1 0,0 0-2 0,0 0 0 16,0 0-11-16,7-1-3 0,-7 1-20 0,0 0-21 15,0 0-69-15,0 0-131 0,0 0 58 16</inkml:trace>
  <inkml:trace contextRef="#ctx0" brushRef="#br0" timeOffset="208881.89">19430 16675 9 0,'-10'1'73'0,"10"-1"-3"16,-16 3-3-16,7-3-3 0,9 0-5 0,-13 4-14 15,6-3-5-15,7-1 0 0,-14 8-12 0,6-7 0 16,8-1-6-16,-10 2-10 0,5 0-1 0,5-2-13 16,-10 5-9-16,5-2 8 0,5-3 2 0,-9 3-7 15,9-3 6-15,0 0 2 0,0 0 7 0,-4 5-6 16,4-5 1-16,0 0 1 0,0 0 8 0,0 0 6 16,16 9 7-16,-3-9 2 0,14-1 8 0,4-1-16 0,6-1 17 15,22-4-2-15,31 3-7 0,7-4 6 16,7 3-16-16,6-3-23 0,7 7-20 0,2-3 8 15,5-5-40-15,1 6-60 0,-4-3-130 0,6 1 58 16</inkml:trace>
  <inkml:trace contextRef="#ctx0" brushRef="#br0" timeOffset="-78941.45">9611 15551 21 0,'0'0'21'0,"3"-10"-2"0,-3 10-2 0,0 0 2 0,1-5-3 15,-1 5-5-15,0 0 0 0,2-7 1 0,-2 7 4 16,0 0 7-16,1-8-5 0,-1 8-3 16,0 0 2-16,1-8 0 0,-1 8-3 0,0 0-1 15,1-8-3-15,-1 8-6 0,0 0 5 0,0 0-1 16,0 0-7-16,3-7 7 0,-3 7-2 0,0 0 0 15,0 0-3-15,0 0-4 0,0 0-4 0,0 0 0 0,0 0 3 16,0 0-4-16,0 0-1 0,0 0-7 16,0 0 0-16,0 0-7 0,0 0 4 0,0 0 2 15,0 0-4-15,0 0-17 0,0 0-37 0,0 0 18 16</inkml:trace>
  <inkml:trace contextRef="#ctx0" brushRef="#br0" timeOffset="-77724.43">9559 15591 14 0,'0'0'19'0,"0"0"1"16,0 0-1-16,0 0-3 0,0 0-7 0,0 0 6 15,0 0-5-15,0 0 0 0,0 0 2 0,0 0 0 16,0 0-2-16,0 0-5 0,0 0-2 0,0 0 0 15,0 0-6-15,0 0-3 0,0 0 0 0,0 0-7 16,0 0 1-16,0 0-12 0,0 0-24 0,0 0 12 16</inkml:trace>
  <inkml:trace contextRef="#ctx0" brushRef="#br0" timeOffset="-73851.44">9652 15681 53 0,'0'0'67'0,"0"0"-7"0,0 0 0 0,0 0-9 16,0 0-2-16,0 0-1 0,0 0-3 0,0 0-9 15,0 0 5-15,0 0-14 0,0 0 9 16,0 0-11-16,0 0 2 0,0 0-9 0,0 0 5 16,0 0-11-16,0 0 5 0,0 0-3 0,0 0 6 15,0 0-7-15,0 0 5 0,0 0 9 0,0 0-11 16,0 0-6-16,0 0 10 0,0 0 8 0,0 0-12 0,0 0-7 15,0 0-2-15,0 0 8 0,0 0-12 16,-9-15 3-16,9 15 7 0,0 0-6 0,0 0 4 16,0 0-11-16,0 0 3 0,0 0-1 0,0 0 1 15,0 0-8-15,0 0 9 0,0 0-6 0,0 0 5 16,0 0-8-16,0 0 10 0,0 0-8 0,0 0 1 16,0 0 1-16,0 0 15 0,0 0-23 0,0 0-8 15,0 0-1-15,0 0 8 0,0 0-11 0,0 0-4 16,0 0-6-16,0 0-3 0,0 0 3 0,0 0-1 0,0 0 3 15,0 0-12-15,0 0-7 0,0 0-10 16,0 0-36-16,0 0-101 0,0 0 45 0</inkml:trace>
  <inkml:trace contextRef="#ctx0" brushRef="#br0" timeOffset="-69585.63">9863 4846 2 0,'9'0'3'0,"-9"0"-2"16,10 0 3-16,-10 0 1 0,9 0 2 0,-9 0 2 16,13 0-1-16,-7 0-1 0,-6 0 4 0,15 0 1 15,-15 0-6-15,15 0 2 0,-8-2 4 0,4 2 2 16,0 2-3-16,1-4-1 0,-2 2 0 0,3 0-2 16,-3-1 2-16,3 0-4 0,-1 0 6 0,0 1-5 15,2 1 5-15,-2-1-2 0,0 0-4 0,0 0-2 16,-1 0 0-16,1 1 4 0,-2-1-6 15,0 1 2-15,2 1-2 0,-2-2 3 0,-2 0-4 0,3 0 5 16,-3 0-3-16,-8 0-3 0,15 1 4 0,-3-1-1 16,-3 2-1-16,-9-2 1 0,19-2-1 0,-12 2 0 15,1 2-6-15,-8-2 3 0,18-2 4 0,-10 2 0 16,2 0-1-16,-10 0-2 0,15-1 1 0,-4 1-1 16,-3 1 3-16,3-1-1 0,-2 2-4 0,2-2 4 15,-3 2-4-15,-1-2 3 0,-7 0 2 16,17 2-3-16,-9-2 0 0,-1 0 0 0,-7 0 1 0,16 3-4 15,-10-2-1-15,-6-1 3 0,10 3 1 0,-3-2-1 16,-7-1 2-16,11 3-8 0,-6-3-3 0,-5 0-11 16,9 2-18-16,-9-2-42 0,8 0 19 0</inkml:trace>
  <inkml:trace contextRef="#ctx0" brushRef="#br0" timeOffset="-2521.68">24693 4437 22 0,'0'0'54'0,"0"0"-12"0,0 0-4 16,0 0-10-16,0 0-14 0,0 0-14 0,0 0-15 15,0 0-16-15,0 0-33 0,0 0 15 0</inkml:trace>
  <inkml:trace contextRef="#ctx0" brushRef="#br0" timeOffset="164575.37">18447 5972 6 0,'0'0'6'16,"0"0"-2"-16,0 0 2 0,0 0 1 0,0 0-1 15,0 0 1-15,0 0-3 0,0 0 2 0,0 0-6 16,0 0 0-16,0 0 2 0,0 0-3 0,0 0 0 15,0 0 2-15,0 0 2 0,0 0 0 0,0 0-2 16,8 2 0-16,-8-2-3 0,0 0 2 0,0 0-1 16,0 0 1-16,0 0-2 0,0 0 3 0,0 0 1 15,0 0 0-15,0 0 0 0,0 0-1 0,0 0 0 16,0 0-3-16,0 0 3 0,0 0-4 0,0 0 12 16,0 0-9-16,0 0 1 0,0 0-2 0,9-4 1 15,-9 4 0-15,0 0 0 0,0 0-4 0,0 0 0 16,0 0 7-16,0 0-4 0,0 0 2 0,0 0-2 0,0 0 0 15,0 0-1-15,0 0 2 0,0 0 3 16,0 0-7-16,0 0 2 0,0 0 3 0,0 0 4 16,0 0-5-16,0 0 1 0,0 0 3 0,0 0-6 15,0 0 3-15,0 0 0 0,0 0-3 0,0 0 0 16,0 0 3-16,0 0-6 0,0 0-1 0,0 0 5 0,0 0-2 16,0 0 0-16,0 0 0 0,0 0-5 15,0 0 13-15,0 0-8 0,0 0 1 0,0 0 1 16,0 0-2-16,0 0 0 0,7-1 3 0,-7 1 0 15,0 0 0-15,0 0 2 0,0 0-4 0,0 0 5 0,0 0 0 16,0 0-3-16,0 0 1 0,0 0-2 0,0 0 3 16,0 0-4-16,0 0 1 0,0 0 5 0,0 0-5 15,0 0 5-15,0 0-3 0,0 0-2 0,0 0 1 16,0 0-1-16,0 0 3 0,0 0-4 16,0 0 2-16,0 0-2 0,0 0-1 0,0 0-3 0,0 0 4 15,0 0-3-15,0 0 6 0,0 0 4 16,0 0-6-16,0 0-2 0,0 0 2 0,0 0 0 15,0 0 2-15,0 0-3 0,0 0 0 0,0 0-2 16,0 0 7-16,0 0-4 0,0 0 1 0,0 0 1 16,0 0-1-16,0 0-2 0,0 0-2 0,0 0 4 15,0 0 4-15,0 0-3 0,0 0 0 0,0 0-1 16,7-2 0-16,-7 2-4 0,0 0-3 0,0 0 2 0</inkml:trace>
  <inkml:trace contextRef="#ctx0" brushRef="#br0" timeOffset="187318.55">19326 16786 41 0,'-8'-5'111'0,"8"5"-1"16,-7-7-7-16,3 4-1 0,4 3-3 0,0 0-4 16,-9-5-10-16,9 5-2 0,-7-4-3 0,7 4-5 15,0 0-13-15,0 0-6 0,-5-4-7 0,5 4 2 16,0 0-3-16,0 0 5 0,0 0-2 0,20 11-6 15,-8-7-2-15,16 2 7 0,6 1-11 0,19 0 1 16,0 1-9-16,7 3 0 0,4-4-7 0,3-1 5 16,27 8-12-16,-29-12-3 0,25 4 6 0,-25-2-3 15,0-4-3-15,-1 3 0 0,-2-3 0 0,-2-2 2 16,-4 1 2-16,-1 1 3 0,-4-2-2 0,-12 0 11 16,-4 0 6-16,-3 0 1 0,-3 0 10 0,-7 1 2 15,-3 0-24-15,0-1-2 0,-7 0 5 0,1 1 0 16,-4 1-3-16,-2 0 1 0,-7 0-2 0,13-2-3 15,-13 2-1-15,10-1-2 0,-10 1-3 0,0 0-3 16,9 0-2-16,-9 0-5 0,0 0-9 0,0 0-21 0,0 0-14 16,7 3-10-16,-7-3-11 0,0 0-38 15,0 0-18-15,2 10-29 0,-2-10-35 0,-2 10-93 16,2-10-294-16,0 0 130 0</inkml:trace>
  <inkml:trace contextRef="#ctx0" brushRef="#br0" timeOffset="194220.27">18223 5993 22 0,'0'0'31'0,"0"0"-1"0,0 0-6 0,0 0-2 0,0 0-2 15,0 0 1-15,0 0-6 0,0 0-2 0,0 0-3 16,0 0 1-16,0 0 1 0,0 0 2 0,0 0-6 16,0 0 0-16,0 0-1 0,0 0 0 0,0 0-1 15,-3-16-1-15,3 16 2 0,-10-1-5 0,10 1 1 16,-13-2 0-16,13 2 0 0,-14 0-3 0,14 0 0 15,-14 0 2-15,14 0 3 0,-16 2-2 0,11-1 1 16,5-1-7-16,-11 0 6 0,11 0-7 0,-11 0 2 16,11 0 5-16,-10-1-1 0,10 1-1 0,-9 1-4 15,9-1 4-15,-9 1-3 0,9-1 0 0,0 0 3 16,-12 0 0-16,12 0 3 0,-8 0-10 0,8 0-4 16,0 0-8-16,0 0-10 0,-13 1-15 0,13-1-46 15,-10 3 20-15</inkml:trace>
  <inkml:trace contextRef="#ctx0" brushRef="#br0" timeOffset="195614.63">18109 5919 10 0,'0'0'47'16,"0"0"2"-16,0 0-8 0,0 0 0 0,0 0-7 16,0 0 0-16,0 0-2 0,0 0-1 0,0 0-1 15,38-2-8-15,-18 2 1 0,10-2-6 0,3 1 1 16,1 0 0-16,4 1-3 0,14-1 3 0,-1 2-9 0,0-1 4 16,3 0-5-16,2-1 0 0,-1 1-6 0,-1 0-16 15,3 0-5-15,3 0-20 0,0 1-36 16,2 0-81-16,2-3 36 0</inkml:trace>
  <inkml:trace contextRef="#ctx0" brushRef="#br0" timeOffset="206710.73">19502 4910 13 0,'0'0'57'0,"0"0"-4"0,-11-1 1 16,11 1-1-16,0 0-5 0,-9 0-6 15,9 0-4-15,-11 0 8 0,11 0-1 0,-9-1-5 16,9 1 3-16,0 0-8 0,-10 0 6 0,10 0-12 16,0 0-3-16,-13-2 2 0,13 2-2 0,-9 0-2 15,9 0-8-15,-9 2 1 0,9-2 3 0,-9 2-3 16,9-2-3-16,-9 3-3 0,9-3 1 0,-8 1 5 15,8-1-4-15,0 0-5 0,-7 4-4 0,7-4 4 16,0 0 1-16,0 0-6 0,-8 0-2 0,8 0 5 16,0 0 2-16,0 0-5 0,0 0 1 0,0 0 1 15,0 0-2-15,0 0-1 0,0 0 3 0,0 0-6 16,0 0 9-16,0 0-6 0,-8 3-2 0,8-3 12 16,0 0 5-16,0 0 1 0,0 0-7 0,0 0 8 15,0 0 3-15,0 0 11 0,0 0-5 0,0 0 6 16,0 0-5-16,0 0 2 0,0 0 10 0,0 0-14 15,0 0-3-15,0 0 3 0,0 0-5 0,0 0 1 16,0 0-4-16,0 0-7 0,0 0-5 0,0 0 5 16,0 0-1-16,0 0 14 0,0 0-18 0,0 0-12 15,0 0 11-15,0 0 0 0,0 0 1 0,27-3 1 16,-27 3-2-16,0 0 4 0,13 0-3 16,-13 0 5-16,12 0-6 0,-12 0 4 0,11 0 1 0,-3 0 0 15,-8 0 1-15,12 2-3 0,-12-2 1 0,11 0-2 16,-11 0-1-16,9 0 2 0,-9 0-5 0,10 0 6 15,-5 1-2-15,-5-1 2 0,0 0-2 0,14 0 4 16,-9 2 3-16,-5-2-5 0,12 1-5 0,-12-1 0 16,9 1 0-16,-9-1 3 0,12 2-2 0,-7-1 4 15,-5-1-1-15,10 2 0 0,-10-2 1 0,11 1 0 16,-11-1 0-16,13 1-1 0,-8 0-5 0,-5-1 3 16,11 0-1-16,-11 0 1 0,12 0 13 0,-6 1-7 15,-6-1-5-15,12-2 8 0,-12 2-5 0,15 0 0 16,-10-1 1-16,-5 1-6 0,13-1 3 0,-13 1-1 15,13 0-3-15,-13 0-1 0,10-2 0 0,-10 2-1 16,8-1 4-16,-8 1 0 0,10 1-3 0,-10-1 2 16,0 0-2-16,10-1 2 0,-10 1-5 0,0 0 2 15,10 0 0-15,-10 0 2 0,0 0 1 0,12 0-2 16,-12 0 2-16,0 0 2 0,10 3-4 0,-10-3-3 16,0 0 11-16,9 0-3 0,-9 0 1 0,0 0 1 15,0 0-1-15,11 0-1 0,-11 0-6 0,0 0 7 16,7 1-1-16,-7-1 0 0,0 0 2 0,0 0-1 15,0 0 1-15,10-1 5 0,-10 1-2 0,0 0 3 16,0 0-4-16,0 0 1 0,12-2-1 0,-12 2-2 16,0 0 1-16,7-1 1 0,-7 1-1 0,0 0 3 15,8-3-2-15,-8 3-5 0,0 0 3 0,9-3-3 16,-9 3 0-16,0 0 1 0,13 0-3 0,-13 0-1 16,7-3 3-16,-7 3-4 0,0 0 2 0,14 2-6 15,-14-2 6-15,8-2-3 0,-8 2 5 0,9 0-8 16,-9 0 3-16,9 0-5 0,-9 0 6 0,0 0 0 15,11 0-1-15,-11 0-1 0,0 0 1 0,12 0-1 16,-12 0 2-16,0 0 1 0,8 0 3 0,-8 0 1 16,0 0-6-16,0 0-1 0,10 0 1 0,-10 0 2 15,0 0-1-15,0 0-3 0,0 0 1 0,9 0-3 16,-9 0 4-16,0 0 0 0,0 0-4 0,6 3-1 16,-6-3 3-16,0 0-2 0,0 0 3 0,10 0-2 15,-10 0 1-15,0 0 2 0,8 0 0 0,-8 0 2 16,0 0-2-16,0 0-2 0,9 0 1 0,-9 0 5 15,0 0-3-15,0 0 2 0,0 0-1 0,0 0-3 16,0 0 5-16,8 2-1 0,-8-2-1 0,0 0 1 16,0 0-5-16,0 0 3 0,0 0-2 0,0 0 3 15,0 0 0-15,0 0 1 0,10 0 1 0,-10 0-1 16,0 0 5-16,0 0-2 0,0 0-2 0,0 0 0 16,0 0 2-16,0 0-2 0,10-2 1 0,-10 2-1 15,0 0 2-15,0 0-4 0,0 0 4 0,0 0-6 16,0 0 2-16,9 0 1 0,-9 0-2 0,0 0 1 15,0 0 0-15,0 0 1 0,0 0-4 0,0 0 1 16,0 0 1-16,0 0-2 0,0 0 1 0,0 0-2 16,9 0 3-16,-9 0-4 0,0 0-1 0,0 0 2 15,0 0 2-15,0 0 0 0,0 0 1 0,0 0-3 16,0 0 0-16,0 0-1 0,0 0 6 0,0 0-6 16,0 0 7-16,0 0 2 0,0 0-3 0,0 0-2 15,0 0 5-15,0 0-3 0,0 0 0 0,0 0 1 16,0 0-3-16,0 0 2 0,0 0 1 0,0 0-3 15,0 0-2-15,0 0 5 0,0 0-5 0,0 0 1 16,0 0-1-16,0 0-1 0,0 0 2 0,0 0-3 16,0 0 2-16,0 0-5 0,0 0-12 0,0 0-13 15,0 0-18-15,0 0-30 0,0 0-31 0,0 0-28 16,0 0-44-16,0 0-44 0,0 0-113 0,0 0-363 16,0 0 162-16</inkml:trace>
  <inkml:trace contextRef="#ctx0" brushRef="#br0" timeOffset="211566.48">20073 4932 26 0,'0'0'38'0,"0"0"-5"15,0 0 4-15,0 0-2 0,0 0-6 0,0 0-3 16,0 0-3-16,0 0 2 0,0 0 0 0,0 0-2 16,0 0-6-16,0 0 4 0,0 0 1 0,0 0 3 15,0 0-3-15,0 0-2 0,0 0 3 0,0 0 2 16,0 0 2-16,0 0-4 0,0 0 9 0,0 0 0 16,0 0-8-16,0 0 4 0,0 0 7 0,0 0 5 15,0 0-11-15,0 0 4 0,0 0 0 0,0 0-13 16,0 0 10-16,0 0-14 0,0 0 7 0,0 0 11 15,0 0-6-15,0 0-5 0,0 0 5 0,0 0-4 16,0 0 2-16,0 0 3 0,0 0 4 0,0 0-4 16,0 0-2-16,0 0-15 0,0 0 13 0,0 0-3 15,0 0 1-15,0 0 3 0,0 0-7 0,0 0 4 16,0 0-10-16,0 0 1 0,0 0-5 0,0 0 4 16,0 0-3-16,0 0-1 0,0 0-1 0,0 0-2 15,0 0 8-15,0 0-8 0,0 0 2 0,0 0-1 16,0 0-2-16,0 0 5 0,0 0-2 0,0 0 0 15,0 0-4-15,0 0 4 0,0 0 1 0,0 0-2 16,0 0 1-16,0 0-3 0,0 0 3 0,0 0-6 16,0 0 1-16,0 0 1 0,0 0 6 0,0 0-1 15,0 0 1-15,0 0 6 0,0 0 1 0,0 0 5 16,0 0-11-16,0 0 7 0,0 0-4 0,0 0-1 16,0 0 4-16,0 0 0 0,0 0-4 0,0 0 0 15,0 0-3-15,-4-21 8 0,4 21-6 0,0 0 2 16,0 0-5-16,0 0 2 0,0 0 0 0,0 0 4 15,0 0-4-15,0 0-1 0,0 0 3 0,0 0-1 16,-1-9 5-16,1 9-2 0,0 0-1 0,0 0 2 16,0 0 1-16,0 0 3 0,0 0-6 0,0 0-10 15,0 0 12-15,0 0 1 0,0 0 2 0,0 0-7 16,0 0 7-16,1-10-5 0,-1 10 6 0,0 0-9 16,0 0 5-16,0 0 0 0,0 0 3 0,0 0-4 15,0 0-1-15,0 0-2 0,-3-7 3 0,3 7-4 16,0 0 7-16,0 0-1 0,0 0 4 0,0 0-4 15,-1-8 0-15,1 8 0 0,0 0 3 0,0 0-6 16,0 0-3-16,-2-9 2 0,2 9-4 0,0 0 1 16,0 0-4-16,0 0 4 0,0 0-2 0,-2-9 1 15,2 9-3-15,0 0 3 0,0 0 1 0,0 0 4 16,0 0-3-16,0-10 1 0,0 10-4 0,0 0 4 16,0 0-6-16,0 0-1 0,-2-7 0 0,2 7 0 15,0 0 1-15,0 0 0 0,-3-8 0 0,3 8 3 16,0 0 0-16,0 0-2 0,-1-7 2 0,1 7 3 15,0 0-2-15,0 0 0 0,0 0 1 0,0 0-2 16,-3-10-1-16,3 10-1 0,0 0 0 0,0 0 3 16,0 0 2-16,-3-8 0 0,3 8 1 0,0 0-3 15,0 0 2-15,0 0 3 0,-2-7-2 0,2 7-5 16,0 0 2-16,0 0 2 0,0 0-2 0,-2-9 0 16,2 9 3-16,0 0-3 0,0 0 2 0,0 0 2 15,-2-8 0-15,2 8-5 0,0 0 0 0,0 0 2 16,0 0 0-16,-1-10-3 0,1 10 4 0,0 0-2 15,0 0-2-15,0 0 3 0,-1-8-2 0,1 8-1 16,0 0-1-16,0 0 1 0,-3-8-1 0,3 8 2 16,0 0 0-16,-1-9-3 0,1 9 0 0,0 0-1 15,0 0 2-15,0-8 0 0,0 8-4 0,0 0 2 16,0 0-1-16,0-11 2 0,0 11 0 0,0 0-3 16,-1-7 4-16,1 7 2 0,0 0 7 0,0 0-3 15,0 0 1-15,0 0-2 0,0-10 3 0,0 10-1 16,0 0-5-16,0 0 5 0,0-10-4 0,0 10-1 15,0 0-3-15,1-8 3 0,-1 8-1 0,0 0 1 16,1-9 0-16,-1 9 5 0,0 0-13 0,0-10 1 16,0 10 3-16,2-7 0 0,-2 7 1 0,1-9-5 15,-1 9 6-15,0 0-2 0,1-8 7 0,-1 8-3 16,0 0 4-16,3-8 1 0,-3 8 4 0,0 0-4 16,0 0 0-16,0-11 0 0,0 11 1 0,1-7-3 15,-1 7 2-15,0 0 4 0,0 0-7 16,1-11 5-16,-1 11-6 0,0-8 0 0,0 8-1 15,0-10 5-15,0 10-4 0,2-10-2 0,-2 10-1 0,0-8-1 16,0 8-4-16,0-8 6 0,0 8-2 0,1-9-2 16,-1 9 3-16,0 0 2 0,1-10-3 0,-1 10-2 15,1-7 4-15,-1 7-10 0,0 0 8 0,-2-9 2 16,2 9 1-16,0 0-4 0,1-10-1 0,-1 10 5 16,0 0-4-16,0-10-1 0,0 10 4 0,0 0 3 15,0-9-1-15,0 9 2 0,0 0 0 0,0-10-2 16,0 10 0-16,0 0 1 0,0-9-2 0,0 9-1 15,0 0-9-15,1-7 11 0,-1 7 5 0,0 0-11 16,0 0 5-16,0-12-4 0,0 12-2 0,0-6 0 16,0 6 0-16,0 0 3 0,0-9-2 15,0 9-6-15,2-7 5 0,-2 7 2 0,0 0-4 0,0-10-1 16,0 10 5-16,0 0 1 0,0-7-6 0,0 7 6 16,0 0-2-16,1-10 3 0,-1 10 5 0,0-9-8 15,0 9-6-15,0 0 2 0,1-10-1 0,-1 10 6 16,0 0-5-16,0-11 7 0,0 11-7 15,0 0 3-15,2-10 0 0,-2 10-5 0,1-7 6 0,-1 7-3 16,0 0 4-16,1-10 0 0,-1 10-2 0,0 0 4 16,-1-9 4-16,1 9-1 0,0 0-4 0,1-12 4 15,-1 12-3-15,0-6-3 0,0 6 3 0,-1-10 5 16,1 10-13-16,0 0 3 0,1-12 5 0,-1 12-5 16,0-9 5-16,0 9-2 0,1-7-5 0,-1 7 3 15,0 0-6-15,0-12 4 0,0 12 2 16,2-8 7-16,-2 8-8 0,0 0 1 0,0-10-1 0,0 10-3 15,0 0 7-15,0-10-1 0,0 10-14 0,0-8 9 16,0 8 2-16,0 0 15 0,2-9-13 0,-2 9 1 16,0 0-7-16,0-8 5 0,0 8-1 0,3-7-4 15,-3 7 5-15,0 0-1 0,0 0 6 0,0-10-6 16,0 10 0-16,0 0 1 0,0 0 0 0,0 0-6 16,-2-9 5-16,2 9-3 0,0 0-3 0,0 0 13 15,0 0-10-15,0-10 6 0,0 10-5 0,0 0 7 16,0 0-1-16,2-9 3 0,-2 9-5 15,0 0 2-15,0 0-3 0,0-10-1 0,0 10 2 0,0 0 5 16,0-9-4-16,0 9 0 0,0 0 2 0,0-8-1 16,0 8-1-16,0 0 2 0,0 0-1 0,0 0-9 15,-2-12 13-15,2 12-1 0,0 0-5 0,0-8 1 16,0 8-2-16,0 0 1 0,-3-8 1 0,3 8 10 16,0 0-12-16,0-10-2 0,0 10 5 0,2-9 0 15,-2 9-5-15,0 0 0 0,-2-11-3 0,2 11 5 16,2-8-1-16,-2 8 5 0,0 0 4 0,-4-11-3 15,4 11-3-15,2-7 1 0,-2 7-1 0,0-8 4 16,0 8-9-16,2-8 5 0,-2 8-1 0,0 0-2 16,0-11 2-16,0 11 4 0,0-8-10 0,0 8 9 15,0 0-4-15,0-9 4 0,0 9 1 0,0 0-6 16,0-13 0-16,0 13 4 0,0-6-9 0,0 6 8 16,0-9 2-16,0 9-6 0,0 0 5 0,0-10-2 15,0 10 1-15,0-8-3 0,0 8-10 16,1-6 13-16,-1 6-2 0,0 0 3 0,0 0 2 0,-1-14-3 15,1 14 0-15,0 0-4 0,0-9 2 0,0 9 4 16,0 0-1-16,0-9 4 0,0 9-6 0,0 0 0 16,0-11 3-16,0 11-3 0,0 0 1 0,-2-9 3 15,2 9 0-15,0-9-5 0,0 9 3 0,0 0-4 16,0-10 1-16,0 10 5 0,-3-6-7 0,3 6 2 16,0 0-3-16,0-13 10 0,0 13-9 0,-1-7-1 15,1 7-1-15,0 0 4 0,-1-13 0 0,1 13-10 16,-2-7 14-16,2 7 5 0,0 0-3 15,-1-10-2-15,1 10 0 0,0 0 1 0,-1-9-3 0,1 9-2 16,-2-9 0-16,2 9 14 0,0 0-14 0,-1-9-1 16,1 9 1-16,0 0 3 0,-1-11-3 0,1 11 6 15,-1-7-7-15,1 7 3 0,0 0 2 0,0 0-1 16,-2-12 6-16,2 12-9 0,0 0-3 16,-1-7 1-16,1 7-2 0,0 0 1 0,0-10 7 0,0 10-2 15,0 0-5-15,0 0 5 0,0-10-5 0,0 10 0 16,0 0 6-16,0 0-5 0,0 0 2 0,0-9-10 15,0 9 0-15,0 0 13 0,-1-9-5 0,1 9-1 16,0 0-5-16,0 0 7 0,1-10-1 16,-1 10 2-16,0 0 0 0,0-8 5 0,0 8 1 0,0 0-3 15,0 0-2-15,-1-10 6 0,1 10 3 0,0 0-4 16,0 0-10-16,0-10-2 0,0 10 5 0,0 0 0 16,1-8-5-16,-1 8 9 0,0 0-7 0,0-8 4 15,0 8-2-15,0 0 1 0,1-8 0 0,-1 8 0 16,0 0-3-16,0 0 4 0,2-9 14 0,-2 9-13 15,0 0-6-15,0-8 4 0,0 8 6 0,0 0-5 16,0 0-1-16,0-9 1 0,0 9-1 0,0 0 2 16,1-9 5-16,-1 9-5 0,0 0 1 0,0 0-1 15,1-10-5-15,-1 10 7 0,0 0-8 0,0 0 2 16,0-8 4-16,0 8 1 0,0 0-2 0,1-8 4 16,-1 8-4-16,0 0 0 0,0 0-12 0,2-7 9 15,-2 7 5-15,0 0 0 0,0 0-2 0,0 0 7 16,-2-12-10-16,2 12 3 0,0 0 0 0,0 0 2 15,2-9-8-15,-2 9 6 0,0 0 0 16,0 0 0-16,1-10 3 0,-1 10 7 0,0 0-7 0,0 0-3 16,3-8 5-16,-3 8-2 0,0 0-2 0,0 0-4 15,1-7 5-15,-1 7 4 0,0 0-3 0,0 0-6 16,1-8 3-16,-1 8 5 0,0 0 29 0,0 0-6 16,1-9-4-16,-1 9 1 0,0 0-3 0,0 0-3 15,2-8-16-15,-2 8 14 0,0 0 0 0,0 0-1 16,2-9-4-16,-2 9 1 0,0 0-3 0,1-7-3 15,-1 7 2-15,0 0-1 0,0 0-2 0,0 0 1 16,3-7 2-16,-3 7-7 0,0 0 7 0,0 0-1 16,0 0 2-16,1-8-1 0,-1 8 0 15,0 0-3-15,0 0 1 0,0 0-2 0,0-7-2 16,0 7 1-16,0 0-3 0,0 0 2 0,0-12-5 0,0 12 3 16,0 0-4-16,1-7 6 0,-1 7-3 0,0 0 0 15,0 0-6-15,2-10 7 0,-2 10-3 0,0 0 0 16,0-7-1-16,0 7 5 0,0 0-5 0,1-8 3 15,-1 8-1-15,0 0-2 0,0 0 4 16,0 0 1-16,0-11-4 0,0 11 2 0,0 0-6 16,0 0 8-16,0 0 1 0,0 0-2 0,0 0 2 0,-1-10-2 15,1 10 2-15,0 0-2 0,0 0-1 0,0 0 1 16,0 0-2-16,0 0 5 0,0-10-3 0,0 10-3 16,0 0 6-16,0 0-3 0,-3-7-1 0,3 7-1 15,0 0 0-15,-1-9-2 0,1 9-4 16,0 0 6-16,0 0 1 0,-1-7-1 0,1 7-1 15,0 0 0-15,0 0-2 0,-2-9 1 0,2 9 2 16,0 0-1-16,0 0-3 0,0 0-2 0,0 0 7 0,0 0 1 16,-1-8-2-16,1 8 2 0,0 0-8 0,0 0 6 15,0 0-1-15,0 0 1 0,0 0-1 0,0 0 1 16,-4-7-3-16,4 7 2 0,0 0-3 0,0 0 6 16,0 0-3-16,0 0-3 0,0 0 2 15,-1-8 3-15,1 8-5 0,0 0 2 0,0 0-4 16,0 0 6-16,0 0-4 0,0 0 4 0,-1-10-2 15,1 10 2-15,0 0-5 0,0 0-1 0,0 0 6 0,-3-6-1 16,3 6-1-16,0 0 0 0,0 0 4 0,0 0-3 16,0 0 2-16,-2-7-3 0,2 7 3 0,0 0-1 15,0 0 0-15,0 0-2 0,0 0 1 0,0 0 6 16,0 0-5-16,0 0-1 0,0 0 3 16,0-10 4-16,0 10-4 0,0 0-1 0,0 0-4 15,0 0 1-15,0 0 7 0,0 0-8 0,-2-8 10 0,2 8-7 16,0 0 4-16,0 0-3 0,0 0 0 0,-2-9-2 15,2 9 2-15,0 0-2 0,0 0 5 0,-1-7-3 16,1 7-6-16,0 0 5 0,0 0 1 16,0 0 2-16,-3-7-1 0,3 7-1 0,0 0 0 15,0 0 1-15,0 0 3 0,0 0-7 0,-1-9 2 16,1 9 0-16,0 0 0 0,0 0-1 0,-3-8 4 0,3 8-3 16,0 0 2-16,0 0-4 0,0 0 0 15,0 0 2-15,0 0 0 0,-2-8-1 0,2 8 4 16,0 0-5-16,0 0 0 0,0 0 2 0,0 0-1 15,0 0 2-15,0 0-1 0,-3-7 0 0,3 7 0 16,0 0-5-16,0 0 5 0,0 0 1 0,0 0-1 16,0 0-1-16,0 0-1 0,0 0 1 0,0 0 1 15,0 0-4-15,0 0-1 0,0 0-1 0,0-10 7 16,0 10-3-16,0 0 3 0,0 0-4 0,0 0 2 16,0 0 0-16,0 0-3 0,0 0 2 0,0 0 1 15,0 0 1-15,0 0-4 0,-1-8 4 0,1 8-3 16,0 0 2-16,0 0-5 0,0 0 5 0,0 0-1 15,0 0 1-15,0 0-3 0,0 0 1 0,0 0 2 16,0 0 2-16,0 0 0 0,0 0-4 0,0 0 4 16,0 0-4-16,0 0 0 0,0 0 3 0,0 0-1 15,0 0 0-15,1-8-4 0,-1 8 5 0,0 0-1 16,0 0-3-16,0 0 2 0,0 0-2 0,0 0 1 16,0 0 4-16,0 0 1 0,0 0-5 0,0 0 0 15,0 0 4-15,0 0-6 0,0 0 2 0,0 0-6 16,0 0 11-16,0 0-3 0,0 0-1 0,0 0-6 15,0 0 9-15,0 0-2 0,0 0 2 0,0 0-2 16,0 0 1-16,0 0 0 0,0 0 1 0,0 0-4 16,0 0-1-16,0 0 4 0,0 0-1 0,0 0-7 15,0 0 10-15,0 0-4 0,0 0 1 0,0 0 0 16,0 0-5-16,0 0 4 0,0 0 1 0,0 0 1 16,0 0 0-16,0 0 0 0,0 0-2 0,0 0 4 15,-6-7-1-15,6 7-2 0,0 0-3 0,0 0 1 16,0 0 1-16,0 0 3 0,0 0-4 0,0 0-3 15,0 0-3-15,0 0-13 0,0 0-18 0,0 0-8 16,0 0-18-16,0 0-22 0,0 0-33 0,0 0-25 16,0 0-28-16,18 0-36 0,-18 0-23 0,0 0-30 15,22 5-54-15,-10-3-61 0,-4 3-239 0,3 0-666 16,-11-5 295-16</inkml:trace>
  <inkml:trace contextRef="#ctx0" brushRef="#br0" timeOffset="-208610.99">20047 5046 25 0,'0'0'71'0,"0"0"-8"16,0 0-8-16,0 0 1 0,2-9-14 0,-2 9 6 16,0 0 0-16,0 0-3 0,0 0-6 0,0 0-2 0,-2-9 8 15,2 9-6-15,0 0-2 0,0 0 7 16,0 0-15-16,0 0 4 0,0 0 4 0,-4-10-5 16,4 10 11-16,0 0-8 0,0 0 2 0,0 0-6 15,-6-4 11-15,6 4 1 0,0 0-6 0,0 0 6 16,0 0-6-16,0 0-2 0,-6-7 7 0,6 7-7 0,0 0-2 15,0 0 2-15,0 0-14 0,0 0 11 16,-4-5-2-16,4 5-4 0,0 0-1 0,0 0-3 0,0 0-3 16,0 0-1-16,0 0-7 0,0 0-6 15,0 0 7-15,0 0-4 0,0 0 0 0,0 0 1 16,0 0-3-16,0 0-4 0,0 0 1 0,0 0 2 0,0 0-3 16,0 0 0-16,-9 16 5 0,8-11-7 0,1-5 2 15,-4 11-1-15,1-4 3 0,2 0-3 16,-2 2 1-16,2 1 3 0,-3 1 5 0,3-1-3 15,-1 0-5-15,0 0 0 0,1 1 4 0,-2-1-1 16,1 2-1-16,2-3 12 0,-3 4-5 0,2-3-3 16,0 2 2-16,-1-1-1 0,0-2 1 0,2 2-2 0,-2 1 1 15,1 0-5-15,0-2 4 0,1 6 1 16,-1-6-1-16,2 0-3 0,-1 2 2 0,0-3-1 16,0 2 5-16,0 0-3 0,-1-4 0 0,1 4 0 15,-2-2-10-15,2 1 5 0,0-3 4 0,0-7-5 0,0 16 4 16,0-9 7-16,0-7 1 0,-3 10 3 0,3-10 5 15,0 9-5-15,0-9 0 0,-3 10-1 0,3-10 1 16,0 0 1-16,-1 9-7 0,1-9 1 16,0 0 2-16,0 8-2 0,0-8-3 0,0 0 9 15,0 0-12-15,0 8 5 0,0-8-2 0,0 0-1 0,0 0 1 16,-1 9-4-16,1-9 1 0,0 0 0 0,0 0-1 16,0 0-1-16,0 0 0 0,0 0 0 0,-2 7-2 15,2-7-11-15,0 0-27 0,2 9-15 16,-2-9-24-16,2 7-25 0,1-2-15 0,-3-5-20 15,6 15-23-15,-5-7-90 0,-1 1-268 0,1 1 119 0</inkml:trace>
  <inkml:trace contextRef="#ctx0" brushRef="#br0" timeOffset="-208186.47">19950 5835 50 0,'1'-7'194'0,"-1"7"-6"0,0 0-6 16,0 0-7-16,0 0-8 0,0 0-16 0,0 0-14 0,0 0-13 16,0 0-12-16,6-7-12 0,-6 7-12 15,0 0-9-15,0 0-7 0,0 0-5 0,0 0-10 16,0 0-8-16,0 0 0 0,0 0-1 0,0 0-1 15,5 14-6-15,-5-14 3 0,2 12-13 0,0-5-2 0,-1-1-2 16,0 4-3-16,-1-2 2 0,3 2 0 0,-3-3 0 16,2 3-1-16,-1-2 0 0,-1 2-4 15,2-1 0-15,-2 0 1 0,1 0-1 0,0 2 1 0,-2-2-2 16,1-1-2-16,0-8-1 0,-1 13-2 16,1-4-2-16,0-1-2 0,1 2-1 0,-1-1 0 0,0-2 1 15,0-7 0-15,0 13-1 0,1-5-2 0,-1-8-1 16,-1 13 1-16,2-6-2 0,-1-7 0 0,-1 12 1 15,1-12 0-15,0 12 1 0,0-5-9 16,0-7-16-16,-1 12-15 0,1-12-16 0,0 11-27 16,0-11-31-16,0 0-26 0,0 16-27 0,0-9-7 0,-2-2 0 15,2-5-146-15,-3 17-337 0,3-17 149 16</inkml:trace>
  <inkml:trace contextRef="#ctx0" brushRef="#br0" timeOffset="-207684.7">19908 7086 19 0,'0'-16'152'0,"0"10"4"0,0 6 6 16,0-11-12-16,1 5-4 0,-1 6-14 0,4-7-10 15,-4 7-11-15,0 0-8 0,0 0-16 0,0-9-7 0,0 9-8 16,0 0-6-16,0 0 6 0,0 0 4 16,0 0-3-16,0 0-5 0,0 0-3 0,0 0-1 15,-9 26-2-15,8-15-3 0,-2-1 3 0,2 2 3 0,-2 0-11 16,2-2 5-16,-1 0-1 0,0 2 7 16,0-1-5-16,0 0-5 0,0-2-9 0,-1 0 5 15,0 0-9-15,1 1-6 0,1-1-5 0,0-5 0 0,1-4-6 16,-3 12 3-16,3-12-7 0,-1 9-1 0,1-9-4 15,-3 9 1-15,3-9-1 0,-1 9 0 16,1-9-15-16,0 9-19 0,0-9-17 0,-1 7-23 16,1-7-27-16,0 0-29 0,-5 15-24 0,5-15-30 0,-2 10-20 15,2-3-25-15,0-7-114 0,-2 11-352 0,2-11 156 16</inkml:trace>
  <inkml:trace contextRef="#ctx0" brushRef="#br0" timeOffset="-207217.63">19774 8424 141 0,'4'-11'232'0,"-4"11"-8"0,4-10-5 0,-4 10-2 16,6-8-18-16,-6 8-21 0,0 0-15 0,4-8-16 15,-4 8-19-15,0 0-14 0,0 0-14 16,0 0-9-16,0 0-6 0,0 0-9 0,0 0 0 15,0 0-3-15,5 30-8 0,-5-19-5 0,0 2-2 0,0 3-6 16,-2 0 7-16,1 1-5 0,2 0-4 0,-4 1 8 16,-1-1-4-16,1-1-5 0,0 3-2 15,0-4-4-15,2 1-2 0,-1 1-7 0,1-5-4 0,0 1-7 16,-1-2 3-16,2-1 5 0,-2 0-8 0,2-10-3 16,0 16-4-16,-1-6-3 0,1-10 1 0,0 16 8 15,0-16-12-15,-2 16 2 0,2-16-1 0,0 15-17 16,0-9-10-16,0-6-19 0,0 13-24 15,0-13-19-15,-2 17-21 0,-1-11-25 0,3-6-51 16,-4 13-40-16,-1-7-43 0,2 3-138 0,3-9-428 0,-8 17 189 16</inkml:trace>
  <inkml:trace contextRef="#ctx0" brushRef="#br0" timeOffset="-206735.69">19686 9977 160 0,'0'-6'230'0,"0"6"-9"15,0 0-15-15,0 0-16 0,0 0-21 0,0-13-19 16,0 13-12-16,0 0-16 0,0 0-10 0,0 0-5 16,0 0-3-16,0 0-5 0,0 0-1 0,-7 33-12 15,6-23 1-15,1-10-5 0,-3 22-5 16,1-12-5-16,0 2 5 0,0 3-17 0,1-3 9 0,-1 0-12 15,-1 0-1-15,1 0-6 0,0 0-6 0,-1 0-3 16,2-2-1-16,-2 2-3 0,2-3-4 0,0 3-2 16,1-12-2-16,-3 19-8 0,3-19 0 0,0 13 1 15,0-13-3-15,-2 12-2 0,0-5 1 16,2-7-4-16,-1 14-3 0,1-14 1 0,-1 12-1 0,1-12-6 16,0 0-11-16,0 15-20 0,0-15-12 0,-2 9-22 15,2-9-18-15,0 0-28 0,-1 12-28 0,1-12-18 16,0 0-17-16,0 12-33 0,0-12-21 15,0 0-130-15,4 13-380 0,-4-13 169 0</inkml:trace>
  <inkml:trace contextRef="#ctx0" brushRef="#br0" timeOffset="-206317.48">19517 11130 129 0,'0'0'225'16,"0"0"-7"-16,0 0-1 0,0 0-6 0,0 0-13 0,0 0-13 15,0 0-11-15,0 0-18 0,0 0-13 0,0 0-19 16,0 0-8-16,0 0-10 0,0 0-2 0,0 0 3 15,0 0-15-15,0 0-4 0,0 0-1 0,9 5-8 16,-9-5-1-16,1 14-1 0,0-5 2 16,1 2-7-16,-2-1 0 0,1 1 0 0,0 0-1 0,-1-11-6 15,0 22-3-15,0-12-4 0,2 2-6 16,-4-2 6-16,2-10-8 0,2 20-4 0,-4-11-3 0,2-9 4 16,0 17-2-16,-1-7-11 0,1-10 4 15,-4 17-7-15,4-17 0 0,-2 12-4 0,2-12-1 16,0 0-5-16,-4 18-3 0,4-18-3 0,0 0-3 0,-4 13-21 15,4-13-14-15,-1 7-19 0,1-7-21 16,0 0-16-16,-7 9-21 0,7-9-20 0,0 0-23 16,0 0-26-16,-4 13-35 0,4-13-31 0,0 0-36 0,0 0-163 15,0 0-470-15,0 0 208 0</inkml:trace>
  <inkml:trace contextRef="#ctx0" brushRef="#br0" timeOffset="-205867.8">19424 12352 45 0,'0'0'231'0,"0"0"-5"0,1-7-10 0,-1 7-12 0,0 0-13 15,0 0-15-15,0 0-19 0,0 0-15 0,0 0-16 16,0 0-9-16,0 0-4 0,0 0 6 0,0 0-7 16,0 0-5-16,1 19-5 0,-1-19-9 0,-1 14-3 15,-2-6 2-15,3 1-3 0,0 1-2 0,-2-1-4 16,-2 3 4-16,3-3-9 0,-1 0-2 15,2 1-4-15,0-1 6 0,0 1-17 0,-1-2-1 16,-1 1-7-16,0-3-6 0,1 1-1 0,0 1-4 0,1-8-1 16,-2 10-12-16,1-4 5 0,1-6-6 0,-2 10 5 15,2-10-8-15,-2 10-6 0,2-10-3 0,-2 7 1 16,2-7-3-16,-3 5 1 0,3-5-13 0,0 0-16 16,0 0-19-16,-1 9-28 0,1-9-16 0,0 0-27 15,-3 7-23-15,3-7-28 0,0 0-38 0,0 0-32 16,-2 7-22-16,2-7-12 0,0 0-141 0,0 0-432 15,-3 13 191-15</inkml:trace>
  <inkml:trace contextRef="#ctx0" brushRef="#br0" timeOffset="-205458.63">19347 13294 91 0,'0'0'214'0,"0"0"-1"0,0 0-8 16,0 0-1-16,0 0-10 0,0 0-6 0,0 0-8 16,0 0-11-16,0 0-11 0,0 0-9 0,11-6-18 15,-11 6-12-15,0 0-6 0,0 0-16 0,0 0-1 16,0 0 3-16,0 12-2 0,0-12 7 0,2 12-9 15,-1-3 4-15,-1 0-8 0,0 1-6 0,1 0 5 16,-3 2-8-16,3-2-2 0,-1 0-4 0,0 3 3 16,1-4-2-16,-2 2-10 0,2-1-3 0,-1-3-2 15,0 2-13-15,0 0 2 0,0-2-1 0,0-7-14 16,-2 14 1-16,0-9-1 0,2-5-7 0,2 14-1 16,-2-14 1-16,-2 9-9 0,2-9 0 15,-3 10 3-15,3-10-7 0,-2 5 0 0,2-5-7 0,0 0-8 16,-2 10-16-16,2-10-14 0,0 0-16 0,0 0-18 15,-4 6-22-15,4-6-23 0,0 0-22 0,0 0-30 16,-4 6-40-16,4-6-38 0,0 0-37 0,-9 0-220 16,9 0-537-16,0 0 237 0</inkml:trace>
  <inkml:trace contextRef="#ctx0" brushRef="#br0" timeOffset="-205073.67">19241 14089 90 0,'4'2'214'0,"-4"-2"-3"0,0 0-8 0,7 1-6 15,-7-1-8-15,0 0-7 0,0 0-12 0,0 0-11 16,9 0-13-16,-9 0-15 0,0 0-10 0,0 0-14 15,0 0-10-15,8 3-6 0,-8-3 8 0,0 0-4 16,1 13-4-16,-1-7 0 0,1 1 7 0,-1-7-8 16,0 15 2-16,0-4-3 0,2-1-6 0,-4 0-6 15,2 2-6-15,0 2 0 0,-1-2-7 0,1-2-2 16,0 0-7-16,-1 0-5 0,0 0-4 0,-1-1-6 16,1-2-1-16,1-7-2 0,-4 15-7 0,4-9 1 15,0-6-7-15,0 10 0 0,0-10-7 0,0 11 15 16,-1-3-19-16,-1-1 4 0,2 2-3 0,0-9-14 15,-2 17-36-15,-2-10-33 0,2 2-15 0,-3-3-15 16,-1 4-21-16,3-1-18 0,-5-1-34 0,2-1-34 16,2 2-22-16,1-2-19 0,1 0-179 0,0 0-460 15,2-7 203-15</inkml:trace>
  <inkml:trace contextRef="#ctx0" brushRef="#br0" timeOffset="-204792.9">19307 14559 48 0,'5'3'200'0,"-5"-3"-9"0,0 0-9 15,7 3 3-15,-7-3-4 0,4 4-6 0,-4-4-6 16,6 10-10-16,-4-7-4 0,1 5-4 0,-2 0-8 16,1-1-12-16,-2 3-8 0,0 0-5 0,0-1-7 15,0 1 6-15,-2 5-2 0,0 3-6 0,2-1-12 16,0-2-12-16,0 1 1 0,0-4-13 0,0 4-7 15,1 0-8-15,2-2-4 0,1-1-5 0,-1 3-8 16,0-4 8-16,1 0-15 0,6 3-5 0,-6-3-20 16,1 0-16-16,1 3-19 0,1 0-23 0,-6-3-23 15,0-2-29-15,3 1-40 0,-3-1-31 0,1-3-22 16,-2 0-32-16,0-7-18 0,-3 11-134 0,3-11-408 16,-6 10 182-16</inkml:trace>
  <inkml:trace contextRef="#ctx0" brushRef="#br0" timeOffset="-204628.67">19351 15035 4 0,'-1'12'131'0,"1"-12"2"15,0 10-1-15,0-10-6 0,0 10 11 0,0-2-12 16,0-8-13-16,0 18 11 0,-2-7 5 0,1 6-7 16,0-1-15-16,-2 0-21 0,1 0-39 0,-1 1-40 15,-4-1-29-15,4 0-38 0,-4 0-28 16,4-5-39-16,-4 0-75 0,3-2-219 0,2 1 97 0</inkml:trace>
  <inkml:trace contextRef="#ctx0" brushRef="#br0" timeOffset="-204484.96">19374 15340 12 0,'0'0'104'0,"0"0"7"15,2 8-20-15,-2-8-5 0,0 0-9 0,0 0-15 16,0 0-34-16,0 0-19 0,0 0-23 0,-14 8-26 15,9-6-48-15,5-2-95 0,-11 0 42 0</inkml:trace>
  <inkml:trace contextRef="#ctx0" brushRef="#br0" timeOffset="-203611.04">19833 15555 97 0,'0'0'178'16,"0"0"-4"-16,1-6-18 0,-1 6-10 0,0 0-24 15,0 0-10-15,0 0-11 0,0 0-8 0,0 0-4 16,0 0-5-16,0 0-5 0,8 20-8 0,-5-10 6 16,0 1 24-16,2 4-3 0,-3 1-16 0,1-1-7 15,-2 3-5-15,1-6-6 0,-1-1-8 0,2 1-4 16,-1 1-1-16,2-3-9 0,0 1-2 0,0 0-2 16,1-1-7-16,-2-2 0 0,1-1-3 0,0-2-1 15,1 1-2-15,-2-1-2 0,1 0-1 0,1-1 3 16,-5-4 8-16,6 5 3 0,-6-5 5 0,8 3-1 15,-8-3 6-15,11-3 2 0,-11 3 0 16,14-8-3-16,-6 2 1 0,0-2-2 0,-1 0-5 0,1-1 1 16,0-1-5-16,0-1-1 0,3-3-5 0,-1-2-2 15,-1 1-3-15,0-1 1 0,-3 2-5 0,1-1 1 16,1-1-7-16,-1 4 3 0,-2-1-2 16,0 3-1-16,-1 1-5 0,0 0 3 0,-1 3-4 0,-1 2-14 15,-2 4-23-15,8-9-23 0,-8 9-30 16,0 0-39-16,0 0-34 0,4-11-32 0,-4 11-20 15,0 0-14-15,0 0-164 0,0 0-418 0,0 0 185 0</inkml:trace>
  <inkml:trace contextRef="#ctx0" brushRef="#br0" timeOffset="-203374.52">20192 15647 10 0,'0'0'164'0,"0"0"5"0,0 0-6 15,3 7 8-15,-3-7-1 0,2 10-2 0,-2-10-6 16,-5 16-8-16,3-7-16 0,-1 3-3 16,0-1-11-16,-1 5-4 0,0-4-9 0,2 0-11 15,-2 2-8-15,1 0-11 0,-2-2-9 0,4-2-6 16,-4 1-6-16,2 0-4 0,2-1-6 0,0 0-4 16,0 0-4-16,-2-2-15 0,2 0-23 0,1-8-32 0,-2 11-30 15,1-4-33-15,1-7-40 0,-2 9-34 16,2-9-30-16,-6 3-137 0,6-3-359 0,0 0 160 15</inkml:trace>
  <inkml:trace contextRef="#ctx0" brushRef="#br0" timeOffset="-203103.26">20242 15648 67 0,'0'0'155'0,"23"3"-15"0,-13-1 7 0,1 2 5 15,-3 3-5-15,1 2 0 0,0 1-4 0,-4 0-11 16,1 1-2-16,-2 1-8 0,-3 1-3 0,1 3-6 16,-2-4-8-16,-4 3-7 0,-1 1-2 0,-2-4-1 15,-3 0-3-15,0 1-3 0,-2 0-6 0,-3-1-9 16,2-2-4-16,-2 0-4 0,1-3-7 0,1 0-6 16,0-1 0-16,1 1-7 0,0-2-7 0,2-2-2 15,-3 1-5-15,5-1-8 0,2 0-16 0,0-3-21 16,6 0-16-16,-13 3-30 0,13-3-29 0,-10 0-42 15,10 0-45-15,0 0-42 0,0 0-154 0,0 0-401 16,-4-13 177-16</inkml:trace>
  <inkml:trace contextRef="#ctx0" brushRef="#br0" timeOffset="-202820.53">20532 15767 22 0,'0'0'193'0,"0"0"-5"15,0 0-1-15,0 0-10 0,0 0-12 0,0 0-10 16,-23 14-10-16,11-7-6 0,-4 2-17 0,1-2-8 16,1 4-8-16,4-4-8 0,0 2-12 0,1 0-11 15,4-1-3-15,-2 2-13 0,2-1-1 0,3 0-3 16,2 0-8-16,0 0-4 0,4 0-2 16,2 3-5-16,2-5-6 0,1 2-3 0,5 3 3 0,-1-1-8 15,-5-4-3-15,1 0-2 0,-1 0-1 16,-3-2-1-16,0 0 1 0,0 0 11 0,-1-2 7 0,-4-3 3 15,1 9 0-15,-1-9-4 0,-8 7 0 0,-3-4-2 16,-2 3-5-16,-6-2-24 0,-1 0-19 0,1-1-39 16,-3-1-50-16,0 1-78 0,2-2-228 0,-2-2-447 15,-7 2 198-15</inkml:trace>
  <inkml:trace contextRef="#ctx0" brushRef="#br0" timeOffset="-202679.28">20498 15898 47 0,'9'-1'93'0,"-9"1"-73"0,0 0-47 16,0 0-29-16,0 0 13 0</inkml:trace>
  <inkml:trace contextRef="#ctx0" brushRef="#br0" timeOffset="-201418.5">20750 15825 88 0,'0'0'193'16,"0"0"-2"-16,0 0-7 0,0 0-11 0,0 0-11 0,0 0-13 15,-10-7-7-15,10 7-3 0,0 0-8 0,0 0-2 16,-19 13-8-16,12-4-9 0,-3 1-10 0,1 1-4 15,0 0-8-15,2 2-7 0,-4 5-7 16,4-3-7-16,0 1-6 0,0 0-8 0,2 1-3 16,1-1-4-16,1-1-4 0,2 2-3 0,0-2-29 15,-1 0-23-15,2-2-30 0,2-4-29 0,-2-9-33 0,3 16-53 16,0-6-50-16,-2-4-154 0,-1-6-390 0,5 6 172 16</inkml:trace>
  <inkml:trace contextRef="#ctx0" brushRef="#br0" timeOffset="-200897.01">20792 16024 45 0,'0'0'180'0,"0"0"2"16,0 0-10-16,0 0-15 0,0 0-14 16,0 0 14-16,0 0-17 0,-14 20-3 0,12-13-13 15,0-1 0-15,-1 0-5 0,3-6-7 0,-4 8-10 16,4-8-5-16,-3 8-3 0,3-8-3 0,-2 7 7 15,2-7 5-15,0 0 14 0,0 0 2 0,0 0-10 16,0 0-3-16,0 0-12 0,0 0-9 0,0 0 1 16,0 0-1-16,5-25-7 0,-3 17 0 0,5 0-13 15,-4 0-4-15,5-1-6 0,-1-1-6 0,2 1-9 16,1 3 3-16,-1-3-6 0,0 2-5 0,3 3-4 16,-1-3-12-16,-1 2 7 0,1 2-5 0,-2 2-4 15,-1 0-3-15,3 2-4 0,-3 0 3 0,-1 3-16 16,-1 0 12-16,0 1 1 0,1 4 1 0,-2-2 0 15,0 4-4-15,-1-4 1 0,-2 2-3 0,1-2-2 16,1 2 3-16,-3-4 0 0,-1-5 5 0,0 13-8 16,0-13 3-16,1 9 3 0,-1-9 5 0,0 9 1 15,0-9-1-15,0 0-4 0,0 0 5 0,0 0-7 16,0 0 4-16,0 0 8 0,0 0-5 0,0 0 5 16,1-28-6-16,2 23 1 0,1-4 3 0,1 4-2 15,3-3-6-15,-1-1 4 0,4 1-1 0,-2-1-6 16,1 3-6-16,1-2 1 0,2 3-1 0,0 1 0 15,0 2-3-15,-1-2-2 0,-1 4-1 0,-11 0 1 16,15 0 1-16,-6 2 0 0,0 2 2 0,-4 0 1 16,3 3-7-16,-2 0 6 0,-1 3 1 0,-1 1 3 15,-1-2-21-15,-3 6-13 0,-2-3-22 0,1 0-25 16,-2-1-24-16,0-1-18 0,0-2-22 0,3-8-35 16,-5 14-38-16,1-8-35 0,2 1-23 0,-2-3-147 15,4-4-458-15,0 0 204 0</inkml:trace>
  <inkml:trace contextRef="#ctx0" brushRef="#br0" timeOffset="-200551.46">21224 16088 41 0,'6'-5'102'0,"2"-3"14"16,-4-1-7-16,0 0 15 0,-3-1 3 0,2 1 2 15,-4 1 2-15,1 8 5 0,-2-12-7 0,0 6-9 16,2 6-3-16,-5-8-10 0,5 8-8 0,-10-2-8 16,10 2-4-16,-11 1-3 0,1 2-5 0,0 2-5 15,3-1 0-15,0 2-14 0,-1 3-2 0,2 0-5 16,-1 3-5-16,2-2-6 0,3-4-5 0,0 4 0 15,1-3-4-15,0 3-1 0,1-10-3 16,2 9-3-16,2-4-1 0,-4-5-5 0,8 7 2 0,-1-5-5 16,1 2 1-16,-8-4-2 0,16-4-1 15,-9 0-3-15,2-2 3 0,-1 1-1 0,-3-1 10 16,1-2 9-16,3 1 0 0,-2-2-3 0,-4 3-2 0,4-2 2 16,0 1 0-16,-2 0 1 0,-1 2 5 15,-1 0 4-15,-3 5 2 0,3-7-13 0,-3 7-1 0,5-5-4 16,-5 5-7-16,0 0 3 0,0 0-6 0,0 0 0 15,0 0 0-15,9 12-1 0,-7-5-2 16,-2 3 4-16,1 1 1 0,1-3-2 0,0 5-4 16,1-4 0-16,-2 1-21 0,2 0-23 0,-1 0-31 0,2-2-35 15,-3-2-48-15,3-1-59 0,-1 1-53 16,-3-6-155-16,0 0-449 0,0 0 199 0</inkml:trace>
  <inkml:trace contextRef="#ctx0" brushRef="#br0" timeOffset="-200212.15">21395 16026 180 0,'6'-8'214'0,"-6"8"-13"0,7-3-8 15,-7 3-8-15,0 0-2 0,0 0-5 0,17 6-7 16,-13-3-12-16,-4-3-9 0,11 10-8 0,-4-1-14 16,3-5-6-16,-2 6-14 0,-1-1-10 0,3 1-8 15,-1 0-10-15,-1-2-10 0,0 1-13 0,1 0-30 16,-3-3-26-16,-1-2-24 0,0 1-20 0,-1-2-21 15,-4-3-9-15,0 0-9 0,10 6-10 0,-10-6-4 16,0 0 2-16,0 0 13 0,13-1 9 0,-13 1 9 16,0 0-3-16,9-10 11 0,-9 10 12 0,8-9 15 15,-8 9 12-15,6-14 4 0,-3 7 12 16,-3 7 8-16,1-11 11 0,0 6 2 0,-1 5 10 0,-1-13-1 16,1 13 4-16,-7-8-5 0,7 8 6 0,-11-2 1 15,11 2 5-15,-18 1 0 0,7 0-2 0,-1 3-3 16,1 3-1-16,-5 3-4 0,3 0-1 0,-2 1-5 15,4 1-2-15,-2-3-21 0,3 1-24 0,1-2-44 16,2 1-50-16,-1-2-57 0,0 1-145 0,1-4-343 16,7-4 152-16</inkml:trace>
  <inkml:trace contextRef="#ctx0" brushRef="#br0" timeOffset="-200010.76">21761 15981 125 0,'6'2'245'0,"2"1"-1"0,-1 1 3 16,-4 5-9-16,0 1-6 0,1 8-13 0,-8-1-12 15,0 8-14-15,-2 4-20 0,-3-1-13 0,-4-1-21 16,0-1-10-16,-1 0-14 0,-2 1-42 0,-1-3-36 16,2-3-28-16,-5 1-74 0,5-8-53 0,-1 0-73 15,-1-3-212-15,-2-2-434 0,2-3 192 0</inkml:trace>
  <inkml:trace contextRef="#ctx0" brushRef="#br0" timeOffset="-198230.65">20169 4140 1 0,'0'0'83'0,"0"0"2"0,-8-2-3 16,8 2 5-16,0 0-14 0,0 0 0 15,0 0-5-15,0 0 5 0,0 0-13 0,0 0 3 16,0 0-9-16,0 0-4 0,0 0-2 0,0 0-3 16,0 0 4-16,0 0-4 0,0 0-3 0,0 0 2 0,24-1-4 15,-8 1-5-15,4-3-8 0,-1 3 7 16,2-3-9-16,0 1-1 0,-1 0-2 0,1 0 0 15,0 2 3-15,-2-2 1 0,0 4-10 0,-6-4 1 16,1 0-5-16,-1 5 2 0,1-4 2 0,-1 1 1 16,4-2 2-16,-2 2-1 0,2 0-4 0,-4 0-3 15,5 2-2-15,-1-4 5 0,0 4 0 0,-2-2 0 0,-1-2-4 16,-3 2-2-16,1 0-1 0,-2 3 4 16,-2-3-4-16,-8 0 2 0,11 0-5 0,-11 0-4 15,10 0 3-15,-10 0 0 0,0 0-1 0,8 0-4 16,-8 0-20-16,0 0-6 0,0 0-25 0,0 0-29 15,0 0-24-15,0 0-23 0,-31 5-80 0,21-6-227 16,-1 0 101-16</inkml:trace>
  <inkml:trace contextRef="#ctx0" brushRef="#br0" timeOffset="-197934.72">20391 3938 21 0,'-3'-5'119'0,"3"5"14"0,0 0 3 0,0 0-5 15,-10 13-7-15,3-6-8 0,2 3-8 0,-2-1 1 16,-1 1-14-16,-3 3-11 0,5-4-4 0,-3 4-6 16,-2 0-7-16,4-3-6 0,0 1-4 15,1-3-1-15,-1 1-3 0,-1-1-13 0,3 1 3 0,-1-3-11 16,3-1-1-16,-1 1-3 0,0-1-6 0,2 3-1 15,0-2-3-15,1 2 6 0,1-8-10 0,1 16 3 16,3-8-4-16,2 4 1 0,6 0 1 0,3 0-5 16,1 0-5-16,10 2-25 0,4 1-34 15,3-3-45-15,5-3-53 0,15 6-123 0,2-2-297 0,-2-3 131 16</inkml:trace>
  <inkml:trace contextRef="#ctx0" brushRef="#br0" timeOffset="-194790.78">20143 4855 6 0,'4'-5'73'16,"-4"5"-1"-16,0 0 1 0,6-4-5 0,-6 4-3 15,0 0 1-15,0 0-2 0,8-3-5 0,-8 3-6 16,0 0 2-16,0 0 1 0,0 0-3 0,0 0-4 15,0 0 5-15,0 0-11 0,0 0 4 0,0 0-2 16,0 0 0-16,0 0-1 0,0 0 9 0,0 0-1 16,0 0 0-16,0 0 1 0,0 0 0 0,0 0-4 15,0 0 5-15,0 0 2 0,0 0-7 0,0 0 7 16,0 0-1-16,0 0-3 0,0 0-1 0,0 0-2 16,0 0-3-16,0 0-4 0,0 0-2 15,0 0-2-15,0 0-4 0,0 0-6 0,0 0 1 0,0 0-3 16,0 0-3-16,0 0-1 0,0 0-5 0,0 0 0 15,0 0-5-15,0 0 1 0,0 0 3 0,12 6 0 16,-12-6-7-16,12 1 4 0,-12-1-2 16,18 1 2-16,-8 1-5 0,2 0 3 0,-2-1-10 0,-2 0-15 15,-1 1-26-15,0 0-40 0,-7-2-12 0,11 2-21 16,-4-2-20-16,0 1-28 0,1 1-119 0,0-2-302 16,-8 0 133-16</inkml:trace>
  <inkml:trace contextRef="#ctx0" brushRef="#br0" timeOffset="-194621.83">20570 4830 82 0,'0'0'101'0,"12"-2"-20"0,-12 2-2 0,12 0-14 16,-5-1 0-16,-7 1-12 0,11 0 3 0,-11 0-5 15,15 0-12-15,-8 1-13 0,-7-1-35 0,15 3-24 16,-6-2-27-16,-1-1-40 0,-8 0-107 0,18 2 47 15</inkml:trace>
  <inkml:trace contextRef="#ctx0" brushRef="#br0" timeOffset="-194479.18">20868 4825 153 0,'0'0'153'0,"0"0"-11"15,0 0-13-15,0 0-14 0,9-1-4 0,-9 1-16 16,0 0-26-16,0 0-33 0,0 0-35 0,0 0-49 15,0 0-46-15,0 0-50 0,0 0-156 0,0 0 69 16</inkml:trace>
  <inkml:trace contextRef="#ctx0" brushRef="#br0" timeOffset="-193702.7">20446 4393 6 0,'1'-8'181'0,"-1"8"-6"0,0-8 2 0,0 8-10 16,3-7-6-16,-3 7-6 0,0 0-15 0,1-7-13 15,-1 7-11-15,0 0-13 0,0 0-14 0,0 0-11 16,0 0-4-16,0 0-10 0,0 0-3 0,0 0-1 16,15 14 5-16,-11-3-10 0,-1-1-1 0,-1-1 0 15,1 2 2-15,-3 2-7 0,3-2-1 0,-3 0-7 16,1 2 0-16,0-1-8 0,-1 3 2 0,1-2-4 15,-1 2-12-15,2-5-26 0,-5 1-15 0,4-3-23 16,-2 3-27-16,1-3-22 0,-2 2-27 0,0-4-34 16,2-6-26-16,-2 14-122 0,-1-9-329 0,3-5 145 15</inkml:trace>
  <inkml:trace contextRef="#ctx0" brushRef="#br0" timeOffset="-193338.51">20493 4382 28 0,'7'-11'168'16,"-2"1"-10"-16,1 1-3 0,2-1-14 0,2 2-3 16,0 2-8-16,2 1-3 0,4-1-7 0,-3 4-10 15,1 0-9-15,-1 3-8 0,1-1-9 0,-1 0-2 16,-3 1-12-16,3 2-5 0,-4 0-9 0,0 0-4 16,0 4-2-16,-4-3-7 0,-1 2-4 0,-1-1 6 15,-1 2-8-15,-2-7-1 0,-5 15-4 0,-1-7-4 16,-2 1-1-16,-1-1-2 0,0-1-2 0,1 0-3 15,-2 0-3-15,1 0-1 0,2 0-1 0,0-1-17 16,-1-2-6-16,4 1-7 0,-1 0-5 0,1 0-3 16,4-5 1-16,-4 11-2 0,4-11 3 0,-1 9 4 15,1-9 2-15,0 0 1 0,8 16 0 0,-4-10-11 16,-4-6 11-16,9 11 5 0,-4-6-2 0,0 3 2 16,1 0 2-16,-6-8 2 0,8 15 0 0,-5-11-5 15,-3-4 7-15,3 11-3 0,-3-11 1 0,2 9 0 16,-2-9 4-16,1 13 1 0,-1-13 0 0,0 0 0 15,-4 18 3-15,4-18-37 0,-8 11-14 0,2-6-36 16,6-5-25-16,-10 7-32 0,2-4-127 0,8-3-291 16,-15 1 129-16</inkml:trace>
  <inkml:trace contextRef="#ctx0" brushRef="#br0" timeOffset="-193040.92">20698 4418 157 0,'0'0'151'0,"20"5"-3"16,-10-1-13-16,-1 0-14 0,4 3-2 0,-3 1 3 15,-1-1-5-15,5 6-12 0,-5-5-6 0,2 1-2 16,-3-1-10-16,0 1-4 0,-1-1-6 0,0-1-5 16,-2-2 0-16,-1-2 10 0,-4-3 5 0,5 5 18 15,-5-5 10-15,5 6 9 0,-5-6-8 0,0 0-6 16,0 0-1-16,0 0-21 0,0 0-5 0,9-14-7 15,-7 8-7-15,-2 6-9 0,3-13-6 0,0 5-3 16,1-1-9-16,0-1-4 0,2 0-10 0,-2-1-18 16,1 0-12-16,3 2-22 0,-1-1-15 15,0 2-21-15,-1 0-21 0,-1 3-24 0,-5 5-37 0,10-9-39 16,-6 5-29-16,-4 4-8 0,7-1-141 0,-7 1-386 16,0 0 170-16</inkml:trace>
  <inkml:trace contextRef="#ctx0" brushRef="#br0" timeOffset="-192206.55">20918 4537 71 0,'0'0'176'0,"0"0"-4"0,16-12-5 15,-16 12-9-15,12-10-10 0,-5 5-8 0,3 0-12 16,0-2-11-16,4-3-9 0,1-1-18 0,-2-1-5 16,-1 4 2-16,-3 1 1 0,7-5-10 0,-3 2-6 15,-4 1 2-15,-1 0-6 0,-3 3 0 0,1-2-2 16,-1 4-3-16,-4-3-4 0,2 0-7 15,-3 7-5-15,0-10-6 0,0 10-6 0,-3-11 4 0,3 11-16 16,-6-7 0-16,-1 4-6 0,7 3-1 0,-15 2 0 16,5 0-4-16,3 2-2 0,-4 0-1 0,1 3-1 15,1 2 0-15,-1-1-2 0,0 1 3 16,3-1-7-16,0-1-2 0,1 1-12 0,4 1-9 0,-1 1-13 16,3-10-13-16,-3 16-12 0,3-16-21 0,4 11-17 15,-4-11-20-15,10 9-6 0,-5-4-25 0,-5-5-4 16,17 4 2-16,-4 0 3 0,-2-4 4 0,2 0 13 15,6-2 17-15,-5-1 12 0,4-1 16 16,-1 0 18-16,0-1 20 0,-1-1 19 0,0-1 10 16,0 0 21-16,-4 0 21 0,-1 2 33 0,-2-4 3 0,-1 2 15 15,0-1 8-15,-2 0 9 0,-2 2 6 0,-2-1-2 16,-2 7 1-16,0-11-8 0,0 11 1 0,0 0-9 16,-5-11-3-16,5 11-8 0,-11-3-9 15,11 3-9-15,-12-2 1 0,12 2-9 0,-14 5-3 16,9-2-8-16,-1 1 1 0,0 0-6 0,0 0 0 15,6-4-1-15,-8 11-4 0,8-11-4 0,-6 8-2 16,6-8 2-16,-3 9-4 0,3-9 1 0,0 0-5 16,0 12-2-16,0-12 2 0,0 0 0 0,8 8-2 0,-2-6-3 15,-6-2-1-15,9 0 3 0,-9 0 0 16,9-2-2-16,-9 2 2 0,7-5 0 0,-7 5-4 16,7-5 1-16,-2 1 1 0,-5 4 0 0,6-6-4 0,-6 6 2 15,3-7 1-15,-3 7-2 0,3-7-2 0,-3 7 5 16,0 0-2-16,0 0-4 0,1-7 1 0,-1 7 1 15,0 0-5-15,0 0-2 0,0 0-5 16,0 0 5-16,0 0 2 0,0 0-2 0,0 0 2 16,0 0-1-16,0 0 2 0,0 0 1 0,3 19 2 15,-3-19 1-15,4 8-1 0,-2-2 4 0,-2-6-3 0,9 4-4 16,-4-1 5-16,-5-3 2 0,9 5 1 16,-9-5 4-16,13 1-1 0,-13-1-3 0,12-3 2 15,-7 0-2-15,2-1 7 0,2-1 22 0,0 0 3 16,-1-3-5-16,-2 0 1 0,2-1 2 0,-3-1 1 15,0 0 0-15,2 0-4 0,-4-2 1 0,4 0-2 16,-2-2-2-16,-1 2 4 0,0 1 3 0,1-5 5 0,-4 5 1 16,2 0 0-16,-1 1 2 0,-1 4-4 15,2 0 1-15,-3 6-6 0,2-11-2 0,-2 11-9 16,3-8-6-16,-3 8-3 0,0 0-5 0,0 0-2 16,0 0-1-16,0 0 11 0,9 18-13 0,-9-8 1 15,1 3 1-15,1 5 1 0,-4-7-2 0,4 6-1 0,-1 0 2 16,-2 0-1-16,2 0-5 0,0-1-12 15,-1-1-11-15,0-5-22 0,-2 2-30 0,2-1-31 0,-2 1-34 16,1-2-36-16,1-10-37 0,-3 14-27 16,3-7-171-16,0-7-444 0,0 0 197 0</inkml:trace>
  <inkml:trace contextRef="#ctx0" brushRef="#br0" timeOffset="-191984.55">21513 4333 119 0,'3'-8'187'0,"-3"8"-1"15,3-10-6-15,-3 10-16 0,3-6-21 0,-3 6-17 16,0 0-13-16,0 0-14 0,0 0-10 0,0 0-9 16,0 0-4-16,0 0-8 0,0 0-7 0,-25 12-3 15,17-5-9-15,1 0-4 0,0-2-3 0,2 0-4 0,1-1-10 16,0 2 1-16,4-6-2 0,-4 8-4 16,4-8-1-16,-1 8-2 0,1-8-2 0,2 10 3 15,2-6-2-15,3 2-7 0,-2-2-20 0,5-1-19 16,-1 1-31-16,1 0-24 0,4-1-34 0,-1-1-22 15,5 1-33-15,-1-3-86 0,0 1-279 0,1-1 123 16</inkml:trace>
  <inkml:trace contextRef="#ctx0" brushRef="#br0" timeOffset="-191597.54">21805 4342 36 0,'1'-10'183'0,"-1"10"-15"15,-3-11-7-15,3 11-8 0,-6-6-9 0,6 6-15 16,-9-4-11-16,9 4-11 0,-13 0-11 0,13 0-6 15,-18 5-5-15,8-1-2 0,0 1-1 0,1 2-4 16,-1 0-8-16,2 0-8 0,-1 0-6 0,1 0-3 16,3 1-8-16,1 0 0 0,1 1-4 0,-1-1-3 15,2-3-7-15,2-5 5 0,2 13-4 0,0-7-6 16,-2-6-5-16,4 8 2 0,1-5-1 0,-5-3-1 16,12 3-5-16,-6-3 1 0,-6 0-3 0,12-2 0 15,-12 2-2-15,12-5-2 0,-7 0-4 0,1 0 0 16,1-3-1-16,-3 0 4 0,0 1-2 0,2-6-2 15,-1 3-3-15,-1-2 3 0,-2-4-2 0,0-1-3 16,2 1 6-16,-1-2-3 0,-2 1-2 16,0 0 7-16,-1-1 4 0,1 8 6 0,-1-3 4 0,0 4 4 15,0 2 7-15,0 7-2 0,2-13-2 0,-2 13-4 16,0-8-8-16,0 8-2 0,0 0-5 0,0 0-1 16,0 0 0-16,0 0-2 0,0 0-3 0,-4 29 3 15,4-12 0-15,-1-6 1 0,-2 8 0 16,2-3 1-16,1 2-1 0,-2-1-4 0,1 0-19 15,-3 1-19-15,4-1-34 0,-2-2-44 0,2-3-51 0,0 0-41 16,-3 3-164-16,1-7-399 0,-1 2 177 0</inkml:trace>
  <inkml:trace contextRef="#ctx0" brushRef="#br0" timeOffset="-191328.48">21835 4373 119 0,'0'0'157'0,"0"0"-7"0,0 0-7 0,0 0-15 16,0 0-1-16,0 0-6 0,11 12-7 0,-11-12-11 16,7 6-5-16,-3-2-10 0,1-3-8 15,0 3-5-15,3-2-2 0,1 1 2 0,-3-1 3 0,1 0 0 16,-7-2 4-16,11 0 12 0,-11 0-2 0,10-2 9 16,-5-1-1-16,2-3-8 0,-3 3 1 0,-4 3-17 15,5-10-1-15,-4 3-9 0,-1 7-5 0,-1-12-7 16,1 12-6-16,-4-15-6 0,1 10-21 0,-2-1-18 15,1 0-24-15,-1 2-23 0,-4-3-20 0,3 5-32 16,6 2-27-16,-17-5-29 0,10 4-28 0,-5 1-30 16,12 0-127-16,-20 2-363 0,20-2 161 15</inkml:trace>
  <inkml:trace contextRef="#ctx0" brushRef="#br0" timeOffset="-190898.64">21945 4318 35 0,'0'0'142'0,"0"0"5"16,8 3 0-16,-8-3-1 0,4 6-12 0,-4-6-4 16,0 0-6-16,6 14-5 0,-6-8-13 0,0-6-7 15,3 13-13-15,-1-7-6 0,-2-6-11 0,3 11-6 16,-3-11-4-16,5 8-7 0,-5-8-2 16,2 10-5-16,-2-10-3 0,5 6-7 0,-5-6-2 15,0 0-3-15,8 6 0 0,-8-6-3 0,0 0-5 16,13 2 4-16,-13-2-7 0,0 0 0 0,15-2-1 0,-15 2-2 15,11-5 4-15,-5 1-8 0,-1 1 1 0,4 0-1 16,-4-2-2-16,0-1 1 0,4-1-4 0,-3-1 1 16,2 1-4-16,0 1 5 0,-3 3 0 15,1-1-2-15,-6 4-3 0,9-5-3 0,-9 5-1 0,8-2-2 16,-8 2 0-16,0 0 3 0,0 0-3 16,13 3 7-16,-13-3-6 0,9 7 6 0,-7-3 0 0,-2-4 2 15,7 8 2-15,-5-5-3 0,-2-3 2 0,8 6 11 16,-4-3 17-16,-4-3 19 0,6 3 8 15,-6-3 7-15,0 0 5 0,0 0-4 0,13-1 2 16,-13 1-5-16,10-5 10 0,-6 1-3 0,0-1-4 0,1 3-2 16,-1-5-9-16,0 1-6 0,-1 0-2 15,1 0-20-15,-4 6-2 0,4-13-21 0,-3 7-24 0,-1 6-15 16,4-10-25-16,-4 10-21 0,1-8-44 0,-1 8-42 16,0 0-44-16,0 0-23 0,0 0-186 15,0 0-447-15,0 0 198 0</inkml:trace>
  <inkml:trace contextRef="#ctx0" brushRef="#br0" timeOffset="-190674.94">22281 4361 39 0,'0'0'227'16,"4"-6"-13"-16,-4 6-7 0,4-9 1 0,-4 9-16 16,4-8-15-16,-4 8-14 0,1-10-16 0,-1 10-12 15,4-8-11-15,-3 2-17 0,3-1-9 0,1 2-11 16,1 0-5-16,-1 1-17 0,-5 4-3 0,12-8-5 0,-7 6-7 15,3 1-8-15,-8 1-3 0,14-2-5 16,-9 5-3-16,1-1-4 0,2 1-8 0,-3 4-7 16,0-1-5-16,2-1-14 0,-1 5-17 15,3-2-20-15,-4 1-39 0,-1-1-38 0,1 1-34 0,0 0-41 16,-2 1-141-16,-3-10-366 0,-1 16 162 0</inkml:trace>
  <inkml:trace contextRef="#ctx0" brushRef="#br0" timeOffset="-189613.26">20381 5173 121 0,'0'0'217'0,"17"-20"-10"0,-10 11-12 0,2 1-9 16,1-1-17-16,3-3-9 0,-1 0-9 0,0 0-12 16,2-1-9-16,-3 0-12 0,1-1-8 0,-1 0-10 15,-2 0-9-15,1-2-1 0,-5 1-12 0,-3 2-2 16,1 0-2-16,0-1-7 0,-3 2-1 0,-2 0-5 15,-3 2-6-15,1 0-7 0,-2 3-1 0,0-2-7 16,-2 4-3-16,3 0-4 0,-3 2-2 0,-1 1-5 16,9 2-6-16,-13-4 7 0,7 3-11 0,6 1-6 15,0 0 4-15,-15 2-4 0,15-2 0 0,-5 4-5 0,5-4 3 16,0 0-2-16,0 0 0 0,0 0 0 16,0 0-1-16,15 15 0 0,-4-11-2 0,1-2 3 15,6-2 0-15,0 0-2 0,1 0-1 0,0-2-1 16,-1 2 11-16,-2 0-13 0,-3 0 2 0,-1-1-2 15,-2 0-1-15,-4 2 2 0,-6-1-2 0,12-1-5 16,-12 1-2-16,11 1 1 0,-11-1 5 0,7 5-3 0,-5 0 1 16,1 0-1-16,0 2 2 0,-3-7 0 15,3 12 3-15,1-8-3 0,-4 3 5 0,3-1 0 16,0 0-1-16,0 0-6 0,1 1 5 0,0-3 0 16,0 1 1-16,1-1 3 0,-5-4-1 0,10 6 0 15,-4-3 0-15,2-2 3 0,2-1-3 0,2 0-1 16,-2 0 5-16,3-2-1 0,-4-2 1 0,2 0 2 15,1 1-4-15,-2 0-2 0,-1-2 4 0,1-2-3 16,-2 0-2-16,-2 0 2 0,1-1 2 0,-4 0-2 16,4-2-1-16,-1 2-5 0,-2-3 4 0,-1 1-4 15,-3 0 1-15,0 3 2 0,0 7-6 0,0-12 3 16,0 12-4-16,-4-12 0 0,2 7 1 0,2 5-2 16,-5-7-2-16,5 7 2 0,0 0-2 0,-11 2-1 15,11-2 3-15,-14 6 1 0,6 0 1 0,-2 2 1 16,3 0 0-16,1 0 2 0,1 0-3 0,-1-4-3 15,4 3 3-15,1-1 2 0,1-6 0 0,0 13 1 16,0-13 0-16,5 10 4 0,0-4-1 0,2-2 0 16,4 0 2-16,1-2-3 0,0-1 4 0,5 0-3 15,-3-2 4-15,0 1-1 0,3-3 2 0,2 1 7 16,-6-2-7-16,1 2 2 0,2-5-4 0,1 1-1 16,-4 2 5-16,1-2-7 0,-3-1 7 0,1 1-1 15,-1-2-1-15,-2 0-3 0,0-1 1 0,-1 0 0 16,-1 1 2-16,-3-1-3 0,-1 1 5 0,-3 8 1 15,5-12 8-15,-5 12 2 0,5-10 1 0,-5 10-4 16,3-7-4-16,-3 7 0 0,0 0 1 0,0 0-5 16,2-9-1-16,-2 9 0 0,0 0 3 0,0 0-14 15,0 0 2-15,0 0-2 0,0 0 7 0,0 0-2 16,-25 13-1-16,20-9-5 0,5-4 4 0,-8 8-3 16,5-4 4-16,0 1-2 0,3-5 0 0,-6 9 2 15,6-9 0-15,-2 6-3 0,2-6 3 0,-1 9-2 16,1-9-2-16,0 0 8 0,1 13-7 0,3-8-4 15,-2 0-1-15,2-1 2 0,-4-4-2 0,7 12-3 16,-2-5 1-16,2 2 0 0,0-2 4 16,-1 0-4-16,-1 3 4 0,0-2-2 0,2 1 3 0,-4 0-1 15,0 1-1-15,-3-10 0 0,3 20 2 0,2-11 1 16,-4 2-2-16,0-3 3 0,-1-8-3 0,0 19-5 16,0-19-6-16,0 13-7 0,-2-3-5 0,2-10-9 15,-5 14-12-15,-1-7-15 0,6-7-9 0,-6 10-28 16,1-3-25-16,5-7-31 0,-5 7-28 0,5-7-20 15,-5 7-135-15,5-7-370 0,0 0 163 0</inkml:trace>
  <inkml:trace contextRef="#ctx0" brushRef="#br0" timeOffset="-189423.08">21315 4869 103 0,'5'-8'190'0,"-5"8"-27"0,3-5-11 0,-3 5-23 15,0 0-8-15,0 0-9 0,0 0-2 0,7 16-2 16,-7-9-11-16,0 3-6 0,0 3-11 0,-1-2-5 16,0 0-10-16,-3 2-1 0,0-1-18 0,2-1-25 15,-1 0-28-15,0 1-32 0,-2 0-43 0,1-3-39 16,1-1-126-16,3-8-267 0,-8 12 119 0</inkml:trace>
  <inkml:trace contextRef="#ctx0" brushRef="#br0" timeOffset="-189262.22">21388 4711 61 0,'-1'-15'170'0,"1"15"-20"0,-3-11-25 0,3 11-15 16,0 0-17-16,0 0-34 0,0 0-43 0,0 0-27 15,0 0-42-15,-13 25-67 0,13-14-130 0,0-11 57 16</inkml:trace>
  <inkml:trace contextRef="#ctx0" brushRef="#br0" timeOffset="-188794.23">21522 4841 139 0,'0'0'195'0,"0"0"-12"0,0 0-16 0,0 0-22 16,0 0-22-16,0 0-3 0,3 6-3 0,-3-6-3 15,0 0-13-15,-7 16-10 0,7-16-7 16,-2 11-13-16,-1-5-4 0,3-6-11 0,-4 12 2 0,4-5-9 15,0-7-5-15,-1 11-1 0,2-5-7 16,-1-6 1-16,5 11-4 0,-2-6-6 0,-3-5 2 16,5 7-4-16,0-5 3 0,-5-2-6 0,8 2 0 15,-8-2-1-15,10 3 6 0,-10-3 1 0,0 0-2 16,0 0-1-16,15-7 2 0,-12 3-6 0,-3 4-4 16,6-5 0-16,-1-2 0 0,-5 7-1 0,7-9-4 15,-5 3 0-15,2-1 0 0,0 2-5 0,-1-2 2 0,-3 7-4 16,6-9-2-16,-1 6 0 0,-5 3-3 15,5-7-2-15,-5 7-2 0,0 0-7 0,8-2 5 16,-8 2 7-16,0 0-3 0,0 0-2 0,6 10 1 16,-6-10-2-16,4 7 5 0,-1-3-1 0,-3-4 0 15,7 10 1-15,-3-7 4 0,-4-3-4 0,4 7 2 16,-4-7-1-16,3 6 6 0,-3-6 15 0,5 6 4 0,-5-6 8 16,6 0 6-16,-6 0-1 0,0 0 2 15,13 0-1-15,-13 0-5 0,11-3 2 0,-3 1-5 16,0-1-5-16,-1 1-3 0,1 0-2 0,2 1-1 15,-10 1 2-15,14-2-9 0,-7 2-2 0,-7 0-7 16,10 0 1-16,-10 0 1 0,11 2-3 0,-5 0-1 16,-6-2 7-16,10 4-8 0,-6 0-14 0,-4-4-19 15,7 5-22-15,-7-5-24 0,0 0-35 0,7 12-51 16,-7-12-51-16,5 8-182 0,-5-8-428 0,1 9 190 16</inkml:trace>
  <inkml:trace contextRef="#ctx0" brushRef="#br0" timeOffset="-168159.31">30836 7337 5 0,'0'0'99'15,"-16"-1"-3"-15,5-2 6 0,2 2-8 0,1 0-2 16,-4-1 0-16,1 1 3 0,-1 0-10 0,0 1-1 16,-1-2-4-16,2 0-2 0,-1 2 4 0,2-2 5 15,10 2 11-15,-14-1-5 0,14 1 4 0,-9-1-2 16,9 1-11-16,-6-1-8 0,6 1-8 0,0 0-3 16,0 0-7-16,0 0 1 0,46 1-1 0,-8 0-3 15,27-2-5-15,36 2-7 0,-1 2-6 0,11 1-4 16,4 0-4-16,2 0-6 0,6 0-2 0,6 4-22 15,2-3 2-15,-6 4-5 0,-4-2 2 0,1 2 1 16,-1 1-5-16,-8-1-3 0,-3 2 1 0,-2 1-5 16,-11-4-15-16,-2 4 1 0,-35-4-3 0,-1 0-10 15,-3 1-14-15,-4 0-1 0,-16-4-14 0,-2 0-34 16,-34-5-16-16,40 7-19 0,-40-7-1 0,0 0-106 16,31 3-266-16,-31-3 119 0</inkml:trace>
  <inkml:trace contextRef="#ctx0" brushRef="#br0" timeOffset="-167766.06">31996 6378 163 0,'4'-6'168'0,"-3"1"-13"0,-1 5-24 16,6-7-18-16,-6 7-10 0,0 0-4 0,0 0-9 15,12 23 9-15,-8 3 3 0,-3 7-10 0,-1 18-5 16,-3 30-11-16,-8 4 3 0,-3 8-6 0,-3 6 2 0,-2 4-8 16,-2 0-1-16,-3 1-11 0,-2-4 0 15,0 0-6-15,-1-4-5 0,5 4-1 0,1-3-2 16,2-6-6-16,-2 1-15 0,6-5-16 0,1-5-26 16,0-1-28-16,0 0-13 0,5-21-33 0,0 18-33 0,2 6-37 15,-1-28-111-15,3 1-299 0,1-2 133 0</inkml:trace>
  <inkml:trace contextRef="#ctx0" brushRef="#br0" timeOffset="-166014.75">31828 7376 3 0,'0'0'10'16,"0"0"10"-16,0 0-9 0,5 5 3 0,-5-5-8 0,0 0 6 16,6 2-5-16,-6-2-7 0,0 0 7 15,5 6-2-15,-5-6 0 0,0 0-1 0,7 1 5 0,-7-1-3 16,0 0 0-16,7 2-4 0,-7-2 3 16,9 0 12-16,-9 0-12 0,0 0 15 0,0 0-4 15,12 0 4-15,-12 0 1 0,0 0-1 0,0 0 4 16,8 0 5-16,-8 0-8 0,0 0 5 0,0 0 1 0,0 0 6 15,0 0-3-15,0 0-6 0,0 0 27 16,0 0-23-16,0 0-9 0,0 0 0 0,0 0-5 0,0 0 7 16,0 0-7-16,0 0-1 0,0 0-4 15,0 0 0-15,0 0-3 0,0 0-2 0,0 0-2 16,0 0 5-16,-16-18 6 0,16 18 2 0,0 0-4 16,0 0-16-16,-14 0 8 0,14 0 3 0,-8 0-1 15,8 0-5-15,-9-1-3 0,9 1 18 0,-12 0-14 16,12 0-3-16,-13 1 4 0,13-1 1 0,-14-1-2 15,14 1-1-15,-14 0 5 0,7-2 0 0,7 2-3 16,-15-1 6-16,7-1-9 0,2 1 9 0,6 1-4 16,-13-4 0-16,6 2 9 0,7 2-12 0,-13-3 1 15,6 0-7-15,7 3 7 0,-12-3 6 0,12 3-8 0,-11-2 8 16,11 2-2-16,-9-1-3 0,9 1 0 16,-10-2-4-16,10 2-4 0,-9-1 2 0,9 1 15 15,-9-1-10-15,9 1-2 0,-10-3 1 0,10 3-1 16,-9-4 12-16,9 4-9 0,-10-1-6 0,10 1 4 15,-10-2-6-15,10 2-1 0,-9-3 7 0,9 3 3 16,0 0-4-16,-13-1-3 0,13 1 0 0,-9-2 8 16,9 2-4-16,-8-1 2 0,8 1-1 0,0 0-1 15,0 0-11-15,-11 1 6 0,11-1-2 0,0 0 11 16,-9-1-8-16,9 1 5 0,0 0 11 0,-14-1-14 16,14 1 8-16,-11 0-8 0,11 0-1 0,-11 0-1 15,11 0 4-15,-9-2-4 0,9 2 0 0,0 0 3 16,-13-2 5-16,13 2-8 0,-9-1 1 0,9 1 3 15,0 0-2-15,-10-1 4 0,10 1-4 0,0 0 14 16,0 0-19-16,-18-1 7 0,18 1-4 0,0 0 2 16,0 0-2-16,-16-1 0 0,16 1 3 0,0 0 3 15,-12 0 8-15,12 0-13 0,0 0 1 0,-14-1-2 16,14 1 2-16,0 0 2 0,-14 0 5 0,14 0-4 16,0 0-1-16,-15-3-1 0,15 3 1 0,-11-1-5 15,11 1 6-15,0 0-3 0,-15 0 0 0,15 0 4 16,0 0-6-16,-11-1 3 0,11 1 10 0,0 0-14 15,0 0-2-15,-13 1 3 0,13-1 0 0,0 0 8 16,0 0-4-16,0 0-2 0,0 0-1 0,-15-1 10 16,15 1-4-16,0 0-7 0,0 0 5 0,0 0 14 15,-12 2-23-15,12-2-4 0,0 0 18 0,0 0-4 16,0 0-5-16,0 0 2 0,0 0-3 0,0 0-14 16,-13 2 12-16,13-2 2 0,0 0 1 0,0 0 3 15,0 0 3-15,-7 0-6 0,7 0 2 0,0 0 3 16,0 0 0-16,0 0-5 0,0 0-3 0,-13 3 8 15,13-3-5-15,0 0 6 0,-8 2 5 0,8-2-14 16,0 0-4-16,-10 1 15 0,10-1-1 0,-10-1-2 16,10 1 7-16,-10 1-14 0,10-1 6 0,0 0-3 15,-13 2-3-15,13-2 1 0,-8 0 4 0,8 0-4 16,0 0-2-16,-10 2 2 0,10-2-7 0,0 0 6 16,0 0-16-16,-9 0 1 0,9 0-17 0,0 0-8 15,0 0-8-15,0 0-57 0,-9 2-118 0,9-2 53 16</inkml:trace>
  <inkml:trace contextRef="#ctx0" brushRef="#br0" timeOffset="-161829.72">31824 7497 30 0,'0'0'20'0,"0"0"14"0,-8-2-6 0,8 2 2 0,0 0-2 15,0 0-7-15,0 0-1 0,0 0-3 16,0 0-2-16,0 0 1 0,0 0-8 0,0 0 3 16,0 0-4-16,0 0 5 0,-5-6-5 0,5 6 0 15,0 0-4-15,0 0 3 0,0 0-3 0,0 0 3 16,0 0-3-16,0 0 3 0,0 0 1 0,0 0-8 15,0 0 4-15,0 0 1 0,0 0 1 0,0 0 2 0,0 0-6 16,0 0 2-16,0 0 3 0,0 0-3 16,0 0 7-16,0 0-2 0,0 0-8 0,0 0 1 15,0 0 1-15,0 0 3 0,0 0 2 0,0 0-2 16,0 0-1-16,0 0 2 0,0 0-8 0,0 0 3 16,0 0-10-16,0 0 3 0,0 0-4 0,0 0-2 15,0 0-2-15,0 0 5 0,17-6-7 0,-17 6 6 16,0 0 2-16,0 0 0 0,0 0 1 0,8-4 1 15,-8 4 9-15,0 0-1 0,0 0-4 0,0 0 1 16,0 0 7-16,0 0 4 0,0 0-7 0,6-3 5 16,-6 3 1-16,0 0-2 0,0 0 6 0,0 0-6 15,0 0 0-15,0 0 1 0,0 0-5 0,0 0 13 16,0 0-10-16,0 0 7 0,0 0 0 0,0 0-9 16,0 0 3-16,0 0-4 0,0 0 5 0,0 0-5 15,0 0 8-15,0 0-11 0,0 0 8 0,0 0-4 16,0 0-4-16,0 0 2 0,0 0 4 0,0 0-9 15,0 0 7-15,0 0-3 0,0 0-2 0,0 0-2 16,0 0 3-16,0 0 1 0,0 0-2 0,0 0-1 16,0 0 3-16,0 0 1 0,0 0-1 0,0 0 1 15,0 0-8-15,0 0 7 0,0 0-4 0,0 0 2 16,0 0-3-16,0 0 0 0,0 0-9 0,0 0 4 16,0 0 0-16,0 0 4 0,0 0-5 0,0 0 2 15,0 0 4-15,0 0-5 0,0 0 0 0,-3-11 4 16,3 11 0-16,0 0-1 0,0 0-2 0,0 0 12 15,0 0-7-15,3-5 0 0,-3 5 2 0,0 0-2 16,0 0 3-16,0 0 6 0,0 0-5 0,-2-12-3 16,2 12-3-16,0 0-5 0,0 0 10 0,0 0 2 15,0 0-4-15,0 0 3 0,0 0 5 0,0 0 0 16,-1-9-3-16,1 9 1 0,0 0 3 0,0 0 1 16,0 0 7-16,0 0-11 0,0 0 8 0,0 0 2 15,0 0-8-15,0 0 0 0,0 0 2 0,-3-7 6 16,3 7-5-16,0 0 0 0,0 0 1 0,0 0-7 15,0 0 3-15,0 0-5 0,0 0 3 0,0 0 0 16,0 0-10-16,0 0 5 0,0 0 10 0,0 0-4 16,0 0-1-16,0 0 3 0,0-10-3 0,0 10 1 15,0 0-4-15,0 0-5 0,0 0 3 0,0 0 0 16,0 0 1-16,0 0-2 0,0 0 9 0,0 0-1 16,0 0-9-16,0 0 3 0,0 0 4 0,0 0-8 15,4-7 10-15,-4 7-4 0,0 0 5 0,0 0-9 16,0 0 1-16,0 0 6 0,0 0-8 0,3-5 7 15,-3 5 1-15,0 0-1 0,0 0 4 0,0 0-6 16,0 0-2-16,3-7-6 0,-3 7 11 16,0 0-4-16,0 0 2 0,0 0 0 0,0 0 10 0,0 0-12 15,0 0 1-15,0 0-4 0,0 0 7 0,0 0 0 16,0 0-6-16,0 0 8 0,-2-12-8 0,2 12 8 16,0 0-10-16,0 0 12 0,0 0-3 0,0 0 3 15,0 0-4-15,0 0-3 0,0 0 4 0,0 0-4 16,0 0 0-16,0 0 3 0,0 0-3 0,0 0-11 15,0 0 16-15,0 0-5 0,0 0-1 0,0 0 8 16,0 0-8-16,0 0 1 0,0 0-5 0,0 0 2 16,0 0 5-16,0 0-6 0,0 0 0 0,0 0 1 15,0 0 4-15,0 0-2 0,0 0-2 0,0 0-1 16,0 0 4-16,0 0-10 0,0 0 2 0,0 0 6 16,0 0 8-16,0 0-5 0,0 0-7 0,0 0 11 15,0 0-4-15,0 0-6 0,0 0 8 0,-6-5-11 16,6 5 24-16,0 0-27 0,0 0 6 0,0 0 0 15,0 0 0-15,0 0 0 0,0 0 7 0,0 0-7 16,0 0-1-16,-14 3 5 0,14-3-4 16,0 0 3-16,0 0 5 0,0 0-2 0,0 0 1 0,0 0-7 15,-12 0-2-15,12 0 8 0,0 0-3 0,0 0 2 16,-13 0-4-16,13 0 2 0,0 0 16 0,0 0-14 16,-10 1-5-16,10-1 0 0,0 0-1 0,0 0 4 15,-13 0-3-15,13 0 5 0,0 0-7 0,0 0 5 16,-11-1 2-16,11 1 0 0,0 0-1 0,-9 1 0 15,9-1 2-15,0 0-11 0,-10 0 13 16,10 0-8-16,-8 1 9 0,8-1-5 0,0 0 1 0,-14 1-2 16,14-1 0-16,-8 0 3 0,8 0 0 0,0 0-1 15,-14 1-8-15,14-1 3 0,0 0 7 0,-10-1-5 16,10 1 4-16,-8-1-6 0,8 1 4 0,0 0-2 16,-11-1-2-16,11 1 5 0,0 0 2 0,-9-1-6 15,9 1 4-15,0 0-7 0,0 0 4 16,-12 0 5-16,12 0-4 0,0 0 2 0,-10 0-6 15,10 0 11-15,0 0-4 0,0 0-4 0,-9-2 6 0,9 2-3 16,0 0-11-16,-9-1 12 0,9 1-1 0,0 0 0 16,0 0-1-16,-10-1-7 0,10 1 7 0,0 0-9 15,-11-3 10-15,11 3-1 0,0 0 1 16,-12 1-1-16,12-1-5 0,0 0 6 0,-12 0-2 16,12 0-2-16,0 0 3 0,-11-1 1 0,11 1-3 0,-8 1 1 15,8-1-2-15,0 0 4 0,0 0-1 0,-12-1-4 16,12 1 4-16,0 0-7 0,-9 0 3 0,9 0 4 15,0 0-2-15,0 0 4 0,-11 0 5 16,11 0-12-16,0 0 1 0,-11 0 9 0,11 0-10 16,0 0 3-16,-10 0-1 0,10 0 2 0,0 0 4 15,-10 1-6-15,10-1 0 0,-11 0 2 0,11 0 3 0,0 0-1 16,0 0 1-16,-14-1-3 0,14 1-8 0,0 0 10 16,0 0-3-16,-17-1 6 0,17 1-3 15,0 0-2-15,-15 0-4 0,15 0 10 0,-10-1-8 0,10 1 1 16,0 0 3-16,0 0-3 0,-16 0 5 15,16 0-11-15,0 0 10 0,-13 0-2 0,13 0-1 16,0 0 1-16,0 0 0 0,-16 0-10 0,16 0 7 0,0 0 2 16,0 0 2-16,0 0 2 0,-14 0-8 15,14 0 4-15,0 0 0 0,0 0-2 0,-14-3 4 0,14 3 1 16,0 0 1-16,0 0 0 0,-10-3 1 16,10 3-6-16,0 0-5 0,0 0 10 0,-15 0-3 15,15 0 0-15,-9 0-1 0,9 0 2 0,0 0-5 16,0 0 0-16,-14-1 3 0,14 1 1 0,-8-2 1 0,8 2-5 15,0 0 6-15,0 0-4 0,-11-1-3 16,11 1 2-16,0 0 5 0,-12 0-1 0,12 0 1 16,-9 0-4-16,9 0 4 0,0 0-10 0,0 0 7 15,-11-2-1-15,11 2 4 0,0 0 0 0,-7-1-7 16,7 1 4-16,0 0-5 0,-11-4 5 0,11 4 2 16,0 0-5-16,0 0 3 0,-10 0-2 0,10 0 3 0,0 0 2 15,0 0 2-15,-11-2-1 0,11 2-8 16,0 0-1-16,-10-1 7 0,10 1-8 0,0 0 12 15,-9-2-3-15,9 2-13 0,0 0 6 0,-9-3 9 16,9 3-10-16,0 0 6 0,-11-1-2 0,11 1 10 16,0 0-8-16,-9 0 1 0,9 0-3 0,0 0 1 15,-9-2 2-15,9 2 0 0,-7-2 1 0,7 2-3 16,0 0-3-16,-10-1 2 0,10 1 1 0,0 0 1 16,0 0 1-16,0 0-4 0,-10-1-2 0,10 1 5 15,0 0-2-15,0 0 0 0,-10 1 2 0,10-1 0 16,0 0-7-16,0 0 2 0,-12-1 10 0,12 1-7 15,0 0 3-15,0 0-9 0,-10-2 12 0,10 2-2 16,0 0 1-16,0 0-5 0,-9-1 15 0,9 1-12 16,0 0-5-16,0 0 5 0,0 0 0 0,-10 0-7 15,10 0 13-15,0 0-10 0,0 0 0 0,-10-3-2 16,10 3-2-16,0 0 5 0,-11 0 0 0,11 0 2 16,0 0 3-16,-10-1-5 0,10 1 0 0,0 0-2 15,-10-2-3-15,10 2 8 0,0 0-3 0,-10 0 1 16,10 0 3-16,0 0-3 0,0 0-3 0,-12-2 8 15,12 2-8-15,0 0 2 0,0 0 0 0,-7-1 4 16,7 1 3-16,0 0-11 0,-10-1 5 0,10 1 0 16,0 0 3-16,0 0 1 0,0 0-2 0,0 0-4 15,-11-2 12-15,11 2-10 0,0 0-3 0,-8-2-1 16,8 2 1-16,0 0 4 0,0 0 0 0,-10-2 1 16,10 2-4-16,0 0 7 0,0 0-2 0,-6-2-1 15,6 2-4-15,0 0 4 0,0 0 9 0,-10 0-12 16,10 0-2-16,0 0 0 0,0 0 4 0,0 0-3 15,0 0 3-15,-11-2 3 0,11 2-8 0,0 0 6 16,0 0-6-16,0 0 5 0,-10-2 0 0,10 2-4 16,0 0 0-16,0 0 1 0,0 0-1 0,0 0 2 15,-10 0 2-15,10 0 0 0,0 0 2 0,0 0 1 16,0 0-4-16,-10-1 7 0,10 1-8 0,0 0 0 16,0 0-5-16,-11 0 2 0,11 0 4 0,0 0 2 15,0 0 0-15,-11-1-13 0,11 1 11 0,0 0-6 16,-10-1 7-16,10 1-1 0,0 0 0 0,0 0 2 15,-11 0-6-15,11 0 7 0,0 0 3 0,0 0-4 16,-12 1-3-16,12-1-4 0,0 0 6 0,-9 2 0 16,9-2 4-16,0 0-2 0,-8 2-1 0,8-2 0 15,0 0 1-15,0 0-4 0,-10 2-4 0,10-2 10 16,0 0-9-16,-8 0 1 0,8 0 9 0,0 0-4 16,0 0-5-16,-9 2 6 0,9-2-3 0,0 0 2 15,-9 3-4-15,9-3 3 0,0 0 10 0,-9 1-10 16,9-1 1-16,0 0-2 0,0 0-3 0,-7 4 8 15,7-4-5-15,0 0-3 0,-7 4 1 0,7-4 3 16,0 0-2-16,-7 4 3 0,7-4 4 0,0 0-5 16,0 0-3-16,-9 6 1 0,9-6 8 0,0 0-7 15,-7 6 2-15,7-6 4 0,0 0-6 0,-10 4 5 16,10-4-4-16,0 0-5 0,-7 7 7 0,7-7-4 16,0 0 7-16,-8 8-2 0,8-8-3 0,-5 6-1 15,5-6 0-15,0 0 4 0,-8 7 3 0,8-7-4 16,0 0 11-16,-5 6-14 0,5-6-1 0,0 0 4 15,-8 8-5-15,8-8 13 0,0 0-2 0,-6 8-4 16,6-8-5-16,0 0 10 0,-5 11-6 16,5-11 7-16,-6 7-2 0,6-7 3 0,-3 9 0 0,3-9 0 15,-8 9 3-15,8-9 10 0,-6 8-5 0,6-8 8 16,-7 10-11-16,7-10-2 0,-6 11-7 16,2-6 5-16,4-5 4 0,-7 12-5 0,7-12 4 0,-7 10 3 15,7-10-10-15,-5 10-5 0,5-10 0 0,-5 9 3 16,2-2 2-16,3-7-4 0,-5 9 2 0,5-9 5 15,-6 12-1-15,6-12-4 0,-5 10 6 0,5-10-2 16,-4 10-3-16,4-10 11 0,0 0-14 0,-5 17 5 16,5-17 2-16,0 0-2 0,-6 16 6 0,6-16 5 15,-2 12 3-15,-1-5-7 0,3-7 1 0,-5 13-6 16,5-13-4-16,-3 12 2 0,1-4 9 0,2-8-11 16,-1 13-2-16,1-13-1 0,-4 15 5 0,3-8-2 15,1-7 3-15,-4 16-11 0,4-4 9 0,-1-3 5 16,1-9 5-16,-4 15 5 0,3-7-5 0,1-8 1 15,-2 17-7-15,2-7 7 0,0-10-3 0,-1 13 12 16,1-13-8-16,-3 16-3 0,3-16-1 16,-3 16 6-16,1-7-10 0,2-9-2 0,-1 12 3 0,1-12 1 15,-2 15-2-15,0-6 3 0,2-9 2 0,-2 15-1 16,2-15 2-16,-3 17-4 0,3-10 3 16,0-7 1-16,-2 19 0 0,2-11-2 0,-3 2 3 0,0-1-7 15,3-9 2-15,-1 19 0 0,1-11-2 0,0-8 3 16,-2 20-9-16,0-13 7 0,1 2-7 0,-3 1 3 15,4-10 7-15,-3 19 6 0,0-9-2 0,0-1-1 16,1-1-1-16,2-8-4 0,-4 19-2 0,1-10 0 16,3-9-4-16,-4 16 4 0,3-7 1 0,-1 0-7 15,-1 0 3-15,1 3-3 0,2-12-5 0,-5 16 4 16,3-5 4-16,2-2-4 0,-4 1 2 16,4-10-5-16,-3 17 1 0,0-8 0 0,3-9 0 0,-3 16-3 15,1-5 5-15,1-1-2 0,-2-1 0 0,0 1-4 16,-2 0 4-16,5 1 0 0,-3 0 0 0,0 0-7 15,2 0 5-15,-3 4-1 0,0 3 3 0,0-1-3 16,2 0 6-16,-2-5-6 0,0 5 3 16,3-6-3-16,-2 0 1 0,1 6-1 0,0-6 4 15,2 0-1-15,-1 2-4 0,0 0 3 0,1-13 3 0,0 22-4 16,0-12 3-16,-2 2 2 0,1-2-2 0,1-10 8 16,-1 20 4-16,1-10-10 0,0 1 6 0,0-11-2 15,-3 18 0-15,2-8 0 0,1 2 0 0,1-2 0 16,1 1-3-16,-2 1 3 0,-2 0-1 0,4 4-2 15,-4-3-3-15,2-2 1 0,2 7 6 0,-2-7-3 16,-2 2 2-16,4-3-3 0,-2 2 0 0,0-2-1 16,-3 1 0-16,3-11-1 0,-1 17-1 0,1-17 2 15,0 14-1-15,-2-6 4 0,2-8-4 16,2 14-2-16,-2-5 5 0,0-9-3 0,-2 17 0 16,2-17-3-16,-2 13 3 0,2-13 0 0,0 17 2 0,-3-11-1 15,3-6 0-15,-5 17-2 0,4-8 5 0,0 1-5 16,1-10 3-16,-3 19 1 0,-1-9 4 0,2 0-1 15,-1 0-1-15,1 1-1 0,0 1 0 16,1-1-1-16,0-1-2 0,-2-1 1 0,3-9-1 0,-4 16-1 16,3-9 2-16,1-7-2 0,-2 13 2 0,0-3 3 15,2-10-5-15,-3 16 3 0,0-4-4 0,3 1 4 16,-3-2-3-16,1-1 3 0,-2 2 4 0,0-3-8 16,0 2-3-16,2-2 2 0,-3 1 4 0,2-1 1 15,-1 2-3-15,2 0-2 0,-3 0 5 0,-1 1 5 16,1-2-2-16,-1 3-4 0,1-3 2 0,-1 6 2 15,0-1 6-15,1-5-8 0,1 2-3 0,-1-1 1 16,2-1 2-16,-1 3-6 0,0-3 3 0,0 2-1 16,0 4 5-16,0 1 2 0,0-5-2 0,1 3-2 15,1-3 2-15,0 2-4 0,-1-3 0 0,2 5 3 16,0 0 8-16,-2 0 0 0,2-3 2 16,0-2-1-16,-2 2-1 0,0-1-3 0,1 3-1 0,-1 2-1 15,-2-1-3-15,3-3 8 0,-2 1-7 0,0 3-1 16,0-2 1-16,0-2 1 0,0 2 0 0,1 1-2 15,-4-1 2-15,5-3 7 0,-2 1-10 0,3-3-1 16,-2 3 1-16,-1-1-1 0,3 0 9 0,-2 4 2 16,1-4-3-16,1 3 1 0,-1 0-1 15,0-4-4-15,0-1 3 0,0 2-5 0,2 0 0 0,-1-2-1 16,-1 1-2-16,1 0 5 0,1-11-9 0,-4 18 2 16,2-7 1-16,-1-3 4 0,3-8-2 0,-4 19 0 15,3-9 0-15,-2 2 0 0,2-2-1 0,-1 2 9 16,0-3-8-16,1 2-4 0,-3-2-1 0,2 2 5 15,-1 0-3-15,3-11-1 0,-2 17 3 16,-1-7-4-16,2 0 1 0,1-10-2 0,-5 16 3 0,3-9-4 16,2-7 1-16,-4 16 0 0,4-16 2 0,-2 13 0 15,2-13 5-15,-1 10 10 0,1-10-13 0,0 0 4 16,-2 10-4-16,2-10 8 0,0 0-3 0,0 0 6 16,-2 10-4-16,2-10 0 0,0 0 1 15,0 0-5-15,0 0 6 0,0 0-1 0,0 0 2 0,0 0 0 16,0 0-3-16,0 0-1 0,0 0-5 0,0 0 6 15,0 0-2-15,0 0-2 0,0 0-27 0,0 0-30 16,0 0-28-16,0 0-50 0,0 0-88 16,0 0-86-16,0 0-250 0,0 0-594 0,0 0 263 15</inkml:trace>
  <inkml:trace contextRef="#ctx0" brushRef="#br0" timeOffset="-160373.52">30398 7378 14 0,'0'0'50'0,"0"0"-4"0,-8-1 1 16,8 1-3-16,0 0 2 0,0 0 2 0,-10-3-2 15,10 3-5-15,0 0 0 0,0 0-3 0,0 0 8 16,0 0-7-16,-7-3-4 0,7 3 0 16,0 0 6-16,0 0-5 0,0 0 0 0,0 0-5 15,0 0 6-15,0 0-4 0,0 0 5 0,0 0-4 0,32 3-1 16,-14 0-9-16,1 0 1 0,4-2 2 0,8 3 0 16,1 0-10-16,0-2-4 0,4 0-15 15,3 5-3-15,12-4-27 0,2 0-20 0,0 5-29 16,2-5-69-16,-3 3-162 0,2-4 72 0</inkml:trace>
  <inkml:trace contextRef="#ctx0" brushRef="#br0" timeOffset="-159716.72">30156 7345 8 0,'0'0'69'0,"0"0"-3"16,-9 0-4-16,9 0-7 0,0 0-3 0,0 0-5 16,0 0 6-16,0 0-4 0,0 0-4 0,0 0-1 15,0 0 11-15,0 0-2 0,0 0-6 0,0 0-1 16,0 0-1-16,41 1 1 0,-10-1-8 0,3 0-3 16,3 1 7-16,1 1-8 0,2-1-2 0,14 3-5 15,-4-4-5-15,1 0 4 0,-12 3-5 0,15-2 8 16,-3 1-9-16,-12-1-7 0,12 3-1 0,-14-2-3 15,-3 1-14-15,-1-2-13 0,-3 2-23 0,-2-1-25 16,-8 0-30-16,-2 0-67 0,-5-1-176 0,0 0 77 16</inkml:trace>
  <inkml:trace contextRef="#ctx0" brushRef="#br0" timeOffset="-159491.09">30647 7317 31 0,'21'-3'57'0,"10"2"-19"16,0-1-1-16,-1 1-22 0,2 1-19 0,-2 0-25 15,-2 0-32-15,-1-2 14 0</inkml:trace>
  <inkml:trace contextRef="#ctx0" brushRef="#br0" timeOffset="-159188.62">30923 7070 73 0,'0'0'79'0,"0"0"-6"0,-17 8-3 0,11 0 5 0,1-1-10 15,0 6-2-15,-3 2-12 0,1 4 2 0,0 0-6 16,-1 5-2-16,3-4-8 0,-1 2 5 0,4 5-7 16,0-8-19-16,-1 1-16 0,3-1-40 0,-1 0-36 15,-1 2-42-15,-1-3-129 0,-1-6 57 0</inkml:trace>
  <inkml:trace contextRef="#ctx0" brushRef="#br0" timeOffset="-158749.36">30768 7110 68 0,'-4'18'86'0,"-3"7"-6"0,0 3-6 0,2-1-8 15,-1 0-4-15,-1-1-9 0,1 4-16 0,-2-1-27 16,3-1-31-16,-1 0-66 0,-6-2-92 0,2 0 41 15</inkml:trace>
  <inkml:trace contextRef="#ctx0" brushRef="#br0" timeOffset="-156911.72">20322 15971 26 0,'0'0'44'15,"0"0"-3"-15,0 0-5 0,0 0-9 0,0 0-18 16,0 0-9-16,-1 9-3 0,1-9-14 0,0 0-11 16,-3 6-29-16,3-6 13 0</inkml:trace>
  <inkml:trace contextRef="#ctx0" brushRef="#br0" timeOffset="-156008.82">19335 15513 31 0,'0'0'26'0,"0"0"-1"15,0 0-3-15,0 0-5 0,0 0 0 0,0 0-3 0,0 0 6 16,0 0 3-16,0 0-5 0,0 0 5 16,0 0-1-16,0 0 4 0,0 0 2 0,0 0-1 15,0 0 0-15,0 0 4 0,0 0-2 0,0 0-1 16,0 0 3-16,0 0 3 0,0 0-4 0,0 0-8 15,0 0 7-15,0 0-10 0,0 0 14 0,0 0-10 16,0 0 3-16,0 0-1 0,0 0 1 0,0 0 4 16,-1 7-16-16,1-7 6 0,0 0-5 0,0 0 8 15,0 0-2-15,0 0 2 0,0 0 2 0,0 0-5 16,0 0 5-16,0 0 0 0,0 0 9 0,0 0 8 16,0 0-2-16,0 0-4 0,0 0 22 0,0 0-10 15,0 0 2-15,0 0 5 0,0 0-2 0,0 0 5 16,0 0-2-16,0 0-5 0,0 0 5 0,0 0-6 15,0 0-4-15,0 0-8 0,0 0-1 0,0 0-3 16,0 0-4-16,0 0-2 0,0 0 1 0,0 0-3 16,0 0-7-16,0 0 0 0,0 0 0 0,0 0-3 15,0 0-1-15,0 0-2 0,0 0-1 0,0 0-4 0,0 0-1 16,0 0 5-16,0 0-3 0,0 0-2 16,0 0-20-16,0 0-19 0,0 0-20 0,0 0-24 15,0 0-40-15,0 0-23 0,0 0-141 0,0 0-302 16,0 0 133-16</inkml:trace>
  <inkml:trace contextRef="#ctx0" brushRef="#br0" timeOffset="-155618.75">20360 15396 36 0,'0'0'45'16,"0"0"-21"-16,0 0-23 0,0 0-19 0,0 0-19 15,0 0 8-15</inkml:trace>
  <inkml:trace contextRef="#ctx0" brushRef="#br0" timeOffset="-133175.69">9538 4913 36 0,'0'0'43'16,"0"0"-8"-16,0 0 6 0,0 0-3 0,0 0-6 15,0 0 3-15,0 0-12 0,0 0 6 0,0 0-9 0,0 0 4 16,0 0-4-16,8-12 2 0,-8 12-1 0,0 0-6 16,0 0-10-16,0 0 12 0,0 0-3 0,0 0-9 15,0 0-2-15,0 0 2 0,0 0-2 16,0 0 3-16,0 0-3 0,0 0 6 0,0 0-13 16,0 0 9-16,0 0 1 0,0 0-5 0,0 0-1 15,0 0 3-15,0 0-1 0,0 0 1 0,0 0 0 0,0 0-2 16,0 0 2-16,0 0-3 0,0 0 4 0,0 0-4 15,0 0 1-15,0 0-1 0,0 0-1 0,0 0 7 16,0 0-10-16,0 0 3 0,0 0 1 16,0 0-2-16,0 0-10 0,0 0 9 0,0 0-10 15,0 0-3-15,0 0-8 0,0 0-9 0,0 0-8 16,0 0-24-16,0 0-71 0,0 0 32 0</inkml:trace>
  <inkml:trace contextRef="#ctx0" brushRef="#br0" timeOffset="-89086.19">9600 15609 10 0,'0'0'43'0,"0"0"-2"0,0 0 2 16,0 0-2-16,0 0 0 0,0 0 3 0,0 0-4 16,0 0 0-16,0 0 1 0,0 0-3 0,0 0-5 15,0 0 1-15,0 0 6 0,0 0-1 0,0 0 3 16,0 0-3-16,0 0 7 0,0 0 2 0,0 0-4 15,0 0 0-15,0 0 2 0,0 0-11 16,0 0-2-16,0 0-5 0,0 0 6 0,0 0 1 16,0 0-4-16,0 0 3 0,0 0-2 0,0 0 5 0,0 0 3 15,0 0-9-15,0 0 5 0,0 0-6 0,0 0 2 16,0 0 0-16,0 0-4 0,0 0-4 16,0 0 0-16,0 0 5 0,0 0-2 0,0 0-4 15,0 0-2-15,0 0 0 0,0 0-3 0,0 0-3 0,0 0 2 16,0 0-3-16,0 0 3 0,0 0-8 15,0 0-10-15,0 0-12 0,0 0-13 0,0 0-14 0,0 0-16 16,0 0-36-16,0 0-28 0,0 0-100 0,0 0-237 16,14 2 104-16</inkml:trace>
  <inkml:trace contextRef="#ctx0" brushRef="#br0" timeOffset="13081.7">9656 15537 8 0,'0'0'51'0,"0"0"-7"15,0 0-2-15,0 0-1 0,0 0-8 0,0 0 1 0,0 0-2 16,0 0-3-16,0 0-3 0,0 0 0 16,0 0-3-16,0 0 7 0,0 0-5 0,0 0-6 15,0 0 7-15,0 0 0 0,0 0-4 0,0 0 1 16,0 0-1-16,0 0-3 0,0 0-4 0,0 0 6 15,0 0-5-15,0 0 3 0,0 0-1 0,0 0 4 0,0 0-2 16,0 0 0-16,0 0 2 0,0 0-4 0,0 0-4 16,0 0 7-16,0 0 2 0,0 0-3 15,0 0 4-15,0 0-2 0,0 0 8 0,0 0-1 16,0 0-3-16,0 0-3 0,0 0-7 0,0 0 13 16,0 0-9-16,0 0 0 0,0 0 4 0,0 0 0 0,0 0 2 15,0 0-3-15,0 0-7 0,0 0 8 16,0 0-2-16,0 0-1 0,0 0-2 0,0 0-7 0,0 0 2 15,0 0 4-15,0 0 5 0,0 0-3 16,0 0-1-16,0 0-4 0,0 0 5 0,0 0 0 16,0 0-12-16,0 0 7 0,0 0-1 0,-15-7 3 0,15 7-8 15,0 0 10-15,0 0-4 0,0 0 6 16,0 0-15-16,0 0 5 0,0 0 10 0,-8-3-11 16,8 3 4-16,0 0-9 0,0 0 8 0,0 0-1 15,0 0-4-15,0 0 2 0,0 0-4 0,0 0 0 16,0 0 1-16,0 0-2 0,0 0-9 0,0 0 14 15,0 0-11-15,0 0 0 0,0 0-1 0,0 0 9 0,0 0-6 16,0 0-6-16,0 0 6 0,0 0-4 0,0 0-1 16,29 3-2-16,-22-2-13 0,-7-1-11 0,14-2-13 15,-3 3-31-15,0-1-17 0,0-1-15 16,1 1-29-16,-2 1-68 0,1-2-220 0,1-1 98 16</inkml:trace>
  <inkml:trace contextRef="#ctx0" brushRef="#br0" timeOffset="14564.3">19353 15566 43 0,'0'0'97'0,"0"0"-5"15,0 0-1-15,0 0-8 0,0 0 7 0,0 0-8 16,0 0-3-16,0 0-6 0,0 0-1 0,0 0-16 16,0 0 10-16,0 0-8 0,0 0-4 0,0 0 3 15,0 0-10-15,0 0 1 0,0 0 12 0,0 0-12 16,0 0 6-16,0 0 1 0,0 0-2 0,0 0-2 16,0 0 2-16,0 0-4 0,0 0-6 0,0 0 3 15,0 0-5-15,0 0 0 0,0 0-2 0,0 0-5 16,0 0 0-16,0 0-3 0,0 0-1 0,0 0-9 15,0 0 3-15,0 0-6 0,0 0 0 0,0 0-5 16,0 0-1-16,0 0-13 0,0 0-11 0,0 0-27 16,0 0-25-16,0 0-24 0,0 0-27 0,0 0-12 15,0 0-19-15,0 0-98 0,0 0-265 0,0 0 117 16</inkml:trace>
  <inkml:trace contextRef="#ctx0" brushRef="#br0" timeOffset="15713.1">9642 15559 46 0,'0'0'83'0,"0"0"-7"0,0 0 2 15,0 0-5-15,0 0 2 0,0 0-2 16,0 0 14-16,0 0-16 0,0 0 0 0,0 0-8 16,0 0-3-16,0 0-13 0,0 0 5 0,0 0 1 15,0 0-11-15,0 0 2 0,0 0 2 0,0 0 1 0,0 0-10 16,0 0-5-16,0 0 2 0,0 0-8 0,0 0-8 15,0 0 2-15,0 0-3 0,0 0 3 16,0 0-12-16,0 0 3 0,0 0 4 0,5-10-8 16,-5 10-3-16,0 0-10 0,0 0-7 0,0 0-18 15,0 0-4-15,0 0-9 0,0 0-10 0,9-5-8 16,-9 5-10-16,0 0-2 0,6-1-15 0,-6 1-71 0,0 0-172 16,9-3 76-16</inkml:trace>
  <inkml:trace contextRef="#ctx0" brushRef="#br0" timeOffset="17607.12">9753 4839 11 0,'0'0'47'0,"0"0"-4"0,0 0 2 16,3-8-8-16,-3 8 1 0,0 0-6 15,0 0-1-15,0 0 1 0,0 0 5 0,0 0 23 16,0 0-37-16,0 0 3 0,0 0-9 0,0 0 12 15,0 0-3-15,0 0 2 0,0 0-5 0,0 0 1 16,0 0 4-16,1-8 1 0,-1 8-1 0,0 0-2 16,0 0-3-16,0 0 2 0,0 0-8 0,0 0-1 15,0 0 4-15,0 0-7 0,0 0 2 0,0 0-11 16,0 0 6-16,0 0-13 0,0 0 11 0,0 0-1 16,0 0-6-16,0 0 1 0,0 0 0 0,1-8 4 15,-1 8-2-15,0 0-5 0,0 0-2 0,0 0 6 16,0 0 14-16,0 0-11 0,0 0-14 0,0 0 13 0,0 0-3 15,0 0-1-15,0 0 0 0,0 0 1 16,0 0-4-16,0 0 1 0,0 0-6 0,0 0 5 16,0 0-6-16,0 0 8 0,0 0 6 0,0 0-5 15,0 0 0-15,0 0-1 0,0 0 5 0,0 0-7 16,0 0-5-16,0 0 7 0,0 0 1 0,0 0 0 16,0 0-3-16,-20 5 4 0,20-5-1 0,0 0 1 15,0 0 5-15,0 0-3 0,-14 0-7 0,14 0-2 0,0 0 4 16,-9 1 5-16,9-1 1 0,0 0-6 15,-9 0 2-15,9 0-6 0,0 0-4 0,-12 0-11 16,12 0 9-16,-12 0-6 0,12 0 5 0,-14 2-7 16,6-4-9-16,8 2-2 0,-19 0-1 0,8 0 4 15,-2 0-4-15,1 0-2 0,-2 2-1 0,0-4 3 16,-4 2 9-16,1 0-9 0,-2 0-3 0,2-1 2 16,-3 1 1-16,2 0-3 0,-1 0 4 0,-3 3-4 15,3-3-22-15,1 1-58 0,-1-1 25 0</inkml:trace>
  <inkml:trace contextRef="#ctx0" brushRef="#br0" timeOffset="19458.02">7367 4818 8 0,'-9'0'22'0,"-1"0"1"0,-1-1-6 16,11 1-6-16,-20 0 3 0,9 0-4 0,3 0 1 16,-2 1 2-16,-1-1-5 0,0-1-1 0,1 2-4 15,-3 0 2-15,3 1-1 0,0-2 3 0,-2 2-6 16,2-2 4-16,-1 0-1 0,-1 1-2 0,2 0 3 16,-3 1 0-16,4-4-4 0,-2 4 2 0,-1-2 0 15,2 0-1-15,0 0-2 0,-2 0 0 0,2 1 3 16,-2-1-3-16,12 0 1 0,-19-1-1 0,9 1 4 15,-3 0 2-15,4 0-4 0,-1-2 4 16,-1 2-1-16,-1-1 0 0,1 1-1 0,-1-1-1 0,0 1 6 16,0-2 0-16,-1 2-10 0,-1-1 3 0,0 1 1 15,1-1 1-15,-1 1 1 0,1-1-2 0,-2 1 2 16,5 0-1-16,-3-1 1 0,1 1-4 0,3 0-1 16,-2 1-6-16,2-1-2 0,9 0 13 0,-15 1-7 15,7-1-2-15,8 0 4 0,-11 1-2 0,11-1 6 16,-8 0 0-16,8 0-3 0,0 0-5 0,-12 1 6 15,12-1 0-15,0 0-4 0,0 0 3 16,0 0-7-16,-7 2 3 0,7-2 2 0,0 0 4 16,0 0-9-16,0 0 5 0,0 0 0 0,0 0 2 0,0 0 1 15,0 0-2-15,0 0-2 0,0 0 0 0,0 0 2 16,0 0 5-16,0 0-4 0,0 0 2 0,0 0-3 16,0 0 4-16,0 0-4 0,0 0-1 0,0 0 2 15,0 0-3-15,0 0 7 0,0 0-5 16,0 0 0-16,0 0 0 0,0 0 8 0,0 0-7 0,0 0-2 15,0 0 3-15,0 0 0 0,0 0-2 0,0 0-4 16,0 0 4-16,28-4 1 0,-28 4-3 16,9-1 6-16,-9 1-6 0,10-1 9 0,-10 1-10 15,11-2 7-15,-4 1-7 0,-7 1-1 0,14-1-3 0,-6 2 5 16,-8-1 6-16,19 0-2 0,-9-1 2 0,0-1-7 16,3 2 5-16,-2 0 0 0,4 0 3 0,2 0-5 15,0 0 1-15,1 0 0 0,2 0 13 0,-2 0-16 16,3 2 4-16,0-1-2 0,0-1 1 15,1 1 5-15,-1-1-2 0,2 0-4 0,-2 3 6 0,6-3-4 16,-6 1-5-16,1 1 4 0,-1 0 3 0,7 0 2 16,-8 0-5-16,-1-2-5 0,9 3 4 0,-7-1 4 15,0 0-4-15,-1-2 3 0,0 0-3 0,2 3 6 16,-2-2-5-16,0 0-2 0,1 1 3 0,0-1-8 16,0 0 8-16,0 0 2 0,-1-1-7 0,2 2 4 15,0-2-2-15,-3 0 2 0,9 0-4 0,-6 1 3 16,6-1 6-16,-6 0-6 0,-2-1 4 0,10 2-5 15,-9 1 1-15,2-2 0 0,-2 1 5 0,-1 0 1 16,3 1-9-16,0-4-5 0,-2 4 5 0,2-2 3 16,-2 2-5-16,7-2 10 0,-7 1-7 0,-1 0 4 15,3 1-7-15,-2-1 5 0,-1-1 2 0,2 0-2 16,-2 0 0-16,1 0-4 0,-1-1 5 16,1-1-4-16,-2 4 0 0,3-2-2 0,-6 0-6 0,3-2 11 15,-1 2-6-15,1-1 0 0,-1 0 0 0,0 1 3 16,1-2 2-16,-2 2 0 0,1 0 4 0,1 0-6 15,-1 0-2-15,1 0 5 0,-6 0 3 16,6 0-5-16,-6 0-2 0,5 0 4 0,0 0 0 16,0 0 3-16,-6 0-3 0,8 2 2 0,-6-2-9 0,0 0 7 15,-1 1 2-15,0-2-2 0,2 2-9 0,-2-2 7 16,4 2 1-16,-2-1 1 0,-2 0 0 0,6-1 0 16,-3 1 0-16,2-2-2 0,-2 2 1 0,4 0-1 15,-3 0-1-15,-4-2 3 0,5 2-2 0,-1 2 7 16,0-4-2-16,0 2-1 0,2-1 2 0,-2 1 1 15,1-1-6-15,1-2 4 0,-1 3-1 0,-4 0 0 16,0-2 0-16,4 1 1 0,-4 0-4 0,4 1-2 16,-5-3 4-16,-2 2-3 0,8 1 2 0,-6-1-2 15,-1 1 8-15,0-1-5 0,1 2 2 0,0-2 0 16,0 1-2-16,-2-2-8 0,2 2 13 0,0 0-6 16,0 0 0-16,-1-2 3 0,1 2 0 0,0-1-5 15,1 1 3-15,0-1-2 0,-1 1 2 0,1 0-1 16,0 0 6-16,-1 0-7 0,6 0 8 15,-8 0-4-15,5 0 2 0,-4 1-5 0,1-1 0 0,3-1 3 16,-4 2 2-16,1-1-5 0,1 1 4 0,-1-1-5 16,0 0 0-16,0 0 4 0,1 0-2 0,-3 2 1 15,2-2-1-15,0 0-2 0,-2 0 3 0,2 2-4 16,-1-2 0-16,0 1 0 0,0 0 7 16,-1 0-2-16,2 1-4 0,-3-1 4 0,3-1-4 0,-1 1-3 15,-2-1 2-15,0-2 7 0,0 3 0 16,1-1-5-16,0 1 3 0,-3-1-3 0,-8 0 0 15,14 1 3-15,-7-1-6 0,-7 0-2 0,12 2-2 0,-12-2 3 16,10 0-4-16,-10 0 0 0,11 1-4 0,-11-1-2 16,10 2-4-16,-10-2 5 0,0 0 1 0,10 1-4 15,-10-1 2-15,9 3-4 0,-9-3 1 0,9 0 0 16,-9 0 0-16,10 2-9 0,-5-1-28 16,-5-1 12-16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10:26:57.6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9729 4921 2 0,'0'0'3'0,"10"-1"2"16,-10 1-7-16,13-2 6 0,-13 2-3 0,10-2 1 16,-10 2 0-16,9-2 0 0,-9 2 1 0,12-1 3 15,-12 1-7-15,10-3 2 0,-10 3 2 0,11-2 0 16,-4 0 1-16,-7 2 0 0,11-2 1 0,-4 0 1 15,-7 2 0-15,12 0-4 0,-5-1-1 0,-7 1 10 16,13-2-3-16,-8-1-6 0,-5 3 4 0,14-4 2 16,-14 4-7-16,10-1 7 0,-5-1-1 0,-5 2-8 15,10-2 3-15,-10 2 0 0,14-2 0 0,-8 2 1 16,-6 0-1-16,11-2-3 0,-5 1 8 0,-6 1-4 16,11 0-1-16,-11 0 1 0,7 0-3 0,-7 0 2 15,10-2 0-15,-10 2 3 0,11 0-1 0,-11 0-2 16,10-1-1-16,-10 1 9 0,10 0-5 0,-10 0 3 15,9-2-1-15,-9 2 1 0,9 0-1 0,-9 0-2 16,10-2 1-16,-10 2-4 0,12 2 0 16,-12-2 2-16,11-3 1 0,-2 3 0 0,-9 0-2 0,12 0 3 15,-6-1 0-15,-6 1-6 0,15 0 2 0,-15 0 4 16,12 0-5-16,-4 0 2 0,-8 0-10 0,12-1 11 16,-12 1 1-16,13 0 0 0,-6 0-3 0,-7 0-1 15,12-2 4-15,-12 2-1 0,12 0-1 0,-12 0-2 16,10-1 4-16,-10 1 1 0,0 0-5 15,9-1 1-15,-9 1 0 0,0 0 4 0,0 0-4 16,8-2-21-16,-8 2-9 0,0 0-15 0,0 0-46 0,0 0 21 16</inkml:trace>
  <inkml:trace contextRef="#ctx0" brushRef="#br0" timeOffset="1387.14">9610 4753 12 0,'1'-7'22'0,"-1"7"8"16,0 0-18-16,0 0 7 0,0 0 4 0,-3-13-12 15,3 13 10-15,0 0 9 0,-3-8-2 0,3 8-5 16,0 0-3-16,0 0 4 0,-3-7-8 0,3 7 8 16,0 0-9-16,0 0 2 0,0 0 15 0,0 0-20 15,0 0-1-15,0 0-2 0,-1-8 7 0,1 8-2 16,0 0-8-16,0 0-4 0,0 0 1 0,0 0 3 16,0 0-8-16,0 0 7 0,0 0-2 0,0 0 3 15,-4 21-11-15,4-21 7 0,-1 14 2 0,1-8-5 16,0 3 2-16,-1 1 3 0,1-1-4 0,0 1 6 15,1-3 3-15,-1 3 1 0,1-1-1 0,-1-1 2 16,1-1-3-16,2 2 4 0,-2-1-11 0,-1 0 7 16,3 0 1-16,-2-2-1 0,1 2-1 0,-1-2-5 15,-1-6-3-15,1 13 6 0,0-7-4 0,1 0 7 16,-2-6-11-16,2 10 5 0,0-5 4 0,-2-5 1 16,1 9-3-16,-1-9-5 0,2 6 0 0,-2-6 1 15,0 0 4-15,0 8 10 0,0-8-4 16,0 0-8-16,0 0 2 0,0 0 6 0,2 8 3 0,-2-8 12 15,0 0 0-15,0 0-2 0,0 0-4 0,0 0 2 16,0 0-1-16,0 0-10 0,0 0 9 0,0 0-4 16,0 0-7-16,-4-27 13 0,4 27-11 0,-1-12-3 15,1 6-2-15,0 6 5 0,-2-17-9 0,2 7 5 16,-1 1-4-16,1-1 9 0,-1 0-10 0,1 1 4 16,0-1-8-16,-2 0-4 0,2 0 5 15,0 1 3-15,-1 0 5 0,2-1-4 0,-2 1 7 0,1 9-6 16,0-12 5-16,0 12-5 0,-1-10 8 0,1 10-2 15,0-8-4-15,0 8 1 0,0 0-6 0,-1-10 7 16,1 10-6-16,0 0-6 0,0 0-1 0,0 0 1 16,0 0 4-16,0 0-2 0,0 0 0 0,0 0 4 15,-3 27-10-15,0-17 9 0,2 2 0 16,-2 4 2-16,1 1-2 0,-3-2-1 0,2 1 5 0,0 0 0 16,1-3 0-16,1-1 4 0,0-1-2 0,-1 1 2 15,1-3-6-15,0 2 3 0,1-3-5 16,0-8 10-16,0 15-3 0,-1-9-8 0,1-6 2 15,0 8 4-15,0-8 3 0,0 0 2 0,-2 10-7 16,2-10 5-16,0 0 4 0,0 0 8 0,0 0 13 16,0 0-4-16,0 0-7 0,0 0 6 0,0 0 3 0,0 0-6 15,0 0 2-15,0 0-3 0,0 0-6 0,0 0-1 16,-1-31-1-16,1 21-8 0,0 1 3 0,1-4 0 16,-1 1 1-16,2-1-5 0,-1 0 0 15,-1 1-6-15,1 1 4 0,0 0-2 0,1-1-9 16,-1 2 6-16,-1 1 8 0,1 2-10 0,-1 7 5 0,2-13 8 15,-2 13-13-15,1-10-8 0,-1 10-17 0,0 0 19 16,0 0-1-16,0 0 1 0,0 0-5 0,0 0 5 16,0 0 5-16,0 0-6 0,0 0 3 15,-5 30 4-15,3-18-1 0,0 0-5 0,1 2 4 16,-2-3 6-16,3 5 8 0,-1-3 3 0,-1-2-12 16,1 3 9-16,0-4-11 0,1 1-1 0,-1 0 9 0,1-2-10 15,-2-2-7-15,2-7 12 0,0 11-5 0,0-11 1 16,0 10 3-16,0-10 3 0,-3 6 2 15,3-6 8-15,0 0-3 0,0 0 8 0,0 0-1 16,0 0 0-16,0 0 0 0,0 0-1 0,0 0-1 16,0 0-10-16,0 0 2 0,0 0 4 0,-7-27-2 0,7 17 0 15,-1 0-2-15,1 1-6 0,-1-3 4 0,1 2 1 16,-2-1-6-16,2 0-4 0,-1 1-8 16,1 2 11-16,0 8-2 0,-1-12-5 0,1 12 1 15,-2-10-3-15,2 10 2 0,0 0-3 0,-2-9-8 16,2 9 2-16,0 0 2 0,0 0 6 0,0 0-3 15,0 0 4-15,-7 22 0 0,5-13-1 0,1 3-1 0,-3 3-20 16,0 3-16-16,0 0-23 0,3 1-21 0,-3 0-15 16,0 5-72-16,2 0-190 0,-1-6 84 15</inkml:trace>
  <inkml:trace contextRef="#ctx0" brushRef="#br0" timeOffset="2387.41">9570 4873 16 0,'0'0'25'0,"0"-10"1"0,0 10-2 16,0-14-8-16,2 8-2 0,-2 6 3 0,2-13-3 16,-2 7 2-16,0 6-1 0,4-11-1 0,-4 5 1 15,0 6-1-15,3-11 3 0,-3 11-9 0,2-10 6 16,-2 10-8-16,2-8 4 0,-2 8 1 15,0 0-2-15,2-8-4 0,-2 8 1 0,0 0-3 0,5-3 0 16,-5 3 2-16,0 0-1 0,0 0 4 0,13 8-11 16,-10-1 6-16,-1 0 9 0,2 2-2 0,-3 2 4 15,1 1 0-15,-1 1 0 0,-1 3 0 0,0 0 2 16,0 0-1-16,0 3-6 0,-1-4 3 0,-1 1 2 16,1-5-1-16,-2 2-6 0,2-1-4 0,0-2 11 15,0 1-4-15,-1-1 1 0,1-2-7 0,0-1 6 16,1-7-3-16,-2 11 7 0,2-11-5 15,-1 8 0-15,1-8 12 0,-3 5 10 0,3-5 8 0,0 0-2 16,0 0-4-16,0 0 1 0,0 0 2 0,0 0-9 16,0 0 8-16,0 0-11 0,-13-17-5 0,10 8 3 15,0-1-7-15,1-1 0 0,1-2 0 0,-1 1-12 16,1-4 2-16,0 3 2 0,1 0-1 0,0-2 1 16,0-1-8-16,0 5-7 0,1-1 11 0,-2 1 1 15,1 1-2-15,0 2-2 0,-2 1-1 0,2 7-11 16,2-10 8-16,-2 10-9 0,0 0-7 0,0 0 28 15,0 0-16-15,0 0-12 0,0 0 4 0,0 0-4 16,0 0-11-16,-8 32-10 0,3-15-14 0,1 1-10 16,0 1-56-16,0 5-131 0,2-6 59 15</inkml:trace>
  <inkml:trace contextRef="#ctx0" brushRef="#br0" timeOffset="2936.13">9609 4850 10 0,'0'0'6'16,"0"0"0"-16,0 0 0 0,0 0 2 0,0 0-5 16,0 0 0-16,0 0 4 0,0 0-2 0,18-4 0 15,-18 4 1-15,0 0 2 0,15 3-3 0,-7-1-8 16,2 0 5-16,0 1-6 0,2 0 7 0,6 1-6 16,-2-1-4-16,3 1-4 0,0 1-13 0,-1-2 6 15</inkml:trace>
  <inkml:trace contextRef="#ctx0" brushRef="#br0" timeOffset="3721.37">9735 4847 20 0,'0'0'30'0,"0"0"-6"0,0 0-4 15,0 0-1-15,0 0-3 0,0 0 3 0,0 0-5 16,0 0-4-16,0 0 3 0,0 0-5 0,25-3 0 16,-14 3-1-16,3-1-1 0,-1 1-2 0,6 0 0 15,-1 0-1-15,1 1 2 0,4-1 2 0,-2 0-2 16,6 2 1-16,3-2-2 0,1 0-2 0,-3 1 0 16,1 2-2-16,1-2 3 0,-2 1-9 0,1 1 4 15,-1 1-8-15,-1-3-2 0,1 2 2 0,-7 1-1 16,0-2 0-16,1 1-4 0,-1-1-16 0,0 2-33 15,-2-1 15-15</inkml:trace>
  <inkml:trace contextRef="#ctx0" brushRef="#br0" timeOffset="4582.66">11354 4847 4 0,'20'0'15'16,"-1"-1"-6"-16,3 1-2 0,6 0 0 0,-9 0 4 15,4 0-4-15,-1 0 6 0,3 0-5 0,3 0 5 16,-5-2-2-16,-2 2-3 0,8-1 5 0,-2 0-10 16,-8 0 2-16,0-1-4 0,-6 2 4 0,5 0-6 15,-5-1 5-15,-2 0 1 0,1 1-5 0,-7-1 3 16,-5 1-2-16,14-2 5 0,-14 2 0 0,8 0-2 16,-8 0-6-16,0 0-3 0,11-2-1 0,-11 2-3 15,0 0-2-15,0 0 0 0,0 0-10 0,0 0-23 16,0 0 10-16</inkml:trace>
  <inkml:trace contextRef="#ctx0" brushRef="#br0" timeOffset="4601.76">11803 4832 64 0,'0'0'-11'0,"0"0"-12"0,0 0 6 0</inkml:trace>
  <inkml:trace contextRef="#ctx0" brushRef="#br0" timeOffset="4623.62">11776 4827 24 0,'0'0'-4'0,"0"0"-5"0,0 0 2 16</inkml:trace>
  <inkml:trace contextRef="#ctx0" brushRef="#br0" timeOffset="4727.32">11776 4827 6 0,'0'0'-1'15,"0"0"3"-15,0 0-4 0,0 0 3 0,0 0 0 16,0 0 0-16,0 0 0 0,0 0-3 0,0 0 3 16,29 1 0-16,-17 1-3 0,-3-2-2 0,0 0 7 15,4 0-2-15,-2 0-3 0,1 0 5 0,1 0-2 16,0 0-3-16,0 0 2 0,-1 0 0 0,-1 0 0 15,1 1-2-15,-3-2-1 0</inkml:trace>
  <inkml:trace contextRef="#ctx0" brushRef="#br0" timeOffset="4877.1">12017 4831 12 0,'0'0'16'0,"0"0"-2"0,0 0 3 0,0 0-6 15,0 0 0-15,0 0-3 0,0 0-8 0,0 0-16 16,0 0 14-16,0 0-11 0,0 0-12 0,0 0 6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3T09:44:48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9627 4811 5 0,'-7'-6'24'0,"7"6"-8"0,0 0-2 0,0 0 4 16,0 0 0-16,-3-5-7 0,3 5 7 0,0 0-5 16,0 0-3-16,0 0 6 0,-4-7 4 0,4 7-6 15,0 0-1-15,0 0 0 0,0 0 6 0,0 0 1 0,0 0-7 16,0 0-2-16,0 0-2 0,0 0 2 16,0 0-3-16,-7-4-1 0,7 4-5 0,0 0 2 15,0 0-1-15,0 0 8 0,0 0-15 0,0 0 7 16,0 0-3-16,0 0 0 0,0 0-5 0,0 0 5 15,0 0 4-15,0 0-4 0,0 0-1 0,0 0 4 16,0 0-1-16,0 0-1 0,0 0 1 0,0 0-1 16,0 0 3-16,0 0-4 0,0 0-2 0,3 20 7 15,-3-20 0-15,0 0-1 0,0 0-1 0,0 0-8 0,0 0 7 16,1 10-4-16,-1-10 0 0,0 0 0 16,0 0-1-16,3 6 0 0,-3-6 3 0,0 0-3 15,0 0 4-15,4 5-7 0,-4-5 3 0,0 0-1 16,5 4-3-16,-5-4 3 0,6 4 3 0,-6-4-5 15,5 4-1-15,-5-4-4 0,6 2-1 0,-6-2 1 16,8 5 2-16,-3-4-9 0,-5-1 0 0,10 5-4 16,-6-3-13-16,-4-2-39 0,12 4 18 0</inkml:trace>
  <inkml:trace contextRef="#ctx0" brushRef="#br0" timeOffset="14369.95">7524 9019 56 0,'0'0'128'0,"0"0"-7"15,0 0-4-15,0 0-2 0,0 0-5 0,0 0-3 16,0 0-6-16,0 0-2 0,0 0-12 0,0 0-2 16,0 0 0-16,0 0-10 0,0 0-6 0,0 0-10 15,0 0-2-15,0 0-5 0,0 0-7 0,0 0-7 16,-23-5 0-16,23 5-5 0,-8-3 1 0,8 3-8 15,-8-2-1-15,8 2 2 0,0 0-5 0,-13 0-2 0,13 0-3 16,-10-2-3-16,10 2-3 0,-10-2 2 16,10 2 1-16,-10-2-3 0,10 2-3 0,-12 0-4 15,12 0 3-15,-9 0 2 0,9 0-2 0,-10-2-2 16,10 2-2-16,-13-1 0 0,13 1 2 0,-13 1-2 0,7-1 0 16,6 0 0-16,-19 2 5 0,11-1-2 15,-2-1-4-15,-2-1 4 0,1 2-1 0,-2 0-4 16,0-1-1-16,0 2 2 0,-3-2-2 0,-3 2 5 15,1-2-3-15,-3 1-3 0,2 2 2 0,-3-1 2 0,-5 0-1 16,-1 0-5-16,-2 1 3 0,0 1 0 0,2-2 1 16,-4 2-2-16,0 0 2 0,-1 2 3 15,1 1-2-15,-4-2-1 0,3 1 2 0,-3 1-2 16,1-2-1-16,1 2 4 0,-2 0-4 0,1 0-4 0,-1 0 1 16,3-1 5-16,-4 0 3 0,1 2-1 0,0 0-4 15,-2 0-2-15,1 1 5 0,-17-1 0 16,0 2-5-16,6 5 6 0,9-8-4 0,-11 4 5 0,10-4 1 15,3 1-12-15,-2 1 9 0,2-1 2 0,-13 3-2 16,16-8 2-16,1 5 4 0,3 0 10 0,3-3-1 16,6-3 7-16,0 1-1 0,-1 0-3 0,1 0-4 15,0 0 5-15,1 0-2 0,-2-1-1 0,5-2-7 16,0 3 2-16,0-2 0 0,2 0 1 0,2-1 1 16,0 3 4-16,3-3-4 0,-2 0 2 0,4 2-5 15,-3-2-3-15,11 0-1 0,-16-2-1 0,8 2-7 16,8 0 10-16,-12 0-6 0,12 0 0 0,-12 0-1 15,12 0-1-15,-8 2-6 0,8-2-10 16,-9 1-23-16,9-1-18 0,-8 1-22 0,8-1-16 0,0 0-27 16,0 0-26-16,0 0-14 0,0 0-133 0,-12-1-315 15,12 1 139-15</inkml:trace>
  <inkml:trace contextRef="#ctx0" brushRef="#br0" timeOffset="14793.85">5524 9032 59 0,'3'-8'132'0,"-3"8"-1"0,0 0-9 15,0 0-3-15,0 0-15 0,0 0-6 0,0 0-12 16,0 0-9-16,0 0-14 0,0 0-4 0,0 0-6 15,0 0-4-15,0 0-5 0,-17 22 2 0,11-11-5 16,-4 3-2-16,-1-1-7 0,2 2-4 0,-3 0 0 16,0 2 0-16,-3 3-11 0,0 2 4 0,2-1 0 15,-4 0-6-15,3 0-1 0,-4-1 0 0,0 1-2 16,5-8 0-16,-4 8-10 0,3-6 15 0,2-1-10 16,-1-2 3-16,4-4 0 0,0 1-1 0,2-2 4 15,2-2-7-15,1 0 4 0,4-5-8 0,-7 5-4 16,7-5 0-16,-4 6 4 0,4-6-5 0,0 0-1 15,-1 8-1-15,1-8-1 0,0 0 3 0,9 12 3 16,-4-6 2-16,3 2 4 0,1 0 0 0,2 3 3 16,1 0 2-16,5 1-6 0,-2-1-1 0,3 2 1 15,5 3 2-15,-3-2 0 0,3 1 0 0,0-1-8 0,-4-5-24 16,6 4-15-16,-1-1-30 0,2-3-25 16,-7 2-19-16,6 1-112 0,-7-1-243 0,-1-2 108 0</inkml:trace>
  <inkml:trace contextRef="#ctx0" brushRef="#br0" timeOffset="15710.55">2724 9715 95 0,'-9'3'136'0,"-1"1"-9"0,2-2-7 15,0 3-5-15,-3-2-12 0,2 4-6 0,0-1-18 16,2 0 2-16,-1 1-17 0,1 2 0 0,1 2-11 16,0 0-5-16,2 0-6 0,-1 3-4 0,0 3 0 15,3 1-9-15,1 0-2 0,1 0-6 0,1 0 8 16,2 1-4-16,0 5-9 0,0-8-2 0,4 1 6 15,-1 0-4-15,2-3-2 0,-2 2-2 0,1-6-2 16,-1 0 3-16,3-2-1 0,0-1 1 0,4 0 3 16,-1-3-7-16,0-1 16 0,3-1-6 0,-2-4 10 15,6-1 8-15,-2-4 5 0,2 2 4 0,-4-2-1 16,2-3 2-16,-4-1 3 0,-1 5 1 0,1-5 1 16,-4-1 4-16,1-1-6 0,-4 1 1 0,-3 2-6 15,0-3-1-15,-2 1-6 0,1 0-2 0,-5-4-7 16,-1 4-1-16,0 1-3 0,-1-1-1 0,-4 3-4 15,-1-4-4-15,0 5-2 0,-5-3-2 0,0 4-1 16,3 1 0-16,0 0-1 0,-1 1-4 0,-5 1-2 16,6 1 1-16,-6-1-3 0,4 4 1 0,0-1-3 15,1 1-1-15,0 0 1 0,3 1 1 0,-2 1-1 16,0 0-3-16,3 0-2 0,-3 1 6 0,2 1-5 16,2-2 1-16,8-2-15 0,-11 3-13 0,3-3-10 15,3 4-16-15,-1-2-19 0,6-2-25 0,0 0-25 16,-11 9-21-16,8-6-12 0,3-3-1 0,0 0-116 15,0 0-297-15,0 0 133 0</inkml:trace>
  <inkml:trace contextRef="#ctx0" brushRef="#br0" timeOffset="16577.53">2946 9531 65 0,'-3'-6'185'15,"3"6"-10"-15,-5-8-12 0,5 8-15 0,-5-7-20 16,5 7-11-16,0 0-18 0,-4-6-14 0,4 6-10 16,0 0-6-16,0 0-2 0,0 0-10 0,7 25-9 15,0-9-3-15,-2 3-6 0,1 9 3 0,2 1-1 16,-2 1-5-16,1 0 3 0,-1-1-9 0,2 0 2 15,-2-1-5-15,-1-3 4 0,0-7-12 0,-1 1 8 16,0-2-5-16,0 1-2 0,-2-2-1 0,1-5-2 16,0-1-1-16,0 0-5 0,-1-2-1 0,3 1 4 15,-4-4-2-15,-1-5 0 0,4 12-2 0,-3-7 0 16,-1-5 3-16,0 0 6 0,0 9 9 0,0-9 1 16,0 0 7-16,1 8 1 0,-1-8 4 0,0 0-4 15,0 0-8-15,0 0-5 0,0 0-3 0,0 0-4 16,0-27-2-16,3 18 0 0,-3-7-10 0,1 4 2 15,3-5-7-15,-1 2 0 0,-1 5 0 0,1-1 2 16,-1 1-3-16,3 5-3 0,-3-3 1 0,0 3 1 16,-2 5-8-16,5-9 8 0,-5 9-5 0,8-5 3 15,-8 5-3-15,7 0 3 0,-7 0-1 0,0 0 1 16,15 9 0-16,-9-4 3 0,-1 5-5 0,-1-3 2 16,4 5 3-16,-3-2-2 0,0 6 0 0,1 1 3 15,-3-6-16-15,1 6-17 0,-2-6-36 0,1 6-21 16,2-6-25-16,-4 2-38 0,0-1-31 0,1-2-100 15,-2 1-308-15,0-11 137 0</inkml:trace>
  <inkml:trace contextRef="#ctx0" brushRef="#br0" timeOffset="17312.43">3216 9811 40 0,'0'0'104'0,"0"0"1"0,0 0-6 15,0 0-6-15,0 0 2 0,0 0-3 0,0 0-8 16,17 24-8-16,-13-17 1 0,1 3-2 0,-3-1-2 16,2 3-10-16,0-2-9 0,-4-10 3 0,5 14-11 15,-4-8-4-15,-1-6 6 0,3 8 8 0,-3-8 12 16,0 0 7-16,4 10 13 0,-4-10 6 0,0 0-2 16,0 0-8-16,0 0-9 0,0 0-11 0,0 0 6 15,0 0-20-15,0 0-2 0,-22-14-5 0,17 4 5 16,0 1-3-16,1-1-4 0,1-1-7 0,0-6-3 15,0-1-2-15,2-1-1 0,-3 2-5 0,8 0-2 16,0-1-7-16,-2 2 1 0,1 3-2 0,1 4-6 16,1-1 1-16,1 2-3 0,2 0-2 0,-2 4 0 15,1 1-3-15,-1 1 3 0,-6 2-3 0,16 2 0 16,-4 1-1-16,-2 3-1 0,2 2 2 0,1 0-2 16,0 3 3-16,-1 0-1 0,-4-2 1 0,1 1 4 15,-3-1-4-15,-1-1-1 0,2 1 0 0,-3-4 3 16,-1 2-3-16,2-2 3 0,-2-1-5 0,-3-4 7 15,2 7 2-15,-2-7 2 0,0 0 3 0,-1 9-1 16,1-9-3-16,0 0 12 0,-7 6 1 0,7-6-1 16,0 0 1-16,0 0 0 0,0 0-4 0,0 0 4 15,0 0-7-15,-17-12-2 0,14 6-4 0,3 6-1 16,-4-16-3-16,4 7 2 0,0-5-6 0,2 2-8 16,2-5-6-16,-1 0 5 0,4 2 0 0,-1-2-2 15,2 3-6-15,-2 3 0 0,2 1-2 0,1 1-4 16,0 2 1-16,-3 3 1 0,1 0-2 0,-1 2 5 15,-6 2-2-15,15 2 5 0,-8 0-1 0,2 0 4 16,1 5-4-16,-1 0 2 0,0-2 6 0,-3 2 0 16,3 1-1-16,-1-1 6 0,-3-1-1 0,1 0-2 15,1-1-3-15,-1-1 3 0,-2 0 3 0,1 0 5 16,0 0-2-16,2-3 4 0,-7-1 0 0,10 4-2 16,-10-4 0-16,7 1 0 0,-7-1 0 15,0 0 2-15,12-2-4 0,-12 2 6 0,6-6-3 16,-6 6 2-16,7-10 1 0,-6 4 3 0,2 2-4 0,-3 4 6 15,2-13-3-15,-2 6-2 0,0 7 3 0,-1-14-1 16,1 14-3-16,-3-12 1 0,1 7 3 0,2 5-4 16,-2-8 3-16,2 8-2 0,0 0-3 15,-2-7-1-15,2 7-4 0,0 0 2 0,0 0-3 16,0 0-1-16,0 0 4 0,0 0 2 0,0 0-5 0,0 0-13 16,2 28-25-16,-2-17-15 0,2 1-31 0,-2 0-41 15,2 5-31-15,1-1-32 0,-2-1-134 0,-2-2-351 16,1-2 156-16</inkml:trace>
  <inkml:trace contextRef="#ctx0" brushRef="#br0" timeOffset="17476.48">3614 9447 62 0,'0'0'104'0,"0"0"-11"0,-4-8-11 15,4 8-20-15,0 0-23 0,0 0-11 0,0 0-34 16,13 16-21-16,-6-7-47 0,2 0-78 0,-1 2 35 16</inkml:trace>
  <inkml:trace contextRef="#ctx0" brushRef="#br0" timeOffset="17693.99">3885 9477 132 0,'0'0'158'15,"0"0"-9"-15,0 0 0 0,0 0 2 0,0 0-20 0,-11-8-8 16,11 8-11-16,0 0-10 0,-12 12-15 0,4-4-7 16,3 3-2-16,-4 3-9 0,0 3-8 0,1-1-4 15,2 2-9-15,-1-1-4 0,4 0-7 16,0-1-2-16,1-3 0 0,5-1-3 0,0 0-8 16,1 1 1-16,2-2-3 0,3 1-2 0,1-4-27 0,1 1-30 15,0-2-22-15,8 0-42 0,2-2-20 0,-1 0-34 16,1-2-93-16,-2 1-266 0,-3-3 117 0</inkml:trace>
  <inkml:trace contextRef="#ctx0" brushRef="#br0" timeOffset="18593.88">3194 10879 124 0,'-5'4'168'0,"-2"1"10"0,4-2 7 0,3-3 1 0,0 0-14 15,0 0-20-15,0 0-11 0,-9-13-12 16,12 2-5-16,2-7-15 0,1-7-10 0,6-2-3 16,-5-2-13-16,0 1-11 0,2 1-1 0,-2-2-10 15,1 1-7-15,-1 1-6 0,-2-2-6 0,-5 1-1 16,-2 9 0-16,4 1 1 0,-4 2 3 0,-1 4 8 15,0 1 0-15,-1 0-3 0,3 4-6 0,-4 1-8 16,1 1-4-16,-4 1-1 0,8 4-7 0,-10-2-5 16,10 2 1-16,-19 4-6 0,10 3-2 0,-1 2-1 15,-2 4-1-15,3 2-2 0,2 0-2 0,-1 0-1 16,4-4-1-16,0 1-1 0,4 0-1 0,5-3 0 16,-3-2 1-16,3 2-3 0,4-1 9 0,-2-2-8 15,6-1 3-15,0-1-5 0,3-3 4 0,1 2-5 16,1-5 2-16,0 0-4 0,0-1 2 0,0-1-4 15,-6 2 3-15,1-1-2 0,-3 1-1 0,-3 1-3 16,-1-1 7-16,-6 2-6 0,13-2 3 0,-13 2-1 16,9 1 2-16,-9-1 0 0,6 4-1 0,-2 1-2 15,-4-5 5-15,4 13-3 0,-1-4 4 0,0 1-3 16,0 0 5-16,-3 0-4 0,2 0 0 0,1-2 1 16,0 0 2-16,-3 0-2 0,3-3 3 0,-3-5-6 15,7 10 12-15,-3-6-5 0,3-1-2 0,0-2-1 16,-7-1 7-16,18-1-2 0,-7-3-1 0,1-4 0 15,4-2 1-15,-2-2-2 0,2 2 2 0,-1-2-3 16,-1 0 3-16,-2-2 1 0,-2 1-1 0,1-1 8 0,-4 5-9 16,-1-3-4-16,-1-3 5 0,-2 1-7 15,-2 3 0-15,-2 0 3 0,1-1 6 0,-1 0-7 16,-2 3 1-16,-2-1 2 0,2 4 1 0,-1 0 4 16,0-1 0-16,4 7-1 0,-10-6-3 0,4 2 0 15,6 4-3-15,-10-1-1 0,10 1 0 0,-18 10-1 16,10-4 9-16,-1 3-12 0,0 4 1 0,2-2-1 15,2 3 1-15,1-2-1 0,-2-1 0 0,5 0 3 16,1-3-2-16,3 2 2 0,2-2 1 0,0-2-1 16,4 2 2-16,1-2-1 0,2-6 4 0,6 3-2 15,-2-4 1-15,3-3 1 0,1 0-1 0,-1-5-3 16,1 2-3-16,-2-4 1 0,0 3 1 0,-1-4-2 16,-2 0 1-16,-1-1 1 0,-1 0 0 0,-3 1-1 15,-2 2 3-15,-1 1-1 0,-2-1-2 0,-1 1 3 16,0 2 0-16,-3 1 14 0,1 0 6 0,-2 6 11 15,1-8 1-15,-1 8 1 0,1-9 1 0,-1 9-1 16,0 0-3-16,2-7-7 0,-2 7-5 0,0 0-2 16,0 0-4-16,0 0-4 0,0 0 1 0,0 0-3 15,-7 30 2-15,6-17 0 0,-2 5-2 0,1 0-3 16,0 9 3-16,0-2-2 0,1-7-2 0,-1 7 0 16,4-6 0-16,-2-1 2 0,-2 7 0 0,4-8 0 15,-4 3-1-15,4-4 0 0,-2-3-2 0,2-1-10 16,-1-1-29-16,-1 0-29 0,3-2-30 0,-2-2-26 15,-1-7-43-15,3 13-30 0,-1-7-24 0,0-2-168 16,-2-4-419-16,0 0 186 0</inkml:trace>
  <inkml:trace contextRef="#ctx0" brushRef="#br0" timeOffset="18794.39">3882 10423 124 0,'-1'-12'225'0,"1"12"-18"0,-1-8-20 15,1 8-16-15,0 0-13 0,0 0-11 0,0 0-8 16,0 0-4-16,0 0-14 0,-11 22-10 0,10-10-13 16,0 6-9-16,-3 0-5 0,1 6-12 0,6-4-9 15,-3 5-4-15,4-5-21 0,-4-3-36 0,1 1-33 16,0-2-34-16,-1-3-33 0,4-4-27 0,0 2-38 16,-1 1-129-16,-3-12-315 0,2 11 139 0</inkml:trace>
  <inkml:trace contextRef="#ctx0" brushRef="#br0" timeOffset="18941.81">3789 10276 1 0,'-7'-7'169'0,"2"3"-24"0,0 0-8 16,5 4-24-16,-9-2-8 0,9 2-19 0,0 0-27 15,0 0-34-15,-6 12-26 0,6-12-19 0,5 16-42 16,-1-6-65-16,1 2-136 0,4-4 60 0</inkml:trace>
  <inkml:trace contextRef="#ctx0" brushRef="#br0" timeOffset="19393.77">3984 10403 42 0,'-2'12'183'0,"2"-5"-6"0,-4 3-8 15,3-3-10-15,-1 3-11 0,2-1-11 0,0 0-12 0,-1-1-11 16,2 2-13-16,1-3-18 0,-2-7 2 0,2 13-11 15,1-5-11-15,-1-2-5 0,1-1-2 0,-3-5-5 16,9 9-9-16,-4-5-3 0,-5-4 0 0,10 6-4 16,-10-6-2-16,12 3 0 0,-12-3-3 0,0 0-1 15,14-1 0-15,-14 1 3 0,9-6-2 16,-3 2 3-16,-6 4 0 0,5-9-3 0,-4 2-5 0,-1 7 1 16,3-15-2-16,-3 5-4 0,3 1-1 15,-2-1-5-15,1-1 3 0,1 2-2 0,-2 3-1 0,2-1-4 16,-3 7-2-16,4-9 2 0,-4 9-12 0,5-6 2 15,-5 6 2-15,9 0-2 0,-9 0 2 16,10 5-3-16,-5 0-2 0,1 0-3 0,1 3 7 0,-1 0-1 16,1 2 0-16,-1-1 4 0,2-1-4 0,-3-2 0 15,-1 0 1-15,-2-2 0 0,2 2 2 16,-4-6-3-16,5 7 5 0,-5-7 0 0,4 7 2 16,0-4-3-16,-4-3 0 0,0 0 3 0,6 2 1 15,-6-2-2-15,0 0 0 0,0 0 0 0,9-13 3 16,-4 4 0-16,-1 1 0 0,4-2 0 0,-3-1-2 0,1 3 1 15,-1-1 0-15,2 2 0 0,-3 1-5 0,1 1-2 16,-2 1 1-16,-3 4-4 0,9-7 5 0,-9 7-10 16,9-2 3-16,-9 2-9 0,0 0-15 15,14 10-28-15,-10-5-37 0,4 0-44 0,-3 3-42 0,3 2-174 16,-5 0-380-16,3 0 169 0</inkml:trace>
  <inkml:trace contextRef="#ctx0" brushRef="#br0" timeOffset="19532.46">4453 10372 36 0,'0'0'236'0,"0"-14"-30"0,0 14-28 0,0 0-40 0,0-7-37 16,0 7-50-16,0 0-43 0,0 0-59 0,3-6-100 16,-3 6-163-16,0 0 72 0</inkml:trace>
  <inkml:trace contextRef="#ctx0" brushRef="#br0" timeOffset="46129.96">11905 4843 1 0,'0'0'9'0,"0"0"-1"0,0 0-1 0,0 0-3 15,0 0-4-15,0 0 4 0,0 0-2 0,0 0 5 16,0 0-2-16,0 0-1 0,0 0-3 0,0 0 0 16,0 0 3-16,0 0-1 0,0 0 0 0,0 0-2 15,0 0 3-15,0 0-3 0,0 0 0 0,0 0 1 16,0 0-2-16,0 0 1 0,0 0 2 0,0 0 6 15,0 0-3-15,0 0 0 0,0 0-1 0,0 0 0 16,0 0-3-16,0 0 6 0,0 0-10 0,0 0 5 16,0 0-1-16,0 0-8 0,0 0 7 0,0 0-8 15,0 0 3-15,0 0-5 0,0-9 2 0,0 9-1 16,0 0-6-16,0 0 14 0,0 0-6 0,0 0 3 16,0 0-7-16,0 0 10 0,0 0 5 0,0 0-9 15,0 0 3-15,0 0-8 0,0 0 13 0,0 0-8 16,0 0 4-16,0 0-3 0,0 0 1 0,0 0 2 15,0 0 2-15,0 0 1 0,0 0-6 0,0 0-4 16,0 0 5-16,0 0 4 0,0 0-1 0,0 0-7 16,0 0 11-16,0 0-6 0,0 0 4 0,0 0-8 15,0 0-6-15,0 0 20 0,0 0-14 0,0 0 9 16,0 0-5-16,0 0 2 0,0 0 1 0,0 0-3 16,0 0-1-16,0 0 2 0,0 0-2 0,0 0 3 15,0 0-5-15,0 0-3 0,0 0 12 16,0 0-8-16,-3-9 4 0,3 9-1 0,0 0-2 0,0 0-3 15,0 0 2-15,0 0 9 0,0 0 0 0,0 0-7 16,0 0-2-16,0 0 1 0,0 0 0 0,0 0-1 16,0 0 9-16,0 0-5 0,0 0 1 0,0 0 0 15,0 0-2-15,0 0 2 0,0 0-2 16,0 0-3-16,0 0 4 0,0 0-2 0,0 0 7 16,-3-7-7-16,3 7-1 0,0 0-1 0,0 0 6 0,0 0-3 15,0 0-2-15,0 0-1 0,0 0 1 0,0 0 0 16,0 0-2-16,0 0 6 0,0 0 4 15,0 0-3-15,0 0-1 0,0 0-2 0,0 0-2 0,0 0-1 16,0 0 6-16,0 0-6 0,0 0 8 0,0 0-8 16,0 0 5-16,0 0-3 0,0 0 4 15,0 0-4-15,0 0-2 0,0 0 2 0,0 0 3 0,0 0-1 16,0 0 2-16,0 0-3 0,0 0-2 0,0 0 8 16,0 0-8-16,0 0 8 0,0 0-4 0,0 0-1 15,0 0 6-15,0 0-6 0,0 0 4 0,0 0-2 16,0 0-1-16,0 0 3 0,0 0-1 0,0 0-1 15,0 0 7-15,0 0-6 0,0 0-2 16,0 0 1-16,0 0 0 0,0 0 6 0,0 0-3 0,0 0 2 16,0-10-6-16,0 10 1 0,0 0 1 0,0 0 6 15,0 0-5-15,0 0-6 0,0 0 8 16,0 0-4-16,0 0 3 0,0 0-3 0,0 0-2 16,-4-6 1-16,4 6 3 0,0 0 1 0,0 0-6 15,0 0 5-15,0 0-4 0,0 0-1 0,0 0-2 16,0 0 5-16,0 0-2 0,0 0 4 0,0 0-4 0,0 0 1 15,0 0-4-15,0 0 5 0,0 0-6 0,0 0 4 16,0 0-5-16,0 0 5 0,0 0-3 16,0 0 3-16,0 0-2 0,-4-6-7 0,4 6 1 15,0 0-5-15,0 0-13 0,0 0-25 0,0 0 12 16</inkml:trace>
  <inkml:trace contextRef="#ctx0" brushRef="#br0" timeOffset="49152.34">20017 4902 15 0,'0'0'27'0,"0"0"-6"16,0 0-16-16,0 0-6 0,0 0-11 0,0 0-12 16,0 0 6-16</inkml:trace>
  <inkml:trace contextRef="#ctx0" brushRef="#br0" timeOffset="52433.69">11480 2984 18 0,'1'-6'249'0,"-1"6"-10"0,1-11-2 15,1 6-9-15,-2 5-11 0,-4-10-25 0,4 10-15 16,-9-10-11-16,4 7-17 0,-3 1-13 0,-2-1-16 15,-4 3-4-15,1 0-12 0,-6 0-7 0,1 5-11 16,0 2-2-16,-1 0-15 0,1 0-4 16,0 3-10-16,3-2-6 0,1 2-4 0,3-2-6 0,2 3-7 15,2-1-5-15,2 1-10 0,2 0 10 16,5 2-6-16,0 0 0 0,6 2-3 0,2 0-4 16,3 0 1-16,3-2-4 0,7 4-1 0,-1 0 0 15,2-4-7-15,1 2 1 0,-4-7-5 0,-4 3-2 16,1-1 1-16,0-1-7 0,-4-1-3 0,-3-1-2 15,0 1-2-15,-1-2 1 0,-1 1-2 0,-3-2-4 16,2 1 7-16,-4-1-1 0,-4-5 5 0,2 12 7 16,-2-12 5-16,-10 11 1 0,0-2 1 0,-4-1-2 15,-6 2-3-15,-1-3 5 0,-6 2 1 0,-1-4 0 0,0 2 2 16,6-4-4-16,0-2 1 0,6 1 2 16,0-1-7-16,6-2-16 0,-3 1-32 0,7 0-36 15,6 0-49-15,-9-7-79 0,9 7-214 0,2-10-462 16,11-2 204-16</inkml:trace>
  <inkml:trace contextRef="#ctx0" brushRef="#br0" timeOffset="52844.47">12010 2956 47 0,'-9'-3'202'0,"-2"3"-13"0,-2 0-9 0,-6 0-4 0,-2 7 0 16,-6-1-7-16,8 1-13 0,1 2-15 0,2 3-12 15,-6 4-15-15,4 2-5 0,0 1-14 0,7-1-9 16,-1-4-8-16,6 2-8 0,2 2-2 16,1-1-13-16,1-1-5 0,2-3-7 0,2 3-3 15,2-2-3-15,3-5-1 0,3 5-8 0,0-6-12 0,1 0 2 16,1-2-9-16,1-2 0 0,2-1-4 0,-2-1-1 16,5 0-2-16,-5-4 5 0,0-3-4 0,-1 1 1 15,0-1 1-15,-1-4-3 0,-1 3 2 0,1-6-2 16,-1 3 4-16,-2-5 0 0,-3 5 5 0,0-2 2 15,0-2 0-15,1 1 4 0,-4 1 5 16,0-1 11-16,-1 3-2 0,1 2-1 0,-2 7 3 16,1-13-1-16,0 9-5 0,-1 4-3 0,4-12-6 15,-4 12-7-15,0-7-2 0,0 7-1 0,0 0-2 16,0 0-1-16,0 0-5 0,0 0 6 0,2 26-1 16,-2-14 3-16,-2 4-3 0,4-1 3 0,-2 0-3 15,1 1 0-15,1 0-3 0,2 1 0 0,0-5-31 16,0 3-30-16,2-4-18 0,-2 1-51 0,2-2-37 15,2 0-40-15,3-3-25 0,-2-1-116 0,1 1-374 16,3-6 166-16</inkml:trace>
  <inkml:trace contextRef="#ctx0" brushRef="#br0" timeOffset="53062">12322 2928 197 0,'-4'-17'234'0,"-1"1"-9"0,4 4-30 16,-2 2 10-16,-1-1 3 0,-1 6-5 0,3-3-18 15,2 8-16-15,-3-9-19 0,3 9-21 0,0-6-16 16,0 6-16-16,0 0-5 0,0 0 6 0,0 0-2 16,-4 37-11-16,4-10-2 0,0 0-11 0,0 1-3 15,0 4-10-15,0 0-5 0,2-3-8 0,0 0-3 16,2 3 0-16,2 0-8 0,-2-5-32 0,-1-1-41 16,3-3-42-16,-2-4-26 0,-1-1-48 0,0-3-58 15,2-3-37-15,-1 0-143 0,-2-2-424 0,-1-4 188 16</inkml:trace>
  <inkml:trace contextRef="#ctx0" brushRef="#br0" timeOffset="53712.01">12154 3021 95 0,'13'-2'110'0,"4"-3"-21"16,0 4-3-16,2-2 0 0,0 3-15 15,1 1-12-15,1 2 7 0,-3 0-23 0,2 1-2 16,-5 3 6-16,2 2 2 0,-3 0 6 0,2 4-4 16,-5-3 15-16,0 5 1 0,-3-4 0 0,-3-1-4 15,3 5 1-15,-2-1-10 0,-2-2-1 0,2 4 1 16,-2-4-5-16,1-1-2 0,-1 1-11 0,-4-3-2 16,8-1 0-16,-6 2 0 0,4-1-6 0,-1-5-1 15,-3 1-6-15,2 0 4 0,-4-5-1 0,10 5 7 16,-3-4 4-16,-7-1 2 0,15-1 1 0,-6-3-1 15,2-1 4-15,-2-2-2 0,0 0-3 0,-2-2 6 16,2 3 4-16,-3-6-5 0,-1-3-1 0,2 4-5 16,-2-1 5-16,-3-3-3 0,2 4 1 0,-2-6-5 15,-1 7-1-15,-1 1 1 0,1-2-4 0,0 0 0 16,-1 11-8-16,-2-14 1 0,2 9-8 0,0 5-1 16,0 0-4-16,1-12-6 0,-1 12-3 0,0 0-1 15,0 0 5-15,0 0 3 0,0 0 3 0,0 0 1 16,7 25 0-16,-3-14 1 0,0 1-2 0,0 0-3 15,0-1 3-15,0 1-6 0,1-1 1 0,-1 2 2 16,3-4-1-16,0 1 2 0,-2-3-4 0,4 0 4 16,1-1-4-16,-2-1 3 0,0 0 1 0,3-3 2 15,1 1 7-15,-1-1 3 0,-2-3 1 0,5 0-1 16,-5-2 3-16,1 1 4 0,0-3-3 0,-3 0 1 16,1-2-5-16,-3 2-3 0,2-3 0 15,-3-2-1-15,1 2-4 0,-5-3 0 0,4 0-1 16,-2 0-1-16,0 0-7 0,-2-1-6 0,3-1-11 0,-1-2-3 15,0 4 1-15,3-2-7 0,2 5-9 16,-3-3 3-16,3 2 4 0,-3-1-1 0,6 5 1 16,-4 0 0-16,1-1 4 0,2 3 1 0,2 2-1 15,-2 1 6-15,2 1-5 0,-1 3 6 0,-2 1 1 16,1 2 1-16,1 2 1 0,-4 1-3 0,3 1 7 16,-3 0 3-16,1-1 3 0,0-1 0 0,-4 2 0 15,1-2-3-15,0 2 2 0,-2-4 1 0,1 3 0 16,1-2-29-16,0 0-22 0,0 0-33 0,0 1-32 15,2-1-39-15,3 0-22 0,3-3-166 0,5 1-370 0,2-4 163 16</inkml:trace>
  <inkml:trace contextRef="#ctx0" brushRef="#br0" timeOffset="54093.88">13342 2982 65 0,'-13'-4'227'0,"-1"0"-15"0,3 2-23 0,0 2-13 0,-1 1-17 15,3 1-15-15,-2 2-12 0,0 4-12 0,2-1-12 16,0 1-4-16,-2 5-12 0,4 2-10 0,3-4-11 16,1 3-1-16,1-1-3 0,4 1-13 0,1-2-2 15,1-2-13-15,3 1 2 0,6 1-4 0,-4-4-8 16,0-1-7-16,3-2-6 0,1 0 4 0,1-4-14 16,1 2 2-16,-6-3-1 0,3 0 1 0,-2-3 2 15,-1-1-6-15,-3 2 1 0,2-3 2 0,-1 0-4 16,-3-2 2-16,2-2-4 0,-3 1 3 0,0 0-1 15,-1-1 4-15,0-2-4 0,0 1 1 0,-2-2-2 16,-2 1 1-16,2 5 4 0,0 6 9 16,-2-13-4-16,2 13 2 0,0-8-6 0,0 8-3 0,0 0-3 15,0 0-7-15,0-10 5 0,0 10 5 0,0 0 7 16,0 0 8-16,0 0-3 0,0 31 0 0,0-20-2 16,0 5 1-16,2-2-5 0,-2 2 2 15,2 0-4-15,1 0-1 0,1-4-7 0,-2 0-28 16,3 0-39-16,-1-1-37 0,3 2-39 0,0-4-47 15,-1 1-160-15,3-4-379 0,-1-1 168 0</inkml:trace>
  <inkml:trace contextRef="#ctx0" brushRef="#br0" timeOffset="54328.49">13616 2841 63 0,'-2'-9'263'0,"-1"1"-7"0,1 3-10 15,2 5-15-15,-2-9-15 0,2 9-24 0,0 0-18 16,-2-9-21-16,2 9-3 0,0 0 2 0,0 0 1 16,-4 31-5-16,4-14-6 0,-2 10-10 0,-2 1-10 15,0 1-7-15,0 3-20 0,2 1-7 16,1-3 3-16,-1 2-20 0,-2-3-6 0,0-1 3 16,4 0-15-16,0-4-12 0,-2-6-36 0,2 1-30 0,2-4-42 15,-2-2-49-15,0 1-42 0,-2-3-59 0,4-1-41 16,-2-2-183-16,0-8-478 0,-5 11 212 0</inkml:trace>
  <inkml:trace contextRef="#ctx0" brushRef="#br0" timeOffset="54577.7">13472 3068 81 0,'12'-9'110'16,"-12"9"-2"-16,13 1-2 0,-13-1-12 0,23-1-12 0,-10 2-2 15,1-2-14-15,3 2-16 0,1 0 4 16,1 1-1-16,-2 0-5 0,-3-1-10 0,-3-1 5 0,2 2-5 16,-1 0-9-16,-3 1-3 0,-1 2 11 15,0-1 30-15,1 2 10 0,-1 3 8 0,-3-2 4 16,-1 2 4-16,3-1 0 0,-4 3 2 0,1-1-2 16,-2 1-8-16,0 1-6 0,0 1-12 0,-1-2-3 15,-1 1-8-15,2-2-35 0,-2 0-39 0,0 3-45 16,0-4-73-16,2 1-196 0,-2-10-360 0,0 14 160 15</inkml:trace>
  <inkml:trace contextRef="#ctx0" brushRef="#br0" timeOffset="55212.03">13960 3013 85 0,'-9'15'187'0,"7"-5"-15"0,-5-1-8 16,3 4-6-16,-2-4-11 0,0 2 0 0,4 0-11 16,-1 1-18-16,-1 0-8 0,4-2-10 0,-2 2-12 15,2-3-14-15,2 1-2 0,0-1-4 16,1 1-9-16,1-2-4 0,-2-2-4 0,2 0-1 0,1-1-3 16,-2-1 0-16,4 1-9 0,-7-5-1 0,10 2-9 15,-3-2 1-15,-7 0-2 0,11-4-1 0,-4-1-4 16,-2 1 0-16,1-2-3 0,1-3-2 0,-2 0-2 15,1-1-5-15,1-1-4 0,-3 0-7 0,1 2 0 16,2-3 0-16,-3 1-1 0,-1 2 0 0,3-1-5 16,-1 1 3-16,-1 4-3 0,1-4-3 0,-2 4 1 15,-3 5-5-15,6-3 4 0,-6 3 1 0,9 1 0 16,-9-1 8-16,8 8 8 0,-3-2 12 16,0 4 4-16,-1 1 2 0,1-2 1 0,-1 1-1 0,0 0-3 15,-1-1-1-15,-1-2-3 0,1-1-2 0,-1-1 1 16,-2-5-2-16,2 7 1 0,-2-7 4 0,3 6 0 15,-3-6 12-15,0 0 5 0,0 0 5 0,0 0 2 16,0 0-6-16,0 0-2 0,0 0-5 0,13-14 0 16,-9 4-4-16,-2 2 2 0,6-4-4 0,-2 4 1 15,-1-4-6-15,-1 3 4 0,0-1 2 16,2 1-4-16,-2 2-4 0,0 4-1 0,-4 3-5 16,5-8-2-16,-5 8-4 0,2-6-3 0,-2 6 1 15,0 0 0-15,0 0-3 0,11 14 2 0,-7-5 1 16,1 1-3-16,-2-1-18 0,1 3-40 0,2 2-48 0,-3-3-60 15,1 0-58-15,0 5-217 0,1-6-477 0,-1 0 210 16</inkml:trace>
  <inkml:trace contextRef="#ctx0" brushRef="#br0" timeOffset="56178.66">14782 3361 226 0,'11'-15'284'0,"5"-8"-28"0,-7 5-11 16,5-4-3-16,-8 3-19 0,3-8-2 0,-1 2-20 16,-4-2-12-16,-2 1-20 0,0-1-18 0,-4-2-3 15,0 1-12-15,-3 2-10 0,-2 2-9 0,1 5-22 16,-3-4 1-16,1 9 3 0,4 1-4 0,-1 2-5 15,1 3-14-15,-2 0-13 0,1 2 1 0,-3 2-15 16,2 1-5-16,-1 1-21 0,7 2 11 0,-14 0-1 16,14 0-5-16,-15 9-2 0,5-2-4 0,0 1-2 15,4 2-3-15,1 2-3 0,3-1-13 0,-1 0 18 16,4 1-7-16,3 4-8 0,1-5 6 0,3 4-6 16,4-4-1-16,1 2-10 0,3-3 0 0,2-1-2 15,2-4 1-15,1 2-7 0,-4-2-3 0,5-2 1 16,0 0 5-16,-4-1-1 0,1 0 1 0,-6-2 1 15,0 1-1-15,-3-2 0 0,-1 4 1 0,0-3-8 16,-3 1 8-16,-6-1 0 0,9 6 7 0,-6-2 0 16,3 3 9-16,-1 3-1 0,-2-1 9 0,1 4 1 15,-2-1-3-15,1 5 0 0,-1-5 1 0,0-1-20 16,0 1 18-16,1-1-7 0,1 0 9 0,-2-3-6 16,3 3 0-16,0-4 4 0,-1-1 2 15,4 0 6-15,1-1-9 0,1-2-8 0,3-3 23 0,5 0-9 16,2-3 0-16,2-3-5 0,5-2-1 0,-1-1-4 15,2-3-2-15,-4 1 8 0,-1-3-20 0,-6 3 17 16,0-1-4-16,-2 2 2 0,-3-4-4 0,0-1-2 16,-2 2 0-16,-1-2 1 0,-4-2 0 0,0 2-4 15,-1 4-1-15,-3-6 1 0,0 5 9 16,-1 2-4-16,0 3 4 0,0-1 6 0,0 8-1 16,-2-13 4-16,2 13-5 0,-7-4-7 0,7 4-4 0,0 0-4 15,-27 15 8-15,13-2-4 0,2 1 2 16,0 2-3-16,-1-2 0 0,6 0-3 0,-2 0 3 0,5-3-1 15,0 0-6-15,3 0 7 0,1 0 4 16,1-1 2-16,3-1-3 0,2-3-12 0,4 2-5 16,2-4-4-16,2 0-5 0,5-2-1 0,3-1 1 15,7-4-9-15,1-4 0 0,-4 2 0 0,0-1 0 16,-7-2 5-16,2 1 6 0,-6 0-3 0,1-3 3 16,-5 3-4-16,0 0 6 0,-2-1 4 0,-2 1 4 15,-1-2 12-15,-1 5 2 0,0-2 5 0,-5 6 13 16,4-6 4-16,-4 6-2 0,4-3-12 0,-4 3 11 15,0 0-3-15,0 0-1 0,5-4 0 0,-5 4 0 16,0 0 6-16,0 0 1 0,-2 27-9 0,-1-17 4 16,-1 4 1-16,2-1 6 0,-1 4-7 0,-2 1 3 15,3-1-7-15,2-1-2 0,-3 1 0 0,2-2 2 16,1 0-3-16,0-3-24 0,2 1-44 0,1-2-45 16,-1 3-51-16,5-5-58 0,-2 1-50 0,-1 0-273 15,2-1-578-15,0-2 256 0</inkml:trace>
  <inkml:trace contextRef="#ctx0" brushRef="#br0" timeOffset="56360.57">15788 3087 46 0,'0'0'280'16,"1"-8"-26"-16,-1 8-30 0,0 0-21 0,0 0-14 0,0 0-9 15,0 0-10-15,0 0-13 0,0 0-9 0,-6 30-18 16,2-14-11-16,0 1-8 0,3 1-15 0,-3 0-15 15,3 8-45-15,-3-9-35 0,2 0-45 0,0 0-53 16,2-3-62-16,0-1-196 0,-2-3-383 16,0 1 170-16</inkml:trace>
  <inkml:trace contextRef="#ctx0" brushRef="#br0" timeOffset="56506.82">15724 2920 139 0,'0'0'103'0,"-8"-3"-39"0,8 3-25 0,0 0-30 15,0 0-28-15,-4 14-38 0,4-14-60 0,7 18 28 16</inkml:trace>
  <inkml:trace contextRef="#ctx0" brushRef="#br0" timeOffset="56996.72">15979 3044 5 0,'0'0'234'16,"0"0"-15"-16,0 0-9 0,0 0-14 0,-16 16-13 16,9-10-2-16,0 3-10 0,0 0-11 0,-2-1-9 15,4 1-12-15,-1 0-20 0,2 1-7 0,-1 0-9 16,1-1-12-16,-1 1-10 0,4 1-9 0,1-2-8 16,2 0-4-16,2 1-8 0,0-1-3 0,0-4 2 15,1 3-9-15,1-1-4 0,1 0 2 0,0-2-6 16,-3-1-3-16,1-3-5 0,2 2 0 15,-7-3-2-15,9 0-2 0,-9 0-2 0,11-1-1 0,-11 1 2 16,12-7-2-16,-8 2-3 0,2-2 0 0,0 1-5 16,-1-4-4-16,2 0-3 0,0-6-9 0,1 6 1 15,1-6-4-15,-3 6-1 0,2 1 2 0,2-1-2 16,-2 1 1-16,-3 2-1 0,0 2 0 0,0 2-5 16,3 2 1-16,-8 1 1 0,13 1 3 0,-7 1-1 15,2 4 1-15,-2 1 6 0,-2 2 1 16,1 1 6-16,0 0-6 0,2-1 1 0,-1 2-3 15,-4-1 7-15,1-4-2 0,0 1 0 0,1-2 1 0,-2 2-1 16,-2-7 2-16,5 5 0 0,-5-5 6 0,4 2 9 16,-4-2 6-16,0 0-2 0,17-4 0 15,-7-3-4-15,1 1 10 0,3-4-2 0,-1-3 1 0,3 2 4 16,-4-2-3-16,2 0-1 0,1 1-1 16,-2 1-2-16,-2 4-2 0,-4 0-1 0,2 1-3 15,-2-1-4-15,-2 2-2 0,-5 5-7 0,8-4 1 16,-8 4-2-16,0 0 0 0,11 11 0 0,-6-3 4 15,-1 2 4-15,-1 2-4 0,-2 1 4 0,0 5-2 16,2 0-10-16,-2 0-46 0,-1 0-58 0,-1 1-79 16,1-2-97-16,0 1-199 0,0 0-516 0,0-3 228 15</inkml:trace>
  <inkml:trace contextRef="#ctx0" brushRef="#br0" timeOffset="58542.49">9647 4811 2 0,'0'0'15'0,"0"0"-1"0,0 0 1 0,0 0-5 16,0 0-2-16,0 0 1 0,0 0-4 0,0 0 1 0,0 0-1 15,0 0-4-15,0 0-3 0,0 0 4 0,0 0-5 16,-15 10-3-16,15-10-1 0,0 0 0 16,0 0 1-16,-9 6-5 0,9-6-11 0,-5 3 6 15</inkml:trace>
  <inkml:trace contextRef="#ctx0" brushRef="#br0" timeOffset="58594.35">9591 4842 1 0</inkml:trace>
  <inkml:trace contextRef="#ctx0" brushRef="#br0" timeOffset="59060.82">9576 4846 2 0,'-8'4'6'0,"8"-4"0"0,0 0-2 0,0 0-1 15,0 0 7-15,0 0 4 0,0 0 0 16,0 0-9-16,0 0 6 0,0 0-6 0,0 0 6 16,0 0-5-16,0 0-3 0,0 0 0 0,0 0-2 15,0 0-1-15,0 0-2 0,0 0 1 0,0 0 0 16,15 9-1-16,-15-9 1 0,9 2 2 0,-3 0-1 0,-6-2-5 15,15 0 5-15,-6 0-1 0,3 0 0 16,0 0-3-16,-1 0 7 0,2 0-1 0,0-2-4 0,1 1 2 16,4-2 3-16,-2 2-1 0,2 0-5 15,-1-1 1-15,-2 2 10 0,3-3-8 0,0 2 4 16,-5 1 1-16,5-3 0 0,-5 3-4 0,2-2 3 16,-4 2 0-16,7-1 1 0,-4 1-6 0,2 1 5 15,0-1-2-15,-2 2 2 0,-1-2 0 0,5 1-6 16,-1 1 5-16,0 0-3 0,0-2 1 0,-3 2-2 15,4 1 4-15,0 0-1 0,-4-2-3 0,0 0 1 16,5 1 2-16,-1 1 0 0,0-1 2 0,0-1 2 16,2 0-1-16,-3 2-7 0,2-2 8 0,0 0-2 15,1 1-2-15,1 0-1 0,1-2 6 0,4 3-6 16,-6-2 2-16,2 1-3 0,-2-2 4 0,8 0-3 16,-7 2 3-16,0-2-2 0,-1 1-1 0,1-1 1 15,0 1 1-15,-1-1 1 0,2 3-6 0,-2-3 1 16,0 0 3-16,0 1-1 0,-1-1-1 0,-1 0 9 15,0 3-9-15,0-2-1 0,1 1-2 0,-1-2 2 16,-7 0 4-16,2 2-5 0,1-1 2 0,0 1-3 16,0 0 4-16,4 0-1 0,0 1-3 0,0-1 5 15,1 0-18-15,0-1 6 0,1 1-1 0,0 0 4 16,0-2-3-16,-2 0-1 0,2 1 3 0,1-1 3 16,-3 0-2-16,3 0 2 0,-2 0-7 0,-1-1 6 15,2-1 1-15,-1 2 2 0,2-3-5 0,-1 2-6 16,-2 0-16-16,1-3 8 0</inkml:trace>
  <inkml:trace contextRef="#ctx0" brushRef="#br0" timeOffset="60639.81">11873 4893 5 0,'13'-1'8'15,"1"0"1"-15,4-1-1 0,-5 2-3 0,1-2 2 16,-1 2-2-16,1-2 7 0,3 2-10 0,-5 0 7 16,2 0-3-16,0-2 4 0,0 1-1 0,-2 1-3 15,2 0-3-15,-1 0 2 0,-2-2 6 0,2 2-2 16,-3-1-5-16,3 1-1 0,-2 0 2 0,1-1-3 15,-1 1 2-15,0-1 3 0,1 1-3 0,-1 0-2 16,2-3-2-16,-1 3 1 0,1 0-2 0,-1 0 2 16,0-1-2-16,-1 2 4 0,1-2 1 0,-1 0-3 15,1 2 3-15,1-1-2 0,0 0 3 0,-1-1-4 16,1 3-3-16,-1-3 4 0,-2 1-2 0,2 0 0 16,0 0 2-16,0-1 1 0,2 1-2 0,-3 0 1 15,0-2-1-15,1 2 1 0,-1 0-2 16,2 0 4-16,-1 0-8 0,-1 2 8 0,0-1-5 0,2-1-2 15,1-1 6-15,4 1-3 0,1-2 1 0,-6 2 1 16,7 0 2-16,-3 0-4 0,2 2 0 16,0-2 3-16,-1 1-4 0,3-1 5 0,-1 0-4 0,3 0 4 15,-1 0-5-15,7 0-1 0,-3 0 7 0,-5 0-1 16,10-1 1-16,-5 1-1 0,3 0-4 0,0-2 4 16,-2 2-5-16,0 0-3 0,-4 0 4 0,3 0 0 15,-5-1 0-15,8 0 0 0,-7 1 5 0,5 0 1 16,-9-2-2-16,11 2 0 0,-8 0 5 0,3 0-4 15,-4 0 3-15,1 0-7 0,2-2 3 16,6 2 3-16,-3 2-2 0,1-2 2 0,-4 0-1 0,4 0-1 16,-5 0 0-16,7 0-6 0,-9-3 5 0,7 1 0 15,3 1-4-15,-1 0 1 0,-2-2 0 16,0 3 2-16,2-3-9 0,-7 3 5 0,5-2-1 0,2 2 5 16,-2-1-3-16,-4 0 1 0,4-1-1 0,2 1 4 15,-7 1 0-15,7-3-2 0,-2 3-2 0,1-2-8 16,-8 0 8-16,11 1 3 0,-11 0 0 15,3 1 0-15,4-3-3 0,0 3 2 0,-4 0 1 0,8-3-2 16,-11 2-1-16,13-2 2 0,-2 3-4 16,-1-3 4-16,-1 2 0 0,3-2 3 0,-5 1 0 15,4 1-3-15,-1-1 7 0,-2 1-14 0,0 1 11 0,1-1-3 16,-7-1 2-16,8 1 5 0,-1 0-6 0,-1-1-5 16,-1 1 4-16,1 1-7 0,1-1 6 15,0 3-3-15,-2-3 4 0,1 1-2 0,0-1-1 16,0-1 1-16,-1 0 0 0,2 2 2 0,-2 1 0 15,-6-2-6-15,7 1 7 0,-1 0-6 0,2 0 4 16,-1-1-1-16,-6 1 2 0,4-1 1 0,3 1-3 0,-1 0 2 16,1-1 0-16,-1-1-3 0,-1 2-3 15,3 2 9-15,-2-4-5 0,1 4-3 0,0-1-1 16,0-1 7-16,-5 0 1 0,9 3-9 0,-6-4 8 16,1 0-1-16,1 1 0 0,-7 1 2 0,6-1-4 15,0 0 4-15,2 0-5 0,-1-1-3 0,-8 2 6 16,7-1-1-16,1-1-2 0,-1 1 1 0,2-2 2 0,-1-1-2 15,-7 1-1-15,6 1 1 0,-8 0 1 16,3-1-2-16,7 2-3 0,-1 0 5 0,-1 0 0 16,2 0-2-16,-9 0-5 0,9 0 11 0,-5-1-1 15,4 1 3-15,-1 0-7 0,1-2 1 0,-7 2 1 16,7-1 0-16,-2 1-2 0,0 1 4 0,-2-2-4 16,5 1 1-16,-2 0-2 0,0 0 3 0,0 0 0 15,0-1 0-15,0 1 2 0,3-1-1 0,-2 1-5 16,-1-1 0-16,2 0 0 0,0 1 0 0,1 0 1 15,0 0 1-15,-3-2-4 0,3 5 9 0,-1-3-5 16,1 0 8-16,0 1-10 0,-1-2-6 0,0 1 6 16,0 0 0-16,0 0 4 0,-1-1 1 0,2 2 2 15,3-2-1-15,-2 2 1 0,-1-1-1 0,0 0-1 16,-1 1-1-16,1 0 0 0,1 0 4 0,0 0-5 16,-1 1-4-16,-1-2-1 0,1 1 1 0,0-1 6 15,-1 0 6-15,2 2-15 0,-1-2 3 0,-2 0-4 16,1 1 7-16,0-1 3 0,1 0-2 0,1 1 4 15,-3-2-10-15,1 2 7 0,0-1-3 0,-1-1 4 16,4 1-1-16,-5 0 5 0,1 1-16 0,1-1 10 16,-1 0 0-16,1 0-1 0,-2-2 0 0,0 3 1 15,0-1-2-15,-1 0 11 0,-4 1-8 0,-3 1-8 16,2-1 3-16,1-1 2 0,-1 2-2 0,5-1 7 16,-6 0-6-16,7-1-2 0,-6 1 5 0,-1 0 1 15,7 0 1-15,-9 1-4 0,4-2 0 0,-3 0 5 16,10 0-7-16,-10 0 7 0,8 1-3 0,-6-1 6 15,6 0-1-15,-6 0 4 0,6 1 14 0,-7-2-18 16,9 2-10-16,-12-1 2 0,4 0 0 0,6 0 8 16,-8 1-3-16,1-3 0 0,0 3 0 0,6-1-1 15,-8 1-5-15,3-1 5 0,0 0 4 0,-3 1-3 16,1 1-4-16,1-2 4 0,-3 2-7 0,2-1 3 16,-1-1 1-16,1 0-1 0,-1 1 6 0,-3-2-6 15,2 4 2-15,0-3-1 0,-1 1 2 0,-3-1 0 16,4 2-3-16,-6-2-2 0,1 1-1 0,6 1 28 15,-6 0-30-15,5 0 2 0,-4-1 2 0,-1 1 0 16,1-1-1-16,3 2 2 0,-3-3-1 0,-2 2-2 16,6-1 1-16,-4 1 0 0,0 1 10 0,3-2-16 15,2 2 9-15,0-2 1 0,2-1-3 0,-2 2 4 16,3-1-2-16,-3 2-8 0,3-5 12 0,-2 4-5 16,-1-2-1-16,0 0 3 0,-1 0 3 0,0 3-6 15,-5-4 4-15,1 1 2 0,-2 1-1 0,3-2 4 16,-5 2 14-16,2-1-19 0,0 0 2 15,-1 0 2-15,-4 0 1 0,5 0-6 0,-5 0-3 0,-7 0 8 16,11 0-4-16,-11 0 0 0,11 0-3 0,-11 0 2 16,0 0-3-16,10 0-12 0,-10 0-11 0,0 0 2 15,0 0-14-15,7 1-11 0,-7-1-15 0,0 0-34 16,0 0-104-16,0 0 46 0</inkml:trace>
  <inkml:trace contextRef="#ctx0" brushRef="#br0" timeOffset="62227.53">11945 3617 129 0,'0'0'200'16,"4"-4"0"-16,-4 4-12 0,0 0-9 0,0 0-11 16,0 0-11-16,0 0-20 0,0 0-12 0,0 0-16 15,0 0-15-15,0 0-15 0,0 0-4 0,0 0-6 16,0 0-1-16,-6 24 3 0,3-12-9 0,-1 4-2 16,1 1-9-16,1-6-5 0,2 6-4 0,0-3-3 15,4 2-4-15,0 1-4 0,2-3-7 0,-2-4 2 16,3-2 0-16,0-1-3 0,2 1-2 0,2-3 3 15,3-2-3-15,-1-1-2 0,5-1-2 0,0-2-1 16,0-3 2-16,0-2-5 0,0-2 0 0,-2 1-1 16,-3 0-3-16,-2-1 2 0,3-2-1 0,-7 5-1 15,1-4-4-15,-3 0 1 0,2 1-2 0,-7-2-8 16,2 2 4-16,-1-2-1 0,-2 1 0 0,-1-2 2 16,-3 4-6-16,0-3 3 0,-1 1-1 0,-2 0-2 15,3 2 5-15,-5 0-1 0,2 1 1 0,3 0-2 16,-1 1 1-16,-1 1-4 0,7 4 4 15,-10-7-2-15,6 5 0 0,4 2 1 0,-8-5 0 0,8 5-2 16,0 0 1-16,-5-6 0 0,5 6-3 16,0 0-1-16,-7-4-6 0,7 4-2 0,0 0-4 15,0 0 1-15,0 0 1 0,0 0 1 0,0 0 3 0,0 0 2 16,33 7 4-16,-21-5 1 0,3 4-2 16,1-1 3-16,2 1 0 0,1 0 0 0,-2 1 2 15,1 2 0-15,0-1-3 0,0 1 1 0,0 1-2 16,-3-1 8-16,0 3-5 0,2-1 8 0,-8-4-7 15,1 1 3-15,0-3-3 0,-3 1 2 0,0 2 0 16,-1-3 1-16,-1-2 0 0,0 2 2 0,-5-5 2 16,7 6 7-16,-7-6 4 0,4 4 17 0,-4-4 15 15,0 0 13-15,0 0-1 0,0 0-7 0,9-12-4 16,-9 12-10-16,4-13-2 0,-3 1-4 0,7-2-7 16,-2 1-2-16,2-4-1 0,5-6-3 0,-1 8-4 15,1-1-11-15,3-6-6 0,-3 7-18 0,0 1-10 16,1 0-13-16,-5 5-23 0,-2 1-25 0,2 1-38 15,-2 4-36-15,-3 0-18 0,-4 3-17 0,0 0-151 16,11 8-380-16,-11-8 168 0</inkml:trace>
  <inkml:trace contextRef="#ctx0" brushRef="#br0" timeOffset="63344.55">11362 4114 183 0,'0'0'205'0,"0"0"-28"0,-10 0-12 16,10 0-14-16,-15 10-15 0,7-1 1 0,-5 1-2 0,2 4-10 15,0 2-9-15,1 0-10 0,1 0-8 0,3-1-11 16,-1 2-10-16,4-1-7 0,-2 2-6 0,5-4-7 16,0-1-5-16,4-1-6 0,-1-1-2 0,5 1-3 15,0 1-4-15,1-4-4 0,2-1-2 16,1-3 0-16,7 1-3 0,0-4-4 0,1-1-1 15,3-2-4-15,-2-1-3 0,1-2-11 0,-2-2-9 16,0-2-2-16,-2 1-2 0,1-1-4 0,0 0-3 0,-4-4 0 16,-1 1 3-16,-2 0 3 0,-3 1 3 15,1-4-2-15,-2 4 1 0,-3-2 0 0,1 1 2 16,-3 0-4-16,1-1 6 0,-2 1 3 0,0 1 13 16,0 3-6-16,-1 1 1 0,-1 6 0 0,1-10 2 15,-1 10-8-15,1-6 0 0,-1 6-8 0,0 0 7 16,0 0-7-16,0 0-2 0,0 0 2 0,0 0 4 15,0 0-7-15,0 0 5 0,0 29 0 0,-1-14 3 0,1-3 0 16,1 1 11-16,3-1-13 0,-1-2 0 16,-1 2 0-16,2-2 3 0,0-4 0 0,1 2-2 15,-1-2 5-15,6-1 2 0,-1 1 0 0,0-2-2 16,2-1 5-16,0-2-3 0,0-1 1 0,1-3-1 16,-2 1 8-16,0-1-2 0,-1-1-2 0,2-1-1 15,-4 0-1-15,4 1 3 0,-7-3-3 0,1 1 0 16,-2 2-2-16,-1-3 4 0,0-1-7 0,0-2 2 15,-2 1-4-15,0-1 3 0,0 1-5 0,0 9-1 16,-5-17-3-16,4 9 2 0,-4-3-1 0,3 5-1 16,1-2-7-16,-1 2 0 0,-2-1 0 0,4 7-2 15,-1-14-1-15,1 14-1 0,0-12 0 0,3 7-4 16,-3 5 11-16,7-6-9 0,-7 6 1 0,7-4 2 16,1 3-1-16,-8 1 4 0,14 4-1 0,-5-1 1 15,-4 1 3-15,3 1 4 0,1 1-4 0,-1 0-1 16,0 1 6-16,-4 1 0 0,3-4-1 0,-4 2 5 15,1-1 2-15,-4-5 9 0,2 7 0 0,-2-7 7 16,5 7 9-16,-5-7 8 0,2 6 7 0,-2-6 13 16,0 0 7-16,4 5 4 0,-4-5 8 0,0 0 2 15,0 0 4-15,0 0 3 0,0 0 1 0,0 0-10 16,0 0-14-16,0 0-16 0,0 0-10 0,5-16-6 16,-3 8-3-16,1-1-10 0,-1-1-3 0,3-2-8 15,-3 0-11-15,4 1-2 0,-1 0-2 0,1 1-1 16,0 1 2-16,0 1-1 0,-1 2-1 0,-2 3 2 15,4-2-1-15,-7 5-2 0,12-4 0 0,-8 3 2 16,-4 1-1-16,0 0 5 0,17 7-1 0,-11-4-2 16,-1 4 4-16,3 0 0 0,-4-1 1 15,3 2 0-15,-1 0 1 0,0-2-1 0,1 2 2 0,-1-2 3 16,0 0 1-16,2 0 0 0,-3-2 1 0,3-2-1 16,-2-1 4-16,1-1-3 0,0 3 5 0,-7-3 0 15,22-6 1-15,-12 2-1 0,1-2 1 0,-3 0-3 16,4-3 7-16,-3 4 4 0,-3-1 0 15,1-3 0-15,0 0 3 0,-2 0-1 0,-3 1-1 0,0 2-2 16,2-1-2-16,-3 0 2 0,1-1-2 16,-2 8-2-16,0-12 1 0,0 12-5 0,0-9-1 0,0 9-2 15,0 0-1-15,-2-9-6 0,2 9-2 0,0 0-3 16,0 0 3-16,0 0 1 0,0 0 0 16,0 0-1-16,0 0 0 0,-5 34 2 0,1-21 1 0,0 4-1 15,2-1 1-15,-1 2-5 0,-2 0-1 16,3 1-7-16,-1-2-11 0,2-1-14 0,0-3-27 15,1 0-25-15,1 3-38 0,0-5-50 0,2 0-46 16,-3-1-166-16,0-10-425 0,0 12 188 0</inkml:trace>
  <inkml:trace contextRef="#ctx0" brushRef="#br0" timeOffset="63561.92">12376 3903 138 0,'1'-5'211'0,"-1"5"-23"16,0 0-19-16,-1-14-24 0,1 14-11 0,0 0 1 16,0 0-2-16,0 0-1 0,2 35-2 0,-2-16-10 15,2 0-9-15,1 7-7 0,-3 0-8 0,4-1-10 16,-1 3-7-16,-2-2-5 0,5 3-11 0,-6-4-4 16,4-5-10-16,-1-3-35 0,1 2-36 0,-2-3-56 15,2 0-57-15,-3-4-63 0,-2-1-126 0,1 1-349 16,0-12 156-16</inkml:trace>
  <inkml:trace contextRef="#ctx0" brushRef="#br0" timeOffset="63725.36">12328 4107 175 0,'0'0'177'0,"0"0"-23"16,0 0-12-16,8-6-18 0,-8 6-9 0,9 0-11 15,-1-1-28-15,-8 1-43 0,30-2-64 16,-8 2-72-16,-4-2-58 0,11-1-175 0,2 2 77 16</inkml:trace>
  <inkml:trace contextRef="#ctx0" brushRef="#br0" timeOffset="63876.28">12873 4047 233 0,'0'0'217'0,"0"0"-27"16,0 0-23-16,0 0-15 0,0 0-19 0,0 0-27 16,0 0-40-16,0 0-53 0,0 0-53 0,0 0-49 0,11 2-103 15,-11-2-207-15,0 0 92 0</inkml:trace>
  <inkml:trace contextRef="#ctx0" brushRef="#br0" timeOffset="65065.78">13093 3857 60 0,'-9'-4'198'0,"9"4"-9"15,-12 2-13-15,12-2-3 0,-13 7 1 0,4 1-2 16,0 0 0-16,-2 6-7 0,0 2-13 0,-3 6-10 16,3-5-11-16,2 6-14 0,0-5-11 0,2 5-9 15,3-4-13-15,0-2-4 0,1-1-10 0,1-1-7 16,4-4-7-16,0 1-1 0,3-1-4 0,-3-2-9 15,7 1 0-15,-2-1-5 0,0-2-6 0,3-2-9 16,1-2-9-16,1 1-9 0,-1-3 0 16,3-1-4-16,-5 0-7 0,2 0-1 0,3-1-6 0,-5-3-1 15,3-1-1-15,-2 1 2 0,-1-2 2 0,0 0-1 16,0 1 2-16,-2-3 2 0,-3 2 1 0,3-2 2 16,-5-1 2-16,2 0 6 0,1 1-3 0,-2-2-4 15,-1 2 8-15,0 1 13 0,-2 7 4 0,2-11 5 16,-2 5 3-16,0 6 2 0,0 0-1 0,0-9-5 15,0 9 1-15,0 0-6 0,0 0-2 16,4-7-3-16,-4 7 6 0,0 0-4 0,0 0 2 0,0 0 1 16,0 0 7-16,1 23-9 0,1-16-3 15,0 0 0-15,0 3 0 0,0-2-3 0,3-1 0 0,-2 3-3 16,3-3 1-16,-1 2 2 0,1-3-3 16,-2-2 0-16,4 2 0 0,-2-4 2 0,1 0-1 15,2-2 1-15,3 0-1 0,-1 0 1 0,-11 0-1 16,18-6-3-16,-9 4-5 0,1-4 7 0,-1 1-2 15,-1-1-3-15,0-2-2 0,-1 3 1 0,-1-3 0 0,0-2 2 16,-2 1 1-16,0-1-3 0,-1-1-2 16,-1-1-5-16,2 0-3 0,-4 1-3 0,4-2 4 0,-4 3-2 15,2 0 2-15,1 1-4 0,-3 4 5 16,0 5-1-16,5-10-6 0,-5 10 4 0,2-7-1 16,-2 7-5-16,0 0 1 0,0 0 6 0,0 0 1 15,0 0 8-15,0 0 8 0,2 27 0 0,-2-15 1 16,0-1-6-16,0-2-6 0,0 3 5 0,3-1 2 0,-1 0-1 15,2-1 2-15,-2 0-4 0,0-5 3 16,3 2 2-16,-3-2-5 0,5 0 4 0,-7-5 0 16,5 6 1-16,-1-4 3 0,-4-2-2 0,13 4 8 15,-3-5 0-15,-4 1 1 0,3-4 4 0,-2 1-1 16,0 0 0-16,0-1 2 0,1-1-4 0,-1-4-4 16,0 1 4-16,-2-2-6 0,1 2-3 0,-1-3-3 15,-1 0-3-15,0 0-3 0,-1 2 0 0,0-2-11 16,-1 0-2-16,0 0-2 0,0-2-2 0,0 2-1 15,-2 4-1-15,0 7 0 0,0-17 2 0,2 10 2 16,-2 7 0-16,0 0-1 0,0-15 2 0,1 10-1 16,-1 5-4-16,4-6 5 0,-4 6 0 0,6-4 2 15,-6 4-5-15,0 0 6 0,15 4-1 0,-15-4 0 16,10 9 4-16,-5-2-3 0,1 0 4 0,2 1 1 16,-4 2 1-16,2-1 1 0,1 2-4 0,-1-1 3 15,2 0 4-15,-6-3-1 0,5 2-3 0,-1-3 12 16,1 2-9-16,3 0 2 0,-4-7 0 0,1 4 3 15,-1-2 0-15,2 1 3 0,0-3 1 0,3-1-3 16,-4 1 1-16,-7-1 2 0,16-1 3 0,-9-1 5 16,1-2-1-16,0-1-4 0,-2-2 2 15,-1-1-2-15,-1 1 0 0,0-1 2 0,1-1-3 16,-2-3 0-16,-1 3-4 0,2-1 1 0,-4 1-6 0,0-1-3 16,2 1-7-16,-2-1 2 0,0 3-3 0,0 7-1 15,2-12-5-15,-2 12-9 0,1-10 7 0,-1 10-6 16,0 0-1-16,2-8 0 0,-2 8 4 0,0 0 0 15,10 1 0-15,-10-1 0 0,10 7 7 0,-5-2-3 16,1 1 4-16,-1 4 3 0,1-3-3 0,2 3 3 16,-4 0 4-16,3 0-3 0,-3-1 2 0,2 0 1 15,-1-1-1-15,0 1 5 0,2-1-2 0,-3-3 2 16,4 2 2-16,-3-2 2 0,2-2-4 0,-2 1 6 16,4-3 0-16,-3 2 3 0,3-1-1 0,-9-2 8 15,14-3 5-15,-3 0 5 0,0-4 5 0,-2 2-3 16,-2-1 3-16,4 0 2 0,-2-1-1 0,-4-1 0 15,1-2-1-15,-1 1 0 0,0 2 0 0,-3-5-3 16,0 2-2-16,-2-2-4 0,0 2-3 0,0 0 14 16,0 3 4-16,0 7-3 0,-2-13 0 0,0 7 4 15,2 6-3-15,-3-7-12 0,3 7-9 16,0 0-11-16,0 0-11 0,0 0-3 0,0 0-14 16,-16 12-6-16,12-2-17 0,-1 0-25 0,3 1-26 0,-3 1-48 15,1 3-48-15,4-1-39 0,0 1-19 16,0-3-133-16,0 0-422 0,4-3 186 0</inkml:trace>
  <inkml:trace contextRef="#ctx0" brushRef="#br0" timeOffset="65260.65">14087 3972 61 0,'6'-7'180'0,"-4"-1"-10"0,0 0-6 16,3-2-16-16,-2 1 3 0,0-2-7 0,3-5-11 16,-1 4-4-16,2 2-14 0,-3 0 2 0,1 1-5 15,-1 2-6-15,-1 2-9 0,-1-3-8 0,-2 8-15 16,2-11-9-16,-2 11-11 0,7-1-1 0,-7 1-5 15,0 0-11-15,0 0 0 0,15 6-3 0,-12 0-3 0,1 0 4 16,2 3-1-16,-2 0-1 0,2 0-8 0,-1 1-8 16,-1 1-30-16,-2-1-26 0,3 1-41 15,-3-3-49-15,0 1-56 0,-2 0-157 0,0-9-369 16,0 0 163-16</inkml:trace>
  <inkml:trace contextRef="#ctx0" brushRef="#br0" timeOffset="65480.74">14313 3693 212 0,'0'0'294'15,"0"-11"-21"-15,0 11-22 0,2-9-23 0,-2 9-20 16,0 0-22-16,0 0-17 0,0 0 1 0,0 0 3 16,0 0-10-16,0 0 2 0,-4 41-20 0,4-22-3 15,-1 8-14-15,-1 2-9 0,0 1-9 0,-1-1-11 16,3 0-9-16,-3-3-11 0,-1 1-32 15,2-8-37-15,-2 0-44 0,1 1-42 0,2-3-51 0,0-1-53 16,1-4-88-16,-4-2-195 0,4 0-501 0,0-10 221 16</inkml:trace>
  <inkml:trace contextRef="#ctx0" brushRef="#br0" timeOffset="65607">14283 3800 42 0,'0'0'124'0,"3"-9"-56"16,-3 9-51-16,0 0-32 0,0 0-25 0,0 0-42 16,0 0 18-16</inkml:trace>
  <inkml:trace contextRef="#ctx0" brushRef="#br0" timeOffset="66360.96">14575 3968 81 0,'0'0'268'0,"0"0"-19"15,12-9-2-15,-8 5-10 0,2 0-5 0,-3-1-3 16,3-3-15-16,-1 2-14 0,0-5-20 0,0 3-21 16,-1-3-11-16,-2 0-2 0,2 2-24 0,-1-3-5 15,-1 1-15-15,-2-2-9 0,2 1-15 0,-4 2-17 16,1 0 12-16,0 1-10 0,-4-1-9 0,5 3-3 16,-4-2-3-16,4 9-7 0,-7-9 6 0,3 5-9 15,-2 0 0-15,6 4-5 0,-8-6-5 0,8 6-6 16,-9-4 1-16,9 4-17 0,-7-2-9 0,7 2 18 15,0 0-2-15,-9-3-2 0,9 3-2 0,0 0-9 16,0 0 0-16,0 0-3 0,0 0-4 0,0 0 3 16,0 0-6-16,23 17-2 0,-13-15-6 0,3 2 2 15,-3-3 1-15,4 3 1 0,-1-1 2 0,-2 0-4 16,-1-1-3-16,0 2-1 0,-1 1 8 0,-4 3 1 16,5 1 0-16,-6 1 10 0,2 1-1 0,-3-1 11 15,1 2-1-15,-4-1 6 0,2 0-6 0,0 4 1 16,2-2 1-16,-2-2-12 0,0-1 7 0,-2-1-4 15,2-2 3-15,0 0 1 0,3 0-1 0,-1-1-1 16,0 0 6-16,2-2-3 0,2-1 0 0,0-1 1 16,2-2-1-16,3 0-1 0,2-5 1 0,2-1-6 15,2-2 0-15,-4-1 4 0,0-3-6 16,1 2 1-16,-3-4 0 0,1 2-1 0,-3-2 2 16,-3 0 2-16,-2-3-3 0,0 1-3 0,-1 2 0 15,-1-4 8-15,-4 6-5 0,0 0 1 0,0 2 8 0,0 1 1 16,-2 0-6-16,2 9-2 0,-4-12-4 0,1 8-1 15,-3 0-1-15,6 4-3 0,-16 1 0 0,5 6 4 16,-3 4-1-16,-2 3 2 0,-4 5 1 0,5 2-1 16,-1 1 1-16,5-7-3 0,4-1 2 15,2-1 0-15,2-1-1 0,2-1 6 0,-1-1-9 16,5 1 5-16,0-2 0 0,2-2 4 0,2 0 11 16,6-2-11-16,1-3 0 0,1 0-6 0,6-4-2 0,-1-1-2 15,0-4-1-15,0 3 1 0,-3-5 0 0,0 1 1 16,-2-2 1-16,-5 5 1 0,0-4 1 15,-1 2 1-15,-3-3 3 0,3 1-1 0,-3-1 1 16,-2 4 1-16,-1-4 1 0,-3 6 3 0,0 4 9 16,3-12 7-16,-3 12-11 0,1-7-2 0,-1 7-4 15,0 0-3-15,4-4-5 0,-4 4 3 0,0 0 7 16,0 0 7-16,-9 28-6 0,5-13 4 0,0 2-5 0,-2 0 3 16,-1 6 2-16,2-3-3 0,-2-3-17 15,3 2 18-15,-3 0-3 0,1 0-1 0,2-2 3 16,0 2-1-16,2-3-15 0,0-1-33 0,1-3-36 15,1 0-38-15,0-2-39 0,0-10-59 0,1 16-57 16,-1-8-209-16,0-8-516 0,0 0 228 0</inkml:trace>
  <inkml:trace contextRef="#ctx0" brushRef="#br0" timeOffset="66561.73">15219 3760 170 0,'1'-4'305'0,"-1"4"-23"0,4-7-29 16,-4 7-21-16,4-6-20 0,-4 6-14 0,0 0-13 16,0 0-12-16,0 0-13 0,0 0-10 0,5 23-8 15,-5-7-16-15,-1 0-10 0,1 1-12 0,-2 2-21 16,0-1-36-16,2 0-35 0,-1-3-40 16,1 2-41-16,0-5-53 0,1 1-70 0,1-2-61 0,-2 0-128 15,0-11-413-15,-6 16 182 0</inkml:trace>
  <inkml:trace contextRef="#ctx0" brushRef="#br0" timeOffset="67144.14">15412 3716 186 0,'0'0'211'0,"0"0"-13"0,0 0-12 15,0 0-9-15,0 0-12 0,-10 18-12 16,10-18-13-16,-5 9-15 0,1-2-11 0,4-1-10 15,0-6-9-15,0 12-12 0,2-6-10 0,1 2-4 16,-1-2-6-16,4 1-4 0,-3-4 1 0,5 4-5 16,-3-3 0-16,2-1-1 0,-1-1-2 0,0 1 0 15,-6-3 2-15,14 2-5 0,-14-2-4 0,9-2 6 16,-9 2-9-16,13-8 0 0,-9 3-4 0,0-1-8 16,1 1 2-16,-5 5-10 0,6-8-4 0,-2 2-8 15,0 1-9-15,1 0-4 0,-1-1-14 0,0 2-1 16,1 0 2-16,3-2-4 0,-3 2 3 0,1 0-3 15,-1 1 5-15,-5 3-2 0,10-4 2 0,-10 4 0 16,9 0 2-16,-9 0 0 0,12 1 2 0,-12-1 1 16,6 4 2-16,-6-4-2 0,8 3 5 0,-8-3 1 15,5 1 2-15,-5-1-3 0,6 4 3 0,-6-4 0 16,0 0 0-16,0 0 4 0,0 0 11 0,0 0 4 16,11 0 5-16,-11 0 3 0,0 0-1 0,0 0-1 15,9-8-3-15,-6 3 0 0,5 1-1 0,-1-2-7 16,0 3-1-16,1 0 0 0,-1 0-1 0,0 1-5 15,-7 2-1-15,11-3 0 0,-4 3-6 0,-7 0 0 16,14 4 1-16,-9-3 2 0,1 5 0 0,-2 3 2 16,0 1-3-16,0 2-17 0,-2 2-35 0,0-1-46 15,-4 4-62-15,1 1-73 0,-5-3-165 0,1 2-431 16,-2-1 191-16</inkml:trace>
  <inkml:trace contextRef="#ctx0" brushRef="#br0" timeOffset="77043.74">19426 15529 61 0,'0'0'82'15,"0"0"-6"-15,0 0 2 0,0 0-12 0,0 0 5 16,0 0-4-16,0 0-3 0,0 0 6 0,-15 11-13 15,12-4 8-15,-1-1-6 0,4-6-14 0,-3 11 0 16,1-5-11-16,0 0-1 0,2-6-10 0,-2 9 3 16,2-9-5-16,-1 11 5 0,1-11-20 0,-1 6 5 15,1-6 7-15,0 0 1 0,0 0-12 0,0 10 11 16,0-10-16-16,0 0 12 0,0 0 8 0,0 0 12 16,0 0-1-16,0 0 2 0,0 0 2 0,0 0-1 15,0 0 0-15,0 0 0 0,0 0-3 0,0 0-2 16,0 0-8-16,0 0-3 0,0 0 5 0,0 0-6 15,0 0-7-15,0 0 1 0,0 0-3 0,0 0 1 16,0 0 0-16,0 0-5 0,-19-13 3 0,19 13-1 16,0 0-5-16,-12 3 3 0,7 2 1 0,-1 0-8 15,1 1 2-15,-3 1-1 0,5-1 3 0,-1-1-4 16,2 2 0-16,2-7 2 0,0 11 8 0,-1-3-8 16,1-8 4-16,2 11-5 0,-2-11 3 0,3 7-3 15,-3-7 6-15,5 6 4 0,-5-6-7 0,6 3 8 16,-6-3-3-16,7 2 0 0,-7-2 8 0,0 0-6 15,11-10 0-15,-7 6 3 0,-4 4-1 0,5-11 5 16,-4 6-7-16,-1 5 4 0,2-13-3 0,-2 2-2 16,0 11-4-16,-2-12 2 0,1 5 4 0,-3 0-2 15,4 7 0-15,-6-10-9 0,3 6-5 0,3 4-6 16,0 0-29-16,0 0-28 0,-5-8-23 0,5 8-4 16,0 0-6-16,0 0-21 0,0 0-108 0,-5 24-248 15,4-17 110-15</inkml:trace>
  <inkml:trace contextRef="#ctx0" brushRef="#br0" timeOffset="77839.41">21498 16301 90 0,'0'0'168'0,"0"0"-11"0,8 1-15 16,-8-1-15-16,0 0-13 0,0 0-11 15,0 0-16-15,0 0-12 0,0 0-15 0,0 0-20 16,0 0-24-16,0 0-23 0,0 0-22 0,0 0-17 15,0 0-24-15,0 0-31 0,0 0-54 0,0 0-167 16,0 0 74-16</inkml:trace>
  <inkml:trace contextRef="#ctx0" brushRef="#br0" timeOffset="78355.55">21347 16347 115 0,'0'0'146'16,"0"0"-17"-16,0 0-13 0,9 0-14 0,-9 0-14 15,0 0-14-15,0 0-25 0,0 0-21 0,4 6-38 16,-4-6-28-16,0 0-34 0,0 0-50 0,0 0-131 16,0 0 59-16</inkml:trace>
  <inkml:trace contextRef="#ctx0" brushRef="#br0" timeOffset="78838.5">21211 16380 19 0,'0'0'149'0,"0"0"-25"0,0 0-10 16,0 0-19-16,0 0-22 0,0 0-20 0,0 0-33 15,0 0-31-15,0 0-29 0,-16 17-60 0,10-14-107 16,6-3 47-16</inkml:trace>
  <inkml:trace contextRef="#ctx0" brushRef="#br0" timeOffset="82062.74">9591 4885 111 0,'0'0'134'0,"0"0"-5"15,0 0-12-15,0-8-9 0,0 8-9 0,0 0-4 16,0 0-13-16,0 0-9 0,0 0-4 0,0 0 1 15,0 0-15-15,0 0-12 0,-15-5-14 0,15 5-10 16,-9-2-14-16,9 2-5 0,-12 0-11 0,12 0-5 16,-13 3-19-16,6-2 0 0,-2 0 4 0,9-1-3 15,-17 2 3-15,7-1 4 0,2 0-7 0,-1 0-2 16,0 1 1-16,0-2-7 0,9 0 7 0,-18 1-10 16,8-1 5-16,0 0-4 0,0 2 4 0,0-2-11 15,-1 0-5-15,0 0-38 0,-4 3-101 0,2-3 45 16</inkml:trace>
  <inkml:trace contextRef="#ctx0" brushRef="#br0" timeOffset="82866.78">7042 4819 31 0,'-10'-5'33'0,"10"5"0"0,-9-3-1 0,9 3 4 15,0 0 10-15,-7-3-9 0,7 3-3 0,0 0 2 16,-8-5-5-16,8 5-6 0,-6-3 3 0,6 3-7 16,0 0 2-16,-9-5-3 0,9 5 2 0,0 0-1 15,-8-2 0-15,8 2-3 0,0 0 2 0,-6-2-6 16,6 2 2-16,0 0 5 0,0 0-9 0,0 0-7 15,-10-2 1-15,10 2 13 0,0 0-13 0,0 0 2 16,0 0-4-16,-7-3-8 0,7 3-15 0,0 0-9 16,0 0-19-16,0 0-51 0,0 0-104 0,0 0 47 15</inkml:trace>
  <inkml:trace contextRef="#ctx0" brushRef="#br0" timeOffset="85828.31">5581 4528 134 0,'0'0'231'15,"0"0"-16"-15,0 0-10 0,0 0-3 0,0 0-10 16,0 0-11-16,-11-19 1 0,7 15 2 0,4 4-9 16,-8-13-15-16,3 5-8 0,-3-2-12 0,5 1-8 15,-6-6-9-15,-2-1-12 0,1 1-3 0,-2 0-5 16,1-2-9-16,-6-6-13 0,-1 2 44 0,-1 1-16 15,0-1-7-15,-3-2-9 0,0 1 5 0,0 3-9 16,1-4-4-16,-2 1-34 0,2 2 11 16,-2 2-8-16,2 1-1 0,-2-2-6 0,3 2-7 0,4 4-3 15,-1 2-10-15,1-3 4 0,1 3-2 16,4 4-6-16,1-1-9 0,-1 2-37 0,1-2 24 0,3 4-12 16,0-1-12-16,3 1-12 0,4 4-18 0,-7-7-22 15,7 7-33-15,-7-5-30 0,7 5-35 0,-6-3-48 16,6 3-30-16,0 0-11 0,0 0-12 0,-8 11-164 15,6-4-475-15,2-7 210 0</inkml:trace>
  <inkml:trace contextRef="#ctx0" brushRef="#br0" timeOffset="86160.72">5076 4032 118 0,'0'0'211'0,"0"0"-14"0,0 0-13 0,0 0-10 15,0 0-8-15,0 0-10 0,0 0-13 16,-5-7-10-16,5 7-11 0,0 0-9 0,0 0-7 0,0 0-9 16,-9 16-5-16,5-8-5 0,-1 0-11 0,1 1-6 15,-1 0-7-15,0-1-4 0,-3 2-4 0,2-1-5 16,-1 0-4-16,2-3-6 0,0-2 0 16,-1 2-2-16,2-2 5 0,-1-1-2 0,5-3-5 15,-9 6-5-15,9-6-2 0,-14 2-2 0,14-2-2 16,-9-1-5-16,9 1-1 0,-12 1-2 0,12-1-1 15,-9-2 0-15,9 2-1 0,0 0-6 0,-9-2-8 16,9 2-6-16,0 0-9 0,0 0 0 0,0 0 1 16,0 0 6-16,0 0-3 0,0 0-3 0,25 7-14 15,-14-5-21-15,3 1-15 0,3 2-32 0,2 0-28 16,3 0-44-16,-2-3-49 0,2 4-145 0,-1-4-392 16,0-2 174-16</inkml:trace>
  <inkml:trace contextRef="#ctx0" brushRef="#br0" timeOffset="86793.84">4067 3820 168 0,'0'0'245'15,"0"0"-27"-15,-10-1-22 0,10 1-20 0,0 0-20 16,0 0-17-16,0 0-14 0,0 0-11 0,0 0-11 16,3 12-14-16,-3-12-5 0,0 0-11 0,0 0-6 15,0 0-7-15,0 0-4 0,4 12-2 0,-4-12-7 16,0 0-3-16,0 0 2 0,0 0 12 0,0 0 5 15,0 0 14-15,3 7 9 0,-3-7 13 0,0 0 2 16,0 0-8-16,0 0-10 0,0 0-1 0,0 0-2 16,0 0-2-16,-16-19-12 0,11 13-2 0,0 0-2 15,1-4-13-15,-1-6-7 0,1-2-11 16,1 0-8-16,2-1-8 0,2-5-2 0,2 7-2 0,2-1-2 16,3 2-4-16,-2 0-2 0,3 6-1 0,4 0-3 15,-4 3 0-15,3 2 0 0,1 3-2 0,1 2 4 16,-1 1-3-16,6 2 0 0,-1 3 4 0,1 1-1 15,0 2-3-15,-2 1-5 0,1-3 1 0,-4 3-3 16,1-2-2-16,-4-2-1 0,-2 1 5 0,-1-2-2 16,-4 0-3-16,1 0-5 0,-1-2 8 0,-4-3 3 15,5 6 3-15,-5-6 1 0,4 5 0 0,-4-5 3 16,0 0-1-16,0 0-4 0,0 0-4 0,0 0 6 16,-20-11 0-16,13 7-1 0,1-1-5 15,-2-3 2-15,2 2-7 0,1-6 7 0,1-1-17 16,3-6-19-16,6 0-3 0,1-8 1 0,3 1-17 0,4 3 6 15,-2 7 8-15,-2 1 5 0,-2 4 1 16,3 3 8-16,-1 0-1 0,0 1 6 0,2 4 4 0,0 1-5 16,-1 2 7-16,4 0 1 0,-4 3 1 15,2 2 1-15,3 2 1 0,-1 3 2 0,-3 2 6 0,1-1-9 16,-2 4-20-16,0-1-40 0,1 1-30 0,-4 2-34 16,2-1-36-16,-2 0-178 0,-5 0-387 15,-1-5 171-15</inkml:trace>
  <inkml:trace contextRef="#ctx0" brushRef="#br0" timeOffset="87143.7">4649 3417 61 0,'-1'-7'218'0,"1"7"-15"16,-4-8-18-16,4 8-19 0,-4-5-17 0,4 5-5 15,0 0-11-15,0 0-9 0,-15 16-10 0,11-8 0 16,-1 1-12-16,2 2-13 0,-1-3-5 0,3 3-10 15,0-1-7-15,-1 2-7 0,5-1-7 0,-3-2-1 16,1 1-6-16,0-2-7 0,2-1-1 0,0-3-14 16,-3-4-13-16,5 8-7 0,-4-2-11 0,-1-6 2 15,5 4-3-15,-5-4-1 0,0 0-1 16,9 1 0-16,-9-1 0 0,0 0 4 0,6-9 0 16,-6 9-3-16,2-12 2 0,-2 12 8 0,0-12 10 15,0 6 12-15,0 6-6 0,-4-11 9 0,4 11 4 16,-3-8 6-16,3 8-1 0,0 0-10 0,-3-10-5 15,3 10-3-15,0 0-9 0,0 0 1 0,0 0-3 0,0 0-3 16,0 0 2-16,0 0-3 0,0 0-12 0,0 0-13 16,23 16-23-16,-16-9-26 0,0 0-35 15,2 0-20-15,-3 1-31 0,2-1-22 0,0-2-123 16,-8-5-329-16,8 11 145 0</inkml:trace>
  <inkml:trace contextRef="#ctx0" brushRef="#br0" timeOffset="87340.69">4709 3343 42 0,'0'0'168'0,"0"0"-15"0,-1-9-17 0,1 9-11 16,0 0-11-16,0 0 2 0,0 0-4 0,0 0-6 16,14 2-10-16,-14-2 0 0,14 8-10 0,-4-5-6 15,0 6-8-15,3-2-6 0,-3-1-7 0,3 2-22 16,-3-1-26-16,1 0-47 0,0 1-46 0,-2-1-28 15,-1 1-30-15,-1-1-79 0,-3-3-235 16,-4-4 104-16</inkml:trace>
  <inkml:trace contextRef="#ctx0" brushRef="#br0" timeOffset="87511.38">4815 3346 192 0,'-4'-5'188'0,"4"5"-19"0,0 0-22 16,-7-3-12-16,7 3-12 0,0 0-2 0,0 0-5 15,-8 15-12-15,4-3-4 0,-4 2-14 0,5 3-12 16,-3 1-2-16,1-2-18 0,3 3-24 16,0-2-48-16,1-2-44 0,1-1-53 0,0-3-138 15,-1 0-274-15,0 0 122 0</inkml:trace>
  <inkml:trace contextRef="#ctx0" brushRef="#br0" timeOffset="87668.52">5007 3252 56 0,'0'0'254'0,"0"0"-25"0,0 0-19 0,3-9-23 15,-3 9-17-15,0 0-15 0,0 0-21 0,0 0-13 16,0 0-19-16,0 0-38 0,0 0-51 0,0 0-51 16,17 14-57-16,-10-5-57 0,0 2-83 0,1-3-256 15,0-1 114-15</inkml:trace>
  <inkml:trace contextRef="#ctx0" brushRef="#br0" timeOffset="88377.72">5301 3017 124 0,'-11'-6'222'0,"1"1"-18"0,0 0-4 0,-2 2-2 15,1 1-12-15,2 1-14 0,-3-3-20 16,2 8-13-16,10-4-12 0,-18 10-6 0,12-1-10 15,-5 4-12-15,3 4-6 0,0 1-8 0,-3 5-10 16,7-3-4-16,1-1-9 0,2 0-7 0,2-2-6 16,1 1-3-16,-1-7-9 0,4 5 0 0,0-4-7 15,1-2 0-15,1-3-5 0,-1 2-2 0,3-3-7 16,0-2-4-16,0-1-6 0,1-3-3 0,2 0-7 16,-2-6-3-16,2 2-2 0,-1-5-4 0,2-1-5 15,-4-5 4-15,-2 1-8 0,0-2 3 0,-3-1 1 16,-3-1 2-16,-2-1-2 0,-2-8 3 0,1-1 2 15,-2 1-1-15,-1 0 4 0,-3-1-5 0,0-1 2 16,2 3 4-16,-3-3-1 0,5 0 1 0,-5 4 10 16,1 0 3-16,3 1 2 0,0 8 11 0,1 1 8 15,1 5 10-15,0-1-4 0,1 5 4 0,2 6-5 16,-3-10-8-16,0 6-2 0,3 4-9 0,0 0-5 16,-1-8-3-16,1 8-6 0,0 0 4 0,0 0 1 15,5 25 9-15,-2-5 2 0,2 6-2 16,1 0 3-16,1 4-3 0,-1-2-2 0,-1 2 4 15,2-2-2-15,3-1 0 0,-3-2-1 0,4-3 2 0,-1-3-3 16,-2 0 1-16,1-3-3 0,2-3 0 0,-2-4 2 16,0 1-1-16,2-4 1 0,0-2 1 15,0 0-2-15,2-1 3 0,0-3-3 0,-2 0-2 16,3-3 0-16,-2-2 0 0,-1 1 3 0,-2-1 0 16,-1-4-6-16,-2-1-5 0,3-2 1 0,-5 1-2 15,4-5-6-15,-7 4-9 0,0 0-2 0,-1-5 2 16,-2 6-6-16,-3-5 2 0,1 0-3 0,-4 2 4 15,2 2 7-15,1 2-1 0,-1 0 5 0,3 2-6 16,3 8 4-16,-8-10 2 0,8 10-3 0,-6-12 4 16,6 12-2-16,-5-8-4 0,5 8-3 0,0 0 1 15,0 0 3-15,0 0-3 0,0-12 4 0,0 12 3 16,0 0-4-16,13-10-1 0,-5 7 5 0,1-1 2 16,1 1-1-16,-10 3 1 0,20-2-1 0,-20 2 1 15,19 0-5-15,-10 3 13 0,1-1 5 0,1 3 16 16,-3 0 1-16,1 2-1 0,0 2 2 0,-1 1-1 15,-2-3-2-15,2 3 1 0,-2 1-1 0,0 0-3 16,1-1-19-16,-1 0-20 0,1-1-30 0,-1 1-40 16,-1 0-40-16,3-3-45 0,-2 1-38 0,-6-8-132 15,14 7-376-15,-14-7 167 0</inkml:trace>
  <inkml:trace contextRef="#ctx0" brushRef="#br0" timeOffset="89227.64">5799 2730 13 0,'-5'-7'163'0,"-1"-1"-6"0,-2 3-3 0,8 5-5 16,-13-5-16-16,13 5-5 0,-13 0-3 0,13 0-7 15,-15 8-13-15,9-1 1 0,-1 2-5 0,2-1-8 16,0 1-5-16,0 1-12 0,5-10-7 0,-3 19-12 16,2-9 0-16,1-10-4 0,3 19-8 0,-1-12-5 15,-2-7-4-15,8 12-2 0,-4-8-3 0,-4-4-2 16,11 8 1-16,-6-5-3 0,-5-3-4 0,16 2-7 15,-16-2 0-15,14-3 1 0,-14 3-6 0,14-9-2 16,-7 4-1-16,0-2 1 0,-1 0-3 0,0-1 7 16,-6 8 0-16,7-16 1 0,-6 6-3 0,3 0 4 15,-4 10-9-15,0-19 3 0,0 10 1 0,0 9-1 16,0-16 0-16,0 16-1 0,-2-11-5 0,2 11 3 16,0 0-6-16,-3-12 2 0,3 12-7 0,0 0 0 15,0 0 1-15,0 0-4 0,0 0 2 0,0 0 0 16,0 0 8-16,0 0 2 0,0 0 7 15,0 0-8-15,0 0 3 0,8 34-3 0,-8-34-1 0,6 12-4 16,0-5 6-16,-6-7 0 0,8 8 5 16,-8-8-2-16,13 6 2 0,-13-6 1 0,13 0 5 15,-13 0 3-15,21-10-4 0,-4 1 8 0,-2-1-2 16,1 1 8-16,-5-4-5 0,2 2 0 0,-2-1 8 0,-3 2 6 16,0-1 9-16,-3 0-9 0,-1-1-3 15,0 2-2-15,-3-6 1 0,0 6-9 0,0-1 2 16,-2 0-3-16,1 1-3 0,-1 0 0 0,1 10-3 15,-1-14-3-15,-1 8 0 0,2 6-3 0,-2-10 0 16,2 10-5-16,-2-9 2 0,2 9 3 0,0 0-11 16,0 0-4-16,-1-7 0 0,1 7-2 0,0 0 1 15,0 0 2-15,0 0 3 0,-1 26 0 0,1-16 3 16,2 0-2-16,0-3 1 0,0 2-3 0,1 1-2 16,-1 0 2-16,2-1 0 0,-2-3 1 0,1 2 4 15,0-3-2-15,2-2 3 0,0 2-4 0,-5-5 4 16,10 2 3-16,-3 0-1 0,2-2-1 0,-9 0 3 15,19-6-5-15,-8 3 1 0,-2 0 7 0,0-2-7 16,-4 3 4-16,4-7-1 0,-4 6-1 0,1-2 0 16,-1-2 3-16,-1 3-3 0,-1-3-1 0,0 0-1 15,-3 7 0-15,5-9-1 0,-3 2 0 0,0 1-1 16,-2 6-5-16,4-13 3 0,-4 13 0 0,0-9 9 16,0 9-9-16,1-6 2 0,-1 6-7 15,0 0 1-15,1-7 0 0,-1 7 0 0,0 0-2 16,3-6-5-16,-3 6 5 0,0 0-3 0,0 0 0 15,0 0 2-15,0 0 0 0,0 0-2 0,0 0 3 16,0 0-1-16,0 0 1 0,0 0 2 0,0 0-2 0,5-7 5 16,-5 7-4-16,0 0 5 0,8-4 0 0,-8 4-2 15,10-5 3-15,-5 1-3 0,3-3 3 16,-1 1 0-16,3 2-3 0,-3 0 4 0,-2 1-2 16,0-3-3-16,-5 6 1 0,10-3-2 0,-10 3-3 15,8-2 3-15,-8 2 0 0,8-1-2 0,-8 1-9 16,0 0-24-16,11 1-13 0,-11-1-13 0,6 9-27 15,-6-9-25-15,7 10-26 0,-7-10-59 0,1 13-204 16,-1-13-439-16,-9 18 194 0</inkml:trace>
  <inkml:trace contextRef="#ctx0" brushRef="#br0" timeOffset="89393.78">5883 2345 70 0,'0'0'47'0,"-7"22"-43"0,3-4-25 16,-5 8-21-16,1 6 9 0</inkml:trace>
  <inkml:trace contextRef="#ctx0" brushRef="#br0" timeOffset="90712.01">4956 3898 191 0,'-9'-7'257'16,"0"0"-10"-16,0 0-11 0,0 0-7 0,-3 3-23 15,2 1-7-15,0-1-10 0,0 5-21 0,-1 2-15 16,2-1-17-16,-2 4-13 0,1 1-10 0,-2 4-10 16,1 5-11-16,2-1-5 0,1 1-10 0,3 1-6 15,0-1-9-15,4 0-7 0,2-4-9 0,-1 0-4 16,4-3-3-16,-1 3-4 0,4-1-4 0,-1-1-12 15,3-2-22-15,3-4-7 0,1 1-12 0,7-3-16 16,-2-2-5-16,4-2-6 0,-3-3-7 0,0-2 6 16,-1 1-1-16,0-4 4 0,-4 0 0 0,0-2 3 15,-4 4 9-15,-1-3 0 0,-1-3 7 0,-1 4 2 16,-3-2 6-16,-1-1 0 0,1-4-1 16,-4 5 7-16,1-3 7 0,-2-2 2 0,-1 1 1 15,1 5 0-15,0-6 1 0,-2 3 4 0,2 3 8 0,-2 1 8 16,2 4-3-16,1 6 2 0,-2-12-4 0,2 12-3 15,-2-7-3-15,2 7-7 0,-1-7-4 0,1 7 4 16,0 0 8-16,0 0 3 0,0 0 5 0,14 14 6 16,-10-6-6-16,1 2 1 0,3-3-5 0,-1 3 5 15,0-3-4-15,-1 2 0 0,2 1-3 16,1-3-1-16,-3-2 8 0,3 1-10 0,0 0 3 0,-1-2-1 16,1-1 4-16,-2-2-4 0,4 1 1 0,-3-2 1 15,3-4-3-15,-5 0-3 0,4-1-2 0,-2-2 7 16,1-1-5-16,-4 1-3 0,1-3 3 15,-1 1 2-15,-2 0-2 0,0 0 4 0,-1 0 2 0,-1-2 0 16,1-1-1-16,-4 2-1 0,2-3 0 16,0 4 1-16,-1-1 4 0,0 3 6 0,1 7 5 15,-3-13 1-15,3 13-2 0,0-7-3 0,0 7-7 0,0 0 2 16,-1-10-9-16,1 10-1 0,0 0-6 16,0 0 5-16,0 0 1 0,0 0 5 0,0 0-1 15,0 0 4-15,13 16 1 0,-9-11-4 0,0 0-1 16,3 4 1-16,-2-3-3 0,0 1 2 0,1 0-1 15,-6-7-1-15,12 7 0 0,-4-3-1 0,1 0 1 16,-9-4 5-16,15 4-3 0,-7-4-4 0,-8 0 1 16,15 0 3-16,-7-3-3 0,-8 3 2 0,11-4-4 0,-4 2-6 15,-2-3 2-15,0 0-2 0,-5 5-1 0,4-10-3 16,-3 2-4-16,-1 8-4 0,-1-13 1 16,-2 5-2-16,-2 2 0 0,0-3 1 0,0 1 1 15,-1 2 5-15,0 0-3 0,3 1 0 0,3 5 3 16,-9-8 2-16,6 2-2 0,3 6-2 0,-5-3-8 15,5 3-5-15,0 0-3 0,-3-8-1 0,3 8-2 16,0 0 7-16,7-9-2 0,-2 6 4 0,6-3 0 16,-2 2 4-16,2-1-4 0,3 2 5 0,-4 1 0 15,0-1 1-15,2 3-6 0,-2 0 6 0,3 3 1 16,-4-2 4-16,-2 2 5 0,1-2 9 0,1 4 7 16,-1-1 7-16,-3 0 9 0,1 1-1 0,-1-2 0 15,0 1-1-15,0 0 0 0,-1 2-4 0,0-3-4 16,-4-3 2-16,7 8-5 0,-4-4 2 0,-3-4-8 15,8 6 3-15,-8-6-1 0,5 3-1 0,-5-3 2 16,0 0-1-16,6 2-4 0,-6-2 3 0,0 0-1 16,8 2 0-16,-8-2-4 0,0 0 1 0,12-7 0 15,-12 7 1-15,5-10 2 0,-1 6-1 0,-2 0-4 16,-1-3-1-16,-1 7-3 0,2-15-5 0,-1 4-2 16,-1 5-1-16,0 6 2 0,-3-19-3 0,3 9-9 15,-1-1-6-15,0-1-1 0,1 3-1 0,0-1 0 16,1 2 3-16,0 1-2 0,-1 7 1 15,2-11-4-15,-2 11 0 0,2-9 1 0,-2 9 3 16,4-4 0-16,-4 4 3 0,0 0 0 0,15 3 5 0,-15-3-1 16,15 13 9-16,-10-7 5 0,5 3 1 0,-3 0 2 15,1 1 3-15,1-2 1 0,-3 0 0 0,3 0 1 16,-1-1 1-16,0-2 0 0,-2 2-1 16,-1-2 1-16,-5-5-1 0,12 8 2 0,-6-6 1 15,-6-2 0-15,0 0-1 0,17 0 5 0,-17 0 3 16,14-8 0-16,-4 0 0 0,-2 1 5 0,-3-3 3 15,6-1 2-15,-4 2 3 0,-3-1 8 0,-1-2-2 16,1 1-8-16,-1 0 0 0,-2 0-3 0,-2-1 0 0,2-1-2 16,-3-1-8-16,-1 5 5 0,2-1-1 15,-3 0-3-15,0 0 2 0,3 4 6 0,-3 0-2 16,4 6-8-16,-5-8 6 0,5 8-6 0,-8-4-8 16,8 4 2-16,0 0-11 0,-14 10-3 0,9 0-5 15,-5 4-12-15,5-3-20 0,-2 5-17 0,3 1-30 16,-1 0-31-16,3-2-51 0,-1 2-50 0,3-2-202 15,-1-2-461-15,2-2 204 0</inkml:trace>
  <inkml:trace contextRef="#ctx0" brushRef="#br0" timeOffset="90927.84">5887 3523 173 0,'0'-11'221'15,"0"-1"-10"-15,0 1-6 0,0-5-2 0,-1 3-13 16,1-2-9-16,3 5 0 0,-5-1-11 0,4 2-10 15,-1 3-14-15,-1 6-15 0,1-11-15 0,-1 11-14 16,0 0-22-16,3-10 1 0,-3 10-11 16,6-3-13-16,-6 3 2 0,0 0 2 0,17 7-7 0,-11-2 3 15,3 1-7-15,-1 0-1 0,1 1-8 0,2 2-8 16,1 3-18-16,-3-4-36 0,1 0-37 0,-1 1-39 16,1 0-50-16,0-2-61 0,0 0-220 0,-2 0-464 15,0-1 206-15</inkml:trace>
  <inkml:trace contextRef="#ctx0" brushRef="#br0" timeOffset="91144.07">6060 3198 22 0,'-5'-15'244'0,"1"3"-4"16,0 3 12-16,3 3 4 0,0-1-9 0,1 7-18 15,-4-10-18-15,4 10-25 0,-4-6-16 16,4 6-22-16,0 0-8 0,0 0-5 0,0 0-6 15,0 0-11-15,9 36-6 0,-4-18-9 0,2 6-10 16,0-1-7-16,1 3-9 0,-2 1-9 0,2-1-4 16,-2-1-12-16,-1-6-34 0,3 6-32 0,-4-9-37 15,2 1-48-15,-2 0-58 0,1-6-76 0,-2 5-242 16,-5 0-514-16,1-6 228 0</inkml:trace>
  <inkml:trace contextRef="#ctx0" brushRef="#br0" timeOffset="91285.84">5991 3333 70 0,'6'-6'158'0,"-2"2"-15"0,2 1-16 16,5 0-18-16,1 0-40 0,1 2-42 16,5-2-62-16,0 4-77 0,-1 5-120 0,-5 0 53 15</inkml:trace>
  <inkml:trace contextRef="#ctx0" brushRef="#br0" timeOffset="101010.46">31842 7354 26 0,'-18'-6'42'0,"18"6"-7"16,0 0-1-16,-9-3-2 0,9 3-2 0,-9-2-7 15,9 2-2-15,-13-2-5 0,13 2-2 0,-13-2 2 16,7 1-2-16,-5 0-3 0,0 1 0 0,1-1-1 16,-1 1 2-16,0 0-8 0,2-1-6 0,-2-1-7 15,-1 4-1-15,1-4 1 0,-2 2 8 0,0 0-6 16,1 0-2-16,-1 2 2 0,-1-2 3 0,2 0-3 15,1 0 0-15,-2 0 3 0,-1-2-1 0,1 4 2 16,2-4-4-16,-2 4 1 0,-1-2 2 0,1 0-4 16,0 2 0-16,0-1 4 0,2-1-8 0,-2 3-7 15,1-2 5-15,1 0-2 0,0 1-13 0,-1 0-30 16,1-2 14-16</inkml:trace>
  <inkml:trace contextRef="#ctx0" brushRef="#br0" timeOffset="103835.4">30912 7389 4 0,'0'0'4'0,"-15"1"2"0,15-1-1 0,-7 2-9 15,7-2 4-15,-8 0 0 0,8 0-3 0,-9 1 7 16,9-1 1-16,-9 3-4 0,9-3 2 0,0 0 0 16,-10 1 4-16,5 2-3 0,5-3 2 0,0 0-3 15,-13 2 2-15,13-2-1 0,-6 1 1 0,6-1 0 16,-8 2 0-16,8-2 1 0,-7 4 3 0,7-4-4 16,-8 2 2-16,8-2 0 0,-8 3-4 0,8-3 3 15,-7 3-2-15,7-3 4 0,-6 5-11 0,6-5 5 16,-8 2-4-16,8-2 5 0,-5 4-6 15,5-4 5-15,-6 4 3 0,6-4 2 0,-7 3-1 0,7-3-3 16,0 0 0-16,-6 7 0 0,6-7 0 0,-6 4-2 16,6-4 3-16,-5 3-1 0,5-3 3 0,-7 5 3 15,7-5-5-15,-5 3 4 0,5-3 0 0,0 0-2 16,-6 4-1-16,6-4-2 0,-4 4 4 0,4-4-2 16,0 0 1-16,-9 5 2 0,9-5-7 0,-4 4 5 15,4-4 1-15,-6 4 4 0,6-4 3 0,-6 5-11 16,6-5 3-16,0 0-4 0,-6 6 2 0,6-6-2 15,-5 4-2-15,5-4 7 0,0 0-4 0,-5 6-2 16,5-6 2-16,0 0 0 0,-5 6 0 0,5-6 2 16,-5 5 2-16,5-5-1 0,-4 5 1 0,4-5 3 15,-5 5 0-15,5-5-2 0,0 0-2 0,-6 11 2 16,6-11-7-16,0 0 1 0,-8 7 1 0,8-7 3 16,0 0-5-16,-5 7 1 0,5-7 3 0,0 0 5 15,-6 9-8-15,6-9 3 0,0 0-4 0,-3 11 3 16,3-11-3-16,0 0-2 0,-3 12 10 0,3-12 2 15,0 0-12-15,-4 13 11 0,4-13-8 0,-2 7 4 16,2-7-4-16,0 0 2 0,-4 13 2 0,4-13-4 16,-1 10 10-16,1-10-7 0,-3 9 8 0,3-9-5 15,-5 11 0-15,5-11 5 0,-3 9-5 0,3-9 2 16,-4 11-2-16,4-11-5 0,-2 12 2 0,2-12-2 16,-4 11-4-16,4-11 7 0,-4 9 0 0,4-9-5 15,-2 13 7-15,2-13 4 0,-4 10-14 0,4-10 10 16,-4 10 2-16,4-10-6 0,-4 8-1 0,4-8 1 15,-5 13-3-15,5-13 3 0,-4 12 1 0,4-12 6 16,-2 12-12-16,2-12 9 0,-5 11-3 0,5-11-4 16,-5 12 3-16,2-6 3 0,3-6-7 0,-3 13 3 15,3-13 0-15,-3 11 1 0,3-11 3 0,-2 10 3 16,2-10-3-16,-5 12-5 0,5-12 3 0,-5 10-3 16,1-4 5-16,4-6-3 0,-3 10 5 0,3-10-8 15,-3 9 1-15,3-9 8 0,-5 10-10 0,5-10-1 16,-4 9 0-16,4-9 12 0,-7 13-4 0,5-8-1 15,2-5 0-15,-6 12-2 0,3-5-3 0,-1 0 0 16,4-7 9-16,-5 11-10 0,3-5 5 0,-1 4 5 16,3-10 4-16,-5 12 1 0,1-3-4 0,-1 0 2 15,5-9-6-15,-4 15-12 0,2-7 16 0,-2 1 0 16,0 0-12-16,0-2 6 0,3 1-9 0,-3 0 15 16,4-1-5-16,0-7-4 0,-4 14 0 0,4-14 3 15,-5 12 7-15,5-12-10 0,-5 16 0 0,2-10-11 16,3-6 1-16,-4 14 11 0,2-8 5 0,2-6-4 15,-4 15 1-15,1-9-7 0,1 4 8 0,2-10-6 16,-3 13 6-16,1-5-8 0,2-8-1 0,-5 14 7 16,5-14 3-16,-3 14-1 0,3-14-3 0,-1 14 0 15,0-6-7-15,1-8 10 0,-3 13-7 0,3-13 0 16,-4 13-11-16,2-7 16 0,2-6 8 0,-3 14-14 16,-1-8 8-16,4-6-11 0,-5 13 6 0,3-4-1 15,-2 1-2-15,4-10 4 0,-5 13 2 0,1-6-1 16,4-7-2-16,-4 10 1 0,4-10-4 0,-4 12 4 15,2-5 1-15,-1 2 0 0,-1 1-1 0,4-10 1 16,-2 17-7-16,1-8 6 0,-1 1-5 0,2-10 5 16,-2 20-5-16,2-11 1 0,-3 4 16 0,3-3-12 15,0-10 0-15,-3 18-2 0,2-7 2 0,0-2 1 16,0 0-4-16,1-9 4 0,-2 18-9 0,1-10 9 16,1-8-9-16,-1 19 10 0,-1-11-9 0,2-8 9 15,-1 15-4-15,0-8 3 0,1-7 0 0,-1 11-5 16,1-11 1-16,-3 15 0 0,3-15 2 0,-1 13-1 15,1-13-1-15,-4 16-2 0,3-10 5 0,1-6-3 16,-1 15 8-16,-2-8-8 0,3-7-7 0,-4 15 10 16,4-7-6-16,-2 2 2 0,2-10 0 0,-4 17 5 15,2-7-3-15,0 1-3 0,-1 0 1 0,2-1 4 16,-3 2-8-16,0-1 14 0,2 1-11 0,-2 0 32 16,3-1-23-16,-3 1-6 0,0 0 5 0,1-1-8 15,1 2 2-15,-2-1 9 0,3 0-8 0,-4 0 2 16,2 0-5-16,1 1 9 0,-1 0 1 0,0 2-8 15,1-3-4-15,-2-1 20 0,1 6-6 0,0-6-4 16,0 1 1-16,2 1 17 0,-3-3-12 0,3 2 2 16,0-1-9-16,-1 0 9 0,0 1-1 0,0-2-4 15,0 1-3-15,2 2 9 0,-1-3-7 0,-2-1 5 16,3-9-7-16,-3 21 3 0,2-10-6 0,0-1 3 16,-1-1 0-16,0 1 2 0,1 0-6 0,1-10 0 15,-3 21 5-15,1-13 2 0,-1 3-6 0,1-2 5 16,-1 3-7-16,0-3 13 0,2 1-5 0,-1 2-2 15,-2-1 5-15,0-1-5 0,1 2 16 0,-1-1-16 16,1 1 0-16,-2 1-2 0,-2 2 3 0,2 0-2 16,-1 1 1-16,-1-4 1 0,2-2-3 0,-1 5 2 15,1-3-9-15,-1-1 10 0,0 1 0 0,0-2-1 16,2-1 5-16,-1 3-8 0,1-1 9 0,-1 0-7 16,1 1 2-16,-2 2 3 0,1 0 13 0,-1-2-15 15,1-1 4-15,1 0-1 0,-1-1-6 0,0 0 3 16,0 0 1-16,1 1 2 0,0-3-3 0,1 2-1 15,-1-1 1-15,0 2-11 0,-1-1 8 0,1-1 9 16,2 1-18-16,-2-2 8 0,4-8 2 0,-5 18-2 0,2-6 2 16,-1-4-6-16,1 2 7 0,1-1-1 15,2-9-4-15,-6 14 7 0,3-9 2 0,3-5-8 16,-5 15 8-16,2-5-6 0,3-10-3 0,-3 15-3 16,-1-5 6-16,2-2-4 0,2-8-2 0,-3 12 8 15,0-4-4-15,3-8-1 0,-6 14-7 0,3-7 10 16,3-7-4-16,-5 15 3 0,4-9-5 0,1-6 7 15,-7 13 0-15,5-2-3 0,-2-3-2 0,1 1 0 16,3-9 2-16,-6 15-5 0,2-8 3 0,-1 2 2 16,5-9-2-16,-4 13 0 0,0-4 2 0,0-1 2 0,2 1-1 15,-2 0 2-15,4-9 7 0,-6 14-2 16,5-8-5-16,1-6-4 0,-6 13-2 0,6-13 2 16,-2 11-5-16,2-11 3 0,-3 11-1 0,3-11 3 15,-2 11-1-15,2-11-1 0,-4 12-3 0,4-12 3 16,-3 11 2-16,3-11 0 0,-2 12-1 0,2-12-3 0,-5 12-1 15,3-2 8-15,2-10 6 0,-3 17-10 16,0-6 9-16,2 0-9 0,-1 0 11 0,1 0-9 16,1-11 2-16,-2 20 3 0,0-12-4 0,2-8 3 15,-1 17-2-15,0-9-4 0,1-8-1 0,-4 15 5 16,4-15-4-16,-1 12 3 0,1-12-1 0,-2 10 0 16,2-10-2-16,-5 9-1 0,5-9 1 0,-2 10 1 15,2-10-6-15,-3 9-2 0,3-9 10 0,-1 13-6 0,1-13 7 16,-3 8-2-16,3-8-1 0,-2 11 4 15,2-11-6-15,-2 10 3 0,2-10-3 0,0 0 0 16,-3 14 0-16,3-14 4 0,-3 11-2 0,3-11-5 0,-4 8 2 16,4-8 3-16,-2 10-1 0,2-10 2 15,-4 9-2-15,4-9 1 0,-5 10-1 0,5-10 1 16,-3 12 4-16,3-12 3 0,-5 12 3 0,4-5-4 16,1-7-4-16,-4 12-1 0,4-12-3 0,-4 12 3 15,4-12 0-15,-3 9-2 0,3-9 1 0,-3 12-1 16,3-12 0-16,-4 9 1 0,4-9 1 0,-4 9-1 0,4-9-3 15,0 0 2-15,-5 12 0 0,5-12 2 16,-3 11 5-16,3-11 4 0,-1 10-3 0,1-10-3 16,-2 10-4-16,2-10 2 0,-4 10-2 0,4-10 4 0,-2 11-2 15,2-11-4-15,-2 11 4 0,2-11 0 0,0 0 7 16,-4 18-5-16,4-18-3 0,-5 13-3 16,5-13 10-16,-4 11-12 0,4-11 6 0,-2 13-4 0,2-13 0 15,0 0 2-15,-4 17-3 0,4-17 1 16,-7 7-3-16,7-7 3 0,-5 9 0 0,5-9 0 15,0 0 0-15,-4 15 6 0,-1-9-1 0,5-6 5 0,-3 8-2 16,3-8-2-16,-3 10 1 0,3-10-1 0,0 0-2 16,-5 12 3-16,5-12-1 0,-3 9-3 15,3-9-1-15,0 0-1 0,0 0 1 0,-4 7-3 16,4-7-1-16,0 0 5 0,0 0-2 0,-6 8 1 0,6-8-2 16,0 0 0-16,0 0 3 0,0 0 1 0,0 0 0 15,0 0 1-15,0 0-7 0,-4 9 2 0,4-9 3 16,0 0 0-16,0 0-1 0,0 0 6 15,-6 8-10-15,6-8 6 0,0 0 5 0,0 0-7 16,0 0 1-16,0 0 1 0,-7 8-2 0,7-8 5 16,0 0-5-16,0 0 3 0,0 0 0 0,0 0-3 0,0 0-4 15,-1 10 4-15,1-10 2 0,0 0-7 16,0 0 0-16,0 0 3 0,0 0 0 0,0 0 3 16,-4 9 2-16,4-9-4 0,0 0-5 0,0 0 7 15,0 0 2-15,0 0 5 0,0 0-8 0,0 0-3 0,0 0 0 16,0 0 3-16,0 0-1 0,0 0 3 0,-2 9-4 15,2-9 3-15,0 0-2 0,0 0-4 0,0 0 5 16,0 0 0-16,0 0-1 0,0 0-5 0,0 0 5 16,0 0-2-16,0 0 5 0,0 0-4 0,0 0 0 15,0 0-1-15,0 0 2 0,-2 11-3 16,2-11 2-16,0 0 1 0,0 0 3 0,0 0-2 0,0 0 1 16,0 0 3-16,0 0-6 0,0 0 7 0,0 0 0 15,0 0-4-15,0 0 5 0,0 0-2 0,0 0 3 16,0 0-4-16,0 0 3 0,0 0-2 0,0 0 0 15,0 0-1-15,0 0 0 0,0 0 1 0,0 0 2 16,0 0-1-16,0 0-4 0,0 0 0 0,0 0-1 16,0 0 4-16,0 0 0 0,0 0 0 0,0 0-1 15,0 0-7-15,0 0 6 0,0 0-8 0,0 0 4 16,0 0-2-16,0 0 0 0,0 0-1 16,0 0 4-16,0 0 1 0,0 0 1 0,0 0-2 15,0 0 4-15,0 0-4 0,0 0-6 0,0 0-8 0,0 0-14 16,0 0-31-16,0 0-29 0,0 0-37 0,0 0-9 15,0 0-24-15,0 0-130 0,0 0-311 0,0 0 138 16</inkml:trace>
  <inkml:trace contextRef="#ctx0" brushRef="#br0" timeOffset="110524.68">19350 15676 138 0,'0'0'164'0,"-4"-6"-13"0,4 6-14 0,0 0-16 16,0 0-16-16,0 0-9 0,0 0-23 0,0 0-27 15,0 0-26-15,0 0-23 0,0 0-15 0,0 0-20 16,0 0-17-16,0 0-18 0,14-2-71 0,-14 2-156 16,0 0 69-16</inkml:trace>
  <inkml:trace contextRef="#ctx0" brushRef="#br0" timeOffset="110682.23">19363 15681 22 0,'0'0'74'0,"0"0"-10"0,0 0-3 0,0 0-16 15,0 0-24-15,0 0-23 0,0 0-46 0,0 0-51 16,0 0 22-16</inkml:trace>
  <inkml:trace contextRef="#ctx0" brushRef="#br0" timeOffset="182460.93">7486 12421 42 0,'-9'0'123'0,"-2"2"2"0,2-2-1 0,-2 1-11 16,4 1-6-16,-5-2-7 0,2 0-8 0,2 1-8 16,-3 2-1-16,-1-2-10 0,1 1-8 15,-4 4 11-15,-3-2-1 0,-2 2 1 0,0 3-6 16,-7-2-6-16,-3 5-5 0,-5-2-1 0,-2 4-5 0,-15 3-6 15,-3 4-2-15,0-3-6 0,-2 5-6 0,0 1 6 16,-2 2-12-16,-1-4-5 0,-24 5 4 0,29-5-33 16,0 1 24-16,1-4 1 0,3 1-3 15,5 1 0-15,11-5-6 0,-2-3 1 0,2 2-3 0,-1 1 2 16,4-1-4-16,-3-1-1 0,5 0 1 0,-1-1-3 16,3 1-13-16,4-4 1 0,4-1 2 0,1 1-4 15,1-3-2-15,6-2-15 0,1 2-12 0,1-3-22 16,3-4-13-16,0 2-29 0,7-2-20 0,-8 1-20 15,8-1-90-15,-10 0-256 0,10 0 114 0</inkml:trace>
  <inkml:trace contextRef="#ctx0" brushRef="#br0" timeOffset="182910.71">6323 12563 157 0,'4'-5'216'0,"-4"5"-2"0,0 0-8 15,6-4-9-15,-6 4-8 0,4-5-14 0,-4 5-8 16,0 0-16-16,0 0-13 0,0 0-13 0,0 0-11 16,0 0-12-16,0 0-11 0,0 0-11 0,0 0-7 15,0 0-13-15,0 0-1 0,-20 20-11 0,15-13-2 16,-2 3-8-16,-2 1-1 0,2 3-6 0,-2-2-9 15,0 2-3-15,-3 1-15 0,2 1-10 0,-4-2 2 16,4 0-4-16,-1-1-1 0,1 2 1 0,0 0 2 16,4-1-1-16,-1-5 2 0,0 1-1 0,2-3 0 15,-1 1 1-15,1 1 1 0,0-4-2 0,1 5-7 16,2-1 1-16,-3-1-1 0,1 0-4 0,1-4 4 16,1 2 5-16,-1 2-7 0,3-8-4 0,-4 12 6 15,3-6-1-15,0 1 0 0,1-7-3 0,-2 13 6 0,2-6-1 16,0-7 1-16,3 12-1 0,-2-6 5 15,1 0-2-15,0 1-5 0,2-2 6 0,1 3-5 16,1-2 5-16,-1 0-4 0,3 2-3 0,-1-3-9 16,0 2-5-16,3-1-5 0,-1-1-2 0,2 0-5 15,3-1-6-15,1 2-21 0,2-2-19 0,1-2-17 16,2 0-16-16,0 0-36 0,0-2-117 0,-2 0-294 16,3-3 130-16</inkml:trace>
  <inkml:trace contextRef="#ctx0" brushRef="#br0" timeOffset="183927.66">10802 13718 153 0,'-1'-7'190'0,"1"7"-11"0,-4-16-3 16,3 10 16-16,-3-1-8 0,4 7-6 0,-4-9-11 16,4 9-12-16,-2-7-17 0,2 7-12 0,-3-6-10 15,3 6-18-15,0 0-10 0,0 0-11 0,0 0-6 16,0 0-8-16,0 0 2 0,0 0 3 0,0 0 7 15,4 25-3-15,-3-12-3 0,1 6-8 0,0 0-4 16,1 0-1-16,-2 7-8 0,0 1-6 0,3-2-2 16,-3-6-3-16,1 0-7 0,0-1-3 0,0-2-5 0,0 2 3 15,1 0-20-15,-3-5-19 0,4 1-17 0,-4 0-21 16,2 2-22-16,-1-5-22 0,1 1-31 16,-2 0-28-16,2-8-23 0,1 5-16 0,-1-4-18 15,-2-5-125-15,5 7-363 0,-5-7 161 0</inkml:trace>
  <inkml:trace contextRef="#ctx0" brushRef="#br0" timeOffset="184344.38">10938 13807 132 0,'0'0'165'0,"-1"-10"-10"0,1 10-11 16,0 0-6-16,0 0-9 0,0-8-10 0,0 8-9 15,0 0-14-15,0 0-13 0,0 0-2 16,0 0-6-16,0 0-2 0,0 0 2 0,0 0-3 15,2 30-7-15,1-18-5 0,1 0-6 0,-3-1-6 0,4 1-3 16,-4 1-7-16,0-2-5 0,2 0-2 0,1 0-2 16,0 0-4-16,0-2-2 0,1 2 0 0,-1-4 0 15,2 1-6-15,0-1-2 0,-1-3 2 16,-1 0-4-16,0 0 5 0,-4-4 11 0,13 5 0 16,-8-3 1-16,1 0 3 0,-6-2-4 0,11 1 1 0,-11-1 1 15,12-2-3-15,-12 2 0 0,9-6 3 0,-5 2-3 16,1 0 0-16,-5 4-2 0,8-9 1 15,-7 5-3-15,2-2 1 0,-3 6-5 0,1-18 0 0,-1 11-1 16,-1-2-5-16,-2-1 1 0,2-2-3 0,-4 2-2 16,0-1 1-16,1 2-2 0,-2-2-2 0,-1 3 0 15,-3-3 3-15,2 5-3 0,3-3-1 0,-3 2-4 16,1 1 5-16,0 0-4 0,4 1 4 0,3 5-4 16,-9-7-3-16,5 3 0 0,4 4-7 15,-10-4-11-15,10 4-8 0,0 0-14 0,-8-1-16 0,8 1-23 16,0 0-16-16,-11 6-28 0,6-1-30 0,5-5-13 15,-5 12-25-15,3-2-129 0,0-1-346 0,0-2 154 16</inkml:trace>
  <inkml:trace contextRef="#ctx0" brushRef="#br0" timeOffset="184843.95">11306 13749 197 0,'0'0'227'16,"0"0"-6"-16,-4-12-1 0,4 12-7 0,0 0-13 15,0 0-14-15,0 0-19 0,-5-3-16 0,5 3-11 16,0 0-18-16,0 0-14 0,0 0-10 0,0 0-9 15,-13 13-10-15,8-5-4 0,3 0-4 0,-1 2-8 16,0 2-4-16,1 3-6 0,-1 1-7 0,2-2-7 16,1 1-1-16,0-5-6 0,0 3-3 0,4-4 4 15,-4 2-30-15,4-1 0 0,-2 1 2 0,2-3 1 16,3 0-3-16,-4-2-1 0,5 2 3 0,0-4-2 16,-2 0 4-16,4-1-5 0,-2 0 10 0,0-2-3 15,2-3-9-15,1 2 3 0,-2-5-8 0,2 1 8 16,-1 0-8-16,-1-1 6 0,-2-3 1 15,2 4-2-15,-2-5-1 0,-1 1 3 0,-2 1 0 0,1-2 2 16,-1-1-2-16,-4 0-1 0,0-4 0 0,0 4 2 16,0-4-3-16,-5 4 3 0,0 0 0 0,0-2-1 15,-2 2 0-15,-2 1 0 0,2 2 1 0,-1-2-4 16,-1 3 1-16,-1-1 0 0,0 3-1 0,-2 1 1 16,1 0-3-16,4 3-5 0,-4-4-13 0,-1 4-13 15,12 0-15-15,-13 2-15 0,6 0-22 0,0 2-16 16,7-4-20-16,-13 12-38 0,7-7-26 0,2 1-25 15,2 3-122-15,-3-2-361 0,5-7 160 0</inkml:trace>
  <inkml:trace contextRef="#ctx0" brushRef="#br0" timeOffset="185427.68">11631 13972 140 0,'4'5'172'16,"-4"-5"-5"-16,0 0-10 0,0 0-10 0,0 0-1 16,0 0-6-16,6 2-3 0,-6-2-12 0,0 0-9 15,0 0-5-15,13-8-5 0,-13 8-16 0,10-8 3 16,-5 4-9-16,1-3-2 0,3-1-11 16,-1 0-1-16,-2 2-11 0,1-3-6 0,-1 1-2 0,-1 0-4 15,2-3-1-15,-5 3-7 0,1-2-3 0,-2 0-4 16,-1-1-4-16,-3 3-3 0,0-2-2 0,0 0-2 15,-1 0-3-15,1 1 1 0,1-4-5 16,0 4 1-16,-1-1-1 0,-2-2-7 0,2 2-3 16,1-1-4-16,0 2 1 0,4 0 1 0,-2-1-5 0,2 4 0 15,3-4-6-15,3 5 5 0,-3-2 7 0,4 0-4 16,-1 4-4-16,-2-1-3 0,7 0 3 0,-2 4 1 16,0 2 1-16,-2-2-1 0,1 4-3 15,0 0 4-15,0 4 2 0,-2 0-3 0,1 8-1 16,-4-4 6-16,4 2 2 0,-5-1-5 0,1-1 1 0,0 2 1 15,-2 2 0-15,-2-4 0 0,3 0-1 0,-2-1 7 16,0-1-6-16,-1 2 3 0,1-6-2 0,3 2 1 16,-1 0-3-16,0-2 4 0,1 0 1 15,2-3-1-15,2 1 1 0,0-1-4 0,0 0-11 0,2-3-16 16,0 0-26-16,0-2-17 0,3-1-18 0,-3 1-27 16,6-5-22-16,-2 1-20 0,3-1-15 0,-5-2-135 15,3 2-331-15,-5 1 147 0</inkml:trace>
  <inkml:trace contextRef="#ctx0" brushRef="#br0" timeOffset="185677.69">12311 13471 37 0,'0'-7'250'16,"0"7"-3"-16,2-8-6 0,-2 8-12 0,3-7-9 15,-3 7-19-15,0 0-16 0,2-9-16 16,-2 9-11-16,0 0 8 0,0 0 6 0,0 0 5 15,8 24-6-15,-3-6-10 0,0 1-17 0,-2 8-9 0,3-3-14 16,-2 3-9-16,-2-1-14 0,5 3-7 0,-5-4-14 16,5 1 7-16,-2-7-15 0,-1 0 3 15,3 7-26-15,-3-7-5 0,1-1-13 0,4-2-35 16,-5 0-36-16,1-4-38 0,-1-1-33 0,-1 1-42 16,-1-2-25-16,2-4-38 0,-2 2-30 0,1-3-12 0,-3-5-172 15,-3 11-467-15,3-11 207 0</inkml:trace>
  <inkml:trace contextRef="#ctx0" brushRef="#br0" timeOffset="185977.51">12432 13701 27 0,'5'-7'146'0,"-1"4"-1"0,-4 3 10 16,9-2 11-16,-9 2-5 0,0 0-11 15,16 5-11-15,-13-2-5 0,3 1-2 0,0-1-10 16,-1 1-14-16,7-1-11 0,-6 0-7 0,1 0-4 15,5-2-6-15,-3 1-5 0,3-1 4 0,2-2-1 16,-1-1 3-16,-1-2-2 0,-1-1-4 0,4-3 0 0,0 1-2 16,0-2-2-16,-5 1 0 0,-2-1 0 15,1 1 1-15,0-2-2 0,-2 1-4 0,-3 0 3 0,-1 0-4 16,-2-1-2-16,-1 1 1 0,-1-1-8 16,-2-1-6-16,-5 1-6 0,2 3-4 0,-5-2 0 15,2 2-6-15,-4 0-2 0,4 0-5 0,-2 2-4 0,-1 4-1 16,-1-1-12-16,2 4-11 0,-1-1-15 0,2 4-19 15,-2 2-26-15,-2 2-32 0,2 3-57 0,0 3-54 16,3-1-60-16,-4 6-202 0,5-3-503 0,2-3 223 16</inkml:trace>
  <inkml:trace contextRef="#ctx0" brushRef="#br0" timeOffset="186227.68">12976 13447 288 0,'-9'-11'369'0,"2"3"-7"15,-1 1 2-15,2 3-36 0,2 0-15 0,4 4-30 16,-9-5-31-16,9 5-21 0,0 0-11 0,-6 15-19 16,6-1-17-16,-2 7-19 0,2 6-12 0,0 2-17 15,2 2-18-15,0 1-9 0,0 3-14 0,0-4-5 16,0 2-26-16,3-2-43 0,-1-4-36 0,0 1-55 15,2 0-42-15,-2-4-42 0,-2 5-46 0,3-3-47 16,-1-9-52-16,0 1-243 0,-3-1-587 0,3-7 260 16</inkml:trace>
  <inkml:trace contextRef="#ctx0" brushRef="#br0" timeOffset="186527.65">13115 13722 8 0,'0'0'270'0,"0"0"-8"16,0 0-10-16,0 0-20 0,0 0-20 0,9 15-15 16,-7-9-14-16,2-2-18 0,-4-4-16 0,12 9-16 15,-5-6-14-15,-3 2-11 0,5-3-11 0,1 1-4 16,-2-1 3-16,1-2 0 0,-9 0-8 0,18-5-2 16,-9 2-12-16,3-2 1 0,-6 0-1 0,1 1-1 15,-1 0-3-15,-1-2 5 0,-3 1-3 0,-2 5 7 16,5-12-9-16,-8 4-5 0,3 8-5 0,-4-13-2 15,2 7-13-15,-5-3 0 0,1 3-8 0,1 1 2 16,-2-2-15-16,0 2-2 0,1 4-17 0,-1-2-31 16,7 3-24-16,-16-2-26 0,5 3-38 0,2 3-38 15,-2 0-40-15,2 2-43 0,0 1-47 0,-1-1-182 16,4 0-502-16,6-6 222 0</inkml:trace>
  <inkml:trace contextRef="#ctx0" brushRef="#br0" timeOffset="186761.66">13358 13492 60 0,'0'0'300'0,"2"-9"-7"0,-2 9-4 15,2-6-11-15,-2 6-9 0,0 0-18 0,0 0-2 16,0 0 17-16,0 0-10 0,0 0-9 0,7 23-18 16,-5-6-18-16,2 1-11 0,-1 1-20 0,6 6-8 15,-7 0-20-15,1 0-12 0,-1-5-12 0,2 4-17 16,-4 1-7-16,2-1-12 0,0-5-5 0,-2-2-11 15,1 1-9-15,3 0-22 0,-4-1-33 0,0 0-36 16,0-4-46-16,0-2-38 0,2-1-39 0,-4 0-38 16,2-10-41-16,0 14-41 0,0-14-18 0,0 0-19 15,4 9-221-15,-4-9-569 0,0 0 252 0</inkml:trace>
  <inkml:trace contextRef="#ctx0" brushRef="#br0" timeOffset="186944.81">13520 13631 120 0,'2'-17'176'0,"-2"1"11"0,0 6 22 0,-2 1 10 15,-1-1 3-15,-1 4 7 0,4 6 1 0,-4-9-7 16,4 9-6-16,0 0-6 0,-15 0-8 0,15 0 0 16,-13 15-12-16,2-1-2 0,4-1 4 0,-2 4-8 15,5 1-19-15,-8 6-20 0,8-6-14 0,0 1-15 16,1 2-2-16,3-4-20 0,0-2-7 0,3 2-6 16,1-2-21-16,2 0-32 0,0-5-78 0,2 1-60 15,-3-3-62-15,3-1-73 0,2-2-73 0,1-1-275 16,2 2-640-16,3-5 283 0</inkml:trace>
  <inkml:trace contextRef="#ctx0" brushRef="#br0" timeOffset="187294.19">13762 13847 130 0,'7'-3'265'0,"-7"3"1"0,11-1 10 16,-11 1 9-16,11-4 7 0,-11 4 1 0,11-5-2 15,-6 2-3-15,-5 3-14 0,12-5-13 0,-6 1-9 16,-2-1-8-16,1 1-5 0,1-2-13 0,-1 0-10 15,0 0-15-15,2-3-9 0,-3 0-18 0,-2 0-16 16,2-1-20-16,-2-1-8 0,1-2-15 0,-3 1-10 16,3-6-12-16,-1 1-8 0,-2-1-11 0,2 0-6 15,0 1-6-15,1-2-10 0,1 2-4 0,2 2-6 16,1 0-9-16,0-1 2 0,-2 5-8 0,1 3-4 16,1-1-4-16,-1 4-4 0,2 2-1 0,-1 1 1 15,-7 2-2-15,17 7-6 0,-8-1 2 0,-4 3-5 16,1 4 3-16,-2 2-3 0,-1 3 3 0,1 2 2 15,-4 4-5-15,0-3-2 0,3-3 4 0,-3 1-3 16,2 0-1-16,0-7 1 0,1 3 0 0,-1-4-3 16,4 1 2-16,-1-2-8 0,-1-1-22 0,4-2-28 15,1-2-24-15,2-2-34 0,0-4-44 0,2-1-47 16,6-5-39-16,-4 1-40 0,6-4-23 0,0-4-42 16,4-1-46-16,-7 3-252 0,-5 0-698 0,-5 2 308 15</inkml:trace>
  <inkml:trace contextRef="#ctx0" brushRef="#br0" timeOffset="187661.55">12103 14328 295 0,'-5'3'268'0,"5"-3"-23"0,0 0-10 0,0 0-9 15,32 6-9-15,1-6-6 0,5-3-6 0,24-5-13 16,37-6-7-16,3-3-16 0,3-8-11 0,6 2-17 15,10-5-16-15,-2-3-12 0,0-3-12 0,-3 1-10 16,-1-2-12-16,-2 0-28 0,-8 2-25 0,-6 2-37 16,-1 6-39-16,-10-3-28 0,-27 13-25 0,-3-2-25 15,-1 1-6-15,-1 5 8 0,-3 2 10 0,-12 3-5 16,-5-1-37-16,0 3-25 0,-9 2-10 0,-6 4-129 16,-2-1-350-16,-7 1 155 0</inkml:trace>
  <inkml:trace contextRef="#ctx0" brushRef="#br0" timeOffset="208144.1">11578 17019 179 0,'0'0'193'0,"-4"-8"0"15,4 8-1-15,-4-5-14 0,4 5-9 0,0 0-14 16,0 0-12-16,-2-6-14 0,2 6-22 0,0 0-7 16,0 0-14-16,0 0-12 0,0 0-7 0,0 0-8 15,0 0-3-15,0 0-8 0,0 0-3 16,9 27-5-16,-3-15-3 0,3 6 0 0,0 5-6 16,3 3-1-16,-2-2-7 0,0 2-1 0,1-2 1 15,-4 2-3-15,4-3-4 0,0-5 1 0,-5 0 3 16,4 0-8-16,-3-2 1 0,0-2-4 0,5 2-1 0,-2-2-4 15,-2-3 6-15,0-3-5 0,1 1 2 0,-2-3 2 16,1 3-2-16,-3-5-3 0,1 1 1 0,-1-3-4 16,0 3 6-16,-5-5-2 0,4 4 1 15,-4-4 14-15,0 0 7 0,0 0 1 0,13-9-7 16,-9-1 2-16,-1-3-1 0,2-7-5 0,-3 2 2 16,2-7 0-16,-3 1-6 0,3-4 5 0,-2 0-4 15,-2 0 0-15,0-2-2 0,-2 1 0 0,2 0 0 16,-4-2-1-16,2 1-3 0,-1 2 0 0,1 2-2 15,-3 1 4-15,5 7-5 0,0 0 0 0,0 2 0 16,0 6-3-16,0 10-6 0,0-14-20 0,0 14-28 16,-3-10-22-16,3 10-14 0,0 0-22 0,0 0-10 15,0 0-18-15,0 0-44 0,0 0-9 0,6 46-138 16,-6-27-355-16,2 0 158 0</inkml:trace>
  <inkml:trace contextRef="#ctx0" brushRef="#br0" timeOffset="208477.51">12006 17141 118 0,'-2'10'148'0,"-1"0"1"0,-1-1-4 0,1 4-12 16,0-3-6-16,2 3-15 0,-2-3-11 0,2 0-5 15,0 1-9-15,1-3 20 0,2 3-11 16,0-4-14-16,1 1 3 0,2-2-16 0,-1 0-3 15,0-2-9-15,3 1-2 0,-2-3-9 0,1 1 0 16,4-2 2-16,-10-1 3 0,13 1 8 0,-7-2 0 16,-6 1-2-16,14-8-4 0,-5 4-2 0,0-2-2 15,-2-1 3-15,-2-3-4 0,-1 1 0 0,-2-3-4 16,-1 3-4-16,-1-3 0 0,-1 0-6 0,-3 0 0 16,-2-4-6-16,-2 1-3 0,-1 1-2 0,0 5-1 15,-3-3-2-15,1 3-15 0,1 2 7 0,0 0-15 16,0 4-6-16,1-1-7 0,9 4-17 0,-19-2-17 15,19 2-17-15,-15 4-17 0,7 2-37 0,2 1-23 16,-1 3-34-16,3-1-176 0,-2 3-383 0,2-3 169 16</inkml:trace>
  <inkml:trace contextRef="#ctx0" brushRef="#br0" timeOffset="208727.53">12143 16954 61 0,'-5'-6'219'0,"5"6"-5"0,-8-9 0 16,8 9-7-16,0 0-13 0,-5-8-18 0,5 8-19 15,0 0-15-15,0 0-17 0,0 0-4 16,0 0-3-16,0 0 3 0,0 0-10 0,13 38-12 16,-7-21-9-16,2 2-12 0,0 7-5 0,-1 1-11 0,2-2-5 15,0-1-5-15,-2 3-6 0,-2-3-10 0,1 2-29 16,-1-8-25-16,4 5-31 0,-5-6-36 15,0 2-36-15,1-4-53 0,0 1-47 0,-1-5-131 0,-2 1-382 16,3-6 169-16</inkml:trace>
  <inkml:trace contextRef="#ctx0" brushRef="#br0" timeOffset="208960.84">12311 16930 121 0,'-4'-5'232'0,"4"5"-11"0,-8-12-15 0,8 12-20 0,-4-7-17 16,4 7 0-16,0 0 5 0,0 0 0 0,0 0-2 16,3 35-11-16,-2-17-15 0,5 11-9 0,-2 0-15 15,1-2-17-15,1 3-7 0,-1-2-8 0,1 2-11 16,4-2-7-16,-4-4-22 0,0 0 8 0,-1 1-8 16,-1-9-5-16,2 2-34 0,-2-6-30 0,0-1-31 15,0-1-42-15,-1-2-33 0,1 0-43 0,-4-8-34 16,5 10-35-16,-5-10-123 0,5 7-389 15,-5-7 173-15</inkml:trace>
  <inkml:trace contextRef="#ctx0" brushRef="#br0" timeOffset="209812.22">12266 17126 25 0,'-9'-7'163'0,"5"3"-5"0,4 4-17 16,-9-10-11-16,9 10-14 0,-8-9-13 15,8 9-14-15,0 0-4 0,0 0-6 0,14-17-13 16,-5 11-10-16,4 2 6 0,1-7-5 0,5 4 1 15,-4-1-10-15,2 1-1 0,-1 0 1 0,1 2-5 16,0-2-4-16,-5 2-11 0,-1 2 6 0,-11 3-9 16,18-3-1-16,-11 2-13 0,-7 1 10 0,13 0 13 15,-13 0 25-15,12 6 9 0,-12-6 6 0,6 16 7 16,-3-5-11-16,1-1 10 0,-2 7-3 0,0-3 0 16,0 4-4-16,0-6-11 0,1 5-3 0,2-2-8 15,-1 0-5-15,-3-1-5 0,3-4-4 0,2 2-3 16,-3-1-2-16,3-5-2 0,-2 4-5 0,4-3-3 15,-2-3-13-15,1 1 14 0,-7-5-13 0,14 4 5 16,-14-4-4-16,15-2-6 0,-15 2 1 0,18-8-4 16,-9 0 0-16,-4 0 0 0,1-1 1 0,-1 0 2 15,2-1 4-15,-7-2-1 0,0 0 5 0,0-4-4 16,0 4 1-16,-4 1-2 0,1 0-3 0,0-2 7 16,-1 3-10-16,-1 1 17 0,1 0-1 0,4 9 8 15,-4-12 5-15,4 12-6 0,-4-7-2 0,4 7-9 16,0 0-3-16,0 0 0 0,0 0-3 0,0 0-2 15,0 0 0-15,0 0 4 0,0 0-14 0,0 0 8 16,0 0 0-16,27 18 4 0,-19-13-5 0,3 1 6 16,1 0-4-16,3-3 4 0,-2-2-7 0,6 0 1 15,-1-3-6-15,-5 1 2 0,1-3-6 0,-1 0 7 16,-2 1-4-16,1-2 2 0,-3-1-1 0,-1 0 3 16,0 1 0-16,-4-2 0 0,-4 7 6 15,9-10 9-15,-9 10-8 0,2-11 12 0,-2 11-3 0,0 0 1 16,-2-12 5-16,2 12-2 0,0 0-17 15,-13-4 16-15,13 4-7 0,0 0 7 0,0 0-2 16,-23 14-7-16,19-3 0 0,-2 5 1 0,4 1-3 0,0 2 2 16,4 0-2-16,6 8 1 0,-4 0-2 15,5 1-5-15,0-1-1 0,4 1-1 0,0-1 5 16,-3 0-2-16,5-3 1 0,-2 1-1 0,1 0-1 16,0-1 0-16,0 0 3 0,-6-6-2 0,8 4-2 0,-7-7-7 15,-2 9-8-15,-3-6 3 0,0-7-4 16,-2 5-7-16,-2-4-2 0,-2 2-7 0,0-1-6 15,0 2 5-15,0-6-2 0,-3-1 6 0,5-8-4 16,-6 7-1-16,-1-1-4 0,7-6-4 0,0 0-3 16,0 0-7-16,-20-19-3 0,16 9 2 0,1-6-7 15,4-4 12-15,1-9 0 0,4 1 9 0,0-7-3 16,4 1 4-16,3-10 0 0,2 0 5 0,2 0 0 16,-2 1-5-16,-1 10 5 0,3-9 4 0,-2-2 2 15,-5 13 5-15,2-2 1 0,-3 5 5 0,-3 2 7 16,-1 0 15-16,-3 8 17 0,0 6 16 0,-2-1 1 15,0 2 17-15,0 11 0 0,-9-17 2 0,3 9-7 16,6 8 2-16,-13-9 3 0,5 7-7 0,8 2-6 16,-19 9 2-16,5 1-4 0,1 6 1 0,-4 6-6 15,0 4-4-15,3 1-4 0,1 2-1 0,7 0-2 16,-2 1-8-16,3 0-1 0,3-5-22 0,3 0-34 16,5-8-32-16,2 1-51 0,4-5-54 0,11 4-60 15,-5-6-210-15,9-5-480 0,4-5 212 0</inkml:trace>
  <inkml:trace contextRef="#ctx0" brushRef="#br0" timeOffset="210789.55">13697 16806 47 0,'-14'-3'228'0,"14"3"-8"0,0 0-9 0,-22 10-1 0,15 1-9 16,0 4-17-16,-1 9-10 0,1 0-17 0,2 7-17 16,3-5-10-16,0-7-18 0,6 6-8 0,-1-7-12 15,1 1-5-15,-1-1-12 0,5-3-20 0,3 1 8 16,1-1-8-16,1-3-3 0,3-2-4 16,1-3-8-16,-5-3-7 0,4-1-1 0,4-4-6 15,-3-1-1-15,-2-4-4 0,2 1-1 0,-1-3 0 16,3-2-6-16,-6-2 5 0,0 0-6 0,-1 0 1 15,-1-2 0-15,-3 1 2 0,2-1 3 0,-6-2-3 16,1 5 1-16,-1-5-3 0,-4 5 0 0,0-6-1 16,0 17-6-16,0-23 4 0,0 12-3 0,0 11 3 15,-2-19 2-15,1 12-11 0,1 7 8 0,-1-12-3 16,1 12 0-16,0 0-4 0,0 0-2 0,0-13 2 16,0 13-6-16,0 0 3 0,0 0-3 0,0 0 2 15,15 27 1-15,-12-19-4 0,3 3 6 0,1 4-4 16,-3-5 2-16,3 0 0 0,3 0 2 0,-2-2 0 15,1-1-1-15,1 0 2 0,-2-1-2 0,3-1-8 16,1-3 11-16,-1-1 3 0,-11-1-6 0,23-1 0 16,-13-5-2-16,-1 1 4 0,-9 5-2 0,20-11-4 15,-11 3 4-15,-4-3 0 0,2-3 0 0,2 1-2 16,-2-4-1-16,-3 2 5 0,-4-1-2 0,2 0 1 16,-2 3-1-16,0 13-1 0,-2-26-1 0,-1 9 3 15,2 7-1-15,-6-1 2 0,5 3 4 0,2 8 5 16,-3-14-1-16,3 14-1 0,-4-11-4 0,4 11-1 15,0 0 1-15,0 0-6 0,-2-8 0 0,2 8 0 16,0 0 3-16,0 0 2 0,0 0 1 0,0 0-3 16,11 44 6-16,-4-34-21 0,-3 1 17 15,7 3-1-15,-8-2-4 0,8 4 2 0,-5-5 0 0,6 2 2 16,-5-5 0-16,3 1-2 0,0-3 1 16,1-1 2-16,0 1-2 0,-11-6 3 0,20 5-1 0,-20-5 2 15,16-3-3-15,-16 3 1 0,18-4 4 16,-18 4-4-16,11-9 2 0,-11 9-2 0,10-11 2 15,-6 2 0-15,-4 9-2 0,-2-18-1 0,2 18 2 16,-2-18-4-16,2 18 1 0,-7-13-2 0,0 5 2 16,7 8-2-16,-16-16-1 0,7 7 1 0,0-2-2 15,2 4 5-15,-5-6-8 0,4 4 2 0,-1 2 1 16,1 0 0-16,8 7-6 0,-15-12 1 0,7 9 3 16,8 3-4-16,0 0 3 0,-13-8-1 0,13 8 0 15,-12-5 0-15,12 5 0 0,-11-4 3 0,11 4-3 16,-12 0 0-16,12 0 0 0,-13-2-4 0,13 2 5 15,-13 2-3-15,13-2-1 0,-14 3 3 0,14-3-3 16,0 0-3-16,-11 1 1 0,11-1-3 0,0 0-4 16,0 0-4-16,-10 2-4 0,10-2-10 0,0 0-7 15,0 0-15-15,0 0-11 0,0 0-13 0,0 0-24 16,0 0-13-16,0 0-27 0,0 0 6 16,0 0-19-16,-8 14-28 0,8-14-148 0,0 0-362 0,0 0 161 15</inkml:trace>
  <inkml:trace contextRef="#ctx0" brushRef="#br0" timeOffset="211211.55">14330 16693 79 0,'0'0'188'0,"0"0"-8"0,0 0 3 15,21 9-14-15,-21-9-5 0,12 17-5 0,-4-6-15 16,-2 0-14-16,1 2-9 0,0-4-14 0,4 7-8 16,-6-5-12-16,1-3-11 0,-1 2-5 0,1 1-5 15,-6-11-6-15,8 15-7 0,-8-15-4 0,4 9 5 16,-4-9 11-16,0 0 4 0,5 9 11 0,-5-9-7 16,0 0-2-16,0 0-5 0,0 0-4 15,0 0-11-15,0 0-3 0,0 0-6 0,0 0-7 16,-2-39-5-16,2 39-3 0,0-23-6 0,0 7-2 15,0 0-8-15,0 16-4 0,0-29-3 0,3 17-2 16,-2 1-3-16,-1 11 2 0,6-20-2 0,-1 13 2 16,-3 1-2-16,-2 6-2 0,5-9-3 0,-5 9 1 15,9-3-4-15,-9 3 3 0,0 0 4 0,17 8 0 16,-8-1 1-16,-4 1 2 0,2 1-10 0,-1 0 12 16,4 8-2-16,-3-3 0 0,-4-3 2 0,2 0-5 15,2 0-16-15,0 0-21 0,-2 2-29 0,-3-2-47 16,4 1-49-16,-1-3-63 0,-5-9-166 0,4 17-425 15,-4-17 188-15</inkml:trace>
  <inkml:trace contextRef="#ctx0" brushRef="#br0" timeOffset="211428.72">14625 16466 179 0,'-11'-12'249'0,"9"7"-21"0,2 5-26 15,0 0-19-15,0 0-17 0,0 0 20 0,0 0 6 16,0 0-10-16,6 32-15 0,-1-14-13 0,1 5-14 16,3 6-14-16,-2-4-11 0,2 0-11 0,0 3-11 15,0 0-17-15,-2-1 0 0,1 0-15 0,-1-2 2 0,-2 2-8 16,-1-2-14-16,3 0-33 0,-4-7-37 16,-1 0-35-16,-2-6-29 0,2 0-48 0,0 0-64 15,0 0-214-15,-2-12-455 0,0 0 202 0</inkml:trace>
  <inkml:trace contextRef="#ctx0" brushRef="#br0" timeOffset="211847.48">14701 16735 149 0,'2'-14'177'16,"-2"14"0"-16,7-10-8 0,-7 10 0 0,7-6-15 16,-7 6-6-16,9-6 4 0,-9 6 2 0,14 1 0 15,-14-1-7-15,15 2-16 0,-6 2-6 16,0-1-6-16,0 3-6 0,0-2-13 0,0 2-11 15,0-1-4-15,-4 0-7 0,1 1-10 0,-2 1-5 0,-4-7-11 16,10 9 0-16,-10-9-5 0,7 4-5 0,-7-4-5 16,0 0 2-16,6 10-5 0,-6-10-1 0,0 0 0 15,0 0-6-15,0 0-3 0,0 0-3 0,0 0-4 16,0 0-1-16,7-20-3 0,-6 10-7 16,-1 10-10-16,0-20-1 0,0 7-10 0,0-2-5 15,0 2-4-15,0-3-3 0,1 0-1 0,-1 5 6 16,1-1-1-16,-1-1 1 0,2 4 7 0,-2 9 1 15,2-14 3-15,-2 14-10 0,2-12 6 0,-2 12 3 16,0 0 0-16,0 0 7 0,0 0 4 0,9-2 2 16,-9 2 0-16,0 0 4 0,0 0-5 0,13 15 1 15,-13-15-1-15,11 9 5 0,-8-5-5 0,-3-4 3 16,9 8 0-16,-3-4 0 0,-6-4-1 0,11 5 3 16,-11-5 0-16,8 2-1 0,-8-2-1 15,0 0-6-15,11 0 9 0,-11 0-1 0,0 0 1 0,0 0-8 16,0 0-14-16,0 0-23 0,0 0-21 0,0 0-22 15,9-16-25-15,-9 16-21 0,0 0-45 0,0 0-30 16,0 0-158-16,-14-22-391 0,14 22 174 0</inkml:trace>
  <inkml:trace contextRef="#ctx0" brushRef="#br0" timeOffset="212061.44">14949 16328 105 0,'1'-9'262'16,"-1"9"-12"-16,0 0-11 0,0 0-9 0,3-13-18 15,-3 13-14-15,0 0-11 0,0 0-6 0,0 0-1 16,0 0-7-16,0 0-11 0,15 29-13 0,-11-14-10 16,1 2-28-16,2 2 1 0,0 4-9 0,2 2-10 15,-1-1-12-15,-3-5-21 0,3 0 12 0,0 0-4 16,1 4-19-16,-2-5-8 0,-1-1-29 16,-1 0-30-16,1-1-29 0,-4-4-29 0,1-2-37 15,2 2-42-15,1-4-50 0,-6-8-57 0,3 18-171 16,-3-18-467-16,0 0 207 0</inkml:trace>
  <inkml:trace contextRef="#ctx0" brushRef="#br0" timeOffset="212477.51">15118 16373 173 0,'0'0'235'0,"-5"-8"-1"0,5 8-9 0,0 0-17 15,0 0-16-15,0 0-2 0,0 0-12 0,0 0-3 16,0 0-17-16,0 0-18 0,0 0-8 0,4 56-16 15,-2-37-10-15,3 6-12 0,1-1-5 0,-4-5-15 16,0 2-23-16,6 3-20 0,-5-7-21 0,-2 2-20 16,6-2-18-16,-1-3-20 0,2-3-13 0,-2-1-13 15,0 0-8-15,1-3-2 0,0 0 1 0,-7-7-5 16,13 8 19-16,-13-8 10 0,13 0 6 0,-13 0 4 16,0 0 12-16,22-7 9 0,-15 2 9 0,0-4-3 15,1 2 19-15,-1-3-1 0,-2 0 6 16,0-3 7-16,-1 2 5 0,0-6 5 0,1 1-4 15,-2-1 11-15,2-2 6 0,-5 2 10 0,2 0 7 16,-4 0 6-16,2 6 4 0,0-5 5 0,0 16 1 0,-3-23-1 16,1 14 15-16,2 9 13 0,-8-13 9 15,8 13-3-15,0 0-7 0,-4-14-6 0,4 14-4 0,0 0-11 16,0 0-7-16,0 0-6 0,0 0-8 16,0 0-1-16,-19 24-9 0,15-10-3 0,4-14-14 15,-2 21-14-15,0-10-31 0,2-11-3 0,2 21-19 16,-2-21-25-16,6 16-25 0,0-7-22 0,-6-9-24 15,15 9-12-15,-5-7-31 0,-10-2-27 0,29-3-18 16,-11-1-130-16,2-6-388 0,5 0 172 0</inkml:trace>
  <inkml:trace contextRef="#ctx0" brushRef="#br0" timeOffset="212827.58">15505 16416 619 0,'16'-14'-9'0,"-7"5"48"0,3-4 21 0,-6 4 19 16,0 0 17-16,-6 9 19 0,6-15 17 0,-6 15 16 16,0-12 6-16,0 12-8 0,0 0-14 0,-12-10 8 15,12 10 2-15,0 0-11 0,-18-2 0 16,18 2-13-16,0 0-4 0,-26 14-8 0,20-6-2 0,-3 5-11 15,1 2-8-15,-2-2-4 0,5 4-11 0,0 2-9 16,2-3-2-16,-1 3-7 0,4-3-4 16,0 1-8-16,3-5-1 0,-2-1-1 0,3 0-7 0,2-1-16 15,-1-1 9-15,5-3-3 0,-2-1-11 16,2-2-5-16,-10-3 0 0,22-3-12 0,-10 0 2 16,0-4-5-16,-3 0-9 0,0-3 16 0,1-2-1 15,-3-1 1-15,-2-3 2 0,-1-1 6 0,-1-8 0 16,-3 7 11-16,-3-3 2 0,-1-4 1 0,-2 1 1 15,-1-2 0-15,-2 2-2 0,2-2-4 0,-3-3 3 16,-2 4-6-16,6 0 3 0,-3 1 2 0,3 7 8 16,1 0-2-16,0 7 4 0,5 10 3 0,-5-20-6 15,5 20-7-15,-5-11-1 0,5 11 2 0,0 0-5 16,0 0 8-16,0 0 3 0,0 0 4 0,13 48-1 16,-7-22-2-16,1-1-16 0,-2 5 6 0,1 0-13 15,-2 1-13-15,6 2-19 0,-6-1-24 0,1 0-39 16,-1 0-47-16,0 0-38 0,5-4-65 0,0 3-287 15,-6-4-576-15,4 2 255 0</inkml:trace>
  <inkml:trace contextRef="#ctx0" brushRef="#br0" timeOffset="213612.35">14245 17602 105 0,'-7'-8'227'0,"1"1"4"15,3 3-5-15,3 4-16 0,-4-8-19 0,4 8-21 16,0 0-21-16,-3-6-15 0,3 6-6 0,0 0 4 16,0 0-10-16,0 0 2 0,7 38-10 0,0-14-7 15,2 3-11-15,-2 5-14 0,1-2-3 0,-1 1-13 16,0-2-3-16,2 0-6 0,0-3-10 0,-1 0-14 16,0-1 9-16,-3-2-6 0,3-4-7 0,-3-3-26 15,-1 1-28-15,1-6-38 0,-2 0-37 0,-1-1-20 16,-2-10-30-16,4 14-19 0,-2-9-14 0,-2-5-15 15,0 0-135-15,0 0-360 0,0 0 159 0</inkml:trace>
  <inkml:trace contextRef="#ctx0" brushRef="#br0" timeOffset="214594.07">14263 17691 118 0,'-4'-26'124'16,"-1"0"5"-16,3 9-7 0,0-2-16 0,2 11 3 15,0 8-7-15,0-24-11 0,0 24-14 0,0-12-8 16,0 12-5-16,0 0-16 0,4-14-5 0,-4 14 8 15,0 0 10-15,0 0-3 0,0 0-3 0,0 0-11 16,0 0-1-16,17 28-4 0,-17-28-2 16,6 21-12-16,-6-9-4 0,0 4-5 0,0-16-4 0,4 26-1 15,-4-16-3-15,2 2-11 0,-2-12 1 0,2 17-4 16,-2-17 3-16,1 11 3 0,-1-11-2 0,0 0-1 16,1 13-1-16,-1-13-4 0,0 0 0 0,3 11 5 15,-3-11 0-15,0 0 3 0,11 5-1 0,-11-5 2 16,0 0 6-16,25 0 2 0,-25 0-3 0,24-5 1 15,-9-1 8-15,2-1-2 0,1-3-1 0,0 0 0 16,-2 1 0-16,4-1-5 0,-4-2 3 0,1 3-1 16,-1-2-13-16,-3-1 13 0,2 1 8 0,-3-1-14 15,-2 3 2-15,-1-1-3 0,-1 5 1 0,-3-5 0 16,-5 10 5-16,10-17-4 0,-10 17-2 16,4-12 2-16,-4 12 1 0,0 0-6 0,0 0 11 15,-10-17 3-15,10 17 19 0,0 0 4 0,-13-8-9 16,13 8 1-16,0 0-1 0,-20 1-10 0,20-1 3 0,0 0 1 15,-20 15 11-15,14-5-6 0,2 1 2 16,2 4-3-16,-2 1-3 0,2 1-2 0,4 2 0 16,0-5-6-16,3 2 1 0,2 0-5 0,2-5 3 15,4 1 0-15,0 1 2 0,3-5-6 0,0 0 1 16,1-1 4-16,4-5-1 0,-4-2-1 0,2-2 5 16,2-3-4-16,-4-3-2 0,8-5-5 0,-7 1 5 15,5-3 0-15,-1-3-4 0,-8 3-2 0,0-1 2 16,-1 1 1-16,-4 2-6 0,-3-4 4 0,-1 2-1 15,-1-2-3-15,-3 5 5 0,1 1 4 0,-4-2-4 16,1 1-3-16,-3 0 0 0,1 1 0 0,0 2 11 16,3 9 6-16,-3-13 5 0,3 13-5 15,-5-8-3-15,5 8 0 0,0 0-5 0,0 0 4 16,0 0-1-16,0 0-1 0,0 0 1 0,0 0 0 0,4 43 1 16,0-24-5-16,-1-3-1 0,7 7-2 0,-3-3 0 15,1-1-2-15,2 4 3 0,-1-8-3 0,-3-3 0 16,5 1 3-16,-5-3-7 0,2-2 3 15,-2 1 0-15,-1-3-3 0,-5-6 2 0,11 9 0 16,-11-9-5-16,10 4 1 0,-10-4-2 0,0 0-5 16,0 0-2-16,21-14 3 0,-13 5-5 0,-2-3 1 15,0 1 2-15,1-5 2 0,-2 1-4 0,2-3-2 16,-2 1 3-16,-3 0 0 0,4-2-2 0,-4 0 2 16,1 2 2-16,-3 1-1 0,1-2-2 0,-2 3 4 15,2 4 2-15,0 0 2 0,-1 11 4 0,0-13 5 16,0 13 4-16,2-12-3 0,-2 12-4 15,0 0 2-15,0-11-4 0,0 11 0 0,0 0-2 0,0 0 4 16,0 0 6-16,0 0-11 0,0 0 6 0,0 0 3 16,7 33-2-16,-4-23 2 0,-3-10-2 0,6 21-7 15,0-11 5-15,-2 1-5 0,-4-11 2 0,13 17 2 16,-9-9-2-16,-4-8 0 0,11 9 2 0,-11-9-1 16,13 7 3-16,-13-7 2 0,14 2-2 0,-14-2-11 15,19-4 9-15,-19 4-1 0,17-7 0 0,-8 0 3 16,0-1-3-16,0-2-1 0,-3 1 4 0,1-1-3 15,-2 0 1-15,-5 10 2 0,9-20-13 16,-7 10 12-16,-2 10 1 0,4-19 0 0,-4 19 0 16,-2-19 3-16,2 19-2 0,2-11 2 0,-2 11-1 15,0 0 2-15,0 0-2 0,-2-15-4 0,2 15-1 16,0 0-3-16,0 0 0 0,0 0 9 0,0 0-4 16,0 0 3-16,0 0 0 0,0 0-1 0,7 38 1 15,-5-22-5-15,-2-16 0 0,2 22-10 0,1-7-7 16,2-3-16-16,-2-1-39 0,0-2-25 0,-3-9-24 15,8 21-49-15,-6-14-55 0,-2-7-162 0,8 17-414 16,-8-17 184-16</inkml:trace>
  <inkml:trace contextRef="#ctx0" brushRef="#br0" timeOffset="-214535.83">15358 17151 133 0,'1'-16'266'0,"-1"16"-9"0,0 0-17 16,0 0-24-16,0 0-23 0,0 0-19 0,0 0-3 16,0 0-7-16,0 0 1 0,0 0 0 0,7 32-15 15,1-14-15-15,-3 6-9 0,5 4-12 16,-2-3-15-16,1-1-11 0,1 3-7 0,-1-2-8 16,-3-2-9-16,6 3-2 0,-5-7-11 0,1-1-8 15,2 5-18-15,-3-7-42 0,1 1-21 0,-4-5-39 16,0-1-41-16,0-2-30 0,0 1-40 0,-4-10-43 15,5 12-176-15,-5-12-440 0,0 0 195 0</inkml:trace>
  <inkml:trace contextRef="#ctx0" brushRef="#br0" timeOffset="-214169.05">15351 17369 55 0,'0'0'152'15,"-4"-9"-20"-15,4 9-13 0,0 0-11 0,0 0-13 16,7-21-8-16,-7 21-8 0,11-8-11 0,-11 8-6 15,16-7-6-15,-6 2-1 0,-10 5-6 0,18-2-8 16,-18 2 3-16,21-2 1 0,-21 2-7 16,14-2 0-16,-14 2 30 0,14 2 7 0,-14-2 5 15,9 2 8-15,-9-2 1 0,10 5-2 0,-10-5-3 16,5 7-1-16,-5-7-2 0,5 9-6 0,-5-9-7 16,5 10-6-16,-5-10-6 0,7 13-6 0,-3-8-1 15,-4-5-9-15,7 11-1 0,-2-5-4 0,-5-6-4 16,8 8-2-16,-1-4-10 0,-7-4 5 0,11 3 1 15,-11-3-5-15,10 1 2 0,-10-1-4 0,0 0-1 16,21-5 2-16,-16 1 5 0,-5 4 2 0,7-6 3 16,-7 6-1-16,6-7-5 0,-6 7 6 0,0 0 1 15,2-14 4-15,-2 14 1 0,0 0-3 0,2-10 2 16,-2 10-6-16,0 0-5 0,0 0-4 0,0 0 2 16,2-9-8-16,-2 9 3 0,0 0-4 0,0 0-1 15,0 0-7-15,17 22-11 0,-12-12-30 0,0 0-35 16,0-1-42-16,3-1-39 0,-4 4-59 0,4-3-227 15,-4 0-475-15,-4-9 209 0</inkml:trace>
  <inkml:trace contextRef="#ctx0" brushRef="#br0" timeOffset="-213970.29">15772 17275 115 0,'0'0'178'16,"6"-21"-9"-16,-5 12-14 0,-1 9-7 0,10-17-10 15,-5 11-11-15,-5 6-7 0,13-11-6 0,-13 11-9 16,16-5-15-16,-16 5-1 0,15 0-6 0,-15 0-8 16,17 5-4-16,-17-5-4 0,16 11-29 0,-9-5-14 15,-2 3-13-15,3-2-27 0,-8-7-19 0,12 14-35 16,-6-9-31-16,-6-5-40 0,12 8-118 0,-12-8-282 16,0 0 125-16</inkml:trace>
  <inkml:trace contextRef="#ctx0" brushRef="#br0" timeOffset="-213653.23">16004 17115 66 0,'-9'-16'193'16,"4"11"11"-16,5 5-4 0,-8-10-14 0,8 10-10 15,-10-7-10-15,10 7-14 0,0 0-12 16,0 0-3-16,0 0-12 0,-21 14-9 0,17-2-8 16,2 3-5-16,-1 2-21 0,3 0 0 0,0 2-6 15,4-3-12-15,-1 0-8 0,3-2-5 0,1-3-2 16,1-1-8-16,3 3 0 0,-2-3-4 0,2-5-5 15,-1 0-3-15,2-1 1 0,1 0-2 0,-13-4-8 16,19-3 8-16,-19 3 2 0,23-10-4 0,-14 5 1 16,1-4 5-16,-4 2 3 0,1-3 2 0,-3-2-3 15,-4 12 6-15,5-19 5 0,-4 10 15 0,-1 9-3 16,-3-19-1-16,3 19 4 0,-5-14 6 16,5 14 6-16,-5-11-3 0,5 11-4 0,0 0-9 15,0 0-5-15,-13-4-6 0,13 4-5 0,0 0-5 0,-12 20-4 16,12-20-15-16,-5 23-20 0,6-10-35 15,-2-1-43-15,1 4-44 0,0-16-65 0,3 32-73 0,-1-19-270 16,-2-13-577-16,11 19 257 0</inkml:trace>
  <inkml:trace contextRef="#ctx0" brushRef="#br0" timeOffset="-213512.03">16360 17199 246 0,'0'0'259'0,"0"0"-26"0,0 0-24 0,0 0-11 15,-18 24-25-15,18-24-15 0,-7 10-16 0,7-10-45 16,0 0-53-16,-7 11-73 0,7-11-99 0,0 0-139 16,0 0-290-16,0 0 128 0</inkml:trace>
  <inkml:trace contextRef="#ctx0" brushRef="#br0" timeOffset="-189215.24">9569 15613 1 0,'0'0'7'0,"0"0"-4"0,0 0-6 16,0 0-1-16,0 0 1 0</inkml:trace>
  <inkml:trace contextRef="#ctx0" brushRef="#br0" timeOffset="-185884.42">25569 8704 2 0,'0'0'3'0,"0"0"-1"0,0 0 4 15,0 0-2-15,0 0 1 0,-10 2 9 0,10-2 0 0,0 0 2 16,0 0-4-16,0 0 4 0,0 0-6 0,0 0 1 16,0 0 0-16,0 0-2 0,0 0 1 15,0 0-2-15,0 0-1 0,0 0 3 0,0 0-3 16,0 0 7-16,0 0-6 0,0 0 4 0,0 0-6 15,0 0-3-15,0 0 7 0,0 0-8 0,0 0-2 16,0 0-7-16,-5 3 3 0,5-3-12 0,0 0-19 0,0 0-37 16,0 0 17-16</inkml:trace>
  <inkml:trace contextRef="#ctx0" brushRef="#br0" timeOffset="-184863.46">25581 8755 19 0,'0'0'29'0,"0"0"3"0,0 0-16 15,0 0-14-15,0 0-19 0,0 0-17 0,0 0 7 16</inkml:trace>
  <inkml:trace contextRef="#ctx0" brushRef="#br0" timeOffset="-184697.57">25581 8755 46 0,'0'0'48'0,"0"0"-7"16,0 0-2-16,0 0-8 0,0 0-12 0,0 0-21 15,0 0-35-15,0 0-41 0,0 0 18 0</inkml:trace>
  <inkml:trace contextRef="#ctx0" brushRef="#br0" timeOffset="-184345.63">25567 8763 12 0,'0'0'46'0,"0"0"-3"0,0 0-9 0,0 0-11 16,0 0-10-16,0 0-16 0,0 0-25 0,0 0-31 16,0 0 14-16</inkml:trace>
  <inkml:trace contextRef="#ctx0" brushRef="#br0" timeOffset="-183320.34">25630 8782 53 0,'0'0'48'0,"0"0"-5"0,0 0-5 0,0 0-7 16,0 0-6-16,0 0-1 0,0 0-6 0,0 0-15 0,0 0-13 15,0 0-36-15,0 0-50 0,0 0 23 0</inkml:trace>
  <inkml:trace contextRef="#ctx0" brushRef="#br0" timeOffset="-183115.46">25610 8803 22 0,'0'0'79'0,"0"0"-12"0,0 0-5 16,0 0-17-16,0 0-5 0,0 0-13 0,0 0-22 15,0 0-11-15,0 0-52 0,0 0-61 0,0 0 28 16</inkml:trace>
  <inkml:trace contextRef="#ctx0" brushRef="#br0" timeOffset="-180533.79">23554 7333 28 0,'-1'-10'35'0,"1"10"-8"0,-2-8-4 0,2 8-2 15,0 0-2-15,-2-9 0 0,2 9-5 16,0 0-1-16,0-13 6 0,0 13-3 0,0 0 4 16,-3-7-4-16,3 7-4 0,0 0-6 0,-2-9 10 15,2 9 1-15,0 0 1 0,-1-10-6 0,1 10-3 16,0 0 2-16,0-12 1 0,0 12 4 0,0-8-4 0,0 8-12 15,0 0 6-15,-2-10 6 0,2 10-2 0,0 0 4 16,-1-9 3-16,1 9-9 0,0 0 6 16,0 0-9-16,0 0 2 0,-2-7 1 0,2 7-8 15,0 0 2-15,0 0 4 0,0 0 1 0,-3-8-6 0,3 8 3 16,0 0 4-16,0 0-5 0,0 0-2 0,0 0 1 16,0 0-2-16,0 0 0 0,0 0 5 15,0 0-7-15,0 0 3 0,0 0-3 0,0 0-2 16,0 0 9-16,0 0-6 0,0 0 2 0,-1-8 3 15,1 8-4-15,0 0-2 0,0 0-1 0,0 0 3 0,0 0-2 16,0 0 5-16,0 0-11 0,-3-10 2 16,3 10 1-16,-2-6 1 0,2 6 1 0,0 0 0 0,-3-9 3 15,3 9-7-15,-1-9 7 0,1 9-1 16,0 0-3-16,-2-10 4 0,2 10-4 0,0 0 3 0,-1-7-4 16,1 7 2-16,0 0-9 0,0 0 3 0,-1-8-7 15,1 8 3-15,0 0-1 0,0 0-1 16,0 0 1-16,0 0-8 0,0 0-1 0,0 0-4 15,0 0-28-15,-4-6-61 0,4 6 27 0</inkml:trace>
  <inkml:trace contextRef="#ctx0" brushRef="#br0" timeOffset="-176544.06">25684 8877 73 0,'0'0'210'0,"0"0"-15"0,0 0-20 16,0-10-20-16,0 10-20 0,0 0-18 0,-2-9-16 15,2 9-21-15,0 0-14 0,-4-7-26 0,4 7-28 16,0 0-34-16,0 0-46 0,-3-8-56 0,3 8-68 15,-7-6-206-15,7 6 92 0</inkml:trace>
  <inkml:trace contextRef="#ctx0" brushRef="#br0" timeOffset="-175983.57">21278 8806 14 0,'0'0'82'16,"0"0"-7"-16,0 0 0 0,0 0-19 0,0 0-9 16,0 0-5-16,0 0-3 0,0 0-12 0,0 0-16 15,0 0-12-15,0 0-22 0,0 0-51 0,0 0-81 16,0 0 36-16</inkml:trace>
  <inkml:trace contextRef="#ctx0" brushRef="#br0" timeOffset="-175531.51">25491 8914 74 0,'0'0'114'0,"0"0"-17"0,0 0-10 0,0 0-18 0,0 0-26 15,-16-5-25-15,16 5-38 0,0 0-61 0,-15-5-87 16,7 2 39-16</inkml:trace>
  <inkml:trace contextRef="#ctx0" brushRef="#br0" timeOffset="-169267.61">9517 15543 25 0,'0'0'62'0,"0"0"-11"0,0 0-5 0,0 0 4 16,0 0-10-16,0 0 12 0,0 0-7 0,0 0 6 16,0 0-3-16,0 0 0 0,0 0-6 0,0 0-4 15,0 0-1-15,0 0 3 0,0 0-11 0,0 0 2 16,0 0-6-16,0 0-5 0,0 0 3 16,0 0-5-16,0 0-4 0,0 0 1 0,0 0-8 15,0 0-1-15,0 0-6 0,0 0-5 0,0 0 5 16,0 0-4-16,0 0-2 0,0 0-3 0,0 0-5 0,0 0 3 15,0 0-7-15,0 0 6 0,0 0-29 0,0 0-9 16,0 0-11-16,0 0-45 0,0 0-114 0,0 0 51 16</inkml:trace>
  <inkml:trace contextRef="#ctx0" brushRef="#br0" timeOffset="-154035.03">8958 16294 86 0,'0'0'96'16,"0"0"-12"-16,9 14-8 0,-2-13-13 0,4 1-14 15,-1 0-14-15,2 1-7 0,2 0-7 0,-1-2-4 16,1 0-3-16,-1-1-1 0,2-1-4 16,-2 0-1-16,1-2-11 0,-3 0-5 0,1 1-8 0,0 0-23 15,-1 2-9-15,-4 0-34 0,6 0-87 0,-6 0 39 16</inkml:trace>
  <inkml:trace contextRef="#ctx0" brushRef="#br0" timeOffset="-98054.37">9629 4834 10 0,'0'0'4'0,"0"0"13"0,0 0 8 16,-7-4 3-16,7 4 1 0,0 0-7 0,0 0 2 15,0 0-9-15,0 0 11 0,0 0-15 0,0 0-1 16,-4-5 12-16,4 5-10 0,0 0-6 0,0 0 1 16,0 0 6-16,0 0-2 0,0 0-5 0,0 0 1 15,0 0-2-15,0 0 1 0,0 0-2 0,0 0-3 16,0 0-2-16,0 0-2 0,0 0 0 0,0 0-4 16,0 0 1-16,0 0-1 0,0 0-5 0,0 0 1 15,0 0 1-15,0 0-7 0,0 0-1 0,0 0-2 16,0 0 2-16,0 0-14 0,0 0-33 0,0 0 14 0</inkml:trace>
  <inkml:trace contextRef="#ctx0" brushRef="#br0" timeOffset="-85791.92">19417 4857 114 0,'0'0'132'16,"0"0"-16"-16,0 0-5 0,0 0-12 0,0 0-10 15,0 0-12-15,0 0-19 0,0 0-13 0,0 0-19 16,0 0-19-16,0 0-28 0,0 0-19 0,0 0-35 0,0 0-48 15,0 0-134-15,0 0 59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31:24.3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11039 4453 46 0,'-8'-1'75'0,"8"1"-2"0,0 0-4 16,-6-5-14-16,6 5-2 0,-8-2-2 0,8 2-11 15,0 0 0-15,-10-3 2 0,10 3-16 0,-5-4 8 16,5 4-12-16,0 0 5 0,0 0-1 0,-8-5 3 16,8 5-3-16,0 0-4 0,0 0 1 0,0 0-4 15,0 0-8-15,0 0-2 0,0 0-4 0,0 0 2 16,0 0 0-16,0 0 11 0,0 0-9 0,0 0 3 16,21-6-7-16,-10 4 1 0,2 2-9 15,10 0 3-15,4 0 1 0,5 0-2 0,6 0 3 0,14-1-5 16,1 2 9-16,-2-1-15 0,3 3-2 0,-1 0-1 15,-2-6 5-15,1 4-4 0,0 1-5 0,-12-2 1 16,16 3 10-16,-4-3-7 0,-3 0-2 0,3 2 2 16,-3-1-1-16,-10 2 6 0,11-2-1 0,-10 1-12 15,10 1-3-15,-11-2 4 0,1 2 6 0,-2 0 1 16,3-1-2-16,-3-1-6 0,12 2 6 0,-10-2-7 16,-2-1 1-16,1 1 2 0,12-1 2 0,1 2-1 15,-14-2-4-15,2-2 7 0,0 4 2 16,11-2-2-16,-14-2 1 0,1 2 0 0,-1 0-2 0,1 0 1 15,-2-1 5-15,-2 1 4 0,1 0 2 0,-1-1-6 16,-1 2-3-16,0-1 2 0,-5 1 4 0,3 1-5 16,-4-4 3-16,-6 1 1 0,2 0-3 0,-6-1 1 15,2 4 5-15,-1-2-3 0,-3 0-6 0,-2 0 3 16,-1-2-10-16,-1 2-21 0,-2 2-43 0,2-2 20 16</inkml:trace>
  <inkml:trace contextRef="#ctx0" brushRef="#br0" timeOffset="537.66">14595 4407 5 0,'0'0'61'0,"0"0"-9"0,0 0-1 16,0 0-9-16,0 0-2 0,0 0-10 0,0 0 1 16,30 4-6-16,-6-4 1 0,6 1-9 0,6-1 3 15,4 0-4-15,18 2-2 0,1-2 4 0,2 0 1 16,-1 0-9-16,7 1 5 0,28-1-5 16,-32-1 6-16,2 1-14 0,26 0 11 0,-25 0-6 0,27-4-1 15,-26 3 1-15,22-2 0 0,-27 2-17 0,4 0 11 16,25 1 2-16,-29-2-4 0,1 2 4 0,0 0-2 15,-5 0-1-15,-1 2 4 0,0-1-5 0,-3 3-4 16,-14-2 7-16,0-2 0 0,-3 1-4 0,1 1 0 16,-1-2-4-16,-3 1 17 0,-2-1-23 0,1 4 11 15,-3-4 0-15,-9 0 1 0,8-1 3 0,-12 2-8 16,0-1 1-16,2 0 3 0,-7 2-9 0,-3-4 8 16,2 2-8-16,-11 0-3 0,14 2-7 15,-9-5-11-15,-5 3 0 0,10 1-9 0,-10-1-24 16,0 0-69-16,0 0 31 0</inkml:trace>
  <inkml:trace contextRef="#ctx0" brushRef="#br0" timeOffset="733.29">17712 4437 11 0,'40'3'-3'0,"-3"-2"-1"0,-3 1 1 16</inkml:trace>
  <inkml:trace contextRef="#ctx0" brushRef="#br0" timeOffset="895.74">18346 4441 29 0,'10'1'42'0,"2"0"-12"16,3 1-13-16,7 0-22 0,-3 1-15 0,0 0-19 15,3-3 8-15</inkml:trace>
  <inkml:trace contextRef="#ctx0" brushRef="#br0" timeOffset="1186.53">17648 4381 63 0,'0'0'82'0,"0"0"-15"15,0 0-1-15,36 1-3 0,-5-1-13 0,7 3-5 16,17-3-6-16,8 2-15 0,2 3-18 0,33-2-22 15,-3-2-11-15,-4 1-50 0,-30 1-84 0,2-2 37 16</inkml:trace>
  <inkml:trace contextRef="#ctx0" brushRef="#br0" timeOffset="5272.88">14287 5373 27 0,'0'0'26'0,"0"0"-3"0,0 0-6 0,0 0 8 16,0 0-3-16,0 0-1 0,0 0 1 0,0 0 0 16,0 0-5-16,0 0 3 0,0 0 1 0,0 0-2 15,0 0-3-15,0 0-6 0,0 0 0 0,0 0 1 16,0 0 0-16,0 0-6 0,0 0 9 0,0 0-6 15,0 0 1-15,0 0-2 0,0 0 4 0,0 0-11 16,0 0 8-16,0 0-5 0,0 0 0 0,0 0 0 0,0 0 0 16,0 0-3-16,0 0 2 0,0 0-1 15,0 0 1-15,0 0-5 0,0 0-2 0,0 0 1 16,0 0-5-16,0 0 5 0,0 0 1 0,0 0 0 16,0 0-2-16,0 0-1 0,0 0 0 0,0 0-1 0,0 0 0 15,0 0-5-15,0 0-1 0,0 0 0 16,0 0 6-16,0 0-5 0,0 0-3 0,0 0 9 15,0 0-3-15,0 0-2 0,0 0 1 0,0 0 3 16,0 0-1-16,0 0 4 0,0 0-4 0,0 0-4 0,0 0 5 16,0 0 2-16,0 0-2 0,0 0 1 0,0 0 1 15,0 0-1-15,0 0 6 0,0 0-8 16,0 0 10-16,0 0-7 0,0 0 3 0,0 0-5 16,0 0 7-16,0 0-1 0,0 0 2 0,0 0-2 0,0 0 1 15,0 0 1-15,0 0-3 0,0 0 2 0,0 0 0 16,0 0 1-16,0 0 0 0,0 0-3 0,0 0 2 15,0 0 0-15,0 0-1 0,0 0 1 16,0 0-1-16,0 0-2 0,0 0 1 0,0 0-2 16,0 0 0-16,0 0 4 0,0 0 5 0,0 0-6 0,0 0-2 15,0 0 0-15,0 0 1 0,0 0-5 0,0 0 2 16,0 0 2-16,0 0 3 0,16 8-4 0,-16-8 0 16,0 0-1-16,0 0-2 0,0 0-10 0,7 3-17 15,-7-3 7-15</inkml:trace>
  <inkml:trace contextRef="#ctx0" brushRef="#br0" timeOffset="52428.17">10910 6643 17 0,'4'9'59'0,"-4"-9"-3"0,2 5-1 0,-2-5-5 16,4 6-10-16,-4-6-11 0,0 0 3 0,4 6-4 15,-4-6 3-15,0 0-12 0,6 7 3 0,-6-7 15 0,4 3-14 16,-4-3 3-16,4 4-4 0,-4-4-3 15,0 0-2-15,3 6-3 0,-3-6 0 0,0 0-2 16,0 0-5-16,0 0 11 0,0 0-7 0,0 0-3 16,5 4 9-16,-5-4-4 0,0 0-3 0,0 0 4 15,0 0 4-15,0 0 0 0,0 0 11 0,0 0-1 16,0 0-15-16,0 0 14 0,14-7-2 0,-4 0-2 16,5-2-7-16,8-4 0 0,4 1-3 0,4-6 6 15,2 1-5-15,18-4-5 0,5-1-8 0,3-3-15 0,28-6-18 16,-4 2-9-16,-21 8-22 0,26-6-78 0,-2-1-151 15,0 1 68-15</inkml:trace>
  <inkml:trace contextRef="#ctx0" brushRef="#br0" timeOffset="55173.15">20695 11805 29 0,'3'-26'57'0,"-3"26"-8"16,0 0-1-16,0 0-9 0,0 0-1 0,0 0-1 15,-3-10 1-15,3 10-5 0,0 0-6 0,0 0-6 16,0 0 5-16,-2-9-3 0,2 9-4 0,0 0-2 16,0 0-2-16,-2-8-6 0,2 8-4 0,0 0-9 15,0 0-8-15,-5-6-7 0,5 6-8 0,0 0-2 16,-7-3-14-16,7 3-23 0,0 0-72 0,0 0 32 15</inkml:trace>
  <inkml:trace contextRef="#ctx0" brushRef="#br0" timeOffset="56518.14">20657 11590 22 0,'0'0'24'0,"0"0"4"16,0 0-4-16,-9-3-1 0,9 3 1 0,0 0-2 15,0 0-12-15,0 0 7 0,-8-2-1 0,8 2-4 16,0 0 5-16,-10 0 0 0,10 0-2 0,-13 1 3 16,13-1-4-16,-11 0-5 0,11 0 8 0,-12 1-10 15,12-1 8-15,-12 3-6 0,12-3-1 0,-11 0-3 16,11 0-1-16,-9 1 4 0,9-1-4 0,-9 1 3 16,9-1 5-16,-10 4 4 0,4-2-3 0,6-2 3 15,-9 5-11-15,2-3 1 0,7-2-3 0,-7 4 10 16,7-4-7-16,-8 4 0 0,8-4 6 15,-6 8 3-15,3-4-3 0,-3 1 9 0,6-5-2 0,-8 9-7 16,6-5 6-16,2-4 0 0,-8 7-4 0,5-1-1 16,3-6-15-16,-6 8 12 0,6-8-2 0,-4 11 7 15,3-8 5-15,1-3-8 0,-4 10-2 0,1-4 0 16,3-6-5-16,-1 9 2 0,1-9-1 0,0 8-1 0,0-8 1 16,3 8 7-16,-3-8-2 0,4 9-1 15,-4-9-7-15,2 8 3 0,-2-8 0 0,4 7-2 16,1-3 0-16,-5-4 8 0,6 7-6 0,-3-3-2 15,-3-4 7-15,6 6-5 0,0-3 7 0,-1-1 2 16,-5-2-1-16,14 7 3 0,-7-5-2 0,2 1-6 16,3-1 0-16,-2 1 2 0,1-2-3 0,0 0-5 15,-1-1 2-15,0 1-3 0,0-1 2 0,-1 1 2 16,-9-1-3-16,16-1 1 0,-10 1-3 0,-6 0-1 16,10 0 4-16,-10 0 3 0,13-2 2 0,-9 0-3 15,-4 2-5-15,9-3 3 0,-9 3 1 0,6-5 1 16,-6 5-3-16,7-6-8 0,-7 6-1 0,5-9 9 15,-4 4 3-15,-1 5-3 0,1-11-3 0,-1 11 0 16,0-13 1-16,0 13-3 0,-2-12 0 0,0 5 5 0,2 7 5 16,-3-15-9-16,1 8 1 0,1 0 5 0,1 7-11 15,-2-13 5-15,0 5 14 0,2 8-17 0,-4-11 4 16,3 4-3-16,1 7 6 0,-5-11-1 16,1 6-10-16,4 5 11 0,-5-11-3 0,0 6-2 0,0 1 2 15,5 4 0-15,-9-7 0 0,4 4 2 0,-3-1 0 16,1 0-8-16,0 2 4 0,7 2 5 0,-14-5-5 15,6 2-2-15,8 3 7 0,-14 0 2 0,6 0-4 16,8 0 2-16,-17 0-6 0,6 0-2 0,0 3 7 16,2-1 1-16,1 0-12 0,1 0 8 0,-5 1 0 15,1 1 1-15,0-1-2 0,1 1 1 0,3 1 6 16,-2 2-7-16,2-3-1 0,-2 2 6 16,4 0-2-16,0 1-5 0,0-2 9 0,0 4-6 0,-1-2 9 15,2-1-6-15,1 0-5 0,2 1 4 0,-2 0 1 16,3-7 0-16,-2 13-8 0,2-6 9 0,1 3-2 15,1-1 1-15,2-3 5 0,3 2 5 0,2 1-4 16,0-1-9-16,1-1 4 0,5 2 8 0,-5-3-7 16,2 1 5-16,2-3-5 0,-2 1 0 0,3-2-4 15,1 0 4-15,-3-1-1 0,0 0-3 0,0 0-14 16,0-4 29-16,-3 1-8 0,2 0-4 0,-3-2-3 16,2-1 9-16,-2-2-21 0,0 2 15 0,-3-3 0 15,0 1-7-15,1 1-4 0,-2-4 14 0,-1 1-3 16,-2-2-3-16,1 1 9 0,-2-2-7 0,-1 1-4 15,-1-1 16-15,-2 2-11 0,-2-1-1 0,0 1-7 0,-3-2 8 16,2 0 5-16,-2 3-2 0,2-1-8 16,-3 3 2-16,0 1 7 0,-1 0-3 0,2 1 1 15,-3 0-5-15,2 2 6 0,0 0-9 0,-3 2 4 16,3 2-8-16,-5-1-6 0,3 1-10 0,-1 3-18 0,0 0-15 16,-4 1-18-16,3 1-89 0,-6 0-176 0,3 4 78 15</inkml:trace>
  <inkml:trace contextRef="#ctx0" brushRef="#br0" timeOffset="58446.11">20634 16126 51 0,'0'0'68'0,"-8"-8"-7"0,8 8 6 0,0 0-2 15,0 0-3-15,-6-5-6 0,6 5-8 16,0 0-2-16,0 0-5 0,-8-4-3 0,8 4-6 16,0 0 5-16,-8-1-11 0,8 1 2 0,0 0-2 15,0 0 2-15,-15 1-1 0,15-1 2 0,-7 3-10 16,7-3 4-16,0 0 0 0,-13 4-1 0,6-3-1 0,7-1-8 15,-12 5 15-15,5-3-3 0,1 1-13 0,-2 1 10 16,2 1-8-16,6-5-2 0,-12 4 7 16,7 1-8-16,-1 1 9 0,-2-4-9 0,0 3 7 15,2-2-5-15,-1 2-2 0,0 2 1 0,1-3-9 16,2 2 6-16,-3 1 7 0,1 1 0 0,1-1 6 16,-4-1-6-16,4 1-2 0,0 1 2 0,1-2 9 0,1 2-12 15,1 0 4-15,0 0-2 0,1 2 11 16,1-10-9-16,-4 10-4 0,4-3 0 0,0-7-3 15,3 12 8-15,-1-2-9 0,1-2 4 0,-2 1 0 16,2-3-1-16,3 3-1 0,1-3 5 0,-2-2 12 16,1 0 1-16,0 2-3 0,3-2 5 0,0 0-10 0,1 0-2 15,0 0-2-15,-1 0 0 0,-1-1-6 0,1-3 23 16,2 3-34-16,-4-3 7 0,-7 0 3 0,21-4 1 16,-14 4 0-16,5-4-5 0,-2 2 3 15,0-4 1-15,-2 3-7 0,0 0 5 0,-1-4 1 16,1 0 6-16,1 3-6 0,-5-1-2 0,1-2 6 15,0 2 2-15,3-2-6 0,-1-1 1 0,0-1-2 0,-1 0 3 16,-1 0-2-16,0-2 3 0,2 2-4 16,-2-1 5-16,-1 1-8 0,1-2 4 0,0 3 7 15,-2 1-6-15,0-3 4 0,0 3 3 0,-1 1 2 16,-2 6-3-16,4-15-3 0,-4 11 2 0,1-3-3 16,-1 7-1-16,0-9 0 0,0 9-5 0,0 0 2 15,-1-13-1-15,1 13 0 0,-1-10 1 0,1 10-8 0,-5-7 5 16,0 3 1-16,5 4-4 0,-7-8 1 15,3 4-2-15,4 4 2 0,-9-7-2 0,3 4 0 16,-1 0 2-16,0 0-2 0,-1 0-4 0,8 3 3 16,-15-3-3-16,7 2 3 0,2-2-2 0,-4 2 3 15,10 1-5-15,-14-2 4 0,14 2 2 0,-14 4-2 16,6-2 0-16,2 0 0 0,-1 0-2 0,7-2-1 0,-11 9 6 16,3-2-2-16,-1-1 4 0,3 1-6 15,-1 1 0-15,-2-1 0 0,4 0 0 0,-1 3-3 16,-1-1 7-16,4 1-2 0,-4 0 1 0,2-1-1 15,1-1 0-15,2 4-3 0,1-3 1 0,-2-2 1 16,0 1 3-16,-1 2 1 0,3-5-2 0,2 5 0 16,-1-10-1-16,0 12-2 0,0-12 1 0,3 13 1 15,-2-8 1-15,2 2 3 0,1-2-3 0,0 0-1 16,3 2 4-16,0-4-5 0,2 3 3 0,-2-3-4 16,2 1 5-16,1-1-1 0,-2-1 6 0,1-1-6 15,4 0-1-15,-2-1-1 0,2-1 4 0,-3 0-4 16,1-3 1-16,1 0-1 0,-1 1 2 0,-1 0-1 15,1-3-3-15,1-1 4 0,-3 1 0 0,1-2-2 0,-1 0-1 16,-1-5 2-16,-1 6-1 0,1-4 0 16,-3 1 4-16,0-2 3 0,-1 1-7 0,-1 0-3 15,-2-1 7-15,1-3-5 0,0 4 3 0,-2-5-3 16,-2 7 0-16,1-3-3 0,-3 7 6 0,0-5-4 16,-2 3 0-16,0 1-1 0,-4 1 1 0,-1 1 1 15,0 1-3-15,-1 2 3 0,2 0-3 0,-3-2-15 16,4 3-9-16,9 0-17 0,-24 4-11 0,14-3-31 15,1 4-19-15,-1-3-36 0,1 3-13 0,1 0-125 16,8-5-302-16,-12 8 135 0</inkml:trace>
  <inkml:trace contextRef="#ctx0" brushRef="#br0" timeOffset="59847.04">20515 11818 11 0,'0'0'45'0,"0"0"-3"0,-1-10-10 0,1 10-3 16,0 0 0-16,0 0-6 0,0 0-4 0,0 0-4 15,0 0 11-15,0 0-5 0,0 0 0 16,0 0-9-16,0 0 3 0,6 22 10 0,-6-22-4 0,0 10-7 15,0-10 6-15,1 8 0 0,-1-8-4 0,-1 10-5 16,1-10 9-16,0 10 2 0,1-5 6 0,-1-5-5 16,2 12-1-16,-2-6-4 0,0-6-5 0,1 13 1 15,0-6 6-15,2 1 5 0,-1 1-5 0,0 0 3 16,-1 0-5-16,3 1 3 0,-3-1 0 0,2 2-4 16,-1-1-7-16,1 1 2 0,-2 0 10 0,0-2-11 15,1 1 1-15,0 0-4 0,-1 2 2 0,2-2-6 16,-1 0 1-16,0 0 13 0,-1 0-16 0,0-1 7 15,-1 1-2-15,0 0 6 0,0-1 4 0,1-1-4 16,-1 0 1-16,0-8-5 0,0 16-6 0,0-8 8 16,-1 0-5-16,1-1-5 0,-1 5 9 0,1-3-5 15,-1 2-7-15,-1 0 2 0,0-1 12 0,1 0-7 16,-2 1 4-16,3-1-12 0,-1 2 8 0,2-1 0 16,-1 0 4-16,0 0-12 0,0 0 5 0,-1 0 4 15,1 1-4-15,-1 0-2 0,-1 0 3 0,2 0-8 16,0-2 14-16,0 2-9 0,-1-1-19 0,0 1 9 15,-1 1-1-15,1-1-5 0,-1 0 0 0,0 2-19 16,0 1-2-16,-2 1-8 0,1-4-9 0,1 0-6 16,-2 3-4-16,1-3-55 0,1 1-128 0,-2-3 57 15</inkml:trace>
  <inkml:trace contextRef="#ctx0" brushRef="#br0" timeOffset="60382.57">20575 12760 45 0,'0'0'73'0,"-1"-9"-14"0,1 9-8 0,0 0 4 15,0 0-12-15,0 0-5 0,0 0-8 0,0 0-1 16,0 0-5-16,0 0 4 0,16 0-5 0,-16 0 2 0,13 5-5 16,-8-2-3-16,1 0-2 0,1 1-1 0,-2-1-2 15,0 3-4-15,-1 0 3 0,0-1-9 0,0 4 14 16,-3-1-5-16,-1 0-7 0,0 2 7 16,-2 1-3-16,-1 0 9 0,-3 3-1 0,-3 2-9 15,-1-2 3-15,-2 3 1 0,-3-2 4 0,-5 6-6 0,0-3 3 16,3 3-4-16,1-6 0 0,2-2-2 0,0 2 5 15,1-1-3-15,0 0-3 0,4-1-5 16,1 3 1-16,2-5 3 0,0 0-3 0,-1 1 5 0,1 3 0 16,2 1-2-16,0-1-5 0,0 1 6 0,2-4-7 15,-1 4 4-15,2-1 5 0,1 0-9 0,1 2 5 16,-1-1-4-16,0 1 1 0,3 0 4 0,-1 0-2 16,0 0-3-16,-1 3 2 0,0-1-1 0,0 6 2 15,-2-5-5-15,2 3 3 0,-2-2-2 16,1 7-8-16,0-9 11 0,-1 6-11 0,1-6 0 0,-3 7 1 15,5 0-7-15,-4-1 1 0,4 0-4 0,-4-1-4 16,4 2 3-16,-1 3-2 0,-2-2 0 0,-2 1-1 16,3-3-11-16,-4 4-5 0,-1-4 0 0,1 1-4 15,2 2 12-15,-1-9-7 0,1 7 4 0,0-2 5 16,2-4-8-16,-2 5 5 0,2-6-18 0,-2 1-54 16,2-2 24-16</inkml:trace>
  <inkml:trace contextRef="#ctx0" brushRef="#br0" timeOffset="60613.85">20367 14269 32 0,'-3'17'4'15,"3"0"-1"-15,-1 1 3 0,0 1 2 0,1-3 0 16,1 1 8-16,-1 8-5 0,3-7-5 0,-2 0 6 16,5 7-2-16,-1 1 3 0,0 0-5 0,0 3 5 15,3 0-4-15,1 2-1 0,-5-3 1 0,0 2-5 16,0 1 4-16,1 0-2 0,-3-1-1 0,2 3 2 16,0-2-2-16,0 0-2 0,0 1-3 0,-1-2 5 15,0 3 1-15,-2-3-9 0,1 1 6 0,-4-1 3 16,0-1-4-16,-3 2-3 0,-2 1 5 0,0-5-5 15,0 7 0-15,-1-1 9 0,2-3-9 0,-1-1 3 16,0 3-1-16,2-3 3 0,2 4-3 0,-2-2 5 16,3-2-8-16,-1-1 0 0,-1 0-5 0,6 1-7 15,-5-4-2-15,4-1-3 0,3-3-14 0,-1-3-35 16,-1-1 15-16</inkml:trace>
  <inkml:trace contextRef="#ctx0" brushRef="#br0" timeOffset="60935.17">20933 13883 52 0,'0'15'52'0,"-1"5"3"0,-3 6-9 15,-4-1-1-15,0 4-3 0,1-1-18 0,-5-1-4 16,3 1-7-16,2-2-5 0,-2 0-24 0,-1-1-5 15,1-1-33-15,2-8-58 0,2 2 26 0</inkml:trace>
  <inkml:trace contextRef="#ctx0" brushRef="#br0" timeOffset="61204.93">21002 13825 16 0,'-1'9'61'16,"-3"1"-20"-16,-1 0 4 0,-4 5-4 0,-1-1-2 16,-1 1 1-16,-1 1-3 0,0 0-9 0,-1-3 1 15,3 1-2-15,0-2 3 0,2 0-8 0,1-3 0 16,0 2-5-16,3-1-2 0,2-3 0 0,2 1-13 15,0-8-2-15,1 11-12 0,3-2-14 0,0-5-2 16,3 3-17-16,3-3-25 0,1 1-75 0,0 0 34 16</inkml:trace>
  <inkml:trace contextRef="#ctx0" brushRef="#br0" timeOffset="61386.75">21255 14011 19 0,'-1'13'69'0,"-3"-3"-3"0,0 0-2 16,1 2-4-16,0 5-5 0,-4 0-3 0,4 0-6 16,-1 2 0-16,-3-1-11 0,3 0 3 0,2 1 1 15,3-2-4-15,0 1-11 0,4 0 4 0,5 5-1 16,1-7-12-16,6 5-20 0,3-3-26 0,4 0-32 16,6-1-41-16,3-4-112 0,4 0 50 0</inkml:trace>
  <inkml:trace contextRef="#ctx0" brushRef="#br0" timeOffset="62231.73">20882 13860 54 0,'2'19'78'0,"-2"-9"-5"0,-3 9-3 0,-3 5-2 16,-1 4-2-16,-6 2 5 0,1 2-16 0,-7 12 13 15,1-1-10-15,1-9-7 0,0-2-6 0,4 0-3 16,-1 1-8-16,0-3 3 0,4 3-10 0,-4-2-2 0,3-4-4 15,1 2-1-15,-1-6-1 0,3 0-2 0,0-5-12 16,4 0-10-16,-2-4-8 0,2-1-5 0,1-4-7 16,-1-2-5-16,1 1-7 0,2-1-11 15,1-7-11-15,-4 4-70 0,4-4-138 0,0 0 61 16</inkml:trace>
  <inkml:trace contextRef="#ctx0" brushRef="#br0" timeOffset="62579.71">20929 13836 50 0,'0'0'73'0,"10"5"-7"0,-6 1-5 0,1-1-9 16,0 2-3-16,-2 2 2 0,2 0-11 0,-4 2-4 15,0-1-5-15,-2 1 2 0,-1 1-4 0,-3-1-8 16,0 0 3-16,-4 3-3 0,-2-3-5 0,1 0 1 16,-1-1-2-16,0-1 1 0,0-3-8 15,2 1 0-15,0-1-1 0,3-3 3 0,-1 2-1 0,2-3-2 16,5-2 6-16,-8 7-11 0,6-4 0 0,2-3-2 16,0 0 0-16,-8 4 0 0,8-4 3 0,0 0 1 15,0 0-4-15,0 0 0 0,17 13 2 16,-8-9-3-16,3 1 3 0,4 1-1 0,3 2-2 0,8 1 0 15,-9-1-10-15,11 5-3 0,-1-3-19 0,0 3-17 16,2-3-15-16,-2 0-36 0,-1 3-109 0,-9-4 49 16</inkml:trace>
  <inkml:trace contextRef="#ctx0" brushRef="#br0" timeOffset="62834.08">21370 14072 33 0,'-3'10'66'16,"2"7"1"-16,-1-1-8 0,-1 0 2 0,-1 3-5 15,2 0-11-15,-2-2-3 0,0 2-4 0,0 0-4 16,2 0 1-16,-1-1-4 0,2 0-5 0,-2-1 1 15,3 0-5-15,0-2-8 0,0-3 0 0,1-1-15 16,2 0-15-16,1-1-20 0,2-2-68 0,2 1-110 16,1-3 48-16</inkml:trace>
  <inkml:trace contextRef="#ctx0" brushRef="#br0" timeOffset="64803.14">13015 6419 11 0,'0'0'62'0,"0"0"-3"0,0 0-20 0,0 0 1 16,0 0-1-16,0 0-9 0,0 0 6 0,0 0-5 16,0 0-5-16,0 0 2 0,0 0-9 0,0 0-3 15,0 0-4-15,0 0 4 0,0 0 1 0,0 0-3 16,0 0-7-16,0 0 0 0,0 0 3 0,0 0-1 15,0 0-2-15,0 0 1 0,0 0-2 0,0 0-1 16,0 0 2-16,0 0-9 0,0 0 6 0,0 0-1 16,0 0 0-16,0 0 2 0,0 0-2 0,0 0-2 15,0 0 4-15,0 0 0 0,0 0-5 0,0 0 3 16,0 0-1-16,0 0-2 0,0 0 2 0,0 0 2 16,0 0-4-16,0 0 9 0,0 0-7 0,0 0-6 15,0 0-4-15,0 0-3 0,0 0-11 0,0 0-9 16,0 0-14-16,0 0-37 0,0 0-89 15,0 0 41-15</inkml:trace>
  <inkml:trace contextRef="#ctx0" brushRef="#br0" timeOffset="66548.12">19227 6359 14 0,'-10'0'20'0,"1"1"1"0,9-1 0 16,-14 1 0-16,14-1 3 0,-9 0 4 0,9 0 0 15,0 0-1-15,-9 2 5 0,9-2-4 0,0 0-2 16,-8 1-8-16,8-1 4 0,0 0-4 0,0 0-3 16,0 0 3-16,36 0-2 0,-11 2-2 0,9 0 1 15,1 2-1-15,4-1-5 0,16 1-5 0,0 3-18 16,2-2-17-16,3 1-37 0,30 5-74 0,3-5 32 15</inkml:trace>
  <inkml:trace contextRef="#ctx0" brushRef="#br0" timeOffset="75219.8">17716 13607 23 0,'0'0'30'0,"4"-7"-9"0,1 3 7 16,-5 4-5-16,5-8 10 0,0 6-1 0,-5 2-3 15,4-9-3-15,1 5 4 0,-5 4-12 0,6-9 4 16,-4 5-6-16,-2 4 5 0,5-6-4 0,-5 6-1 16,3-7 3-16,-3 7-7 0,2-6 2 0,-2 6 1 15,0 0-7-15,-1-11-1 0,1 11 6 0,0 0-2 16,-4-8-1-16,4 8 2 0,0 0 2 0,-4-8-2 16,4 8-4-16,-5-3-1 0,5 3 4 0,-6-9-4 15,6 9-3-15,-8-5 4 0,8 5-6 0,-8-5 7 0,2 3 2 16,6 2-8-16,-9-7 3 0,9 7 0 15,-9-4-5-15,3 2 6 0,-2 0-2 0,2-2-4 16,-5 1 3-16,0-1-2 0,1 1 2 0,-1-1-1 16,0 1-3-16,0-2-1 0,0 0 8 0,-1 0-10 0,0 0 8 15,-5-1-4-15,6 0 5 0,-7 1-2 0,3-1-6 16,-1 2 4-16,1-2 0 0,-2 0 0 16,2 1-3-16,-3 0-2 0,3 1-1 0,-4 0 4 15,2-1 1-15,-1 1-5 0,-2 1 1 0,3 0 10 0,-2 1-3 16,1 0-5-16,-1-2-5 0,-2 1 2 0,3 0 6 15,1 2-1-15,-3 1 1 0,1-1 2 0,-1-1-5 16,-1 4 1-16,2-4 7 0,-1 4-13 0,0-2 5 16,-1 1 3-16,0 1-2 0,3-1 6 0,-1 2-2 15,1-1-2-15,-2 1-5 0,0 1 2 0,0-1 3 16,-1-1-3-16,-1 3 4 0,3-1 3 0,-3-1-3 16,3 0 0-16,0 1 0 0,1 1-2 0,-1-1 0 15,2-1-3-15,-2 0 2 0,1 3 1 0,-1-4 4 16,1 4 0-16,-1 1-4 0,0 1 1 0,-7 1 11 15,4 5-3-15,3-5-2 0,-5 4 3 0,6-3 0 16,0 2 1-16,1 0-3 0,0-2 1 0,0 1 1 16,2 2 1-16,2-1-1 0,-1 2 5 0,3 0-1 15,1-1-10-15,1 2-4 0,2-1 10 0,1-2-13 16,1 0 12-16,2 1-5 0,-2 4 3 0,1 1 4 16,1-1-4-16,2 3 6 0,1-1-2 0,2 5 8 15,1-4-12-15,0 5 7 0,2 2-7 0,1-3-6 16,2 3 4-16,1 0 2 0,5 1 0 0,0-1 1 15,1 2 0-15,2-3-11 0,2 3 11 0,3 3 1 16,1-4-1-16,9 8-13 0,-8-10 5 0,1 0 0 16,3-3 0-16,1 0-3 0,-1 1 13 0,1-3-14 15,-1 1 3-15,2 1-5 0,-1-4 9 0,-1 0-8 16,3-3 4-16,-2 1-6 0,1-4 12 0,-1 1-3 16,2-3-1-16,-3 1-1 0,4-1-2 0,-2-5 1 0,1 1-7 15,2-2 14-15,1 2-12 0,-1-3-15 16,1 0 20-16,1-2 2 0,-5-4-2 0,2 2 3 15,-2-3 2-15,0-1-7 0,-3 1 6 0,0-3 0 16,-6 1-9-16,-1 0 15 0,-1 0-3 0,5-10 1 0,-1 4 1 16,3-3-7-16,-4-2 12 0,1 0-8 0,-3-3-1 15,3-1-6-15,-1-2 10 0,0-3-7 16,-6-2 3-16,2 0-1 0,6-14 0 0,-11 11-3 16,1-4 6-16,-1-8-2 0,-3-4 8 0,-6 13-2 0,4-17-2 15,-6 14-8-15,1-15 6 0,-4 2 4 0,-2 2-11 16,-6 0 2-16,2-1 10 0,-4 5 0 15,3 9-3-15,-4-2 5 0,-7-10-3 0,-2 3-2 0,2 12-13 16,-12-14-1-16,-6 12-26 0,-6 1-20 0,-15 4-20 16,-31 2-36-16,-22 9-59 0,-16 7-180 0,-19 5 81 15</inkml:trace>
  <inkml:trace contextRef="#ctx0" brushRef="#br0" timeOffset="92687.49">12261 8541 33 0,'0'0'51'0,"-8"-5"-6"16,8 5 3-16,0 0-5 0,0 0-2 0,-4-5-4 15,4 5 3-15,0 0-12 0,0 0-1 0,0 0 1 16,0 0-5-16,0 0-3 0,0 0 0 0,0 0-3 16,0 0 5-16,0 0-11 0,0 0 8 0,0 0 2 0,-5-4-7 15,5 4 3-15,0 0-2 0,0 0-2 16,0 0 8-16,0 0-13 0,0 0 8 0,0 0 2 16,0 0 0-16,0 0 0 0,0 0-7 0,0 0 3 15,0 0-2-15,0 0 1 0,0 0 5 0,0 0-13 16,0 0 4-16,0 0 2 0,0 0 5 0,0 0-13 15,0 0 10-15,0 0-2 0,0 0-4 0,0 0-4 16,0 0 11-16,0 0-5 0,0 0-5 0,-5-8 6 16,5 8-5-16,0 0 0 0,0 0 0 0,0 0-1 15,0 0 0-15,-4-5-7 0,4 5 8 0,0 0-8 0,0 0 7 16,0 0-19-16,-2-7 21 0,2 7-8 16,0 0 6-16,0 0-5 0,0 0 7 0,-7-4-6 15,7 4 0-15,0 0 4 0,0 0 1 0,0 0 1 0,0 0 0 16,-7-6 4-16,7 6-2 0,0 0-6 0,0 0 7 15,0 0-7-15,0 0-2 0,0 0 8 0,0 0-5 16,0 0 2-16,0 0-2 0,0 0 3 0,0 0-9 16,-6-4 6-16,6 4-3 0,0 0 6 0,0 0-2 15,0 0 0-15,0 0 3 0,0 0-4 0,0 0-8 16,0 0 7-16,0 0-6 0,0 0-2 0,0 0 5 16,0 0 8-16,0 0-1 0,0 0 0 0,0 0-8 15,0 0 0-15,0 0 5 0,0 0-19 0,0 0 16 16,0 0 1-16,0 0 4 0,0 0-6 0,0 0 1 15,0 0 6-15,0 0-6 0,0 0 1 0,0 0 2 16,0 0-5-16,0 0 3 0,0 0-2 16,0 0 6-16,0 0-1 0,20 0 6 0,-20 0-6 0,11 0 6 15,-11 0-10-15,13 0 21 0,-4 2-16 0,-3-2 7 16,4 1 2-16,-1-1-3 0,-1 0-2 0,2 0-3 16,1 1-3-16,-11-1-3 0,20-1 2 0,-11 0 6 15,2 1-6-15,-1 0 5 0,1 0-5 0,-1-2 4 16,0 2-2-16,-1 0 6 0,2 0-10 0,0 2 5 15,-2-2-14-15,0 0 10 0,1 0 5 0,0 0 2 16,1 0-8-16,1 0-4 0,-3 1 4 0,0 0 3 0,5-1-13 16,-5 0 11-16,1 2-7 0,4-2 8 15,1 0-16-15,-2 0 26 0,6 2-12 0,-1 0-2 0,-2-2 7 16,2 0-6-16,0 0 4 0,0-4 1 16,2 4-3-16,-2 0 1 0,0 0 4 0,1-2-4 15,0 1 1-15,-1 1 1 0,0-1-9 0,2-1 2 0,1 2-5 16,-4 0 22-16,4-3-17 0,0 1 0 15,-2 2 14-15,4-1-8 0,-3-2-3 0,2 2-4 16,-2 1 4-16,3 0 3 0,-3-1-7 0,1 0 7 0,1 2-5 16,1-2-2-16,-4-1 0 0,4 2 6 0,4 0 0 15,-4-1-2-15,-3 0-9 0,0-1 12 16,-2 1-5-16,2 1-1 0,1 0 1 0,-2-1 5 16,0 1-2-16,1 1 1 0,0-1 1 0,0-3-9 0,-1 3 3 15,2 0-1-15,-2 0-1 0,-2 0 3 0,4 0 4 16,-1 0-6-16,-3 0 2 0,2-3 5 0,2 3-4 15,-2-1-7-15,0-1 8 0,-2 2 2 0,4 0 2 16,-3-1-1-16,1-2-9 0,-2 2 4 0,-2 1 4 16,-1 0-5-16,3 0 6 0,-3 0-7 15,-1-1 8-15,1 2 0 0,1-2-8 0,2 1 3 0,-4 0 5 16,5-2-3-16,-3 4-1 0,2-4 2 0,-4 0 0 16,5 1-6-16,0 1-1 0,0 0 5 0,-1-2-13 15,2 2 18-15,-1 2-4 0,1-2-3 0,0 0 5 16,-2 1-1-16,2-2 3 0,-1 1-5 0,0 0 3 15,-2-2 1-15,3 2 1 0,-3 2 2 0,-3-4-11 16,2 1 9-16,-2-1-12 0,1 2 4 0,3 1 13 16,3-1-6-16,-7 1-1 0,6-1 7 0,-4-1-13 15,3 2-2-15,1-1 10 0,0 3-8 0,0-5 2 16,-2 4 6-16,2-2-3 0,1 0 0 0,-1 0-3 0,4-2 3 16,-4 2-4-16,4-1 6 0,5 1 5 15,-1 3-2-15,2-5-11 0,-2 1 0 0,2 1 4 16,-2 0 3-16,-7-1-6 0,3 1 3 0,4 1 6 0,-5-2-6 15,0 1 3-15,-1-1-4 0,1 2 5 16,0-2-2-16,-1-2-5 0,0 3 7 0,0 3-10 0,-1-6 10 16,1 3-9-16,0 0 0 0,6 0 2 15,-8 0 2-15,2-1 3 0,8 2 2 0,-1-1 6 0,2 0-7 16,-2 0-9-16,-6 3 6 0,5-3-9 0,0 1 4 16,2-2-9-16,-3 1 18 0,2 1 4 0,-8-1-12 15,0-1 5-15,1 2 5 0,-1-1-11 16,2-1 9-16,-2 1 2 0,2-3-2 0,0 3 2 0,0 0-7 15,-1 0 3-15,1 0-5 0,-2 0 1 0,-2 0 4 16,1 0-7-16,-1 0 7 0,-1 0-3 0,-2-1 0 16,2 2-2-16,-3-1 7 0,0 0-9 0,4 0-9 15,-7 0 10-15,3 4 7 0,-1-4-7 0,-1 1 8 16,2-2-2-16,-3 1-3 0,3 0 2 0,-2 1 0 16,-1 0-5-16,-1 1 2 0,1-2 5 0,-3 0-4 15,-8 0 4-15,15 0-1 0,-9 0 8 0,-6 0-6 16,12 0-1-16,-12 0 0 0,12 0 0 0,-12 0 0 15,12-3-3-15,-12 3 9 0,11-1-4 0,-11 1 3 16,9-1-5-16,-9 1 1 0,8 0-10 0,-8 0 16 16,0 0-10-16,15-3 3 0,-15 3 7 0,13 3-5 15,-6-6 1-15,0 3-6 0,-7 0-1 0,14 0 6 16,-14 0 0-16,12-1 1 0,-2-1-4 0,-10 2 4 16,13 0-6-16,-7-1 6 0,4 2 3 0,-10-1-3 0,13-1 2 15,-5 0 0-15,2 0-2 0,-10 1-1 0,15-5 1 16,-7 5 1-16,1-3-2 0,-9 3 1 15,18-1-4-15,-10 1-3 0,0-2 14 0,1 4-10 16,-1-2-4-16,4-2 7 0,-3 5-2 0,-9-3 0 0,12 0 0 16,-12 0-3-16,12-1-6 0,-12 1 3 0,8-2 5 15,-8 2 1-15,0 0-4 0,9 0 1 16,-9 0 1-16,0 0-3 0,0 0 3 0,10 2 2 16,-10-2-7-16,0 0 5 0,0 0 3 0,0 0-16 0,7 0 12 15,-7 0 3-15,0 0-4 0,0 0 1 0,0 0-10 16,0 0-10-16,0 0-18 0,0 0-20 0,0 0-27 15,5-7-32-15,-5 7-72 0,0 0-203 0,0 0 90 16</inkml:trace>
  <inkml:trace contextRef="#ctx0" brushRef="#br0" timeOffset="96591.92">6115 7784 12 0,'0'0'18'0,"0"0"-2"0,0 0-7 0,0 0 8 0,0 0-3 15,0 0-5-15,0 0 4 0,0 0-5 0,0 0 2 16,0 0 3-16,0 0-8 0,0 0 4 0,0 0-3 16,0 0 0-16,-23 8-3 0,23-8 3 0,-7 5-3 15,7-5 4-15,-7 5-5 0,7-5-3 0,-7 3 1 16,7-3 4-16,-7 1-3 0,7-1 0 0,-8 5-1 16,8-5 3-16,-9 3-6 0,9-3 11 0,-5 4-5 15,5-4 4-15,0 0-2 0,-8 3 5 0,8-3 0 16,0 0 3-16,0 0 2 0,-6 2 4 0,6-2 1 15,0 0 2-15,0 0-1 0,0 0-5 0,0 0-2 16,0 0 9-16,0 0 1 0,0 0 8 0,0 0-18 16,0 0-2-16,0 0 4 0,0 0 3 0,-9 1-5 15,9-1 0-15,0 0-8 0,0 0 3 0,0 0 0 16,0 0-3-16,0 0 0 0,0 0 2 0,0 0-16 16,0 0 17-16,0 0 4 0,20 3-3 0,-12-2 3 15,5 2 22-15,3-3-17 0,6 0 2 0,8 1 4 16,-2-1-5-16,4-1-1 0,2 1 9 0,2-3-8 15,2 3-3-15,2-3-5 0,10 3 4 0,-11-1 1 16,13 0-7-16,-17 1 4 0,5 0-5 0,-3 2 2 16,-1-2-15-16,-3 3 15 0,0 1 6 0,-2-1-9 15,0 2-4-15,-3-4 8 0,0 1-9 0,-8 0-1 16,-2-1 7-16,4-1 0 0,-4 1-5 0,0-1 3 16,-3 0-4-16,-4 0 4 0,1 3-6 0,-1-6 12 0,-3 2 9 15,-8 1 8-15,17 0 0 0,-17 0 9 0,10 0 5 16,-10 0 2-16,8 0 0 0,-8 0-7 15,0 0 0-15,10-3-5 0,-10 3-1 0,0 0 0 16,5-2-7-16,-5 2 2 0,0 0 2 0,0 0-2 0,2-8 2 16,-2 8 2-16,0 0 0 0,0 0-4 0,0 0-1 15,0 0-3-15,0 0-3 0,0 0-2 0,0 0-3 16,0 0 2-16,0 0-5 0,0 0 2 16,0 0-5-16,0 0 4 0,0 0-7 0,0 0 3 0,0 0 2 15,0 0-6-15,0-9 3 0,0 9 0 0,0 0-7 16,0 0 5-16,0 0-3 0,0 0-1 15,0 0 4-15,0 0-1 0,0 0-4 0,0 0 1 16,0 0 1-16,0 0 2 0,0 0 0 0,0 0-3 16,-1-11 1-16,1 11 0 0,0 0-3 0,0 0-14 0,0 0 13 15,0 0 5-15,0 0 0 0,0 0-2 0,0 0-6 16,0 0 6-16,0 0-1 0,0 0 0 0,-4-7-5 16,4 7 7-16,0 0 1 0,0 0-3 15,0 0-4-15,0 0 2 0,0 0 3 0,0 0 3 0,0 0-11 16,0 0 8-16,-6-4-1 0,6 4-2 0,0 0-1 15,0 0 2-15,0 0 0 0,0 0-2 0,0 0 0 16,0 0 4-16,0 0 9 0,0 0-13 0,0 0 4 16,0 0-3-16,-4-6-1 0,4 6-4 0,0 0 3 15,0 0 5-15,0 0 2 0,0 0-4 0,0 0-4 16,0 0 0-16,0 0 7 0,0 0-4 0,0 0-4 16,0 0 9-16,0 0-7 0,0 0 5 0,0 0-5 15,0 0-3-15,0 0 3 0,0 0 3 0,0 0 4 16,0 0-4-16,0 0 2 0,0 0 3 0,0 0-7 15,0 0 3-15,0 0 1 0,0 0-4 0,0 0-2 16,0 0 1-16,0 0 3 0,0 0 0 0,0 0 0 16,0 0-3-16,0 0 1 0,0 0 3 0,0 0-1 15,0 0 0-15,0 0 4 0,0 0-1 0,0 0 8 16,0 0-11-16,0 0-2 0,0 0 0 0,0 0 1 16,0 0 0-16,0 0 2 0,0 0 2 0,0 0-1 15,0 0-2-15,0 0-3 0,0 0 1 0,0 0-3 0,0 0 1 16,0 0 1-16,0 0 1 0,0 0 2 15,0 0-5-15,0 0 6 0,0 0-4 0,0 0 3 16,0 0-2-16,0 0 0 0,0 0 5 0,0 0 0 16,0 0 1-16,0 0-10 0,0 0 9 0,0 0-6 15,0 0-2-15,0 0 7 0,0 0 0 0,0 0-4 16,0 0 1-16,0 0-2 0,0 0 3 0,0 0 1 16,0 0 4-16,0 0-9 0,0 0 4 0,0 0 0 15,0 0 3-15,0 0-5 0,0 0 3 0,0 0-2 16,0 0-2-16,0 0 3 0,0 0 0 0,0 0 5 0,0 0-8 15,0 0 3-15,0 0 1 0,0 0-1 0,0 0-3 16,0 0 2-16,0 0 4 0,0 0-1 0,0 0-2 16,0 0-2-16,0 0-1 0,0 0 2 15,0 0 4-15,0 0-5 0,0 0 5 0,0 0-1 0,0 0-1 16,0 0 0-16,0 0 1 0,0 0-3 0,0 0-2 16,0 0 3-16,0 0 0 0,0 0 0 0,0 0-5 15,0 0 3-15,0 0 2 0,0 0 1 16,0 0-8-16,0 0-8 0,0 0-9 0,0 0 1 0,0 0-12 15,0 0-3-15,0 0-17 0,0 0-7 0,0 0-13 16,0 0-10-16,0 0-9 0,0 0-11 16,-10 12-10-16,10-12-74 0,-9 8-203 0,1-6 90 15</inkml:trace>
  <inkml:trace contextRef="#ctx0" brushRef="#br0" timeOffset="100396.28">19061 9503 15 0,'0'-11'84'16,"0"11"9"-16,1-9-8 0,-1 9-16 0,2-9 5 0,-2 9 5 15,2-7-4-15,-2 7-9 0,0 0-8 16,4-9-2-16,-4 9-7 0,0 0-2 0,0 0-6 16,0 0 12-16,1-5-24 0,-1 5-3 0,0 0-1 0,0 0-7 15,0 0-8-15,0 0-7 0,0 0-3 16,0 0-5-16,10-2-12 0,-10 2-12 0,0 0-13 16,0 0-4-16,10 7-4 0,-10-7-21 0,7 3-62 15,-7-3-144-15,7 4 65 0</inkml:trace>
  <inkml:trace contextRef="#ctx0" brushRef="#br0" timeOffset="101487.71">21293 9282 53 0,'0'0'73'0,"0"0"-8"0,0 0-5 0,0 0-10 0,0 0-2 16,0 0 7-16,0 0-18 0,0 0-4 0,0 0 1 16,0 0-6-16,0 0 6 0,0 0-13 0,0 0 1 15,0 0-6-15,0 0-2 0,0 0 5 0,0 0 1 16,0 0-9-16,0 0-3 0,0 0 1 0,0 0-1 15,0 0-3-15,0 0-2 0,0 0 4 16,-3-5 3-16,3 5-7 0,0 0 6 0,0 0-3 0,0 0-1 16,0 0-3-16,0 0 1 0,0 0-6 0,0 0 6 15,0 0 3-15,0 0-1 0,0 0 4 0,0 0-8 16,0 0 3-16,0 0-1 0,0 0 0 0,0 0 4 16,0 0-4-16,0 0-3 0,0 0 3 0,0 0-5 15,0 0 2-15,0 0 0 0,0 0-2 0,0 0 5 16,0 0 1-16,0 0 2 0,0 0-5 0,0 0 10 15,0 0-6-15,0 0-1 0,0 0-1 0,0 0 10 16,0 0 4-16,0 0-8 0,0 0 6 0,0 0-8 16,0 0 5-16,0 0 1 0,0 0-3 0,0 0 3 15,0 0-7-15,0 0 4 0,0 0 0 0,0 0-3 0,0 0 2 16,0 0-6-16,0 0 5 0,0 0-2 0,0 0-5 16,0 0 4-16,0 0 3 0,0 0-10 0,0 0 3 15,0 0 3-15,0 0-7 0,0 0 16 0,0 0-15 16,0 0 3-16,0 0 6 0,0 0-1 0,0 0-6 15,0 0 3-15,0 0 5 0,0 0-10 0,0 0-1 16,0 0 3-16,0 0-2 0,0 0 5 0,0 0-6 16,0 0 0-16,0 0 0 0,0 0 3 0,0 0 2 15,0 0-3-15,0 0-2 0,0 0-1 0,0 0 7 16,0 0-3-16,0 0 1 0,0 0 0 0,0 0 0 16,0 0-1-16,0 0-3 0,0 0 0 0,0 0 2 15,0 0-1-15,0 0 2 0,10-12 0 0,-10 12 4 16,0 0-6-16,0 0 5 0,0 0 1 0,0 0-10 15,0 0 9-15,0 0-7 0,0 0 4 0,0 0-3 16,0 0 4-16,9-2-1 0,-9 2 0 0,0 0-5 16,0 0-9-16,0 0-7 0,0 0-11 0,10 1-10 0,-10-1-7 15,0 0-12-15,0 0-76 0,0 0-149 16,0 0 67-16</inkml:trace>
  <inkml:trace contextRef="#ctx0" brushRef="#br0" timeOffset="103040.14">14411 10297 45 0,'0'0'90'0,"0"0"-11"0,0 0 3 16,0 0-18-16,0 0 3 0,0 0-9 0,0 0-4 0,0 0-2 15,0 0-2-15,0 0-16 0,0 0 0 16,0 0-8-16,0 0 8 0,0 0-14 0,7-2-8 16,-7 2-3-16,0 0-15 0,0 0-8 0,0 0-19 15,0 0-4-15,0 0-10 0,0 0-7 0,0 0-50 16,0 0-112-16,6 8 50 0</inkml:trace>
  <inkml:trace contextRef="#ctx0" brushRef="#br0" timeOffset="103320.26">15739 10322 56 0,'0'0'108'0,"0"0"-13"0,0 0-16 15,0 0 2-15,0 0-19 0,0 0-1 0,0 0-20 16,0 0-13-16,9 1-9 0,-9-1-13 0,0 0-12 15,0 0-13-15,0 0-27 0,8 3-49 0,-8-3-102 16,0 0 46-16</inkml:trace>
  <inkml:trace contextRef="#ctx0" brushRef="#br0" timeOffset="105615.79">16383 10261 30 0,'0'0'40'0,"0"0"-1"0,0 0-2 0,0 0-19 16,0 0 13-16,-10-2-7 0,10 2 6 0,0 0-9 15,-9 3 3-15,9-3 0 0,-8 3-3 0,8-3-2 16,-12 3 0-16,4-2-2 0,0 1-3 0,-2-1-3 15,2 1-1-15,-3-2 0 0,1 2 1 16,-2-1 2-16,1-1 2 0,-1 1-1 0,-1-1-8 0,3 0 13 16,-1 0 4-16,1-1-5 0,10 1-11 0,-20 0 16 15,13-1 0-15,-1 0 0 0,8 1 4 0,-14-1-5 16,14 1-6-16,-13-3 11 0,8 3-11 0,5 0 4 16,-9-3 2-16,9 3 1 0,-13-4-1 0,13 4 16 15,-7-2-9-15,7 2-3 0,0 0 9 0,-9-2 5 16,9 2-3-16,0 0-10 0,0 0 5 0,0 0-7 15,-9-1 3-15,9 1-2 0,0 0 3 0,0 0-2 16,0 0 1-16,0 0-6 0,-10-1-2 0,10 1 4 16,0 0-8-16,0 0-3 0,0 0 3 0,0 0-1 15,0 0-1-15,0 0-2 0,0 0-6 0,0 0 8 16,0 0-4-16,0 0 13 0,0 0 3 0,0 0 4 0,0 0-4 16,29 3 2-16,-16-2-3 0,-1-1-5 15,7 2-3-15,1-2-1 0,8 1 1 0,0 1-5 16,1-4 7-16,3 4 1 0,0-1 0 0,3-1 3 0,1 0 2 15,3 0 0-15,0 0 0 0,13-1-5 0,-14 2 3 16,13-1 2-16,-11-1-2 0,11-2-4 0,-1 1-2 16,-13 2 3-16,3 0 1 0,10-1-6 15,-11 1-1-15,-2-1 3 0,14 1-5 0,-12 1 1 16,-2-1 2-16,2 0-1 0,0 1-7 0,14-1 5 0,-14-1 2 16,12 1-3-16,-13 0 2 0,0 0-3 0,1 1 2 15,-2-1-3-15,1 0 1 0,-2 0-1 0,1 0-3 16,-3 2-1-16,2-2 2 0,0-2 0 0,-3 4 1 15,1-2 0-15,-4 0 0 0,1 0-1 0,-4-3-4 16,1 4 0-16,-8-1 2 0,-2 2 1 16,3-1 2-16,-1-1-7 0,-2 0 7 0,0 0-5 0,0 0-2 15,0 2 7-15,-2-2 0 0,0 0 3 0,-5 0-4 16,2-2 0-16,0 2 2 0,1 0-1 0,-3 2-1 16,0-2-5-16,0 0 3 0,-3 1 3 0,2-1-7 15,-4 1 0-15,-6-1 1 0,14 2 0 0,-14-2 2 16,11 0-2-16,-11 0-1 0,11 1 1 0,-11-1-2 15,9 2 2-15,-9-2-2 0,9 1 4 0,-9-1 3 16,9 1 3-16,-9-1 0 0,9 1-4 0,-9-1 3 16,10-1-4-16,-10 1 4 0,10 1-1 0,-10-1 3 0,12-1-2 15,-12 1 2-15,9 0 0 0,-9 0-1 16,0 0 0-16,9 0 5 0,-9 0-3 0,0 0 6 16,0 0-2-16,9 1 4 0,-9-1 1 0,0 0-2 0,0 0 0 15,0 0 1-15,0 0-3 0,0 0 3 0,0 0-3 16,0 0 0-16,0 0-3 0,0 0 3 15,0 0-2-15,0 0-4 0,0 0-1 0,0 0 1 16,0 0-3-16,0 0-1 0,0 0-2 0,0 0-1 0,10-1 2 16,-10 1-1-16,0 0-2 0,0 0 2 0,0 0-1 15,0 0-2-15,0 0-1 0,0 0 2 0,0 0-1 16,0 0 2-16,0 0-1 0,0 0-1 16,0 0-1-16,0 0-3 0,0 0 5 0,0 0-4 0,0 0 1 15,0 0 3-15,0 0-3 0,0 0 0 0,0 0 4 16,0 0-3-16,0 0 0 0,0 0 1 0,0 0-2 15,0 0 1-15,0 0-1 0,0 0 2 16,0 0-1-16,0 0-1 0,0 0 2 0,0 0-2 0,0 0-1 16,0 0 4-16,0 0-4 0,0 0 6 0,0 0-6 15,0 0-1-15,0 0 2 0,0 0 0 0,0 0 0 16,0 0 6-16,0 0-6 0,0 0-4 0,0 0 5 16,0 0 0-16,0 0-2 0,0 0 5 0,0 0-5 15,0 0 2-15,0 0-3 0,0 0 2 0,0 0-2 16,0 0 3-16,0 0-2 0,0 0 1 0,0 0-4 15,0 0 2-15,0 0 3 0,0 0-1 0,0 0 2 16,0 0-3-16,0 0 0 0,0 0 5 0,0 0-8 16,0 0 4-16,0 0-3 0,0 0 5 0,0 0-5 15,0 0 3-15,0 0-3 0,0 0 1 0,0 0 3 16,0 0-1-16,0 0 2 0,0 0 0 0,0 0-4 16,0 0 0-16,0 0 1 0,0 0 1 0,0 0-1 15,0 0 2-15,0 0-1 0,0 0-3 0,0 0 1 16,0 0 1-16,0 0 3 0,0 0 5 0,0 0-8 15,0 0 1-15,0 0 1 0,0 0-4 0,0 0 3 0,0 0-2 16,0 0 2-16,0 0-1 0,0 0-1 0,0 0 4 16,0 0-1-16,0 0-1 0,0 0-4 15,0 0 8-15,0 0-3 0,0 0 0 0,0 0-1 16,0 0 2-16,0 0-3 0,0 0 2 0,0 0-2 0,0 0 3 16,0 0 0-16,0 0 0 0,0 0-1 0,0 0 1 15,0 0-2-15,0 0 1 0,0 0-3 0,0 0 1 16,0 0 3-16,0 0 2 0,0 0-4 15,0 0 0-15,0 0 2 0,0 0-1 0,0 0 1 0,0 0 0 16,0 0 1-16,0 0 2 0,0 0 1 0,0 0 1 16,0 0-3-16,0 0 3 0,0 0-1 0,0 0 3 15,0 0-4-15,0 0 1 0,0 0 1 0,0 0 0 16,0 0-3-16,0 0-2 0,0 0 1 0,0 0 3 16,0 0-4-16,0 0 1 0,0 0-4 0,0 0 7 15,0 0-3-15,0 0-2 0,0 0-1 0,0 0 2 16,0 0 2-16,0 0-3 0,0 0 1 15,0 0 1-15,0 0-2 0,0 0 0 0,0 0-3 0,0 0 3 16,0 0 1-16,0 0-1 0,0 0-4 0,0 0 3 16,0 0 0-16,0 0 3 0,0 0-3 0,0 0 1 15,0 0 3-15,0 0-2 0,0 0-2 0,0 0-2 16,0 0 4-16,0 0 0 0,0 0-3 0,0 0 0 16,0 0 2-16,0 0 0 0,0 0-1 0,0 0 2 15,0 0 1-15,0 0-4 0,0 0 1 0,0 0 3 16,0 0-7-16,0 0 6 0,0 0-1 0,0 0 1 15,0 0-3-15,0 0-1 0,0 0-5 0,0 0-1 16,0 0-10-16,0 0-7 0,0 0-7 0,0 0-16 16,0 0-13-16,0 0-19 0,0 0-21 0,0 0-26 15,0 0-18-15,0 0-20 0,0 0-45 0,0 0-131 16,0 0-367-16,-27-7 163 0</inkml:trace>
  <inkml:trace contextRef="#ctx0" brushRef="#br0" timeOffset="111298">20227 10327 19 0,'6'-3'32'0,"-6"3"-5"0,0 0-3 16,0 0-5-16,0 0 1 0,0 0 1 0,0 0-4 16,0 0-1-16,0 0-3 0,0 0 8 0,0 0-7 15,0 0 1-15,0 0-3 0,0 0 1 0,0 0-1 16,0 0-2-16,0 0-4 0,0 0 3 0,0 0-1 16,0 0-1-16,0 0 4 0,0 0-5 0,0 0-4 15,0 0 2-15,0 0 6 0,0 0-3 0,0 0 5 16,-27 2-9-16,27-2 6 0,0 0-4 0,-14 0 3 15,14 0-3-15,-10 0-1 0,10 0 3 16,-9 0 4-16,9 0 0 0,0 0-3 0,-13 0-2 0,13 0-8 16,-10-2 4-16,10 2 3 0,-11 0-7 0,11 0 8 15,-11 0 0-15,11 0 0 0,-10-1 4 0,10 1-3 16,-11 0 5-16,11 0-6 0,0 0 3 0,-9-1-1 16,9 1 5-16,0 0 0 0,0 0-4 0,-11-2 8 15,11 2-1-15,0 0 4 0,0 0-9 0,0 0-1 16,0 0 3-16,0 0-2 0,0 0 3 0,-7-3-4 15,7 3 2-15,0 0 0 0,0 0 4 0,0 0 1 16,0 0-8-16,0 0 0 0,0 0-4 0,0 0 6 16,0 0-1-16,0 0 0 0,0 0 5 0,0 0-2 15,0 0-5-15,0 0 12 0,0 0-11 0,0 0 2 0,0 0 3 16,0 0-4-16,0 0 8 0,0 0-9 16,0 0 7-16,0 0 0 0,0 0 4 0,0 0-11 15,0 0 11-15,30 0-9 0,-30 0 0 0,11-2-3 16,-11 2 9-16,14 2-13 0,-6-2 13 0,-8 0-3 0,17-2-2 15,-8 2-8-15,1 0 15 0,1 0-18 0,2 0 11 16,-1 0-3-16,2 2 0 0,-1-1 4 0,7-1 1 16,-3 1-8-16,3-1 3 0,0 1 1 15,-2 1 6-15,3 0-7 0,-1-2 9 0,0 2-11 0,1-2-3 16,0 0 5-16,0 1-10 0,1-1 5 0,0 0-2 16,6 2 4-16,1-2 7 0,-1 2-14 0,2-2 12 15,-3 2-9-15,2 0 3 0,1-1-4 0,0-1 4 16,0 1 2-16,0 1-3 0,0-2-3 0,0 2 7 15,0-4-11-15,-2 2 8 0,-1 0-7 0,1 0 7 16,2 0-1-16,-2 2-2 0,1-4-2 0,-1 2 3 16,0 0-2-16,-1-2 1 0,0 4-3 0,1-2 8 15,-2 2-5-15,1-1 2 0,-5-1 2 0,7 1-2 16,1-2 0-16,-3 0 8 0,0 2-7 0,1-2 7 16,-2 1-3-16,3-2-5 0,-1 2 6 0,-2 0-2 15,-4 0 0-15,6 0 15 0,1 0-15 0,-1 0 8 16,-7-2-11-16,9 2 4 0,-2 0 2 0,-8 0 0 15,2 0-2-15,-2 0 11 0,1 2-2 0,1-4 1 16,-1 2-6-16,1 0-2 0,-1-1 0 0,0 0-5 0,2 1 2 16,-2-2 4-16,0 2 2 0,0 2-4 0,-1-2-1 15,1 1 7-15,0-1-8 0,-3 0-1 16,0 0-1-16,4 1-2 0,-3-1 3 0,0 0 1 0,-1 2-2 16,3-4 0-16,-6 2-3 0,2 0 4 0,0 0-3 15,2 0 0-15,0-1 5 0,1 4-2 16,-2-3-6-16,2 0 6 0,-2 0 6 0,1 0-2 15,2 0 3-15,-3 0-7 0,1 0 7 0,0-2-1 0,2 2-5 16,-2 2-1-16,0-4 2 0,0 1 2 0,0 1-1 16,-1-1-3-16,0 2 2 0,-4-1 0 15,4-1 1-15,0 1-4 0,-5 0 0 0,0 0 4 0,4-2-1 16,-5 2-3-16,1 0 2 0,-1 0-1 0,2 2-4 16,3-2-1-16,-5-2 4 0,2 5-4 0,-1-2 1 15,0-2 8-15,0 0-6 0,1 3 1 0,-2-3-2 16,-2 2-1-16,3-1 2 0,-3 0 2 0,0-1-3 15,2 1 4-15,-6 1 1 0,-6-1-2 0,14 0 2 16,-6 0 0-16,-8 0-6 0,13 2 6 0,-7-2-3 16,-6 0-4-16,10 0 6 0,-10 0-2 0,8 0 0 15,-8 0-1-15,0 0 1 0,9 0-6 0,-9 0 5 16,0 0 1-16,11 2 3 0,-11-2-4 0,8 1-5 16,-8-1 3-16,0 0 0 0,9 1 0 0,-9-1-7 15,0 0 10-15,0 0 3 0,0 0-4 0,9 0 0 0,-9 0 2 16,0 0 2-16,0 0 0 0,0 0 1 15,0 0 2-15,0 0-1 0,0 0 1 0,0 0 1 16,0 0 1-16,0 0-3 0,10 2-3 0,-10-2 4 16,0 0-4-16,0 0 5 0,0 0-4 0,0 0 1 0,0 0 0 15,0 0-4-15,0 0 3 0,0 0 5 0,0 0-3 16,0 0 0-16,0 0-2 0,0 0 0 16,0 0-3-16,0 0 1 0,0 0 4 0,0 0 1 15,0 0-3-15,0 0-1 0,0 0 0 0,0 0-2 16,0 0 2-16,0 0 1 0,0 0-7 0,0 0 2 0,0 0 2 15,0 0-2-15,0 0 0 0,0 0-2 0,0 0 0 16,0 0 4-16,0 0-2 0,0 0 1 16,0 0-2-16,0 0-1 0,0 0-2 0,0 0 2 0,0 0-1 15,0 0 1-15,0 0-3 0,0 0 2 0,0 0-2 16,0 0 3-16,0 0-4 0,0 0 5 0,0 0-4 16,0 0 0-16,0 0 2 0,0 0 2 0,0 0-4 15,0 0-1-15,0 0 1 0,0 0 2 0,0 0 0 16,0 0 2-16,0 0-4 0,0 0 0 0,0 0 2 15,0 0-2-15,0 0 2 0,0 0 2 0,0 0-3 16,0 0 2-16,0 0 0 0,0 0 0 16,0 0 1-16,0 0-1 0,0 0-7 0,0 0 5 0,0 0-1 15,0 0-1-15,0 0 2 0,0 0 0 0,0 0-1 16,0 0-1-16,0 0 1 0,0 0 3 0,0 0-3 16,0 0 0-16,0 0 0 0,0 0-2 0,0 0 5 15,0 0-2-15,0 0-1 0,0 0 3 0,0 0-1 16,0 0-2-16,0 0 1 0,0 0-2 0,0 0 3 15,0 0-1-15,0 0 0 0,0 0 2 0,0 0-2 16,0 0 4-16,0 0-7 0,0 0 4 16,0 0-3-16,0 0 3 0,0 0-1 0,0 0 1 0,0 0 1 15,0 0 0-15,0 0-2 0,0 0 1 0,0 0-1 16,0 0 0-16,0 0-1 0,0 0 6 0,0 0-4 16,0 0-5-16,0 0 5 0,0 0-1 0,0 0-1 0,0 0 2 15,0 0-3-15,0 0 2 0,0 0 1 16,0 0 0-16,0 0-3 0,0 0 2 0,0 0-1 15,0 0 4-15,0 0-1 0,0 0-1 0,0 0 0 16,0 0-1-16,0 0 0 0,0 0 4 0,0 0-5 0,0 0 0 16,0 0 1-16,0 0 3 0,0 0-2 15,0 0 0-15,0 0-1 0,0 0 3 0,0 0-5 0,0 0 2 16,0 0 2-16,0 0 0 0,0 0-1 0,0 0 3 16,0 0-2-16,0 0 1 0,0 0-1 0,0 0 7 15,0 0-1-15,0 0 1 0,0 0-1 16,0 0 4-16,0 0-6 0,0 0 2 0,0 0-1 0,0 0-3 15,0 0-1-15,0 0 1 0,0 0 0 0,0 0 2 16,0 0-10-16,0 0 8 0,0 0-1 0,4-8 1 16,-4 8-1-16,0 0-2 0,0 0 2 0,0 0-1 15,0 0 1-15,0 0 0 0,0 0-3 0,0 0 0 16,0 0 3-16,0 0 0 0,0 0-1 0,0 0-3 16,0 0-1-16,0 0 3 0,0 0 0 0,0 0 1 15,0 0-3-15,0-10-1 0,0 10 3 0,0 0-2 16,0 0 4-16,0 0 0 0,0 0-4 0,0 0 0 15,0 0 3-15,0 0-4 0,0 0 2 0,0 0 2 16,0 0-3-16,0 0 3 0,0 0-6 0,0 0 6 16,0 0-2-16,0 0-1 0,0 0-1 0,0 0 3 15,0 0-4-15,0 0 2 0,0 0-3 0,0 0 2 16,0 0 0-16,0 0 0 0,0 0-1 0,0 0 2 16,0 0 0-16,0 0 1 0,0 0-1 0,0 0 1 15,0 0-6-15,0 0 9 0,0 0-5 0,0 0 3 16,0 0-5-16,0 0 6 0,0 0-4 0,0 0 3 15,0 0-2-15,0 0-1 0,0 0 4 0,0 0-1 16,0 0-1-16,0 0 1 0,0 0-6 0,0 0 6 16,0 0 1-16,0 0-2 0,0 0-3 0,0 0 3 0,0 0-1 15,0 0 2-15,0 0-1 0,0 0 2 16,0 0-2-16,0 0 0 0,0 0-3 0,0 0 5 16,0 0-3-16,0 0 0 0,0 0-1 0,0 0 2 0,0 0 1 15,0 0-1-15,0 0 1 0,0 0-1 0,0 0 1 16,0 0 2-16,0 0-3 0,0 0 1 15,0 0-1-15,0 0 2 0,0 0-2 0,0 0 2 16,0 0-2-16,0 0-1 0,0 0 5 0,0 0-9 0,0 0 7 16,0 0-2-16,0 0 3 0,0 0-5 0,0 0 2 15,0 0 2-15,0 0-3 0,0 0 0 0,0 0-1 16,0 0 0-16,0 0-1 0,0 0 1 16,0 0 2-16,0 0 0 0,0 0-1 0,0 0 3 0,0 0-3 15,0 0 1-15,0 0 0 0,0 0 2 0,0 0-5 16,0 0-1-16,0 0 4 0,0 0 0 0,0 0-1 15,0 0 4-15,0 0 0 0,0 0-3 16,0 0 0-16,0 0 0 0,0 0-2 0,0 0 3 0,0 0-1 16,0 0 2-16,0 0-1 0,0 0 0 0,0 0-1 15,0 0 0-15,0 0 0 0,0 0 1 0,0 0-2 16,0 0-2-16,0 0-7 0,0 0-7 0,0 0-5 16,0 0-14-16,0 0-10 0,0 0-12 0,0 0-19 15,0 0-27-15,0 0-9 0,0 0-18 0,0 0-21 16,0 0-34-16,0 0-111 0,0 0-321 0,0 0 142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6:45:29.0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24541 9897 8 0,'0'0'20'0,"0"-11"-3"0,2 3-3 0,-2 8-4 15,0-13 6-15,2 6-9 0,-1 0 2 0,-1 7 2 16,2-12-5-16,0 4-2 0,-1 2 6 0,0-1-7 16,-1 7 3-16,4-15 1 0,-4 9-1 0,0 6-1 15,0-13 8-15,0 7-5 0,0 6-3 0,-2-13-3 16,2 13 3-16,-3-11 0 0,2 5 1 0,1 6 1 15,0-9 1-15,0 9-2 0,-3-11 3 0,3 11-11 16,-2-9 12-16,2 9-9 0,0-10 3 0,0 10-3 16,0-12 3-16,0 12 0 0,1-11 0 0,0 4-3 15,-1 7-1-15,3-12 4 0,-3 3 5 0,0 2-7 16,0 7 1-16,0-16 6 0,1 9-5 0,-1 0-1 16,0-3 1-16,0 10 0 0,1-14 2 0,-2 5-6 15,1 9 9-15,1-14 3 0,-1 7-5 0,0-1-1 16,0 0-2-16,0 8 0 0,-1-16-1 0,0 9 9 15,1 7 5-15,0-13-10 0,0 6 3 0,0 7-1 16,-3-15-6-16,3 7 0 0,0 8 1 0,-2-12 0 16,0 4-1-16,2 8 2 0,-2-11 7 0,0 5-2 15,2 6-1-15,-3-11-3 0,3 11 2 0,-3-9 9 16,3 9-2-16,-4-8-2 0,4 8-5 0,-1-7-1 0,1 7 1 16,-4-6 1-16,4 6-4 0,-4-8 3 15,4 8 0-15,-2-6 0 0,2 6-6 0,0 0 0 16,-3-7 1-16,3 7-2 0,0 0-2 0,0 0 5 15,-4-8-1-15,4 8 1 0,0 0-4 0,0 0 0 0,0 0 3 16,0 0-5-16,0 0-2 0,0 0 8 16,0 0-5-16,0 0 1 0,0 0 0 0,0 0 0 15,0 0-5-15,0 0 7 0,0 0-2 0,0 0-2 16,0 0 6-16,0 0-3 0,-6 19 0 0,6-19-4 0,0 10 4 16,0-10 1-16,0 8-4 0,0-8 3 15,0 11 5-15,1-6-7 0,-1-5-4 0,3 12 0 16,-2-7-3-16,2 1 10 0,-3-6-4 0,1 11 7 15,0-4-5-15,0-1-3 0,-1-6 3 0,2 12 3 0,-2-6-4 16,0 2 5-16,0-8-4 0,2 13 0 0,0-8 3 16,-2 2-5-16,0-7 1 0,1 13-3 0,0-5 6 15,0 1-5-15,1-1 1 0,-2 2 0 0,0-1 0 16,1 2-7-16,-2 2 0 0,3 1 1 16,-2 3-6-16,0 0-3 0,3-1-5 0,-6 1 10 0,6 1-5 15,-2-1-2-15,-2 0 0 0,1 0 2 0,0 0 3 16,0 2 0-16,0-2-7 0,-3-1 7 0,2 0 0 15,1 3-6-15,-1-2 6 0,2 1 0 16,-1 2-12-16,-1 1-1 0,-1-2-14 0,1 7-43 0,2-2 19 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05:32:53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6258 14700 30 0,'0'0'49'0,"0"0"0"0,0 0-3 15,0 0-3-15,0 0 1 0,0 0-5 0,-5-2-1 16,5 2-5-16,0 0 1 0,0 0-12 0,0 0 0 16,-5-9 2-16,5 9 1 0,0 0-5 0,-4-6-5 15,4 6-1-15,0 0 2 0,-7-6-5 0,7 6-11 16,-6-8-1-16,6 8-7 0,-4-10 1 0,4 10 4 16,-5-9-5-16,4 2 5 0,0 0-4 0,-1-3 5 15,1-1-6-15,-2 0 9 0,2 0-1 0,1-6-4 16,-1 0 5-16,1-2-11 0,0 1 3 0,0-2 0 15,1-3 3-15,-2 3-1 0,1-5-4 0,-1 0 1 16,2 1-9-16,-1-1 5 0,0-1 5 0,1 0-8 16,-1 0 2-16,-2-3 5 0,0 3-4 0,-4-3-2 15,2 3-4-15,0-1 0 0,0-2-2 0,-2 0 5 16,2 0 10-16,-3 1 2 0,3 0 4 0,-4-3-5 16,4 0 1-16,-1-1-3 0,2-3-2 0,0 3 10 15,-1-16 7-15,1 13-17 0,3-14 0 0,-1 3 5 16,2-2-5-16,1 2 2 0,-1-5 2 0,1-1-7 15,0-3 7-15,0 1-6 0,2 1 8 0,1-2-4 16,2 0-4-16,-1-2 4 0,0 1 8 0,-1 1-9 16,-1 4 5-16,1-1-8 0,1 4 1 0,-1 0 5 15,-3 3-6-15,2 9 1 0,-1-12-17 0,-2 15 22 16,1-2-17-16,-2-1-23 0,0 1 10 0</inkml:trace>
  <inkml:trace contextRef="#ctx0" brushRef="#br0" timeOffset="4718.13">7976 6602 19 0,'0'0'15'0,"0"0"-3"16,1-7 5-16,-1 7-7 0,0 0-2 16,0 0 2-16,0 0 1 0,0-9 8 0,0 9-3 15,0 0-7-15,2-6 8 0,-2 6-2 0,0 0-1 16,0 0-4-16,2-7 5 0,-2 7-8 0,0 0 2 15,0 0 0-15,0 0-3 0,1-9 2 0,-1 9 3 16,0 0 2-16,0 0-8 0,0 0 3 0,0 0-2 16,0-9 3-16,0 9-2 0,0 0-2 0,0 0 2 15,0 0-7-15,0 0 0 0,0 0 0 0,0 0-1 16,0 0-2-16,0 0 0 0,0 0 5 0,0 0 1 16,0 0-5-16,0 0-1 0,0 0 6 0,0 0 3 15,0 0 0-15,0 0-6 0,0 0-1 0,0 0-4 16,0 0 2-16,0 27-2 0,0-27-1 0,0 0-5 0,-1 10-1 15,1-10 0-15,0 10-1 0,0-10 2 16,0 8-4-16,0-8-3 0,1 10-20 0,-1-10 31 16,0 8-23-16,0-8-32 0,1 11 14 0</inkml:trace>
  <inkml:trace contextRef="#ctx0" brushRef="#br0" timeOffset="6372.48">7983 6776 16 0,'0'0'14'0,"0"0"-2"16,0 0-4-16,0 0 7 0,0 0 2 0,0 0-7 15,0 0-4-15,0 0 5 0,0 0-2 0,0 0 1 16,0 0-6-16,0 0 1 0,0 0 2 0,0 0 1 15,0 0-4-15,0 0-2 0,0 0 6 0,0 0-3 16,0 0-1-16,-2-24-2 0,2 24 2 0,0 0-2 16,0 0 3-16,0 0-9 0,5-7 8 0,-5 7-4 15,0 0-1-15,0 0 2 0,4-6-1 0,-4 6-3 16,0 0 7-16,0 0-5 0,6-4 2 0,-6 4 0 16,0 0-6-16,5-7 2 0,-5 7 7 0,0 0 1 15,5-3 1-15,-5 3-7 0,0 0-4 0,0 0 5 16,7-6 1-16,-7 6-2 0,6-3 1 0,-6 3-1 15,6-3 1-15,-6 3-5 0,0 0 2 0,9-5-5 16,-9 5-1-16,7-2-2 0,-7 2 6 0,0 0-4 16,10-2 1-16,-10 2-4 0,7-2 2 0,-7 2 0 15,8-3 2-15,-8 3 0 0,8-4 5 0,-8 4-11 16,8-4-15-16,-8 4 7 0</inkml:trace>
  <inkml:trace contextRef="#ctx0" brushRef="#br0" timeOffset="6759.08">8498 6569 2 0,'8'-2'2'0,"-8"2"-3"16,18-2-1-16</inkml:trace>
  <inkml:trace contextRef="#ctx0" brushRef="#br0" timeOffset="6851.59">8606 6554 4 0,'8'-1'-1'0,"-8"1"1"0,16-1 2 15,-10 0-2-15,-6 1 0 0,16-1-2 16,-10-1 1-16,-6 2 1 0,14 0 3 0,-9-2-5 0,-5 2 4 16,12 0-4-16,-12 0 0 0,14-3 9 0,-9 2-9 15,-5 1-1-15</inkml:trace>
  <inkml:trace contextRef="#ctx0" brushRef="#br0" timeOffset="6989.55">8726 6538 1 0,'0'0'1'16,"11"0"4"-16,-11 0-4 0,10-3 2 0,-10 3-6 16,11-1-1-16,-11 1 5 0,12 0-3 0,-5-2 0 15,-7 2 6-15,11-1-6 0,-2 2 0 0,-9-1 6 16,14-1-6-16,-14 1 2 0,16 0 2 0,-9 1 1 15,2-1-2-15,-2 2-3 0,-7-2 2 0,16 0-1 16,-9 0 3-16,2 0 0 0,-1 1-1 0,-8-1 2 16,15 0 2-16,-8 0-9 0,3 0 4 0,-2 0-3 15,-8 0 4-15,18-1-4 0,-10-1-2 16,-1 1 2-16</inkml:trace>
  <inkml:trace contextRef="#ctx0" brushRef="#br0" timeOffset="7459.16">10112 6483 5 0,'12'0'6'0,"-2"0"-2"0,0 0 3 16,2-1-3-16,-3 0 3 0,1 2-5 0,1-1 4 15,0 1-3-15,-4-1 2 0,3 0 0 0,-10 0-3 16,16 3-3-16,-10-3 5 0,-6 0-15 0,13 0-9 16,-8 1 4-16</inkml:trace>
  <inkml:trace contextRef="#ctx0" brushRef="#br0" timeOffset="8323.74">11177 6464 2 0,'19'0'5'16,"-2"2"0"-16,2-2 5 0,-2-2-2 0,0 2 5 16,1 2-3-16,-5-2-1 0,0 0 1 0,2 0-2 15,2 1 0-15,-3-1 2 0,-1-1-3 16,2 2 0-16,-2-2-7 0,1 2 7 0,-1-1-5 0,0 1 2 16,1-1-4-16,-1 1 7 0,1 0 1 0,-3-1 2 15,7 0-6-15,-6 0 0 0,1 0-2 0,0-1 0 16,-1 2-1-16,1-1 7 0,0 0-6 0,1 1 3 15,-2-1 2-15,6-1-1 0,-5 2-5 0,1-2-2 16,0 0 3-16,-1 2 7 0,4-2-8 0,0 0 0 16,1 1 2-16,1-1 0 0,-4 1 2 0,1 0-5 15,-5-1 1-15,3 1 5 0,0 0-4 0,-1 0 2 16,2 0-3-16,-1 0-2 0,0 1 1 0,-1-1 5 16,3 2-5-16,-2-3 4 0,4 0-5 0,1 2 1 15,0-2-3-15,1 1 9 0,0 0-4 0,1-1-1 16,1 1 4-16,-4-2-3 0,2 2 5 15,2 0-10-15,0 0-2 0,-1 0-9 0,-1-3-7 0,0 3-15 16,-2 0-38-16,0 0 16 0</inkml:trace>
  <inkml:trace contextRef="#ctx0" brushRef="#br0" timeOffset="9515.17">12944 6464 6 0,'21'0'19'0,"-1"2"-1"16,2-1-1-16,-3-2-8 0,10 2 9 16,-9-1-2-16,0 0-1 0,3 0 3 0,-1 0-4 15,5 0 0-15,-5 0-4 0,-1 0-4 0,10 1 2 16,-4-2 1-16,-7 2-1 0,11-1-6 0,-4-1 11 16,2-2-7-16,-1 3-1 0,1 0-3 0,-2 0 3 0,0 0 2 15,0 2 4-15,-4-2-3 0,3 1-3 16,-4 0-3-16,-1-2 2 0,-2 1-2 0,2 0 3 15,0-1-5-15,-2 1 2 0,2 0 5 0,0 0 3 16,-2 0-6-16,2 0-1 0,-3-2 0 0,1 2-3 16,-4 0 7-16,2 0-2 0,1 0 9 0,-1 0-2 15,2-3-5-15,-3 3 1 0,-1 0-1 0,2 3-6 0,-4-6 1 16,0 2 1-16,3 1 5 0,-1 0-11 16,3 0 3-16,-1 1 1 0,-4 2-2 0,5-3 1 15,-5 2-1-15,6-1 2 0,-6-1 6 0,0 2-7 16,3-2 4-16,-3 1 0 0,6 0-1 0,-6-1-1 15,1 2-2-15,0-2 2 0,0 0 1 0,2 0-3 0,-4 0 3 16,3 0-6-16,-1 0 5 0,-1-2-2 16,5 2 4-16,-5 0-4 0,1-1 8 0,-1 0-5 15,0 1-2-15,2-1 0 0,-2 0 0 0,1 0-3 16,-1 1-1-16,1-2 6 0,-3 2-2 0,1 0 3 16,0 0-2-16,-1 0 2 0,-2-3 2 0,1 3 2 15,-1-1-9-15,-9 1-7 0,16 0 10 0,-8 0 0 16,-8 0 1-16,14 0-1 0,-5 0-4 0,-9 0 10 15,15-1-14-15,-4 1 7 0,-3 0 4 0,0-2-3 16,-8 2 4-16,17 0 1 0,-6 0-2 0,-3-1 5 16,6 1-6-16,-5-2 7 0,1 2 0 0,3 0-4 15,-3-2-1-15,-1 2-2 0,3-1-1 0,-1 1 2 16,0-1-2-16,1 1 3 0,-2 0 1 0,1-1-5 16,-1-1 5-16,1 1 0 0,0 2-3 0,1-1-3 15,-3 0 1-15,-1 0 4 0,1 2-8 0,-9-2 2 16,14-2 5-16,-6 2-5 0,-8 0 1 0,15 0-4 15,-11-1 8-15,-4 1 8 0,10 1-12 0,-10-1-5 16,13 0 8-16,-13 0 1 0,9 0-1 0,-9 0-7 16,8 0 8-16,-8 0-5 0,10 0 5 0,-10 0 2 15,0 0-6-15,9 0 3 0,-9 0 5 0,0 0-3 16,0 0 7-16,13-1 1 0,-13 1 3 0,0 0-3 16,10 0 2-16,-10 0-6 0,0 0 5 0,7-1 1 15,-7 1-13-15,0 0 8 0,0 0-4 0,0 0 11 16,11 0-9-16,-11 0 2 0,0 0 2 0,0 0 2 15,0 0 2-15,0 0 4 0,0 0-5 0,7-1 11 16,-7 1-6-16,0 0 8 0,0 0-17 0,0 0-3 16,0 0 5-16,0 0-5 0,0 0 6 0,0 0-6 15,0 0-5-15,0 0 1 0,0 0-7 0,0 0-13 16,0 0-10-16,0 0-4 0,0 0-20 0,0 0-25 16,0 0-70-16,0 0-155 0,0 0 68 0</inkml:trace>
  <inkml:trace contextRef="#ctx0" brushRef="#br0" timeOffset="24290.02">17436 10418 29 0,'0'0'81'0,"0"0"-8"16,0 0-8-16,0 0-25 0,0 0 1 0,0 0-23 15,0 0-10-15,0 0-18 0,0 0-48 0,0 0-63 16,0 0 29-16</inkml:trace>
  <inkml:trace contextRef="#ctx0" brushRef="#br0" timeOffset="27146.21">7903 10329 5 0,'0'0'3'0,"12"-3"-5"16,-12 3 5-16,13-4-2 0,-5 1 3 16,-8 3-2-16,15-2-2 0,-15 2 0 0,15-2-3 0,-15 2 6 15,19-2-1-15,-19 2 2 0,16 1-2 0,-16-1-4 16,16 1 2-16,-4-1-4 0,-2 0 5 0,-10 0-5 16,25-1 6-16,-12 0-6 0,-1 1-2 15,1-3 1-15</inkml:trace>
  <inkml:trace contextRef="#ctx0" brushRef="#br0" timeOffset="33149.71">14432 12208 67 0,'2'-5'72'0,"-2"5"-13"15,0 0-1-15,0 0-15 0,7-5-3 16,-7 5-11-16,0 0-10 0,0 0-21 0,0 0-8 0,0 0-11 16,0 0-12-16,0 0-21 0,0 0-58 0,0 0 26 15</inkml:trace>
  <inkml:trace contextRef="#ctx0" brushRef="#br0" timeOffset="34285.58">15216 13775 87 0,'0'0'85'0,"0"0"-21"0,0 0 4 0,0 0-4 16,0 0 0-16,0 0-7 0,0 0 1 0,0 0-8 15,0 0 7-15,0 0 1 0,0 0-2 0,0 0 0 16,0 0-5-16,0 0-4 0,0 0-9 0,0 0 7 0,0 0 2 16,0 0-18-16,0 0 2 0,0 0 0 15,0 0-6-15,0 0 7 0,0 0-10 0,0 0-1 0,0 0-2 16,0 0-6-16,0 0 1 0,0 0 8 15,0 0-12-15,0 0-5 0,0 0 5 0,0 0 0 0,0 0-5 16,8 1 2-16,-8-1 3 0,0 0-11 0,0 0 2 16,0 0 5-16,0 0 1 0,0 0-4 15,0 0-4-15,0 0 4 0,0 0-2 0,0 0-4 0,0 0-7 16,0 0 0-16,0 0-26 0,0 0-5 0,0 0-10 16,0 0-6-16,0 0-5 0,0 0-4 0,0 0-10 15,0 0-15-15,0 0-57 0,0 0-159 0,0 0 70 16</inkml:trace>
  <inkml:trace contextRef="#ctx0" brushRef="#br0" timeOffset="35405.78">15932 14076 54 0,'3'-4'85'0,"-3"4"-3"0,0 0-10 0,7-6-5 16,-7 6-11-16,7-4-2 0,-7 4-6 0,0 0-16 0,9-3-17 16,-9 3-14-16,0 0-15 0,11 0-20 0,-11 0-53 15,0 0-94-15,0 0 43 0</inkml:trace>
  <inkml:trace contextRef="#ctx0" brushRef="#br0" timeOffset="42492.25">15117 14994 3 0,'14'0'2'0,"-5"0"2"16,1 0 1-16,-2-1-3 0,-8 1-2 15,15-1 6-15,-6 1-8 0,-9 0 6 0,18 0-1 16,-11 0-1-16,-7 0 1 0,16 0 1 0,-7 0-10 15,1 0 5-15,-1-1 2 0,3 1 4 0,-1 0-4 0,-1 1 0 16,2-1 0-16,-1 0 0 0,-2 0-2 16,3 2 3-16,-5-2 2 0,4 0-3 0,-3 0 3 15,1 1-13-15,-9-1 8 0,16 2-2 0,-7-1 6 16,-9-1-1-16,14 1-1 0,-7-2-4 0,-7 1 2 16,16 1 0-16,-10-1 1 0,-6 0 2 0,13 2-2 15,-6-2 0-15,-7 0 1 0,15 0 3 0,-15 0-6 0,12 0 1 16,-12 0 3-16,11 0-5 0,-11 0 4 15,10 0 0-15,-10 0-8 0,10-2 9 0,-10 2-3 16,10 2 0-16,-10-2-1 0,8 0 2 0,-8 0 3 16,13 0 0-16,-13 0-3 0,16 0 2 0,-9 1-4 15,4-1 3-15,-2 1 1 0,2 0-9 0,-3-1-9 16,-8 0 4-16</inkml:trace>
  <inkml:trace contextRef="#ctx0" brushRef="#br0" timeOffset="45653.3">6111 14993 10 0,'0'0'32'0,"0"0"-6"0,0 0 4 0,0 0-7 15,0 0 3-15,0 0-7 0,0 0 0 0,0 0-1 16,0 0-2-16,0 0-3 0,0 0 1 0,0 0-4 16,0 0-2-16,0 0 2 0,0 0-4 0,0 0 4 15,-4-10-2-15,4 10-4 0,0 0 3 0,0 0 21 16,0 0-22-16,0 0 3 0,0 0-1 0,-2-8 2 15,2 8 2-15,0 0-1 0,0 0-5 0,0 0 5 16,0 0-3-16,0 0 4 0,0 0 0 0,-12 2-8 16,12-2 3-16,0 0 2 0,0 0-7 0,0 0-2 15,-8 5 0-15,8-5-2 0,0 0 6 0,-2 7 6 16,2-7 9-16,0 0 0 0,-3 6-7 0,3-6 5 16,0 0-5-16,0 0 4 0,9 9 6 0,-9-9 1 15,8 3 1-15,-8-3-6 0,0 0-1 0,11-2-2 16,-11 2 0-16,10-4-2 0,-10 4 3 0,10-7 0 15,-10 7 2-15,6-5 5 0,-3 1 6 16,-3 4 1-16,0 0 8 0,6-6-20 0,-6 6-1 16,0-9-3-16,0 9 6 0,0 0-9 0,-1-10-5 15,1 10 11-15,0 0-6 0,0 0-2 0,-5-10-5 16,5 10 3-16,0 0-5 0,-4-6 4 0,4 6 10 0,0 0-15 16,0 0 1-16,-11 1-1 0,11-1-2 0,0 0 13 15,0 0-19-15,-11 6 0 0,11-6 3 0,0 0 2 16,-6 3-3-16,6-3 2 0,0 0 2 15,0 0-4-15,0 0 7 0,0 0-4 0,0 0 2 16,0 0 1-16,0 0 4 0,0 0-3 0,0 0 2 16,0 0-1-16,0 0 0 0,0 0 1 0,0 0-6 15,0 0-1-15,0 0 6 0,0 0 0 0,0 0 3 0,0 0-7 16,0 0 4-16,0 0 2 0,0 0 1 16,0 0-7-16,0 0-4 0,0 0 8 0,0 0-1 15,0 0-14-15,0 0 10 0,0 0-6 0,0 0 5 16,0 0-3-16,0 0-1 0,0 0 1 0,0 0 3 15,-6 5-2-15,6-5 5 0,0 0-4 0,0 0-3 16,-2 7 4-16,2-7-1 0,0 0 5 0,0 0 8 16,0 0-15-16,0 9 7 0,0-9-3 0,0 0 1 15,0 0 3-15,0 0-4 0,0 0 7 0,11 2-4 16,-11-2-2-16,0 0-3 0,0 0 4 0,0 0 3 16,0 0 1-16,0 0-3 0,0 0 19 0,0 0-16 15,0 0-10-15,13-8 6 0,-13 8 2 0,0 0-9 16,0 0 6-16,0 0-1 0,0 0 5 0,0 0-6 15,0 0-6-15,0 0 7 0,0 0-6 0,0 0 4 16,0 0 4-16,0 0-5 0,0 0 5 0,0 0-1 16,-13 17-3-16,13-17-2 0,-1 8 2 0,1-8-1 15,0 0 4-15,3 13 7 0,-3-13-5 0,2 5 0 16,-2-5-3-16,5 3 5 0,-5-3 3 0,0 0 0 16,7 2 0-16,-7-2-7 0,0 0 7 0,0 0-6 15,0 0 10-15,0 0-7 0,0 0 1 0,13-6 3 16,-13 6-5-16,0 0 4 0,2-9-5 0,-2 9-5 15,0 0 1-15,-1-9 2 0,1 9 5 16,0 0-5-16,0 0 1 0,0 0-2 0,-8-11 3 16,8 11-5-16,-6-3 8 0,6 3-7 0,0 0 1 15,-9 0-5-15,9 0 9 0,0 0-8 0,-12 4 3 0,12-4 3 16,-5 6-1-16,5-6-1 0,-4 5-10 0,4-5-13 16,-4 8-24-16,4-8-9 0,0 10-11 0,0-10-64 15,0 0-143-15,3 11 64 0</inkml:trace>
  <inkml:trace contextRef="#ctx0" brushRef="#br0" timeOffset="47761.2">13313 15640 4 0,'0'0'41'0,"0"0"-4"0,0 0-7 0,0 0-1 16,0 0-20-16,0 0-16 0,0 0-18 0,0 0-25 16,0 0 12-16</inkml:trace>
  <inkml:trace contextRef="#ctx0" brushRef="#br0" timeOffset="49073.35">6158 14979 36 0,'0'0'52'0,"0"0"-3"0,0 0-2 15,0 0-5-15,0 0-2 0,-6-13-4 0,6 13 0 16,0 0-6-16,0 0 1 0,0 0-6 0,0 0 0 16,-4-4-1-16,4 4-8 0,0 0 6 0,0 0-7 15,0 0-1-15,0 0 2 0,0 0-1 0,0 0-4 16,-8-4 3-16,8 4 1 0,0 0-2 0,0 0 2 16,0 0-6-16,0 0 6 0,0 0 3 0,0 0-4 15,0 0-5-15,0 0 3 0,0 0 2 0,0 0-7 16,0 0-2-16,0 0 1 0,0 0-18 0,0 0-12 15,0 0-16-15,0 0-15 0,0 0-49 0,0 0-110 16,0 0 48-16</inkml:trace>
  <inkml:trace contextRef="#ctx0" brushRef="#br0" timeOffset="66005.88">7974 6413 5 0,'0'0'6'0,"0"0"-1"0,0 0 4 0,0 0-8 16,0 0 6-16,0 0-4 0,0 0 0 0,0 0 0 15,0 0 1-15,0 0-1 0,0 0-2 0,0 0 7 16,0 0-7-16,0 0 1 0,0 0-4 0,0 0-1 15,0 0-1-15,14 5 7 0,-14-5-5 0,0 0 5 0,0 0-3 16,0 0 3-16,0 0-1 0,8 3 1 16,-8-3 0-16,0 0 1 0,0 0 0 0,0 0 2 15,0 0 8-15,0 0-6 0,0 0-4 0,0 0 4 16,0 0-1-16,0 0 1 0,0 0-4 0,0 0-1 16,0 0 5-16,0 0-8 0,0 0 1 0,0 0 0 15,0 0 6-15,0 0-7 0,0 0 2 0,0 0-3 0,0 0 5 16,0 0-5-16,0 0 3 0,0 0 1 15,0 0-1-15,-26-7-1 0,26 7 4 0,0 0-2 0,-6-4-6 16,6 4 3-16,0 0 0 0,-6-4 3 16,6 4-3-16,0 0 2 0,-7-4 1 0,7 4-4 15,-5-5 2-15,5 5 0 0,0 0-1 0,-5-6 0 16,5 6 8-16,0 0-5 0,0 0 5 0,-5-5-5 16,5 5 1-16,0 0 4 0,0 0-3 0,0 0-1 15,0 0-4-15,0 0 3 0,0 0-2 0,0 0 3 16,0 0-2-16,0 0-3 0,0 0 0 0,0 0 3 15,0 0-2-15,0 0 2 0,0 0-1 0,0 0 0 16,0 0 3-16,0 0-3 0,0 0 7 0,0 0-5 16,0 0-7-16,0 0 5 0,0 0-1 0,0 0-1 15,0 0 3-15,0 0-6 0,0 0-1 0,0 0 7 16,6 24-5-16,-6-24 1 0,2 8-2 0,-2-8 2 16,0 0 1-16,1 10 3 0,-1-10 0 0,1 10 4 15,-1-3-1-15,0-7-6 0,0 12 5 0,1-5-4 16,-1-7 0-16,-1 15-6 0,1-7 3 0,0-2-2 15,-1 3 5-15,1-9 0 0,-1 17 0 0,1-9-1 16,0 0-3-16,-2 3-5 0,2 0 5 0,0-1 0 16,0 0 2-16,0 0 1 0,-1 2-2 0,1-2-3 15,0 3 2-15,0-3-3 0,0 3 2 0,1-2-3 16,1 2 10-16,-2-1-16 0,0 0-14 0,-2 4-30 16,2 2 14-16</inkml:trace>
  <inkml:trace contextRef="#ctx0" brushRef="#br0" timeOffset="69193.53">7868 16109 2 0,'0'0'23'0,"0"0"-11"0,0 0 3 0,0 0-8 16,0 0 4-16,-5-11 2 0,5 11 4 0,0 0-6 0,0 0 4 15,0 0 7-15,0 0-2 0,0 0 3 16,-5-12-4-16,5 12-1 0,0 0 4 0,0 0-8 0,0 0 6 16,0 0-3-16,0 0 4 0,0 0 0 0,-1-15-3 15,1 15 6-15,0 0-7 0,0 0 5 0,0 0-1 16,0 0 3-16,0 0-9 0,0 0 2 15,0 0 3-15,0-14-1 0,0 14-17 0,0 0 13 16,0 0-6-16,0 0 12 0,0 0-11 0,0 0-9 16,0 0 9-16,0 0-1 0,0 0 1 0,0 0-7 15,0 0-2-15,0 0 2 0,0 0 1 0,0 0-3 16,0 0 4-16,0 0-3 0,0 0 0 0,0 0-1 16,0 0 3-16,0 0-4 0,0 0-2 0,0 0 1 15,0 0-2-15,0 0 1 0,0 0 0 0,0 0 10 16,0 0-7-16,0 0-7 0,0 0 4 0,0 0-2 15,0 0 2-15,0 0 2 0,0 0-5 0,0 0 8 16,0 0-1-16,-5 37-1 0,5-37 3 0,0 0-7 16,0 0 6-16,0 0-11 0,0 0 14 0,0 0-13 15,5 17 6-15,-5-17-2 0,0 0-7 0,0 0 1 16,0 0-8-16,5 10 20 0,-5-10-15 0,0 0-2 16,0 0 5-16,0 0 0 0,0 0 4 0,0 0-5 15,0 0 6-15,0 0-2 0,0 0-1 16,6 8-3-16,-6-8 3 0,0 0-10 0,0 0-3 15,0 0-13-15,0 0 1 0,0 0-35 0,3 11-74 16,-3-11 33-16</inkml:trace>
  <inkml:trace contextRef="#ctx0" brushRef="#br0" timeOffset="79749.67">24346 434 61 0,'0'0'105'0,"0"0"-11"0,0 0-1 15,0 0-9-15,0 0 2 0,0 0-8 0,0 0 3 16,0 0-6-16,0 0 2 0,0 0-4 0,0 0 2 16,0 0 3-16,0 0-1 0,0 0-7 0,0 0 0 15,0 0-2-15,0 0-1 0,0 0-11 0,0 0 1 16,0 0-3-16,0 0-9 0,-26-35-2 0,26 35-9 15,0 0-1-15,0 0-1 0,0 0-5 0,0 0-10 16,0 0 6-16,0 0-1 0,0 0-6 0,0 0-4 16,0 0-3-16,0 0-4 0,0 0 8 0,0 0-7 15,0 0 1-15,0 0-3 0,0 0 3 0,0 0 4 16,0 0-10-16,0 0 7 0,0 0-1 16,0 0-2-16,0 0 2 0,0 0 4 0,0 0 6 15,0 0-10-15,0 0 3 0,0 0 2 0,0 0-4 16,0 0 6-16,0 0-5 0,0 0 2 0,0 0 3 15,0 0-1-15,0 0 3 0,57 60-3 0,-57-60-1 16,0 0-2-16,0 0 0 0,14 20 0 0,-14-20-2 16,0 0 5-16,0 0-5 0,17 22 0 0,-17-22-2 15,0 0 2-15,0 0 1 0,16 20-4 0,-16-20 4 16,0 0 1-16,0 0 5 0,0 0 2 0,21 26 0 16,-21-26-6-16,0 0 1 0,0 0-1 0,15 18-3 15,-15-18 3-15,0 0-2 0,0 0 4 0,20 22-5 16,-20-22-3-16,0 0 3 0,0 0-3 0,21 21-2 15,-21-21 1-15,0 0 3 0,21 18-4 16,-21-18-3-16,0 0 4 0,21 16 3 0,-21-16-3 16,0 0 0-16,23 16-4 0,-23-16 1 0,0 0 1 15,0 0 2-15,31 20-2 0,-31-20-2 0,0 0 3 16,24 16-1-16,-24-16-8 0,0 0 3 0,27 12 7 16,-27-12-1-16,0 0-5 0,30 13 3 0,-30-13 4 15,0 0 2-15,29 16-7 0,-29-16 2 0,0 0-1 16,33 12 2-16,-33-12-6 0,27 6-2 0,-27-6 6 15,31 8 3-15,-31-8 4 0,30 8-5 0,-30-8 1 16,32 7 6-16,-32-7 1 0,0 0-3 0,41 5 2 16,-41-5-7-16,0 0-4 0,46 7 15 0,-46-7-8 15,27 3 0-15,-27-3 2 0,0 0 1 0,38 2-4 16,-38-2-2-16,0 0 3 0,38 2 6 16,-38-2-12-16,0 0 9 0,0 0 2 0,48 4-7 15,-48-4 8-15,0 0-1 0,34 1-3 0,-34-1-3 16,0 0-4-16,0 0 5 0,44 1 3 0,-44-1-4 15,0 0-3-15,36 1 4 0,-36-1 3 0,0 0 2 16,43 1-8-16,-43-1-2 0,0 0 5 0,40 1-4 16,-40-1 5-16,0 0 2 0,46-1-6 0,-46 1-6 15,0 0 10-15,44-2 0 0,-44 2-2 0,31-3-1 16,-31 3 0-16,0 0 3 0,50-4 1 0,-50 4 1 16,36 1-5-16,-36-1 0 0,0 0 4 0,52-4 3 15,-52 4-1-15,36-3 2 0,-36 3-3 16,36-5 4-16,-36 5-5 0,35-3 0 0,-35 3 1 0,0 0 2 15,48-6-3-15,-48 6 2 0,31-4-6 16,-31 4 2-16,0 0 1 0,47-4 3 0,-47 4-4 16,34-8 1-16,-34 8-6 0,31-5 4 0,-31 5 2 15,0 0 0-15,50-10-1 0,-50 10-7 0,29-5 6 16,-29 5-2-16,31-5-1 0,-31 5-8 0,0 0 10 16,40-7 2-16,-40 7-2 0,0 0-2 0,46-10 1 15,-46 10 3-15,29-7-2 0,-29 7 3 0,0 0-4 16,40-8 5-16,-40 8-1 0,0 0-2 0,38-12 1 15,-38 12 2-15,25-5-2 0,-25 5 0 0,0 0 1 16,36-11-1-16,-36 11 1 0,0 0-10 16,41-12 7-16,-41 12 0 0,24-8 1 0,-24 8-2 15,31-10 6-15,-31 10 0 0,28-11-1 0,-28 11-6 16,0 0-2-16,37-11 4 0,-37 11-2 0,0 0 2 16,37-11 0-16,-37 11-1 0,0 0 3 0,36-12 0 15,-36 12 2-15,0 0-1 0,27-10-3 0,-27 10 8 16,0 0-1-16,29-14-3 0,-29 14-2 0,0 0 4 15,32-13 1-15,-32 13 3 0,0 0-1 0,27-14 1 16,-27 14 0-16,0 0 3 0,29-14-3 0,-29 14-6 16,0 0 3-16,26-14-6 0,-26 14 2 0,0 0 2 15,0 0-2-15,23-14 2 0,-23 14-1 0,0 0 0 16,0 0 0-16,0 0 2 0,29-13-2 16,-29 13-10-16,0 0 4 0,0 0 7 0,0 0 1 15,27-11-2-15,-27 11 1 0,0 0-1 0,0 0 10 0,0 0-4 16,0 0 2-16,0 0-3 0,0 0-2 0,27-17 2 15,-27 17 0-15,0 0-2 0,0 0 2 0,0 0-6 16,0 0 7-16,0 0 0 0,20-16 2 16,-20 16-10-16,0 0 2 0,0 0-1 0,0 0-1 15,0 0 1-15,0 0-2 0,0 0 4 0,0 0 1 16,0 0-3-16,0 0 1 0,0 0 1 0,0 0-4 16,0 0 2-16,23-15 0 0,-23 15 11 0,0 0-3 15,0 0 0-15,0 0 1 0,0 0 2 0,0 0 6 16,0 0-6-16,0 0 3 0,0 0-8 0,0 0 5 15,0 0-2-15,0 0 4 0,0 0-6 0,0 0-7 16,0 0 9-16,0 0-11 0,0 0-16 0,0 0-20 16,0 0-27-16,0 0-26 0,0 0-23 0,0 0-27 15,0 0-40-15,0 0-38 0,0 0-41 0,0 0-234 16,0 0-526-16,0 0 233 0</inkml:trace>
  <inkml:trace contextRef="#ctx0" brushRef="#br0" timeOffset="93206.81">25567 952 18 0,'0'0'20'0,"0"0"-3"0,0 0 6 0,0 0 2 15,0 0 1-15,0 0 1 0,0 0 8 0,0 0 0 16,0 0 1-16,0 0 0 0,0 0-5 0,0 0-1 16,0 0-9-16,0 0-2 0,0 0 4 0,0 0-6 15,0 0 3-15,0 0-8 0,0 0-3 0,0 0 6 16,0 0-4-16,0 0-8 0,0 0 9 0,0 0-17 15,0 0-10-15,0 0-6 0,0 0-20 0,0 0-1 16,0 0-25-16,0 0-71 0,0 0 32 0</inkml:trace>
  <inkml:trace contextRef="#ctx0" brushRef="#br0" timeOffset="99693.89">24252 1451 11 0,'0'0'23'15,"0"0"7"-15,0 0-8 0,0 0-2 0,0 0 6 16,0 0-6-16,0 0-4 0,0 0 15 0,0 0-4 15,0 0 7-15,0 0-5 0,0 0 8 0,0 0 3 16,0 0 7-16,0 0-7 0,0 0 5 0,0 0 8 16,0 0-11-16,0 0 9 0,0 0 2 0,0 0-8 15,0 0 7-15,0 0-1 0,0 0-6 16,0 0-4-16,0 0 1 0,0 0-7 0,0 0 5 16,0 0-20-16,0 0 7 0,0 0-2 0,0 0 6 0,0 0 5 15,0 0-7-15,0 0 1 0,0 0-5 0,0 0 4 16,0 0 2-16,0 0-1 0,0 0 0 15,0 0-2-15,0 0-6 0,0 0 1 0,0 0 5 16,24-14-6-16,-24 14-4 0,0 0-2 0,0 0 6 16,9-6-3-16,-9 6-1 0,5-7-9 0,-5 7-1 15,0 0 4-15,8-5 6 0,-8 5-8 0,0 0 4 16,8-6 1-16,-8 6-5 0,0 0 1 0,11-6 2 16,-5 4 0-16,-6 2 6 0,0 0-10 0,13-8 5 15,-13 8-2-15,7-5 1 0,-2 1-7 0,-5 4 5 16,10-5 5-16,-10 5-7 0,10-5 0 0,-10 5-5 15,12-7 6-15,-12 7-6 0,8-5 2 16,-5 3 1-16,-3 2-4 0,5-5 3 0,-5 5 0 16,0 0 5-16,17-6-5 0,-17 6-2 0,10-6 0 0,-10 6 7 15,8-4-9-15,-8 4-13 0,9-3 20 0,-9 3 1 16,7-5-2-16,-7 5 2 0,12-5-2 0,-12 5 2 16,10-6 4-16,-4 3-2 0,1-2-1 0,-7 5-3 15,9-6-1-15,-3 2 2 0,-6 4 1 16,13-4-1-16,-13 4-5 0,12-6 0 0,-6 1 1 15,-6 5 6-15,13-6-5 0,-7 2-1 0,3 1-6 16,-3-1 11-16,2 1-6 0,-1 0 0 0,-1 0 1 16,2 0 2-16,-1 1-6 0,0-3 0 0,-1 2 3 15,-6 3-5-15,13-6 3 0,-7 3 4 0,2 1-6 16,-3-1 3-16,1 0-4 0,-6 3 7 0,11-5-6 16,-8 2 5-16,-3 3-6 0,13-3 0 0,-9 0 2 15,-4 3-2-15,11-4-6 0,-11 4 6 0,9-3 2 16,-3 2-6-16,-6 1 8 0,7-3-7 0,-7 3 3 15,10-2 3-15,-10 2-3 0,9-3 5 0,-9 3-5 16,7-2 0-16,-7 2 3 0,13-2-1 0,-8-2 1 16,-5 4-2-16,10-3-2 0,-10 3 5 0,10-3-1 15,-10 3-6-15,6-3 3 0,-6 3 4 0,7-4-8 16,-7 4 5-16,13-5-4 0,-8 1 3 0,2 1 2 16,0 0-33-16,-1 0 0 0,-1-1 3 0,-5 4 0 15,13-7 8-15,-6 7 3 0,0-6-2 16,-1 4 5-16,-6 2 3 0,14-5 2 0,-8 0-1 15,1 3 0-15,-1-2 4 0,2 0-2 0,-2 1 4 16,1 0-3-16,-2-1-2 0,4 0 7 0,-2 1-6 16,-1-1 4-16,-6 4-2 0,9-5 4 0,-5 1-10 15,-4 4 12-15,14-4-2 0,-11 1-1 0,3 0 1 16,-6 3 2-16,10-6-9 0,-4 3 9 0,-6 3-7 16,8-4 7-16,-3 1 5 0,-5 3-5 0,12-7 2 15,-12 7 0-15,11-5 1 0,-11 5-5 0,7-4 2 16,-7 4-4-16,8-4 2 0,-8 4-5 0,0 0 9 15,12-5-5-15,-12 5 0 0,9-3 11 0,-9 3-3 16,9-3-7-16,-9 3 2 0,0 0 1 0,11-3-2 16,-11 3-1-16,0 0 0 0,9-4 6 0,-9 4-1 15,0 0 0-15,8-3 2 0,-8 3 1 0,0 0-6 16,13-4 5-16,-13 4-4 0,0 0-8 0,9-3 2 16,-9 3 7-16,0 0 3 0,10-3-7 15,-10 3-7-15,9-5-1 0,-9 5-6 0,0 0-11 0,14-2-4 16,-14 2-18-16,0 0-12 0,0 0-12 15,18-2-18-15,-18 2-21 0,11-2-102 0,-11 2-232 16,0 0 103-16</inkml:trace>
  <inkml:trace contextRef="#ctx0" brushRef="#br0" timeOffset="101467.15">25046 1078 9 0,'0'0'60'0,"0"0"-11"0,0 0 1 16,0 0-3-16,0 0-2 0,0 0-10 15,0 0-7-15,0 0 6 0,0 0-10 0,0 0 0 16,0 0-3-16,0 0 1 0,0 0 3 0,0 0-3 16,0 0 3-16,0 0-7 0,0 0 4 0,0 0-6 15,0 0 1-15,0 0 1 0,0 0-3 0,0 0 15 16,0 0-14-16,0 0 15 0,0 0-12 0,0 0 5 16,0 0-11-16,0 0 7 0,0 0-4 0,0 0 5 15,0 0-6-15,0 0 4 0,0 0-5 0,0 0 8 16,0 0-7-16,0 0-5 0,0 0 9 0,0 0 5 15,0 0-7-15,0 0 3 0,31-10-7 16,-31 10 5-16,10-4 13 0,-10 4-9 0,8-5 2 16,-8 5-3-16,11-3-4 0,-11 3 6 0,11-4-11 15,-11 4 4-15,10-6-2 0,-10 6-3 0,0 0 9 16,11-4-9-16,-11 4 0 0,7-4 1 0,-7 4 1 16,0 0-9-16,12-4 4 0,-12 4 3 0,0 0-3 15,13-4-3-15,-13 4 0 0,0 0 3 0,11-4 2 16,-11 4-4-16,9-2-1 0,-9 2-1 0,9-3-1 15,-9 3 0-15,0 0 1 0,14-4-2 0,-14 4-2 16,9-2 2-16,-9 2-10 0,10-4 13 0,-10 4-4 16,0 0 7-16,12-4-3 0,-12 4 7 0,0 0-15 15,11-4 0-15,-11 4 5 0,0 0-3 0,9-1 5 16,-9 1-1-16,0 0-3 0,0 0 4 0,11-4-6 16,-11 4 5-16,0 0 2 0,13-4-6 15,-13 4 1-15,0 0 5 0,0 0-19 0,16-6 20 16,-16 6-7-16,0 0 3 0,14-3-7 0,-14 3 8 0,0 0-1 15,11-4-6-15,-11 4 13 0,0 0-1 0,0 0-3 16,16-6 1-16,-16 6 0 0,0 0 0 0,9-4 0 16,-9 4 1-16,0 0-1 0,13-4-9 0,-13 4 12 15,0 0 1-15,0 0-7 0,0 0 6 16,0 0 3-16,0 0 0 0,0 0-5 0,0 0 3 16,0 0 3-16,0 0-5 0,0 0-5 0,43-18 5 15,-43 18-5-15,0 0 0 0,0 0-1 0,0 0 2 16,0 0-1-16,0 0 0 0,29-10 1 0,-29 10 1 15,0 0-5-15,0 0 2 0,0 0 5 0,0 0 2 16,0 0-5-16,0 0-5 0,32-7 10 0,-32 7-1 16,0 0-1-16,0 0-3 0,0 0 1 0,0 0 1 15,0 0-1-15,0 0-3 0,0 0 4 0,0 0 1 16,33-7-3-16,-33 7 1 0,0 0-8 0,0 0 6 16,0 0 2-16,0 0-4 0,0 0 6 15,0 0 0-15,0 0-4 0,0 0-1 0,36-5 10 16,-36 5 0-16,0 0-9 0,0 0 5 0,0 0-8 15,0 0 10-15,0 0-7 0,0 0-6 0,31-10 5 16,-31 10 4-16,0 0-4 0,0 0-1 0,0 0 0 16,0 0 4-16,0 0-7 0,0 0 10 0,0 0-3 15,34-4-4-15,-34 4 0 0,0 0 4 0,0 0-3 16,0 0-5-16,0 0 6 0,0 0 0 0,0 0-2 16,0 0 3-16,0 0-4 0,0 0 5 0,0 0-1 15,0 0 2-15,0 0-3 0,0 0-6 0,35-5 4 16,-35 5 7-16,0 0-6 0,0 0-3 0,0 0 6 15,0 0-6-15,0 0 1 0,0 0 0 0,0 0 6 16,0 0-11-16,33-10 3 0,-33 10 4 0,0 0-3 16,0 0-2-16,0 0 3 0,0 0 3 0,0 0-3 15,0 0-5-15,0 0 7 0,0 0 0 0,0 0-5 16,0 0 7-16,32-4 2 0,-32 4-5 0,0 0-5 16,0 0 8-16,0 0-2 0,0 0-2 15,0 0 1-15,0 0-1 0,0 0-1 0,0 0 2 16,0 0-4-16,0 0 4 0,33-9-1 0,-33 9-6 15,0 0 10-15,0 0 1 0,0 0-4 0,0 0 1 16,0 0-9-16,0 0 5 0,0 0 7 0,0 0-4 16,0 0-1-16,0 0 0 0,31-7-1 0,-31 7-1 15,0 0 3-15,0 0-2 0,0 0-2 0,0 0 3 16,0 0 3-16,0 0 0 0,0 0-3 0,0 0-1 16,0 0 5-16,0 0-4 0,0 0-1 0,0 0 1 15,34-6 1-15,-34 6-4 0,0 0-3 0,0 0 3 16,0 0-2-16,0 0 5 0,0 0 1 15,0 0-4-15,0 0 8 0,0 0-8 0,0 0 3 16,0 0 6-16,0 0-9 0,0 0 7 0,36-7-5 16,-36 7 2-16,0 0 0 0,0 0 3 0,0 0-8 15,0 0 8-15,0 0-1 0,0 0-6 0,0 0 5 16,0 0 1-16,0 0-4 0,0 0 2 0,32-7-1 16,-32 7-1-16,0 0 2 0,0 0 4 0,0 0-3 15,0 0-6-15,0 0 6 0,0 0 1 0,0 0-8 16,31-9 4-16,-31 9-1 0,0 0 3 0,0 0-5 15,0 0 6-15,0 0-4 0,0 0-1 0,0 0 8 16,0 0-4-16,33-9 0 0,-33 9 2 0,0 0 2 16,0 0-9-16,0 0 0 0,0 0 5 0,0 0-2 15,0 0 3-15,0 0-8 0,0 0 6 0,0 0-1 16,0 0-4-16,0 0 4 0,0 0 4 0,32-7-5 16,-32 7 2-16,0 0-3 0,0 0 3 0,0 0 4 15,0 0 0-15,0 0-4 0,0 0-2 0,0 0 1 16,0 0 2-16,0 0-3 0,31-9 7 0,-31 9-11 15,0 0-10-15,0 0-19 0,0 0-15 16,0 0-23-16,0 0-29 0,0 0-10 0,0 0-23 16,0 0-82-16,0 0-234 0,0 0 104 0</inkml:trace>
  <inkml:trace contextRef="#ctx0" brushRef="#br0" timeOffset="102217.03">25586 898 55 0,'0'0'73'16,"0"0"-4"-16,0 0-1 0,0 0-15 0,0 0 5 15,0 0 1-15,0 0-10 0,0 0 1 0,0 0-7 16,0 0-1-16,0 0-1 0,0 0-9 0,0 0 7 16,0 0-10-16,0 0 5 0,0 0-10 0,0 0 5 15,0 0-6-15,46-42-1 0,-46 42-2 0,0 0-3 16,0 0-2-16,0 0-2 0,33-9 1 15,-33 9 5-15,0 0-5 0,0 0 1 0,41-9-2 16,-41 9 5-16,0 0-6 0,28-5-8 0,-28 5 11 16,0 0 7-16,0 0-16 0,46-5 3 0,-46 5-1 15,0 0 0-15,34-5 1 0,-34 5-6 0,0 0-4 16,34-6 10-16,-34 6-8 0,0 0 9 0,0 0 0 0,43 0-7 16,-43 0 2-16,0 0 8 0,0 0-16 15,36-4 16-15,-36 4-8 0,0 0-2 0,0 0-3 16,0 0 10-16,37 0-7 0,-37 0-1 0,0 0-5 15,0 0 7-15,0 0-5 0,0 0 2 0,41 0 1 16,-41 0 2-16,0 0 1 0,0 0-1 0,0 0 0 16,0 0-2-16,41-1-6 0,-41 1 4 0,0 0-4 15,0 0 6-15,0 0-6 0,0 0 7 0,40 1 3 16,-40-1-10-16,0 0 1 0,0 0 5 0,0 0-9 16,0 0-1-16,0 0-1 0,0 0 2 0,0 0-5 15,40-1 2-15,-40 1 2 0,0 0-8 0,0 0 4 16,0 0-10-16,0 0 5 0,0 0-11 0,0 0-5 15,0 0-4-15,0 0-2 0,0 0-6 16,41 1 8-16,-41-1-15 0,0 0-9 0,0 0-4 16,0 0-55-16,0 0-130 0,0 0 57 0</inkml:trace>
  <inkml:trace contextRef="#ctx0" brushRef="#br0" timeOffset="102738.35">25839 833 44 0,'0'0'40'0,"67"-9"-3"0,-40 6-7 16,-27 3-3-16,50-4-5 0,-50 4 8 15,47 0-10-15,-47 0 7 0,41-4-2 0,-41 4-4 16,0 0-6-16,49 0-2 0,-49 0-4 0,0 0-12 16,36 3-3-16,-36-3-5 0,0 0-10 0,0 0-2 15,0 0-6-15,41-3-16 0,-41 3-48 0,0 0 21 16</inkml:trace>
  <inkml:trace contextRef="#ctx0" brushRef="#br0" timeOffset="103019.31">25872 820 17 0,'57'-3'76'0,"-57"3"-1"0,58 0-15 0,-58 0-1 15,57-1-12-15,-28 1-1 0,-29 0-5 0,38 1-6 16,-38-1-13-16,38 2-18 0,-38-2-10 16,0 0-12-16,50 7-14 0,-50-7-39 0,24 5-78 0,-24-5 35 15</inkml:trace>
  <inkml:trace contextRef="#ctx0" brushRef="#br0" timeOffset="103323.71">26259 891 15 0,'0'0'77'0,"0"0"1"0,56 6-10 16,-56-6-2-16,36 5 9 0,-36-5-10 0,47 5 6 15,-47-5-9-15,52 6-3 0,-25-3-4 0,-27-3-14 16,47 8-2-16,-20-3-2 0,-7-1-9 0,3 0 7 16,-3 0-14-16,0-1 7 0,3 2-8 15,-8-1-5-15,6 1 9 0,-2 0-4 0,-2 1-6 16,-4-3-13-16,0 2-4 0,0-1-24 0,-4 0-11 15,5-1-13-15,-5 1-6 0,-2-2-22 0,-7-2-48 16,11 7-137-16,-11-7 61 0</inkml:trace>
  <inkml:trace contextRef="#ctx0" brushRef="#br0" timeOffset="103594.42">26551 968 32 0,'8'2'67'0,"-8"-2"-23"0,12 8 0 15,-3-5-12-15,0 0 8 0,0 1-11 0,0 2 1 16,0-3-22-16,1 2 2 0,0-1-31 16,-3 0-32-16,2 1-57 0,0 0 26 0</inkml:trace>
  <inkml:trace contextRef="#ctx0" brushRef="#br0" timeOffset="103847.29">26739 985 10 0,'19'6'89'0,"0"0"-5"16,2-1-3-16,4 4-16 0,-7-3 0 0,0 0-9 15,2 0-2-15,-3 3-5 0,-2-2-8 0,2 0-16 16,-5-2-14-16,3 2-20 0,-1-1-19 0,-3-1-8 16,-2 0-12-16,4-1-38 0,-4 2-91 15,-4-3 41-15</inkml:trace>
  <inkml:trace contextRef="#ctx0" brushRef="#br0" timeOffset="104024.34">27011 1113 77 0,'17'6'85'0,"-7"-2"-11"0,-10-4-9 0,23 7-26 16,-14-2-22-16,0-2-23 0,-9-3-53 0,16 9-63 15,-16-9 28-15</inkml:trace>
  <inkml:trace contextRef="#ctx0" brushRef="#br0" timeOffset="107043.78">28734 675 2 0,'0'0'95'0,"0"0"-11"15,0 0-1-15,0 0-4 0,0 0 8 0,0 0-19 16,0 0 2-16,0 0-6 0,0 0-2 0,0 0-2 16,0 0 5-16,0 0-14 0,0 0-2 0,0 0-13 15,0 0-8-15,0 0 2 0,0 0-4 0,0 0-6 16,0 0 1-16,0 0-3 0,0 0 0 0,0 0-5 16,0 0-2-16,0 0 6 0,0 0-4 0,0 0-7 15,0 0 8-15,0 0 1 0,0 0 0 0,0 0-2 16,0 0-2-16,0 0 6 0,0 0-9 0,0 0 19 15,0 0-12-15,0 0 8 0,0 0-6 0,0 0 8 16,0 0 2-16,0 0-9 0,0 0 12 0,0 0-6 16,0 0 0-16,0 0 3 0,0 0-6 15,0 0 2-15,0 0 0 0,34 63-3 0,-34-63 3 16,0 0-1-16,0 0-11 0,16 27-2 0,-16-27 7 16,0 0-6-16,13 20 1 0,-13-20 5 0,0 0 6 15,0 0-2-15,21 26 0 0,-21-26-1 0,0 0 0 16,15 20-8-16,-15-20 11 0,0 0-8 0,0 0-6 15,21 24 3-15,-21-24 6 0,0 0-1 0,14 19-7 16,-14-19 6-16,0 0 2 0,0 0 2 0,21 22 1 16,-21-22 5-16,0 0-2 0,23 14-6 0,-15-8 6 15,-3-1 1-15,3 3-8 0,0-4-1 0,-2 0 2 16,2 2-3-16,1 0 4 0,-1-2-7 0,0 1-2 16,1 0 6-16,-1-1-2 0,1 0-5 0,-2 3 11 15,1-2-8-15,1-1-1 0,0 1 4 0,0 0-5 16,-2-3 1-16,5 5 2 0,-2-3 0 15,-1-1-4-15,3 3 2 0,-3-2 5 0,1-1-1 16,1 1 0-16,0 0 2 0,-1 1-4 0,-10-5 1 16,19 3-2-16,-6 0 3 0,-3 3-3 0,2-4-3 0,-1 2 3 15,-1-2-1-15,2 3 4 0,-1-1-2 0,1-2-3 16,-1 1 4-16,2-1-2 0,-1 1-5 0,0-3 0 16,-1 3 2-16,-2-1 3 0,3 0-2 15,-1 1-4-15,-1 0 3 0,1-2 0 0,0 1-4 16,-11-2 3-16,19 3-4 0,-8-1 4 0,0 0 2 15,1 0-4-15,1 0 3 0,0-1-1 0,-3 2 0 16,2-3 1-16,1 1 5 0,0 1 1 0,-13-2-7 16,27 1-1-16,-15 1 6 0,2 0 0 0,-14-2 2 15,25 0-1-15,-12 0-1 0,5 3-1 0,-5-3 2 16,-13 0-6-16,25 1 1 0,-12-1 3 0,-13 0-2 16,24 2-4-16,-8-2 0 0,-5 0 4 0,3 1-1 15,-1-2-4-15,0 1 4 0,-13 0 2 0,25 1 0 16,-11 1-5-16,-3-5-1 0,0 3 2 15,4 1 1-15,-2-2-2 0,0-1-3 0,0 2 5 16,0 0 1-16,1 2 0 0,-1-2-4 0,0-2 1 16,4 1 1-16,-3 1 3 0,3 0 7 0,1 0-12 15,-5-1 4-15,6-2 1 0,0 3 3 0,-1-3 15 16,-1 1-3-16,-4 0-3 0,6 0 1 0,-2 1-2 16,-3 1-2-16,-1-3-2 0,1 2-2 0,-1 0 5 15,2-1 1-15,3 0-3 0,0 0-7 0,-5 1 2 16,5-2-9-16,0 2 1 0,-2-2 11 0,1-1-8 15,-3 2 2-15,4-1-4 0,0 0 4 0,2 2-1 16,-2-2 2-16,0 0-2 0,-4 1-1 16,4 0-4-16,-5 0 3 0,4 2 2 0,-4-1-4 15,6-1-5-15,-3-4 1 0,3 4 3 0,0 2 2 16,-4-5-2-16,-1 4-2 0,-1-1 0 0,6-1 0 16,-6 2 0-16,6-3 7 0,-2 3-9 0,-1-4 2 15,-1 2-3-15,-1 0 9 0,1 0-6 0,3-1-2 16,-5 1-2-16,1-1 7 0,-3 1 0 0,2-1 0 15,5 1 2-15,-3-2 9 0,-2 2-10 0,4-3-2 16,-3 1-3-16,-3 2 10 0,-11 3-4 0,0 0 5 16,46-16-2-16,-46 16-1 0,0 0-4 0,39-16 6 15,-39 16-4-15,25-8 0 0,-25 8-1 16,29-10-3-16,-29 10-3 0,0 0 5 0,34-14-3 16,-34 14 3-16,0 0 0 0,36-12 1 0,-36 12-9 15,22-10 6-15,-22 10 1 0,0 0 5 0,34-13 0 16,-34 13 4-16,0 0 2 0,25-11 1 0,-25 11 1 15,0 0 3-15,0 0 1 0,28-12-3 0,-28 12-8 16,0 0 5-16,0 0 0 0,31-17-3 0,-31 17-2 16,0 0 5-16,0 0 0 0,26-14-7 0,-26 14 9 15,0 0-2-15,0 0 0 0,25-14-1 0,-25 14 4 16,0 0-15-16,0 0 19 0,26-13-7 0,-26 13 6 16,0 0-4-16,0 0-1 0,0 0 0 0,21-16 1 15,-21 16-8-15,0 0 8 0,0 0-2 0,0 0 2 16,0 0-1-16,0 0 3 0,20-19-8 15,-20 19 8-15,0 0-19 0,0 0 15 0,0 0 7 16,0 0-4-16,0 0-6 0,0 0 0 0,0 0 3 16,0 0-8-16,0 0 8 0,0 0-10 0,0 0 9 15,18-20 0-15,-18 20-6 0,0 0 1 0,0 0 0 16,0 0-11-16,0 0-2 0,0 0-3 0,0 0-10 16,0 0-21-16,0 0-26 0,0 0-30 0,0 0-35 15,0 0-32-15,0 0-62 0,0 0-60 0,0 0-253 16,0 0-580-16,0 0 258 0</inkml:trace>
  <inkml:trace contextRef="#ctx0" brushRef="#br0" timeOffset="113036">28505 1594 38 0,'0'0'109'0,"0"0"7"16,0 0-16-16,0 0-3 0,0 0-3 0,0 0-4 0,0 0-8 16,0 0 0-16,0 0-8 0,0 0-3 15,0 0-3-15,0 0-5 0,0 0-2 0,0 0 3 16,0 0-14-16,0 0 1 0,0 0 3 0,0 0-7 16,0 0-6-16,0 0 4 0,0 0-13 0,0 0-2 15,0 0-4-15,0 0-2 0,0 0-3 0,0 0 7 16,0 0-8-16,0 0-2 0,0 0-5 0,0 0-3 15,0 0 5-15,0 0 2 0,0 0 0 0,0 0 10 16,0 0-6-16,0 0-4 0,0 0 2 16,0 0-1-16,0 0-5 0,0 0 5 0,0 0-2 15,0 0 1-15,0 0-6 0,0 0 5 0,14-21-4 16,-14 21-3-16,0 0-1 0,0 0 0 0,0 0 0 16,6-8-2-16,-6 8 2 0,0 0 2 0,0 0-6 15,0 0 7-15,0 0 1 0,7-7-6 0,-7 7 2 16,0 0 0-16,0 0-2 0,7-6 4 0,-7 6-8 15,0 0 2-15,7-6 1 0,-7 6-7 0,0 0 7 16,6-10 3-16,-6 10 3 0,0 0-2 16,7-9-1-16,-7 9-4 0,4-6 7 0,-4 6-1 0,7-8-10 15,-7 8 8-15,7-6 0 0,-7 6-1 0,7-5-3 16,-7 5 3-16,0 0-1 0,8-8-3 0,-8 8-1 16,7-7 0-16,-7 7 5 0,5-6 2 15,-5 6-9-15,8-7 4 0,-8 7 1 0,8-5 2 0,-8 5-1 16,7-9-2-16,-7 9-2 0,9-5 0 0,-9 5 6 15,6-8-6-15,-6 8 0 0,7-5 6 0,-7 5 0 16,10-6-6-16,-10 6-1 0,8-7 7 0,-8 7-5 16,12-5 0-16,-12 5 0 0,10-7 2 15,-10 7-1-15,7-5-2 0,-7 5-4 0,11-5 7 16,-11 5-5-16,7-6-2 0,-7 6 4 0,12-4 1 16,-12 4-4-16,9-6 2 0,-9 6-3 0,10-7 1 15,-10 7 3-15,10-4 2 0,-10 4-1 0,9-5 2 16,-9 5-4-16,9-4 7 0,-9 4-8 0,11-5 5 15,-11 5-2-15,8-4 3 0,-8 4-9 0,11-3 6 16,-11 3-4-16,14-6 1 0,-14 6 1 0,11-4 1 16,-11 4 0-16,10-2-2 0,-10 2-2 0,11-5 5 15,-11 5-1-15,11 0-6 0,-11 0 0 0,9-4 5 16,-9 4-3-16,11-3 2 0,-11 3-4 0,12-3 5 16,-12 3-2-16,8-3 8 0,-8 3-8 0,12-6 2 15,-12 6 1-15,12-2-2 0,-12 2-1 0,14-4 2 16,-9 3-2-16,-5 1 0 0,9-3 2 0,-2 1-6 15,-7 2 4-15,7-4 7 0,-7 4-11 0,12-2 6 16,-12 2-1-16,11-4 2 0,-6 2 3 16,-5 2-7-16,13-5 1 0,-13 5 5 0,12-3-10 15,-12 3 5-15,14-4-26 0,-14 4 4 0,12-3-2 16,-4 0 7-16,-8 3 0 0,14-3 3 0,-14 3 7 16,14-4-4-16,-14 4 1 0,15-4-3 0,-15 4 8 15,12-3-2-15,-12 3-1 0,13-4 4 0,-13 4 3 16,13-2-4-16,-13 2 3 0,12-3 3 0,-12 3-3 15,13-5 3-15,-13 5 4 0,13-4-13 0,-13 4 9 16,14-1 0-16,-6-2 0 0,-8 3 2 16,13-3-2-16,-13 3 0 0,13-4-1 0,-13 4 7 0,13-4-8 15,-13 4-3-15,14-2 7 0,-14 2-5 0,14-3 1 16,-14 3 4-16,14-3-2 0,-6 2-5 0,-8 1 7 16,16-4-4-16,-16 4 2 0,17-4 1 15,-10 3 0-15,-7 1-3 0,15-3 3 0,-15 3 0 0,14-2 2 16,-14 2-1-16,12-3-4 0,-12 3 5 0,14-1 0 15,-14 1-8-15,13-2 7 0,-13 2-4 16,13-2-1-16,-13 2 7 0,13-2-7 0,-13 2 1 0,14-3 2 16,-14 3 4-16,16 0-2 0,-16 0-2 0,16-4 6 15,-9 2-2-15,-7 2-3 0,15-1 4 16,-4 1-1-16,0-2 1 0,-11 2-5 0,21-2 0 16,-10 2 4-16,-2-3-4 0,-9 3 5 0,19-3 0 15,-11 3 1-15,-8 0 0 0,16-3-1 0,-4 2 3 16,-1-2-3-16,-11 3 4 0,17 0-4 0,-17 0-3 15,21 0 6-15,-10 0-2 0,0-2-1 0,-11 2-5 16,16-2 8-16,-6 2-2 0,-10 0-3 0,14-1 0 16,-4-2 0-16,-10 3-1 0,18-1 2 0,-18 1-1 15,15 0-3-15,-15 0 3 0,15-1 2 0,-15 1-2 16,13-2 2-16,-13 2-2 0,14-2-3 16,-14 2 0-16,12-1 6 0,-12 1 2 0,13-1-8 15,-13 1 6-15,14-3-1 0,-14 3-2 0,15-2-4 16,-15 2 2-16,18-1 3 0,-9 1-4 0,2-1 2 15,-2-2-1-15,2 3 3 0,-11 0-2 0,16-1 1 16,-8 1 1-16,1-2-4 0,-9 2 0 0,15 0 2 16,-7 0 1-16,0-2-1 0,-8 2 1 0,15-1-5 15,-10 0 8-15,3-1-2 0,-8 2-2 0,0 0 3 16,19-2 2-16,-19 2 0 0,13 0-5 0,-13 0 1 16,15-2 4-16,-15 2-4 0,14-2 2 0,-14 2 4 15,18-2-7-15,-12 0 1 0,-6 2 3 16,19-3 5-16,-19 3-10 0,16-2 4 0,-8 1-3 15,-8 1 2-15,16 1-6 0,-16-1 4 0,14-3 0 16,-14 3 1-16,15-1-3 0,-15 1 0 0,15 0 2 0,-15 0-6 16,11-1 3-16,-11 1 0 0,13-2 2 0,-13 2-4 15,0 0 0-15,16-1 5 0,-16 1-1 0,0 0 0 16,13 0-1-16,-13 0 1 0,0 0 2 16,13-1-4-16,-13 1-1 0,11-3 6 0,-11 3 0 15,0 0-5-15,13-1 3 0,-13 1 1 0,13-1-2 16,-13 1 4-16,10-1-2 0,-10 1-1 0,11-3-2 15,-11 3 3-15,0 0 0 0,15-1-3 0,-15 1-2 16,9-3 7-16,-9 3-2 0,0 0 6 0,0 0-7 16,14-2-6-16,-14 2 14 0,0 0-4 0,11 0 0 15,-11 0-1-15,0 0 0 0,12-3 1 0,-12 3-3 16,0 0 0-16,10-3 0 0,-10 3 0 16,0 0-1-16,13-3-1 0,-13 3 4 0,14-4 3 15,-14 4-9-15,9-2 5 0,-9 2 2 0,13-4 1 16,-13 4-2-16,14-1-2 0,-14 1 5 0,11-2-4 15,-11 2-1-15,10-3-1 0,-10 3-1 0,13-1 3 16,-13 1-2-16,0 0 0 0,17-4 1 0,-17 4 0 16,14-2-3-16,-14 2-2 0,15-2 2 0,-7 0 4 15,-8 2-2-15,15-2 0 0,-15 2 1 0,15-3-3 16,-15 3 0-16,13-2 0 0,-13 2 0 0,13 0 1 16,-13 0-3-16,14-1 6 0,-14 1-2 0,12-1 1 15,-12 1 3-15,11-4-4 0,-11 4-4 0,0 0 2 16,15-2-3-16,-15 2 3 0,11-3-2 0,-11 3 1 15,0 0 2-15,15-1 2 0,-15 1-4 0,9-2 4 16,-9 2 0-16,0 0-2 0,14-1-1 16,-14 1 4-16,0 0-5 0,0 0-1 0,18-2 5 15,-18 2 26-15,0 0-7 0,0 0 1 0,19-1-7 16,-19 1 8-16,0 0-11 0,17-1 1 0,-17 1-3 16,0 0 7-16,14-1-9 0,-14 1-2 0,0 0 0 15,14-4 2-15,-14 4-2 0,0 0-2 0,15-2-1 16,-15 2 4-16,0 0 1 0,14-1-3 0,-14 1-2 15,0 0 2-15,17-2 0 0,-17 2 5 0,13-4-3 16,-13 4-2-16,16-1 0 0,-16 1-3 0,14-4 0 16,-14 4 6-16,19-2-2 0,-19 2-3 0,0 0-2 15,17-4 0-15,-17 4 7 0,14 0-6 0,-14 0 0 16,0 0 0-16,14-3-2 0,-14 3 6 0,0 0-2 16,0 0-4-16,17-3 1 0,-17 3 4 15,0 0 0-15,13-4 4 0,-13 4-12 0,0 0 6 16,12-1 0-16,-12 1 4 0,0 0 1 0,0 0-6 15,13-4 7-15,-13 4-2 0,0 0-3 0,12-2-3 16,-12 2 5-16,0 0-1 0,0 0 0 0,18-4-2 16,-18 4-11-16,6-2 14 0,-6 2-4 0,11-2 0 15,-11 2-1-15,0 0 3 0,0 0-3 0,17-1 6 16,-17 1-11-16,0 0 6 0,15-7-1 0,-15 7-2 16,12-3 2-16,-12 3-1 0,0 0 1 0,19-3 0 15,-19 3 3-15,0 0-10 0,14-4 4 0,-14 4 3 16,0 0 2-16,18-2-1 0,-18 2-6 15,0 0 2-15,13-2 2 0,-13 2 1 0,0 0-2 0,14-3-2 16,-14 3 6-16,0 0-3 0,0 0 2 0,18-2 0 16,-18 2 3-16,10-3-3 0,-10 3 0 15,0 0-5-15,18-2 3 0,-18 2 5 0,0 0-5 0,16 2-5 16,-16-2 2-16,0 0-7 0,18-2 12 16,-18 2 0-16,0 0 0 0,18-1-2 0,-18 1-3 15,0 0 3-15,16-2 4 0,-16 2-4 0,0 0 1 16,16 0-2-16,-16 0-1 0,0 0 6 0,21 0-4 15,-21 0 2-15,18-1 3 0,-18 1-4 0,0 0-5 16,0 0 1-16,34-1 0 0,-26 1 1 0,-8 0 4 16,0 0-5-16,0 0-1 0,27 0 7 0,-16 0 1 15,-11 0-4-15,0 0 2 0,17 1-8 0,-17-1 10 16,0 0 1-16,19 1-8 0,-19-1 4 0,0 0 1 16,17-2-3-16,-17 2 5 0,0 0 0 0,19 1 1 15,-19-1-5-15,0 0 2 0,17 0-2 16,-17 0 2-16,15-1 1 0,-15 1-2 0,0 0 0 0,21 2 0 15,-21-2 0-15,13 0 4 0,-13 0 0 16,15 2-2-16,-15-2 2 0,17 1 0 0,-17-1 6 16,14 2-1-16,-14-2-8 0,0 0 3 0,19 0 2 15,-19 0-4-15,14 0 6 0,-14 0-3 0,14 1-2 16,-14-1-3-16,17 2 3 0,-17-2 1 0,0 0 4 16,21 0-8-16,-14 1 5 0,-7-1-4 0,0 0 7 15,23-1 2-15,-23 1-3 0,19 2-1 0,-19-2-3 16,14 0 3-16,-14 0 0 0,16 2-5 0,-9-1 7 15,-7-1-3-15,14 0-4 0,-14 0 0 0,13 0-1 16,-13 0 1-16,9 2 7 0,-9-2-3 0,0 0-6 16,0 0 1-16,0 0 4 0,21 0 1 0,-21 0-2 15,7 1 2-15,-7-1-11 0,0 0 1 16,0 0 13-16,19 1 1 0,-19-1-4 0,9 1-6 16,-9-1 3-16,13 1-2 0,-13-1 5 0,14 5-2 15,-14-5-5-15,0 0-1 0,22 2 7 0,-16-2-3 16,-6 0 3-16,14 4-6 0,-14-4 2 0,17 2-1 15,-17-2 7-15,13 2-5 0,-13-2-3 0,15 1 7 16,-15-1-3-16,14 2-3 0,-14-2 9 0,0 0-8 16,19 4 7-16,-19-4-2 0,12 2-2 0,-12-2-3 15,0 0 3-15,19 2-3 0,-19-2 5 0,10 1-9 16,-10-1 9-16,0 0-2 0,17 3 1 0,-17-3-2 16,0 0-2-16,15 1 9 0,-15-1-1 15,0 0-5-15,14 6-7 0,-14-6 3 0,0 0 5 16,0 0-4-16,14 1 1 0,-14-1 1 0,0 0-4 15,0 0 8-15,0 0-9 0,14 3 3 0,-14-3-5 16,0 0 6-16,0 0 3 0,0 0-5 0,0 0-10 16,13 2 5-16,-13-2 4 0,0 0 3 0,0 0 5 15,0 0-5-15,0 0-6 0,0 0 1 0,0 0 9 16,14 4-4-16,-14-4 0 0,0 0-2 0,0 0 0 16,0 0-5-16,0 0 7 0,0 0 1 0,0 0-3 15,0 0-3-15,0 0-1 0,0 0 6 16,0 0 0-16,0 0-4 0,0 0-1 0,0 0-4 15,0 0 9-15,0 0 0 0,0 0-3 0,0 0-3 16,0 0 6-16,0 0 2 0,0 0-2 0,0 0-2 16,0 0 6-16,0 0 4 0,0 0-3 0,0 0-1 15,0 0-5-15,0 0-3 0,0 0 6 0,0 0 2 16,0 0-4-16,0 0-19 0,0 0-27 0,0 0-29 16,0 0-28-16,0 0-38 0,0 0-37 0,0 0-43 15,0 0-78-15,0 0-157 0,0 0-489 0,-48-2 218 16</inkml:trace>
  <inkml:trace contextRef="#ctx0" brushRef="#br0" timeOffset="137507.7">8001 6445 13 0,'1'-8'54'16,"-1"8"-5"-16,0 0-5 0,0 0-7 0,0 0-4 15,0 0 4-15,0 0-4 0,0 0-5 0,0 0 0 16,0 0-9-16,0 0 14 0,0 0-8 0,0 0-12 15,0 0 8-15,0 0-3 0,0 0-1 0,0 0 2 16,0 0 3-16,0 0-8 0,0 0 0 0,0 0-4 16,0 0 3-16,0 0-5 0,0 0-4 0,0 0 9 15,0 0-2-15,0 0-7 0,0 0 3 0,0 0 1 16,0 0-8-16,0 0 5 0,0 0-2 0,0 0 8 16,0 0 5-16,0 0-16 0,0 0 2 0,0 0 1 15,0 0 0-15,0 0 2 0,0 0 1 0,0 0-4 16,0 0-1-16,0 0 3 0,0 0-2 0,0 0 2 15,0 0 0-15,0 0 2 0,0 0-8 0,0 0 7 16,0 0-5-16,0 0-6 0,0 0-2 0,0 0 5 16,0 0-2-16,0 0 4 0,0 0 0 0,0 0-3 15,0 0 3-15,0 0 5 0,0 0-4 0,0 0-2 16,0 0 3-16,0 0-5 0,0 0 2 0,0 0-8 16,0 0 5-16,-11 17 3 0,11-17-11 0,0 0 5 15,-6 3-4-15,6-3 4 0,0 0-6 0,-3 10 4 16,3-10-6-16,0 0 12 0,-4 4-10 0,4-4-2 15,0 0 4-15,0 0-1 0,-2 7 5 0,2-7-1 16,0 0 1-16,0 0 6 0,0 0 0 0,0 0 0 16,0 0-3-16,0 0-1 0,0 0 0 0,0 0 3 15,0 0 6-15,0 0-1 0,0 0 3 0,0 0 0 16,0 0-4-16,0 0 1 0,0 0-3 0,0 0 4 16,0 0 7-16,0 0-5 0,0 0 3 15,0 0 4-15,0 0-5 0,0 0 7 0,0 0 0 0,0 0-4 16,0 0-1-16,0 0 4 0,0 0 8 0,0 0-14 15,0 0 14-15,0 0-10 0,0 0 2 0,0 0 9 16,0 0-2-16,0 0 5 0,0 0 1 0,0 0-8 16,0 0-11-16,0 0 21 0,1-24-5 0,-1 24-4 15,0 0-2-15,0 0-3 0,0 0 10 0,0 0-3 16,0 0-3-16,0 0 0 0,0 0-3 0,0-9 1 16,0 9-1-16,0 0-2 0,0 0-1 0,0 0 5 15,0 0-6-15,0 0 4 0,0 0-3 0,0 0 3 16,1-10-3-16,-1 10 5 0,0 0-3 0,0 0 2 15,0 0-8-15,0 0 2 0,0 0 9 0,0 0-6 16,0 0 0-16,0 0 2 0,0 0-3 0,-2-8-3 16,2 8-1-16,0 0 1 0,0 0-7 0,0 0 1 15,0 0-1-15,0 0-2 0,0 0-1 0,0 0 6 16,0 0-6-16,0 0 6 0,0 0-5 0,0 0-3 16,0 0 19-16,0 0-18 0,0 0 5 0,0 0-7 15,0 0 4-15,0 0 1 0,0 0-5 0,0 0 9 16,0 0-9-16,0 0 1 0,0 0 17 0,0 0-3 15,0 0 2-15,0 0-9 0,0 0-4 0,0 0-11 16,0 0 11-16,0 0-2 0,0 0-7 0,0 0 9 16,0 0 7-16,0 0-9 0,0 0 8 0,0 0-4 15,0 0 2-15,0 0 2 0,0 0-3 0,0 0 0 16,0 0-8-16,0 0 10 0,0 0-3 0,0 0-4 16,0 0 4-16,0 0-5 0,0 0 2 0,0 0-1 15,0 0 0-15,0 0 3 0,0 0 0 0,0 0-4 16,0 0 4-16,0 0-4 0,0 0-3 0,0 0-1 15,0 0 4-15,0 0-2 0,0 0 3 0,0 0 6 16,0 0-10-16,0 0 8 0,0 0-10 0,0 0-4 16,0 0-10-16,0 0-10 0,0 0 1 0,0 0-6 15,0 0 2-15,0 0-8 0,0 0-13 0,0 0-17 16,0 0-8-16,0 0-4 0,-6 25-52 0,6-25-149 16,-5 5 65-16</inkml:trace>
  <inkml:trace contextRef="#ctx0" brushRef="#br0" timeOffset="140024.84">7963 6506 15 0,'0'0'21'0,"0"0"-1"16,0 0-17-16,0 0 3 0,0 0-18 0,0 0-11 15,0 0 6-15</inkml:trace>
  <inkml:trace contextRef="#ctx0" brushRef="#br0" timeOffset="141293.14">7995 6495 1 0,'0'0'40'0,"0"0"-6"0,0 0 9 0,0 0-12 0,0 0 0 16,0 0-4-16,0 0 2 0,0 0-4 0,0 0-3 15,0 0-7-15,0 0-1 0,0 0-3 0,0 0-2 16,0 0-1-16,0 0-1 0,0 0 5 0,0 0-8 16,0 0 2-16,-21-7-1 0,21 7 1 0,0 0-5 15,0 0-3-15,-11 1 3 0,11-1-15 0,0 0 3 16,-13 0 7-16,13 0-1 0,0 0-8 0,-13 3 3 16,13-3-3-16,-10 0-2 0,10 0-1 0,-9 0 1 15,9 0 1-15,-12 0-5 0,6 1-2 0,6-1-14 16,-16 0-39-16,5 0 18 0</inkml:trace>
  <inkml:trace contextRef="#ctx0" brushRef="#br0" timeOffset="141865.16">6981 6551 15 0,'-14'0'18'16,"1"1"-3"-16,-2-1-7 0,2 1 5 0,-1-1 2 15,0 0-4-15,-4 0 0 0,5 1 1 0,1-1 1 16,-4 0-2-16,5 1-1 0,-3-1 7 0,1 0-8 16,0 2 5-16,0-4-1 0,2 2 4 15,-2 2-3-15,2-2-2 0,-2 0 3 0,5 0-2 16,-2 0 6-16,0-2-5 0,-3 1 1 0,13 1 2 0,-15-1 3 16,5 0-4-16,-1 1 2 0,5-2-4 0,6 2 0 15,-15-2-2-15,7 0-3 0,-1 1 4 16,9 1-3-16,-17-2 0 0,10 1 0 0,-2 1-1 0,9 0 4 15,-16-2-7-15,11 0 3 0,5 2-1 16,-13-2 3-16,6 1-4 0,7 1 6 0,-13-1-8 0,5-1 9 16,1 1 9-16,7 1-3 0,-14-3-1 0,14 3-6 15,-12-1 8-15,12 1-8 0,-14-2 8 16,9 1-11-16,5 1 8 0,-10-1-4 0,10 1-1 16,-13-2 0-16,13 2-1 0,-10-2 12 0,10 2-13 15,-12-2 1-15,12 2-2 0,-7-2 5 0,7 2-12 0,-8-1 8 16,8 1-1-16,-8-2-1 0,8 2-4 0,0 0 5 15,-13-2 1-15,13 2-8 0,-7-1-5 0,7 1 9 16,0 0-6-16,0 0-5 0,-9-1-8 16,9 1-15-16,0 0-4 0,0 0-12 0,-10-2-15 15,10 2-10-15,0 0-48 0,0 0-123 0,-11-1 54 16</inkml:trace>
  <inkml:trace contextRef="#ctx0" brushRef="#br0" timeOffset="142810.22">5913 6493 30 0,'-9'0'43'0,"9"0"-1"16,0 0 1-16,0 0 1 0,-12 0 2 0,12 0-14 15,0 0-1-15,0 0 6 0,0 0-8 0,-10-1-1 0,10 1 5 16,0 0-9-16,0 0 3 0,0 0 2 0,0 0-4 15,0 0-6-15,-9-3-1 0,9 3-10 16,0 0 6-16,0 0-3 0,0 0 0 0,0 0 1 16,0 0-2-16,0 0 5 0,0 0 4 0,0 0 1 15,0 0-5-15,0 0 4 0,0 0-1 0,0 0 1 16,26 4-6-16,-26-4-1 0,14 0 1 0,-4 3 11 0,1-3-7 16,1 0 0-16,2 0 4 0,-1-1-1 15,2-1 4-15,4 2-10 0,0 0 0 0,0 0 1 16,0-1 4-16,0 2-6 0,0-1-5 0,0-3-1 15,-1 2 4-15,0 0-3 0,1 1 6 0,-2 0-2 16,2-1 0-16,-2 1 2 0,0 0-2 0,3 1-2 16,-3-1 1-16,3 0-3 0,-2-1 9 0,-1 0-6 15,3 2 6-15,-1-5-19 0,0 2 10 0,-1 0 2 16,1 2 0-16,-4 0-4 0,4-1 2 0,-1-1-2 16,-2 2-4-16,2-1-3 0,-2 1 5 0,-2-2 2 15,-1 2 5-15,-1 0-5 0,3 1-4 0,-2-1 4 16,1-1-3-16,-1 1 9 0,0 1-7 0,0-1-1 0,1-1-3 15,-1 1-2-15,0-2 4 0,1 4 1 16,-1-2 2-16,1 0 2 0,0-2-7 0,0 2 5 16,-1-1-7-16,5 1 5 0,-6-2-3 0,5 1-1 15,-4 1 3-15,0 0 3 0,1 0-3 0,-1 0 0 16,0-1 2-16,0-1 3 0,3 2-2 0,-4 0-3 16,6-4 1-16,-5 4-2 0,0-1 0 0,6-1 2 15,-9 2-5-15,4 0 10 0,0-1-1 0,-1 1-1 16,0-2-2-16,1 2 0 0,-1-2-5 0,2 0 0 15,-2 2 0-15,0-1 4 0,2 1 12 0,-2 0-13 0,1-2-1 16,-3 1 12-16,3 0-11 0,-1 0 12 16,0 1-18-16,0 0 8 0,-2 0-1 0,2 0-14 15,-3-2 11-15,2 4-15 0,0-4 15 0,1 2 4 16,0 0 3-16,0-1-3 0,-2 0 0 0,1 1-2 16,1-2-10-16,-1 1 15 0,-1 2-3 0,-1-2-13 15,1 2 7-15,0-1 10 0,-4-1-3 0,6 2 10 16,-1-1-9-16,-3 2 1 0,3-1-3 0,-4-2 1 15,0 2-2-15,-8-1 0 0,15 0 0 0,-9 0-7 16,-6 0 4-16,14 1 5 0,-6-1-4 0,-8 0 0 16,14 0 1-16,-14 0 0 0,12-1-4 0,-4 0 9 0,3 2 1 15,-3-1-4-15,-8 0-4 0,13 0-1 0,-2-1 14 16,-4 1-8-16,5 0-9 0,-12 0 7 0,18 0-3 16,-8-2 1-16,-10 2-11 0,13 0-17 15,-13 0-6-15,10 0-10 0,-10 0-12 0,10 0-8 16,-10 0-10-16,0 0-6 0,10-1-15 0,-10 1-9 15,0 0-69-15,0 0-185 0,0 0 83 0</inkml:trace>
  <inkml:trace contextRef="#ctx0" brushRef="#br0" timeOffset="143197.23">7523 6421 30 0,'12'14'68'0,"-12"-14"-4"16,10 3-4-16,-5 0-4 0,-5-3-11 15,13 4 3-15,-6-2 3 0,0 0 2 0,2-1-6 16,2 1-1-16,1 0-3 0,6 0 5 0,2-1-8 15,1-1 1-15,0 3 0 0,7-3-1 0,-1-1-16 16,-5 2 5-16,7-2 8 0,-7 2-6 0,6-1-5 16,-7 0-1-16,7 0-3 0,0-1-1 0,-6 1 3 15,6 0-12-15,-7 0-3 0,-3 0 10 0,1-2-3 16,-1 2-5-16,-2 0 5 0,-3 0-6 0,-1 0-3 16,-2-1 6-16,-2 1-12 0,1-2 5 0,-9 2-2 15,12 0 3-15,-12 0-8 0,9 0-3 0,-9 0-14 0,6 2-4 16,-6-2-8-16,0 0-11 0,0 0-4 0,0 0-15 15,5 4-12-15,-5-4-13 0,0 0-51 16,0 0-147-16,-18 7 65 0</inkml:trace>
  <inkml:trace contextRef="#ctx0" brushRef="#br0" timeOffset="143375.16">8079 6493 10 0,'0'0'32'0,"9"0"-18"0,-9 0-16 0,9 0-7 16,-9 0-10-16,0 0 4 0</inkml:trace>
  <inkml:trace contextRef="#ctx0" brushRef="#br0" timeOffset="143533.49">8151 6495 8 0,'0'0'29'0,"0"0"-24"0,0 0-12 0,0 0-9 0,0 0 4 16</inkml:trace>
  <inkml:trace contextRef="#ctx0" brushRef="#br0" timeOffset="190647.52">8010 16570 47 0,'0'0'46'0,"0"0"7"0,0 0-8 16,0 0-9-16,0 0 2 0,0 0-4 0,0 0-4 16,0 0-8-16,0 0-5 0,0 0-11 0,0 0-6 15,0 0-2-15,0 0 8 0,0 0-14 0,0 0 1 16,0 0 1-16,0 0-5 0,0 0-5 0,0 0-8 16,0 0-4-16,0 0-19 0,-15-2-50 0,15 2 22 15</inkml:trace>
  <inkml:trace contextRef="#ctx0" brushRef="#br0" timeOffset="200388.15">6115 15003 27 0,'0'0'51'0,"0"0"0"15,0 0-6-15,0 0-7 0,0 0-5 0,0 0-3 16,0 0-1-16,0 0-4 0,0 0-5 0,0 0-15 16,0 0 11-16,0 0-2 0,0 0-4 0,0 0-4 15,0 0 10-15,0 0-13 0,0 0-4 0,0 0-8 16,0 0 2-16,0 0-3 0,0 0 2 0,0 0-8 16,0 0 0-16,-10 10 8 0,10-10-7 0,0 0 6 15,0 0-4-15,0 0 1 0,0 0 4 0,0 0-2 16,-4 4 2-16,4-4-3 0,0 0 4 0,0 0-1 15,0 0 0-15,0 0 9 0,0 0-4 0,0 0 20 16,0 0-17-16,0 0 14 0,0 0-4 0,0 0 7 16,0 0-1-16,0 0-3 0,0 0 4 0,0 0 0 15,0 0 3-15,0 0-6 0,0 0 10 0,0 0 0 16,0 0-4-16,0 0 0 0,0 0 5 0,0 0-2 16,0 0 8-16,0 0-7 0,0 0 2 0,0 0-6 15,0 0 7-15,0 0-11 0,0 0 3 0,0 0 4 16,0 0-8-16,0 0 5 0,0 0 6 0,0 0-1 15,0 0-1-15,0 0 6 0,0 0-6 0,0 0-2 16,0 0 16-16,0 0-15 0,0 0 2 16,0 0-5-16,0 0-6 0,0 0 6 0,0 0-2 0,0 0-12 15,0 0-5-15,0 0-14 0,0 0-20 0,0 0-11 16,0 0-7-16,0 0-11 0,0 0-15 0,0 0-54 16,0 0-141-16,0 0 63 0</inkml:trace>
  <inkml:trace contextRef="#ctx0" brushRef="#br0" timeOffset="-213343.85">1288 1038 5 0,'0'0'129'0,"6"-9"-7"0,-6 9 10 16,0 0-2-16,0 0-1 0,0 0-8 0,0 0-1 15,0 0-8-15,0 0-10 0,0 0-10 0,0 0-1 16,0 0-9-16,0 0 1 0,0 0-8 0,0 0-9 15,0 0 1-15,0 0-5 0,0 0-6 0,0 0-6 16,0 0-4-16,0 0-1 0,0 0-9 0,0 0 5 16,0 0-12-16,0 0 2 0,0 0-3 0,0 0 1 15,0 0-3-15,0 0-2 0,0 0-6 0,0 0 3 16,0 0 0-16,0 0 26 0,0 0-8 0,0 0-10 16,0 0-6-16,0 0 4 0,0 0 8 0,0 0 0 15,0 0-7-15,0 0 2 0,0 0-2 16,0 0-5-16,0 0 0 0,0 0-4 0,0 0-1 15,0 0-2-15,0 0 0 0,0 0-2 0,0 0-3 16,0 0-2-16,0 0 0 0,0 0-6 0,0 0 4 16,0 0-3-16,0 0-4 0,0 0-6 0,0 0-4 15,0 0-2-15,17-3-5 0,-17 3-4 0,23-3-14 16,-4 1-15-16,4-2-10 0,-4 2-15 0,11 0-16 16,-2-2-22-16,0 2-22 0,-1 1-30 0,2-3-156 15,-7 3-348-15,-4-3 154 0</inkml:trace>
  <inkml:trace contextRef="#ctx0" brushRef="#br0" timeOffset="-212710.72">1537 984 84 0,'0'0'92'0,"0"0"-2"0,-22 0 4 15,22 0-6-15,0 0 5 0,0 0-12 16,0 0-12-16,0 0-7 0,0 0-10 0,0 0-16 0,0 0 14 15,0 0-19-15,0 0 10 0,0 0-11 16,0 0 4-16,0 0-7 0,0 0-5 0,0 0 1 16,0 0-6-16,0 0-13 0,0 0 8 0,0 0 2 0,-11 8-2 15,11-8-16-15,0 0 6 0,-3 15-7 0,3-15 13 16,-2 17-4-16,2-17-2 0,0 24 0 0,-2-7 5 16,0 1 3-16,-2 9 1 0,4-1 6 15,-1 0 0-15,1 1 1 0,0-2-8 0,-2 4 2 16,1-1-6-16,2-1 6 0,1-2 0 0,-2-8 0 15,0-1 6-15,0 2-5 0,0-18-1 0,0 24 9 16,0-24-2-16,0 19-8 0,0-19 4 0,2 16 1 16,-2-16-2-16,0 0-1 0,0 0 1 0,0 19 2 15,0-19 3-15,0 0 1 0,0 0-1 0,0 0 10 16,0 0 1-16,0 0 0 0,0 0 0 0,-9 10-9 16,9-10-6-16,0 0 5 0,0 0 2 0,0 0-10 15,0 0 13-15,-34-10-12 0,34 10 4 0,0 0-2 16,-18-9 0-16,18 9-4 0,0 0-5 0,0 0-7 15,-15-6 12-15,15 6-8 0,0 0 0 16,0 0-8-16,0 0 7 0,0 0 5 0,0 0-6 16,0 0-9-16,0 0 5 0,0 0-2 0,0 0 3 15,0 0-5-15,0 0 5 0,0 0 5 0,0 0-8 16,0 0 6-16,0 0 0 0,51-8-2 0,-30 8-24 16,8-3-3-16,-1-3-19 0,2 3-23 0,1-2-35 15,-3 0-28-15,-1-2-109 0,-5 1-261 0,-4 1 116 16</inkml:trace>
  <inkml:trace contextRef="#ctx0" brushRef="#br0" timeOffset="-212500.82">1840 1263 94 0,'0'0'215'16,"2"-12"-9"-16,-2 12-15 0,0 0-26 0,0 0-14 16,0 0-16-16,0 0-18 0,0 0-20 0,0 0-8 15,0 0-9-15,0 0-5 0,0 0-12 0,0 0-4 16,0 0-5-16,9 47-7 0,-6-32-5 0,-2 2 1 15,1 2-1-15,-1 1-4 0,-1-2-10 0,2 0 4 16,-2 3-6-16,2 4 5 0,0-6-10 0,-2-1-12 16,0 0-22-16,0-18-31 0,0 24-14 0,-2-8-23 15,2-16-32-15,-4 22-28 0,1-11-143 16,-3-3-306-16,6-8 135 0</inkml:trace>
  <inkml:trace contextRef="#ctx0" brushRef="#br0" timeOffset="-212225.68">1885 1283 95 0,'14'-2'164'16,"-14"2"-24"-16,31 3 15 0,-12 0-8 0,-2 4-21 15,1 0-4-15,-1 1-13 0,-3 0-13 0,3 3-12 16,-3-1-6-16,0 1-12 0,-5 2 0 0,-2-2 2 15,-7-11 6-15,12 21-1 0,-10-5-6 0,-3 0-7 16,1-16-1-16,-11 36-1 0,-1-13-16 0,-2-2 0 16,-4-2-1-16,-4-1-2 0,3 0-3 0,-4-1-7 15,3-6-3-15,3-1-14 0,1-3-4 0,0 2-4 16,6-3-10-16,10-6-21 0,-21 7-22 0,21-7-39 16,-23 6-76-16,10-5-145 0,13-1-335 15,-25-6 148-15</inkml:trace>
  <inkml:trace contextRef="#ctx0" brushRef="#br0" timeOffset="-212049.89">2148 1349 65 0,'14'-7'194'0,"-6"3"-20"0,-8 4-16 0,24-6-10 0,-10 3-20 16,4 0-21-16,1 1-27 0,-19 2-40 0,27-1-39 15,-14 2-50-15,2 1-44 0,-15-2-67 0,14 4-171 16,-14-4 76-16</inkml:trace>
  <inkml:trace contextRef="#ctx0" brushRef="#br0" timeOffset="-211883.57">2236 1436 146 0,'0'0'180'0,"0"0"-5"0,0 0-9 15,0 0-15-15,-10 5-19 0,10-5-10 0,0 0-4 16,0 0-11-16,0 0-6 0,0 0-20 0,0 0-20 16,52-6-25-16,-31 5-36 0,-1-3-28 0,11-2-40 15,0-1-52-15,-2 1-107 0,0-3-246 0,-2 0 110 16</inkml:trace>
  <inkml:trace contextRef="#ctx0" brushRef="#br0" timeOffset="-211539.04">2736 1206 102 0,'0'0'168'0,"-12"-14"-13"0,12 14-10 16,0 0-12-16,0 0-9 0,-22 5-6 0,22-5-2 15,-23 22-2-15,11-7-5 0,-6 4-7 0,-1 2-4 16,7-4-7-16,-1 5-7 0,1 2-6 0,3-8-13 16,2 0-2-16,3 0-3 0,2 1-11 0,1-5-2 15,1-12-3-15,7 25-3 0,-2-17-2 0,2 1-4 16,2 0 8-16,6 0 3 0,-2-4-3 0,3-1-1 15,2-2-1-15,3-3 0 0,-1 1-5 0,-1-3-1 16,1-1-6-16,-1 1 0 0,-1-4 4 16,-1-1-7-16,0 0-2 0,0-4-2 0,-4 1-1 15,-1 0 0-15,-1-1-5 0,-4-2 2 0,0-1 0 16,-4 1-1-16,-1-2-5 0,-2-2-1 0,-5 1 0 16,0 0 3-16,-4 1 3 0,-1-1-2 0,0 2 0 15,-1 2-4-15,-1 1-4 0,2 2 1 0,1 4 4 16,-2-1-7-16,-2 3-5 0,1 1-11 0,-2 3-21 15,14 0-19-15,-38 7-38 0,20 0-31 0,-1 1-55 16,2 4-63-16,3 1-130 0,6-3-398 0,0 0 177 16</inkml:trace>
  <inkml:trace contextRef="#ctx0" brushRef="#br0" timeOffset="-211367.04">3096 1428 191 0,'0'0'214'0,"6"17"-8"0,-6-17-11 0,0 0-12 16,-11 29-18-16,3-12-14 0,-7 3-16 0,-3 3-13 15,-1-2-23-15,0-1-28 0,0 2-49 0,1-2-65 16,-1-2-76-16,-2 0-147 0,7-5-287 0,-1 0 127 16</inkml:trace>
  <inkml:trace contextRef="#ctx0" brushRef="#br0" timeOffset="-210574">3809 1164 155 0,'-1'-15'222'0,"1"15"-9"0,0 0-12 15,-4-11-10-15,4 11-13 0,0 0-9 0,-4-8-21 16,4 8-15-16,0 0-20 0,0 0-7 16,0 0-14-16,0 0-17 0,-2-4-8 0,2 4-5 15,0 0-11-15,0 0 0 0,0 0-3 0,0 0-12 16,0 29 2-16,2-14 1 0,-2-2-13 0,2 2 0 16,1 3 0-16,-1-1-6 0,1-1 1 0,1 2-2 15,-2-6-4-15,3 3 0 0,0 0 0 0,0 0-6 16,0 1 4-16,-1-4 0 0,1-2-4 0,0 3 0 15,2 1 0-15,-2-2-2 0,1-1-1 0,-1 0 3 16,2 3-3-16,-4-6-1 0,-3-8 3 0,11 17-6 16,-5-9 0-16,-6-8 1 0,8 15 0 0,-8-15-3 15,6 9 5-15,-6-9 0 0,0 0-2 0,7 9-1 16,-7-9 2-16,0 0 1 0,0 0 4 0,7 7-4 16,-7-7 4-16,0 0-3 0,0 0 1 0,0 0 0 15,21-18 0-15,-14 10 0 0,1-2-3 0,1-5 3 16,-1 1 0-16,2-3-3 0,2-6-1 0,-1-1 2 15,-4 5-2-15,5-8-1 0,-2 2 3 0,-1-4 0 16,-1 4-2-16,3 1 5 0,-3 0 5 0,1 0 3 16,-4 7-3-16,1-1 5 0,-2 2-2 15,0 0 4-15,1 5-3 0,-2 2 0 0,-3 9-4 16,2-16 4-16,-2 16-5 0,3-8-2 0,-3 8-23 16,5-8-18-16,-5 8-24 0,0 0-37 0,5-6-23 15,-5 6-3-15,0 0-34 0,0 0-40 0,10 16-19 16,-6-3-127-16,-4 4-365 0,1-3 161 0</inkml:trace>
  <inkml:trace contextRef="#ctx0" brushRef="#br0" timeOffset="-210169.8">4301 1294 42 0,'0'0'186'0,"0"0"-6"16,0 0-9-16,0 0-15 0,0 0-3 0,-20 21-3 15,9-13-17-15,3 2-4 0,-6 4-15 0,2-2-13 16,-2 0-6-16,5 6-8 0,-2-4-11 0,2 4-4 16,0-2-8-16,2 0-11 0,2-2 2 0,0 3-11 15,3-5-5-15,-1 2-3 0,2-3 1 0,1-11-5 16,1 21-5-16,-1-21 2 0,3 16-6 16,-3-16 0-16,7 10 0 0,-7-10-5 0,10 11 4 0,-3-7-4 15,-7-4-5-15,11 2 0 0,-11-2-8 0,0 0-1 16,26-5 1-16,-26 5 1 0,19-7-5 0,-10-1 1 15,-3 2-4-15,-6 6 2 0,16-13 1 0,-10 4-5 16,-1-1-1-16,-5 10-1 0,8-17 1 0,-2 5-2 16,1 1-1-16,-2 2-1 0,0-2-3 0,-1 6 5 15,3-2-4-15,-7 7 2 0,8-10 1 0,-8 10 3 16,9-6-7-16,-9 6 5 0,10-3 1 0,-10 3-2 16,0 0 0-16,0 0 1 0,23 9 4 15,-16-1-10-15,-7-8 5 0,12 13 1 0,-5-5 7 16,-2 3 0-16,1-2 4 0,-1 4-5 0,0-1-28 15,-1-1-36-15,0 1-34 0,1-3-33 0,-5-9-48 16,13 18-114-16,-9-10-317 0,-4-8 140 0</inkml:trace>
  <inkml:trace contextRef="#ctx0" brushRef="#br0" timeOffset="-209875.05">4692 1359 189 0,'0'0'175'0,"0"0"-15"0,-15 3-12 0,15-3-15 16,0 0-12-16,-18 13-6 0,12-4-12 0,1 1-12 15,5-10-12-15,-8 20-5 0,4-11-10 0,4-9-4 16,-4 19-6-16,4-19-7 0,0 20-2 0,0-20-1 16,7 21-9-16,-4-13-1 0,-3-8-4 0,8 15-1 15,-4-8-4-15,-4-7-2 0,10 13-3 0,-10-13-2 16,9 10-5-16,-9-10 0 0,7 10-2 0,-7-10 1 15,3 7 1-15,-3-7-2 0,0 0-2 0,0 0 3 16,2 16-1-16,-2-16-4 0,0 0 7 0,-16 16-3 16,7-10-16-16,0 1-15 0,-1-1-15 15,-1-3-24-15,11-3-28 0,-21 9-40 0,12-6-35 0,9-3-98 16,-12 5-282-16,12-5 126 0</inkml:trace>
  <inkml:trace contextRef="#ctx0" brushRef="#br0" timeOffset="-209538.62">5127 1170 36 0,'0'0'157'0,"-17"4"-4"0,8 3-8 0,-3 6 6 15,-1 0-9-15,-5 6 3 0,6-2-14 16,-7 5-12-16,5 1-8 0,-2 2-11 0,3 0-7 16,-1-4-5-16,2 1-6 0,7-2-12 0,0-2-3 15,-1 0-14-15,4 0-1 0,2-4 5 0,0-2-9 16,4 1-3-16,-1 3-4 0,-1-6-5 0,2 0-2 15,2 2-22-15,1-5-27 0,2 3-27 0,0-4-43 16,-3 0-48-16,3 1-183 0,-9-7-342 0,14 9 151 16</inkml:trace>
  <inkml:trace contextRef="#ctx0" brushRef="#br0" timeOffset="-209071.45">5091 1210 82 0,'0'0'182'15,"0"0"-15"-15,-4-11-16 0,4 11-15 0,0 0-10 16,0 0-10-16,0 0-20 0,19-5-4 0,-19 5-15 15,20 3-9-15,-8-1-8 0,0 6-4 0,3-1-10 16,-2 4-1-16,2 2-2 0,-3 1-7 0,-2 2-4 16,0 1 7-16,2 5-1 0,-6 1-9 0,-3-6 11 15,-3 2-2-15,1 8 3 0,-5-8-6 0,-1 5 0 16,-7-1-3-16,-3 1-1 0,-3 3-1 0,-3-4-5 16,-5 2-13-16,4-5-12 0,-1 0-12 0,-2 1-25 15,-1-6-18-15,3 0-34 0,0 0-33 16,7-5-24-16,-1-1-117 0,2 0-284 0,6-6 126 15</inkml:trace>
  <inkml:trace contextRef="#ctx0" brushRef="#br0" timeOffset="-208755.19">5478 1234 210 0,'4'-7'232'0,"-4"7"-12"0,3-6-4 16,-3 6-10-16,0 0-14 0,4-7-12 0,-4 7-20 15,0 0-12-15,0 0-15 0,0 0-15 16,0 0-16-16,0 0-14 0,0 0-12 0,0 0-7 16,0 0-9-16,0 0-8 0,0 0-6 0,0 0-1 15,0 0-8-15,6 37-2 0,-6-20 0 0,0 2-5 16,-1 0-2-16,-1 8-1 0,1-1 8 0,0 0 3 0,-2 2-1 15,1 1-4-15,-2 0-3 0,1-4 0 0,-1-1-2 16,2 2-1-16,-1-6-3 0,0-5-20 16,0 1-29-16,3 0-27 0,-2-5-28 0,-2 2-47 15,2-3-55-15,2-10-66 0,-5 12-139 0,5-12-418 16,0 0 186-16</inkml:trace>
  <inkml:trace contextRef="#ctx0" brushRef="#br0" timeOffset="-208578.08">5461 1255 152 0,'8'-6'166'0,"-1"-1"-17"0,2 2-14 0,1 2-14 16,1 1-10-16,1 0-16 0,2 2-18 0,-1 0-44 15,0 3-33-15,2-1-48 0,0 4-34 0,-1-2-70 16,-5 0-164-16,3 2 73 0</inkml:trace>
  <inkml:trace contextRef="#ctx0" brushRef="#br0" timeOffset="-208131.18">5575 1420 118 0,'0'0'172'0,"0"0"-23"15,0 0-11-15,0 0-12 0,0 0-10 16,0 0-11-16,0 0-17 0,0 0-8 0,38-11-7 15,-32 9-6-15,4-3-8 0,-10 5-7 0,19-4-16 0,-7-1-2 16,-3 1-3-16,0 0-8 0,1 0 0 0,-1 1-3 16,-9 3-6-16,13-5-2 0,-13 5 0 0,11-3-4 15,-11 3-4-15,0 0 7 0,9-4-7 16,-9 4-6-16,0 0 3 0,0 0 0 0,0 0-2 16,0 0 5-16,9 19 0 0,-6-9 4 0,-3-10 5 15,5 16 6-15,-5-16 4 0,1 20-4 0,0-9 0 16,-1 2-8-16,0-13 5 0,1 20 1 0,1-10-4 15,-2-10-6-15,0 15 8 0,0-15-4 16,0 0 2-16,2 15-2 0,-2-15 9 0,0 0 15 16,0 0 5-16,2 12 10 0,-2-12 9 0,0 0 9 0,0 0 5 15,0 0-14-15,0 0-2 0,0 0-7 0,0 0-5 16,0 0-3-16,0 0-4 0,0 0-2 0,-17-36-2 16,15 23-7-16,-1-3-1 0,2 1-5 0,-1-3-3 15,4-1-3-15,3 0-5 0,-3-7-5 16,6-1 2-16,-3 4-7 0,5-4-1 0,4 4 0 15,-5 1-2-15,0 6-1 0,0 2 1 0,0 3-6 0,-2 1 1 16,0 2-14-16,0 1-18 0,3 4-8 0,-3-1-9 16,-7 4-7-16,20 0-24 0,-20 0-45 15,16 7-19-15,-8-1-31 0,-2 3-120 0,-3 0-328 16,2 1 145-16</inkml:trace>
  <inkml:trace contextRef="#ctx0" brushRef="#br0" timeOffset="-207985.81">5776 1421 97 0,'0'0'145'0,"0"0"-10"0,0 0-11 0,36-2-34 0,-36 2-30 16,30-8-51-16,-13 2-50 0,-3 2-63 0,0-3-112 16,4-2 50-16</inkml:trace>
  <inkml:trace contextRef="#ctx0" brushRef="#br0" timeOffset="-207799.3">6118 1187 146 0,'6'14'153'16,"-1"2"-10"-16,-1 1-10 0,-2 2-14 0,0 1-13 15,0-1-3-15,1 8-8 0,-3-1-9 0,-3 0-10 16,-1 1-16-16,-2 1-24 0,-2-9-39 0,-7 3-51 15,-3 2-53-15,-4-2-75 0,-2-2-198 16,-4 0 88-16</inkml:trace>
  <inkml:trace contextRef="#ctx0" brushRef="#br0" timeOffset="-207467.37">4876 1099 148 0,'0'0'198'0,"0"0"-7"0,0 0-5 15,0 0-14-15,-24 21-8 0,2-2-15 16,2 4-6-16,-4 4-14 0,1 0-14 0,2 3-6 0,-2 13-6 16,4 0-14-16,5-10-3 0,9-3-13 15,1 20-5-15,10-3-4 0,2-13-7 0,12 8-5 0,9-1-4 16,5-8-5-16,13-1-6 0,5-6-29 0,9-5-43 16,24 3-27-16,-19-16-55 0,31-1-75 15,-31-2-146-15,26-5-366 0,-29-3 162 0</inkml:trace>
  <inkml:trace contextRef="#ctx0" brushRef="#br0" timeOffset="-207191.75">6498 1241 67 0,'0'0'138'0,"0"0"-14"0,0 0-9 0,0 0-6 15,0 0-13-15,0 0-35 0,23-4-34 16,-23 4-51-16,12 0-38 0,-12 0-47 0,0 0-118 15,0 0 53-15</inkml:trace>
  <inkml:trace contextRef="#ctx0" brushRef="#br0" timeOffset="-207053.22">6423 1385 165 0,'0'0'176'0,"0"0"-13"0,0 0-14 0,16 2-20 16,-4-2-6-16,7-2-18 0,8-3-32 15,0 0-53-15,6-4-51 0,0 2-148 0,-5-1-194 16,3-1 87-16</inkml:trace>
  <inkml:trace contextRef="#ctx0" brushRef="#br0" timeOffset="-205929.89">5974 1827 5 0,'0'0'28'15,"14"-2"-25"-15,-14 2-9 0,0 0-7 0,13-4 3 16</inkml:trace>
  <inkml:trace contextRef="#ctx0" brushRef="#br0" timeOffset="-200947.95">11684 6412 23 0,'0'0'98'0,"0"0"-11"15,0 0 3-15,0 0-9 0,0 0-7 0,0 0 0 16,0 0-6-16,0 0-10 0,0 0-5 0,0 0-4 0,0 0-7 16,0 0-3-16,0 0 0 0,0 0-2 0,0 0-12 15,0 0 6-15,0 0-2 0,0 0 7 0,0 0 6 16,0 0-2-16,0 0 8 0,0 0 0 0,0 0 6 15,0 0-6-15,5-6 5 0,-5 6-3 0,0 0-2 16,0 0-7-16,0 0 6 0,0 0-12 0,0 0-8 16,0 0-1-16,0 0 0 0,0 0-3 0,0 0-6 15,0 0 0-15,0 0 3 0,0 0-5 0,0 0-2 16,0 0 0-16,0 0-4 0,0 0 2 0,-10-15 3 16,10 15-7-16,0 0 3 0,0 0-20 0,0 0-11 15,0 0-20-15,0 0-34 0,0 0-29 0,0 0-31 16,0 0-107-16,0 0-262 0,0 0 116 0</inkml:trace>
  <inkml:trace contextRef="#ctx0" brushRef="#br0" timeOffset="-197569.27">18047 15089 65 0,'26'8'61'0,"0"-2"-4"0,-5-1 0 0,6 3-2 0,0-1-5 16,-7-1-10-16,7 2 11 0,0 0-13 16,0-1-10-16,2 1 9 0,1-2-2 0,0 3-2 15,0-1-7-15,3 0-2 0,-1 0 6 0,1-2-8 16,-1 1-3-16,1-2-4 0,-1 2-5 0,-1-3 7 0,-1 2-3 15,1 0 5-15,0-2-6 0,-1 4 1 16,0-3-5-16,-1 1 2 0,-1 0 0 0,1-3 3 16,-3 4-8-16,-4-5 5 0,6 2 1 0,-7-2 1 15,-1 1 4-15,2-2-5 0,-3 1-6 0,-4-4-6 16,3 6 10-16,-5-1-3 0,-1-3 8 0,0 2-2 16,-2 0-5-16,-2-2 2 0,1 2 4 0,-3 1-2 0,-6-3-3 15,11 0-5-15,-11 0 3 0,6 2 6 16,-6-2 2-16,0 0 7 0,10 3-5 0,-10-3 6 15,0 0-3-15,0 0 3 0,0 0 9 0,9 1 0 16,-9-1-4-16,0 0 0 0,0 0 3 0,0 0 1 16,0 0-2-16,0 0-2 0,0 0-3 0,-23 11 6 15,17-9-2-15,-3 0 1 0,-1 3 0 0,-1-1-8 16,0 3 6-16,-2-1-1 0,0-2-4 0,-4 3-2 16,0 2-1-16,-2-2-1 0,2 2-7 0,-1-1-3 15,-1 0-15-15,1-1-23 0,2-1-17 0,3 1-26 16,-1-4-23-16,3 2-29 0,1 0-108 0,1-1-251 15,0 1 111-15</inkml:trace>
  <inkml:trace contextRef="#ctx0" brushRef="#br0" timeOffset="-197344.12">19033 15247 113 0,'-12'-14'188'0,"-2"-1"-7"0,0 2-12 16,-1-1-8-16,-8-2-5 0,6 3-12 0,-7-2-6 16,7 2-7-16,-1 1-7 0,3-1-18 0,-1 5-11 15,5 0-11-15,0 1-5 0,-1 1-6 0,7 1-13 16,-5 0-21-16,5 1-20 0,5 4-36 0,0 0-41 16,-12-9-36-16,12 9-37 0,-3-4-29 0,3 4-107 15,0 0-289-15,0 0 128 0</inkml:trace>
  <inkml:trace contextRef="#ctx0" brushRef="#br0" timeOffset="-196093.4">20135 15415 115 0,'-1'-13'177'0,"-1"7"-6"0,2 6-10 0,-9-7-9 16,2 4-5-16,1 0-10 0,-6 3-15 0,0 0-4 16,1 2-12-16,-4 2-8 0,4 1-7 15,-6 6-5-15,2 2-3 0,-6 4-6 0,7-3-6 16,-4 7 18-16,7-5-10 0,-3 6-10 0,7-5-5 15,3 1-4-15,1 0-9 0,1-2-5 0,4 1-3 0,3 0-3 16,2-3-1-16,3 0-6 0,0-2-4 16,2-2-1-16,6-1-11 0,1-3-6 0,1-1-4 15,1-1-6-15,1-3-6 0,6 1 0 0,-1-4-5 16,-5 0-4-16,5-6 1 0,-1 2 4 0,-8-1 0 16,3-2 1-16,-2-1 0 0,3-3 2 0,-6 2 0 15,1-2 1-15,-4 0 8 0,-2-1-7 0,1 1 6 0,-1-3 0 16,-2 1 0-16,1 0 7 0,-5 5 4 0,0 1 10 15,-2 1 3-15,1 3 4 0,0 2-9 16,-4 3 1-16,6-7-9 0,-2 3-1 0,-4 4-2 16,0 0-1-16,0 0 3 0,0 0 0 0,0 0 0 15,-5 24 1-15,2-11-3 0,2-1 0 0,-1 4 3 16,0 1-1-16,0-4-4 0,0-1 3 0,4-1-2 16,2 3 3-16,-1-3-2 0,5 0 3 0,-2-3-3 0,1 2 0 15,-1-3-3-15,4-3 4 0,-1 1 0 16,2-2 5-16,-1 1-6 0,0-4 2 0,-1 0-1 15,2 0 2-15,2-4-3 0,-5-1 4 0,2-2-2 16,-1 2 2-16,0-4-3 0,-3 0-4 0,2-2 5 16,0-2-4-16,-1-3-2 0,-4 4-2 0,2-5 3 15,-4 6-1-15,4-2 0 0,-2 1-3 0,-2 3 3 16,-1 1 7-16,0 8-5 0,3-11-4 0,-2 6-3 16,-1 5 0-16,0 0-3 0,0 0 3 0,0 0-1 15,0 0 1-15,0 0-2 0,8 18 1 0,-8-9 2 16,2 2-4-16,1-1 2 0,0 2 3 0,4-2 0 15,-2 0 1-15,0 0-1 0,0-1-2 0,3 0 3 16,1-3 1-16,1 0 1 0,1-3-3 0,2-1-1 16,4 0 3-16,-2-4-1 0,-3 2 5 0,3-3-6 15,2-3 1-15,-4-1-8 0,-3 1 10 0,-1-2-7 16,2-5 3-16,-3-1 2 0,-2-2-1 0,-2 1 0 16,0-3-2-16,-3 0-2 0,1 1 5 0,-4-2-4 15,1 0 6-15,-1 0-3 0,0 1 0 0,-2-1-2 16,-1 4 5-16,3 4 11 0,-1 4-2 15,2 0-1-15,-2 1-5 0,3 6 1 0,0 0-4 0,0 0-3 16,0 0 15-16,-12 19 3 0,4-3-3 16,-1 6 1-16,0 2-4 0,1 3 1 0,1 0-2 0,2-1 1 15,-2-2-4-15,5 5 0 0,-1-4 0 0,4 0-13 16,1 0-13-16,-4-7-27 0,4 0-20 0,0 0-28 16,1-3-50-16,-2-2-59 0,2-1-67 0,-6-5-177 15,2 0-479-15,1-7 212 0</inkml:trace>
  <inkml:trace contextRef="#ctx0" brushRef="#br0" timeOffset="-195943.44">20601 15545 142 0,'11'-4'153'0,"7"3"-10"15,4-3-30-15,5 2-31 0,3-1-30 16,5 2-46-16,-3 0-44 0,3 1-72 0,-3-2-117 15,0 0 53-15</inkml:trace>
  <inkml:trace contextRef="#ctx0" brushRef="#br0" timeOffset="-195461.27">21213 15524 151 0,'0'0'187'0,"0"0"-2"16,0 0-7-16,0 0-2 0,-32-8-9 0,18 9-11 15,2 0-5-15,1 2-10 0,-2 2-6 0,1 0-7 16,1 0-9-16,1-1-8 0,1 3-13 0,4-2-11 15,0 0-8-15,0 1-4 0,3 1-8 0,2-7-6 16,0 10-7-16,7-1-3 0,-2-5-5 0,2 4-6 16,2-4-5-16,3 0-1 0,1 0 0 0,3 1-4 15,2-5-6-15,-3 2-9 0,2-2-9 0,-3-2-4 16,0-1-1-16,-2 1-10 0,2-3 1 0,-7 2-1 16,2-4 2-16,-4 1 0 0,2-3 2 0,-2 2-4 15,-2-2 2-15,-3 0 0 0,0-1 1 0,0 10 1 16,-3-18-1-16,2 10 2 0,-1 2-3 0,2 6 4 15,-2-14-2-15,2 8 3 0,0 6-1 0,-3-7 2 16,3 7-2-16,0 0 6 0,3-10-4 0,-3 10-2 16,8-9 0-16,-1 6 0 0,3-1-1 0,2 2 1 15,0-4 1-15,7 2 0 0,0-3 2 0,-1 0 1 16,-2 0-1-16,1 1-3 0,-3 2 5 0,-3-3 5 16,-3 2 7-16,2-2-6 0,-3-2 4 0,-1 0 2 15,-2 2 0-15,1-1 0 0,-5 8 0 0,3-16 8 16,0 11-2-16,0-2-2 0,-3 7-2 0,2-9-2 15,-2 9-3-15,0 0-2 0,0 0-1 0,0 0 9 16,0 0 1-16,-17 31 4 0,9-13 3 0,-7 9-2 16,2-1 6-16,1 4-2 0,1 0-5 0,-1-2 1 15,1 3-4-15,2-3 1 0,1 0-6 0,6 1 4 16,-2 0 1-16,3-4-8 0,1-1-21 0,0-5-19 16,1-3-27-16,1-5-35 0,0 1-48 0,0-2-49 15,0-4-43-15,-1 0-182 0,-1-6-445 0,1 7 198 16</inkml:trace>
  <inkml:trace contextRef="#ctx0" brushRef="#br0" timeOffset="-195325.86">21398 15585 56 0,'7'-3'124'0,"2"-2"-18"0,2 0-7 15,6-1-22-15,2 0-38 0,-1 0-36 0,1-1-37 0,1 0-45 16,-3 0-85-16,2-2 38 0</inkml:trace>
  <inkml:trace contextRef="#ctx0" brushRef="#br0" timeOffset="-195149.2">21696 15389 108 0,'0'0'157'16,"0"0"-16"-16,0 0-2 0,0 0-3 0,-10 2-1 16,10-2 4-16,-12 18 7 0,3-5-6 0,0 2-2 15,0 2 0-15,0-1-11 0,2 4-9 0,-1-2-3 16,-1 8-11-16,-2-1-6 0,4-1-9 0,2 0-11 15,1 0-7-15,2-7-4 0,-1-1-12 0,0 3-24 16,2-8-27-16,1 4-32 0,-1-2-45 0,0-3-37 16,1-1-61-16,-2-3-178 0,2-6-378 0,-3 7 168 15</inkml:trace>
  <inkml:trace contextRef="#ctx0" brushRef="#br0" timeOffset="-195014.06">21633 15573 105 0,'0'0'148'0,"7"-7"-10"16,-2 3-15-16,-5 4-9 0,13-2-14 0,-13 2-10 16,16 2-40-16,-9 0-35 0,-1 1-54 0,-2 0-102 15,-4-3-153-15,0 0 68 0</inkml:trace>
  <inkml:trace contextRef="#ctx0" brushRef="#br0" timeOffset="-194165.41">20332 16351 151 0,'-7'0'229'0,"0"2"-14"0,7-2-7 0,-10 0-18 0,10 0-16 15,0 0-14-15,0 0-12 0,14-23-7 0,-1 13-12 16,3-4-9-16,4-3-12 0,1-2-11 0,2 2-8 15,-1-2-7-15,-1 1-12 0,-2-2-2 16,-3-1-9-16,-2 6-5 0,-3-2-4 0,-1 1-7 16,-1 2-4-16,-4 4-1 0,-1 1-2 0,-2-1 3 15,0 3-5-15,-2-1 1 0,0 8-4 0,-7-13-4 16,3 9-1-16,-1 0-8 0,-4 1 1 0,-1 2-4 0,0 2-1 16,-2-2 0-16,2 2-1 0,10-1-3 15,-17 5-2-15,10-2-2 0,0 1 3 0,7-4-2 16,-5 5 1-16,5-5 2 0,2 9-1 0,-2-9-1 15,11 8-3-15,2-7 3 0,1 0-2 0,6 1 4 16,8-2-6-16,-8-3 0 0,7 0 0 0,-6 1 2 16,7 2-1-16,-11-2-6 0,1 2 6 0,-5 0-6 15,-1 3-1-15,-1-2 2 0,-5 1 0 0,2 5 2 16,-5-3 7-16,-1 4 11 0,-1-1-6 0,-2 4 6 16,-2-2-1-16,-2 4-3 0,-2 1-1 0,1-5-1 15,2 2-1-15,-1 0-2 0,0-1-4 0,4-1-23 16,-2-3 4-16,3 2-2 0,0-8-1 0,0 14 6 15,3-9-1-15,1 1 5 0,1-2 2 0,4 0 6 16,-3-2-8-16,7 0 5 0,0-2-2 0,5-2 1 16,-4 0-1-16,5-2 0 0,-6 0 4 0,5 0-4 15,-3-2 2-15,2-1 0 0,-2-2 1 0,-5-1 2 16,0 3-2-16,-2-3-2 0,0-1 4 0,-2 1-3 16,-2 0-2-16,0-2 6 0,-2 3-4 0,-2 9 0 15,2-15-3-15,-2 15 6 0,-6-16-7 0,6 16 0 16,-9-7 0-16,1 2 1 0,8 5-1 0,-18 2-2 15,7 2 2-15,0 2 0 0,-1 2 0 0,1-2 3 16,2 4 0-16,3-1-2 0,-2 1-1 0,2 1 3 16,2-1 2-16,3-2-3 0,1 3 2 0,2-3 0 15,6-1 0-15,1 1 3 0,0-4 1 0,8-1-6 16,0-2 6-16,2-1-2 0,2 0-2 0,-2-4 5 16,1 1-3-16,2-1-1 0,2-3 0 0,2-1 4 15,-8-2-5-15,0 4 4 0,-3-2-1 0,0-1-1 16,-3 1 1-16,2-4-2 0,-5 5 1 0,-2-1 2 15,0-1 0-15,-2-2-1 0,-5 11 0 16,3-10-4-16,-3 10 2 0,1-11-3 0,-1 11-1 0,0 0-2 16,0 0 0-16,0 0-1 0,0 0 1 0,0 0 2 15,0 0 2-15,0 0-1 0,-18 25 0 0,13-10 2 16,-1 1 0-16,0 3 3 0,3-1 2 0,-1 0 1 16,-3 6 8-16,1-5-7 0,3-3-2 15,0 3 1-15,0 0-1 0,-1-2 2 0,3 0 0 16,-4-2-3-16,3-3-5 0,2-1-18 0,0 0-22 15,0-3-33-15,0-8-31 0,0 0-31 0,-2 15-39 16,2-15-36-16,0 0-200 0,0 0-446 0,0 0 197 16</inkml:trace>
  <inkml:trace contextRef="#ctx0" brushRef="#br0" timeOffset="-193978.82">21131 16079 102 0,'0'0'174'0,"0"0"-9"0,0 0-9 16,0 0-2-16,0 0-12 0,0 0-5 0,0 0-11 16,17 30-13-16,-15-15-11 0,1-1-6 0,-3 1-15 15,1-3-6-15,2 0-15 0,-2 0-17 0,1 0-25 16,-2-12-39-16,3 19-40 0,-3-19-28 0,4 14-39 16,-2-9-114-16,-2-5-260 0,0 0 116 15</inkml:trace>
  <inkml:trace contextRef="#ctx0" brushRef="#br0" timeOffset="-193419.23">21374 16044 57 0,'0'0'160'0,"10"3"-1"0,-10-3-10 16,0 0-3-16,0 0-2 0,-8 17-8 0,8-17-3 16,-14 16-21-16,3-4 4 0,3-2-9 0,0 0-9 15,2-1-11-15,0 1-10 0,1-1-4 0,1 2-8 16,0-3-7-16,4-8-2 0,-3 14-9 0,3-14 0 15,0 0-4-15,7 13 0 0,-7-13-3 0,9 7 0 16,-9-7 0-16,15 1-1 0,-15-1-3 0,14-1-5 16,-14 1-3-16,22-10-2 0,-14 10 2 15,2-6-8-15,-3 2 1 0,2-2-4 0,3 0 1 16,-2-1-1-16,0 0-4 0,-1-2-1 0,5-2-5 16,0 1 4-16,-2 2-5 0,1 2 0 0,-1 1-5 0,0 2-1 15,-2 0 2-15,0 0-3 0,-10 3-1 0,13 0 1 16,-13 0 3-16,12 7-3 0,-12-7 4 0,6 9-3 15,-4-2 4-15,-2-7-2 0,2 12-1 16,-2-12 2-16,0 14-4 0,0-14-1 0,0 12 0 0,0-12 5 16,0 0-3-16,0 12 2 0,0-12 0 15,0 0 7-15,2 9 1 0,-2-9 5 0,0 0-4 16,17 0 2-16,-17 0 1 0,19-5-3 0,-19 5-1 16,18-5 0-16,-18 5 2 0,12-3-3 0,-12 3 1 15,11-3-2-15,-11 3 0 0,14 0-8 0,-14 0 5 16,10 5 0-16,-10-5-1 0,6 9 0 0,-4-2-28 15,-2-7-30-15,0 0-45 0,-13 20-55 0,6-11-70 16,-10-2-143-16,3 2-396 0,-5-1 175 0</inkml:trace>
  <inkml:trace contextRef="#ctx0" brushRef="#br0" timeOffset="-192601.27">19665 16530 144 0,'0'0'185'15,"0"0"-17"-15,32-3-22 0,-10 1-9 0,5-2-13 16,6 1-16-16,-4 0-23 0,1-1-25 0,-2 2-18 16,-9 1-39-16,-6 0-2 0,6 1-22 15,-10 0-11-15,-9 0-1 0,14 0 7 0,-14 0-10 0,0 0 11 16,0 0 0-16,13 0-1 0,-13 0 5 16,0 0 3-16,0 0 1 0,0 0 11 0,0 0 7 15,0 0 5-15,-45 0 16 0,45 0 3 0,-19 1 13 0,6-2 3 16,3 1 12-16,-1-2 3 0,0 4 0 15,5-1 6-15,6-1 3 0,-14 7 0 0,6-4 16 16,3 4-6-16,0 2 6 0,3 1 11 0,4 3 5 16,-2 3 2-16,2 3-1 0,2 7-11 0,0 0-6 15,4-1-6-15,-3 4-5 0,-1-2-10 0,-1 0-2 16,-1-2-9-16,0 4-3 0,0-1-4 0,-1-4 0 16,-4 1-6-16,2-10-9 0,-2 2-1 0,0-6-1 15,1 1 0-15,1-5-6 0,-2 0 1 0,3-7-10 16,-5 10-5-16,0-7-6 0,0 1-7 0,5-4-1 15,-14 1-2-15,6-2 0 0,8 1 5 0,-12-5 0 16,3 0-5-16,9 5 2 0,-14-10 1 0,14 10 1 16,-8-10-3-16,5 5 10 0,3 5-5 0,0 0 5 15,0 0-4-15,-2-13 1 0,2 13-2 0,0 0 0 16,0 0 2-16,0 0-2 0,18-3-1 0,-18 3 1 16,14-2 2-16,0 4 5 0,-1-2-8 0,1 1 2 15,1 0-11-15,5-3-7 0,0 2-18 0,1 0-7 16,1-3-24-16,4-3-12 0,-7 5-15 0,2-4-1 15,-1 1-7-15,1 0 10 0,-3-1-3 0,2-1 20 16,-3 1 3-16,-1-4 10 0,0 1 12 0,-4 0 12 16,1 2 16-16,-4-3-3 0,0 1 14 0,-1-2 12 15,-1 2 16-15,-3 0 14 0,0-2 5 0,-2 1 14 16,-2 9 13-16,3-13 6 0,-3 13 17 0,0-13 7 16,0 13 2-16,0 0-2 0,1-12-9 0,-1 12-8 15,0 0-8-15,0 0 8 0,0 0 24 0,0 0 12 16,0 0-8-16,0 0 1 0,0 0-5 0,-1 51-8 15,-2-31-8-15,3-2-6 0,-1-1-8 0,2 8-5 16,0-7-8-16,1-2-8 0,-1-2-5 16,0-2-2-16,2 3-17 0,-2-5-24 0,2-1-23 0,-3-9-16 15,6 14-19-15,-5-8-18 0,-1-6-16 16,0 0-11-16,4 9-22 0,-4-9-28 0,0 0-27 16,0 0-17-16,0 0-26 0,0 0-135 0,0 0-389 0,0 0 172 15</inkml:trace>
  <inkml:trace contextRef="#ctx0" brushRef="#br0" timeOffset="-192379.5">20146 16798 114 0,'9'-4'166'0,"1"0"0"0,0 2-1 0,2 0-2 16,2 2 8-16,-2 2-1 0,5 1-2 0,3 1-4 16,-4 3-3-16,-6-2-12 0,3 1-6 0,-4 2-14 15,0 5-8-15,-3 0-9 0,0 1-10 0,-4-2-5 16,-1 1-7-16,-6 2-7 0,-3 2-9 0,-2-5-6 15,-3 3-3-15,1-2-9 0,-3-1-5 0,0 1-6 16,0-2-6-16,-3 0-2 0,2 0-13 0,0-2-17 16,3-3-21-16,-3 1-34 0,3-6-37 0,1 1-41 15,12-2-56-15,-16 0-60 0,16 0-159 0,-12-7-434 16,12 7 192-16</inkml:trace>
  <inkml:trace contextRef="#ctx0" brushRef="#br0" timeOffset="-192207.49">20556 16776 2111 0,'18'-7'111'0,"-2"3"-67"0,-3-1-33 0,-2 2 1 0,1 1-4 16,0-1-6-16,-1 0 6 0,5 1-8 0,-7 0-15 16,-1 2-28-16,-8 0-33 0,0 0-26 0,0 0-40 15,14 0-39-15,-14 0-111 0,0 0-315 16,0 0 139-16</inkml:trace>
  <inkml:trace contextRef="#ctx0" brushRef="#br0" timeOffset="-191786.56">20466 16884 111 0,'0'0'136'16,"0"0"-18"-16,0 0-8 0,24 2-11 0,-11-2-4 15,7-1-15-15,-1-5-31 0,10 0-20 0,-2 0-31 16,-5 1-11-16,5-1-19 0,3-1-8 0,1 1-20 15,-2-2-2-15,1 2 7 0,-3-3 7 0,1 2-1 16,0-3 7-16,-1 2 17 0,1-1 6 0,-10 0 14 16,1 4 8-16,-3-1 27 0,-4 2 12 0,-2 0 20 15,2-1 23-15,-3 1 22 0,-9 4 9 0,11-6 3 16,-7 4 5-16,-4 2-5 0,8-3-3 0,-8 3 1 16,0 0 4-16,0 0-2 0,0 0 0 0,0 0 7 15,-20 20-2-15,14-13 0 0,-2 2-3 0,0-2-2 16,-1 8-10-16,2-4-8 0,2 4-7 0,-3-3 1 15,7-2-21-15,0 0-1 0,3-1-7 0,5 1-3 16,-1-2-12-16,1 0-1 0,3-3-3 16,5 3-1-16,2-4-11 0,-1-1 0 0,7-3-3 0,-5-1-7 15,3-1-2-15,-2-1 2 0,0-2-5 0,0 0-8 16,-2 1 7-16,-1-5-1 0,0 2 2 0,-6-3 0 16,-2 1-7-16,-5-2 0 0,0 0-4 0,-4-1-1 15,-4-2 2-15,-4 1-9 0,-4 0-3 0,-3 3-10 16,-8-3-13-16,-3 0-10 0,1 3-11 15,-6 3-20-15,-3 2-22 0,1 4-29 0,-4-1-41 16,5 4-53-16,-2 2-65 0,0-2-151 0,6 2-462 16,1-1 204-16</inkml:trace>
  <inkml:trace contextRef="#ctx0" brushRef="#br0" timeOffset="-166151.29">5975 15082 1 0,'0'0'22'0,"0"0"-13"16,0 0-15-16,0 0-6 0,8 12 3 0</inkml:trace>
  <inkml:trace contextRef="#ctx0" brushRef="#br0" timeOffset="-165472.62">7823 15050 9 0,'3'4'38'16,"-3"-4"-1"-16,0 0-9 0,0 0-5 0,0 0-7 16,0 0-16-16,1 9-8 0,-1-9-17 0,0 0-25 15,0 0 12-15</inkml:trace>
  <inkml:trace contextRef="#ctx0" brushRef="#br0" timeOffset="-165268.65">7884 15012 8 0,'0'0'60'16,"0"0"-13"-16,0 0-8 0,0 0-11 0,0 0 6 15,11 5 1-15,-11-5-5 0,0 0-6 0,0 0 2 16,0 0-6-16,0 0-14 0,0 0-12 0,0 0-4 16,9 1-14-16,-9-1-2 0,0 0-23 15,0 0-53-15,0 0 25 0</inkml:trace>
  <inkml:trace contextRef="#ctx0" brushRef="#br0" timeOffset="-165092.46">7947 15009 33 0,'0'0'57'0,"0"0"-6"0,0 0 3 0,0 0 8 0,0 0-1 15,0 0-2-15,0 0-1 0,9-1 0 0,-9 1-14 16,0 0 1-16,0 0-8 0,0 0-9 0,0 0-12 16,0 0-22-16,0 0-7 0,12 3-35 0,-12-3-52 15,0 0-107-15,0 0 47 0</inkml:trace>
  <inkml:trace contextRef="#ctx0" brushRef="#br0" timeOffset="-144870.08">6061 14972 8 0,'0'0'56'15,"0"0"0"-15,0 0-3 0,0 0-10 0,0 0-3 16,0 0-7-16,0 0-3 0,0 0 0 0,0 0-8 15,0 0 1-15,0 0 0 0,0 0-2 0,0 0 3 0,0 0-5 16,0 0 1-16,0 0 6 0,0 0-4 16,0 0 2-16,0 0 6 0,0 0 3 0,0 0 1 15,0 0-6-15,0 0 3 0,0 0 2 0,0 0 0 16,0 0-15-16,0 0 10 0,0 0 1 0,0 0 2 16,0 0-6-16,0 0-11 0,0 0 11 0,0 0-8 15,0 0 3-15,0 0-6 0,0 0-6 0,0 0 7 16,0 0-3-16,0 0-2 0,0 0 9 0,0 0-18 15,0 0 5-15,0 0 1 0,0 0 1 0,0 0-6 16,0 0 0-16,0 0 1 0,0 0-4 0,0 0 0 16,0 0 6-16,0 0-9 0,8-3 2 0,-8 3 12 15,0 0-26-15,0 0 6 0,14 1-27 16,-14-1-19-16,0 0-17 0,14 3-81 0,-14-3-168 0,10 2 75 16</inkml:trace>
  <inkml:trace contextRef="#ctx0" brushRef="#br0" timeOffset="-143066.75">8029 16399 45 0,'0'0'87'0,"0"0"1"0,0 0-4 0,0 0 3 16,0 0-23-16,0 0 13 0,0 0-16 0,5 3 3 16,-5-3-8-16,0 0 3 0,0 0-5 0,0 0-3 15,0 0 4-15,0 0-9 0,0 0-3 0,0 0 0 16,0 0-11-16,0 0 1 0,0 0-1 0,0 0-7 16,0 0-1-16,0 0-1 0,0 0-6 0,0 0-9 15,0 0-22-15,0 0 2 0,0 0-20 0,0 0-5 16,0 0-14-16,0 0-24 0,0 0-99 0,0 0-187 15,0 0 84-15</inkml:trace>
  <inkml:trace contextRef="#ctx0" brushRef="#br0" timeOffset="-78653.16">7361 10990 1 0</inkml:trace>
  <inkml:trace contextRef="#ctx0" brushRef="#br0" timeOffset="-76124.93">7241 11472 5 0,'0'0'51'0,"0"0"-22"0,0 0 1 15,0 0-4-15,0 0-14 0,0 0-20 0,4 22-17 16,-6-13-25-16,1 0 11 0</inkml:trace>
  <inkml:trace contextRef="#ctx0" brushRef="#br0" timeOffset="-74676.27">13342 15703 67 0,'0'0'104'0,"0"0"3"0,0 0-11 0,0 0 1 16,0 0-5-16,0 0-2 0,0 0-1 0,0 0-1 16,0 0-1-16,0 0-10 0,-7 8-5 0,7-8-5 15,0 0-9-15,0 0-4 0,0 9-2 0,0-9-18 16,0 0-6-16,-2 8-21 0,2-8-22 0,-4 4-22 0,4-4-33 15,0 0-26-15,-5 5-96 0,5-5-207 16,-9 1 92-16</inkml:trace>
  <inkml:trace contextRef="#ctx0" brushRef="#br0" timeOffset="-73752.58">5527 9600 22 0,'0'0'59'0,"0"0"-5"0,0 0-1 0,0 0-9 0,0 0-6 16,0 0-4-16,0 0-1 0,0 0-3 0,0 0-7 16,0 0 2-16,7 3-5 0,-7-3-5 0,0 0-18 15,9 2-3-15,-9-2-30 0,8 2-32 0,-8-2-73 16,7 3 33-16</inkml:trace>
  <inkml:trace contextRef="#ctx0" brushRef="#br0" timeOffset="-69511.58">6758 11467 16 0,'0'0'65'0,"0"0"-4"0,0 0-7 16,5 4-17-16,-5-4-3 0,0 0-20 0,0 0-21 15,0 0-39-15,-10 10-49 0,10-10 21 0</inkml:trace>
  <inkml:trace contextRef="#ctx0" brushRef="#br0" timeOffset="-35752.72">7153 11851 15 0,'0'0'77'0,"0"0"-9"0,0 0-9 16,0 0-10-16,0 0-9 0,0 0-5 0,0 0-16 15,0 0-14-15,0 0-21 0,0 0-43 0,12 14-63 16,-12-14 28-16</inkml:trace>
  <inkml:trace contextRef="#ctx0" brushRef="#br0" timeOffset="-33320.94">7453 14922 43 0,'0'0'79'0,"0"0"4"16,0 0-11-16,0 0-6 0,0 0-8 16,0 0-1-16,0 0-12 0,0 0 6 0,0 0-11 15,0 0-21-15,0 0-16 0,0 0-22 0,0 0-15 16,0 0-61-16,0 0-100 0,0 0 44 0</inkml:trace>
  <inkml:trace contextRef="#ctx0" brushRef="#br0" timeOffset="161424.91">8093 6606 17 0,'0'0'28'0,"0"0"0"16,0 0-3-16,0 0-2 0,0 0-1 0,0 0-3 16,0 0-4-16,0 0-1 0,0 0-3 0,0 0 0 15,0 0 0-15,0 0-6 0,0 0-1 0,-8-13 7 16,8 13-5-16,0 0-3 0,0 0 1 0,0 0-3 15,0 0-1-15,0 0-2 0,0 0-1 0,0 0-3 16,0 0 0-16,0 0-1 0,0 0 3 0,0 0-3 16,0 0 2-16,0 0 0 0,0 0 3 0,0 0-1 15,0 0 1-15,0 0-2 0,0 0 4 0,0 0-3 16,0 0 3-16,0 0 1 0,0 0-3 0,0 0 1 16,0 0 2-16,0 0-2 0,0 0 1 0,0 0 2 15,0 0 2-15,0 0 5 0,0 0-4 0,0 0 1 16,0 0-2-16,0 0 7 0,0 0-2 0,0 0-6 15,0 0 7-15,0 0-3 0,0 0 1 0,0 0-2 16,0 0-1-16,0 0 4 0,0 0 2 0,0 0-1 16,0 0-1-16,0 0-3 0,0 0 3 0,0 0-2 15,0 0-5-15,0 0 4 0,0 0-4 0,0 0 1 16,0 0 2-16,0 0-1 0,0 0-2 0,0 0 4 16,0 0-1-16,0 0 2 0,0 0-13 0,0 0-5 0,0 0-2 15,0 0-1-15,0 0-2 0,0 0-9 16,0 0-26-16,0 0-55 0,0 0 24 0</inkml:trace>
  <inkml:trace contextRef="#ctx0" brushRef="#br0" timeOffset="161613.19">8041 6592 5 0,'0'0'17'15,"0"0"5"-15,0 0-8 0,0 0-1 0,0 0 0 16,0 0 1-16,0 0-2 0,0 0 1 0,0 0-3 16,0 0-7-16,0 0-1 0,0 0 7 0,0 0-16 15,0 0-17-15,0 0-25 0,0 0 11 0</inkml:trace>
  <inkml:trace contextRef="#ctx0" brushRef="#br0" timeOffset="162629.17">15072 6508 129 0,'0'0'140'0,"0"0"-15"15,0 0-7-15,0 0-10 0,6-6-13 0,-6 6-13 16,0 0-4-16,0 0-10 0,0 0-1 0,0 0-14 16,2-7-8-16,-2 7-12 0,0 0-18 0,0 0-17 15,0 0-22-15,0 0-18 0,0 0-27 0,0 0-20 16,-22-5-66-16,15 5-169 0,7 0 75 0</inkml:trace>
  <inkml:trace contextRef="#ctx0" brushRef="#br0" timeOffset="164616.44">12118 5168 51 0,'0'0'174'0,"2"-9"4"16,-2 9-6-16,0 0-8 0,-2-9-22 0,2 9-19 15,0 0-7-15,0 0-7 0,0 0-17 0,0 0-8 16,0 0-6-16,0 0-6 0,0 0 0 0,0 0 9 16,-3 32 3-16,1-9 0 0,-5 3-4 0,-1 3-1 15,1 4-2-15,-3-1 6 0,-2 13-6 0,3-12-6 16,-1 1 4-16,1-1-5 0,1 2 1 0,0 0-8 16,-4 10 12-16,1-15-9 0,3 3 3 0,-3-4-7 15,4 2-2-15,-1-5-4 0,-2-3-6 0,3-3-3 16,3-2-4-16,0 0-3 0,0 0-10 0,-2-3-3 15,4 0 0-15,-2-2 6 0,3-2-12 0,0 0 0 16,-1-2-4-16,2 1-15 0,-1-2-25 0,0 0-27 16,1-8-30-16,0 0-30 0,-3 16-36 0,3-16-40 15,0 0-45-15,0 0-193 0,-4 7-459 0,4-7 203 16</inkml:trace>
  <inkml:trace contextRef="#ctx0" brushRef="#br0" timeOffset="165827.81">12370 5436 57 0,'2'-8'230'0,"-2"8"7"0,0-11 1 0,0 11-9 16,-2-11-12-16,2 11-23 0,-3-10-17 0,3 10-14 0,-7-5-11 15,7 5-21-15,-9-2-13 0,9 2-9 16,-10 9 7-16,2 0 2 0,-1 8-7 0,-4 4-6 16,0 4-2-16,1 0-10 0,1-1-8 0,2-1-7 15,0 2-3-15,5-7-33 0,-2-1 1 0,3 0-3 0,-2-2-5 16,2 1-1-16,2-2-4 0,2-2-4 16,2 0 0-16,-1-1-2 0,3-1 6 0,-1-1-11 15,3 0 1-15,2 0-14 0,1-3-20 0,2-2-21 16,-1 0-22-16,3-1-18 0,0-3-20 0,4 0-14 15,-1-2-15-15,2-3-2 0,-1 2-9 0,0-3 13 0,0-3-8 16,-1 0 12-16,1-2-1 0,5-5 19 16,-9 3 8-16,0 1-1 0,-1-4 23 0,-3 1 10 15,2 0 27-15,-5 0 14 0,1 0 18 0,1 0 6 16,-3 5 12-16,-2-2 13 0,0 3 23 0,0-1 16 16,-1 4 14-16,-1 0 1 0,-2 6 2 0,4-8 0 0,-4 8-10 15,0 0-6-15,2-6-6 0,-2 6-3 0,0 0 14 16,0 0 3-16,-15 23-1 0,7-9 0 15,2 1-4-15,4 1-3 0,-3 2-7 0,-1-2-2 16,4 1 1-16,0 1-3 0,-1-3-8 0,1-2-4 0,4 2-4 16,1-3 1-16,1 0-9 0,0-1-4 0,1-1 2 15,-1-1-4-15,1-1-2 0,4 1-7 0,-7-5 2 16,7 2-2-16,-1-3 1 0,0-1-7 16,-3 1-3-16,-5-3-13 0,18-1-4 0,-18 1-2 15,15-7-2-15,-8 4-3 0,-1-1-2 0,0-2-1 0,-2 2 1 16,0-5-6-16,1-1-4 0,-1-2 4 0,-2 1-3 15,0 0 0-15,-2-5 2 0,0 4-1 0,-2-5-2 16,2 2-4-16,0 3 6 0,-2-1-2 0,2 0 5 16,-2 3 1-16,-1-1 2 0,1 4 1 0,2-1 2 15,0 8-2-15,-2-13 4 0,2 13 1 0,0-10 7 16,0 10-7-16,0 0 0 0,3-10 7 0,-3 10-6 16,0 0 6-16,6-5-10 0,-6 5 3 0,0 0 3 15,16 4 1-15,-5-1 4 0,-2 0 7 0,1 4 2 16,0-1 5-16,6 2 4 0,-5 2 1 0,0-1 3 15,1 4-2-15,-5-5 0 0,1 3-3 0,-1-3 5 16,2 1-4-16,-2-2-3 0,-3 2 1 0,1-2 1 16,-1-1 1-16,-4-1-1 0,0-5 0 0,4 9 1 15,-1-5 1-15,-3-4 7 0,0 0 4 0,1 9 5 16,-1-9-2-16,0 0 5 0,0 0-5 0,0 0-2 16,0 0-6-16,0 0-2 0,0 0-5 0,0 0 0 15,4-27-5-15,-2 18 4 0,0-2-3 0,3-1-5 16,-1-3-3-16,2 1 5 0,-1-3-6 0,2 0 5 15,-2 1-4-15,4 2-2 0,-1-1-1 0,0 4-3 16,-2 2 1-16,1 0-5 0,-3 4 3 16,2 1-1-16,0 1-3 0,-6 3-2 0,8-1 5 0,-8 1 0 15,12 5-1-15,-6 3 1 0,1 0 6 0,-4 1-3 16,5 2 1-16,-3-2-3 0,-1 2 7 0,3 1-5 16,0-2 5-16,-2 2 5 0,1-2-5 0,0-1 4 15,0-1 5-15,0 0-4 0,3-2 5 0,0-2-3 16,1-1 13-16,2-2-11 0,1-2-2 0,1-2-2 15,5 1-3-15,-4-3 0 0,3-2 1 0,-2 0 4 16,0-3-5-16,-1 2 5 0,-1-3-5 0,-1-1-1 16,-2 0-2-16,1-3 5 0,-3 3 1 15,-1-2-5-15,0-2-3 0,-2 1 2 0,1 0 2 0,-3 0-4 16,-2 2 2-16,0 5-4 0,1-4 5 0,-3 2 0 16,0 3-3-16,0 7-9 0,2-10 1 0,-2 10-1 15,0 0 2-15,0 0-3 0,0 0 2 0,0 0 0 16,0 0 1-16,-17 23-4 0,12-14 7 0,1 4-2 15,1-2-4-15,1 1 0 0,2 5 8 0,0-5-2 16,2 0-3-16,-2 2 1 0,5-4 5 0,-1 2-2 16,1 0-3-16,-3-1 4 0,4 0 11 0,-1 1-9 15,2-2-5-15,-2 3 3 0,-1-3-1 0,0-1 1 16,1 1 2-16,-1 0-3 0,-2-4 3 0,0 0 0 16,2 1 0-16,-4 2 3 0,0-9-10 0,0 11-11 15,0-4-5-15,0-7-2 0,-6 12-13 0,2-8-14 16,-1 1-23-16,1-2-22 0,4-3-21 0,-11 6-27 15,4-5-37-15,7-1-38 0,-9 1-51 0,9-1-143 16,-9-4-448-16,9 4 198 0</inkml:trace>
  <inkml:trace contextRef="#ctx0" brushRef="#br0" timeOffset="166903.51">13637 5456 22 0,'4'-9'180'0,"-4"9"-8"0,4-5 5 15,-4 5-15-15,5-5-8 0,-5 5-11 16,0 0-12-16,0 0 2 0,4-9-2 0,-4 9-7 16,0 0-3-16,0 0-1 0,0 0-6 0,0 0 2 15,0-7-13-15,0 7-6 0,0 0-3 0,0 0-8 16,0 0-4-16,0 0 1 0,-7-10-7 0,7 10-6 15,0 0 1-15,-6-3-12 0,6 3 6 0,-11-2-6 16,11 2-7-16,-10-1-6 0,10 1-6 0,-11 0-4 16,11 0 4-16,-16 2 0 0,7-1-9 0,-1 1 2 15,-4 3-4-15,3 0-5 0,0 0-1 0,-5 1-1 16,5 0-2-16,-5 4-3 0,3 2-3 0,-1-2 0 0,3 1-1 16,0 2-3-16,3-2 2 0,0-1-7 15,3-1 0-15,1 2 6 0,0-2-2 0,4 1-3 16,-1 0 3-16,1 0-1 0,1-1 0 0,1-3-3 15,0 1 1-15,4 0 0 0,3 0-1 0,1-2 1 16,1-2-2-16,0 1 3 0,3-2-1 0,-2-1 1 16,0 0 0-16,1-3 1 0,0 0-2 0,-1-1 0 0,-1-1-1 15,-2-1 1-15,1-2-3 0,-2 0 1 16,1-3-4-16,1 1 4 0,-4 0 0 0,1-2-1 16,-3-2 2-16,1 3-3 0,-1-5 1 0,1 5-1 15,0-2-4-15,-1 2 2 0,-2 2 3 0,0 0-3 0,0 2 3 16,-2 6-3-16,3-9-7 0,-3 9 0 0,0 0-1 15,4-5 4-15,-4 5-2 0,0 0 1 16,0 0 6-16,0 0 1 0,-4 25 3 0,4-15-2 16,-3 1-1-16,3 1-4 0,0-2 9 0,0 3-3 15,-2-3 0-15,2 2 0 0,0-1-1 0,2 0-6 16,1 0-27-16,-3-2-32 0,4 1-32 0,-4-1-31 16,2-2-37-16,-2 1-44 0,5-3-40 0,-5-5-207 15,0 9-490-15,0-9 217 0</inkml:trace>
  <inkml:trace contextRef="#ctx0" brushRef="#br0" timeOffset="167274.68">13777 5469 135 0,'0'0'196'0,"0"0"-28"16,8-6-3-16,-8 6 9 0,0 0 8 0,0 0-3 15,6 22 12-15,-3-11-17 0,-3 1-5 0,0 3-10 0,0-3-5 16,-1 5-13-16,-1-1-16 0,2-1-5 0,0-2-6 15,0 0-11-15,-2-4-10 0,2 1-8 16,2-1-1-16,-2-9-8 0,-2 13-6 0,2-10 11 16,0-3 11-16,0 0 14 0,0 0 12 0,-2 11-18 15,2-11-11-15,0 0-7 0,0 0-7 0,0 0-4 0,0 0-8 16,4-26-6-16,-1 15-8 0,1-1-9 0,4-3-4 16,0-3-1-16,5-4-5 0,-2 0-5 15,1 5-5-15,1 0 0 0,-1 5-5 0,-3-1-4 16,2 0-1-16,-3 7 0 0,2-1-11 0,-4 4 3 15,1 0-5-15,-1 3-2 0,-6 0 5 0,17 6 3 0,-11 2 1 16,1 3-6-16,0-1 3 0,-1 7 1 16,1-3-2-16,-5 2 6 0,3 1-9 0,-3-2 7 15,2 2-2-15,-4-3-2 0,5-2-20 0,-3 3-13 0,-1-3-35 16,3-1-33-16,-4 0-40 0,2-1-36 16,0-3-49-16,1-3-67 0,1 1-248 0,-4-5-586 0,12 3 260 15</inkml:trace>
  <inkml:trace contextRef="#ctx0" brushRef="#br0" timeOffset="167501.74">14285 5247 22 0,'1'-12'285'0,"-2"4"-2"16,-1 1-1-16,2 7-22 0,2-11-18 0,-2 11-19 16,0 0-24-16,0 0 1 0,0 0 2 0,0 0 4 15,0 0-6-15,-8 40-9 0,8-15 4 16,-4 3-18-16,3 1-14 0,-1 1-14 0,-1-2-15 15,3 2-19-15,0-4-6 0,0 1-7 0,0-2-7 0,0-6-13 16,3 0-7-16,-2 0-14 0,-1-2-22 0,1 0-44 16,1-6-39-16,-2 0-49 0,3 0-50 0,-3-1-40 15,0-4-56-15,4 0-50 0,-4-6-38 16,0 0-168-16,-4 10-536 0,4-10 237 0</inkml:trace>
  <inkml:trace contextRef="#ctx0" brushRef="#br0" timeOffset="167642.78">14236 5497 29 0,'0'0'246'16,"-1"-12"-12"-16,1 12-3 0,0-7-6 0,0 7-5 16,0 0-15-16,1-10-17 0,-1 10-18 0,4-5-16 15,-4 5-15-15,10-7-16 0,-1 4-15 0,9-1-24 0,-1-2-47 16,4-1-52-16,8-2-74 0,4 2-81 0,-1 0-184 16,0 2-382-16,1-3 169 0</inkml:trace>
  <inkml:trace contextRef="#ctx0" brushRef="#br0" timeOffset="168954.78">14816 5273 47 0,'-5'-7'272'0,"5"7"-3"15,-6-7-6-15,6 7-8 0,-12-3-13 0,12 3-10 16,-12 0-10-16,0 1-15 0,-3 8-12 16,-1 0-17-16,-1 3-11 0,-5 8-11 0,4 1-2 15,-3 1-26-15,3 2-6 0,3-5-10 0,4-2-19 0,2-2-5 16,2 3-12-16,4-1-9 0,-1-2-4 0,4-3-8 15,1 0 4-15,2-2-16 0,2 2-7 0,4-4-9 16,2 1-4-16,3-1-8 0,4-1-4 16,0-3-24-16,0-2-4 0,5-2-4 0,-4-2-7 15,4-2 0-15,-3 1 3 0,0-5 1 0,0 1 2 0,-2 0 3 16,-4-3-1-16,4-2 3 0,-3-1-1 16,-1 0-1-16,-2-3 4 0,2-5 4 0,-3 5 1 15,-1-6 3-15,-2 3-3 0,0 2 3 0,-2-1 1 16,-1 7 11-16,-2 0 4 0,1 1 4 0,-2 3 5 0,0 1-2 15,-2 6-2-15,5-8-10 0,-5 8-1 0,0 0-2 16,0 0 2-16,0 0-3 0,0 0 10 0,-5 33-1 16,1-17-2-16,-1 1-2 0,1-2 0 0,2 4 2 15,0-3 2-15,-1-1-2 0,3 1 4 16,3-2-6-16,-2-3 2 0,0 1 0 0,5-2 11 16,-4 0 0-16,5-3-8 0,2 0-3 0,-2-2 0 0,2-2-1 15,3 0-9-15,-3-2-9 0,4-2 8 0,0-1-5 16,0-2-4-16,1 1-1 0,-2-1 2 15,-3-2 3-15,0-1-2 0,1-5 3 0,0 2 1 16,2-3-1-16,-2 0 0 0,-2-1 6 0,-5 2-2 16,5-5 1-16,-4-1-6 0,2 2 4 0,-3 0-3 0,-1 4 5 15,0 2 0-15,0 1 0 0,1 3 3 0,-3 6 4 16,1-12 4-16,-1 12-4 0,3-7-2 16,-3 7-6-16,0 0 1 0,0 0 1 0,0 0 7 15,0 0-1-15,0 0 4 0,-9 25 7 0,4-9-8 0,3-1 3 16,1 1-2-16,1-1 4 0,-3 1 5 0,1-3-7 15,4 3-1-15,-2-5 1 0,3 2 7 0,1-1-6 16,0-1 5-16,2-1-1 0,2-1 3 0,-1-1-2 16,2 0 4-16,-1-3-1 0,5-1 1 0,-2 1-2 15,0-3 3-15,3-1-3 0,-3-1-3 16,4-2 2-16,-2 2-3 0,1-1 3 0,-1-3-5 0,5-3 2 16,-7 2-2-16,5-3-1 0,-2-3-8 0,-4 3-6 15,4-4-5-15,-5 1 13 0,1-2-14 0,-1-3-1 16,-2 2-14-16,-3-2 2 0,-1-2-4 15,-1-1 2-15,-2 2 4 0,0 5-5 0,-4-4 2 0,0 6 10 16,0 1-4-16,-1-1 1 0,-1 3-5 0,-4-3 6 16,0 6 0-16,4 0 5 0,-5-1-1 0,2 2-4 15,0 0 12-15,0 0-9 0,9 3-3 0,-8-3 4 16,8 3-1-16,-8-3-2 0,8 3 6 0,0 0 6 16,0 0-3-16,0 0 2 0,0 0 5 15,0 0 4-15,0 0-1 0,28 6 3 0,-10-6 3 0,3 2-5 16,0-2 2-16,-1-2-2 0,1 4 3 0,0-4-5 15,-4 2-3-15,-4 2-1 0,0-2 2 0,-2 1-1 16,-3 0-1-16,0 1-1 0,-8-2-3 0,12 3 4 16,-5 0 2-16,-2 3-1 0,-1-3-4 0,0 4 5 15,0-1-1-15,-1 3 1 0,-2 1 4 0,2 1-1 16,-1 2 4-16,-1-1-3 0,2-3 1 0,-2 1-7 16,2-1 5-16,-3-1 3 0,1 3-3 0,1-4-2 15,-2-7 2-15,3 13 2 0,0-7-3 0,-1-1 2 16,2 0 2-16,1 0-2 0,1-1 0 15,-1 0 2-15,2-2 1 0,-7-2-3 0,13 3 4 0,-4-1-2 16,-9-2 1-16,16-2-2 0,-4 0-2 0,-2-1-2 16,-2 0-3-16,1-2 7 0,1 0-3 0,-4 1 2 15,2-3 0-15,0-2-3 0,-2-1-4 0,-2-1 4 16,0-7-6-16,-3 7-10 0,0-5 13 16,0 4-6-16,-2 0 0 0,1 2 4 0,-1-3-2 0,1 3 0 15,0 0 2-15,0 10-4 0,0-12 5 0,0 12-10 16,0-10 5-16,0 10-1 0,2-7-1 0,-2 7 4 15,7-4-12-15,-7 4 6 0,10 0-2 0,-10 0 2 16,13 7 6-16,-5-4-5 0,-2 4 4 16,4-1 2-16,-4 3-3 0,1-2 2 0,-1 4 0 0,-1 1 2 15,-1-3 4-15,1 2-7 0,0 0 6 0,-1-1-5 16,0-1 2-16,0 2 0 0,2-1 2 0,-1-2 3 16,1 1 2-16,-1-2-1 0,1 0 0 0,-1-5-4 15,3 2 7-15,1 0-7 0,-1-3 6 0,4-1-3 16,-2 0 0-16,3-3 15 0,1 2-7 0,-2-2-7 15,2 0 7-15,-4 0-4 0,2-3-2 0,0-5-3 16,-3 2 4-16,-2 0-6 0,-1-1 4 0,0 0-2 16,1 0 0-16,-5-1 4 0,0 1 0 0,-1 0-1 15,0 3-3-15,-1 0 1 0,0 7 12 0,0-12-12 16,0 12-1-16,0 0-7 0,-6-9 1 0,6 9-3 16,0 0 4-16,-18 9-2 0,8-1 0 0,-2 3-2 15,-2 4 7-15,1-1-2 0,2 2-10 0,1-4-22 16,3-1-43-16,0 3-37 0,3-2-27 15,-1 0-29-15,2 0-46 0,1 0-18 0,3-1-5 16,3-1-9-16,2-2-147 0,2 0-429 0,1 0 190 0</inkml:trace>
  <inkml:trace contextRef="#ctx0" brushRef="#br0" timeOffset="169163.81">16124 5478 113 0,'5'-5'131'0,"-1"-2"2"0,0 2 15 0,1-3 4 16,0-2-4-16,-1-1 1 0,2 0 11 0,0-3-5 15,1-2-3-15,-2 6 3 0,0-2 2 0,3 0 0 16,-5 3 1-16,1 2 0 0,0 0 0 0,-1 2-8 15,-3 5-3-15,5-8-14 0,-2 4-15 0,-3 4-15 16,0 0-13-16,7-3-3 0,-7 3-11 0,0 0-6 16,12 11-7-16,-7-2-4 0,-3-1-5 0,2 1-3 15,0 1-4-15,1 2-7 0,-3-1 0 0,1-2-5 16,1 3-4-16,0-4-10 0,-2 0-25 0,2-1-31 16,0-1-31-16,1-2-44 0,-1 1-41 0,1-2-53 15,-5-3-58-15,9 3-233 0,-9-3-535 0,15-3 236 16</inkml:trace>
  <inkml:trace contextRef="#ctx0" brushRef="#br0" timeOffset="169382.29">16448 5144 25 0,'0'-17'255'0,"-1"5"19"0,0 0 3 0,1 4 10 16,0 1 4-16,0 7-22 0,-1-11-25 0,1 11-24 15,0 0-25-15,0 0-11 0,0 0 15 0,0 0-5 16,-11 36 6-16,6-11-11 0,0 0-9 0,-3 3-15 15,3-1-13-15,1 0-16 0,-2 3-1 0,-1-1-18 16,3-1-21-16,-1 0-4 0,1-7-8 0,0 3-8 16,1-5-12-16,2-1-23 0,2-4-44 15,0-4-55-15,-2 3-45 0,4-5-47 0,-3 1-53 0,1-3-46 16,-1-6-61-16,0 0-285 0,0 0-643 0,0 0 285 16</inkml:trace>
  <inkml:trace contextRef="#ctx0" brushRef="#br0" timeOffset="169530.58">16328 5314 109 0,'-1'-12'271'0,"1"12"-4"16,-1-9 1-16,1 9-5 0,0 0-9 0,1-8-18 15,-1 8-21-15,0 0-18 0,0 0-28 0,3-8-18 16,-3 8-11-16,0 0-17 0,16 0-36 0,-3-1-51 16,5 0-72-16,1 1-90 0,13-4-94 0,-1 3-181 15,1-3-435-15,1 4 193 0</inkml:trace>
  <inkml:trace contextRef="#ctx0" brushRef="#br0" timeOffset="171184.11">16726 5509 115 0,'0'0'229'0,"0"0"-17"0,0 0-6 16,0 0-17-16,0 0-6 0,-4-12-8 0,4 12-12 16,0 0-13-16,8-17-15 0,-2 9-13 15,2-1-12-15,-2 1-8 0,0-4-9 0,5-2-6 16,-4 4-7-16,2-4-7 0,-2-2-9 0,2-1-5 0,-1-2-2 15,1 3-8-15,-1 0-2 0,1-1-5 0,-5 0-4 16,-2 1-1-16,0 4-6 0,-1 0 13 0,-2 2 3 16,1 1-3-16,-2 1-5 0,2 8-4 15,-3-16-1-15,1 11-2 0,2 5-2 0,-7-10-3 16,2 8-5-16,5 2-20 0,-13-2 0 0,13 2-2 0,-14 0 0 16,14 0 1-16,-13 4-1 0,5-4 0 0,8 0-1 15,-9 6-1-15,9-6-1 0,-5 6 2 16,5-6 10-16,-1 7-11 0,1-7 10 0,0 0-2 15,18 12-5-15,-9-11 0 0,4 2 0 0,4 0-4 16,1-1 2-16,0 0 2 0,3-1-2 0,-1 1-1 0,-6-1-2 16,-1 2 2-16,0-1-2 0,-4 3 8 0,0 1-1 15,0 0-12-15,-3 3 12 0,-1 2-5 0,-2-1-2 16,-3 2 4-16,1 0 1 0,0 0-5 16,-1 1 5-16,-1-1-1 0,1 4-3 0,0-6 4 15,-1 2 1-15,5-3-2 0,-3-1 0 0,3 0 0 0,1 0 0 16,0-2 3-16,1 0 0 0,3-3 2 0,1 1-5 15,2-3 5-15,-2 1-3 0,4-2 0 0,-2 1 8 16,2-2-6-16,0-3-3 0,-1 1 3 0,3-6-1 16,1 4-3-16,-2-5 1 0,-5 5-8 15,4-5 2-15,-6 1-3 0,1-3 0 0,-3 2 1 0,-1-3-1 16,1 2 6-16,-4-1-5 0,3-4-1 0,-3 4-1 16,-4 4 1-16,1-3 4 0,1 1-2 0,-3 3-1 15,1 0 2-15,2 7-7 0,-7-7 4 16,7 7 0-16,-8-3-1 0,8 3 1 0,0 0-4 15,-21 10 4-15,7 2 4 0,4 1-1 0,0 1-1 0,2 2 1 16,3-1 1-16,2-4 0 0,2 1 3 0,1 1 0 16,1-2-1-16,5 1 3 0,1-5 1 0,2 3 4 15,4 0 2-15,3-3 5 0,2-2-4 0,11-2 6 16,-1 0-3-16,1-2 2 0,0-2 0 16,-1-2 0-16,-1-1 0 0,-5 0 4 0,-1-1-4 15,-4-1-3-15,0-1 6 0,0 0 5 0,-2-2-6 0,0-1 0 16,-2 0 1-16,1 0-1 0,-1-3-5 0,-3 4 0 15,-2-2 1-15,-1 2 7 0,-1-3-6 0,-1 5 3 16,0-5-8-16,-3 7 6 0,1-2-6 0,-3 7 4 16,1-11-6-16,-1 11 1 0,-9-6-4 15,2 4 0-15,-4 3-3 0,-3-1 4 0,-1 4-5 0,-4 0 1 16,1 4 3-16,0-2-1 0,4 1-1 0,1-2-2 16,2 3 0-16,3-1 3 0,-1 0-6 0,4-1 2 15,1 0 2-15,2 2-2 0,2-1 4 0,1 4 1 16,4-2-3-16,-1 0 0 0,2-2 0 15,2 3 3-15,2-3-1 0,-1 2 1 0,1 0-5 16,3 2 4-16,-2-4-1 0,0 6 0 0,0-1-1 0,1 1-2 16,-3-1 3-16,-3-1 1 0,1-1-2 0,0 2 0 15,-3-1 1-15,-2 2 2 0,1-3-3 0,-3 2 0 16,3 1 0-16,-5-3 4 0,1 1-1 16,-2-1-5-16,0-1-10 0,-1 1-10 0,-2-2-8 15,0-1-15-15,0-2-21 0,2 0-17 0,4-5-26 0,-9 8-31 16,9-8-35-16,-10 3-47 0,5-1-209 0,5-2-466 15,0 0 206-15</inkml:trace>
  <inkml:trace contextRef="#ctx0" brushRef="#br0" timeOffset="171384.23">17689 5325 180 0,'3'-8'267'0,"1"3"-6"0,-2-1-15 0,-2 6-22 16,3-8-23-16,-3 8-21 0,2-6-22 15,-2 6-11-15,0 0-6 0,0 0 8 0,0 0-10 16,2 29-13-16,-2-16-8 0,0 3-12 0,-2 3-14 16,2-4-7-16,-1 3-3 0,0 1-9 0,-1-3-30 0,1 0-36 15,1-3-37-15,1 0-30 0,-1-1-38 0,2-1-56 16,-2-11-52-16,2 19-208 0,0-12-447 0,-2-7 199 16</inkml:trace>
  <inkml:trace contextRef="#ctx0" brushRef="#br0" timeOffset="171535.81">17682 5153 2 0,'-4'-2'175'0,"4"2"-23"0,0 0-14 0,0 0-25 16,0 0-26-16,0 0-42 0,0 0-35 0,0 0-43 15,21 32-83-15,-10-22-123 0,8 1 54 0</inkml:trace>
  <inkml:trace contextRef="#ctx0" brushRef="#br0" timeOffset="171997.71">17981 5286 27 0,'0'0'203'0,"0"0"-6"0,0 0-2 0,0 0-7 16,0 0-6-16,0 0-3 0,-17 14-4 0,7-5-11 16,1-1-5-16,-1 2-13 0,-3-1-13 0,4 1 0 15,0-1-12-15,3 0-12 0,-1-3-7 0,3 5-15 16,2-3-10-16,-1-1-4 0,2-1-9 0,1-6-4 15,1 12-4-15,2-6-6 0,2-1-4 0,0-2-1 16,2 0-2-16,-1 0-4 0,-6-3-3 0,15 0-2 16,-4-3-3-16,-1-1 0 0,-4 2-4 0,3-3-7 0,-4 0 1 15,4 1-3-15,-4 0-1 0,0-3-3 16,-1-4 2-16,0 4-4 0,0-2-1 0,-3 0-2 16,2-2 0-16,0-1-1 0,-1 2-3 0,0 0-3 15,-1 1 0-15,2 3-3 0,-3 6 4 0,1-10-8 16,-1 10 1-16,3-7-6 0,-3 7 4 0,0 0-3 15,0 0 2-15,0 0 1 0,13 4 0 0,-13-4-3 16,7 7 4-16,-3-2 2 0,0 1 1 0,-1-2-2 16,0 2 2-16,-3-6 2 0,6 7 0 0,-6-7 0 15,2 4 2-15,-2-4 5 0,0 0 0 0,4 5 5 16,-4-5 13-16,0 0 8 0,0 0-3 0,0 0-3 16,9 1 1-16,-9-1-4 0,0 0-1 0,11-9-5 15,-4 5 2-15,0 2-2 0,2-3-3 0,-1 4-6 16,4-2 8-16,-1 0-9 0,-1 3-7 0,2 1 1 15,-2 1 1-15,0 1-4 0,-2 1 4 0,1 2-2 16,-1 1-1-16,-1 0 4 0,0 2-3 0,-1 1-1 16,-2 0-4-16,-2 2-23 0,1-3-28 0,-3 2-35 0,0 2-50 15,-4-1-49-15,0-1-69 0,-6 4-221 16,0-2-520-16,-2-4 231 0</inkml:trace>
  <inkml:trace contextRef="#ctx0" brushRef="#br0" timeOffset="172912.66">8051 6669 90 0,'0'0'104'16,"0"0"-11"-16,0 0-10 0,0 0-12 0,0 0-5 16,0 0-18-16,0 0-15 0,0 0-30 0,0 0-30 0,10-4-29 15,-10 4-29-15,10 0-92 0,-10 0 41 16</inkml:trace>
  <inkml:trace contextRef="#ctx0" brushRef="#br0" timeOffset="176187.9">8562 5883 72 0,'0'0'108'0,"-5"-4"-13"0,5 4-2 0,0 0-1 15,-8-5-6-15,8 5-6 0,0 0-5 0,-9-3-5 16,9 3 9-16,0 0-13 0,-6-4-5 0,6 4-9 16,0 0 3-16,0 0-5 0,0 0-9 0,0 0-3 15,0 0-4-15,0 0-3 0,0 0-1 0,0 0-15 16,0 0 9-16,0 0 12 0,0 0-14 0,0 0-5 15,0 0-4-15,0 0-5 0,0 0 5 0,31 1-6 16,-21 1 6-16,3-1-2 0,1 2 4 0,0-1-11 16,4 0 17-16,2 1-11 0,0-2-2 0,2 0 4 15,5 2-2-15,3-2-2 0,-2 0 1 0,-1 2-4 16,1-2 3-16,1 0-7 0,0 1 3 0,1-2 1 16,-1 2-3-16,-1 0 2 0,2-1 5 0,0-1-8 15,-4 2 3-15,2-2-4 0,3 2 2 0,-1-2 4 16,1 1-1-16,-1-1-1 0,0 0-1 0,1 0-1 15,-2 1 1-15,1 0-2 0,-1-1 4 0,0-1-5 16,1 1 3-16,-1 1-4 0,3 1 2 0,1-2 0 16,-1-2 3-16,-1 4-6 0,2-2-9 0,2 2 15 15,-1-3-2-15,2 1 4 0,0-1-2 0,0 2-1 16,1-1 1-16,-1 1 0 0,2-1 5 0,0 0-6 16,16-1-3-16,-16 1 0 0,12-3 0 0,4 0-2 15,-3-1 5-15,-12 3-4 0,12-3 1 0,1 1 3 16,0 0 8-16,0 2-14 0,-13-1 3 0,-1 1-6 15,14-3 4-15,-13 1 3 0,-2 3 0 0,4-1-2 16,-4 2 2-16,0-1-1 0,0 0-2 0,14-3 2 16,-12 2 2-16,-4 0-2 0,5 1-2 0,-4 0 1 15,-2-2 6-15,5 0-3 0,0 1-1 0,1-1 3 16,12-3-4-16,-14 1 0 0,12 0 0 0,-10 3 0 16,-3 0 1-16,1-4 4 0,2 1-2 0,-1 2-6 0,-3-1 2 15,0 0 4-15,-1 0 0 0,3-1-9 16,-1 1 10-16,-3 2 1 0,-2-1-8 0,0 2 5 15,0-2 1-15,0 1-5 0,-1-1 5 0,0 1-3 16,-3 0 0-16,1 1-2 0,0-1 4 0,0 1-2 0,1 0 13 16,1-2-12-16,0 0-1 0,-1 1 3 15,1-1 5-15,0 2-10 0,3-1 1 0,-4-2-1 16,0 3 7-16,2-1-4 0,0-1 5 0,3-1-3 16,-1 0 5-16,-2 1 0 0,1 0-3 0,1 0 6 15,1 0-9-15,1 0 1 0,1 1-2 0,-2-3 2 0,-1 1 6 16,2 1-6-16,0 1 3 0,0-1 2 15,3 0 5-15,-2-2-4 0,1 3-1 0,0-1 0 0,1 1-1 16,1-2 1-16,-2 1 0 0,-2 0 5 16,1 4-1-16,-4-4-4 0,-1 4-3 0,-1-2 4 15,-11 1 0-15,9-4 5 0,-10 5 2 0,0-4 0 0,-5 4 4 16,-3-2 3-16,3 0-3 0,-3 1-2 16,0-2 2-16,-2 1-4 0,-9 0-4 0,9 0 0 15,-9 0 5-15,9 0-4 0,-9 0-3 0,9 1-14 16,-9-1-27-16,0 0-35 0,0 0-40 0,0 0-31 15,0 0-168-15,-36-3-329 0,18 3 146 0</inkml:trace>
  <inkml:trace contextRef="#ctx0" brushRef="#br0" timeOffset="176811.31">9506 6089 104 0,'-3'-6'244'0,"-2"0"0"15,1 2-10-15,4 4-16 0,-5-10-14 0,5 10-19 16,-4-8-20-16,4 8-21 0,-4-4-16 0,4 4-9 16,0 0-16-16,0 0-10 0,-9 16-9 0,4-6-3 15,0 4-6-15,0-3-6 0,1 5-7 0,-1-1-8 16,0-3-2-16,2 0-9 0,1-1-2 0,0-1-8 15,1-2 3-15,-1-1-6 0,0 1-2 0,2-8-1 16,-2 9 0-16,0-4 2 0,2-5-3 0,0 0 6 16,-1 8 7-16,1-8-3 0,0 0 3 0,0 0-5 15,0 0-1-15,0 0-13 0,0 0 4 0,-4-30-8 16,3 19-2-16,5-8 0 0,1-6-3 0,0-3-3 16,-2 1-3-16,4 1-2 0,2 0 1 0,-1 0-5 15,3-1-21-15,-2 2 3 0,3 0 2 0,-1 2 8 16,0 9-10-16,-1-2 0 0,-1 5 12 0,-2 3-7 15,2-1 0-15,2 4-3 0,0 1 0 0,-1 6 1 16,2 0 1-16,-2 3-1 0,3 5 5 0,1 4 0 16,-3 1-2-16,2 1 5 0,0 6 2 0,-5-4 0 15,3 7 4-15,-1-3 2 0,-1 2 3 0,-2-6-5 16,-1-3 7-16,0 3-4 0,1 0 6 0,-2-8-2 16,0 6-1-16,-2-5 3 0,2 2-2 0,-3-4-3 15,1 2-8-15,-2-2-25 0,0 0-27 0,-1-1-31 16,0-8-52-16,0 0-42 0,-6 17-48 0,-3-10-159 15,3-2-421-15,-5-2 188 0</inkml:trace>
  <inkml:trace contextRef="#ctx0" brushRef="#br0" timeOffset="177371.68">9495 6150 149 0,'17'-6'152'0,"2"0"-16"0,0 0-5 15,1 2 4-15,1 4-8 0,-2-7-3 0,1 4-17 16,-1 0-6-16,-2 3-10 0,-1 1-3 16,2-2-11-16,-7 4-7 0,2 0-4 0,-2 1-9 0,2 0 4 15,-7 0-4-15,3 1-2 0,-1 1-4 0,1 0-4 16,-4 0 2-16,-1-2-8 0,1 2 0 0,-1-2 0 16,0 0 4-16,-4-4-5 0,5 8-3 0,-1-4 4 15,-4-4 2-15,2 6 1 0,-2-6 5 0,4 4 2 16,-4-4 6-16,0 0 4 0,0 0-1 0,0 0-5 15,0 0-3-15,0 0-5 0,0 0-2 0,0 0-5 16,0 0-5-16,0 0-1 0,0 0-4 0,0 0-4 16,0 0-1-16,0 0-6 0,0 0-2 0,-3-24-7 15,6 16 2-15,1 3-7 0,1 0 0 0,2-3-2 16,3 0-2-16,-1 2-2 0,-3 2 1 16,4 0-1-16,0 1-2 0,-10 3-1 0,15 0-2 0,-15 0 7 15,20 7-6-15,-11-4 1 0,-1 3-1 0,2 2 0 16,-4-1 3-16,-1 2 0 0,1 0 0 0,-3 2 1 15,1-5-1-15,-1 0 1 0,-2 0 1 0,-1-6 2 16,2 8 3-16,-2-8 3 0,4 6 3 16,-4-6-2-16,0 0 4 0,0 0-5 0,0 0 3 0,0 0-1 15,0 0 7-15,0 0-1 0,0 0 0 0,-1-31-1 16,4 21-6-16,-1-3 0 0,1 1 2 0,2 0-2 16,0 2 2-16,5-2-5 0,-3 1-1 0,-1 1-4 15,3 1 2-15,0 1-4 0,-2 3 4 0,3 2-9 16,-10 3 3-16,19-3 0 0,-19 3-1 15,16 8 1-15,-7-2-2 0,0 3 4 0,0 0-2 0,-1 1 2 16,-1 3 3-16,0 2-4 0,-2-3-9 0,-2-1-20 16,-1 1-15-16,-2 4-18 0,1 0-26 0,-1-5-36 15,0-1-52-15,0-10-30 0,0 19-196 0,0-19-438 16,0 13 193-16</inkml:trace>
  <inkml:trace contextRef="#ctx0" brushRef="#br0" timeOffset="177578">10208 6064 67 0,'0'-18'186'0,"3"-3"-2"0,-3 5 6 16,2 6-4-16,1-1-3 0,-1 5-7 0,-2 6-17 15,2-12-20-15,-2 12-16 0,1-3-12 16,-1 3-12-16,0 0-2 0,0 0-2 0,13 22-7 0,-8-8-8 16,0 5-2-16,-1 0-5 0,0 6-8 0,-1 1-7 15,-1 0-2-15,-1-3-4 0,-1-3-4 16,1 0-10-16,-1 0-28 0,0-3-24 0,-1-1-27 15,0 0-34-15,-1-3-39 0,0-3-38 0,-1 0-28 16,-1-4-165-16,4-6-372 0,-8 11 164 0</inkml:trace>
  <inkml:trace contextRef="#ctx0" brushRef="#br0" timeOffset="177769.83">10244 6072 19 0,'9'-15'170'16,"3"1"1"-16,-2 5-16 0,-1 3-6 0,0 0-9 0,1 2-16 15,-3 3-6-15,2-1-11 0,2 4-6 0,-3 3-1 16,1 0-4-16,-1 4-6 0,-1-1-8 0,0 1-7 16,-2 1-1-16,-1 1-10 0,-1 4-6 15,-3-2-6-15,0-2-2 0,-3 1-4 0,-1 0-20 16,-1 0-21-16,-2-4-33 0,0 2-35 0,1-2-53 16,1-1-41-16,-2-2-128 0,7-5-309 0,0 0 137 0</inkml:trace>
  <inkml:trace contextRef="#ctx0" brushRef="#br0" timeOffset="177978.58">10505 5959 219 0,'4'-5'251'0,"-4"5"-14"16,5-6-24-16,-5 6-24 0,2-6-16 0,-2 6-18 16,0 0-7-16,0 0 0 0,12 15-8 0,-8-5-4 15,-1-1-9-15,0 4-11 0,1 3-7 0,-2 0-13 16,1 8-9-16,-1-6-4 0,1-2-10 15,-1 2-7-15,2 0-7 0,-4-2-23 0,2-5-17 16,0 1-39-16,-2 1-22 0,1-1-42 0,1-2-52 0,-1 0-49 16,-1-4-48-16,0-6-131 0,0 0-393 15,0 14 173-15</inkml:trace>
  <inkml:trace contextRef="#ctx0" brushRef="#br0" timeOffset="178134.43">10603 6092 15 0,'0'0'215'0,"1"-10"-3"0,-1 10-21 15,2-8-16-15,-2 8-18 0,0 0-14 0,0 0-21 16,2-6-12-16,-2 6-6 0,0 0-8 16,0 0-10-16,0 0-9 0,10 21-7 0,-7-11-8 15,-3-3-14-15,3 3-21 0,-3-10-35 0,1 19-51 16,-1-9-49-16,-1-3-62 0,1-7-92 0,-6 16-282 0,6-16 125 16</inkml:trace>
  <inkml:trace contextRef="#ctx0" brushRef="#br0" timeOffset="178278.31">10668 5989 6 0,'0'0'53'0,"0"0"-39"0,0 0-27 0,0 0-12 15,0 0 5-15</inkml:trace>
  <inkml:trace contextRef="#ctx0" brushRef="#br0" timeOffset="178526.13">10878 5918 73 0,'0'0'229'0,"4"-11"-6"16,-3 6-9-16,-1 5-4 0,0 0-12 0,1-10-16 16,-1 10-22-16,0 0-15 0,0 0-20 0,0 0-4 15,0 0 7-15,0 0-3 0,5 32-6 0,-6-14-5 16,-4 7-8-16,3 1 4 0,2 0-14 0,-2 0-9 15,2-1-9-15,0 2-7 0,-1-8 0 0,0-1-10 16,-1 2-4-16,2-1-7 0,0-1-5 0,-2-3-4 16,0 2 6-16,1-6-10 0,1 2-5 0,-1-3-17 15,0 0-19-15,-1-1-16 0,2-9-21 0,0 10-19 16,-2-4-18-16,2-6-28 0,-7 10-30 0,7-10-45 16,-11 6-29-16,3-6-38 0,8 0-133 0,-16-2-413 15,16 2 182-15</inkml:trace>
  <inkml:trace contextRef="#ctx0" brushRef="#br0" timeOffset="178766.07">10726 6137 66 0,'12'-8'123'0,"4"2"1"16,2 1-1-16,0-2-5 0,3 1-5 0,1 0-6 16,-4-4-3-16,1 3-3 0,-1 2 2 0,-1-2-6 15,-1 0 1-15,-3 5-5 0,0-2-11 0,0 1 0 16,-3 0 2-16,-2-1-9 0,-1 4-6 0,-7 0-9 15,10-2-9-15,-10 2-1 0,12 5-7 0,-12-5 1 16,10 7-1-16,-5-1 14 0,-1 3 3 0,1 1 2 16,-1 0-7-16,-2 2-4 0,0-1-7 0,-2 2 1 15,4 1-9-15,-7 3-22 0,1-4-23 0,1-2-39 16,-1 1-35-16,0-3-53 0,2-9-47 0,-4 19-154 16,1-13-364-16,3-6 162 0</inkml:trace>
  <inkml:trace contextRef="#ctx0" brushRef="#br0" timeOffset="178918.81">10997 5969 25 0,'-4'-14'146'0,"4"14"-13"0,0 0-21 0,0 0-41 15,0 0-38-15,0 0-51 0,0 0-66 0,0 0-91 16,0 0 40-16</inkml:trace>
  <inkml:trace contextRef="#ctx0" brushRef="#br0" timeOffset="179441.28">11284 6003 50 0,'7'-4'225'0,"-7"4"-5"0,0 0-6 0,0 0-14 0,0 0-10 15,0 0-12-15,0 0-5 0,0 0-10 0,-20 10-9 16,13-2-12-16,-3 0-12 0,1 4-12 15,0 4-10-15,0-2-14 0,-1 1-7 0,3-5-9 0,3 2-5 16,-1 0-9-16,1 0-1 0,3-2-14 0,1 1-8 16,1-3-28-16,3 3-15 0,-1-2-22 0,3-1-20 15,3-4-28-15,0 0-20 0,3 2-21 0,0-3-22 16,7-3-12-16,2-1-4 0,-3-1 9 16,1-1 6-16,-1-1 13 0,0-1 1 0,0-1 25 15,-7-1 18-15,-2 1 17 0,3-1 29 0,-5-2 16 0,1-1 7 16,1 1 13-16,-5-3 9 0,-1 4 30 0,2-1 11 15,-5 4 5-15,0 5 4 0,2-13 5 0,-2 13-4 16,-4-8 3-16,4 8 2 0,-6-5-8 0,6 5 1 16,0 0-3-16,-16 2 1 0,16-2-7 15,-12 8-4-15,3 1-6 0,2-1 0 0,0 0-4 0,1 0-3 16,3 1-6-16,-2 1-1 0,2-4 0 0,2 0-3 16,1-6-2-16,0 10-2 0,0-10-3 0,0 0 2 15,1 12-2-15,-1-12-3 0,4 3 2 16,-4-3-8-16,0 0 0 0,11-2 2 0,-11 2-6 15,0 0 7-15,11-9-2 0,-9 4-3 0,2 0 6 16,-4 5-5-16,6-13-1 0,-2 9-3 0,-1-6-1 0,-1 4 1 16,2 1-1-16,-3-2-3 0,-1 7 2 0,6-7-1 15,-6 7-1-15,4-7-5 0,-4 7 3 0,0 0-5 16,0 0 4-16,0 0 3 0,0 0-3 0,14 10 2 16,-11-2-1-16,1-2 2 0,0 2 0 15,0 1 3-15,-2-1 0 0,3 1-3 0,0 0-17 0,-1 0-30 16,-4-9-36-16,9 11-35 0,-5-7-41 0,1 1-45 15,-5-5-116-15,13 5-347 0,-13-5 153 0</inkml:trace>
  <inkml:trace contextRef="#ctx0" brushRef="#br0" timeOffset="179661.73">11646 5967 132 0,'2'-12'174'0,"-1"7"12"0,1-4 5 16,-2 9-6-16,1-9-23 0,-1 9-18 0,2-5-15 15,-2 5-9-15,0 0 11 0,0 0 7 16,0 0-3-16,4 24-6 0,-4-10-6 0,2 3-7 0,-7 1-8 16,5 1-8-16,-1 0-11 0,-2 6-8 0,1-6-6 15,2-1-5-15,0 0-7 0,-1-1-5 0,1 0-18 16,0-5-22-16,0 0-27 0,0 0-27 16,-2-3-28-16,2-9-34 0,0 17-40 0,0-17-41 0,-2 10-36 15,2-10-145-15,-6 7-390 0,6-7 173 16</inkml:trace>
  <inkml:trace contextRef="#ctx0" brushRef="#br0" timeOffset="179899.86">11581 6097 139 0,'13'-2'152'16,"-13"2"-7"-16,17-3-2 0,-4 2-3 0,0-1-7 15,-1 0-8-15,8 2-6 0,-7-1-8 0,3 1-6 0,-3-1-10 16,1 2-9-16,-3 0 0 0,0 1-12 0,3-2-2 15,-14 0-7-15,15 3 9 0,-15-3-7 16,14 5-1-16,-7 0-4 0,-1 1 12 0,-1 1 2 16,-5-7-1-16,9 13-3 0,-9-3-7 0,3-2-5 15,-3 3-5-15,0-11 2 0,-2 19-13 0,1-9-30 0,1-10-24 16,-2 19-29-16,0-10-36 0,2-9-51 16,-8 17-58-16,6-10-186 0,2-7-401 0,-6 12 179 15</inkml:trace>
  <inkml:trace contextRef="#ctx0" brushRef="#br0" timeOffset="180072.51">11716 5996 19 0,'0'0'176'0,"0"0"-17"0,0 0-21 0,-1-10-14 16,1 10-25-16,0 0-23 0,0 0-34 0,0 0-30 15,0 0-32-15,35 17-33 0,-24-10-76 0,-5 1-140 0,5-2 62 16</inkml:trace>
  <inkml:trace contextRef="#ctx0" brushRef="#br0" timeOffset="180557.74">11950 6104 22 0,'0'0'154'0,"0"0"-4"15,0 0-8-15,0 0-11 0,0 0-1 0,8 7 2 16,-8-7-4-16,0 0-8 0,0 10-7 0,0-10-7 15,0 0-11-15,-2 17-6 0,4-11-8 0,-2-6-8 16,0 8-5-16,0-8-6 0,2 9-8 0,-2-9 0 16,2 11-4-16,-2-11-8 0,6 5 1 0,-6-5-4 15,5 5-3-15,-5-5-4 0,8 5 5 0,-8-5-10 16,6 1 1-16,-6-1-3 0,0 0-2 0,12-1 2 16,-12 1 1-16,0 0-5 0,7-6 3 15,-7 6-6-15,4-7-1 0,-4 7-5 0,0-10 1 0,0 10 0 16,0-13-3-16,0 13 1 0,0-13-1 0,2 8-2 15,-2-4 2-15,0 9-6 0,2-16 6 0,-1 10-8 16,3-1-2-16,0 1 2 0,0-4-3 0,0 4-2 16,2 3-1-16,-6 3 7 0,9-3-3 0,-9 3 3 15,0 0-3-15,16 5-2 0,-10-2 4 0,-1 2-2 16,-1-2 0-16,0 3 0 0,-1 0 2 0,2 1 2 16,-1-3 2-16,-4-4-4 0,5 10 0 0,-3-5 2 15,-2-5 1-15,5 4-2 0,-5-4 10 0,2 6 3 16,-2-6 16-16,0 0 7 0,0 0 5 0,6 3-2 15,-6-3-3-15,0 0-4 0,0 0 9 0,0 0-14 16,12-11-1-16,-8 6-4 0,0 0-6 0,1 0-2 16,4-3-2-16,0 3-1 0,0-1-5 0,-5 3 2 15,3 0 0-15,1 0-4 0,-8 3-3 0,13-1-1 16,-13 1 0-16,13 3-3 0,-6 2 0 0,0 0-1 16,-1 2 2-16,-1 2-2 0,-1-1 2 0,-2 0 4 15,1 3-8-15,-3-1-27 0,-3-1-27 0,3-9-38 16,-6 22-63-16,1-11-54 0,0-2-205 0,-1 1-451 15,0-3 199-15</inkml:trace>
  <inkml:trace contextRef="#ctx0" brushRef="#br0" timeOffset="180698.77">12225 6168 95 0,'0'0'151'0,"0"0"-32"0,-8-4-37 15,8 4-42-15,0 0-50 0,-25 3-70 0,7 2-86 16,-4-2 38-16</inkml:trace>
  <inkml:trace contextRef="#ctx0" brushRef="#br0" timeOffset="187793.27">7895 14989 9 0,'0'0'47'16,"0"0"-4"-16,0 0 1 0,0 0-9 0,0 0-11 15,0 0-13-15,0 0-16 0,0 0-30 0,0 0-38 16,22 15 18-16</inkml:trace>
  <inkml:trace contextRef="#ctx0" brushRef="#br0" timeOffset="202802.56">7979 4429 16 0,'0'0'19'15,"0"0"-6"-15,0 0-1 0,0 0-1 0,0 0 5 16,0 0-10-16,0 0 2 0,0 0-3 0,0 0 2 16,0 0-4-16,0 0 4 0,0 0-4 0,0 0-2 15,0 0 3-15,0 0-4 0,0 0 1 0,0 0 3 16,0 0-3-16,0 0 8 0,0 0-8 0,0 0 1 16,0 0-2-16,0 0 0 0,0 0-3 0,0 0 4 15,0 0-2-15,0 0 4 0,0 0 4 0,0 0-10 16,0 0-4-16,0 0-18 0,-1 24-26 0,1-24 12 15</inkml:trace>
  <inkml:trace contextRef="#ctx0" brushRef="#br0" timeOffset="203322.59">7912 5478 16 0,'0'0'48'0,"0"0"-11"0,5-5 0 15,-5 5-7-15,0 0-7 0,0 0-8 0,5-4-6 16,-5 4-14-16,0 0 7 0,0 0 0 0,0 0-7 15,0 0-2-15,0 0-8 0,0 0-17 0,0 0-34 16,0 0 16-16</inkml:trace>
  <inkml:trace contextRef="#ctx0" brushRef="#br0" timeOffset="203551.07">8037 5240 36 0,'0'0'36'0,"1"-6"-1"0,-1 6-2 0,0 0 3 15,0-10-13-15,0 10 5 0,0 0-8 0,0 0-2 16,0 0 3-16,0 0-6 0,0 0-6 0,0 0 3 16,0 0-5-16,0 0-1 0,0 0-8 0,0 0-1 15,0 0-4-15,0 0-3 0,-19 16-8 0,17-10-5 16,-2 1-23-16,0-1-49 0,-1 5 22 0</inkml:trace>
  <inkml:trace contextRef="#ctx0" brushRef="#br0" timeOffset="204084.21">7871 6466 4 0,'0'0'60'0,"0"0"-9"0,0 0-8 0,0 0-4 16,0 0-9-16,0 0-6 0,-7 7-8 0,7-7-13 15,-1 8-14-15,1-8 2 0,-2 12-2 0,0-6-12 16,1 4-13-16,-2-4-39 0,1 3 17 0</inkml:trace>
  <inkml:trace contextRef="#ctx0" brushRef="#br0" timeOffset="213449.31">6507 14718 6 0,'5'-6'10'0,"0"1"-3"0,-1 0-1 0,-4 5 2 15,10-8 1-15,-10 8 1 0,8-11-2 0,-8 11 4 16,10-8-6-16,-6 3-2 0,-4 5 5 0,8-11-1 15,-4 6 4-15,-4 5-8 0,9-9 4 0,-9 9-2 16,7-9 2-16,2 1 0 0,-6 3 1 0,-3 5-3 16,6-11 9-16,-6 11-6 0,8-10 1 0,-4 4 3 15,-4 6-7-15,5-11-1 0,-5 11 0 0,7-9-5 16,-7 9-4-16,8-10 2 0,-8 10-5 0,9-10-9 16,-7 4 4-16,-2 6-2 0,10-10 3 0,-5 1 2 15,-1 4-1-15,-4 5 4 0,8-13-1 0,-4 4 1 16,0 3-3-16,-4 6 5 0,6-16 1 0,-2 10-2 15,-4 6 1-15,8-16-2 0,-3 8-10 0,-2-1-16 16,-1 0 7-16</inkml:trace>
  <inkml:trace contextRef="#ctx0" brushRef="#br0" timeOffset="-208829.03">6156 15019 2 0,'0'0'28'0,"0"0"-2"15,0 0-1-15,0 0-3 0,0 0 2 0,0 0-3 16,5-24 2-16,-5 24 2 0,0 0-2 0,0 0-1 16,-2-10-3-16,2 10 1 0,0 0-5 0,0 0 3 15,2-10-6-15,-2 10 1 0,0 0-3 0,0-9 0 16,0 9 3-16,0 0-7 0,2-6 0 0,-2 6 1 15,2-9 0-15,-2 9 0 0,1-7 2 0,-1 7-4 16,3-9-4-16,-3 9 2 0,0-9 1 0,0 9-2 16,1-11 1-16,-1 11-6 0,1-12-3 0,-1 12-1 15,0-12-3-15,0 12-1 0,0-9-6 0,0 9 2 16,-1-13-2-16,1 13 4 0,0-12-5 0,1 5 5 16,-1 7-3-16,1-13 1 0,1 7 0 0,-2-2 0 15,0 8 0-15,2-12-1 0,-1 6-20 0,-1 6-37 16,-1-12 18-16</inkml:trace>
  <inkml:trace contextRef="#ctx0" brushRef="#br0" timeOffset="-167024.65">16280 15670 30 0,'-8'-2'67'0,"8"2"-4"0,0 0-12 0,0 0-12 16,0 0-16-16,0 0-10 0,0 0-17 0,-6-2-17 16,6 2-23-16,0 0-47 0,0 0 21 0</inkml:trace>
  <inkml:trace contextRef="#ctx0" brushRef="#br0" timeOffset="-166724.43">16556 15681 14 0,'0'0'34'16,"0"0"-37"-16,0 0-5 0,0 0-8 0,0 0 4 15</inkml:trace>
  <inkml:trace contextRef="#ctx0" brushRef="#br0" timeOffset="-62875.08">8131 6611 11 0,'0'0'26'0,"0"0"0"0,0 0-5 16,0 0 1-16,0 0-2 0,0 0-3 0,0 0-3 16,0 0 0-16,0 0-3 0,0 0-2 0,0 0-1 15,0 0-2-15,0 0 0 0,0 0-2 0,0 0 3 16,0 0-6-16,0 0 6 0,0 0 1 0,0 0-2 16,0 0 0-16,0 0-4 0,25 7-3 0,-25-7 3 15,0 0 4-15,11-1-4 0,-11 1-3 0,12-2 2 16,-12 2-1-16,10-1 0 0,-10 1-2 0,12-1-4 15,-12 1 3-15,13 0-2 0,-7-2 4 0,-6 2-4 16,16 0 2-16,-6-1-3 0,1 0 1 0,0 0-2 16,5-1-3-16,-5 2-1 0,9 0 3 0,1-1-5 15,1-1-2-15,5 1 0 0,-1-2-10 0,4 3-26 16,0-3 12-16</inkml:trace>
  <inkml:trace contextRef="#ctx0" brushRef="#br0" timeOffset="-61681.65">11646 6454 11 0,'32'0'25'0,"3"0"3"0,-1 0-9 0,0-2 4 16,2 4-4-16,-5-2-4 0,3 0-1 0,0 0 6 15,-2 0-10-15,1 0 3 0,-1 0-3 0,-2 0-6 16,0 0 4-16,-1 0-1 0,1 0 2 16,-2 2-3-16,0-1 1 0,1 1-3 0,-2-1 3 0,-8-1-4 15,9 1 2-15,-6 2-3 0,-2-1-1 0,7-4 0 16,2 2 1-16,-3 2 6 0,-4-2-6 0,7 1 1 16,-6 0 0-16,8-2 0 0,1 1 2 0,-4 0-5 15,1 1-2-15,-2-1 8 0,-4 1-3 0,4-2-1 16,1 2-2-16,0 0-5 0,0 0 2 0,-1 1 9 15,4 0-8-15,-7-2 2 0,5 0-1 0,-1 1 4 16,1-1-3-16,0-1 0 0,-2 2 2 0,4-1 0 16,-4 0-4-16,-1 2-1 0,1-2 1 0,-4 1 1 15,4-2-1-15,-6 2 3 0,-1-1 1 16,2 2-3-16,5-1 2 0,1 0 1 0,-6 2-1 0,0-3-4 16,5 0 6-16,2 0 0 0,-8 0-6 0,2 2 2 15,-2-2 0-15,8 1 0 0,-10-1 0 0,4 1 2 16,6 1 5-16,-3-1-1 0,3-1-2 15,0-1-4-15,-8 1-1 0,2 0 4 0,4-2-2 0,-6 1-2 16,7 1 3-16,-1 0 1 0,-5 0-2 0,5-1-4 16,1 1 3-16,-9-1 0 0,2 0 0 0,3 1-1 15,3 0 5-15,0-3-3 0,-4 6 1 0,4-3-4 16,-5 0 3-16,-2 0-2 0,3 0 1 0,6 0 1 16,-2 0 0-16,-4 0-3 0,-2 0 3 0,7 0 2 15,-6 1-1-15,7-1-4 0,-8 0 12 0,0 1-12 16,2 0 1-16,-4-1 1 0,2 0-1 0,-2 1 4 15,1-2-1-15,0 1 2 0,-1 1-2 0,-2-1-1 16,1 0-1-16,2 2-1 0,-4-2 5 0,-2 0-3 16,-1 1 1-16,1-1 2 0,-1 0-3 0,0 0-2 15,-1 2 1-15,-1-2 0 0,1 0 2 0,-1 0-2 16,-5 1 1-16,3-1 3 0,-9 0-1 0,16-1-4 16,-8 1 6-16,-8 0-3 0,15 0 0 0,-7 0-3 15,-8 0 5-15,14 0-2 0,-7 0 1 0,2-2-5 16,-9 2-6-16,13 0 0 0,-13 0-11 0,14 0-5 15,-7 0-18-15,-7 0-46 0,8 0 20 0</inkml:trace>
  <inkml:trace contextRef="#ctx0" brushRef="#br0" timeOffset="-61178.13">14664 6308 33 0,'0'0'42'0,"0"0"-1"0,0 0-4 15,0 0-6-15,0 0-7 0,0 0 3 0,0 0-6 16,0 0 0-16,0 0 1 0,0 0-1 0,0 0-4 15,0 0 3-15,0 0 4 0,0 0-3 0,0 0 2 16,0 0-4-16,17 16 0 0,-11-13-3 0,5 1 1 16,1 1 2-16,-1 0-8 0,2-2 7 0,4 2-2 15,-4-1-2-15,2 0-3 0,-2 0-3 0,4 2 3 16,-6-1-6-16,2 0-1 0,-3 0 2 0,-2-1-2 16,2 2 7-16,-5-1-6 0,3 0-5 0,-4 2 7 15,0-2-5-15,-2 0 2 0,-2-5 2 0,1 15-2 16,-1-9 2-16,-3 1-4 0,0 2-2 0,-4 1-18 15,0 0-40-15,-7 2-41 0,1-1-108 0,-6-1 48 16</inkml:trace>
  <inkml:trace contextRef="#ctx0" brushRef="#br0" timeOffset="-60251.57">8547 6218 9 0,'1'-8'78'0,"-1"8"4"0,1-8-1 16,-1 8-3-16,0 0-7 0,-1-10-2 0,1 10-4 16,0 0-1-16,-1-9-14 0,1 9-5 0,0 0 2 15,-5-6-7-15,5 6-5 0,0 0 4 0,0 0-13 16,0 0-2-16,0 0 2 0,-23 14 1 0,13-9-4 15,2 4-8-15,-3 5 6 0,-2-2 2 0,2 2-8 16,-3-2 4-16,1 3-10 0,2-1 2 0,-4 1-3 16,-2 3 4-16,-3 0-7 0,4-4-1 0,-2 5 1 15,-1-2 1-15,0 1-4 0,5-5 4 0,-2-3 4 16,3 3-5-16,0-2-5 0,0 1 7 0,3-3-5 16,1-3 7-16,-1 4 0 0,3-4-6 0,1 1 0 15,1 0-2-15,1-2-2 0,0 2-1 0,3-1 1 16,-3 3 1-16,3-3 7 0,1-6-11 0,2 13 7 15,3-3-3-15,0-1-4 0,2-1 4 0,4 5-5 16,3-3 11-16,0 0-5 0,4 0-14 0,8 3-11 16,2-4-11-16,5 1-10 0,3 0-8 0,13 0-12 15,4-1 0-15,0-6-17 0,3 4-53 0,3-3-145 16,-6 0 64-16</inkml:trace>
  <inkml:trace contextRef="#ctx0" brushRef="#br0" timeOffset="-56947.39">11658 6444 8 0,'38'0'4'0,"0"-2"5"0,2 2-8 0,-4 0 1 0,2 2-1 16,-2-1 4-16,0 0-2 0,-2 0 2 0,1-1-4 15,-3 2-1-15,-2-2 3 0,1 1-4 0,-2 0 3 16,0 0-1-16,-2 1-3 0,-6-2 1 0,-2 0 1 15,0 2 1-15,1-2 2 0,-4 1 6 0,-6-1-10 16,3 0 1-16,-3 0 0 0,0 2 2 16,-3-2-5-16,-7 0 4 0,12 1-4 0,-12-1 1 0,9 1-1 15,-9-1-5-15,7 3 8 0,-7-3-7 0,0 0 7 16,0 0-2-16,9 0-3 0,-9 0 5 0,0 0 1 16,0 0 1-16,0 0-3 0,0 0 3 0,0 0-7 15,0 0 8-15,0 0-2 0,0 0-6 0,0 0 9 16,-25 4-6-16,25-4-3 0,0 0 12 0,0 0-10 15,0 0 3-15,-10 1 2 0,10-1-3 0,0 0 6 16,0 0-4-16,0 0 6 0,0 0 1 0,0 0-1 16,0 0 0-16,0 0-4 0,26 1 11 0,-17 0-5 15,2 1 3-15,5-1 1 0,5 1-1 0,0 1 1 16,7-1-4-16,3 3 4 0,3-5 2 0,2 0 1 16,5 2-3-16,-1-1 1 0,10-1 2 0,3 0-1 15,-3 1 0-15,-10-1 2 0,12 0-1 0,-14 0 1 16,18 0-7-16,-20 2 4 0,5-2-3 0,-3-2-1 15,-3 2 0-15,1-1-4 0,-2 1 1 0,-1-1 2 16,-3 2-2-16,1 2-4 0,-2-3 4 0,1 0-4 16,-3-2 0-16,2 2 6 0,-8 0-9 0,0 2 3 15,8-2-3-15,-10 1 6 0,3-1-7 0,-2 3 3 16,-1-2 0-16,-2-1 2 0,1 0-3 0,-2 2 1 16,-3-2-1-16,-1 0 1 0,2 3 0 0,-4-3-1 15,-1 0-1-15,-1 0 1 0,-8 0-3 0,15 0-1 16,-15 0 5-16,9 0-4 0,-9 0 2 0,11 0 1 15,-11 0-1-15,9-2 0 0,-9 2-2 0,11 0 2 16,-11 0-2-16,14-1 2 0,-3 1 2 0,1 0-4 16,5 0 1-16,4 1 2 0,1-1 1 0,6 2 3 15,-1-2-3-15,-1 2 1 0,3-1-2 0,-8-1 2 16,1-1-1-16,7 1-2 0,-3-2 3 0,2 2 1 16,1 0 0-16,4 0 0 0,-3 0 4 0,1-2-5 15,1 2 3-15,1-1-4 0,0-1-2 0,-3 1 6 16,-3 0-4-16,2 2 6 0,-8-2-4 0,1-1-5 15,-4 2 4-15,1-1 1 0,-2 1-2 0,-3-2 4 16,-2 4-3-16,-1-2-3 0,1-2 3 0,-3 1 0 16,-9 1-4-16,15-1 7 0,-9 1-3 0,-6 0-3 15,13 0 4-15,-13 0-2 0,11-1-5 0,-11 1 3 16,11 0 0-16,-11 0 3 0,9 1-5 0,-9-1-5 16,8 0 1-16,-8 0-5 0,0 0-3 0,0 0-2 15,11 0-7-15,-11 0 1 0,0 0-3 0,0 0-7 16,0 0-33-16,0 0-71 0,0 0 32 0</inkml:trace>
  <inkml:trace contextRef="#ctx0" brushRef="#br0" timeOffset="-56521.79">14690 6424 13 0,'13'1'49'0,"5"1"2"0,2-1-6 0,-2 0-8 15,2 2-1-15,2-1-2 0,-4-1-6 0,1-1 0 0,0 2-6 16,-2-2-2-16,2 1-1 0,-6-1 0 15,5-1-5-15,-1 1-2 0,1-2-6 0,-6 2 0 16,3-1-9-16,-3-1-5 0,-1 1-9 0,2-1-7 16,-6 1-8-16,-7 1-28 0,13-4-64 0,-5 1 29 15</inkml:trace>
  <inkml:trace contextRef="#ctx0" brushRef="#br0" timeOffset="-56225.98">14871 6283 53 0,'3'5'44'0,"3"-1"-5"15,-2 3 2-15,1-3-2 0,0 4 4 16,0-1 2-16,-1 0-1 0,1 5 4 0,-3-3-8 16,-2 2-1-16,-2 2 0 0,-1 2-6 0,-4 0-1 15,-4 1-5-15,0 2 3 0,-10 2-5 0,-1 1 1 16,-7 1 2-16,-2-1-17 0,-1-1-14 0,-1 1-28 0,-11 1-30 16,11-6-45-16,-1-2-113 0,-1 0 50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02:38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17149 10533 60 0,'0'0'71'0,"-2"-7"-4"0,2 7-4 15,0 0-8-15,0 0-3 0,3-12 2 0,-3 12-1 16,0 0-5-16,0-7 0 0,0 7-5 0,0 0 5 16,0 0-18-16,0 0-1 0,0 0 1 0,0-10-5 15,0 10 1-15,0 0-12 0,0 0 10 0,0 0-7 16,0 0 9-16,0 0-11 0,0 0-5 0,0 0-1 15,0 0 1-15,0 0-1 0,0 0 3 0,0 0 2 16,0 0-8-16,0 0 1 0,0 0 0 0,0 0 3 16,0 0 6-16,0 0-8 0,0 0-10 0,0 0 17 15,0 0-3-15,0 0 0 0,0 0 2 0,0 0-3 0,0 0-3 16,0 0 6-16,0 0-2 0,0 0-7 16,-13 0 3-16,13 0 1 0,0 0-3 0,0 0 5 0,0 0-10 15,-15 8 4-15,15-8-2 0,0 0-1 0,0 0 2 16,0 0 4-16,-7 2-7 0,7-2 5 0,0 0-8 15,0 0 5-15,0 0 0 0,0 0-4 16,0 0 11-16,0 7 5 0,0-7-6 0,0 0 0 16,16 5-8-16,-3-2 9 0,1-1-7 0,5 0 4 0,1 1-5 15,9-4-12-15,-1 3 23 0,2-2-13 0,0 2 11 16,2-2-11-16,-2 0 8 0,4-2-8 0,-6 2-5 16,0 0 7-16,-7 0 2 0,1-2-2 0,-3 0 4 15,3 2-1-15,-4 0-3 0,1-2-5 0,-1 4 7 16,-5-2-4-16,1 0-8 0,-3 0 13 0,0 0 4 15,0 0-6-15,-3 0-3 0,-1 0-7 0,-7 0 18 16,17 0-12-16,-11 2 11 0,-6-2 8 0,12 1-5 16,-12-1-1-16,10 1 2 0,-10-1 7 0,0 0 5 15,9 0 4-15,-9 0 2 0,0 0-5 0,6 2 6 16,-6-2 1-16,0 0-2 0,0 0 1 0,0 0-5 0,0 0 0 16,0 0-7-16,0 0 3 0,0 0-4 15,0 0-2-15,10-3-5 0,-10 3 5 0,0 0-3 16,0 0 1-16,0 0-1 0,0 0-1 0,0 0-4 15,0 0 3-15,0 0-5 0,0 0-5 0,0 0 3 0,0 0-1 16,0 0 7-16,0 0-7 0,0 0 1 0,0 0 3 16,0 0-1-16,0 0-9 0,0 0 5 15,0 0-5-15,0 0 2 0,0 0-7 0,0 0-9 0,0 0-8 16,0 0-7-16,-29 1 3 0,29-1-13 16,-10 0 6-16,10 0 3 0,-10 0-3 0,10 0-3 0,-14 2 7 15,4-1-7-15,2 1 6 0,-4-2 9 0,2 2-9 16,-1 0 6-16,-2-1 2 0,-1 1 1 0,0-2-4 15,-3 0 6-15,-2 0 9 0,4 0 0 0,-1 1-3 16,2-2 2-16,-2 0-1 0,-1 1 4 0,2 1 6 16,2-2-9-16,-1 1 15 0,1-1 12 0,2 1-4 15,-1 1 3-15,2-1-2 0,-2-1 1 0,5 0 4 16,7 1-1-16,-11 0-4 0,11 0-2 0,-11 0 8 16,11 0-10-16,0 0 4 0,-10 0 0 0,10 0 4 15,0 0-4-15,0 0 1 0,0 0 5 0,0 0-1 16,0 0 0-16,0 0-2 0,0 0 9 0,29 11-6 15,-10-9 1-15,-1-2-1 0,3 1-3 0,8-2-1 16,-1 2 2-16,-7-1 4 0,6 1-3 0,-5-1 0 0,-1-1-4 16,7 0 2-16,-9 0 3 0,0-1-8 0,2 0-3 15,-3 0 6-15,1 2-1 0,-6-3-3 16,-2 2-2-16,-1 0-1 0,-2 1-4 0,-8 0 1 16,15 0-4-16,-8-1 10 0,-7 1-3 0,9 0-4 0,-9 0 4 15,6-3-2-15,-6 3 8 0,0 0-7 0,0 0-2 16,0 0 6-16,11 0-6 0,-11 0-2 15,0 0 1-15,0 0-3 0,0 0-4 0,0 0-16 16,0 0-12-16,0 0-11 0,4-4-11 0,-4 4-12 0,0 0-9 16,0 0-20-16,0 0-15 0,0 0-28 0,0 0-80 15,0 0-237-15,-15-14 105 0</inkml:trace>
  <inkml:trace contextRef="#ctx0" brushRef="#br0" timeOffset="1146.2">16052 6735 35 0,'0'0'41'0,"0"0"7"16,0 0 1-16,0 0 5 0,0 0-4 0,0 0 13 15,0 0 0-15,0 0-9 0,22 3 6 0,-10-3 0 16,1 0-4-16,8-1-10 0,2-1-6 0,6 0 1 16,-1 0-5-16,4 2 4 0,-1-3 0 0,1 0-6 15,-1 1-11-15,-1 1 6 0,1 0-6 0,-3 0-8 16,-1 0 1-16,-5 1 5 0,-3-1-12 0,-1-1 3 16,0 0-3-16,-4-1-4 0,-1 3 9 0,-2 0-16 0,1 0 11 15,-5-1 2-15,-7 1-3 0,14-1 0 16,-14 1 1-16,8-1-2 0,-8 1 2 0,9 1 3 15,-9-1 5-15,0 0 7 0,0 0-20 0,9-3-1 16,-9 3-1-16,0 0 3 0,0 0 5 0,0 0 2 16,0 0-7-16,0 0-4 0,0 0-1 0,0 0-4 15,0 0-16-15,10 2-2 0,-10-2-23 0,0 0-14 0,0 0-19 16,0 8-91-16,0-8-183 0,0 0 81 16</inkml:trace>
  <inkml:trace contextRef="#ctx0" brushRef="#br0" timeOffset="2565.1">14562 12645 8 0,'0'0'93'0,"0"0"0"16,0 0-5-16,-6-2-3 0,6 2 2 0,0 0 3 15,0 0-9-15,0 0-4 0,0 0 4 0,0 0-9 0,0 0-1 16,0 0-2-16,-9-3-3 0,9 3 2 16,0 0-7-16,0 0-1 0,0 0-9 0,0 0 2 15,0 0-2-15,0 0-6 0,0 0-5 0,0 0-2 16,0 0 1-16,0 0-4 0,0 0-1 0,0 0 0 0,0 0-3 15,0 0-1-15,0 0-7 0,0 0 4 0,0 0-1 16,0 0-3-16,0 0-1 0,0 0 1 16,0 0-3-16,0 0-1 0,0 0-8 0,24-9 2 15,-16 8 2-15,4-1-7 0,1 1 3 0,5-2-1 0,0 3-5 16,2-1 1-16,1 4 2 0,1-3-2 0,5 0-4 16,-5 2 5-16,7 0-4 0,-1-1-4 15,-7 3 13-15,0-2-10 0,2 2 0 0,-3 0 2 0,0 1-6 16,0-2 5-16,-4 2-1 0,-2-3 0 0,1 2-4 15,-3-3 1-15,-1 2 5 0,-1-2 6 0,1 1-9 16,-3 0-1-16,-1-2-6 0,-7 0 6 0,12 3 6 16,-12-3 2-16,8 0 6 0,-8 0 6 0,8 1 1 15,-8-1 3-15,0 0-1 0,0 0-4 0,0 0-1 16,11-2 2-16,-11 2-9 0,0 0 5 0,0 0-8 16,0 0-13-16,6-4-14 0,-6 4-17 0,0 0-14 15,0 0-26-15,0 0-27 0,7-5-26 16,-7 5-35-16,0 0-116 0,0 0-302 0,0 0 134 0</inkml:trace>
  <inkml:trace contextRef="#ctx0" brushRef="#br0" timeOffset="3686.14">16239 14136 43 0,'0'0'106'0,"0"0"-4"0,-9 0-7 0,9 0-1 0,0 0-12 15,0 0-4-15,0 0 6 0,0 0-12 0,0 0-6 16,0 0 2-16,-10 0 7 0,10 0-13 0,0 0 3 16,0 0-6-16,0 0 0 0,0 0 2 0,-13-2-6 15,13 2 3-15,0 0-5 0,-8 1 0 16,8-1-1-16,0 0-8 0,0 0-5 0,0 0 4 0,0 0-3 15,0 0-3-15,0 0-3 0,0 0-2 0,0 0 0 16,0 0-9-16,0 0 11 0,0 0 0 0,0 0 3 16,0 0-1-16,0 0 4 0,0 0-7 0,0 0-2 15,33 4-3-15,-22-3-4 0,3 0-4 0,4-1-2 16,-1 2 2-16,3-2-1 0,-1 0-4 0,1-2 0 16,-1 1-4-16,2 0-1 0,1-2 1 0,6 3-2 15,-7-2 3-15,-3-1-4 0,1 5-1 0,-2-5-1 16,-3 3 0-16,-1 0 3 0,1-2-1 0,-2 2-3 15,-2-1 5-15,1 1 2 0,-3-1 1 0,-8 1 0 16,13-3 6-16,-13 3 2 0,10 0 5 0,-10 0-1 16,8-1 2-16,-8 1 2 0,0 0 1 0,9-1-2 15,-9 1 15-15,0 0-4 0,0 0-2 0,0 0-5 16,0 0-6-16,0 0-4 0,0 0-11 0,10-1-14 16,-10 1-14-16,0 0-17 0,0 0-23 0,0 0-32 15,0 0-31-15,0 0-25 0,0 0-43 0,0 0-176 16,0 0-394-16,0 0 175 0</inkml:trace>
  <inkml:trace contextRef="#ctx0" brushRef="#br0" timeOffset="-21961.1">6611 9846 19 0,'0'0'36'0,"0"0"-4"0,0 0-5 16,0 0-9-16,0 0-3 0,0 0-5 0,0 0-1 15,0 0-4-15,0 0-3 0,0 0-2 0,0 0-6 16,0 0 0-16,0 0-3 0,0 0-3 0,0 0-12 16,0 0-25-16,0 0 11 0</inkml:trace>
  <inkml:trace contextRef="#ctx0" brushRef="#br0" timeOffset="-21372.13">6879 11545 26 0,'0'0'96'0,"0"0"-10"0,-9-13-10 0,9 13 4 15,0 0-17-15,-4-6-9 0,4 6-1 0,0 0 3 16,0 0-16-16,0 0-6 0,-6-3-3 0,6 3 0 15,0 0-10-15,0 0-7 0,0 0-8 0,0 0 1 16,0 0-4-16,0 0-5 0,0 0-24 0,0 0-11 16,-5 14-4-16,5-14-16 0,1 11-46 0,-2-1-111 15,1-10 50-15</inkml:trace>
  <inkml:trace contextRef="#ctx0" brushRef="#br0" timeOffset="-20833">7135 13367 61 0,'0'0'57'0,"0"0"-5"0,0 0-12 16,0 0 3-16,0 0-7 0,0 0-12 0,0 0-4 15,0 0-14-15,0 0-16 0,0 0 1 0,0 0-11 16,0 0-8-16,0 0-18 0,0 0-49 16,0 0 22-16</inkml:trace>
  <inkml:trace contextRef="#ctx0" brushRef="#br0" timeOffset="-20291.62">7563 14805 10 0,'0'0'88'0,"0"0"-12"0,0 0 6 0,0 0-11 0,0 0-20 16,0 0-4-16,0 0-5 0,0 0-17 0,0 0-5 15,0 0-5-15,0 0-11 0,0 0-12 0,5 10-3 16,-5-10-19-16,0 0-5 0,0 0-40 0,0 0-80 15,6 2 35-15</inkml:trace>
  <inkml:trace contextRef="#ctx0" brushRef="#br0" timeOffset="-18585.13">5260 9616 8 0,'0'0'42'0,"0"0"0"0,0 0-6 0,0 0-1 0,0 0 1 15,0 0-10-15,0 0-1 0,0 0 0 0,0 0-9 16,0 0 11-16,0 0-16 0,0 0 3 0,0 0 0 15,0 0-3-15,0 0 1 0,0 0-1 0,0 0 6 16,0 0-2-16,0 0 0 0,0 0 3 0,0 0 4 16,0 0 0-16,0 0 0 0,0 0-4 0,0 0 10 15,0 0-2-15,0 0-2 0,0 0 5 0,0 0-8 16,0 0 4-16,0 0 2 0,0 0 0 0,0 0 0 16,0 0-2-16,0 0 0 0,0 0 4 0,0 0-7 15,0 0-2-15,0 0-5 0,0 0 3 0,0 0 6 16,0 0-11-16,0 0-6 0,0 0-3 0,0 0 2 15,0 0 1-15,0 0 5 0,0 0-5 0,0 0 0 16,0 0-3-16,0 0-2 0,0 0 1 0,0 0 5 16,0 0-7-16,0 0 1 0,0 0-3 0,0 0-7 15,0 0-12-15,0 0-18 0,0 0 2 0,0 0-6 16,-5 5-3-16,5-5-7 0,-5 5-4 0,5-5-14 16,-5 9-42-16,1-4-120 0,2 1 53 0</inkml:trace>
  <inkml:trace contextRef="#ctx0" brushRef="#br0" timeOffset="-17691.5">13057 16157 22 0,'0'0'34'0,"0"0"-1"15,0 0-4-15,0 0-1 0,0 0-2 0,0 0-1 16,0 0 0-16,0 0 3 0,0 0 1 0,0 0-8 16,0 0 8-16,-2 5-4 0,2-5-4 0,0 0 1 0,0 0 4 15,0 0-1-15,0 0 5 0,0 0 4 16,0 0-6-16,0 0 0 0,0 0-1 0,0 0-2 16,0 0 11-16,0 0 14 0,0 0-2 0,10 7-12 15,-10-7 4-15,0 0-10 0,3 3 2 0,-3-3-9 16,0 0 5-16,4 7-5 0,-4-7 2 0,0 0-7 15,0 0 5-15,5 4-5 0,-5-4-2 0,0 0 2 16,1 7 5-16,-1-7-9 0,0 0-1 0,4 5 0 16,-4-5-10-16,0 0 10 0,0 0 1 0,0 0-10 15,0 0 5-15,2 7-5 0,-2-7-5 0,0 0 1 16,0 0-3-16,0 0-7 0,0 0-9 0,0 0-10 16,0 0-2-16,0 0-13 0,0 0 0 0,0 0-13 15,0 0-18-15,0 0-73 0,0 0-158 0,0 0 70 16</inkml:trace>
  <inkml:trace contextRef="#ctx0" brushRef="#br0" timeOffset="-16039.3">7044 11788 37 0,'0'0'82'0,"0"0"-16"16,0 0 0-16,0 0-22 0,0 0-7 0,0 0-7 15,0 0-12-15,0 0 0 0,0 0-8 16,10 3-13-16,-10-3-8 0,4 10-15 0,-1-4-7 15,-1 1-24-15,1 3-60 0,0 1 28 0</inkml:trace>
  <inkml:trace contextRef="#ctx0" brushRef="#br0" timeOffset="-15666.35">7482 13695 27 0,'0'0'95'16,"0"0"-15"-16,0 0-1 0,0 0-11 0,0 0-1 16,0 0-22-16,-8-3-2 0,8 3-13 0,0 0-7 15,0 0-9-15,0 0-5 0,0 0-18 0,0 0-15 16,6 19-22-16,-6-19-38 0,2 12-90 0,-2-3 39 15</inkml:trace>
  <inkml:trace contextRef="#ctx0" brushRef="#br0" timeOffset="-15347.06">7799 14690 43 0,'0'0'61'16,"0"0"-4"-16,0 0-4 0,0 0-12 0,0 0-9 0,0 0-7 16,0 0-7-16,0 0-7 0,0 0-12 15,5 4-11-15,-5-4-12 0,0 0-3 0,2 8-20 0,-2-8-50 16,0 0 23-16</inkml:trace>
  <inkml:trace contextRef="#ctx0" brushRef="#br0" timeOffset="161028.79">17711 14885 11 0,'0'0'30'16,"0"0"-1"-16,-9-2-2 0,9 2-3 0,0 0-2 0,0 0-2 15,0 0 3-15,0 0-2 0,-11-1 0 16,11 1 1-16,0 0-5 0,0 0 4 0,0 0 4 16,0 0-6-16,0 0 0 0,0 0 4 0,0 0-3 15,0 0-3-15,0 0 2 0,0 0-2 0,0 0-3 16,0 0 3-16,0 0-9 0,0 0 1 0,0 0 1 16,0 0 0-16,-9-2 0 0,9 2 4 0,0 0-1 15,0 0 0-15,0 0-1 0,0 0-2 0,0 0 6 16,0 0-8-16,0 0-3 0,-8-4 4 0,8 4-1 15,0 0 3-15,0 0 1 0,-9 0 4 0,9 0-7 16,0 0 4-16,0 0-1 0,0 0 2 0,0 0-5 0,-10-4 6 16,10 4-9-16,0 0 3 0,-5-4 0 15,5 4 4-15,0 0-5 0,0 0-2 0,-11-2 0 16,11 2 2-16,0 0 2 0,0 0 3 0,-7-2-3 16,7 2 2-16,0 0 2 0,0 0 1 0,0 0-9 15,-9-1 5-15,9 1-2 0,0 0 5 0,0 0-8 0,0 0-3 16,0 0 10-16,0 0-6 0,0 0-6 15,0 0 5-15,0 0-4 0,0 0 6 0,0 0-10 0,0 0 8 16,0 0-5-16,0 0 4 0,0 0-4 16,0 0 4-16,0 0-2 0,0 0 2 0,0 0-2 15,0 0-4-15,0 0-1 0,0 0 2 0,0 0 0 0,0 0-4 16,20 14 2-16,-16-12 5 0,1 2 1 0,0-1-1 16,2 1 10-16,2 0-7 0,-2 1 1 15,4-1-4-15,-4 0-4 0,2 1 4 0,0 0-1 16,1-1-3-16,-3 0 0 0,0 1 8 0,3-1-8 15,0-1 6-15,-1 1 0 0,-3 0 1 0,0 1-4 16,4-2 1-16,1 2 10 0,-2-1-2 0,3 0-2 0,-1 2-4 16,0-3 8-16,2 1 3 0,-1 1-9 15,0-1-1-15,0-1-1 0,-1 1 0 0,2 0-3 16,-1 1 6-16,0-2-9 0,1 2 8 0,0-2-9 16,1 0 7-16,1 1 2 0,-1 0 3 0,-2 0 0 0,2 0-5 15,0-2 4-15,0 2 3 0,-1 0-2 16,-2-1 8-16,7 4-10 0,-6-3 7 0,2 0-11 15,1 0-3-15,-1-1-5 0,-1 1 2 0,1-1 12 16,-1 0 2-16,5 1-16 0,-6-1 4 0,5 1-2 16,-2 1 0-16,3-1 6 0,-6 0-6 0,-1 1 6 15,3-4 1-15,3 5 0 0,-4-4-3 0,0 2 0 0,-1 1 0 16,1-1-5-16,-1 0 3 0,2-1-3 16,-3-2 6-16,1 1 3 0,-1 1 5 0,0 1-10 15,1-1 4-15,-2-3-1 0,1 3 0 0,0-2 5 16,-1 1-4-16,-1 0-5 0,3 0 12 0,-2 0 7 0,-1 1-2 15,4-1-15-15,-3 1 5 0,0-1-4 16,-1-1 5-16,-2 1-6 0,0 0 5 0,0 0-6 0,4-1 3 16,-2 1 4-16,1 0 0 0,-2-1-2 0,1 3-10 15,0-2 11-15,2 1-4 0,-3-2 1 16,2 1 0-16,-2 0-9 0,2-1 5 0,0 1 5 0,1 0 2 16,0 2 1-16,-1-1-3 0,3-1 2 15,0 2 0-15,-2-2-3 0,2 1 4 0,-1 0 0 16,2 0 1-16,-3 2-1 0,0-4-4 0,1 2 2 15,0 1 0-15,-1-2-9 0,1-1 8 0,-1 2-6 16,2 2 6-16,-1-4 1 0,-3 0-4 0,3 3-3 0,-2 0 3 16,2-1 6-16,-1 1-6 0,0-3 2 0,-2 2-1 15,2-1 1-15,-2-1-5 0,1 0-1 16,-2 3 6-16,-2 0-6 0,1-3 1 0,-7-1 2 16,14 3-1-16,-9-2 4 0,-5-1-3 0,10 4 2 15,-10-4-3-15,7 4 3 0,-7-4-4 0,7 0-2 0,-7 0 3 16,8 2 6-16,-8-2-4 0,6 4 1 0,-6-4 11 15,0 0-6-15,8 1 3 0,-8-1 1 0,6 3-7 16,-6-3 2-16,0 0-4 0,10 0 3 0,-10 0-1 16,6 4 1-16,-6-4 0 0,7 3-4 15,-7-3 4-15,7 1 6 0,-7-1-6 0,9 2-6 0,-9-2 8 16,9 0-5-16,-9 0 5 0,9 4 1 0,-4-2-4 16,-5-2 2-16,11 3-2 0,-11-3-2 0,8 3 4 15,-8-3-3-15,8 3-2 0,-8-3 11 0,6 1-10 16,-6-1 1-16,7 6-3 0,-7-6-1 15,0 0 10-15,10 1-12 0,-10-1-1 0,0 0 5 16,5 2 0-16,-5-2-3 0,0 0-1 0,6 4 0 0,-6-4 4 16,0 0 1-16,0 0 0 0,9 2-3 0,-9-2 2 15,0 0 1-15,0 0-1 0,0 0 3 0,0 0-2 16,0 0 0-16,0 0 4 0,5 3-6 0,-5-3-5 16,0 0 3-16,0 0 4 0,0 0 0 15,0 0-1-15,0 0-1 0,0 0 1 0,0 0 0 0,0 0-1 16,0 0 1-16,0 0-4 0,0 0-2 0,0 0 12 15,0 0-5-15,-25 1-7 0,25-1 4 0,0 0 3 16,-10-1-8-16,10 1 6 0,-7 2-7 0,7-2 6 16,0 0 2-16,-8 4-11 0,8-4-22 0,-6 3-31 15,6-3-10-15,0 0-30 0,-9 1-30 0,9-1-107 16,0 0-258-16,-12-6 114 0</inkml:trace>
  <inkml:trace contextRef="#ctx0" brushRef="#br0" timeOffset="161476.65">18948 15053 21 0,'0'0'98'0,"0"0"-6"0,0 0-5 0,0 0-3 15,0 0 1-15,0 0-8 0,0 0-8 16,0 0-2-16,0 0 0 0,12 17-6 0,-9-12 9 16,3 0-9-16,-1 0-4 0,3 0-3 0,-5 0-1 15,6 3-5-15,-1-3-3 0,0 2 8 0,2-1-4 0,0 1-5 16,-1 2-3-16,-1-5-5 0,3 5 3 15,-2-2-7-15,0-1-2 0,1 1 3 0,-2-1-5 16,0 1-9-16,-1 3 2 0,0-5-3 0,-1-1 0 16,-1 5-3-16,0-1-1 0,0 0-1 0,0-1-1 15,-2 0 10-15,-2-1 3 0,0 1-8 0,-1-7 3 16,-2 16 1-16,-4-6 6 0,1 1 3 0,-3 2-5 16,-2 1 6-16,-2-2-2 0,-1 2-1 0,-2-1-3 15,-2 0-4-15,-4 4 1 0,3-6-6 0,-3 6 4 16,-2-3-2-16,7-2-18 0,-2-1-37 0,-6 1-41 15,8-3-55-15,0 1-50 0,-4-4-97 0,1 0-303 16,1-2 134-16</inkml:trace>
  <inkml:trace contextRef="#ctx0" brushRef="#br0" timeOffset="162995.13">21166 15981 17 0,'0'0'56'0,"0"0"-8"0,0 0-7 0,0 0-14 16,0 0-17-16,2 12-12 0,-2-12-32 0,0 0-35 16,-8 11 16-16</inkml:trace>
  <inkml:trace contextRef="#ctx0" brushRef="#br0" timeOffset="164158.44">20275 17348 80 0,'0'0'74'0,"0"0"-12"0,0 0 7 0,0 0-12 16,0 0 12-16,0 0-20 0,0 0 10 0,0 0-20 15,0 0 5-15,0 0-4 0,0 0 1 0,0 0-6 16,0 0 9-16,0 0-10 0,0 0-5 0,0 0 10 16,23 7-5-16,-23-7 1 0,0 0-3 0,0 0 9 15,0 0-10-15,0 0 5 0,0 0-2 0,0 0-4 16,0 0-1-16,0 0-7 0,4 5 4 16,-4-5-7-16,0 0-5 0,0 0 6 0,0 0-5 15,0 0-2-15,0 0 2 0,5 3-12 0,-5-3 4 0,0 0-2 16,0 0 4-16,0 0-6 0,0 0 11 15,0 0-10-15,0 0 5 0,0 0-11 0,0 0 6 16,0 0 0-16,0 0-2 0,0 0 2 0,0 0 2 0,0 0-3 16,0 0 4-16,0 0-2 0,0 0-3 0,0 0 3 15,0 0-3-15,0 0 4 0,0 0-4 0,0 0 4 16,0 0-5-16,0 0 8 0,0 0 1 16,0 0-9-16,0 0-1 0,0 9-1 0,0-9 5 15,0 0-2-15,0 0-1 0,0 0-7 0,0 0 7 16,0 0-5-16,0 0 4 0,0 0-2 0,0 0 11 15,0 0-7-15,0 0-11 0,0 0 12 0,0 0-1 0,0 0-3 16,0 0 6-16,0 0-5 0,0 0-3 0,0 0 4 16,0 0-2-16,0 0 1 0,0 0 6 15,0 0-9-15,0 0 0 0,0 0 3 0,0 0 6 16,0 0-12-16,0 0 11 0,-1 9-1 0,1-9-5 16,0 0 4-16,0 0-4 0,0 0 1 0,0 0 1 15,0 0-5-15,0 0 4 0,0 0 1 0,0 0 0 16,3 6 4-16,-3-6-2 0,0 0-6 0,0 0 6 0,0 0-3 15,0 0 0-15,0 0-2 0,0 0 1 16,0 0-2-16,0 0-2 0,3 8 7 0,-3-8-1 16,0 0 1-16,0 0-4 0,0 0 5 0,0 0-4 15,0 0-1-15,0 0 10 0,0 0-8 0,0 0-1 16,0 0 5-16,0 0-7 0,4 4-3 0,-4-4 5 16,0 0 3-16,0 0 3 0,0 0-1 0,0 0-5 15,0 0 2-15,0 0-2 0,0 0 1 0,0 0-7 16,0 0 8-16,0 0 0 0,0 0 0 0,0 0-3 15,0 0 7-15,0 0-10 0,0 0 7 0,0 0-7 16,0 0 7-16,0 0-4 0,0 0 10 0,0 0-8 16,0 0-2-16,0 0 4 0,0 0-4 0,0 0 1 15,0 0-2-15,0 0 6 0,0 0-5 0,0 0 9 16,3 6-7-16,-3-6 7 0,0 0-3 0,0 0-5 16,0 0-5-16,0 0 9 0,0 0-8 15,0 0 7-15,0 0 2 0,0 0-5 0,0 0 1 0,0 0 5 16,0 0-10-16,0 0 5 0,0 0 6 0,0 0-3 15,0 0-2-15,0 0 0 0,0 0-6 0,0 0 4 16,0 0-1-16,0 0-2 0,0 0-7 0,0 0-2 16,0 0 4-16,0 0-5 0,0 0 6 0,0 0-20 15,0 0-23-15,0 0-17 0,0 0-20 0,0 0-24 16,0 0-67-16,0 0-193 0,-28-11 86 16</inkml:trace>
  <inkml:trace contextRef="#ctx0" brushRef="#br0" timeOffset="176749.77">17559 15037 24 0,'0'0'85'0,"0"0"-13"0,0 0-4 0,0 0-2 15,-5-14-5-15,5 14-10 0,0 0-4 0,0 0 0 16,0 0-14-16,0 0 4 0,0 0-5 0,0 0-20 16,-4-6 3-16,4 6-4 0,0 0-5 0,0 0 11 15,0 0-23-15,0 0 11 0,-9-4-4 0,9 4 1 16,0 0-5-16,-7-1-2 0,7 1 2 0,0 0-5 15,0 0 4-15,-10-1-6 0,10 1 5 0,0 0-11 16,0 0 4-16,0 0-5 0,-9-2 4 0,9 2 5 16,0 0 3-16,0 0-8 0,-10-1 4 15,10 1 3-15,0 0-4 0,0 0 6 0,-7-3-2 0,7 3 0 16,0 0 1-16,0 0 5 0,-7-3-4 0,7 3 9 16,0 0-4-16,0 0 0 0,-8-5-1 0,8 5 8 15,0 0 0-15,-7-3 4 0,7 3-3 0,0 0 3 16,0 0-4-16,0 0-4 0,-5-4 8 15,5 4-10-15,0 0 7 0,0 0 2 0,0 0-9 0,0 0 4 16,0 0 6-16,-7-4-6 0,7 4 0 0,0 0 4 16,0 0-9-16,-5-4 1 0,5 4 3 0,0 0 2 15,0 0 11-15,-6-7-9 0,6 7 2 0,0 0-3 16,-4-6 6-16,4 6-5 0,0 0 14 16,-6-6-7-16,6 6-1 0,0 0 1 0,0 0 2 15,-4-6-1-15,4 6-1 0,0 0 0 0,0 0-6 0,0 0 10 16,0 0-11-16,0 0 5 0,-3-8-3 0,3 8-11 15,0 0 8-15,0 0-8 0,0 0 8 0,0 0-2 16,0 0 4-16,0 0 4 0,0 0 5 0,0 0 0 16,0 0-6-16,0 0-3 0,0 0 8 0,0 0-1 15,0 0-7-15,0 0 1 0,0 0 8 0,0 0 2 16,0 0 0-16,0 0-12 0,0 0 0 0,0 0 1 16,0 0-3-16,0 0 3 0,0 0 0 0,19 1 3 15,-19-1 7-15,11 1-6 0,-11-1 5 0,12 3-16 16,-5-2-4-16,-7-1 2 0,14 4-2 0,-4-3-2 15,2 1 5-15,-2 2-1 0,3-1-1 0,-2-2 6 16,7 2-2-16,-6 1 0 0,2-1-5 16,-2 1 20-16,1 0-12 0,5 0-10 0,-5-1 3 0,1 3-1 15,-3-3 3-15,1 2-9 0,1-1 8 0,-3 0 4 16,3 1-7-16,-3 0 2 0,5 2-1 16,2 2 2-16,-1-4-2 0,-5 1-7 0,2 0 5 0,0-2 0 15,2 4 1-15,2-1-7 0,-4-2-2 0,4 1-6 16,-2 2 4-16,3-1-6 0,0-3-5 0,-1 3 6 15,-5-4-11-15,2 1-7 0,-1-1-4 0,2 0-6 16,-3 0-6-16,3 2-15 0,-2-2-12 16,0-2-63-16,1 1-152 0,0 0 67 0</inkml:trace>
  <inkml:trace contextRef="#ctx0" brushRef="#br0" timeOffset="177212.25">19091 15309 11 0,'0'0'37'0,"12"4"-11"0,-8-2-16 16,-4-2-17-16,9 1-7 0,-9-1-13 15,0 0 7-15</inkml:trace>
  <inkml:trace contextRef="#ctx0" brushRef="#br0" timeOffset="179906.27">6016 15035 9 0,'0'0'41'16,"0"0"-10"-16,0 0 5 0,0 0-7 0,0 0-5 15,0 0 4-15,0 0-10 0,0 0 2 0,0 0-3 16,0 0 1-16,0 0-2 0,0 0-2 0,0 0-7 15,0 0 2-15,0 0 3 0,0 0-3 0,7-16-6 16,-7 16 4-16,3-2 2 0,-3 2-1 0,0 0-5 16,0 0 0-16,12-5 0 0,-8 4-1 0,-4 1 5 15,8-4-1-15,-8 4 1 0,0 0-5 0,16-3 2 16,-16 3-1-16,13-3 4 0,-3 1-6 0,0 0 1 16,2 0-1-16,-2 0 2 0,3 2 1 0,0-1-4 15,-1-1-1-15,3 1-1 0,2-2 7 0,5 2 0 16,-3-1 4-16,3-1-1 0,-2 2-1 0,1 1-4 15,2-4 5-15,-1 2-7 0,-1 2 2 0,0 0 3 16,10 0 3-16,-3 0-9 0,-7 0 3 0,10-1-2 16,-4 1 0-16,3-2-1 0,0 1 5 0,1-4-6 15,0 3 8-15,1 0-1 0,-1 1-6 0,1 0 5 16,0-2-5-16,-1 2 4 0,-1-2-2 0,1 2-1 16,-2 0 1-16,5 0 2 0,-4-2-12 0,1 2 4 15,0 1 1-15,-2-1-3 0,2-1-4 16,-3 1 6-16,0 1-5 0,-7 0-4 0,1-2 7 15,0 2-5-15,8-1 8 0,-10 0-7 0,2 1 3 0,6-1 7 16,-8 1-10-16,2-3 11 0,0 5-3 0,7-4-1 16,-8 2 5-16,0 0-2 0,-1 0-2 0,0 0-2 15,-1 0 1-15,3-1-1 0,-3 1 4 0,-1 0-2 16,4 0 2-16,-3 0-2 0,0 1 3 0,1-1 2 16,0 2-6-16,-1-1 2 0,0-1-8 0,2-1 2 15,-1 3 2-15,0-3 1 0,1 1-6 0,-1 1 2 16,2 0-4-16,-2-1 5 0,3 1-2 0,-2-1-3 15,1 2 2-15,6-1 0 0,-1 1-3 0,-4-2 3 16,5 2 6-16,-7 0-5 0,6 0 2 0,1-2 5 16,-7 1-7-16,8-1 6 0,2 1-2 0,-8 1-2 15,6-2 0-15,-1 0-4 0,2 4-1 0,2-7 5 16,-2 3-5-16,3 0 0 0,1 1-4 16,-1-2-10-16,2-2 24 0,3 3-9 0,-5 0-9 15,2-2 19-15,2 2-6 0,-2-1 2 0,3 0 1 16,-1 1 8-16,-2 0-1 0,4-2 3 0,-5 2-3 0,-1-2 2 15,2 0-4-15,-1 1 4 0,1 1 0 0,-2-2-4 16,2 1 5-16,-2 0-3 0,3 0 1 16,-3 0-4-16,0-1 5 0,3-1-3 0,-3 3-2 0,2-3 0 15,-5 0 2-15,2 1-1 0,2 1 0 0,-2-2 4 16,0-1 2-16,-2 2-3 0,2-2 3 16,-1 0-2-16,0 2 0 0,-2-1 6 0,0 1 0 0,-1 0 0 15,2-1-8-15,-3 0 3 0,-6 1 5 16,0-1-7-16,7-1 1 0,-8 2 0 0,8-2 1 15,-7 3-2-15,1-2 0 0,-2 2 1 0,-1 0-3 0,3 0 8 16,-2 1-8-16,0-3 2 0,-1 2-1 16,2 1 5-16,-1-1-8 0,0 1 4 0,0-3-2 15,0 2-1-15,0 1 2 0,0 0-7 0,1 0 4 16,-2-2-1-16,3 2 3 0,-3-2-6 0,2 3 3 0,-1-2-1 16,-2 2-2-16,2-2 2 0,1 1-3 15,-2 0 0-15,0 0 4 0,2 0 4 0,-1 1-7 16,2 0 0-16,-2-1 3 0,2 2-3 0,5-2 1 15,-4 0-1-15,-4 1 1 0,1 0-2 0,2 1 1 16,5-4 2-16,-5 5 0 0,-1-3 3 0,2 1-5 16,-1 2 4-16,0-3 2 0,0 0-5 0,7 0 2 15,-7 0 0-15,6 0 1 0,-8 0 0 0,7 0 4 16,1 1-5-16,0-1 5 0,-6 0-6 0,4 1 8 16,-6-1-3-16,0 1-1 0,1-2-1 0,1 3-3 15,-1-2 4-15,7 3-1 0,-1-1 3 0,-5-1-7 16,5 0 6-16,-7 1-5 0,8-1 3 0,-8 1 3 15,8-2-1-15,-5 1-10 0,4 2 7 0,1-4 4 16,-2 2-1-16,-5-1-4 0,7 0-1 0,0 2 0 16,0-2-4-16,-6 1 4 0,5 0 5 0,1 0 1 15,-7-1-1-15,8 0-2 0,0 2 1 0,0-2-5 16,0 0 9-16,-1 0-7 0,0 0-2 0,-5 0 2 16,3-2 4-16,2 2-1 0,0 0 3 0,0 0-5 15,1 2 1-15,0-4 5 0,-8 4-4 0,8-4-5 16,-2 4 8-16,1-2 1 0,2 0-2 0,-1-2-2 15,2 0-2-15,0 3 1 0,1-1 1 0,-2 0-5 16,1 0 0-16,2 1 1 0,-3-1-1 0,1-1-12 16,0 1 7-16,2 0 5 0,-2 0-1 0,-7-1-2 15,6 0 7-15,-1 1-2 0,-8 0 0 0,1 0 0 16,4 0-1-16,-5 1 0 0,8-2 7 0,-7 2 0 16,-2-2-6-16,9-1-3 0,-8 2 5 15,-1 0-5-15,2 0 3 0,-1 0-1 0,0 0-4 0,8 0-6 16,-8 0 5-16,7 2-2 0,1-2 1 0,-7-2 4 15,1 2 0-15,6 0-2 0,-1 0-2 0,-5 0 5 16,4 0 1-16,-1 0-1 0,1 0 4 0,2-3-7 16,-7 5 4-16,4-4-6 0,2 1 5 0,-1 1-5 15,-5 0 5-15,1 0 1 0,6 0 3 0,-5 1-1 16,-3-1-3-16,2-1 5 0,-1 2 0 16,4 1 4-16,2-1-8 0,-6-1 6 0,-1-1 0 0,0 2-2 15,7-2-4-15,-1 2 1 0,2-1-1 16,-2 0 2-16,2 2-4 0,0-1-5 0,-1-1 5 0,1 0 6 15,-2 1 2-15,2 0 0 0,1 1 1 0,-3 0-7 16,-6-1 3-16,2 1-1 0,4-2 5 16,-5-2-5-16,5 4 1 0,-4-2-2 0,4 1 4 15,-3 2-4-15,3 0 0 0,-7-1 6 0,7-1 0 16,1 0 4-16,0 3-1 0,0-2-8 0,-9 0 9 0,9-1-4 16,-6 1 1-16,5-1 5 0,3 1-1 0,-8 1 0 15,8-2-3-15,-3 2-4 0,1-1 12 0,-1 1-6 16,2-1-2-16,2 1-7 0,-4-3 4 0,1 4-8 15,3-3 3-15,-2 3-8 0,2 0 3 16,-1-2 3-16,2 0-4 0,-1-4-4 0,0 4 5 16,-2-1-5-16,1 1 5 0,-1-1-3 0,0 1 3 15,0-2 0-15,0 3 1 0,-9 0-4 0,10-3-7 16,-10 0-10-16,3 1-27 0,-3 1 12 0</inkml:trace>
  <inkml:trace contextRef="#ctx0" brushRef="#br0" timeOffset="180824.08">15720 14930 51 0,'22'-1'53'16,"-1"1"0"-16,6-2 9 0,4 2-15 0,-9-2-1 15,-2 0-4-15,3 4-2 0,-4-2-1 0,9-2 2 16,-6 1 5-16,7 1-2 0,-6 1-1 0,6 2-12 16,-3 0 3-16,-6-3-5 0,6 1 7 0,3 3 3 15,-1-2-21-15,-7-2-1 0,1 2 2 0,5 0-1 16,1-2-5-16,-5 1 3 0,5 2 4 16,0 0-11-16,-7-2 0 0,-2 0 5 0,3 0-11 0,-1 0 7 15,1 1-3-15,-3-1-8 0,1-2 10 0,-1 2-4 16,0-2 8-16,-1 2-4 0,-1-1 2 0,-4-1-1 15,5-2-9-15,-6 3 8 0,2-1-3 0,-14 1-15 16,25-1 16-16,-12 0-7 0,-3-1 6 0,2 1 2 16,-12 1 0-16,24-3-1 0,-10 3-10 0,-14 0 11 15,21-1-6-15,-21 1-7 0,25 0 8 0,-13 0-6 16,2 0 6-16,-14 0-8 0,24 0 8 0,-24 0 1 16,23 0-4-16,-13 0 6 0,-10 0-1 0,23 1-3 15,-11-1-3-15,-12 0-2 0,25 3 11 16,-13-3-11-16,-12 0 6 0,24 1-3 0,-11 1-1 0,1-1 2 15,-4 0-2-15,-10-1-9 0,25 0 13 0,-14 0-6 16,2 1 5-16,-3 0 4 0,3-1-11 0,-13 0 2 16,20 2-3-16,-7-1 3 0,-3-1 1 0,2 1-4 15,-12-1 6-15,19 2-2 0,-9-2 5 0,2 2-1 16,-12-2-2-16,18 0-11 0,-8 1 9 16,-10-1 6-16,18 1-6 0,-7 0 5 0,-1 0-6 0,-10-1-1 15,22 1 6-15,-12-1-6 0,1 0 1 0,-11 0-2 16,19 2 17-16,-6-2-14 0,-2 0-2 15,-11 0 3-15,22 3 0 0,-10-6-6 0,-1 3 12 0,-11 0-4 16,21 0-2-16,-9 0 1 0,-1-2-7 0,-11 2 12 16,15 0 4-16,-15 0-18 0,16 0 3 0,-16 0 2 15,13 0 2-15,-13 0-6 0,12 0 6 16,-12 0 4-16,0 0-7 0,16 0 6 0,-16 0 2 16,0 0-2-16,13-1 5 0,-13 1-9 0,0 0-8 15,0 0 7-15,14 0 5 0,-14 0-4 0,0 0 4 16,0 0 3-16,13-1-3 0,-13 1 5 0,0 0-5 0,12 2 3 15,-12-2-13-15,0 0 18 0,14 0-1 0,-14 0-10 16,12 2 4-16,-12-2-10 0,0 0 17 0,20 0-6 16,-20 0 4-16,12 3-7 0,-12-3-5 0,0 0 11 15,22 0 0-15,-22 0-6 0,15 0 0 16,-15 0 2-16,12 3-3 0,-12-3 5 0,0 0-1 16,19 1 1-16,-19-1-13 0,0 0-8 0,14 0-11 0,-14 0-18 15,0 0-16-15,0 0-22 0,11-1-50 0,-11 1-143 16,0 0 64-16</inkml:trace>
  <inkml:trace contextRef="#ctx0" brushRef="#br0" timeOffset="184373.33">8625 14960 11 0,'0'0'24'0,"0"0"-3"0,0 0-1 16,0 0-1-16,0 0-4 0,0 0 1 0,0 0-2 15,0 0 2-15,0 0-2 0,0 0-7 0,25 6 3 16,-17-6 0-16,2 0-5 0,3 3 9 0,-1-3-4 16,1 1-6-16,6-1 2 0,0 2 0 0,0-2 2 15,1 1-6-15,3-1 7 0,5 0-2 0,0 0-8 16,-6 4 4-16,8-4 15 0,-2 2-20 0,2-2 3 16,1 0-5-16,-1 0 0 0,-1 0 1 0,3 0 1 15,0 0-2-15,0 0 3 0,-2 0-4 0,1 0 2 16,2-4 1-16,2 2-1 0,-3 1-4 15,1-2 8-15,-1 0-7 0,2 3-2 0,-2 0-2 0,-2 0-5 16,2 0 3-16,0 0-6 0,-2 0 4 0,0 0-15 16,-1-2-29-16,0 1 14 0</inkml:trace>
  <inkml:trace contextRef="#ctx0" brushRef="#br0" timeOffset="185325.73">15191 14958 5 0,'29'1'11'0,"-2"-1"-3"15,1 1-3-15,0-3-2 0,-6 3 3 0,6-3-13 16,0 2-7-16,0-3 4 0</inkml:trace>
  <inkml:trace contextRef="#ctx0" brushRef="#br0" timeOffset="186576.78">17159 14953 14 0,'0'0'29'0,"11"0"-2"0,-11 0-6 15,11-2 1-15,-11 2 0 0,11 0-1 0,-11 0-5 16,14 0-1-16,-7 0 2 0,-7 0-5 0,13 0-3 16,-13 0-1-16,17 2 6 0,-8-2-4 0,3 0-3 15,-5 0-4-15,4 0 9 0,-2 1-7 0,3-2 1 16,-1 1-4-16,0 0 6 0,-1 0-4 0,-1-3-3 15,-1 3 6-15,2 1-4 0,0 1 8 0,-2-1-5 16,-8-1 0-16,21 0 1 0,-11 0 2 0,0 0-11 16,1 1 8-16,-3-1 1 0,2 2-5 0,2-2-3 15,-2 0-1-15,0 0 2 0,1 1 3 0,-1 0 0 16,-1 0-3-16,-9-1 1 0,19 1-1 0,-10-1 3 16,-3 0-3-16,-6 0 3 0,14 1 3 0,-7-1-1 15,-7 0-6-15,14 0-1 0,-8 0 6 0,-6 0-2 16,10 0 0-16,-10 0 2 0,10 1-6 0,-10-1 6 15,10 0-6-15,-10 0 5 0,9 3-4 0,-3-3 5 16,-6 0-1-16,9 3-4 0,-9-3 4 0,10 0 3 16,-5 1-7-16,-5-1 2 0,12 2 3 0,-12-2 2 15,0 0 6-15,15 1-9 0,-15-1 5 16,9 4 5-16,-9-4 0 0,0 0-7 0,17 2 7 0,-17-2-1 16,12 1-3-16,-4 1 2 0,1-1-2 0,-3-1-4 15,-6 0-2-15,16 2 3 0,-10-2 5 16,-6 0-4-16,14 3-1 0,-6-2-6 0,-3 1 6 0,-5-2-2 15,15 1 1-15,-8 0 0 0,1 0-2 16,-8-1 1-16,12 1 1 0,-7 2-1 0,-5-3 2 16,12 0 4-16,-12 0-8 0,7 1 8 0,-7-1-5 0,0 0 7 15,11-1-7-15,-11 1 2 0,0 0 2 0,0 0 10 16,10 0-8-16,-10 0 1 0,0 0 1 0,0 0-11 16,0 0 3-16,0 0 14 0,10 1-17 15,-10-1 5-15,0 0 1 0,0 0-2 0,0 0-1 16,0 0-4-16,0 0 7 0,0 0-3 0,0 0-2 0,8 0 8 15,-8 0-9-15,0 0 2 0,0 0 1 16,0 0-1-16,0 0-5 0,10-1 3 0,-10 1 0 0,0 0 5 16,0 0-4-16,0 0 4 0,11 1-8 0,-11-1 7 15,0 0 1-15,0 0 0 0,11 0 3 16,-11 0-4-16,0 0 7 0,0 0-7 0,10 0 2 16,-10 0 4-16,0 0-2 0,0 0-1 0,6 2 13 0,-6-2-9 15,0 0-4-15,0 0-1 0,0 0 7 0,0 0-4 16,0 0 1-16,0 0-6 0,0 0 4 15,0 0 7-15,0 0 0 0,0 0 1 0,0 0-2 16,0 0 1-16,0 0 6 0,0 0-3 0,0 0-2 0,0 0 1 16,0 0-6-16,0 0 2 0,0 0 0 0,0 0 0 15,0 0 3-15,0 0-22 0,0 0 15 0,0 0 0 16,0 0 1-16,0 0-7 0,0 0-3 0,0 0-4 16,0 0 7-16,0 0-15 0,0 0-13 0,0 0-14 15,0 0-16-15,0 0-26 0,0 0-17 16,0 0-76-16,0 0-185 0,0 0 82 0</inkml:trace>
  <inkml:trace contextRef="#ctx0" brushRef="#br0" timeOffset="189729.71">20404 17476 99 0,'0'0'141'0,"14"-5"-27"0,-14 5-35 0,0 0-34 15,0 0-38-15,0 0-31 0,0 0-54 0,4 5-83 16,-4-5 38-16</inkml:trace>
  <inkml:trace contextRef="#ctx0" brushRef="#br0" timeOffset="190119.19">20032 17374 17 0,'-12'-2'67'16,"12"2"-1"-16,-11-2 0 0,11 2 8 0,-13-1 2 15,7-2 1-15,6 3 18 0,-12-1 1 0,12 1 2 16,0 0-3-16,-12 0 4 0,12 0-3 0,0 0-4 16,-9 0-1-16,9 0-9 0,0 0-2 0,0 0-2 15,0 0-6-15,0 0-12 0,0 0-2 0,35-7-6 16,-3 3-4-16,19-5-4 0,-1 3 1 15,40-5-4-15,9 7-12 0,-8-1-17 0,4 3-24 16,6-2-46-16,4 2-46 0,2-6-65 0,-5 0-92 16,9 1-282-16,-5-5 124 0</inkml:trace>
  <inkml:trace contextRef="#ctx0" brushRef="#br0" timeOffset="196712.5">7966 14916 60 0,'-1'-8'71'0,"1"8"0"0,0 0-8 16,-2-7-10-16,2 7 3 0,0 0-5 0,-5-8 4 15,5 8 3-15,0 0 3 0,-3-7-4 0,3 7-4 16,0 0 5-16,0 0-6 0,0 0-4 0,-1-7-2 15,1 7-2-15,0 0-5 0,0 0 5 0,0 0 3 16,0 0-8-16,0 0 1 0,0 0-2 0,-1-10-1 16,1 10-3-16,0 0 0 0,0 0 2 0,0 0 1 0,0 0-2 15,0 0 6-15,0 0-5 0,0 0 9 16,-3-7-25-16,3 7 3 0,0 0 2 0,4-9 4 16,-4 9 4-16,0 0 1 0,0 0-5 0,0 0 1 15,2-8 1-15,-2 8 3 0,0 0-3 0,0 0 1 16,0 0-2-16,0 0-7 0,4-4 5 0,-4 4-1 15,0 0-7-15,0 0-8 0,0 0-1 0,0 0 1 16,0 0-4-16,0 0 3 0,0 0-5 0,0 0 1 16,0 0 0-16,0 0-4 0,0 0 5 0,5 22-1 15,-5-17-2-15,1 6-3 0,1-2 5 0,-2 1 1 16,0 0 0-16,0 0 2 0,0 2-2 0,0-4 5 16,1 3-2-16,-1 0 8 0,0-2-1 0,0 1-2 15,1-4-2-15,-1 3 3 0,0-1 0 0,3 1-4 16,-3-9 5-16,0 11-2 0,0-11-6 0,-1 12 0 15,1-12-4-15,0 10 2 0,0-10-3 0,1 7-1 16,-1-7-3-16,0 7 4 0,0-7-1 0,0 0 0 16,0 0 5-16,0 0-3 0,-1 11-3 0,1-11 3 0,0 0-5 15,0 0 3-15,0 0-2 0,0 0 0 16,0 0 5-16,0 0-5 0,2 7 5 0,-2-7-2 16,0 0-1-16,0 0 0 0,0 0 3 0,0 0 3 15,0 0-2-15,0 0-6 0,0 0 4 0,0 0-3 16,0 0 1-16,0 0-2 0,0 0 4 0,0 0-3 15,0 0-3-15,0 0 3 0,0 0-4 0,0 0-3 0,0-28 7 16,0 28-1-16,-1-11 0 0,0 4-3 16,1 7 0-16,0-15 2 0,1 8 3 0,-2-3-2 15,1 10-1-15,-2-16 1 0,2 9-1 0,0-2 0 16,-1 0 1-16,1 9-2 0,-1-14 0 0,1 14 0 16,-2-16 0-16,1 9-1 0,0-1 1 0,1 8-2 15,-1-14 1-15,2 7-1 0,-1 7 5 0,-4-12-3 16,4 12 1-16,0-12-2 0,0 12 1 0,-1-9 0 15,1 9 0-15,1-8 0 0,-1 8 0 0,0 0-3 16,0 0 3-16,-2-9-5 0,2 9 1 0,0 0 1 16,0 0-6-16,0 0 5 0,0 0 0 0,0 0 2 15,0 0-1-15,0 0-2 0,0 0 1 0,0 0 2 16,0 0-2-16,0 0-1 0,-3 34 2 0,1-23 3 16,0-1-1-16,0 2 0 0,-1 2 5 0,1 0-7 15,-1 0 2-15,0-2 0 0,1-1 2 0,1 1 0 16,-1-3 4-16,2 1 11 0,-2 2-8 0,-1-2 4 15,3-1 0-15,-1-1-2 0,1-8-1 0,0 14-2 16,-1-8 3-16,1-6-1 0,-2 12-1 0,2-12 0 16,-1 9-3-16,1-9 0 0,0 0 2 0,-1 7-2 15,1-7 0-15,0 0 3 0,0 0 1 0,-1 11 3 16,1-11 3-16,0 0 2 0,0 0 3 0,0 0-4 16,0 0 0-16,0 0 3 0,0 0-9 0,0 0 2 15,0 0 2-15,0 0-8 0,0 0 5 0,0 0-3 16,1-29 1-16,-1 29-1 0,0-14 2 0,0 5-4 15,0 0-4-15,0 0 3 0,1-1 0 0,-1 1-2 16,0-2-3-16,1-1 4 0,1 2-5 0,-2-1 3 16,1 0 1-16,-1 0-3 0,1 0 6 0,3 0-7 15,-4 2 2-15,1-2 0 0,1 2-2 16,-1-1 1-16,0 3 3 0,0 0-2 0,-1 7-1 0,2-13 1 16,-1 7-1-16,-1 6 0 0,1-8-2 0,-1 8 0 15,0 0-2-15,0 0 0 0,2-11-1 0,-2 11 0 16,0 0 1-16,0 0 0 0,0 0 3 0,0 0-7 15,0 0 3-15,0 0 2 0,1 27 1 0,-1-19-2 16,-1 5 1-16,1-2 1 0,-2 1-3 0,1 0 4 16,0 5 0-16,-2-2 0 0,1-3 0 0,2 4 1 15,-3-1-2-15,-1-2 3 0,3-1 1 0,0 2 6 16,1-4 2-16,-3 0-2 0,3-1 1 0,-1 3-1 16,1-5-1-16,0-7 7 0,0 11-7 0,-1-3 0 15,1-8-4-15,-3 10 1 0,3-10-3 0,0 10 2 16,0-10 5-16,0 0-8 0,0 8 3 0,0-8-1 15,0 0 2-15,0 0 0 0,0 8 1 0,0-8-3 16,0 0 4-16,0 0 1 0,0 0 0 0,0 0 3 16,0 0-1-16,0 0-1 0,0 0-3 0,0 0 9 15,0 0-11-15,0 0-1 0,0 0 5 0,3-31-4 16,-2 22 2-16,-1 1-2 0,0-1 1 0,1-2-1 16,0-1 2-16,1 3-3 0,-1-2 1 0,-1-1-1 15,1 3 0-15,-1-2 1 0,3 1-1 0,-2 1 1 16,-1 1-5-16,1 2 4 0,-1 6 1 0,2-15-3 15,-2 9 3-15,0 6-2 0,1-12 1 16,-1 12-2-16,0-10 0 0,0 10 0 0,0 0 0 0,-1-9-3 16,1 9 3-16,0 0-1 0,0 0-2 0,0 0-6 15,1-9 4-15,-1 9-3 0,0 0 2 0,0 0-1 16,0 0 1-16,0 0-2 0,0 0 4 0,0 0 1 16,0 33-1-16,0-23 1 0,0 1 0 0,0 0 1 15,0 1 1-15,0-2-1 0,-1 0 0 0,1-2 1 16,-2 4-1-16,1-3 8 0,0-2-9 0,1-7-1 15,0 13 3-15,-3-7 2 0,3-6-1 16,0 12-2-16,0-12 2 0,0 7-2 0,0-7 1 16,-2 6 1-16,2-6 2 0,0 0-2 0,0 0 2 0,0 0 9 15,0 0-13-15,0 9 3 0,0-9 4 0,0 0-3 16,0 0 0-16,0 0 5 0,0 0-4 0,0 0 0 16,0 0 3-16,0 0 1 0,0 0-4 0,0 0 3 15,0 0-4-15,0 0 0 0,0 0 0 0,0 0 2 16,0-31-3-16,0 24 0 0,1-2 2 15,-1 9-1-15,0-17 0 0,0 8-1 0,1 0 2 0,-1-1-1 16,3 2-3-16,-3 8 0 0,1-11 3 0,-1 11-2 16,1-10 0-16,-1 10-1 0,0-9 0 0,0 9-2 15,0 0 1-15,2-6-1 0,-2 6-3 0,0 0 3 16,0 0-5-16,0 0-8 0,0 0-8 16,0 0-4-16,0 0-3 0,0 0-3 0,0 0-10 15,0 0-18-15,0 0-9 0,0 0-28 0,0 0-12 0,0 0-23 16,-8 24-20-16,5-17-33 0,1 2-147 0,-5-2-363 15,4 1 161-15</inkml:trace>
  <inkml:trace contextRef="#ctx0" brushRef="#br0" timeOffset="204773.95">7944 15008 19 0,'0'0'45'16,"0"0"-3"-16,0 0-4 0,0 0-1 0,0 0-3 15,-12-9 0-15,12 9-6 0,0 0-2 0,0 0-5 16,0 0 8-16,0 0-2 0,0 0-10 0,0 0 2 16,0 0-5-16,0 0 12 0,0 0-14 0,0 0-2 15,0 0-4-15,0 0 2 0,0 0 2 0,0 0-1 16,0 0 0-16,0 0 0 0,0 0-8 0,0 0 1 16,0 0 5-16,0 0-6 0,0 0 2 0,0 0-2 15,0 0-5-15,0 0 1 0,0 0 0 0,0 0 0 16,0 0 1-16,0 0-1 0,0 0 5 0,0 0-9 15,0 0 1-15,0 0-5 0,0 0-4 0,0 0 10 16,0 0 1-16,0 0-6 0,0 0 4 0,0 0 6 16,0 0-12-16,0 0-1 0,0 0-2 0,0 0-11 15,0 0-3-15,0 0-3 0,-6 17-25 0,6-17-60 16,0 0 26-16</inkml:trace>
  <inkml:trace contextRef="#ctx0" brushRef="#br0" timeOffset="-209516.81">12050 16647 91 0,'-4'-7'146'0,"4"7"-9"0,0 0-8 15,0-7-14-15,0 7-2 0,0 0-13 16,0 0-2-16,0 0-17 0,0 0-5 0,0 0-5 15,0 0-10-15,0 0-4 0,0 0-2 0,27 14-11 0,-23-5-2 16,3-1-2-16,5 5 1 0,-1 3-7 0,0 0-6 16,0 0-4-16,0 6 0 0,-1-4 4 0,1 5-17 15,-1 2 17-15,-3-7-7 0,5 5-9 0,-5-4 9 16,1-2-1-16,2 2 0 0,-1-2-4 16,0 0 3-16,-3-3-6 0,2 0 0 0,-2-2 1 15,-2-5 1-15,0 0-4 0,1-2 3 0,-3-2 3 16,-2-3 8-16,4 8 9 0,-4-8 10 0,3 6 7 15,-3-6-5-15,0 0-4 0,0 0-4 0,14-14-2 16,-8 7-2-16,-1-4-4 0,4-3 0 0,0-3-8 16,-2 0 2-16,4-4-4 0,-2-4 0 0,-3 2 1 15,1 4-1-15,-2-5-3 0,4-2-5 0,-3 2-6 16,-1 5 5-16,3-6-3 0,2-2 1 0,-5 4-4 16,1-2-2-16,-1 7 2 0,-1 1-1 0,-2 5 1 15,3 0-1-15,-2 3-6 0,-1 2-22 0,-2 7-32 16,4-12-25-16,-4 12-10 0,0 0-3 0,0 0-10 15,0 0-27-15,0 0-23 0,0 0-13 0,0 42-104 16,-5-25-293-16,1 0 130 0</inkml:trace>
  <inkml:trace contextRef="#ctx0" brushRef="#br0" timeOffset="-209026.23">12636 16851 70 0,'0'0'149'0,"0"0"-7"0,0 0-6 15,-10-12-9-15,10 12-3 0,0 0-11 0,-19-1-6 16,19 1-8-16,-13 7-3 0,5 0-8 0,0-1-3 0,1 4 0 16,1 1-10-16,-3 2-6 0,5-2-10 15,-4 4-5-15,2 0-4 0,3-3-10 0,0 0 0 16,0 0-7-16,3 0 1 0,0-1-3 0,0 2-2 15,2-3-6-15,-1 0-1 0,1 0-3 0,4-2 1 16,-4 0-4-16,2-4-1 0,2 2 1 0,-6-6-1 16,13 9 2-16,-9-6-4 0,-4-3-3 0,11 4-2 15,-11-4 8-15,14 2-8 0,-14-2 0 0,13 0-4 16,-13 0 1-16,14-3 4 0,-14 3-4 0,7-5 2 16,-7 5 0-16,8-10 0 0,-3 6-1 0,-5 4-1 15,9-16 4-15,-2 10-8 0,-5 0 2 0,5-2-5 16,-7 8 6-16,6-14-6 0,-1 9 4 0,-5 5-1 15,7-10-6-15,-7 10 5 0,9-9-3 0,-3 5 3 16,-6 4 0-16,10-9-3 0,-10 9 0 0,11-6 0 16,-11 6-2-16,11 1 1 0,-11-1 1 0,0 0 0 15,14 10 2-15,-10-4-3 0,0-1 2 0,-2 2-6 16,3 2 3-16,-1 2 4 0,-1 0-2 0,0-1 5 16,-3 3-5-16,0-2 3 0,0 1-2 0,2 4 5 15,-4-6-7-15,2 3 5 0,0-2-15 0,0 0-32 16,0-11-26-16,2 20-34 0,-2-14-18 0,0 3-38 15,2-2-114-15,-2-7-297 0,0 0 133 0</inkml:trace>
  <inkml:trace contextRef="#ctx0" brushRef="#br0" timeOffset="-208670.09">12985 16929 66 0,'0'0'173'0,"0"0"-9"0,-2-11-10 0,2 11-8 16,0 0-8-16,0 0-3 0,-12-3-6 0,12 3-9 16,0 0-11-16,0 0-12 0,-19 15-3 0,19-15-15 15,-8 15-6-15,6-9-9 0,-2 4-1 0,1-4-8 16,3 3-8-16,-2-1-6 0,4 2-4 0,-2-10 0 16,5 14 3-16,1-5-9 0,0 0-4 0,2-1 0 0,1-1-6 15,0 0-1-15,3 0-3 0,-2-1-2 16,-1 0 0-16,3 0-2 0,-3 0-1 0,-1-1 4 15,2 0-10-15,-5 0 0 0,-1-1 4 0,2 0-4 16,-6-4 2-16,5 7 2 0,-1-1-3 0,-4-6 6 16,0 0 2-16,-9 12-1 0,3-7 5 0,-1 0-1 15,-4-1-2-15,2 0-10 0,-2 2 9 0,-1-3-3 16,1 3 2-16,0-3-7 0,0 4 2 0,2-7-9 16,0 3-12-16,9-3-15 0,-12 2-19 0,12-2-21 15,-11 4-35-15,11-4-26 0,0 0-42 0,-8-2-153 16,8 2-349-16,0 0 154 0</inkml:trace>
  <inkml:trace contextRef="#ctx0" brushRef="#br0" timeOffset="-208462.55">13398 16834 142 0,'7'-7'155'0,"-7"7"-7"0,0 0-6 0,0 0-12 15,11-6-20-15,-11 6 2 0,0 0-13 0,0 0-11 16,0 0-9-16,22 3-6 0,-22-3-20 0,0 0-19 16,19 6-33-16,-19-6-22 0,10 8-38 0,-10-8-14 15,5 6-23-15,-5-6-13 0,0 0-59 16,3 16-182-16,-3-16 80 0</inkml:trace>
  <inkml:trace contextRef="#ctx0" brushRef="#br0" timeOffset="-208305.13">13387 16945 128 0,'0'0'142'0,"-7"9"-7"0,7-9-5 0,0 0 7 15,0 0-4-15,0 0-3 0,0 0-12 0,0 0-11 16,0 0-8-16,0 0-10 0,0 0-4 0,27 9-26 16,-27-9-13-16,27 0-27 0,-9 1-29 0,0-3-47 15,2-2-42-15,9 0-134 0,-8 4-250 0,8-2 111 16</inkml:trace>
  <inkml:trace contextRef="#ctx0" brushRef="#br0" timeOffset="-207837.28">14102 16695 123 0,'-3'-11'174'16,"3"11"-18"-16,0 0-22 0,0 0-6 0,0 0 3 15,0 0-4-15,0 0-7 0,0 0-3 0,0 0-9 16,0 0-9-16,25 23 1 0,-16-8-2 0,-3 3-5 16,1-4-10-16,3 3-2 0,-4 0-1 0,3 1-15 15,0 6 4-15,-2-6-9 0,0-3 2 0,-1 1-6 16,0-1-4-16,-1-3-6 0,0 1 6 0,1-3-6 15,-3 1 2-15,1-3-9 0,-2 0 0 0,-2-8-4 16,4 13-4-16,-4-13 0 0,5 10-6 0,-5-10 1 16,2 7-4-16,-2-7 1 0,0 0 2 0,0 0 6 15,4 9 8-15,-4-9-8 0,0 0 0 0,0 0-3 16,0 0-5-16,17-22-4 0,-10 14 2 0,0-1-4 16,1-6-1-16,1 1 1 0,0-1 0 0,1-2-3 15,-1-7-3-15,-1 7 1 0,2-5-2 0,0 5-2 16,-3-3-9-16,1 4 7 0,0 0 2 15,-3 1-5-15,3 3 4 0,-4 1-3 0,-1-2 1 16,1 3-1-16,0 5-2 0,-4 5-5 0,4-13-17 16,-4 13-18-16,0 0-28 0,6-11-13 0,-6 11-6 0,0 0-22 15,0 0-17-15,0 0-29 0,0 0-23 16,0 0-29-16,0 0-151 0,0 43-385 0,0-32 171 16</inkml:trace>
  <inkml:trace contextRef="#ctx0" brushRef="#br0" timeOffset="-207552.9">14522 16862 96 0,'0'0'154'0,"0"0"-3"0,12 6 9 0,-12-6-12 16,0 0-4-16,3 11 8 0,-3-11-11 0,-3 11-4 15,3-11-1-15,-1 19 2 0,-2-8-5 0,-1 0-7 16,2 1-8-16,-5 4-8 0,4-4-8 0,-1 0-4 15,2 0-5-15,0 0-6 0,-1 2-11 0,1-2-5 16,0-2-4-16,0 0-5 0,1 0-12 0,2 1-2 16,-1-11-5-16,-3 17-4 0,3-9-2 0,-1 1-13 15,0-2 6-15,2 0-5 0,-1-7-3 16,-1 15-25-16,-2-8-15 0,3-7-21 0,0 0-21 16,3 16-23-16,-3-16-22 0,1 8-23 0,-1-8-22 15,0 0-22-15,0 0-14 0,0 0-160 0,0 0-374 16,0 0 165-16</inkml:trace>
  <inkml:trace contextRef="#ctx0" brushRef="#br0" timeOffset="-207285.52">14568 16837 133 0,'0'0'179'0,"2"-13"-11"15,-2 13-11-15,0 0-10 0,3-16-11 0,-1 11-13 16,-2 5-12-16,0 0-4 0,11-10-13 0,-11 10-7 15,12-5-4-15,-4 3-4 0,-8 2-2 0,17 0-9 16,-17 0-4-16,15 3-9 0,-7-1-7 0,-8-2-3 16,12 6-9-16,-12-6 0 0,6 8-11 0,-6-8 5 15,0 0 0-15,1 14 0 0,-1-14-8 0,-9 12 5 16,1-4-3-16,-4 0-7 0,-3-1 3 16,2-1-4-16,-1 4-3 0,1-7 3 0,2 3-6 0,0 1-16 15,0-1-17-15,2 1-29 0,9-7-23 0,-15 10-40 16,15-10-42-16,-12 7-158 0,12-7-340 15,-9 6 151-15</inkml:trace>
  <inkml:trace contextRef="#ctx0" brushRef="#br0" timeOffset="-206986.7">14871 16616 19 0,'3'-10'201'0,"-3"10"-13"16,4-8-19-16,-4 8-14 0,0 0-15 0,0 0-8 15,0 0 4-15,0 0 2 0,0 0-6 0,0 0-4 16,7 30-8-16,-7-13-4 0,2 1 4 0,-4 5-18 16,2 4-1-16,-1 0-4 0,-4-2-6 0,6 1-9 15,-1-1-7-15,-1 0-11 0,0 0-4 0,-3-6-7 16,4 5-3-16,-2-6-2 0,1-1-7 0,1 1 1 15,-1 0-10-15,-2-3-25 0,2-3-13 0,0 0-12 16,-1 0-23-16,0 0-27 0,-2 0-21 16,1-2-42-16,-2-1-30 0,3 0-50 0,-3-1-142 0,-1-1-381 15,6-7 168-15</inkml:trace>
  <inkml:trace contextRef="#ctx0" brushRef="#br0" timeOffset="-206455.35">14027 16594 113 0,'0'0'155'0,"3"-11"2"15,-3 11-13-15,0 0-3 0,2-12-5 0,-2 12-5 16,0 0-8-16,0 0-7 0,2-8-11 0,-2 8-10 16,0 0-20-16,0 0-1 0,0 0-4 0,0 0-5 15,0 0 11-15,0 0 7 0,13 27-5 0,-9-16-6 16,-1 9-1-16,-1 6 4 0,3 0 0 0,-2 1-6 15,-2 3-4-15,0 2 1 0,-2-1-5 0,1 0-6 16,-1-1-9-16,-2 2 1 0,0-3-6 16,1-3-4-16,2 3-2 0,-2-4-7 0,0 2 3 0,1-2-7 15,0-6-21-15,-4 2-10 0,1 3-25 0,1-8-43 16,-1 4-49-16,0-5-66 0,-1 0-212 0,-4 0-435 16,6-1 192-16</inkml:trace>
  <inkml:trace contextRef="#ctx0" brushRef="#br0" timeOffset="-205815.8">12236 17402 77 0,'-4'-3'155'0,"4"3"-9"0,0 0-13 0,27-1-9 15,-8 0-5-15,14 2-7 0,5-2-8 0,15 1-2 16,5-2-9-16,3 1 0 0,35-4-6 0,-4 5-5 16,11-2-3-16,0 1 1 0,5-1-5 0,9 2-2 0,4 0 0 15,5-1-2-15,2 2 0 0,4 1-4 16,4-1-3-16,3 1 1 0,-5 3 2 0,5-4-4 16,-2 1 5-16,3 6-1 0,2-8-5 0,-10 1 1 15,4 2-5-15,-12 0-6 0,1 1 0 0,-8-3-2 16,-7 2-3-16,-7-3 0 0,-9 0-5 0,-29 2 0 15,-1-4 3-15,-5-1 6 0,-3-1-14 0,-17 3 21 16,-7 0 6-16,-6-2 2 0,-7 3 5 0,-6-1 0 16,-1 0 4-16,-2 0-7 0,-10 1-1 0,12-4-11 15,-12 4-8-15,8-5-6 0,-8 5-33 0,0 0-2 16,0 0-30-16,-23-17-25 0,6 12-37 0,-13 1-44 16,-4-3-52-16,-3 2-70 0,-22-1-257 0,0-1-549 15,-5 0 243-15</inkml:trace>
  <inkml:trace contextRef="#ctx0" brushRef="#br0" timeOffset="-196016.25">16537 16758 64 0,'0'0'115'0,"0"0"-10"0,0 0 0 16,12 2-17-16,-12-2 4 0,0 0-9 0,0 0-5 15,0 0-6-15,0 0-8 0,0 0-5 0,0 0-3 16,0 0-9-16,0 0-14 0,0 0 5 0,0 0-4 16,0 0-12-16,0 0 3 0,0 0-5 0,-39 3 1 15,39-3-2-15,-13 4-2 0,13-4 4 0,-14 0-4 16,14 0 1-16,-12 3-10 0,12-3 0 0,0 0 0 16,-14 1 6-16,14-1-8 0,0 0 5 15,0 0 0-15,-3 6-1 0,3-6-10 0,0 0 10 16,0 0-3-16,42 7 12 0,-17-5-13 0,10 2 4 0,-5 0-1 15,6-4-4-15,1 2-2 0,18-2-1 0,-1 3 4 16,6-4 6-16,-2-1-12 0,0 2 8 0,2 0-10 16,7 0 0-16,-1-3-2 0,26 1 2 0,-30 2 2 15,3-2-2-15,0-1 9 0,28 1-5 16,-35-3 1-16,6 5-2 0,-4-2 6 0,0 2-4 16,2-4 2-16,-7 4 7 0,3-3 3 0,-4 3-2 15,-2 1 2-15,2 1 2 0,-14-2-8 0,13 0 7 0,-1 1 1 16,-1 1 7-16,-12-1-10 0,-5-2 7 15,5-1-2-15,0 4-3 0,-3-4 0 0,-3 2 0 16,2 0 4-16,-14 3-11 0,8-3 8 0,-11-1-5 16,-1 2-2-16,-6-1 10 0,1 0-1 0,-4-1 6 15,-8 1 1-15,10 1 9 0,-3-1 3 0,-7 0-10 16,0 0 4-16,9-4-7 0,-9 4 2 0,0 0-6 16,0 0-2-16,0 0 0 0,0 0-4 0,0 0-5 0,0 0 2 15,0 0-5-15,0 0-9 0,0 0-9 16,0 0-5-16,-25-11-25 0,25 11-12 0,0 0-16 15,-17 4-27-15,17-4-28 0,-15 1-19 0,15-1-130 16,-12-1-294-16,12 1 130 0</inkml:trace>
  <inkml:trace contextRef="#ctx0" brushRef="#br0" timeOffset="-195676.23">18377 16477 73 0,'0'0'154'0,"0"0"-8"0,0 0-21 0,0 0-2 0,0 0-11 16,0 0-9-16,0 0-5 0,8 21-13 0,2-7-1 15,5-2-8-15,2 1-14 0,4 1 0 0,5 3-4 16,1-1-9-16,-2-1-1 0,1-2-9 0,0 1 0 15,-1-1-8-15,-6-1-1 0,-2-1-5 0,-1 0-1 16,5 5 0-16,-3-6-7 0,-4 4 2 0,-1-2-11 16,-2 1 12-16,-1 2 5 0,-1-2-1 0,-5 4 5 15,-1-5 3-15,-3 8-3 0,-3 3-2 16,-7 2-1-16,-5 2-4 0,-2-1-4 0,-7 2 5 16,-16 8-7-16,-5-3-11 0,-2 3-25 0,-7 2-44 0,-22 5-45 15,22-11-59-15,-30 4-108 0,29-11-297 0,-1-6 133 16</inkml:trace>
  <inkml:trace contextRef="#ctx0" brushRef="#br0" timeOffset="-161666.57">8045 14966 6 0,'0'0'29'0,"0"0"-4"0,0 0 1 0,0 0-3 16,0 0-4-16,0 0 5 0,-4-11-4 15,4 11 1-15,0 0-6 0,0 0 0 0,0 0 2 0,0 0-4 16,0 0 5-16,-4-6-9 0,4 6-5 0,0 0 2 15,0 0 2-15,0 0 0 0,0 0 4 0,0 0-8 16,0 0-3-16,-7-5 4 0,7 5-5 0,0 0 7 16,0 0-2-16,0 0-5 0,0 0-3 0,0 0 3 15,0 0 0-15,0 0 0 0,0 0 2 16,0 0-6-16,0 0 1 0,0 0-2 0,0 0 5 0,0 0-9 16,0 0-1-16,0 0 1 0,0 0-6 0,0 0-5 15,0 0 2-15,0 0 1 0,0 0-6 0,-12 10 5 16,12-10-14-16,0 0-33 0,0 0 14 0</inkml:trace>
  <inkml:trace contextRef="#ctx0" brushRef="#br0" timeOffset="-160545.28">7947 14991 8 0,'0'0'28'0,"0"0"-4"16,0 0 6-16,0 0-7 0,0 0 4 0,0 0 12 16,0 0-7-16,0 0 6 0,0 0-7 0,0 0 13 15,0 0-17-15,0 0-1 0,0 0 3 0,0 0-4 16,0 0-4-16,0 0 1 0,0 0-4 0,0 0-6 16,0 0-1-16,0 0-5 0,0 0 2 0,0 0-8 15,0 0-9-15,0 0-13 0,0 0-18 0,0 0-37 16,0 0-82-16,8 18 36 0</inkml:trace>
  <inkml:trace contextRef="#ctx0" brushRef="#br0" timeOffset="-137066.85">6019 15108 6 0,'0'0'70'0,"0"0"-8"16,0 0-4-16,0 0-4 0,0 0-12 0,0 0 6 15,0 0-10-15,0 0 0 0,-17-5-8 0,17 5 0 16,0 0-8-16,0 0 2 0,0 0 2 0,0 0 8 16,0 0-8-16,0 0 5 0,0 0-4 0,0 0 0 15,0 0-5-15,0 0 1 0,0 0 3 0,0 0-4 16,0 0 1-16,0 0 7 0,0 0 1 0,0 0 1 15,0 0-5-15,0 0 1 0,0 0-3 0,0 0 6 16,0 0-2-16,0 0-6 0,0 0-2 0,0 0 3 16,0 0-8-16,0 0-6 0,0 0-5 0,0 0 10 15,0 0-23-15,0 0 17 0,0 0-3 0,0 0-15 16,0 0-14-16,0 0-9 0,0 0-1 0,0 0-21 16,0 0-18-16,0 0-22 0,0 0-47 0,0 0-153 15,24 0 67-15</inkml:trace>
  <inkml:trace contextRef="#ctx0" brushRef="#br0" timeOffset="-135008.96">7981 14994 29 0,'0'0'45'15,"0"0"2"-15,0 0 3 0,0 0-1 0,0 0-2 16,0 0-5-16,0 0-5 0,0 0 1 0,0 0-7 15,0 0 4-15,0 0-7 0,0 0 1 0,0 0 3 16,0 0-4-16,0 0-3 0,0 0-6 0,0 0 6 16,0 0-9-16,0 0 18 0,0 0-10 0,0 0 2 15,0 0-5-15,0 0-6 0,0 0 16 0,0 0-4 16,0 0-2-16,0 0-14 0,0 0 8 16,0 0-6-16,0 0 8 0,0 0-8 0,0 0 2 0,0 0-4 15,0 0 1-15,0 0-4 0,0 0-2 0,0 0 3 16,0 0 2-16,0 0-5 0,0 0-7 0,0 0-9 15,0 0-13-15,0 0-10 0,0 0-7 0,0 0-23 16,0 0-77-16,0 0-152 0,-18 14 67 0</inkml:trace>
  <inkml:trace contextRef="#ctx0" brushRef="#br0" timeOffset="-134547.3">6163 15034 16 0,'0'0'51'0,"0"0"-4"0,0 0-18 0,0 0-5 15,0 0-6-15,0 0-17 0,0 0-32 0,0 0-35 16,27 6 16-16</inkml:trace>
  <inkml:trace contextRef="#ctx0" brushRef="#br0" timeOffset="-132917.45">8025 15029 13 0,'0'0'54'0,"0"0"-6"0,0 0 8 16,0 0-6-16,0 0-4 0,0 0-2 0,0 0-3 15,0 0-6-15,0 0-5 0,0 0-3 0,0 0 5 16,0 0-4-16,0 0-2 0,0 0-3 0,0 0-5 16,0 0 4-16,0 0-7 0,0 0-7 0,0 0-1 15,0 0-3-15,0 0-15 0,0 0-2 0,0 0-19 16,0 0-64-16,0 0-103 0,0 0 47 0</inkml:trace>
  <inkml:trace contextRef="#ctx0" brushRef="#br0" timeOffset="-101166.91">6727 8133 1 0,'0'0'24'0,"0"0"-1"15,0 0-2-15,0 0-7 0,0 0-6 0,0 0-8 16,18 12-16-16,-13-9-16 0,-1 3 7 0</inkml:trace>
  <inkml:trace contextRef="#ctx0" brushRef="#br0" timeOffset="-100349.38">7218 13059 53 0,'0'0'64'0,"0"0"-16"0,0 0-8 16,0 0-11-16,0 0-12 0,0 0-11 0,-5 20-13 15,5-20-15-15,5 11-16 0,-5-3-42 0,6 1 19 16</inkml:trace>
  <inkml:trace contextRef="#ctx0" brushRef="#br0" timeOffset="-98291.34">7388 14179 12 0,'3'7'-2'0,"-3"5"-3"0,0-2 2 0</inkml:trace>
  <inkml:trace contextRef="#ctx0" brushRef="#br0" timeOffset="-87722.77">6501 10433 17 0,'0'0'34'0,"0"0"7"0,0 0-1 0,0 0-4 0,0 0-2 15,0 0-3-15,0 0-11 0,0 0 8 0,0 0-3 16,0 0 0-16,0 0-10 0,0 0 7 0,0 0 1 16,0 0-4-16,0 0-3 0,0 0 1 0,0 0-2 15,0 0-5-15,0 0 0 0,0 0-2 0,-4-6-2 16,4 6 4-16,0 0-4 0,0 0 1 0,0 0 4 16,0 0-6-16,0 0-2 0,0 0 1 15,0 0-2-15,0 0 3 0,0 0-1 0,0 0 7 0,0 0-11 16,0 0 9-16,0 0-7 0,0 0-3 0,0 0 5 15,0 0 6-15,0 0-3 0,0 0-5 0,0 0 5 16,0 0-11-16,0 0 4 0,0 0 5 0,0 0-4 16,0 0-1-16,0 0 3 0,0 0-4 0,0 0 3 15,0 0-2-15,0 0 2 0,0 0 2 0,0 0-3 16,0 0 0-16,0 0-2 0,0 0 2 0,0 0-2 16,0 0-1-16,0 0 3 0,0 0 0 0,0 0 0 15,0 0 0-15,0 0-11 0,0 0 10 0,0 0-1 0,0 0 0 16,0 0 3-16,0 0-5 0,0 0 4 15,0 0 1-15,0 0-5 0,0 0 1 0,0 0-4 16,0 0 0-16,0 0-6 0,0 0-7 0,0 0-2 16,0 0 0-16,0 0-13 0,0 0 0 0,0 0-8 15,0 0-26-15,0 0-73 0,0 0 33 0</inkml:trace>
  <inkml:trace contextRef="#ctx0" brushRef="#br0" timeOffset="11070.7">6623 8199 4 0,'0'0'20'0,"0"0"-7"0,0 0-10 15,9-2-2-15,-9 2-9 0,10 0-6 0,-10 0 2 16</inkml:trace>
  <inkml:trace contextRef="#ctx0" brushRef="#br0" timeOffset="12879.16">14534 12408 19 0,'0'0'92'16,"9"-1"-3"-16,-9 1-11 0,0 0 3 0,0 0 2 16,0 0-3-16,0 0-6 0,0 0 2 0,0 0-3 15,0 0-6-15,0 0-8 0,0 0 7 0,0 0 1 16,0 0 5-16,5 4-11 0,-5-4 0 0,0 0 5 16,0 0-2-16,0 0 2 0,0 0-14 0,0 0-6 15,0 0-4-15,0 0 2 0,0 0-6 0,0 0-7 16,0 0-1-16,0 0-6 0,0 0-8 0,0 0-15 15,0 0-15-15,0 0-21 0,0 0-13 0,-1-15-39 16,1 15-2-16,0 0-6 0,0 0-9 0,0 0-7 16,0 0-79-16,0 0-204 0,0 0 90 0</inkml:trace>
  <inkml:trace contextRef="#ctx0" brushRef="#br0" timeOffset="13673.96">15978 14224 104 0,'0'0'89'0,"0"0"5"0,0 0-10 16,0 0-9-16,0 0-3 0,0 0-6 0,0 0 0 16,0 0-12-16,0 0-1 0,0 0-13 15,0 0-10-15,0 0-18 0,0 0-12 0,0 0-18 16,0 0-15-16,0 0-10 0,-9 3-24 0,9-3-46 16,-13 2-123-16,6-1 54 0</inkml:trace>
  <inkml:trace contextRef="#ctx0" brushRef="#br0" timeOffset="38329.21">24363 10689 33 0,'3'-7'54'15,"-3"7"-9"-15,4-7 4 0,-4 7-11 0,2-6-1 16,-2 6-7-16,0 0-4 0,2-7-1 0,-2 7 0 0,0 0-2 16,0 0-11-16,1-8-1 0,-1 8-17 15,0 0 1-15,0 0-13 0,0 0-9 0,0 0-32 16,-11-5-64-16,4 4 29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6:44:34.5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22913 8992 7 0,'5'-9'29'0,"-3"4"-9"16,2 1-15-16,-4 4-16 0,6-9-11 0,-4 4 6 15</inkml:trace>
  <inkml:trace contextRef="#ctx0" brushRef="#br0" timeOffset="27373.27">8226 10339 39 0,'3'-7'58'0,"-3"7"-6"0,2-9-2 0,-2 9-5 15,3-9 3-15,-3 9-7 0,2-7-9 0,-2 7-3 16,0 0-6-16,3-7-8 0,-3 7-13 0,0 0 2 16,0 0 0-16,0 0-16 0,0 0-1 0,0 0 1 15,0 0-1-15,0 0-12 0,0 0-2 0,11 15-6 16,-7-10-19-16,-3 2-55 0,1 2 25 0</inkml:trace>
  <inkml:trace contextRef="#ctx0" brushRef="#br0" timeOffset="33091.21">22691 9268 22 0,'0'0'25'0,"0"0"-1"0,0 0-7 16,0 0-32-16,0 0-16 0,0 0 7 0</inkml:trace>
  <inkml:trace contextRef="#ctx0" brushRef="#br0" timeOffset="34545.99">22773 9549 80 0,'0'0'79'0,"0"0"-4"0,0 0-1 0,0 0-8 0,0 0-9 16,-5-5-13-16,5 5-13 0,0 0-8 0,0 0-6 15,0 0-16-15,0 0-11 0,0 0 2 0,0 0-6 16,0 0-13-16,0 0-3 0,0 0-8 0,0 0-32 16,0 0-77-16,-1 19 34 0</inkml:trace>
  <inkml:trace contextRef="#ctx0" brushRef="#br0" timeOffset="35102.4">25619 9399 12 0,'0'-8'56'0,"0"8"-6"0,0 0-9 0,0 0-6 16,0 0-16-16,0 0-7 0,0 0-18 0,0 0-31 15,0 0-40-15,-9-3 19 0</inkml:trace>
  <inkml:trace contextRef="#ctx0" brushRef="#br0" timeOffset="74605.6">16931 13789 3 0,'0'0'11'0,"0"0"0"16,0 0 1-16,0 0-1 0,0 0 0 0,0 0-3 15,0 0 0-15,0 0 4 0,0 0-2 0,0 0 0 16,0 0-3-16,0 0-6 0,0 0 5 0,0 0 0 15,0 0-6-15,13-2 5 0,-13 2-5 0,0 0 2 16,0 0 4-16,0 0-3 0,0 0 1 0,0 0-3 16,0 0-4-16,0 0 0 0,0 0 4 0,0 0-1 15,0 0 3-15,0 0-1 0,0 0-1 0,9 5-3 16,-9-5 9-16,0 0-9 0,0 0 4 16,0 0-2-16,0 0-3 0,0 0 2 0,0 0-6 0,0 0 2 15,0 0-18-15,0 0-26 0,0 0 12 0</inkml:trace>
  <inkml:trace contextRef="#ctx0" brushRef="#br0" timeOffset="76110.63">22815 9407 36 0,'0'0'93'0,"0"0"-6"16,-2-11 2-16,2 11-12 0,0 0-4 0,0 0-2 15,0 0-13-15,0 0-6 0,0 0 0 0,0 0-6 16,-2-8-1-16,2 8-3 0,0 0-16 0,0 0-15 16,0 0 12-16,0 0-6 0,0 0-23 0,0 0-23 15,0 0-9-15,0 0-17 0,0 0-74 0,0 0-139 16,0 0 62-16</inkml:trace>
  <inkml:trace contextRef="#ctx0" brushRef="#br0" timeOffset="76617.72">25799 9450 40 0,'0'0'55'0,"0"0"-10"15,0 0-15-15,0 0-16 0,0 0-15 0,-7-4-30 16,7 4-33-16,-9 0 15 0</inkml:trace>
  <inkml:trace contextRef="#ctx0" brushRef="#br0" timeOffset="78223.17">24447 8171 16 0,'-11'-4'16'15,"1"-2"1"-15,-1 2 6 0,1-1-6 0,0 1 7 16,1-1-9-16,0 0 3 0,-1 2 2 0,1-3-2 15,1 0 1-15,-2 0 6 0,4 2-5 0,-2-3 0 16,-1 2-1-16,0-1 4 0,1 1-2 0,-1 0-5 16,-1-1 3-16,1 0 9 0,0 0-3 0,-2 0 6 15,2-1-12-15,-1 0 11 0,2 1-6 0,-3-2 2 16,2 2-10-16,1-1 10 0,-1 1-5 0,2-2 21 16,0 2-7-16,1-2-6 0,-1 2-5 0,0 0-6 15,0-1 5-15,2 2-7 0,-1-3 8 0,-2 2-3 16,3-2-2-16,0 0-7 0,0-1 4 0,1 4-4 15,0-1-2-15,1-1 2 0,3 7 4 0,-5-14 0 16,3 9 3-16,2 5-13 0,-4-13 8 0,1 8-7 16,3 5 3-16,-1-11 1 0,1 11-12 0,-3-9 8 15,3 9-3-15,-2-8 3 0,2 8-15 0,0 0-1 16,0 0-7-16,-3-9-9 0,3 9-12 0,0 0-11 16,0 0-15-16,0 0-4 0,0 0-61 0,0 0-139 15,0 0 61-15</inkml:trace>
  <inkml:trace contextRef="#ctx0" brushRef="#br0" timeOffset="78720.11">24454 7935 62 0,'-9'-16'70'0,"-4"3"-4"0,3 0-3 16,0-2-5-16,-1 1 0 0,-2 1-10 0,2-2-5 16,-3 1-3-16,1-2 2 0,-1 3-12 0,-1-1 9 15,0-1-12-15,0 0 3 0,-4-5-1 0,5 7-10 16,-7-6 3-16,5 6 3 0,-2-7-4 0,-2 2-6 15,-1 3 3-15,5 2 1 0,-1-2 3 0,4 2-15 16,-3 0 10-16,0-1-7 0,1 2 0 0,0 2-1 16,1 0 0-16,4 1 0 0,1 2-9 0,1-1 9 15,-1 2-1-15,0 1-4 0,3 2-2 0,0-1-8 0,6 4-14 16,-11-6-8-16,6 5-8 0,5 1-9 16,0 0-6-16,-16 6-17 0,13 1-50 0,-2-2-127 15,2 1 55-15</inkml:trace>
  <inkml:trace contextRef="#ctx0" brushRef="#br0" timeOffset="79375.95">23709 7955 30 0,'-3'-7'49'0,"3"7"1"16,-2-7 1-16,2 7-6 0,0 0 2 0,-4-9-8 15,4 9-7-15,-3-8 2 0,3 8-3 0,0 0 4 16,0-12 3-16,0 12-4 0,0-9 0 0,0 9-7 15,4-10 4-15,-1 3-10 0,-1 1 1 0,2-3-1 16,0-1-5-16,2 0 1 0,1-1 9 0,-1-1-7 16,4 0-1-16,-1-4 2 0,1 2-5 0,1-3-8 15,2 1 4-15,3-5-3 0,-2 7 0 0,4-7 0 16,1 2-1-16,0 4 0 0,0-3-4 0,1 2 3 0,0-2 1 16,-5 4-3-16,1 2-4 0,2 0 3 15,-3 0 1-15,2 1-4 0,-2-1 4 0,0 1-2 16,1 0-1-16,-5 4 5 0,2-5-3 0,-3 6 2 15,0 0 3-15,-1-1-6 0,0 1 4 0,0 1-4 16,0-1 5-16,-2-1 0 0,-1 3 6 0,-1 0 10 0,1 0-20 16,-6 4 13-16,8-7-4 0,-4 5 6 15,-4 2 1-15,5-8-3 0,-5 8 1 0,3-3-12 16,-3 3 5-16,0 0-2 0,4-7 7 0,-4 7-2 16,0 0-11-16,0 0 4 0,0 0-3 0,2-6-9 0,-2 6-26 15,0 0 0-15,0 0-2 0,0 0-12 0,0 0-14 16,0 0-17-16,0 0-65 0,-15 16-153 15,10-10 67-15</inkml:trace>
  <inkml:trace contextRef="#ctx0" brushRef="#br0" timeOffset="98141.24">511 1338 98 0,'0'0'79'0,"0"0"-4"0,0 0-6 16,0 0-5-16,0 0-3 0,0 0-1 0,0 0 1 15,-35-18-3-15,35 18 5 0,0 0-9 0,0 0-3 16,0 0 0-16,0 0 0 0,0 0-3 0,0 0-17 16,0 0 2-16,0 0-10 0,-33-9 0 15,33 9 5-15,0 0-4 0,0 0-4 0,0 0-8 0,0 0 14 16,0 0-7-16,0 0 9 0,0 0-7 0,-40 0 1 15,40 0 0-15,0 0 4 0,0 0-10 0,0 0-6 16,0 0 1-16,0 0-4 0,0 0 5 0,0 0-9 16,0 0 8-16,0 0-3 0,0 0 3 15,0 0-13-15,0 0 3 0,0 0-7 0,0 0 4 16,0 0 7-16,0 0-11 0,0 0 6 0,0 0 2 16,0 0-2-16,0 0-9 0,0 0 10 0,103-34-1 15,-76 24 2-15,2 2-11 0,-2-2 4 0,-27 10 8 16,54-17 3-16,-25 9-11 0,-4-2 6 0,1 4 1 15,-7 1 1-15,1-1-4 0,-2 0-4 0,2-1-1 16,-1 4 6-16,-4-3-19 0,3 1 19 0,-5 2-1 16,-2 1 1-16,-1 1-6 0,1-1 5 0,-11 2-1 15,11-6 0-15,-11 6 5 0,0 0-6 16,12-3 3-16,-12 3-3 0,0 0 2 0,0 0 1 16,10-1-1-16,-10 1 12 0,0 0-8 0,0 0 6 15,0 0-6-15,0 0 13 0,0 0-3 0,0 0-6 16,0 0-3-16,0 0-2 0,0 0 1 0,0 0 1 15,0 0-5-15,0 0 5 0,0 0-15 0,0 0 16 16,0 0-4-16,4 12 2 0,-4-12 2 0,0 0-1 16,0 0-2-16,-11 19 5 0,8-11-6 0,-4-1 1 15,7-7-1-15,-10 23-1 0,6-12 1 0,-2-1-3 16,-1 1 5-16,0 4 1 0,-3 0 1 16,10-15 2-16,-21 30-4 0,21-30 0 0,-18 27 7 15,18-27-6-15,-17 25-3 0,17-25 9 0,-13 22-9 16,13-22 5-16,0 0-29 0,-11 32-13 0,11-32-45 15,0 0-31-15,-11 23-93 0,11-23-221 0,0 0 98 16</inkml:trace>
  <inkml:trace contextRef="#ctx0" brushRef="#br0" timeOffset="98407.74">830 1081 121 0,'0'0'169'0,"-48"-29"1"0,48 29-7 16,-36-15-6-16,18 6-11 0,18 9-5 0,-33-13-13 16,33 13-14-16,-37-13-16 0,37 13-7 0,-22-10-7 15,22 10-9-15,0 0-6 0,-29-13-10 0,29 13-3 16,0 0-11-16,0 0-18 0,0 0-26 0,0 0-18 15,-27-11-24-15,27 11-35 0,0 0-21 0,0 0-21 16,0 0-15-16,0 0-106 0,0 0-259 16,0 0 115-16</inkml:trace>
  <inkml:trace contextRef="#ctx0" brushRef="#br0" timeOffset="100193.68">4588 1407 12 0,'0'0'129'0,"0"0"-13"0,0 0 0 15,-11-4-14-15,11 4-17 0,0 0-1 0,0 0-13 16,0 0-7-16,-18 0-9 0,18 0 0 0,0 0-10 16,-11 4 5-16,11-4-7 0,-10 5-1 0,10-5-4 15,-11 8-3-15,11-8-3 0,-10 8-4 16,4-3 5-16,6-5-8 0,-9 9-2 0,5-3-2 0,4-6 3 16,-6 12 3-16,6-12-17 0,-4 11 13 0,4-11-6 15,-3 10-6-15,3-10 14 0,0 13-16 0,0-13-4 16,3 13 2-16,-3-13 1 0,6 10 0 0,-2-3-4 15,3-1 1-15,-1 0 0 0,3 0 2 16,0-2-2-16,1 1 2 0,0 0 0 0,0 0-2 16,1-1 6-16,-1-1-7 0,1 2-4 0,0-1 2 15,-3-3 3-15,1 4-3 0,1-1-6 0,-2 1 9 16,1 0-2-16,-2 0-6 0,-1 2 6 0,2-3 5 16,-8-4-5-16,7 10 4 0,-3-4-2 0,-4-6-4 15,3 11 8-15,-3-11-3 0,0 11 6 0,0-11 3 16,-5 13 7-16,1-6 9 0,-4 0-1 0,2 2-2 15,-3 1 6-15,1-5-4 0,-2 3-4 16,-2-1 1-16,2-3-3 0,0 4-3 0,-1-2-2 0,0-2-4 16,2 2-4-16,0-3-12 0,9-3-22 0,-15 7-22 15,8-7-30-15,7 0-24 0,-12 4-35 0,7-4-126 16,5 0-282-16,0 0 126 0</inkml:trace>
  <inkml:trace contextRef="#ctx0" brushRef="#br0" timeOffset="104898.56">3648 2239 75 0,'-5'-9'172'16,"5"9"-8"-16,0 0-1 0,-8-10-11 0,6 7-8 15,2 3-18-15,0 0-11 0,0 0-20 0,-5-4-6 16,5 4-16-16,0 0-16 0,0 0 4 0,0 0-10 16,0 0-5-16,11 33 1 0,-4-14-3 0,3 5-4 15,-4 1-2-15,3 2 0 0,1 2-3 16,-2-3-6-16,2-1 0 0,1 3-6 0,-1-6 0 16,-3-5-4-16,1-1 1 0,1 0-6 0,-4-6 4 15,0 0 27-15,0-1-4 0,-1-1-4 0,0-3-6 16,-1-1 2-16,-3-4 4 0,6 7 16 0,-6-7 17 15,0 0 3-15,5 2 0 0,-5-2-10 0,0 0-6 16,9-19-4-16,-5 6-6 0,1-3-1 0,-2-1 1 16,3-1-9-16,0-8-5 0,-2 6 0 0,1-9-7 15,-1-1-10-15,4-4 9 0,-3 5-4 0,0 0 0 16,-1 0-5-16,1 0-1 0,-1 2-2 0,-2 2-4 16,2 1 2-16,-1 7 0 0,0 2-5 0,0 5 3 15,-2-1-5-15,1 1-9 0,-1 4-19 0,-1 6-23 16,1-11-29-16,-1 11-42 0,0 0-22 0,5-8-18 15,-5 8-17-15,0 0-11 0,0 0-25 0,0 0-119 16,9 34-356-16,-6-17 159 0</inkml:trace>
  <inkml:trace contextRef="#ctx0" brushRef="#br0" timeOffset="105214.61">4025 2387 89 0,'0'0'140'0,"0"0"-6"0,1 10 0 16,-1-10-10-16,0 0-13 0,3 8-4 0,-3-8-14 16,0 0 0-16,0 0-5 0,8 6-13 15,-8-6 6-15,0 0-7 0,18 4 7 0,-8-2-2 16,-10-2 1-16,20-2-9 0,-8 0-2 0,1-1-4 16,-2-1-6-16,1-2-3 0,-1 2 0 0,-2-1 3 15,-1-3 1-15,-1 2-3 0,-7 6-5 0,12-11-3 16,-6 4-2-16,-1-1-4 0,-3-2-7 0,0 0-4 15,0-1-4-15,-2 11-1 0,-3-19-7 0,-2 10 2 16,-2-2-6-16,0 4 2 0,-2-1-7 0,-1 4-3 16,-2-1-1-16,-3 1 3 0,2 2-7 0,-1 0-2 15,14 2-18-15,-26 6-13 0,16-4-11 0,-1 3-9 16,-2 6-12-16,0-1-26 0,-1 1-38 0,4 2-41 16,3-3-164-16,2 7-358 0,3-6 158 0</inkml:trace>
  <inkml:trace contextRef="#ctx0" brushRef="#br0" timeOffset="105454.42">4328 2074 231 0,'0'0'230'0,"-4"-12"1"0,4 12-11 15,-3-9-20-15,3 9-17 0,-3-5-25 0,3 5-23 16,0 0-15-16,0 0-17 0,0 0 0 0,0 0-9 15,3 26-1-15,-2-6-9 0,5 5-11 0,-3 2-2 16,-1 0-7-16,2 2-8 0,0-3-1 0,-2 1-7 16,2-4-3-16,1 3-18 0,-1-7-13 0,4 4-18 15,-4-7-23-15,-2 1-27 0,2 1-32 0,1-4-42 16,-1 2-46-16,0-4-188 0,0 1-390 0,-2-3 173 16</inkml:trace>
  <inkml:trace contextRef="#ctx0" brushRef="#br0" timeOffset="105677.12">4502 2097 216 0,'-1'-6'222'0,"-2"-1"-3"16,3 7-17-16,-4-10-27 0,4 10-15 0,-2-4-20 16,2 4-13-16,0 0 3 0,0 0 2 0,-3 21-6 15,2-4-13-15,-1 2-6 0,4 7-11 0,-2 2-5 16,-3 4-7-16,3-3-9 0,0-3-9 0,1 1-5 15,1-6-4-15,0-2-6 0,1 6-7 0,0-6-10 16,0-1-28-16,1-2-35 0,0 1-30 0,0-6-39 16,1 4-35-16,-3-3-71 0,0-2-165 15,-2-10-399-15,0 16 176 0</inkml:trace>
  <inkml:trace contextRef="#ctx0" brushRef="#br0" timeOffset="106727.64">4384 2323 135 0,'8'-9'144'0,"-8"9"-3"0,13-14-4 0,-3 6-8 15,7-1-9-15,-2 2-5 0,3-3-14 0,1 3-4 16,-1-3-13-16,1 3-9 0,0-1-5 0,0 1-11 16,2-1-3-16,-2 3-7 0,0-3-6 0,-3 3-2 15,-4 0-6-15,0 1 0 0,-1 1-4 0,0 1-5 16,-11 2 0-16,12-3-12 0,-12 3 2 0,10-2 4 15,-10 2-6-15,0 0 3 0,0 0 6 0,0 0-4 16,12-1 6-16,-12 1 9 0,0 0 5 0,0 0-3 16,0 0 7-16,-12 28-3 0,6-18-4 0,0 4-2 15,-3-1 2-15,2 1-4 0,0 2 0 0,0-5-5 16,4-1-6-16,-1 0-3 0,0 0-1 0,3-1 2 16,1-9-4-16,1 15-1 0,-1-15-8 0,6 11 8 15,-1-7 1-15,-5-4-5 0,14 6 0 0,-2-6 0 16,3 0 3-16,-2 0-2 0,5-6-4 0,-1 1 1 15,-1-1 0-15,0-2-4 0,-1-1 2 16,-1-2 3-16,0 3-2 0,0-3-1 0,-4 0-4 0,-2 2 9 16,0 0-7-16,-3-3 4 0,0 1-4 15,-3 0 2-15,1-1-7 0,-2 2 3 0,-1 10 12 16,0-15-2-16,0 15 1 0,-1-13 3 0,1 13-2 0,0 0-1 16,-3-12-2-16,3 12-5 0,0 0-2 15,0 0-2-15,0 0 0 0,0 0 0 0,-20 16-1 16,14-3 2-16,-1 0-5 0,2 4 4 0,0-7-4 15,5 7 1-15,0-5-2 0,0-2 4 0,1 1 3 16,2-1-2-16,2 0 3 0,1-3-3 0,2-2 1 16,0 0 5-16,-8-5-6 0,24 1 4 0,-2-2-3 15,-1-2 4-15,7-4 0 0,-6 2-2 0,4-8 0 16,-3 3 3-16,-5-3-3 0,-3 4-1 0,2-4-1 16,-2 2 6-16,0-2-2 0,-4 1-7 0,0-3 6 15,-2 2-6-15,-1 0 5 0,-3 0-1 0,1 3 0 16,-2-2 0-16,0 2 1 0,-4-1 2 0,2 2 9 15,-2 0-7-15,0 1 9 0,0 8-1 0,-1-10 2 16,1 10-5-16,-3-12-1 0,3 12-5 0,-6-4 1 16,6 4-2-16,0 0 0 0,-13 0-4 0,13 0-2 15,0 0 2-15,-20 12-5 0,15-7 3 0,5-5-1 16,-10 12-3-16,6-7 1 0,4-5 2 0,-7 12-1 16,2-5-1-16,3 1-1 0,2-8 2 0,-2 12 1 15,2-12 0-15,3 17-3 0,1-7 2 0,-2-1-9 16,3-1 11-16,-1 3-1 0,1-3 0 0,1 8 2 15,-1-5-2-15,2 6 3 0,1 0-4 0,0 0 2 16,3 8 3-16,-2 0-1 0,1-1-1 0,2 1 3 16,-3 1-3-16,0 0 1 0,3 0-2 0,-1 1 4 15,-4 1-12-15,2 0 12 0,0 0 0 0,0-3 0 16,-2 1-1-16,0-2-5 0,-3 2 6 16,-1-6-2-16,-1-3-11 0,-3 2-3 0,1-3-11 15,-1-1 5-15,-2-2-13 0,-1-3-8 0,2 0-6 16,-3-2-5-16,-1-3 4 0,6-5 2 0,-11 6 2 15,11-6-4-15,-13-2-6 0,13 2 3 0,-10-10 3 16,6-3 0-16,1-2 3 0,5-5-3 0,0-9-1 16,5-4-1-16,2 1 0 0,6-15 0 0,3 3-5 15,-3 11 3-15,7-11 2 0,-5 13 1 0,6-10 7 16,-8 9-3-16,3 0 9 0,-3 5 1 0,2-3 4 16,-3 5 5-16,1-3-2 0,-4 4 4 0,-3-1 8 15,-3 9 17-15,1 1-15 0,-4 2 23 0,1 3 14 16,-3 0 0-16,0 10-7 0,-2-15 12 0,0 8 7 15,-2 2 2-15,4 5 0 0,-13-7 0 0,4 7-4 16,-2 4 3-16,-2 2-6 0,-2 6 3 16,-6 4 0-16,2 4 3 0,0 2-10 0,1 3 4 15,4 2-7-15,5-1-1 0,0-3-2 0,7 2-4 0,3-6-2 16,1 0-4-16,8-1-12 0,5 3-33 0,1-11-34 16,11 2-47-16,4-1-58 0,3-4-156 0,5-4-353 15,18-4 157-15</inkml:trace>
  <inkml:trace contextRef="#ctx0" brushRef="#br0" timeOffset="107750.11">5950 2088 1664 0,'-18'-19'33'0,"4"5"60"16,1 4-31-16,3 1 4 0,4 3-12 0,6 6-7 15,-9-9-14-15,9 9-13 0,-7-4-2 0,7 4-5 16,0 0 5-16,0 0 0 0,0 0 3 0,-4 36 0 16,7-20 0-16,-2 3 3 0,0 1-6 0,1-1 1 15,0 0-3-15,5 0-6 0,-3-2 7 16,1 2-3-16,1-3 0 0,2 0-3 0,-3-7 0 0,1 1 1 16,-2-3-1-16,2-2 0 0,-2 5 5 0,-4-10-2 15,9 7 3-15,-4-4 14 0,-5-3 3 0,0 0 3 16,0 0-3-16,0 0-1 0,22-10-1 0,-16 2-3 15,-6 8-7-15,11-15 1 0,-6 3 1 0,0 1-3 16,0-7-8-16,0 2-7 0,-1-1 7 0,0-1-1 16,-2 1-3-16,1 2-1 0,1 5 3 15,-3-1 2-15,0 3 0 0,2-1-4 0,-3 9-4 16,2-10-4-16,-2 10-2 0,0 0-4 0,0 0 4 16,0 0-4-16,0 0 4 0,0 0-1 0,13 15 2 15,-9-4-3-15,2-2 1 0,-2 1-7 0,3-4 9 16,0 5 2-16,1-4-1 0,2-2 4 0,-1 4 0 15,1-3-2-15,3-1 3 0,-1-4 0 0,0 0 0 16,1-2 2-16,0-2 0 0,0 1-1 0,-3-1 2 16,0-2-4-16,2-1 2 0,-5 0-1 0,1 0-4 15,1-1-1-15,-5-2-6 0,-2-1 4 0,1 1-6 16,-4-2-8-16,-2-1 1 0,-1-2 2 0,-3-2-9 16,-1 3 14-16,-2 0-2 0,1-2-3 0,-1 2 0 15,2 5 4-15,0-1-4 0,3 3 6 0,0 1 6 16,0 0 0-16,1-1 0 0,4 6-2 0,-4-6-3 15,4 6-2-15,0 0 4 0,0-9-4 0,0 9 3 16,11-5-2-16,-1 1-1 0,2-1 3 0,9-1-4 16,6-4 1-16,0-1-1 0,1 1-3 0,1-1 3 15,-3-3-6-15,-6 6 9 0,-3-2-2 0,-2 1-2 16,0-1 5-16,-3 1 2 0,-2 1 0 0,-3 1 18 16,3 0 14-16,-7 0-2 0,1-1-1 0,0-1-4 15,-1 0 6-15,-2-1-1 0,0 3 6 0,-1 7-1 16,0-14 1-16,2 9-3 0,-2 5-3 0,0-11 3 15,0 11-9-15,0 0 2 0,0-11-11 16,0 11-3-16,0 0-3 0,0 0-6 0,0 0 4 0,0 0 3 16,7 30-4-16,-3-10 1 0,0 7 2 15,-3 0-3-15,2 3 3 0,-2-3 0 0,2-1 2 16,-1-1-2-16,1-7 0 0,-1-1-3 0,0 0 3 16,0-5-1-16,-2 0 3 0,0-2-2 0,1-1-2 15,-1-9 1-15,2 11-1 0,-2-11-1 0,0 0 0 0,2 12 1 16,-2-12 1-16,0 0 1 0,0 0-4 0,5 9-2 15,-5-9-1-15,0 0-6 0,0 0-12 16,0 0 8-16,16-20-4 0,-10 13-3 0,2 0-2 0,-1 1 4 16,2-3 0-16,0 2 0 0,3 3 1 15,-3-2-1-15,2 0 5 0,7 5 0 0,-6-2-1 16,3 2 2-16,-2-2 0 0,6 1 2 0,-1-1-6 16,-7 1 9-16,3 0-2 0,0 2 1 0,-1-3 5 15,1 0-1-15,-1-1-10 0,1 1 12 0,-4-1-6 0,2-1 7 16,-2-2-3-16,0 1 3 0,-2 0 1 15,-2-2-1-15,2 1 0 0,-4-2 1 0,2-1 2 16,-3-2-10-16,-2 3 7 0,0 2 2 0,-1-3-4 16,0 10 13-16,-1-15 1 0,1 15 4 0,0-10 2 15,0 10-5-15,0-9-13 0,0 9 8 0,0 0-7 16,0 0 1-16,0 0-4 0,0 0 5 0,0 0-1 16,0 0-1-16,-6 28-2 0,4-12-2 0,1-4-24 15,1 5-23-15,0-3-30 0,3 1-32 0,-1-2-41 16,2-1-59-16,1-1-208 0,-1 0-453 0,4-1 202 15</inkml:trace>
  <inkml:trace contextRef="#ctx0" brushRef="#br0" timeOffset="107926.08">6845 1678 25 0,'-9'-5'186'0,"3"1"-26"0,6 4-14 0,-11-7-38 16,11 7-28-16,0 0-21 0,0 0-32 0,0 0-50 0,0 0-44 16,18-3-51-16,-18 3-126 0,34 3 56 15</inkml:trace>
  <inkml:trace contextRef="#ctx0" brushRef="#br0" timeOffset="108419.1">7198 1674 217 0,'0'0'213'15,"0"0"-6"-15,-21 11-11 0,13-4-8 0,0-1-10 16,-2 2-6-16,0 3-10 0,0 2-6 0,1 2-12 16,1 0-15-16,-1 0-11 0,4 1-7 0,-1 0-12 15,2 0-11-15,3-1-16 0,1-2 1 0,2-2-4 16,3 1-9-16,2-2-1 0,-1-2-11 0,4 1-10 16,4-4-19-16,2 2-17 0,3-5-19 0,-1-1-23 15,2-4-18-15,2 0-24 0,2-4-21 0,-3 1-16 16,-2-3-8-16,-3 1-12 0,0-3-7 0,-2 1 11 15,-2-3 9-15,-4-1 16 0,1 1 23 0,-5 1 17 16,2-4 10-16,-3-3 13 0,-2 2 10 0,-1-3 24 16,-1-5 1-16,-2-2 7 0,0 3 20 0,-1-2 4 15,0 6 20-15,1 3 4 0,1 0 14 16,-1 6 13-16,1 1 10 0,2 10 2 0,-4-15-10 0,4 15-7 16,-4-10-14-16,4 10-8 0,0 0-2 0,0 0 8 15,0 0 3-15,5 34-4 0,-4-7-4 0,-1 2 2 16,3 4-1-16,-3-4-9 0,1 2 3 0,-1-1-7 15,4-4 4-15,1 0-2 0,-3-11-5 16,0 2-4-16,1-4-1 0,-3-4-1 0,0 0-1 16,1-3-1-16,-1-6 3 0,0 0 1 0,2 14 2 15,-2-14 2-15,3 3 0 0,-3-3-2 0,0 0-7 16,0 0 2-16,10-21-5 0,-6 11-1 0,3-5-2 16,1 0-1-16,0-3-2 0,-2 2 0 0,0 1-4 0,4 1-2 15,0 1-2-15,-1 3-3 0,-4 4-2 0,1-1 0 16,-6 7 0-16,12-7-5 0,-12 7 2 0,0 0 3 15,0 0-1-15,20 18 2 0,-15-8-1 16,-2 5-18-16,2 2-25 0,-4 0-37 0,3 2-47 16,0-2-80-16,-1 2-184 0,3 0-426 0,-1-2 189 15</inkml:trace>
  <inkml:trace contextRef="#ctx0" brushRef="#br0" timeOffset="108979.79">7742 1785 73 0,'8'-2'243'16,"-8"2"-28"-16,0 0-26 0,15 9-18 0,-11-4-10 15,-1 1-19-15,4 2-8 0,-1 1-15 0,-2 1-6 16,-3-4-8-16,2 4-11 0,-1-4-9 0,0 1-5 15,-2-7-1-15,4 9-5 0,-4-9 3 0,1 7 3 16,-1-7 9-16,0 0-6 0,0 0-2 16,0 0-6-16,0 0-8 0,0 0-6 0,0 0-8 0,0 0-6 15,-13-20-5-15,10 8-5 0,2 1-6 16,-2-6-6-16,2-1-2 0,2-1-12 0,2-7 7 0,3-3-7 16,1 0 0-16,3 1-3 0,0 2-3 15,2 2-1-15,2 2-5 0,-4 9-1 0,-1 0-2 16,-1 6 0-16,1 2-5 0,0 2 2 0,2 2-6 0,-2 4 1 15,1 2 1-15,-1 3-5 0,4 4 13 0,-4 2-5 16,0 2 7-16,1 0-3 0,-3 0 2 16,-2 1-2-16,-1-5 5 0,1 6-1 0,0-6-11 15,-4-1 14-15,1-3-3 0,0 0-5 0,0-3 10 16,-2-5 1-16,2 9 9 0,-2-9 6 0,2 7-1 16,-2-7-2-16,0 0 1 0,0 0-5 0,0 0 1 15,0 0 0-15,0 0-6 0,-10-30 0 0,7 20-2 16,3-7-3-16,0 4-5 0,0-5 1 0,4-1-4 15,1 0-5-15,4-5 0 0,-2 6 1 0,0-1-1 16,4 5 0-16,-1 0-1 0,-4 5-7 0,3 3 9 16,-2 0-7-16,0 3-2 0,-7 3 5 0,19 0 4 15,-19 0-2-15,17 13 4 0,-7-4 0 0,0 3 3 16,-1 5 3-16,0 1-4 0,-1 0-17 0,-3 1-25 16,2 5-32-16,-4-5-48 0,1-4-52 0,1 3-62 15,-2 0-131-15,-1-7-403 0,4 1 179 0</inkml:trace>
  <inkml:trace contextRef="#ctx0" brushRef="#br0" timeOffset="109560.25">8390 1510 156 0,'-18'-3'209'0,"18"3"-9"15,-22 10 0-15,7 3-10 0,-1 1-9 0,0 8-14 16,0 0-18-16,6-4-14 0,0 5-11 15,1-6-14-15,4-1-12 0,0 1-7 0,2-1-7 16,3-5-12-16,1 0-4 0,2 0-4 0,-2-2-8 16,-1-9-6-16,9 10-3 0,-1-8-2 0,-8-2-3 0,17 2-5 15,-17-2-8-15,20-5-3 0,-6-4-8 16,-2 3 3-16,-2-4-1 0,4 0-3 0,0-3-1 16,-8 4 0-16,2-4-4 0,-3-1-2 0,-2 1-6 15,0-1 6-15,0 3-2 0,-1 0 2 0,2 1-2 16,-4 1-7-16,0 9 7 0,0-16 4 0,0 16-6 15,0 0 0-15,2-12-3 0,-2 12-1 0,0 0-2 16,0 0 0-16,0 0 1 0,0 0 4 0,0 0 0 16,-2 36-1-16,2-23 0 0,2 0-4 0,0 1 5 15,1-1-1-15,-1 1-6 0,4-5 7 0,-3 2 4 16,5-2-2-16,0-1 0 0,2-1 1 0,1-3-1 16,1 0 2-16,-1-4-4 0,7 2 5 0,-5-5-5 15,4-5 3-15,-1 1-2 0,0-1 0 0,-5 0 2 16,3-3 0-16,-5 2-3 0,-1-1 2 0,-1-7-3 15,0 3 0-15,-2-3-1 0,-1 0 1 0,-3 0-1 16,2-1-4-16,-5-7 2 0,2 1 4 0,-4 5-3 16,3 2 2-16,-1-4 0 0,0 2 1 15,1 2 10-15,0 6 10 0,-1 2 11 0,2 9 1 0,-2-16 0 16,2 16-8-16,-1-8-9 0,1 8-5 0,0 0-3 16,0 0 0-16,0 0-5 0,0 0 6 0,-4 30 4 15,1-13-5-15,2 14 9 0,0-1 8 16,0 0-1-16,-2 5 3 0,2-3-10 0,-3-1 0 0,3 2 4 15,-3-1-2-15,2 0-1 0,2-3-2 0,0 1-1 16,-2-3-3-16,4-2-14 0,0-6-25 16,0 0-25-16,1-3-36 0,-2 4-47 0,0-9-56 15,-1-11-87-15,0 17-200 0,0-17-513 0,0 0 227 16</inkml:trace>
  <inkml:trace contextRef="#ctx0" brushRef="#br0" timeOffset="110153.04">8764 1513 121 0,'1'-8'229'15,"-1"8"-13"-15,0 0-22 0,0 0-15 0,0 0-12 16,0 0-15-16,0 0-7 0,0 0-11 0,-24 33-16 16,18-16-10-16,-2-2-13 0,4 2-8 0,0-5-10 15,2 4-5-15,0-5-10 0,1-2-2 0,1 2-5 16,0-11-11-16,4 19-1 0,0-13-4 15,2 1-1-15,-6-7-5 0,12 7-4 0,-5-4-1 0,4-2-5 16,1 1-3-16,-12-2-6 0,28-6-6 0,-11 2-8 16,2-1-5-16,-2-2-7 0,1-3-2 0,-3 0 3 15,-2 3-9-15,1-2 3 0,-1-3 6 0,-3 4 4 16,0-7-1-16,2 2-5 0,-6 3 7 0,3-3-2 16,-4 2 3-16,-1 1-2 0,-2-2 1 0,0-1 4 15,-1 3 6-15,-1 10-2 0,0-15 9 16,0 15 3-16,-4-10 0 0,4 10 0 0,0 0-5 15,-7-7-2-15,7 7-3 0,0 0 9 0,-17 15 1 16,9-7 4-16,1 6-3 0,-1 2 1 0,0-1 1 16,3-4-6-16,3 4-1 0,-3-4-1 0,5-1 0 15,0-10 0-15,6 20-1 0,-2-10-5 0,2-3 6 0,2-3 2 16,5 0 3-16,-1-5-4 0,7 0-1 16,1-3-8-16,7-5 8 0,-2-1-2 0,1-1 0 15,0 0 2-15,-4-3-5 0,-5 3 5 0,-3 1-1 16,0-4-2-16,-1 0 4 0,-4 3-9 0,0-2 3 15,-2 0 0-15,-3 0-4 0,1 4 6 0,-2-1-6 16,-3-2 3-16,0 2 2 0,0 10-4 0,-4-14-1 16,4 14 5-16,-1-12-2 0,1 12-1 0,0 0-4 15,0-12-4-15,0 12 4 0,0 0 1 0,0 0 14 16,0 0-1-16,0 0 2 0,-16 34-1 0,14-22 4 16,-2 2 12-16,-4 2-1 0,3 2-10 0,1 1 12 15,1-1-15-15,0 2 12 0,0-3-2 0,1 3-5 16,-2-2 4-16,-4-2-2 0,5 4-19 0,-3-2-21 15,3 0-32-15,-6 4-34 0,0-5-49 0,2-1-66 16,-4 5-242-16,-4 1-476 0,2-6 210 0</inkml:trace>
  <inkml:trace contextRef="#ctx0" brushRef="#br0" timeOffset="110845.62">7651 2487 81 0,'0'0'189'16,"0"0"-16"-16,15-18-23 0,2 9-9 0,9-4-17 15,2-1-13-15,0 4-8 0,1-5-15 0,-1 3-18 16,-1 1-17-16,-9 3-36 0,2 2-22 0,-2-1-37 15,-2-1-26-15,-5 4-17 0,-2 1-7 0,-3 1 2 16,-6 2-63-16,8-5-166 0,-8 5 545 16,4-4-279-16,-4 4 19 0,0 0 15 0,0 0 16 15,0 0 18-15,-17-4 10 0,17 4 20 0,0 0 5 16,-16-3 14-16,16 3 8 0,-9 2 6 0,9-2-6 16,0 0-3-16,-12 2-6 0,12-2 0 0,-5 6 8 0,0 0 8 15,3 4 4-15,0 3 12 0,0 2-14 16,0 3 0-16,2 9 1 0,0-10-2 0,2 2-7 15,-2 0 5-15,2 1-3 0,0 5-4 0,0-8-6 16,1 2 0-16,0-4-6 0,-1-1-6 0,0 2 0 16,1 1-5-16,-2-6-5 0,3 1-4 0,-3-3-5 15,2 1-2-15,-3 1-1 0,1-5-1 0,-1-6-3 16,3 11-3-16,-3-4-6 0,0-7 9 0,1 6-3 16,-1-6-1-16,0 9-5 0,0-9 0 0,0 0-8 15,-7 9-1-15,7-9-5 0,-6 1-3 0,6-1 2 16,0 0-3-16,-11 0-4 0,11 0 3 0,0 0 0 15,0 0-4-15,0 0 4 0,-12 0 0 0,12 0-2 16,0 0 0-16,0 0-4 0,0 0-3 0,0 0-5 16,0 0-5-16,0 0 1 0,0 0-8 0,0 0-9 15,0 0-6-15,22-13-11 0,-12 9-18 0,8-1-20 16,-1-2-19-16,3-2-32 0,-2 1-21 16,8-4-15-16,-7 2-5 0,6-3-101 0,-9 3-306 15,3 1 135-15</inkml:trace>
  <inkml:trace contextRef="#ctx0" brushRef="#br0" timeOffset="111035.17">8130 2607 988 0,'17'-12'-80'16,"-4"0"27"-16,-2-1 31 0,2 0 21 0,-5-2 36 15,-1 1 18-15,-3 3 17 0,-1-2 15 0,0 5 16 16,0-3 12-16,-2 5 8 0,-1 6 6 0,0-13 3 16,0 13 3-16,0 0-10 0,0-10-12 0,0 10-13 0,0 0-16 15,0 0-7-15,0 0-2 0,0 0 8 16,0 0 0-16,3 36-8 0,-2-12-1 0,-1 2-2 16,0 0-3-16,0 1-2 0,0-2-16 0,-1 0 6 15,3 0-6-15,-2-4-1 0,0-2-10 0,2-2 2 16,0-1-6-16,1 0-7 0,-1-5-20 0,0 0-19 15,-1 2-27-15,0-5-32 0,2 1-27 0,-3-9-40 16,2 10-45-16,-2-10-44 0,0 0-182 0,-5 12-442 16,5-12 196-16</inkml:trace>
  <inkml:trace contextRef="#ctx0" brushRef="#br0" timeOffset="111276.57">8221 2545 194 0,'18'-3'190'0,"-3"0"-14"16,3 3-8-16,-5 3 1 0,1 0-6 0,2 4-9 16,-1 1 4-16,1 2-6 0,-3-1-10 0,-3 1-6 15,0 2-6-15,-1 3-4 0,-2-1-2 16,-6-1-10-16,1 4 4 0,-4 0-1 0,-1 1-12 16,-4 0-5-16,-3-1-3 0,-2-1-7 0,-2 1-12 15,-4 2 0-15,-1 1-25 0,0-2 9 0,3-6-9 16,1-1-15-16,0 2-23 0,-1-4-30 0,2 1-27 0,4-4-34 15,-1-2-45-15,2 0-62 0,9-4-87 16,-18 2-163-16,18-2-467 0,0 0 207 0</inkml:trace>
  <inkml:trace contextRef="#ctx0" brushRef="#br0" timeOffset="111443.02">8627 2488 50 0,'0'0'233'16,"13"-6"-28"-16,-8 4-24 0,2-1-14 0,-1-1-16 16,4 0-21-16,-1 0-34 0,-1 1-40 0,2-2-44 15,3 0-61-15,-4 4-65 0,-3-1-73 16,-6 2-202-16,0 0 90 0</inkml:trace>
  <inkml:trace contextRef="#ctx0" brushRef="#br0" timeOffset="111862.74">8680 2574 115 0,'-6'5'225'0,"3"-1"-3"0,3-4-6 0,-7 5-12 16,7-5-18-16,-5 5-15 0,5-5-20 15,0 0-14-15,0 0-11 0,0 0-15 0,0 0-12 16,0 0-26-16,34-5-21 0,-15-2-37 0,-1 0-25 16,8-5-32-16,0 1-28 0,2 2-6 0,0-3-29 15,-2 1-18-15,-1-4-21 0,0 2 6 0,0-3 10 16,1 1 12-16,-1-3 26 0,-1 1 16 0,-4-1 38 15,-4 3 20-15,-4 2 32 0,-1 0 26 0,-3 3 33 16,-2-1 17-16,0 1 9 0,-3 3 8 0,0 2 7 16,-2-1 12-16,-1 6-1 0,4-7 1 0,-4 7-9 15,0 0-13-15,0 0-10 0,0 0-4 0,0 0 13 16,0 0 6-16,-15 23 4 0,6-9-7 0,1 1-7 16,-2 1-12-16,5 0-5 0,0-5-10 0,1-1-7 15,2 2-2-15,1-2-9 0,2-1-2 0,2-3-9 16,2 2 6-16,4-3-12 0,3-2 19 0,4-1 2 15,-2-1-3-15,6-3-4 0,1-2-4 0,7-2-3 16,-1-4-3-16,-8 3-3 0,-1-3-11 16,-2 3 6-16,-1-1-1 0,-6 1-3 0,0-2-4 0,-4-3 4 15,-1 2-11-15,-2-2-5 0,-2 1-15 0,0 11-9 16,-15-23-21-16,3 10-14 0,-2 4-12 0,-9-7-16 16,-1 2-27-16,-4 6-27 0,-3 3-24 15,-1 1-33-15,-3 4-27 0,-3 5-56 0,-14 4-206 16,-1-2-511-16,4 6 226 0</inkml:trace>
  <inkml:trace contextRef="#ctx0" brushRef="#br0" timeOffset="120096.03">419 5305 126 0,'0'0'128'0,"0"0"-8"15,0 0-18-15,0 0-7 0,0 0 7 0,0 0-10 16,0 0-2-16,0 0-9 0,0 0 4 0,0 0-1 15,0 0 3-15,0 0-9 0,-25-37-6 0,25 37 2 16,0 0 22-16,0 0-2 0,0 0-5 0,0 0-7 16,0 0-3-16,0 0-11 0,0 0-3 0,0 0-10 15,0 0-3-15,0 0-11 0,0 0-3 0,0 0-1 16,0 0-11-16,0 0-1 0,0 0-2 0,0 0-8 16,0 0 1-16,0 0-5 0,0 0-2 15,0 0 2-15,0 0-1 0,0 0-3 0,0 0 0 16,0 0-4-16,0 0 4 0,0 0 1 0,0 0-1 15,0 0-3-15,42 95-2 0,-42-95 5 0,18 38-2 16,-9-14 4-16,2 1-5 0,-3 0 0 0,-8-25 0 16,19 43-3-16,-14-26 0 0,-5-17 4 0,16 35-2 15,-16-35 3-15,11 28-3 0,-11-28-3 0,14 29 4 16,-14-29-2-16,10 21 0 0,-10-21-1 0,0 0 1 16,11 29-1-16,-11-29-1 0,0 0 5 0,0 0-5 15,0 0 3-15,0 0 1 0,12 26-4 0,-12-26 2 16,0 0 0-16,0 0 0 0,0 0 4 15,0 0-1-15,0 0 2 0,0 0 6 0,0 0-5 16,0 0-2-16,0 0-1 0,0 0 2 0,0 0-1 0,0 0 16 16,0 0-3-16,0 0-3 0,0 0-3 0,0 0 3 15,13-84-5-15,-13 84 0 0,5-51-1 16,0 23-3-16,-1-2-2 0,-4 30-1 0,5-55 2 0,-3 24-1 16,5 5-2-16,-7 26 3 0,4-47-3 15,-2 21-5-15,-2 26 7 0,8-36-3 0,-8 36 2 0,2-32 0 16,-2 32 0-16,0 0 1 0,2-39-4 0,-2 39-2 15,0 0 2-15,2-33 2 0,-2 33-3 0,0 0 3 16,0 0-3-16,0 0 2 0,0 0 1 0,0 0-1 16,0-38-3-16,0 38 2 0,0 0-6 15,0 0 1-15,0 0-1 0,0 0-17 0,0 0-14 16,0 0-15-16,0 0-13 0,0 0-18 0,0 0-32 16,0 0-32-16,0 0-49 0,0 0-142 0,0 0-363 15,0 0 161-15</inkml:trace>
  <inkml:trace contextRef="#ctx0" brushRef="#br0" timeOffset="120818.08">888 5421 32 0,'0'0'188'0,"0"0"-12"0,-7-3-22 0,7 3-1 16,0 0-15-16,0 0-11 0,0 0-13 0,-16 7-14 15,10-1-7-15,-1 0-6 0,3 2-4 16,4-8-13-16,0 0 3 0,0 0-14 0,-27 44-4 16,27-44-1-16,-12 30-12 0,12-30 2 0,-9 34-3 0,9-34-5 15,-8 35 0-15,8-35-5 0,-5 35 0 16,5-35-2-16,0 34-4 0,0-34-2 0,0 0-3 0,0 42 0 15,0-42-2-15,0 0-5 0,9 30 3 16,-5-18-2-16,-2-4-5 0,3-2 3 0,1 2 2 16,2-1-2-16,-8-7-6 0,10 8 6 0,0-4-3 15,-10-4-1-15,15 3 1 0,-6-2 2 0,-9-1-1 16,18-1 0-16,-18 1-5 0,18-3 2 0,-11 0 1 16,-7 3 0-16,15-9 4 0,-5 3-4 0,-1 1 0 15,-2-1-4-15,-3-1 4 0,1-1-3 0,-5 8 2 16,6-18 0-16,-4 7-2 0,3 2-1 0,-5 9-1 15,-5-22-2-15,3 11-3 0,0-1 5 0,-1 2-3 16,-3-1-4-16,2 1 5 0,0 1 3 0,-4 3 0 16,1-1 5-16,-1 0 8 0,-1 0 0 0,2 1 0 15,2 3 4-15,5 3 1 0,-11-5 2 0,11 5-7 16,-6-4-2-16,6 4-3 0,0 0-3 0,0 0 1 16,-10-6-5-16,10 6-4 0,0 0-5 0,0 0 11 15,0 0-2-15,0 0 1 0,0 0-2 0,21-11-6 16,-10 9 5-16,0 0 3 0,0-2-1 15,1 0-2-15,1 1-1 0,0-1 0 0,-1 2 5 16,-1-3-4-16,-1 2-2 0,-10 3 0 0,15-5 0 16,-9 4 2-16,-6 1-5 0,11-4 4 0,-11 4-5 15,0 0-1-15,12-3 3 0,-12 3 0 0,0 0-2 16,9 2-1-16,-9-2 2 0,6 5-5 0,-6-5 7 0,7 6-6 16,-4-1 6-16,1 1 3 0,-2 1 6 15,1 1 1-15,-1-2 5 0,0 4 2 0,2-1 2 16,-2 1-3-16,1 0 2 0,2-3-2 0,-5 2 3 15,2-2-7-15,1 3 3 0,-2-4-10 0,2 3 5 16,-2-2 1-16,0-1-14 0,-1-6-14 0,4 13-18 16,-4-13-12-16,3 13-25 0,-1-7-26 0,-2-6-31 15,2 8-37-15,-2-8-30 0,2 11-150 0,-2-11-375 16,0 0 167-16</inkml:trace>
  <inkml:trace contextRef="#ctx0" brushRef="#br0" timeOffset="121166.03">1271 5427 84 0,'-6'-3'216'0,"6"3"-11"0,-8-5-12 0,8 5-13 0,0 0-18 16,0 0-14-16,0 0-15 0,-23 8-10 15,23-8-9-15,-9 9-8 0,6-3-17 0,0 2-7 16,3-8-8-16,-8 13-6 0,8-6-7 0,0-7-8 15,-2 15-7-15,2-15 1 0,4 17-5 0,0-10-4 16,0 2-6-16,2 0-3 0,0-2-1 16,-1 0-5-16,3 1 1 0,-2-1-4 0,3-3-2 0,-3 2-2 15,1 1-2-15,0-2 1 0,-7-5-1 0,11 9-2 16,-8-4-1-16,-3-5-2 0,8 10-2 16,-8-10-1-16,8 8 3 0,-8-8-4 0,2 11 4 0,-2-11-4 15,-1 13 3-15,1-13-2 0,-9 19-5 0,3-11-1 16,-3 1 0-16,0 2-3 0,0-3 0 0,0 1-10 15,0-2-3-15,0-2-12 0,0 3-19 0,0-4-14 16,9-4-31-16,-12 6-33 0,12-6-61 0,-8 6-150 16,8-6-363-16,0 0 162 0</inkml:trace>
  <inkml:trace contextRef="#ctx0" brushRef="#br0" timeOffset="121508.09">1434 5193 194 0,'0'0'208'0,"0"0"-15"0,-3-7-17 0,3 7-17 16,0 0-14-16,0 0-10 0,0 0-18 0,0 0-8 15,0 0-5-15,0 0-6 0,0 0-4 0,-4 24-2 16,4-6-2-16,-1 1-3 0,1 8-9 0,0-1-1 16,0 1-1-16,1-1-2 0,0-1 1 0,2-7-3 15,-3 0-8-15,5 0-7 0,-3 0-2 0,1-2-4 16,-1 0-3-16,0-3-6 0,2-3-2 16,-3 3-4-16,3-3-5 0,0 0 2 0,2 1-18 15,0-3-15-15,-2-1-25 0,1 0-18 0,3-1-32 16,0-2-27-16,-8-4-37 0,13 4-43 0,-2-3-49 0,-2 0-124 15,-9-1-384-15,22-5 169 0</inkml:trace>
  <inkml:trace contextRef="#ctx0" brushRef="#br0" timeOffset="121851.98">1662 5307 13 0,'-10'-3'204'0,"10"3"-8"0,-8-2-14 0,8 2-14 15,0 0-16-15,-11 7-10 0,7-2 0 0,-1 4-14 16,2 0-8-16,1 1-10 0,-2 3-9 0,4-1-13 16,0-1-7-16,4 0-7 0,-3 1-4 0,0-3-9 15,3 0-6-15,3-1-5 0,-4-1-2 0,4 2-6 16,-2-3-3-16,0-2-2 0,3-1-3 0,-3-2-3 16,-5-1-3-16,16 2 0 0,-8-1-3 0,-8-1-2 15,13-1-1-15,-4-1 0 0,-9 2 8 0,11-4 1 16,-5 0-1-16,0-2-9 0,1-1 11 0,-2-2-1 15,-2 3 1-15,0-1-1 0,-2 0-1 0,0-2-2 16,-1 9-2-16,-4-20-6 0,0 9-1 0,2 0-4 16,-4 0-1-16,0 0-1 0,1 0-2 0,0 0-13 15,-1 3 15-15,-2-1-4 0,3 3-3 0,0-1-5 16,2 2-15-16,3 5-17 0,-6-7-30 0,6 7-27 16,-6-2-38-16,6 2-15 0,0 0-52 0,0 0-192 15,0 0-415-15,0 0 184 0</inkml:trace>
  <inkml:trace contextRef="#ctx0" brushRef="#br0" timeOffset="122062.7">1930 5123 177 0,'0'-8'180'0,"0"8"-15"0,6-6-22 15,-3 3-13-15,7-3-16 0,0-1-8 0,-1-1-7 16,2 1-10-16,4-2-9 0,-3 0-7 0,1 2-21 16,-4 1-14-16,1 0-28 0,-4 1-39 0,2 3-13 15,-2-1-64-15,-6 3-108 0,0 0-230 0,0 0 102 16</inkml:trace>
  <inkml:trace contextRef="#ctx0" brushRef="#br0" timeOffset="122275.98">1915 5127 78 0,'0'9'172'0,"-1"1"1"0,-1 4-10 0,4 3-7 15,-1 2-8-15,-1 0 0 0,2-2-7 0,-1 1-8 16,1-2-9-16,1 3-12 0,0 0-5 0,0-2-7 16,0-2-6-16,-1 2-7 0,1-4-6 15,-1 3-9-15,1-5-7 0,0 1-3 0,-2 0-13 16,0-4 3-16,1 3-8 0,-1-2-16 0,-1-9-27 15,0 0-32-15,2 19-48 0,-2-19-55 0,3 10-64 16,-3-10-127-16,0 0-352 0,-5 15 156 0</inkml:trace>
  <inkml:trace contextRef="#ctx0" brushRef="#br0" timeOffset="122445.72">1942 5345 66 0,'5'-7'167'0,"-5"7"-12"0,17-11-15 0,-7 5-17 16,3-1-9-16,-2 0-10 0,5-2-17 0,2 0-32 15,-3 3-36-15,1-2-57 0,1 2-48 0,-7 1-65 16,-10 5-165-16,15-8 73 0</inkml:trace>
  <inkml:trace contextRef="#ctx0" brushRef="#br0" timeOffset="122694.05">2152 5153 44 0,'0'0'214'16,"-3"-8"-2"-16,3 8-7 0,0 0-6 0,0 0-12 15,0 0-17-15,0 0-22 0,-5-8-15 0,5 8-17 16,0 0-13-16,0 0-10 0,0 0-6 0,0 0 0 16,0 0-10-16,8 29 9 0,-6-17-2 15,1-1-1-15,-3-11-2 0,8 29-4 0,-5-14-7 0,2 1-2 16,-2 1-3-16,-1-7-5 0,1 6-5 0,0 1-4 15,-3-7-15-15,3 2 9 0,-3-12-2 0,4 19-7 16,-1-9-5-16,-3-10-6 0,3 16-25 0,3-6-19 16,-6-10-30-16,5 12-20 0,-5-12-33 0,0 0-33 15,5 12-34-15,-5-12-47 0,0 0-170 16,1 13-417-16,-1-13 184 0</inkml:trace>
  <inkml:trace contextRef="#ctx0" brushRef="#br0" timeOffset="122888.25">2119 5109 48 0,'3'-6'180'0,"-3"6"-9"16,8-14-19-16,-4 10-16 0,3-3-13 0,1 1-13 15,-8 6-10-15,19-11-8 0,-9 7-10 0,-10 4-17 16,22-4-26-16,-22 4-25 0,22 0-47 0,-22 0-44 15,18 7-124-15,-18-7-217 0,9 10 96 0</inkml:trace>
  <inkml:trace contextRef="#ctx0" brushRef="#br0" timeOffset="123055.11">2214 5259 19 0,'0'0'205'0,"0"0"-11"0,0 0-15 0,0 0-15 15,0 0-22-15,12 7-12 0,-12-7-12 0,0 0-13 16,0 0-7-16,36-20-11 0,-21 12-31 0,0 3-33 16,1-3-42-16,0 1-42 0,0-2-39 0,-6 2-124 15,1 2-241-15,-11 5 106 0</inkml:trace>
  <inkml:trace contextRef="#ctx0" brushRef="#br0" timeOffset="123285.86">2397 4949 27 0,'0'0'141'0,"0"0"-2"16,0 0 8-16,0 0-4 0,0 0 11 0,0 0-4 15,31 36-17-15,-21-21 10 0,1 0-6 16,-2 3-1-16,4 2-9 0,-3-1-9 0,3 1-11 0,-5-3-12 16,1 1 0-16,0-1-12 0,-3-1-5 15,2 2-10-15,-2-1-1 0,-1-1-4 0,-2 2-8 16,-3 2-1-16,0-3-6 0,-3 4-4 0,-6 3-3 15,0-1-10-15,-5 2-21 0,3-3-26 0,-1-5-26 16,3-1-39-16,-5-2-38 0,4 0-52 0,2-5-197 16,-6 3-398-16,4-6 176 0</inkml:trace>
  <inkml:trace contextRef="#ctx0" brushRef="#br0" timeOffset="123512.74">2669 5101 2066 0,'0'0'92'0,"0"0"-44"0,0 0-21 16,-7-12-12-16,7 12-8 0,0 0 4 16,0 0 6-16,0 0 0 0,0 0-6 0,1-8 3 15,-1 8 0-15,10-6-6 0,-2 4 3 0,1-1-2 0,1 0-4 16,-1 1-29-16,1 0-40 0,-1 0-25 0,-1 1-81 15,-8 1-168-15,0 0-366 0,15 3 162 0</inkml:trace>
  <inkml:trace contextRef="#ctx0" brushRef="#br0" timeOffset="123690.22">2662 5215 164 0,'0'0'257'0,"0"0"-8"0,0 0-12 0,0 0-18 15,0 0-16-15,0 0-23 0,0 0-15 0,0 0-16 16,0 0-16-16,21-5-14 0,-8-1-28 0,1-1-27 16,-1 1-48-16,2-2-53 0,2 0-75 0,-1 1-93 15,-5 0-111-15,-1-1-341 0,0 2 150 0</inkml:trace>
  <inkml:trace contextRef="#ctx0" brushRef="#br0" timeOffset="207107.77">25830 9161 5 0,'0'0'30'0,"0"0"-9"0,0 0-9 0,0 0-7 15,0 0-4-15,0 0-14 0,0 0-13 0,0 0 6 16</inkml:trace>
  <inkml:trace contextRef="#ctx0" brushRef="#br0" timeOffset="-195128.3">16107 15813 43 0,'0'0'84'0,"-10"-1"-6"16,10 1-4-16,0 0-14 0,0 0-1 0,0 0-11 15,-10-1-2-15,10 1-9 0,0 0 1 16,0 0-6-16,0 0-6 0,0 0 1 0,0 0-4 16,0 0-7-16,0 0-11 0,0 0-9 0,0 0-8 15,0 0-21-15,0 0-2 0,0 0-15 0,10 18-44 16,-10-18-101-16,5 5 44 0</inkml:trace>
  <inkml:trace contextRef="#ctx0" brushRef="#br0" timeOffset="-194595.05">16116 15953 36 0,'-6'-3'99'0,"6"3"-1"16,0 0-6-16,0 0-10 0,-9-2-1 0,9 2-8 15,0 0-13-15,0 0 1 0,0 0-3 16,0 0-3-16,0 0-4 0,-10-3 6 0,10 3-8 0,0 0 2 15,0 0-2-15,0 0 5 0,0 0-4 0,0 0-4 16,0 0-1-16,0 0 6 0,0 0-4 0,0 0-4 16,0 0 0-16,0 0-2 0,0 0-13 0,0 0 1 15,0 0 0-15,0 0-7 0,20-7 0 16,-20 7 0-16,17 1-2 0,-7-1 0 0,4 0-2 16,0 0 2-16,8 0-8 0,-2 1 4 0,8-1 1 0,-6-1-9 15,6 3-1-15,1 1 0 0,2-3-1 0,-2-1-2 16,3 1-4-16,2-2-3 0,2-1 1 0,1 0-2 15,1-4-12-15,13 0-1 0,-14 2 8 0,13-3-3 16,-17 5-3-16,4-4 6 0,-3 2-3 16,-4-3-1-16,-2 3-4 0,-6 2 1 0,-2-1-8 15,0 2 8-15,1-2-5 0,-3 2 7 0,1-2-11 0,-2 1 2 16,-5 1 3-16,3 0-4 0,-4 2 6 0,0-1 2 16,1 1 1-16,-4 0-6 0,-8 0 12 0,14-3 0 15,-6 3 5-15,-8 0-3 0,10-2 0 16,-10 2-1-16,8-1 2 0,-8 1-4 0,0 0 2 15,0 0-30-15,0 0-17 0,0 0-9 0,0 0-26 16,0 0-15-16,0 0-59 0,-13 15-175 0,13-15 77 0</inkml:trace>
  <inkml:trace contextRef="#ctx0" brushRef="#br0" timeOffset="-194253.25">16891 15766 49 0,'0'0'203'0,"0"0"-5"0,0 0-10 15,-8-6-16-15,8 6-16 0,0 0-13 0,0 0-21 16,0 0-11-16,0 0-8 0,0 0-8 0,0 0-12 15,0 0-5-15,0 0-8 0,0 0-7 0,0 0 2 16,25 6-13-16,-17-3-4 0,2 0-6 0,1 1-8 16,0 0-1-16,1 2-3 0,4-2-2 0,-3 3-4 15,-1-2-1-15,-2 1-2 0,2 2-5 0,-1-2 0 16,0 3-5-16,2 3 2 0,-5-2 0 0,-1 4-6 16,0 2-6-16,-4 0-12 0,-5 1-13 0,-3 1-11 15,-4 7-21-15,-6 6-23 0,-5-1-31 0,-5 9-45 16,-4 1-153-16,-1-1-331 0,1-2 146 0</inkml:trace>
  <inkml:trace contextRef="#ctx0" brushRef="#br0" timeOffset="-186952.43">7972 15066 87 0,'0'0'101'0,"0"0"-4"0,2-12-8 0,-2 12 11 16,0 0-18-16,0 0-2 0,0 0-4 0,0 0-5 15,0 0-2-15,0 0-10 0,0 0 1 0,0 0-7 16,0 0-2-16,0 0-3 0,0 0 0 0,0 0 0 15,0 0-4-15,0 0-1 0,0 0-4 0,0 0 4 16,0 0-5-16,0 0 3 0,0 0-4 0,0 0-1 16,0 0 0-16,0 0-2 0,0 0 3 0,0 0-4 15,0 0 0-15,0 0-4 0,0 0 2 0,0 0-3 16,0 0 6-16,0 0-11 0,0 0-1 0,0 0 0 16,0 0-7-16,0 0 4 0,0 0-2 0,0 0-2 15,0 0-3-15,0 0 1 0,0 0-2 0,0 0 1 16,0 0-2-16,0 0 1 0,0 0-1 0,0 0-3 15,0 0-14-15,0 0-22 0,0 0-17 0,0 0-17 16,0 0-28-16,0 0-30 0,-1-9-18 0,1 9-121 16,0 0-282-16,-5-9 126 0</inkml:trace>
  <inkml:trace contextRef="#ctx0" brushRef="#br0" timeOffset="-183980.81">7953 6488 19 0,'0'0'54'16,"0"0"-6"-16,0 0-3 0,0 0-4 0,0 0-4 16,0 0 1-16,2-7-5 0,-2 7 1 0,0 0-6 15,0 0-6-15,0 0-2 0,0 0 5 0,0 0 0 16,-5-8-1-16,5 8 1 0,0 0 2 0,0 0-7 16,0 0 11-16,0 0-2 0,0 0-15 0,0 0 2 15,0 0 1-15,0 0-4 0,0 0-1 0,-3-7 1 16,3 7 19-16,0 0-25 0,0 0 3 0,0 0-10 15,0 0 5-15,0 0-4 0,0 0 3 0,0 0 0 16,0 0 5-16,0 0-9 0,0 0 3 0,0 0 0 16,0 0-1-16,0 0 10 0,0 0-6 0,0 0-10 15,0 0 2-15,3 23-1 0,-3-23 5 16,0 0-7-16,-1 11 8 0,1-11-9 0,-2 10 3 0,2-10 4 16,0 9 2-16,0-9 3 0,-1 12-4 0,0-7-2 15,1-5-2-15,-1 11 3 0,1-11 4 0,0 8-7 16,0-8-3-16,0 10 3 0,0-10 0 15,0 9 0-15,0-9 11 0,-2 8-9 0,2-8 3 0,0 10 4 16,0-10-2-16,0 10-3 0,-2-6-5 0,2-4 6 16,-2 11-3-16,2-11 8 0,-1 8-11 0,1-8-2 15,0 9 3-15,0-9 1 0,-1 9 6 0,1-9-3 16,0 9 1-16,0-9-4 0,0 9 3 0,0-9 3 16,0 9-4-16,0-9-5 0,-1 9 0 0,1-9-3 15,0 0 1-15,1 12 7 0,0-7 2 0,-1-5-6 16,0 0-5-16,1 10 1 0,-1-10 13 0,0 8-5 15,0-8-6-15,2 9 4 0,-2-9-3 0,0 8 4 16,0-8-1-16,0 8-8 0,0-8 7 0,1 8-2 16,-1-8 7-16,0 0-5 0,1 10 3 0,-1-10-1 15,0 7 4-15,0-7 2 0,0 0-9 0,2 10 6 16,-2-10 0-16,0 7 1 0,0-7-7 0,0 0-8 16,-2 10 8-16,2-10 7 0,0 0 0 0,-1 10-6 15,1-10 3-15,0 0-6 0,-3 6 10 0,3-6-8 16,0 0 7-16,0 0-2 0,-2 8-3 0,2-8-3 15,0 0-3-15,0 0 14 0,-3 7 1 16,3-7-8-16,0 0-3 0,-2 6 2 0,2-6 3 0,0 0 1 16,0 0-3-16,0 0-5 0,0 0 4 0,-7 7 7 15,7-7 0-15,0 0-8 0,0 0 7 0,0 0-11 16,0 0 4-16,0 0 7 0,0 0-10 0,0 0 6 16,-2 7 0-16,2-7-3 0,0 0 0 0,0 0 2 15,0 0 2-15,0 0-2 0,0 0-2 0,0 0 0 16,0 0 4-16,0 0 1 0,0 0 1 0,0 0-9 15,0 0 8-15,0 0-6 0,0 0 6 0,0 0-3 16,0 0 6-16,0 0-10 0,0 0 3 0,0 0 2 16,0 0 2-16,0 0-2 0,0 0 2 0,0 0 2 15,0 0-2-15,0 0-4 0,0 0 10 0,0 0-9 16,0 0 3-16,0 0-1 0,0 0-2 0,0 0 3 16,0 0 5-16,0 0-19 0,0 0 9 0,0 0 3 15,0 0 3-15,0 0-9 0,0 0 4 16,0 0 2-16,0 0 4 0,0 0-4 0,0 0 2 0,0 0-6 15,0 0 12-15,0 0-12 0,0 0 2 0,0 0-3 16,0 0 8-16,0 0 0 0,0 0-3 0,0 0-3 16,0 0 2-16,0 0 2 0,0 0-1 0,0 0 4 15,0 0-1-15,0 0-11 0,0 0 5 0,0 0-3 16,0 0 5-16,0 0 3 0,0 0-6 0,0 0 8 16,0 0-6-16,0 0 2 0,0 0 9 15,0 0-16-15,0 0 16 0,0 0-14 0,0 0 5 16,0 0-6-16,0 0 4 0,0 0 4 0,0 0 0 0,-1-22 1 15,1 22-4-15,0 0-3 0,0 0 9 0,0 0-3 16,0 0 7-16,0 0-2 0,0 0 2 0,0 0-2 16,0 0 4-16,0 0 16 0,0 0-15 0,0 0 0 15,0 0-5-15,0 0 2 0,0 0-3 0,0 0 5 16,0 0-3-16,0 0 0 0,0-10 2 0,0 10-3 16,0 0 1-16,0 0-4 0,0 0-6 0,0 0 10 15,0 0-4-15,0 0-11 0,0 0 6 0,0 0-4 16,0 0 7-16,0 0-1 0,0 0-1 0,0 0 4 15,0 0-2-15,0 0 0 0,0 0-2 16,3-6 1-16,-3 6 8 0,0 0-17 0,0 0 10 16,0 0 9-16,0 0-14 0,0 0 1 0,0 0 9 0,0 0-13 15,0 0 7-15,0 0-8 0,0 0 0 0,0 0 6 16,0 0-2-16,0 0-4 0,0 0 9 0,0 0-7 16,0 0 5-16,0 0-2 0,0 0-2 0,0 0 3 15,0 0-9-15,0 0 5 0,0 0 1 0,0 0-8 16,0 0 8-16,0 0-4 0,0 0 6 0,0 0-2 15,0 0-8-15,0 0 11 0,0 0-3 0,0 0 2 16,0 0-1-16,0 0-8 0,0 0 6 0,0 0-3 16,0 0-1-16,0 0-5 0,0 0 3 0,0 0 1 15,0 0-1-15,0 0 2 0,0 0 3 0,0 0-4 16,0 0 8-16,0 0-2 0,0 0-5 16,0 0-2-16,0 0 4 0,0 0-5 0,0 0-3 0,0 0 0 15,0 0-13-15,0 0 8 0,0 0-6 0,0 0-2 16,0 0-5-16,0 0-2 0,0 0-8 0,0 0-6 15,-3-11-5-15,3 11-39 0,0 0-99 0,0 0 44 16</inkml:trace>
  <inkml:trace contextRef="#ctx0" brushRef="#br0" timeOffset="-173206.86">7104 7557 20 0,'5'-10'28'0,"1"-1"-7"0,3-3 0 16,2-1-1-16,-1-2-4 0,0 0 1 0,4-2-2 15,0-2-8-15,1-1 4 0,-4 4-4 0,3-2-1 16,-1-3 2-16,1 1-9 0,1 0 2 0,-2-1-6 15,2 1-1-15,0-1 3 0,1-3-6 0,-1 0 7 16,4-1-5-16,-2 2-5 0,1-1 1 16,1 0-13-16,0-3-26 0,0 0 12 0</inkml:trace>
  <inkml:trace contextRef="#ctx0" brushRef="#br0" timeOffset="-158994.04">8006 15066 17 0,'0'0'60'0,"0"0"-8"16,0 0-2-16,0 0 1 0,0 0-11 0,0 0-1 15,0 0-2-15,0 0-7 0,0 0 2 0,0 0-3 16,0 0-3-16,0 0-1 0,0 0-5 0,0 0-7 16,0 0 0-16,0 0-11 0,0 0 2 0,0 0-16 15,0 0-7-15,0 0-4 0,0 0-1 0,0 0-4 16,-9-22-9-16,9 22-3 0,-4-7-20 0,4 7-64 15,-5-6 28-15</inkml:trace>
  <inkml:trace contextRef="#ctx0" brushRef="#br0" timeOffset="-157022.62">7946 6768 4 0,'0'0'9'0,"0"0"0"16,0 0-1-16,0 0 1 0,0 0 1 16,0 0-6-16,0 0-2 0,0 0 2 0,0 0-3 15,0 0 1-15,0 0 0 0,9-16 2 0,-9 16-5 16,0 0 1-16,0 0 0 0,0 0-2 0,3-7 1 15,-3 7 4-15,0 0-3 0,0 0 3 0,0 0-5 0,0 0 7 16,1-8-2-16,-1 8 5 0,0 0 5 16,0 0 1-16,0 0 4 0,0 0-4 0,0 0 1 15,0 0 4-15,0 0-3 0,0 0 1 0,0 0-4 16,0-9 4-16,0 9-7 0,0 0 7 0,0 0-6 16,0 0 2-16,0 0-3 0,0 0 7 0,0 0-9 15,0 0 8-15,0 0 1 0,0 0 6 0,0 0 2 16,0 0 1-16,0 0 2 0,0 0 0 0,0 0-2 15,0 0 2-15,0 0 15 0,0 0-24 0,0 0 2 16,0 0-5-16,0 0 3 0,0 0-7 0,0 0 4 16,0 0 13-16,0 0-14 0,0 0-11 0,0 0 6 15,0 0-2-15,0 0-4 0,0 0 0 0,0 0 10 16,0 0-6-16,0 0 1 0,0 0-7 0,0 0 11 16,0 0-12-16,0 0 1 0,0 0-5 0,0 0 7 15,0 0 1-15,0 0-1 0,0 0 12 0,0 0-19 16,0 0 4-16,0 0-1 0,0 0 3 0,0 0 2 15,0 0-3-15,0 0-1 0,0 0 2 0,0 0-6 16,0 0 3-16,0 0 0 0,0 0 1 0,0 0 1 16,0 0-5-16,0 0 6 0,0 0-3 0,0 0-3 15,0 0 12-15,0 0-14 0,0 0 0 0,0 0-5 16,0 0-13-16,0 0 6 0,0 0-8 0,0 0-14 16,0 0-3-16,0 0-10 0,0 0-7 0,0 0-38 15,0 0-105-15,0 0 48 0</inkml:trace>
  <inkml:trace contextRef="#ctx0" brushRef="#br0" timeOffset="-156757.25">7940 6737 29 0,'0'0'53'16,"0"0"-9"-16,0 0-11 0,0 0-13 0,0 0-14 15,0 0-9-15,0 0-15 0,0 0-10 0,0 0-29 16,-3 7 12-16</inkml:trace>
  <inkml:trace contextRef="#ctx0" brushRef="#br0" timeOffset="-156469.04">7944 6721 15 0,'0'0'41'0,"0"0"-3"16,0 0 3-16,0 0-7 0,0 0-4 15,0 0-1-15,0 0-5 0,0 0 1 0,0 0-4 0,0 0-4 16,0 0 0-16,0 0-8 0,0 0-3 15,0 0-7-15,0 0-5 0,0 0-13 0,0 0-4 16,0 0-5-16,0 0-17 0,0 0-49 0,0 0 21 0</inkml:trace>
  <inkml:trace contextRef="#ctx0" brushRef="#br0" timeOffset="-152715.15">7481 7082 8 0,'0'0'1'16,"9"-12"1"-16,-4 6 1 0,5-2 4 0,-1-1-3 15,-1 0-9-15,-2 2 7 0,4-3 0 0,-2 1 0 16,1-1-4-16,4-2 0 0,-5 3 2 16,1-2 2-16,1 2 0 0,-3-1-2 0,4 0 0 0,0-4 4 15,-2 5 4-15,1-3-7 0,2 1 7 16,-2-1-6-16,-1 2-1 0,2 1 2 0,0 2-8 0,2-6 4 15,-2 4-8-15,-2 1 12 0,1 1-5 0,0-2 0 16,-1 0-1-16,2 0-3 0,-1 4-6 16,-1-2 3-16</inkml:trace>
  <inkml:trace contextRef="#ctx0" brushRef="#br0" timeOffset="-151326.97">8103 6541 2 0,'9'-10'7'0,"0"3"-2"0,-1 0-5 15,2 0 4-15,0-1 5 0,-2-1-6 0,1 2 5 0,-1-3-2 16,0 3-2-16,0-2 4 0,3 3-1 0,-4-2 0 16,2-1 0-16,-1 1 2 0,-1 0-4 0,4 1 2 15,-4-1-3-15,0 1 0 0,0-1 3 16,2 1-1-16,-1-2-1 0,-2 2-2 0,3-1-1 15,1-1 3-15,-1 1 6 0,-2 2-7 0,3-2 4 0,-1 1-3 16,-1-2-1-16,-1 2-1 0,3-2 3 0,0 1-3 16,-1 1-1-16,-1-2 5 0,0 1-1 15,0 0-5-15,0 1 4 0,2 0-1 0,-3-2 1 16,1 3 0-16,1-3-2 0,0 3-1 0,-1-2 1 16,1 0 1-16,-3 2-7 0,1-2 9 0,1 1-3 15,-1-2 1-15,-1 2-3 0,2 1 5 0,-1 1 1 16,2-3-1-16,-1 2 1 0,1-1 2 0,-3 2 6 15,2-3-6-15,0 2 5 0,0-1-2 0,0 1 2 0,0-3-1 16,-2 4-4-16,3-2 0 0,-2 0 10 16,-1 2 4-16,-1 1 9 0,0 0 1 0,2 0-1 15,-7 4-3-15,7-6-6 0,-3 3 0 0,0-2-3 16,2 2 0-16,3-4-1 0,0 1-3 0,-1-1 7 0,3-1-7 16,-2 3-4-16,2-1-5 0,1 0 3 15,0 0 2-15,2-4 2 0,-3 4 0 0,5-4 2 16,-1 3 1-16,-1-3 6 0,-2 2-5 0,-1 3-5 15,-1-3 7-15,2 1-1 0,-3 1-14 0,0-1 16 16,-3 1 7-16,4 0-11 0,-3 0 3 0,-2 1-1 0,0 2 6 16,1-1-5-16,-1 1 13 0,-1-3-18 15,-4 6-13-15,9-8 13 0,-5 3-12 0,1 1 5 16,-5 4-3-16,10-6 5 0,-6 1-1 0,1 1 0 16,-5 4 2-16,11-7-12 0,-5 4 10 0,-1-1-5 15,2 0-1-15,-1-4-5 0,0 5 7 0,4-3-2 0,-1-1 2 16,1-1-7-16,0 0 8 0,0 1-7 15,-1-1 0-15,1-1 6 0,0 2-2 0,2-4 5 0,2 1-3 16,-5 1 5-16,0 2-7 0,2-2 8 16,-2 0-10-16,4-2 3 0,0 3 5 0,0-2-10 15,-1 0 10-15,0-1-12 0,-1 4 1 0,-1-2 1 0,-1 2 1 16,3-4-6-16,-2 2 16 0,-1 0-2 16,0 3-11-16,2-2-2 0,-1 0 5 0,-1 1 0 15,1 1 0-15,-1-1 0 0,-2 2 3 0,1-1-4 16,1 0-1-16,-1 1 12 0,-1-2-19 0,1 1 2 15,1 0 8-15,-1 0-4 0,1 2 4 0,1-3 4 0,-3 2-7 16,2-2-2-16,0 0 2 0,3 3 0 0,-3-2 0 16,1 0-5-16,1 2 7 0,0-1 1 15,-1-2-7-15,1 1 7 0,0 1-9 0,-1-1-5 16,0 1 14-16,-1-1 2 0,1 1 2 0,0-1-7 16,-1 3 10-16,3-3-31 0,-2-1 27 0,-1 1-10 0,0 0 16 15,1 1-9-15,0-1-3 0,-2-1-1 0,2 2 8 16,-1-2-16-16,0 4 13 0,3-4 3 15,-2 1-9-15,0 2-7 0,2-3 6 0,-3 2 7 16,0-2-6-16,0 0-15 0,1 2 19 0,-3-1-7 16,1 0 9-16,2 1 1 0,-3 0-7 0,0 1 6 15,1-2-1-15,0 2 0 0,-1-2-1 0,0 2-14 0,-2 1 20 16,1-2-12-16,1 1 8 0,-2 0-1 0,0 1-10 16,1-1 10-16,0-1-7 0,-1 1 6 15,1 0 0-15,-6 4-3 0,8-8 0 0,-5 4 1 16,3 1 4-16,-6 3-7 0,6-6 3 0,0 3-2 15,-6 3 4-15,5-8-4 0,-5 8 8 0,9-5-7 0,-6 2 1 16,-3 3 0-16,6-8 3 0,-6 8-7 16,5-4 7-16,-5 4-8 0,8-5 5 0,-4 2-3 15,-4 3 2-15,8-5 2 0,-8 5-1 0,5-5-2 16,-5 5 0-16,9-4 7 0,-9 4-9 0,9-6 9 16,-6 3 2-16,-3 3-6 0,7-5 9 0,-7 5 8 0,5-5-6 15,-5 5 8-15,9-6-12 0,-5 3 0 0,1-1-5 16,-5 4 5-16,6-7-3 0,-6 7 11 0,7-6-8 15,-7 6 1-15,8-5 1 0,-2 1 0 16,-6 4-4-16,9-6 6 0,-3 4-3 0,0-2-6 16,-1 0 6-16,2 0-6 0,-1 1 11 0,2 0-6 15,2-1-7-15,-3 2 2 0,-1-2 2 0,0 1 5 0,2 0-5 16,-8 3 17-16,12-6-16 0,-9 4 1 0,3-2 1 16,-6 4 0-16,8-5 1 0,-8 5-8 0,8-3 13 15,-8 3-1-15,4-4 4 0,-4 4 1 16,0 0-6-16,6-3-4 0,-6 3 9 0,0 0-13 15,6-4 4-15,-6 4 3 0,0 0-8 0,7-4 4 16,-7 4 2-16,0 0-1 0,6-3 2 0,-6 3-11 0,0 0 7 16,0 0-2-16,7-4 3 0,-7 4-4 15,0 0 1-15,5-4 2 0,-5 4 6 0,0 0 3 16,0 0-11-16,0 0 1 0,5-4 1 0,-5 4 0 16,0 0 6-16,0 0 9 0,0 0-4 0,0 0-4 0,0 0 5 15,3-6-3-15,-3 6 1 0,0 0-3 0,0 0-1 16,0 0 0-16,0 0 0 0,0 0-10 15,0 0 8-15,0 0-2 0,0 0 0 0,0 0-2 16,0 0-24-16,0 0-27 0,0 0-15 0,0 0-25 16,0 0-28-16,0 0-106 0,0 0-240 0,0 0 106 15</inkml:trace>
  <inkml:trace contextRef="#ctx0" brushRef="#br0" timeOffset="-148669.25">7959 6696 9 0,'0'0'10'15,"0"0"4"-15,0 0 15 0,0 0 11 0,0 0-14 16,-8 23 0-16,8-23 3 0,-5 9 4 0,3-5-5 0,2-4-3 16,-6 10-3-16,4-4 4 0,-1 0 0 0,1-1-3 15,2-5 4-15,-8 11-9 0,6-7 4 16,-1 3-10-16,-1-2 1 0,4-5 1 0,-6 7 2 15,6-7 2-15,-3 8-3 0,3-8 11 0,0 0 12 0,-2 5 18 16,2-5 8-16,0 0 0 0,0 0 8 0,0 0-4 16,0 0 2-16,0 0-5 0,0 0-11 15,0 0-4-15,0 0-7 0,0 0-3 0,0 0-7 16,-9-17 17-16,9 17-22 0,0-11-4 0,0 11-3 16,0 0-3-16,0-10 1 0,0 10-1 0,1-11-5 0,-1 11 1 15,1-7 18-15,-1 7-24 0,0 0-1 0,2-13 3 16,-2 13-2-16,2-6-5 0,-2 6 2 0,0 0-4 15,1-9 1-15,-1 9 0 0,0 0 4 16,0 0-1-16,0 0-6 0,0 0 5 0,0 0-7 16,0 0 3-16,0 0 1 0,0-9-5 0,0 9 0 0,0 0 6 15,0 0-8-15,0 0-4 0,0 0 7 16,0 0 0-16,0 0-2 0,0 0 2 0,0 0 1 0,0 0-4 16,0 0 1-16,11 16-2 0,-11-16 0 15,2 9 6-15,-1-5-1 0,-1-4 3 0,3 9-6 0,0-3 4 16,-3-6 0-16,1 11 0 0,-1-11-1 0,2 6 4 15,-2-6-8-15,2 8 4 0,-2-8 2 0,2 6 0 16,-2-6 0-16,0 0 0 0,4 5 2 0,-4-5 4 16,0 0-1-16,0 0 4 0,0 0 4 0,0 0 5 15,0 0 7-15,0 0 3 0,0 0 1 0,0 0 0 16,0 0 0-16,0 0-5 0,0 0 1 16,0 0 1-16,0 0 0 0,0 0-3 0,4-19-4 0,-4 19-1 15,0 0-3-15,0-7 1 0,0 7-5 16,0 0-2-16,1-10-1 0,-1 10 2 0,0 0-5 0,0 0 2 15,0-7-1-15,0 7-3 0,0 0-4 0,0 0 0 16,0 0-2-16,0 0 1 0,0 0 0 0,0 0 3 16,0 0-5-16,0 0 11 0,0 0-5 0,0 0-1 15,0 0-4-15,0 0 0 0,0 0 2 0,0 0 2 16,0 26-6-16,0-26 4 0,0 0-1 0,0 0 5 16,0 0 1-16,0 0 0 0,0 0 2 0,1 6 4 15,-1-6 0-15,0 0 1 0,0 0 5 0,0 0 7 16,0 0-6-16,0 0 16 0,0 0-21 0,0 0 4 15,0 0-4-15,0 0-2 0,-3-28 1 0,3 28 1 16,0-9-2-16,0 9 1 0,-2-8 8 0,2 8-12 16,0 0 0-16,0-10-1 0,0 10-4 0,0 0-5 15,0 0-33-15,0 0-23 0,0 0-13 0,0 0-26 16,0 0-44-16,0 0-153 0,0 0-319 0,-2 27 140 16</inkml:trace>
  <inkml:trace contextRef="#ctx0" brushRef="#br0" timeOffset="-140899.02">7933 15073 66 0,'0'0'68'0,"0"0"-2"0,0 0-7 0,0 0-6 15,0 0 1-15,0 0-3 0,0 0-7 0,0 0-2 16,0 0-4-16,0 0 4 0,0 0-3 0,0 0 0 16,0 0-5-16,0 0-5 0,0 0-5 0,0 0-4 15,0 0 0-15,0 0-2 0,0 0 3 16,0 0-8-16,0 0-14 0,0 0-25 0,0 0-27 16,0 0-74-16,0 0-137 0,0 0 60 0</inkml:trace>
  <inkml:trace contextRef="#ctx0" brushRef="#br0" timeOffset="-133631.15">16390 10529 48 0,'0'0'82'16,"-5"-5"-9"-16,5 5-5 0,0 0-3 0,0 0-16 0,0 0 1 16,0 0-7-16,0 0-13 0,0 0-13 0,0 0-26 15,0 0-21-15,0 0-12 0,0 0-32 0,0 0-81 16,0 0 36-16</inkml:trace>
  <inkml:trace contextRef="#ctx0" brushRef="#br0" timeOffset="-133076.08">17738 10459 24 0,'0'0'43'0,"0"0"-6"16,0 0-5-16,0 0-10 0,0 0-14 0,0 0-14 16,0 0-8-16,0 0-11 0,0 0-26 0,0 0 12 15</inkml:trace>
  <inkml:trace contextRef="#ctx0" brushRef="#br0" timeOffset="-132070.16">17783 10503 2 0,'0'0'14'0,"0"0"-17"15,0 0-3-15,0 0 1 0</inkml:trace>
  <inkml:trace contextRef="#ctx0" brushRef="#br0" timeOffset="-127049.09">7311 10761 8 0,'0'0'15'0,"0"0"-2"0,0 0 1 0,0 0 3 16,0 0-3-16,0 0 5 0,0 0 2 15,0 0-2-15,0 0 7 0,0 0-7 0,0 0-2 16,0 0 1-16,0 0-2 0,0 0-3 0,0 0 3 16,0 0-1-16,0 0-5 0,0 0-3 0,0 0 2 15,0 0 0-15,0 0-5 0,0 0 3 0,0 0-1 16,0 0-4-16,0 0 4 0,0 0-3 0,0 0 2 15,0 0 0-15,0 0 4 0,0 0-5 0,0 0 1 16,0 0-2-16,0 0 1 0,0 0-1 0,0 0-2 16,0 0-1-16,0 0-2 0,-3-12 0 0,3 12 4 15,0 0-4-15,0 0 4 0,0 0-2 0,0 0 0 16,0 0-2-16,0 0 2 0,0 0 4 0,0 0-1 16,0 0-2-16,0 0-1 0,0 0-2 0,0 0 6 15,-3-9-2-15,3 9 3 0,0 0-6 0,0 0 1 16,0 0 0-16,0 0 0 0,0 0-1 0,0 0 2 15,0 0-1-15,0 0-2 0,0 0 2 0,0 0 1 0,0 0 0 16,0 0-2-16,0 0 6 0,0 0-4 0,0 0 2 16,-3-5-4-16,3 5-3 0,0 0 6 15,0 0 1-15,0 0-3 0,0 0-1 0,0 0-1 0,0 0 1 16,0 0 3-16,0 0-3 0,0 0-2 0,0 0 2 16,0 0 2-16,0 0-1 0,0 0-1 0,0 0 1 15,0 0-2-15,0 0 5 0,0 0-3 16,0 0 7-16,0 0-7 0,0 0-2 0,0 0 1 0,0 0-2 15,0 0 0-15,0 0 3 0,0 0 1 16,0 0 1-16,0 0-2 0,0 0-2 0,0 0 4 16,0 0-2-16,0 0-1 0,0 0-1 0,0 0 0 15,0 0-1-15,0 0 2 0,0 0-5 0,0 0 7 16,0 0-2-16,0 0 3 0,0 0 0 0,0 0-8 0,0 0 8 16,0 0-2-16,0 0-5 0,0 0 3 0,0 0 1 15,0 0-2-15,0 0-3 0,0 0-2 0,-8 18 5 16,8-18-5-16,0 0-1 0,-1 8 1 0,1-8-1 15,-1 8 3-15,1-8-4 0,0 9 2 0,0-9-4 16,0 0 3-16,0 13 1 0,0-13 0 0,0 12-3 16,-2-8 0-16,2-4 3 0,-1 11 1 0,-1-5 1 15,2-6-7-15,0 13 1 0,-2-5-3 0,2-8-3 16,-2 14-9-16,1-6-29 0,-1-1 14 16</inkml:trace>
  <inkml:trace contextRef="#ctx0" brushRef="#br0" timeOffset="-117439.49">6718 13381 4 0,'6'-9'6'0,"-2"3"0"0,0 2-3 15,0-3 0-15,-4 7 0 0,5-9 0 0,-2 3-3 16,0 0 2-16,-3 6 0 0,7-9 0 0,-3 5 0 16,1 0 2-16,-2-1-2 0,-3 5-1 0,6-9 1 15,-4 4-2-15,2 0 0 0,-4 5-3 0,8-10 6 16,-4 4 1-16,-1 0-4 0,1 1 4 0,0-2-4 15,-4 7-2-15,8-9 4 0,-4 4 1 0,1 0-4 16,1 0 3-16,-2 0-3 0,1 1 1 0,-5 4 3 16,8-9-2-16,-4 6 0 0,-1-2-1 0,2 0-1 15,-5 5 2-15,7-9-3 0,-5 6 2 0,-2 3 5 16,7-9-2-16,-7 9-1 0,4-7 2 0,-4 7-7 16,6-10 7-16,-6 10-5 0,6-8 1 0,-3 5-1 15,-3 3 1-15,0 0 1 0,6-11-1 0,-6 11 3 16,7-7-3-16,-7 7 5 0,5-7-5 0,-5 7 0 15,0 0-3-15,6-10 11 0,-6 10-10 16,0 0 2-16,7-9-1 0,-7 9-1 0,3-8 0 0,-3 8 2 16,0 0 1-16,7-9-2 0,-7 9 3 0,0 0 0 15,6-7-1-15,-6 7 7 0,0 0-6 0,4-8 0 16,-4 8-3-16,0 0 4 0,0 0-2 0,5-8 1 16,-5 8 5-16,0 0-7 0,0 0 0 0,0 0 3 15,6-8-5-15,-6 8 4 0,0 0-1 16,0 0 0-16,0 0 3 0,7-6 0 0,-7 6 6 0,0 0-7 15,0 0-1-15,0 0 5 0,0 0-2 0,4-9 4 16,-4 9-2-16,0 0 3 0,0 0-7 0,0 0 0 16,4-11 1-16,-4 11 0 0,0 0 2 0,5-7 0 15,-5 7 5-15,0 0-7 0,7-7-3 0,-7 7 5 16,0 0-3-16,7-8 2 0,-7 8 5 16,0 0-3-16,7-8-3 0,-7 8-3 0,6-4 1 15,-6 4 0-15,0 0 0 0,6-7-1 0,-6 7 3 16,0 0 0-16,0 0-4 0,0 0 0 0,0 0 6 15,6-7-6-15,-6 7 3 0,0 0-3 0,0 0 5 0,0 0-4 16,0 0 2-16,0 0 0 0,0 0-1 0,8-6-2 16,-8 6 3-16,0 0-1 0,0 0-1 15,0 0-3-15,5-7 1 0,-5 7 3 0,0 0-4 16,0 0 5-16,7-7-5 0,-7 7 0 0,0 0 2 16,0 0 6-16,7-7-8 0,-7 7 7 0,0 0-5 15,0 0 4-15,6-8-9 0,-6 8 13 0,0 0-8 16,0 0-2-16,0 0 3 0,0 0 2 0,0 0-5 15,0 0 3-15,0 0-5 0,0 0 11 0,0 0-7 16,0 0-3-16,4-8 0 0,-4 8 3 0,0 0-2 16,0 0 1-16,0 0-1 0,0 0 5 0,0 0-3 15,0 0-2-15,7-7 4 0,-7 7-4 0,0 0 2 16,0 0 1-16,0 0 4 0,0 0-8 0,0 0 4 16,0 0 0-16,0 0-4 0,0 0 0 0,4-2 1 15,-4 2 8-15,0 0-7 0,0 0 1 0,0 0-2 16,0 0 3-16,0 0-6 0,0 0 5 0,0 0 0 15,0 0 3-15,0 0-4 0,0 0-1 0,0 0-2 16,0 0 2-16,0 0 3 0,0 0-7 0,0 0-1 16,0 0-1-16,0 0-4 0,0 0-1 0,0 0-4 15,0 0-22-15,0 0-42 0,0 0 20 0</inkml:trace>
  <inkml:trace contextRef="#ctx0" brushRef="#br0" timeOffset="-116017.22">7062 12955 5 0,'0'0'25'0,"-3"-22"2"0,3 22-5 0,0 0 1 16,0 0-2-16,0 0-4 0,0 0-2 0,0 0 3 15,0 0-4-15,0 0 7 0,0 0-5 0,0 0 4 16,0 0-10-16,0 0 2 0,0 0-2 0,0 0-2 16,0 0 0-16,0 0 2 0,0 0-4 0,0 0 6 0,0 0-4 15,0 0 1-15,0 0 0 0,0 0 10 0,0 0-7 16,0 0 2-16,0 0 0 0,0 0-4 15,0 0 4-15,0 0-4 0,0 0 8 0,0 0-9 16,0 0 3-16,0 0-4 0,0 0 1 0,0 0 2 16,0 0 3-16,0 0-5 0,0 0 2 0,0 0 3 15,0 0-5-15,0 0 2 0,0 0-1 0,0 0 7 16,0 0-7-16,0 0 1 0,0 0 0 0,0 0 0 16,0 0-2-16,0 0-2 0,0 0 6 0,0 0-7 15,0 0 1-15,0 0-8 0,0 0 2 0,0-16 2 16,0 16 5-16,0 0-7 0,0 0 0 0,0 0 6 15,0 0-4-15,0 0-2 0,0 0 1 0,0 0 1 16,0 0 4-16,0 0-7 0,0 0-3 0,0 0 4 16,0 0 2-16,0 0 7 0,0 0-12 0,0 0-3 15,0 0 2-15,0 0 2 0,0 0 2 0,0 0-1 16,0 0 3-16,0 0-3 0,0 0 3 0,0 0 0 16,0 0 2-16,0 0-2 0,0 0-2 0,0 0 1 15,0 0 3-15,0 0-5 0,0 0 0 0,0 0 1 16,0 0 2-16,0 0-4 0,0 0 13 0,0 0-23 15,0 0 0-15,0 0-1 0,0 0 2 0,0 0-2 16,0 0-1-16,0 0 6 0,0 0 0 0,0 0-5 16,0 0 5-16,0 0 4 0,0 0-2 0,0 0-2 15,0 0 3-15,0 0 7 0,0 0-7 0,0 0 2 16,0 0 0-16,0 0 0 0,0 0-3 0,0 0 0 16,0 0 4-16,0 0-1 0,0 0 2 0,13-3-7 15,-13 3 4-15,0 0-2 0,0 0-1 0,8-5 6 16,-8 5-2-16,0 0 5 0,0 0-7 15,0 0 3-15,0 0-2 0,0 0 0 0,10-2 3 16,-10 2 9-16,0 0-10 0,0 0-2 0,0 0 7 0,0 0 8 16,0 0-5-16,0 0 1 0,0 0-3 0,0 0-1 15,0 0 5-15,0 0 2 0,0 0 3 16,0 0-3-16,0 0 1 0,0 0 1 0,0 0 1 16,0 0 0-16,0 0 5 0,3-10-3 0,-3 10 10 15,0 0-2-15,0 0 11 0,0 0-8 0,0 0 1 16,0 0-3-16,0 0 7 0,0 0-13 0,0 0 18 15,0 0-20-15,0 0 4 0,0 0-3 0,0 0 1 0,0 0-4 16,0 0 1-16,0 0-9 0,0 0 5 0,0 0-1 16,-6-17-4-16,6 17-6 0,0 0 4 15,0 0-7-15,0 0 4 0,0 0-3 0,0 0 3 16,0 0-4-16,0 0 14 0,0 0-18 0,0 0 9 16,0 0-14-16,0 0 3 0,0 0 3 0,0 0 9 15,0 0-7-15,0 0 0 0,0 0-2 0,0 0 12 0,0 0-12 16,0 0 1-16,0 0-1 0,0 0 7 15,0 0-8-15,0 0 0 0,0 0 5 0,0 0-1 16,0 0 0-16,0 0-4 0,0 0 4 0,0 0 5 16,0 0-4-16,0 0 1 0,0 0 2 0,0 0-1 15,0 0 0-15,0 0 4 0,0 0-7 0,0 0 3 16,0 0 1-16,0 0-3 0,0 0-2 0,0 0-1 0,0 0 8 16,0 0-1-16,0 0-6 0,0 0 3 0,0 0-1 15,0 0-3-15,0 0 4 0,0 0 2 16,0 0-8-16,0 0 12 0,0 0-6 0,0 0-1 15,0 0-1-15,0 0 3 0,0 0 2 0,0 0-1 16,0 0-2-16,0 0-6 0,0 0 3 0,0 0 3 16,0 0 5-16,0 0-7 0,0 0 0 0,0 0-5 15,0 0 2-15,0 0 5 0,0 0 2 0,0 0-7 16,0 0 5-16,0 0-3 0,0 0-4 0,0 0 10 16,0 0-7-16,0 0 4 0,0 0-3 0,0 0 2 15,0 0-3-15,0 0 4 0,0 0-5 0,-9 29 1 16,9-29-2-16,0 0 4 0,0 0 0 0,0 0-5 15,0 0 2-15,0 0 7 0,-2 8-2 0,2-8 1 16,0 0-1-16,0 0-5 0,0 0 4 0,0 0-1 16,0 0-3-16,-2 11 5 0,2-11-1 0,0 0 0 15,0 0 31-15,0 0-13 0,0 0-27 0,3 15 7 16,-3-15-22-16,1 7-2 0,-1-7-3 0,0 0-11 16,2 19-5-16,-2-9-11 0,0-10 0 0,1 19-10 15,-1-9-55-15,0 1-130 0,-1 4 58 0</inkml:trace>
  <inkml:trace contextRef="#ctx0" brushRef="#br0" timeOffset="-97804.14">8257 6635 4 0,'0'0'26'0,"0"0"1"0,0 0-8 0,-18-3 3 15,18 3-5-15,0 0-9 0,0 0-7 0,-12 7-22 16,12-7-23-16,-9 8 10 0</inkml:trace>
  <inkml:trace contextRef="#ctx0" brushRef="#br0" timeOffset="-96319.02">5804 6576 11 0,'0'0'11'0,"0"0"-1"0,0 0-6 0,0 0 3 16,0 0-4-16,0 0 3 0,0 0-1 0,0 0-1 16,0 0-1-16,0 0 0 0,0 0 6 0,0 0-7 15,0 0 3-15,0 0-5 0,0 0 1 0,0 0-1 16,0 0 6-16,0 0-8 0,0 0 5 0,0 0-2 16,0 0 0-16,0 0-2 0,0 0 1 0,0 0-2 15,0 0 1-15,0 0 2 0,0 0-1 0,0 0 2 16,0 0-2-16,0 0-1 0,0 0 1 0,0 0 1 15,0 0 0-15,0 0 1 0,0 0 0 0,0 0-1 16,0 0 6-16,9-16-3 0,-9 16 3 0,0 0 0 16,0 0 1-16,0 0 0 0,0 0-1 0,0 0-1 15,0 0-1-15,0 0 2 0,0 0-2 0,0 0 3 16,0 0-5-16,0 0 5 0,0 0 0 0,0 0 2 16,0 0-4-16,0 0-2 0,0 0-4 0,0 0 3 15,0 0 0-15,0 0 1 0,0 0-2 0,0 0-2 16,0 0 1-16,0 0 0 0,0 0 2 0,0 0-2 15,0 0 1-15,0 0-2 0,0 0 1 0,0 0-1 16,0 0-1-16,0 0 2 0,0 0 1 0,0 0 3 16,0 0-4-16,0 0-1 0,0 0-1 0,0 0 3 15,0 0 2-15,0 0-4 0,0 0-3 0,0 0 6 16,0 0-4-16,0 0 1 0,0 0 4 0,0 0 2 16,0 0-5-16,0 0 1 0,0 0-3 0,0 0 2 15,3-7-1-15,-3 7-1 0,0 0 4 0,0 0-2 16,0 0 1-16,0 0-2 0,0 0 3 0,0 0-6 15,0 0 4-15,0 0 0 0,0 0-4 0,0-10 1 16,0 10 1-16,0 0 1 0,0 0-2 0,0 0 2 16,0 0 1-16,0 0-2 0,0 0 8 0,0-8-10 15,0 8-1-15,0 0 3 0,0 0 0 0,0 0 2 16,0 0 2-16,0 0-4 0,0 0-1 0,0 0 2 16,0 0 2-16,0 0-5 0,0 0 0 0,0 0 2 15,0 0 1-15,0 0 1 0,0 0-4 0,0 0 4 16,0 0-2-16,0 0 3 0,0 0 2 0,0 0-7 15,0 0 3-15,0 0-1 0,0 0 0 0,0 0 0 16,0 0-2-16,0 0 5 0,0 0-3 0,0 0 5 16,0 0-4-16,0 0 5 0,0 0-2 0,0 0-5 15,0 0 6-15,0 0-5 0,0 0 4 0,0 0-6 16,0 0 2-16,0 0 5 0,0 0-7 0,0 0 1 16,0 0-1-16,0 0 0 0,0 0 7 0,0 0-4 15,0 0 6-15,0 0-8 0,0 0-1 0,0 0 0 16,0 0 1-16,0 0-1 0,0 0-3 0,0 0 3 15,0 0-6-15,0 0 2 0,0 0 2 0,0 0-5 16,0 0 6-16,0 0-6 0,0 0 4 0,0 0-2 16,0 0-1-16,0 0-7 0,0 0 1 0,0 0-10 15,0 0-25-15,0 0 11 0</inkml:trace>
  <inkml:trace contextRef="#ctx0" brushRef="#br0" timeOffset="-84447.77">6839 15345 59 0,'0'0'140'0,"0"0"-4"0,0 0-9 0,0 0-7 0,-5-8-15 15,5 8-16-15,0 0-10 0,0 0-3 0,0 0-15 16,0 0-6-16,0 0-2 0,0 0-13 0,0 0-1 15,0 0-5-15,0 0 3 0,17 20-3 16,-11-11-2-16,2 2-3 0,1 3 4 0,2-3 1 16,0 5-5-16,-1-5-1 0,1 4-5 0,-2-4 6 15,2 2-4-15,-4-1-1 0,3-3-1 0,-3 0 0 16,-1 1-6-16,-1-1 0 0,3-1-1 0,-3 0-2 0,1-1-3 16,-2-2-1-16,0 1 3 0,-1-2 0 15,-3-4-3-15,7 7 2 0,-7-7-1 0,4 7 11 0,-4-7 5 16,3 3 13-16,-3-3-5 0,0 0 1 0,0 0-3 15,0 0-4-15,0 0 1 0,0 0-2 0,0 0-5 16,0 0 4-16,-7-27-10 0,7 18-4 16,-2-1-1-16,-2-1 1 0,1-2-2 0,0-3-4 15,0 5 1-15,0-7 3 0,0 1 0 0,-1 5-6 0,1-4 0 16,-1 6 1-16,1-7-1 0,-1 4-1 16,3 2 0-16,-2 0 2 0,0-2-1 0,3 13-3 0,-2-19-1 15,-1 10 1-15,3 9-2 0,-2-11 1 16,2 11-2-16,-3-11 2 0,3 11-7 0,0 0-12 15,0 0-16-15,-1-11-10 0,1 11-8 0,0 0-7 16,0 0-16-16,0 0-16 0,0 0-16 0,0 0-11 16,0 0-10-16,0 0-7 0,19 19-94 0,-19-19-248 15,13 12 110-15</inkml:trace>
  <inkml:trace contextRef="#ctx0" brushRef="#br0" timeOffset="-84198.63">7066 15396 15 0,'0'0'86'0,"6"9"4"0,-6-9 11 16,4 10-8-16,0-3-5 0,-1 2-1 0,1 3 3 15,3 2 0-15,-1-1-3 0,-1 3-6 0,2 1 4 16,-1 1-11-16,-1-1-6 0,3 3-4 0,-3-1-5 16,-1 0-5-16,-2-2-4 0,2 4-7 0,-1-4-1 15,-1-4-31-15,1-1 2 0,-1 4-1 0,1-5 5 16,1 1-3-16,-3-2-5 0,1-1-4 15,0-3 6-15,-1 1-9 0,-1-7-20 0,0 10-11 0,3-6-9 16,-3-4 0-16,0 0-25 0,3 9-14 0,-3-9-19 16,0 0-14-16,0 0-69 0,0 0-194 15,0 0 87-15</inkml:trace>
  <inkml:trace contextRef="#ctx0" brushRef="#br0" timeOffset="-83947.18">7106 15399 51 0,'-1'-12'75'0,"1"12"-9"16,0 0-3-16,1-14 13 0,-1 14-11 0,6-6 5 15,-6 6 1-15,9-9-14 0,-9 9-4 0,10-4-3 16,-10 4 20-16,0 0-6 0,15 2-6 0,-15-2-1 16,9 7-2-16,-9-7-6 0,8 12 3 0,-5-1-4 15,1-1-7-15,-4 3 6 0,0 0-9 0,-1 2-3 16,-2-3-7-16,2 5 4 0,-3-6-2 0,-1 1-6 15,3 1 0-15,-2-2-6 0,0 0 4 0,-1 0-8 16,1-2-1-16,0 1-6 0,-2-1-18 0,2 0-23 16,2-2-9-16,-1-3-58 0,3-4-122 0,-4 9-241 15,4-9 107-15</inkml:trace>
  <inkml:trace contextRef="#ctx0" brushRef="#br0" timeOffset="-83795.76">7258 15485 18 0,'0'0'49'0,"0"0"-30"16,0 0-34-16,0 0-16 0,0 0 9 0</inkml:trace>
  <inkml:trace contextRef="#ctx0" brushRef="#br0" timeOffset="-83645.13">7266 15580 26 0,'0'0'80'0,"0"0"-20"0,0 0-24 16,22-14-19-16,-18 11-25 0,-4 3-28 0,5-5-38 15,-5 5 18-15</inkml:trace>
  <inkml:trace contextRef="#ctx0" brushRef="#br0" timeOffset="-83259.13">7324 15345 50 0,'0'0'93'0,"-2"-14"-8"0,2 14 10 0,0 0 4 15,0 0-20-15,0 0 5 0,0 0-5 16,0 0-3-16,12 36 8 0,-4-23-14 0,-3 3-7 0,-2-3-7 15,1-1-1-15,0-2-4 0,3 2-5 0,-1-4-4 16,0 2-7-16,1-4-4 0,0 2-5 16,0-4-2-16,4-2-3 0,-11-2 3 0,17 2 1 15,-17-2-7-15,15-3 0 0,-15 3 0 0,14-10-8 16,-8 6 2-16,-6 4 2 0,11-14-4 0,-6 6 3 16,-5 8-1-16,4-16-1 0,-4 16-6 0,1-17-2 15,-1 17 8-15,0-20-12 0,0 20 10 0,-5-19 0 16,5 19-4-16,-3-16-4 0,3 16 6 0,-1-11 1 15,1 11-1-15,0 0-2 0,0 0-3 0,-4-14 2 16,4 14-1-16,0 0 14 0,0 0-8 0,0 0 11 16,0 0 4-16,11 41-1 0,-8-22-1 0,-1-1-4 15,2 1 3-15,0-2-7 0,-3 4 1 0,1-2-3 16,0-2 4-16,1-1-3 0,1 1-4 0,0 0 0 16,1 0 0-16,-1-3-32 0,-1 2-24 0,-2-3-49 15,-1-2-43-15,2 1-121 0,0-2-279 0,-1-1 123 16</inkml:trace>
  <inkml:trace contextRef="#ctx0" brushRef="#br0" timeOffset="-82912.25">7604 15320 17 0,'0'0'149'15,"0"0"-9"-15,0 0-8 0,0 0 1 0,0 0-15 16,0 0-3-16,12 42-12 0,-10-25-6 16,0-1-9-16,6 0-14 0,-4-1-2 0,0 3 0 15,-1-1-10-15,0-6-6 0,1 0-4 0,-2-1-6 0,5-1-4 16,-5-3-6-16,-1 1 1 0,-1-7-6 0,4 10 6 16,-2-6 5-16,-2-4 10 0,4 5 14 15,-4-5 2-15,0 0-1 0,0 0-11 0,0 0-5 16,0 0-6-16,3-17-7 0,1 8 0 0,-1-1-7 15,-1-2-2-15,3-4-7 0,-2 1 6 0,-1-3-7 16,2 2-2-16,0-3-6 0,0-6-4 0,0 6 0 16,-3 1-7-16,4 0-13 0,2 0-2 0,-5 7-2 15,2 1-16-15,-1 0-22 0,-3 10-43 0,3-11-25 16,-3 11-23-16,0 0-2 0,0 0-22 0,0 0-102 16,0 0-292-16,0 0 130 0</inkml:trace>
  <inkml:trace contextRef="#ctx0" brushRef="#br0" timeOffset="-82677.63">7303 15760 43 0,'5'-2'57'0,"2"-2"-11"15,-1 1-24-15,2-1-22 0,0 1-28 16,-8 3-31-16,12-7 14 0</inkml:trace>
  <inkml:trace contextRef="#ctx0" brushRef="#br0" timeOffset="-82517.08">7391 15777 51 0,'0'0'108'0,"0"0"-16"16,0 0-5-16,0 0-10 0,0 0-7 0,0 0-11 16,0 0-14-16,8 7-31 0,-8-7-21 0,10-3-27 15,-10 3-60-15,0 0-101 0,0 0 44 0</inkml:trace>
  <inkml:trace contextRef="#ctx0" brushRef="#br0" timeOffset="-63211.84">17528 10333 39 0,'0'0'37'15,"0"0"1"-15,0 0-5 0,0 0-8 0,0 0 4 16,0 0-2-16,0 0-6 0,0 0 1 0,0 0-1 15,0 0 7-15,0 0-7 0,0 0-3 0,0 0-3 16,0 0 0-16,0 0-7 0,0 0-8 0,0 0 15 16,0 0-4-16,0 0 6 0,0 0-4 0,0 0 3 15,0 0-5-15,0 0 1 0,0 0-3 0,0 0-6 16,0 0 5-16,0 0 1 0,0 0 0 0,0 0 4 16,0 0-9-16,0 0-6 0,0 0 6 0,0 0-4 15,0 0 11-15,0 0-6 0,0 0-5 0,0 0 2 16,0 0 1-16,0 0 0 0,0 0-4 0,0 0 3 15,0 0-2-15,0 0-6 0,0 0-2 0,0 0-10 16,0 0 2-16,0 0-16 0,0 0-12 0,0 0-31 16,0 0-82-16,-16 20 36 0</inkml:trace>
  <inkml:trace contextRef="#ctx0" brushRef="#br0" timeOffset="-40191.72">7023 12890 6 0,'0'0'14'16,"0"0"-3"-16,0 0 3 0,0 0-4 0,0 0-4 16,0 0 3-16,0 0-3 0,0 0-1 0,0 0-3 15,0 0 2-15,0 0-1 0,0 0-1 0,0 0 2 16,0 0-2-16,0 0-2 0,0 0 3 0,0 0-3 16,0 0 0-16,0 0 7 0,0 0-9 0,0 0 3 15,4 32-2-15,-4-32 3 0,-1 13-2 0,1-13-2 16,0 15 2-16,0-15 3 0,-1 16 0 0,1-16 2 15,-2 15-5-15,2-15 2 0,-1 15 7 0,-1-6-6 16,0 1 0-16,1 1 6 0,-2-1-6 0,3-10 5 16,-3 21-1-16,1-13 3 0,1 2-4 0,1-10 4 15,-1 20-6-15,-2-11 4 0,3 2-6 0,0-11 3 16,-1 19 5-16,0-7-9 0,1-2 6 0,0 2-1 16,-2 0-6-16,2 0 2 0,-1 1 1 15,1-1 0-15,-1 4-1 0,0-4 0 0,1 5 0 0,0-3 7 16,-2 1-4-16,2-2-1 0,2-2 1 0,-2 1 3 15,0 2-3-15,-2-4 3 0,2 4 5 0,0-2-5 16,0 1-5-16,-1-2 5 0,1 1-1 16,0-2 0-16,-1 1-2 0,1 0 5 0,0-11-5 15,0 21 0-15,0-11 2 0,0 0-2 0,0-2 1 16,0 2 2-16,0-10 0 0,0 20 1 0,0-11-7 16,0-9 8-16,0 21-4 0,1-11 1 0,-1-1-4 15,0-9 0-15,0 18-3 0,0-8 0 0,0 0 5 0,0-10 0 16,0 18 2-16,0-8-3 0,0-1-1 15,0-9-4-15,1 20 4 0,-2-11 4 0,1-9-7 0,-1 17 1 16,-1-8 2-16,0 1 0 0,2-10 0 16,-3 21-4-16,2-12 7 0,1 2-3 0,-1-1 5 15,1-10-9-15,0 25 2 0,-2-14 5 0,2 2 2 16,0-1-8-16,-1-1 1 0,1 2-1 0,-1-2 0 16,1 1 5-16,0 1-5 0,-1-2 3 15,1 2 2-15,0-3-7 0,0 2 2 0,0 0-3 0,-2-1 8 16,0-2-7-16,1 1 1 0,1-1 5 0,-2 0-2 15,2-1 4-15,-1 2-11 0,1-1 5 0,0-9-1 16,0 18 3-16,1-10-3 0,1 2 3 0,-2-3 0 16,1 3-2-16,-1-4-2 0,4 3 0 0,-3-1 0 15,0-1 0-15,0 3-3 0,2-4 3 0,0 0 7 16,-3 4-8-16,2-3 2 0,-2 1-1 0,3-2 1 16,-2 0 9-16,0 1-7 0,2 1 2 15,-3-8 0-15,1 13-4 0,0-5-1 0,-1-2 5 0,2 1-4 16,-1 1-4-16,-1-8 10 0,0 13-11 0,1-6 6 15,-1-7 2-15,-1 13 1 0,1-5 1 0,0-8-4 16,-3 10 1-16,3-3-2 0,0-7 1 0,-2 11 3 16,2-11-2-16,0 10-2 0,0-10 5 0,0 11-5 15,0-11 1-15,0 10 2 0,0-10-3 0,-1 9 2 16,1-9 10-16,0 11-12 0,0-11-3 0,0 8 1 16,0-8 0-16,0 9 2 0,0-9 4 15,-2 10-1-15,2-10 1 0,2 12-7 0,-2-4 5 0,0-8 1 16,-3 11-1-16,3-11-11 0,0 14-1 0,-1-8 1 15,1-6-3-15,0 11 0 0,0-11-12 0,0 10 11 16,0-10-5-16,0 12-1 0,0-4-3 0,0-8-2 16,0 13 0-16,1-6 3 0,-1 2-8 15,0 0-18-15,0 1-51 0,0 1 24 0</inkml:trace>
  <inkml:trace contextRef="#ctx0" brushRef="#br0" timeOffset="-39623.54">6972 14858 41 0,'-3'21'36'0,"-3"-4"-3"0,3 3 3 16,0-2-4-16,-1 1-4 0,-1-3-1 0,1 3-1 0,2-4-7 15,-1 1 1-15,2 0 0 0,1-4-1 0,-1 4-7 16,-1-4 8-16,4-1-14 0,-4 1 4 16,2-1 7-16,0 1-6 0,2-2-6 0,-4 4 5 15,4-5-9-15,-1 3 0 0,-1-1-11 0,0-2-6 16,1 3-13-16,-2-2-34 0,1 0-67 0,0 0 29 15</inkml:trace>
  <inkml:trace contextRef="#ctx0" brushRef="#br0" timeOffset="11917.57">15517 14963 18 0,'0'0'18'0,"0"0"3"0,0 0-4 15,0 0-3-15,0 0 2 0,0 0-8 0,0 0 6 16,0 0-3-16,0 0 1 0,0 0-3 0,0 0 0 16,0 0-3-16,0 0 1 0,0 0-1 0,0 0 5 15,0 0-6-15,0 0-5 0,0 0 3 0,0 0-2 16,0 0 0-16,0 0 0 0,0 0-1 0,0 0 3 16,0 0-3-16,0 0-1 0,0 0 0 0,0 0 0 15,0 0 1-15,0 0 1 0,0 0-1 0,0 0-1 16,0 0-2-16,0 0 0 0,0 0 2 0,0 0-1 15,0 0 2-15,0 0-4 0,0 0 1 0,0 0 1 16,0 0 0-16,0 0-1 0,0 0 1 0,0 0 1 16,0 0 2-16,0 0-4 0,0 0 2 15,0 0-4-15,0 0 9 0,0 0-7 0,0 0 3 0,0 0-1 16,0 0-3-16,0 0 8 0,0 0-3 0,0 0 0 16,0 0-3-16,0 0-1 0,0 0-2 0,0 0 7 15,0 0-7-15,0 0 8 0,0 0-2 0,0 0 0 16,0 0-1-16,0 0-1 0,-19-1-2 15,19 1 4-15,0 0 0 0,0 0-2 0,0 0 2 16,0 0 2-16,0 0-1 0,0 0-2 0,-6-4-3 16,6 4 3-16,0 0-2 0,0 0 1 0,0 0 0 15,0 0 0-15,0 0 0 0,0 0-2 0,0 0 3 0,0 0-2 16,0-10 3-16,0 10-2 0,0 0 4 16,0 0-2-16,0 0-5 0,0 0 7 0,0 0-6 15,0 0 1-15,0 0-1 0,0 0 2 0,0 0 2 16,0 0-4-16,0 0 4 0,0 0-2 0,0 0-2 15,0 0 2-15,0 0 0 0,0 0-3 0,0 0 6 16,0 0 2-16,0 0-4 0,0 0-5 0,0 0 2 16,0 0 1-16,12-4 3 0,-12 4 0 0,0 0-4 15,0 0 9-15,0 0-5 0,0 0-1 0,0 0-1 16,0 0-2-16,0 0 5 0,14 4-6 0,-14-4 3 16,0 0-3-16,0 0 2 0,0 0 1 0,0 0 1 15,0 0-1-15,0 0 2 0,0 0-5 0,0 0 6 16,0 0 1-16,0 0-1 0,0 0-2 0,0 0-2 15,0 0 5-15,0 0 0 0,0 0-2 0,0 0-2 16,0 0 3-16,0 0-2 0,0 0-2 0,0 0 2 16,0 0 1-16,0 0 0 0,0 0-2 15,0 0 5-15,0 0-4 0,0 0-3 0,0 0 1 0,0 0 3 16,0 0-2-16,1-8 2 0,-1 8-2 0,0 0 1 16,0 0 1-16,0 0-3 0,0 0-1 0,0 0 5 15,0 0-3-15,0 0 8 0,0 0-11 0,0 0 4 16,0 0-4-16,0 0 5 0,0 0-3 0,-9-11 1 15,9 11-1-15,0 0 6 0,0 0-8 16,0 0 0-16,0 0-1 0,0 0-7 0,0 0 1 16,0 0-6-16,0 0-16 0,0 0 8 0</inkml:trace>
  <inkml:trace contextRef="#ctx0" brushRef="#br0" timeOffset="26591.43">3100 4659 52 0,'-6'-8'99'0,"6"8"-11"15,-7-9-16-15,7 9 5 0,-4-5 1 0,4 5 7 16,-2-6-23-16,2 6-7 0,-5-6-3 0,5 6-7 16,0 0-11-16,0 0 8 0,0 0-18 0,0 0 6 15,0 0-1-15,0 0-6 0,0 0 1 0,0 0 1 16,0 0-10-16,26 15 1 0,-17-6-4 0,8 1 0 16,-5 1 9-16,-1 1-1 0,3 1-6 0,0-1-13 15,1 4 14-15,-2-3-9 0,1 1-5 0,-1-1 18 16,0 1-14-16,1-2 2 0,0 2 4 0,0-2-8 15,-6-3-4-15,3 3 2 0,-2-4 9 0,-1-1-2 16,-2 1-7-16,2-1 0 0,-2-1 13 0,-1-1 0 16,1 0-6-16,-1-2-3 0,-1 1-7 0,-4-4 7 15,8 7 2-15,-8-7 10 0,5 3 16 0,-5-3 34 16,0 0-3-16,0 0-4 0,0 0-3 0,9-12-8 16,-6 2-1-16,-2-6-6 0,3-2-7 0,-2-6-3 15,3 0 6-15,-2-2-9 0,-1-1-8 0,-2 0 0 16,2-3-4-16,-2 2 8 0,1 1-10 0,-1-2-10 15,-1 2 5-15,0 8-3 0,1 0 2 16,1 0-1-16,-2 2-3 0,0 5 1 0,-1-1-1 0,1 4-1 16,1 2-1-16,0 7-8 0,-2-12-16 0,2 12-27 15,0 0-13-15,0-10-17 0,0 10-1 0,0 0-9 16,0 0-8-16,0 0-17 0,5 30-13 16,-3-13-85-16,-1 2-228 0,1 6 102 0</inkml:trace>
  <inkml:trace contextRef="#ctx0" brushRef="#br0" timeOffset="26863.93">3520 4725 45 0,'0'0'70'0,"0"0"-5"0,7 18 13 16,-5-11-4-16,1 2 9 0,-1 2-11 15,2 2 0-15,1 4 5 0,1 0-15 0,-1 0-1 0,0-1-3 16,-2 2 0-16,1-1-10 0,2 0 3 0,-3 1-9 16,3-3 4-16,-1 1-8 0,1-1-9 0,-2-3 4 15,1 3-4-15,-1-3 1 0,1-2-10 0,-1 2 1 16,-2-5-2-16,3 4 2 0,-1-3-6 16,0 2-3-16,-1-4-17 0,-1-1-29 0,-2-5-10 15,5 11-23-15,-2-7-21 0,-3-4-95 0,4 11-196 16,-4-11 87-16</inkml:trace>
  <inkml:trace contextRef="#ctx0" brushRef="#br0" timeOffset="27114.38">3531 4670 53 0,'5'-7'73'0,"-5"7"-3"0,7-2-5 16,-7 2-4-16,0 0-4 0,16 8-3 0,-11-4-6 16,-1 1-6-16,1 2-2 0,-1 3-1 0,-3 0-4 15,0 0-2-15,-1 2 7 0,0 3-13 0,-2 2 0 16,-3 1 3-16,-1 0-11 0,0-2-1 16,-2 1-5-16,2-1-3 0,1-1-16 0,-2-1-23 0,4 1-18 15,-1-4-22-15,-1 0-49 0,1-3-126 0,3-1 56 16</inkml:trace>
  <inkml:trace contextRef="#ctx0" brushRef="#br0" timeOffset="27363.97">3685 4436 22 0,'0'0'94'0,"0"0"-2"16,0 0-16-16,0 0 3 0,12 17-12 0,-7 0-4 15,1-1 0-15,1 3-9 0,2 8-5 0,-3-2-5 0,3 1-9 16,0 4 5-16,-3-3-8 0,-1-1-1 0,2-1-7 16,-2-1 4-16,2 1-26 0,-1-1-16 15,-4 0-24-15,1 2-17 0,-4 1-77 0,-2 0-142 16,-4-2 63-16</inkml:trace>
  <inkml:trace contextRef="#ctx0" brushRef="#br0" timeOffset="27599.9">3100 4995 43 0,'13'30'38'0,"-2"0"-21"0,2 1-20 0,-3 2-14 15,-2-1-16-15,5 2 8 0</inkml:trace>
  <inkml:trace contextRef="#ctx0" brushRef="#br0" timeOffset="55262.06">7524 15789 9 0,'0'0'21'0,"0"0"5"0,0 0 0 0,0 0 1 0,0 0 4 15,-3-6-5-15,3 6-1 0,0 0 4 0,0 0-5 16,0 0 2-16,0 0-3 0,0 0-1 0,-7-4-4 15,7 4 6-15,0 0-3 0,0 0 5 0,0 0 0 16,0 0-1-16,0 0-3 0,0 0-1 0,-4-7 1 16,4 7 0-16,0 0-1 0,0 0 0 0,0 0 7 15,0 0-7-15,0 0 13 0,-4-6-10 16,4 6-9-16,0 0 8 0,0 0 0 0,0 0-3 0,0 0 4 16,0 0-6-16,0 0-3 0,0 0 0 0,0 0 3 15,-8-2-1-15,8 2 0 0,0 0 2 0,0 0-2 16,0 0-8-16,-9-1 1 0,9 1-7 0,0 0 9 15,0 0 7-15,0 0-2 0,0 0 3 0,-13 1-3 16,13-1 3-16,0 0-3 0,0 0 0 0,0 0 0 16,-12 0-1-16,12 0 4 0,0 0-6 0,0 0 5 15,-9 2-2-15,9-2 1 0,0 0-3 0,0 0 5 16,0 0-3-16,0 0 4 0,0 0 1 0,-7 1-1 16,7-1-8-16,0 0 1 0,0 0 2 0,0 0 4 15,0 0 3-15,0 0 2 0,0 0-3 0,0 0-3 16,0 0-4-16,0 0 6 0,0 0-6 0,0 0 4 15,15-19-3-15,-6 12-2 0,-1 0-1 16,1-2 2-16,-2 0-2 0,3 1 5 0,-2-1-4 16,2-4 3-16,1 4 0 0,-2 2 1 0,0-1-8 0,-2 0 4 15,2 1-5-15,-1-1 4 0,-2 3-4 0,2-2 1 16,-2 2-3-16,-1 1-4 0,-5 4 0 0,8-6 4 16,-8 6-1-16,6-5 3 0,-3 1-9 15,-3 4 1-15,0 0-13 0,8-7-9 0,-8 7-3 16,3-5-23-16,-3 5-22 0,9-6-21 0,-3 1-29 15,0 4-119-15,1-5-257 0,-3 0 113 0</inkml:trace>
  <inkml:trace contextRef="#ctx0" brushRef="#br0" timeOffset="78800.95">7905 6728 14 0,'0'0'21'0,"0"0"-5"0,0 0 0 0,0 0-2 0,0 0 1 15,0 0-3-15,0 0 0 0,0 0-1 0,0 0-5 16,0 0-4-16,0 0 1 0,0 0-6 0,0 0-5 16,0 0-3-16,0 0-9 0,0 0-22 0,0 0 9 15</inkml:trace>
  <inkml:trace contextRef="#ctx0" brushRef="#br0" timeOffset="99700.18">8217 15123 47 0,'-6'-4'73'0,"6"4"-12"0,-8-3-8 16,8 3 5-16,0 0-15 0,-6-4-1 0,6 4-8 15,0 0-10-15,-7-4-24 0,7 4-21 0,-2-7-16 16,2 7-27-16,0 0-67 0,-6-13 30 0</inkml:trace>
  <inkml:trace contextRef="#ctx0" brushRef="#br0" timeOffset="100954.93">7922 15095 10 0,'0'0'26'0,"0"0"-6"15,0 0-6-15,0 0-8 0,0 0-5 0,0 0-8 16,0 0-5-16,0 0-13 0,0 0 6 0</inkml:trace>
  <inkml:trace contextRef="#ctx0" brushRef="#br0" timeOffset="103906.78">7950 6786 8 0,'0'0'10'0,"0"0"-1"0,0 0-8 16,-6-4 3-16,6 4 3 0,0 0 1 0,0 0 2 16,0 0-4-16,0 0 3 0,0 0-6 0,0 0 0 15,0 0 3-15,0 0-4 0,0 0 2 0,0 0 0 16,0 0-8-16,0 0 7 0,0 0-2 0,0 0 1 16,0 0-1-16,0 0 3 0,0 0-2 0,0 0-2 15,0 0 0-15,0 0 1 0,0 0 1 0,0 0 2 16,0 0-2-16,0 0-1 0,0 0 1 0,0 0 0 15,0 0 1-15,0 0-2 0,0 0-10 16,0 0-10-16,0 0-20 0,0 0 8 0</inkml:trace>
  <inkml:trace contextRef="#ctx0" brushRef="#br0" timeOffset="107465.18">7620 15832 11 0,'0'0'19'0,"0"0"-1"0,0 0 2 15,0 0 4-15,0 0-6 0,0 0 2 16,0 0 4-16,0 0-4 0,0 0 3 0,0 0 1 16,-4-6-3-16,4 6 1 0,0 0 0 0,0 0 4 15,0 0-7-15,0 0-3 0,0 0-9 0,0 0 16 16,0 0-11-16,0 0-2 0,-6-4 1 0,6 4 5 16,0 0-6-16,0 0-2 0,0 0 2 0,0 0-3 15,0 0 5-15,0 0-5 0,0 0 4 0,-6-3-2 16,6 3-5-16,0 0 0 0,0 0-2 0,0 0 7 15,0 0-1-15,0 0-6 0,0 0 6 0,0 0-3 16,0 0 0-16,0 0 5 0,0 0-5 0,0 0-3 16,0 0-5-16,0 0 4 0,0 0 3 0,0 0-2 15,0 0 0-15,0 0 1 0,0 0-2 0,0 0-1 16,0 0 2-16,0 0-4 0,0 0 4 0,0 0-2 16,0 0-5-16,0 0 5 0,0 0 3 0,0 0-5 15,0 0 10-15,0 0-6 0,0 0-1 0,0 0 3 16,0 0-4-16,0 0 0 0,0 0-1 15,0 0 1-15,0 0 0 0,0 0-4 0,0 0 2 16,0 0-2-16,0 0-1 0,0 0 11 0,0 0-13 0,0 0-3 16,0 0 2-16,0 0-1 0,0 0 0 15,0 0-2-15,0 0-5 0,0 0-1 0,0 0-3 16,0 0-3-16,0 0 9 0,0 0-13 0,0 0-7 0,0 0-28 16,0 0-68-16,0 0 31 0</inkml:trace>
  <inkml:trace contextRef="#ctx0" brushRef="#br0" timeOffset="108518.96">13348 15611 14 0,'0'0'70'0,"0"0"-2"0,0 0 0 0,0 0-8 16,8 2-4-16,-8-2-2 0,0 0-7 0,0 0-6 15,0 0 5-15,0 0 8 0,0 0-2 0,0 0-7 0,0 0 6 16,0 0-6-16,0 0 0 0,0 0 3 0,0 0-5 16,0 0-2-16,0 0-2 0,0 0 1 15,0 0 0-15,0 0-2 0,0 0-6 0,0 0 5 16,0 0-6-16,0 0 1 0,0 0-2 0,0 0-4 15,0 0 4-15,0 0-6 0,0 0-3 0,0 0 7 16,0 0-9-16,0 0 4 0,0 0-3 0,0 0 4 0,0 0-1 16,0 0-3-16,0 0 1 0,0 0 1 0,0 0-5 15,0 0-2-15,0 0-1 0,0 0 2 16,0 0-7-16,0 0 2 0,0 0 11 0,0 0-14 16,0 0-4-16,0 0 3 0,-16-16-2 0,16 16 2 15,0 0-6-15,0 0-6 0,-5-7-2 0,5 7-10 16,0 0-18-16,-4-7-24 0,4 7-34 0,0 0-19 15,-2-8-23-15,2 8-73 0,-10-5-223 0,3 1 99 16</inkml:trace>
  <inkml:trace contextRef="#ctx0" brushRef="#br0" timeOffset="110284.73">7834 15659 23 0,'0'0'26'0,"0"0"1"0,0 0-5 16,0 0-4-16,0 0 2 0,0 0-8 0,0 0 3 16,0 0-3-16,-8-5 4 0,8 5-8 0,0 0 3 15,0 0-2-15,0 0 5 0,0 0-7 0,0 0-2 16,0 0 2-16,0 0 0 0,0 0-4 0,0 0 0 15,0 0 4-15,0 0-7 0,0 0 2 16,0 0-3-16,0 0 3 0,0 0-2 0,0 0 2 16,0 0 0-16,0 0 2 0,0 0 1 0,0 0-6 15,0 0 4-15,0 0-2 0,0 0-1 0,0 0 0 16,0 0-1-16,0 0 1 0,0 0 0 0,0 0-3 0,0 0 4 16,0 0-1-16,0 0 2 0,0 0-2 15,0 0 1-15,0 0 2 0,0 0-6 0,0 0 2 16,0 0 1-16,0 0-1 0,0 0 2 0,0 0-2 15,0 0 5-15,0 0-10 0,0 0 5 0,0 0 2 16,0 0-2-16,0 0-1 0,0 0 8 0,0 0-6 16,0 0 0-16,0 0-6 0,0 0 8 0,0 0-5 15,0 0 0-15,0 0 2 0,0 0 1 0,0 0 7 16,0 0-9-16,0 0 3 0,0 0-2 0,0 0 0 16,0 0-2-16,0 0 0 0,0 0 1 0,0 0 3 15,0 0-4-15,0 0 3 0,0 0 2 0,0 0-7 16,0 0 5-16,0 0-5 0,0 0 4 0,0 0 1 15,0 0 0-15,0 0-2 0,0 0 1 0,0 0-4 16,0 0 2-16,0 0 3 0,0 0-3 0,0 0 3 16,0 0-6-16,0 0 2 0,0 0 4 0,0 0-4 15,0 0 6-15,0 0-1 0,0 0 6 0,0 0-3 16,0 0-10-16,0 0 4 0,0 0-1 16,0 0 0-16,0 0 0 0,0 0 0 0,0 0 1 15,0 0-3-15,0 0 14 0,0 0-14 0,0 0 0 16,0 0-1-16,0 0 4 0,0 0 1 0,0 0 0 15,0 0-5-15,0 0 4 0,0 0-3 0,0 0 8 16,0 0-7-16,0 0-3 0,0 0 1 0,0 0-3 16,0 0 4-16,0 0 2 0,0 0-1 0,0 0-1 15,0 0 0-15,0 0 3 0,0 0 0 0,0 0-5 16,0 0 10-16,0 0-5 0,0 0-1 0,0 0 5 16,0 0-5-16,0 0 3 0,0 0 1 0,0 0-5 15,0 0 4-15,0 0-4 0,0 0 8 0,0 0-6 16,0 0 5-16,0 0-3 0,0 0 0 0,0 0 3 15,0 0-1-15,0 0 1 0,0 0-6 0,0 0-22 16,0 0-25-16,0 0 12 0</inkml:trace>
  <inkml:trace contextRef="#ctx0" brushRef="#br0" timeOffset="116342.65">7900 6791 5 0,'-9'-4'1'0,"9"4"1"0,0 0-4 16,0 0 7-16,0 0-5 0,0 0 2 0,0 0-3 16,0 0 3-16,0 0-3 0,0 0 4 0,0 0-1 15,0 0-4-15,0 0 2 0,0 0 2 0,0 0-5 16,0 0 5-16,0 0 0 0,0 0-1 0,0 0-5 15,0 0 7-15,0 0-4 0,0 0 0 0,0 0 0 16,0 0-1-16,0 0 7 0,0 0-6 0,0 0 2 16,0 0-2-16,0 0-1 0,0 0 2 0,0 0-1 15,0 0-2-15,0 0-2 0,0 0 13 0,0 0-9 16,0 0 1-16,0 0-3 0,0 0 6 0,0 0-3 16,0 0 0-16,0 0 0 0,0 0-1 0,0 0 0 15,0 0 2-15,0 0-3 0,0 0 5 0,0 0-6 16,0 0 5-16,0 0 1 0,0 0-5 0,0 0 1 15,0 0 1-15,0 0-3 0,0 0 5 0,0 0-2 16,0 0-2-16,0 0-3 0,0 0 9 0,0 0-2 16,0 0-1-16,0 0-1 0,0 0 0 0,0 0-2 15,0 0 2-15,0 0 1 0,0 0-1 0,0 0 0 16,0 0-3-16,0 0 3 0,0 0 1 0,0 0 0 16,0 0-3-16,0 0-2 0,0 0 1 0</inkml:trace>
  <inkml:trace contextRef="#ctx0" brushRef="#br0" timeOffset="116591.65">7891 6787 6 0,'0'0'3'0,"0"0"4"0,0 0-4 16,0 0-1-16,0 0 7 0,0 0 0 0,0 0-1 15,0 0-2-15,0 0 6 0,0 0 1 16,0 0-6-16,0 0 0 0,0 0 1 0,0 0 2 0,0 0-4 16,0 0 3-16,0 0 0 0,0 0-3 0,0 0 1 15,0 0-2-15,0 0 0 0,0 0 1 16,0 0-3-16,0 0 2 0,0 0-2 0,0 0 0 0,0 0 2 16,0 0-2-16,0 0-3 0,0 0 8 0,0 0-5 15,0 0-2-15,0 0-2 0,0 0-1 0,0 0 2 16,0 0 1-16,0 0-1 0,0 0 1 0,0 0 0 15,0 0 1-15,0 0-2 0,0 0 2 0,0 0-2 16,0 0 1-16,0 0 1 0,0 0-5 0,0 0 2 16,0 0 6-16,0 0-9 0,0 0 1 0,0 0 2 15,0 0 1-15,0 0-3 0,0 0 3 0,0 0-9 16,0 0-2-16,0 0 2 0,0 0-6 0,0 0 2 16,0 0-11-16,0 0-24 0,0 0 12 0</inkml:trace>
  <inkml:trace contextRef="#ctx0" brushRef="#br0" timeOffset="119519.51">23651 2185 16 0,'0'0'134'0,"0"0"-6"0,0 0-11 0,0 0-5 0,0 0-15 16,0 0-8-16,0 0-4 0,-1-6-18 0,1 6-8 15,0 0-3-15,0 0-15 0,0 0 3 0,0 0-11 16,0 0 2-16,0 0-6 0,8 20-6 0,-6-8 3 15,1 0-2-15,4 3 2 0,-2 2-7 16,3 1 2-16,0 0-7 0,1 5 4 0,-2-6-8 0,2 8 1 16,-1-7 6-16,0-1-6 0,-1 2 1 0,1-2-6 15,-1-1 7-15,-2-2-10 0,2-3 0 0,-2 0 4 16,-1-2-3-16,1 0 6 0,-1-2-11 16,-1-1 7-16,-1 0-1 0,3 1 1 0,-2-3 2 15,-3-4-7-15,5 7 12 0,-5-7 8 0,3 6 20 16,-3-6 13-16,0 0 11 0,0 0-7 0,0 0-1 15,0 0-4-15,0 0-7 0,0 0 5 0,11-27-4 16,-8 16-5-16,3-6-4 0,-2 0-3 0,-2-2-1 16,4-5-3-16,1-1-4 0,0-1-3 0,-2 1 1 0,2 0-1 15,-2-2-7-15,2 1 2 0,-1 0-3 16,2 1 0-16,1 1-4 0,-4 5-1 0,1 1 25 16,1 0-4-16,-2 2 3 0,-1 1-8 0,0 5-7 15,-3-1 2-15,0 5-8 0,2 0-25 0,-3 6-26 16,0 0-33-16,4-11-21 0,-4 11-7 0,0 0-3 15,0 0-24-15,0 0-36 0,12 18-142 0,-9-5-328 16,-2 0 147-16</inkml:trace>
  <inkml:trace contextRef="#ctx0" brushRef="#br0" timeOffset="119959.46">24179 2268 13 0,'0'0'226'0,"0"0"-9"0,0 0-17 0,0 0-10 16,-13-11-16-16,13 11-15 0,-11-2-15 0,11 2-14 16,0 0-11-16,-23 9-13 0,13-2-11 15,1 6-7-15,-2 1-9 0,0-1-9 0,2 4-1 16,-3 7-11-16,4-7-8 0,-1 5-5 0,1-3-4 16,3-2-2-16,1-2-5 0,1 2-9 0,2-3 5 15,0 1-6-15,2-2 0 0,0-3-4 0,1 2-3 0,1-3 1 16,1-1-2-16,0 1-2 0,-3-3-3 15,3-2-2-15,-4-4 7 0,5 10-5 0,2-6 2 16,-7-4-3-16,9 3 0 0,-3-3 3 0,-6 0-4 16,10-6 3-16,-3 2-2 0,0-2-2 0,-2 1 0 15,4-3-2-15,-3-1 1 0,0-1 1 0,3-3-2 16,-1-1 0-16,1 0-1 0,-2 5-1 0,2-7-5 16,-3 5 4-16,4 3-3 0,0-5-2 0,-3 6 0 15,0-3-1-15,0 4 3 0,1 0-5 0,-2 1 2 16,0 3-3-16,-6 2-2 0,0 0 2 0,15 0 0 15,-15 0 1-15,10 9 3 0,-5-4-6 16,0 6 6-16,-1-1-3 0,0 0 3 0,1 6 0 16,0-5 2-16,-1 4 0 0,1 2 4 0,-4-1-1 0,2 0-2 15,-3-3-28-15,1 3-12 0,-2-4-34 0,2-2-30 16,1 2-58-16,-2-12-56 0,0 19-124 0,1-14-367 16,-1-5 163-16</inkml:trace>
  <inkml:trace contextRef="#ctx0" brushRef="#br0" timeOffset="120292.04">24586 2271 112 0,'-2'-12'242'0,"2"12"-16"0,-6-12-21 16,6 12-22-16,-7-5-20 0,7 5-16 0,0 0-16 15,0 0-15-15,-25 17-6 0,17-8-14 0,-2-1-10 16,5 3-11-16,1 0-2 0,-4 3-10 0,3 2-3 15,4-5-6-15,1 1-7 0,0-1-7 0,0 1-3 16,2 2-1-16,1-5-8 0,2 2 0 0,3-2 2 16,1 1-3-16,0-1-2 0,0-2-4 0,0-1-2 15,2 4 1-15,-2-3-7 0,0 0 1 0,0-2-4 16,-1-1-1-16,-3 1-5 0,-5-5 1 0,7 10 2 16,-3-5 1-16,-4-5 2 0,3 12-3 0,-3-12 5 15,-7 16 0-15,2-7 4 0,-8 4-3 16,-3-1-1-16,0 2-1 0,-6-1 0 0,-1 1-3 15,2 0-16-15,2-4-11 0,1-1-18 0,4-1-21 16,-1-1-19-16,6-3-32 0,1-1-33 0,8-3-49 16,-14 4-150-16,14-4-368 0,0 0 163 0</inkml:trace>
  <inkml:trace contextRef="#ctx0" brushRef="#br0" timeOffset="120473.74">24858 2314 15 0,'6'-8'189'0,"-6"8"-12"0,13-8-18 16,-7 5-13-16,-6 3-17 0,12-3-14 0,-12 3-8 15,15-3-22-15,-15 3-30 0,0 0-20 0,19 0-28 16,-19 0-16-16,13 9-30 0,-8-5-25 16,-5-4-24-16,5 12-12 0,-5-12-54 0,3 13-165 0,-3-13 73 15</inkml:trace>
  <inkml:trace contextRef="#ctx0" brushRef="#br0" timeOffset="120590.4">24952 2356 420 0,'0'0'-23'0,"-4"14"20"0,3-9 14 0,1-5 28 15,-5 13 6-15,5-13 25 0,-4 10 6 0,4-10 6 0,-4 9 3 16,4-9 8-16,-5 8-1 0,5-8-1 0,0 0-4 16,0 0-4-16,0 0 14 0,0 0 1 0,0 0-1 15,9 10-4-15,-9-10-13 0,17-4-11 16,-17 4-10-16,32-8-39 0,-12 2-41 0,10-7-70 0,-1 0-201 16,0 4-316-16,1-1 140 0</inkml:trace>
  <inkml:trace contextRef="#ctx0" brushRef="#br0" timeOffset="122338.45">25549 2283 73 0,'0'0'123'0,"-5"1"-8"15,5-1-10-15,0 0-14 0,0 0 1 0,0 0-19 16,0 0-4-16,0 0-4 0,0 0 11 0,0 0 6 15,0 0-5-15,0 0-1 0,0 0-6 0,0 0-4 16,28 0-5-16,-17-3-5 0,0 0-7 0,0 1-1 16,3-3-9-16,-1 4 2 0,1-1-13 15,-3-1 1-15,0 0-5 0,3 0-19 0,-5 3-20 0,2-3-24 16,2 0-28-16,-2 1-34 0,1 0-35 0,-7 0-77 16,-5 2-230-16,17-5 101 0</inkml:trace>
  <inkml:trace contextRef="#ctx0" brushRef="#br0" timeOffset="122744.18">25922 1984 119 0,'0'-6'248'0,"0"6"-9"0,-4-8-7 15,4 8-20-15,0 0-23 0,0 0-23 0,0 0-18 16,0 0-23-16,0 0-10 0,0 0-14 15,0 0-11-15,0 0-11 0,0 0-8 0,13 30-6 16,-6-16-3-16,5 9-13 0,-2-5 3 0,1 6-4 16,-1 2-3-16,-2-8-13 0,1 0 3 0,-2-3-9 15,2 3 5-15,-2-4-6 0,0 3 2 0,1-1-6 16,-2 0-2-16,0-6-1 0,-2 0-4 0,-4-10 0 0,11 16 2 16,-11-16-2-16,4 8 3 0,-4-8 0 15,0 0 9-15,6 10 2 0,-6-10 16 0,0 0-6 16,0 0 1-16,0 0-6 0,19-21 0 0,-12 11 6 15,0-4 0-15,2-2-6 0,0 0-4 0,0-2-11 16,-2 0 14-16,4-7-6 0,-7 1-1 0,4 5-2 16,0-4-2-16,1-4-6 0,0 3 2 0,-4 5-5 15,4 0-1-15,-3 4-1 0,-1 0-1 0,1 3-20 16,-3 1 4-16,0 4-9 0,-3 7-21 0,4-14-27 16,-4 14-32-16,0 0-24 0,7-14-39 0,-7 14-14 15,0 0-7-15,0 0-11 0,11 0-11 0,-11 0-153 16,0 0-383-16,0 0 170 0</inkml:trace>
  <inkml:trace contextRef="#ctx0" brushRef="#br0" timeOffset="122970.63">26344 2075 138 0,'0'0'157'0,"0"0"4"0,0 0-9 0,-2 17-9 15,2-17-5-15,0 18-8 0,0-18 2 0,2 20-6 16,-2-7-3-16,0-13-15 0,2 23-3 0,1-4-8 15,-3-1-9-15,0 0 3 0,2-2-12 0,-1-1-7 16,1 1-1-16,0-3-10 0,0 1-2 0,2-2-8 16,-4-12-5-16,2 20-4 0,1-11-1 0,-3-9-7 15,6 20-10-15,-6-20-22 0,4 14-21 0,-4-14-18 16,0 13-22-16,0-13-22 0,0 0-29 0,0 14-31 16,0-14-34-16,0 0-134 0,0 0-333 0,0 0 147 15</inkml:trace>
  <inkml:trace contextRef="#ctx0" brushRef="#br0" timeOffset="123170.42">26351 2043 16 0,'0'0'156'0,"7"-7"-8"0,-7 7-13 16,9-7-7-16,-9 7-13 0,0 0-4 0,14 1-5 15,-14-1-16-15,10 8 11 0,-10-8-8 0,12 11 4 16,-5 0-6-16,-3 0-4 0,-1-1 1 0,-1 6-2 15,-4 0-6-15,-1 0-21 0,-1 1-14 16,-4-1-21-16,-3 0-26 0,1-2-19 0,-9 4-40 0,6-4-55 16,-5 0-160-16,-5 3-299 0,10-10 132 0</inkml:trace>
  <inkml:trace contextRef="#ctx0" brushRef="#br0" timeOffset="126000.04">24950 3114 25 0,'0'0'81'16,"10"-7"-7"-16,-10 7 3 0,0 0-5 0,0 0 1 16,0 0-6-16,0 0 1 0,0 0 16 0,0 0-15 15,0 0 1-15,0 0 2 0,0 0 0 0,0 0 2 16,0 0 1-16,0 0-2 0,0 0 14 0,0 0-16 15,0 0 2-15,0 0-3 0,0 0-2 0,0 0-6 16,0 0-1-16,0 0-6 0,0 0 0 0,0 0-7 16,0 0-4-16,0 0-3 0,0 0 0 0,0 0-3 15,0 0-5-15,0 0 0 0,0 0-1 0,0 0-4 16,7 4-1-16,-7-4-1 0,10-2-6 0,-1-2 3 16,2 1-8-16,2-2-2 0,3-3-13 0,1 4-18 15,2-2-20-15,-6 4-33 0,3-3-41 0,-3 1-32 16,3 1-158-16,-6 3-326 0,0-2 145 0</inkml:trace>
  <inkml:trace contextRef="#ctx0" brushRef="#br0" timeOffset="126191.86">25007 3238 29 0,'-4'4'172'0,"4"-4"-5"0,0 0-13 16,0 0-15-16,0 0-18 0,0 0-9 0,0 0-22 16,0 0-10-16,0 0-24 0,23 0-25 0,-10-4-39 15,6 0-55-15,2 0-117 0,0 1-195 0,8-7 86 16</inkml:trace>
  <inkml:trace contextRef="#ctx0" brushRef="#br0" timeOffset="126440.01">25801 2979 123 0,'0'0'250'0,"-14"-2"-4"0,7 0-12 15,7 2-12-15,-10-3-22 0,10 3-20 0,-7-1-19 16,7 1-16-16,0 0-16 0,0 0-14 0,0 0-10 15,0 0-13-15,0 0-11 0,0 0-10 0,34-6-15 16,-15 3-16-16,2 1-21 0,8-1-30 16,-11 1-25-16,11 0-30 0,-7-1-35 0,1 1-33 15,-2-3-31-15,0 3-22 0,-2-2-109 0,0 0-318 0,0 1 140 16</inkml:trace>
  <inkml:trace contextRef="#ctx0" brushRef="#br0" timeOffset="126844.23">26207 2757 87 0,'0'0'252'0,"-4"-13"-6"0,4 13-7 0,-4-10-5 15,4 10-3-15,0-7-20 0,0 7-19 0,0 0-13 16,-2-8-23-16,2 8-16 0,0 0-26 0,0 0-9 16,0 0-13-16,0 0-10 0,0 0-11 0,-8 23-2 15,8-12-8-15,5 6-6 0,-5 1-6 0,2 0-5 16,-2-1-3-16,0-1-4 0,5 0-3 0,-3-6-3 15,5 4 0-15,-1 2-5 0,1-6-4 0,2-1 1 16,-2 0-1-16,2-1 0 0,0-1-2 0,0 0-4 16,0-4 2-16,2 1-4 0,-11-4-2 0,13 1 0 15,-13-1-2-15,19-1 5 0,-19 1-5 0,13-9-1 16,-5 3 4-16,2-2 1 0,-1-1-4 0,0-4 5 16,1 4-3-16,-2-7 4 0,-2 2 3 0,1-3 2 15,-1 1 2-15,2 2 11 0,-3 3 0 0,-1 2-7 16,0 0 4-16,0 2 3 0,-3 2-10 0,-1 5-5 15,6-7-7-15,-6 7 0 0,0 0 6 0,0 0-11 16,0 0-2-16,14 12-2 0,-12 0-7 0,0 1 10 16,3 4-1-16,-5-1 3 0,2 3 2 0,-2 1-2 15,2 0-2-15,2-1-24 0,-4 8-21 0,4-1-21 16,-2 3-31-16,2-2-45 0,-4-4-42 0,2-3-70 16,-4 6-253-16,-2-8-543 0,-4-1 240 15</inkml:trace>
  <inkml:trace contextRef="#ctx0" brushRef="#br0" timeOffset="127022.12">26247 3342 2496 0,'-12'4'173'16,"5"-1"-72"-16,0 0-56 0,2-2-19 0,5-1-1 16,-9 7 7-16,9-7 0 0,-8 1-6 0,8-1-3 15,0 0-4-15,0 0 4 0,27-9-9 0,1 3-4 16,11-6-19-16,14-3-29 0,4 1-37 0,3-2-33 15,1 0-49-15,2-2-47 0,-3 1-205 0,-8 0-444 16,2-2 197-16</inkml:trace>
  <inkml:trace contextRef="#ctx0" brushRef="#br0" timeOffset="128449.09">27752 2482 82 0,'0'0'129'0,"0"0"-19"0,0 0-7 16,0 0-13-16,19-16-21 0,-6 15-16 15,5-2-15-15,-5 0-28 0,2 0-32 0,-3 2-27 16,3-1-54-16,-4 2-110 0,-11 0 49 0</inkml:trace>
  <inkml:trace contextRef="#ctx0" brushRef="#br0" timeOffset="128762.08">27851 2460 87 0,'0'14'107'0,"0"-14"0"0,2 18-9 16,-2-7 1-16,1 1-2 0,2 6 3 0,1-2-18 16,-2 3-7-16,-2-2-7 0,4 2 0 0,-1-3-3 15,0 3-7-15,0-2-5 0,-3 0-1 0,2-1-12 16,1-3-4-16,-1 2 1 0,0-3-8 0,-2-3 4 15,3 0-8-15,-3 3-2 0,0-12-6 0,0 0 2 16,2 14-3-16,-2-14-7 0,-5 8-3 0,5-8-6 16,0 0 1-16,0 0-9 0,-9 4 1 0,9-4-5 15,0 0 5-15,0 0 2 0,0 0-1 0,-23-7 3 16,23 7 8-16,-8-5-20 0,8 5 3 16,0 0-3-16,0 0 3 0,-2-10-5 0,2 10-2 15,0 0-7-15,0 0-5 0,0 0 5 0,25-16-13 16,-13 12-10-16,0-1-22 0,4 0-12 0,-2 2-5 0,3 0-73 15,3 0-173-15,1-2 77 0</inkml:trace>
  <inkml:trace contextRef="#ctx0" brushRef="#br0" timeOffset="128952.26">28093 2687 118 0,'8'-6'12'0,"-1"-1"13"15,-1 3 11-15,-6 4 12 0,11-14 19 0,-7 7 12 16,-1 1 7-16,4-2 23 0,-7 8 17 0,4-14 4 16,-1 7-10-16,-3 7-10 0,4-14 10 0,-4 9 2 15,0 5-6-15,0 0-15 0,2-8-10 0,-2 8-20 16,0 0 0-16,0 0-10 0,0 0-5 0,0 0 8 15,0 0-4-15,4 29 2 0,-5-12-9 0,2 2-8 16,2 4 0-16,-3-3-5 0,2-1 3 0,-2 5-8 16,5-6-4-16,-4-1-13 0,3 1-29 0,-3-3-24 15,0 2-34-15,-1-6-42 0,0-11-35 0,0 23-44 16,0-23-112-16,-3 17-327 0,3-17 145 0</inkml:trace>
  <inkml:trace contextRef="#ctx0" brushRef="#br0" timeOffset="129174.12">28202 2636 68 0,'9'11'143'0,"-1"-3"6"0,-3 2-11 0,2-1-7 15,-3 4 5-15,1-2-7 0,0 4-6 0,-2-3-5 16,-2 0-9-16,-2 3-8 0,-2-2-10 0,0 1 0 15,-3 3-15-15,-3-2-9 0,-1-2-24 0,-1 2-22 16,-1-3-21-16,3-3-31 0,-1-1-36 0,2 0-38 16,0-2-38-16,8-6-89 0,-15 10-250 0,15-10 110 15</inkml:trace>
  <inkml:trace contextRef="#ctx0" brushRef="#br0" timeOffset="129324.11">28418 2698 1487 0,'17'-7'10'15,"2"-3"-10"-15,-5 3 1 0,2 0-6 0,-4 2 7 16,2-4 8-16,-1 3 7 0,1 1 5 0,-3-1-6 16,1 0 3-16,0 2-3 0,-3-1-12 0,0 1-21 15,0 1-34-15,-9 3-39 0,12-2-34 0,-12 2-96 16,0 0-238-16,14 2 105 0</inkml:trace>
  <inkml:trace contextRef="#ctx0" brushRef="#br0" timeOffset="129455.59">28602 2727 57 0,'0'0'143'0,"9"5"-20"0,-9-5-18 15,18-5-21-15,-5 1-28 0,6-2-34 0,0-1-31 16,9-5-30-16,-1 2-52 0,-3-1-98 0,3-1 44 16</inkml:trace>
  <inkml:trace contextRef="#ctx0" brushRef="#br0" timeOffset="129700.06">29015 2521 61 0,'0'0'129'0,"0"0"3"0,0 0 5 0,0 0 0 16,0 0-1-16,0 0-6 0,-13 36-13 0,9-25-3 15,0 0-8-15,3 2-7 0,0-3-6 0,1-10-8 16,5 22-7-16,-3-10-2 0,5-3-3 16,-2-2 11-16,3 0-7 0,3-4 7 0,2-1-6 15,3-4-6-15,2 2-9 0,1-5-3 0,1 0-3 16,-4-4-6-16,1 0 27 0,-3-2-4 0,-1 0-18 0,-1-3 7 15,-3 0-5-15,-5 3-20 0,-2-2 8 16,-2-5-5-16,-4 2-6 0,-3 0-7 0,-8-7-17 16,1 9-13-16,-3 1-17 0,2 2-20 0,-12 3-25 15,-2-3-28-15,-2 10-30 0,-3 6-39 0,-16 7-55 16,-3 7-141-16,-3 0-387 0,-1 1 171 0</inkml:trace>
  <inkml:trace contextRef="#ctx0" brushRef="#br0" timeOffset="132395.79">28532 3500 113 0,'0'0'143'0,"0"-8"-20"0,0 8-15 0,0 0-13 16,0 0-12-16,0 0-10 0,0 0-5 0,5-5-7 0,-5 5-4 16,0 0-8-16,0 0-6 0,19 18 1 0,-14-9-3 15,4 1-11-15,0 2 12 0,0 1-17 0,2 1 0 16,-2-3-4-16,0 4 9 0,1-6-8 15,-2 2-9-15,-1-1 3 0,-1 1-7 0,2-2 6 16,-1-1 1-16,0-2-6 0,-3 1 2 0,1-1 3 16,-1-3-7-16,-2 2 9 0,-2-5-2 0,7 8 14 15,-7-8 11-15,7 3 13 0,-7-3-4 0,0 0 1 16,10-7-8-16,-6 1-1 0,2-5-10 0,-2 0 3 0,4-6-4 16,-2 1-5-16,0-1 3 0,1-1 0 15,-1-1 2-15,1 1-10 0,-6 0-3 0,4 2-6 16,-1 0-17-16,-1 3-26 0,-2 2-22 0,0 2-32 15,2-1-33-15,-3 4-34 0,0 6-106 0,0 0-280 16,-6-12 125-16</inkml:trace>
  <inkml:trace contextRef="#ctx0" brushRef="#br0" timeOffset="132734.66">28889 3560 111 0,'0'0'152'0,"0"0"0"0,0 0-16 0,6 5-6 0,-6-5-13 16,0 0-8-16,2 5-10 0,-2-5-3 0,0 0-15 15,-2 12 0-15,2-12-14 0,0 9-2 0,0-9-9 16,2 12-12-16,0-5 2 0,-1 0-4 0,1 0-2 16,2-1-9-16,1 1-1 0,-2-2-12 0,-3-5-15 15,7 7-11-15,-1-3 4 0,-1 0-4 0,-5-4-4 16,9 4 2-16,-9-4 9 0,9 2-8 0,-9-2 6 15,6 2 2-15,-6-2 0 0,10-5 1 16,-10 5-4-16,8-7 6 0,-4 1 0 0,0 2-1 16,-4 4 6-16,6-7 7 0,-6 7-7 0,4-6-1 15,-4 6 2-15,0 0-13 0,5-5 3 0,-5 5-4 0,0 0-7 16,0 0-3-16,0 0 3 0,0 0-4 0,0 0 7 16,0 0-40-16,-5 26-21 0,5-18-26 15,0-8-23-15,0 16-92 0,0-6-230 0,0-10 101 16</inkml:trace>
  <inkml:trace contextRef="#ctx0" brushRef="#br0" timeOffset="133002.31">29181 3552 82 0,'0'0'92'0,"-12"0"4"16,12 0-1-16,0 0-14 0,-12 10-8 0,8-6-6 15,0 2-9-15,0 3-7 0,2 1-8 0,0-1 2 16,1 0-8-16,2 2-4 0,3-1 9 0,0 1-10 16,4-1-5-16,-2-1-4 0,2 0 2 0,-1-1-8 15,1 0-1-15,0 2 2 0,-1-3-6 0,-1-2-3 16,0 2 11-16,-2-1-13 0,-1-1 8 0,-1 0-1 16,-2-5-1-16,-2 12-10 0,2-12-1 0,-10 20-22 15,4-11-10-15,-3-1-9 0,-1 0-17 0,-2-2-14 16,2-1-19-16,-2 1-52 0,1-3-153 0,1-3 68 15</inkml:trace>
  <inkml:trace contextRef="#ctx0" brushRef="#br0" timeOffset="133177.7">29429 3598 11 0,'6'-2'103'0,"-6"2"-14"0,0 0-17 0,7-3 0 0,-7 3-30 16,0 0-13-16,0 0-20 0,6 13-17 0,-6-13-20 16,-1 7-7-16,1-7-25 0,-3 11-64 15,3-11 29-15</inkml:trace>
  <inkml:trace contextRef="#ctx0" brushRef="#br0" timeOffset="133416.07">29475 3627 5 0,'-9'3'136'0,"9"-3"-14"15,0 0-15-15,0 0-8 0,0 0-14 0,0 0-11 16,29-2-30-16,-9 1-38 0,-1 1-45 0,4-4-68 16,-4 0-115-16,8-2 51 0</inkml:trace>
  <inkml:trace contextRef="#ctx0" brushRef="#br0" timeOffset="134774.01">29362 3606 14 0,'0'0'58'0,"0"0"-16"0,0 0-15 15,0 0-15-15,0 0-20 0,0 0-17 0,0 0-25 16,0 0 11-16</inkml:trace>
  <inkml:trace contextRef="#ctx0" brushRef="#br0" timeOffset="135542.03">29419 3632 3 0,'0'0'121'0,"0"0"-18"0,0 0-12 15,0 0-7-15,0 0-1 0,0 0-16 0,0 0-12 16,0 0-10-16,0 0 2 0,0 0 2 0,0 0-6 15,0 0 3-15,0 0 3 0,0 0-15 0,0 0-3 16,0 0 0-16,0 0 6 0,0 0-3 0,0 0 1 16,0 0 11-16,-21 29 1 0,15-20-1 0,-2 3 3 15,2-2 1-15,-1 0-5 0,2 3-9 0,-1-1 5 16,1-1-6-16,1 1-4 0,3-3-2 0,-1 0-5 16,2-9 1-16,-1 19 2 0,1-19-6 0,4 15 3 15,0-7 8-15,1-4 8 0,-5-4-4 0,12 9-1 16,-2-5 3-16,0-2-1 0,2-1-4 0,0-2 0 15,-12 1-6-15,22-6-2 0,-11 4-2 16,1-4 2-16,-2 0-3 0,-1-2 0 0,1 0-5 16,-2-3-3-16,-1 2 2 0,0-2-1 0,-2 0-3 15,3-6-2-15,-5 4-11 0,0-2-1 0,0-2-2 16,-2 5-2-16,-1-2-1 0,-1 4-1 0,-1-1 7 0,-2-1-3 16,1 3 0-16,0 1-2 0,-2 2 0 0,1 1-4 15,-1 1 4-15,5 4-2 0,-13-6 4 16,7 5-9-16,6 1 6 0,-13 0 2 0,13 0-2 0,-10 2 1 15,10-2 0-15,0 0-2 0,-10 9-1 16,10-9-3-16,0 0-10 0,0 0 5 0,0 0-6 16,0 0 7-16,16 17 2 0,-4-17 5 0,6 0-7 15,-2-2 1-15,2-1 5 0,1-1-5 0,-2 0 5 16,-1-2-4-16,-3 1 10 0,4-2-6 0,-7 2 4 16,0-3 2-16,1 2 1 0,-2-4 0 0,-2 3 4 15,-2-3-5-15,2 1 10 0,-2 0 9 0,-3 2-5 16,-2 7 6-16,6-10 8 0,-6 10 7 0,1-10 0 15,-1 10-1-15,0 0 8 0,0-14-7 0,0 14-6 16,0 0-2-16,0 0-4 0,0 0-7 0,0 0 1 16,0 0-4-16,0 0 2 0,-21 24-2 0,15-8 4 15,-2 0-1-15,3 4 7 0,-3 4-1 0,1 2-2 16,0-1 6-16,2 4-1 0,0-4 11 0,1 3-2 16,-1-1 1-16,2 0-6 0,1-6 3 0,1-2-4 15,1 7 2-15,-1 0-3 0,2-9-5 0,0 2-2 16,-1-4 4-16,2 0-4 0,-1-2-4 0,-1-1 6 15,1 0-4-15,0 0-26 0,2-4-28 0,-3 4-36 16,0-12-33-16,0 17-43 0,0-17-37 0,-5 13-152 16,5-13-368-16,-9 7 163 0</inkml:trace>
  <inkml:trace contextRef="#ctx0" brushRef="#br0" timeOffset="135899.96">29623 3773 89 0,'18'-7'89'0,"2"0"-8"0,-1-1 5 0,1-1-26 15,-1 0-3-15,-1 0-15 0,0 0-6 16,-1 0-14-16,-1 0-2 0,-1-1 2 0,-2 0-5 16,-4 1-2-16,0 0 1 0,-1-3-1 0,-3 3-1 15,0-2 6-15,-1 1 13 0,-1-1 1 0,0 0 2 16,0 1 10-16,-3-1 6 0,0 11 17 0,-3-14 13 15,3 14-7-15,-5-10-1 0,5 10-4 0,0 0-4 16,-4-12-22-16,4 12 4 0,0 0 2 0,0 0-7 16,0 0 7-16,0 0 6 0,-14 27 0 0,8-11 6 15,3 1 1-15,-4 2-1 0,1 5-11 0,4 4-3 16,-2-9-6-16,0 8 2 0,0-3-4 0,4-4 3 16,0-1-4-16,0-1-5 0,0 0-5 0,1 2-1 15,1-2 2-15,-2-1-3 0,1-1-4 0,0-3-15 16,1-2-29-16,0 1-25 0,-2-12-37 0,3 22-29 15,-3-22-37-15,0 16-36 0,0-16-109 16,-4 10-318-16,4-10 141 0</inkml:trace>
  <inkml:trace contextRef="#ctx0" brushRef="#br0" timeOffset="136047.37">29756 3723 8 0,'6'-10'118'0,"2"2"-3"0,1 2-12 16,1-2-22-16,5 1-5 0,5-2-25 0,0 2-41 16,6-4-32-16,3 0-68 0,-2 3-98 0,-8 2 43 15</inkml:trace>
  <inkml:trace contextRef="#ctx0" brushRef="#br0" timeOffset="136200.09">30183 3553 187 0,'5'-3'186'0,"-5"3"-16"0,0 0-8 0,4-7-28 16,-4 7-12-16,7-6-13 0,-2 3-14 0,1 0-30 16,-1 0-26-16,-5 3-42 0,15-7-33 0,-7 6-41 15,-1 0-32-15,-7 1-65 0,12 0-189 0,-12 0 83 16</inkml:trace>
  <inkml:trace contextRef="#ctx0" brushRef="#br0" timeOffset="136328.14">30203 3634 124 0,'0'0'132'0,"0"0"-8"16,0 0-13-16,0 0-12 0,27 3-15 0,-15-6-32 15,7-1-26-15,1-1-30 0,2 0-24 0,6-1-27 16,0-1-57-16,-9 1-119 0,-1-3 53 0</inkml:trace>
  <inkml:trace contextRef="#ctx0" brushRef="#br0" timeOffset="136683.51">30591 3338 56 0,'0'0'194'0,"5"-10"-8"0,-5 10-11 15,3-5-15-15,-3 5-21 0,3-6-10 0,-3 6-22 16,0 0-8-16,0 0-7 0,0 0 4 0,0 0 5 16,8 26-1-16,-6-10-3 0,2 2-9 0,0 1-8 15,1 5-8-15,1-5-1 0,-2 1-6 0,0-1-6 16,0-2-8-16,2-1-4 0,-2 1-7 0,0-6 1 15,1 2-2-15,0-2-7 0,-1-2 0 0,1 0-1 16,-1-3 2-16,-1-1-12 0,0 1 2 0,1 1-2 16,-4-7 1-16,6 4 0 0,-6-4-1 0,7 2 2 15,-7-2-8-15,0 0 5 0,13-8 0 16,-7 3 9-16,-1-5 0 0,0-1-5 0,2-3-2 0,-1-4-2 16,2 1-3-16,1-9-2 0,1 2-3 15,-1-3 1-15,1-3-1 0,-2 4-1 0,2-3-6 16,3 2 1-16,-3 3-2 0,-3 5-1 0,1 4 5 0,-4-1-5 15,0 7-3-15,-1 2-3 0,-1 1-21 0,1 1-19 16,-3 5-33-16,5-10-32 0,-5 10-32 0,0 0 2 16,0 0-6-16,0 0-13 0,0 0-15 15,2 28-153-15,-7-11-352 0,0 8 156 0</inkml:trace>
  <inkml:trace contextRef="#ctx0" brushRef="#br0" timeOffset="136930.24">30873 3514 157 0,'0'0'207'0,"10"-3"9"0,-10 3 3 0,0 0-16 16,0 0-11-16,0 0-24 0,0 0-13 0,0 0-20 15,0 0-13-15,0 0-18 0,0 0-10 0,4 4-5 16,-4-4-4-16,1 12-3 0,-1-12-7 0,0 20 3 16,2-10-5-16,-2 6-10 0,0-2-4 0,-2 0-4 15,2 2-4-15,-1-3-5 0,0 3-4 0,-1 1-7 16,2-6 3-16,-1 0-7 0,2 1-4 0,-1-12-29 15,-1 19-13-15,1-19-27 0,1 23-18 0,-1-23-24 16,0 17-18-16,0-17-27 0,0 0-20 0,2 12-20 16,-2-12 2-16,0 0-11 0,0 0-123 15,0 0-326-15,0 0 145 0</inkml:trace>
  <inkml:trace contextRef="#ctx0" brushRef="#br0" timeOffset="137136.18">30887 3478 11 0,'4'-12'131'0,"1"-1"0"0,0 3-7 16,1 2-3-16,-1 1-10 0,1 0-12 0,0 2-5 16,-6 5-1-16,15-7-9 0,-15 7-10 0,12-2-4 15,-12 2-6-15,13 2-4 0,-6 2 4 0,0 0 9 16,-2 3-5-16,0-1-3 0,0 4 7 0,-2 1 2 16,2-2-5-16,-5 2 0 0,-3 1-2 0,-2 0-15 15,-1 4-7-15,-5-3-23 0,1 0-19 0,-1 0-38 16,-1 1-28-16,1-6-46 0,1 1-37 0,0-3-131 15,-2-2-298-15,12-4 132 0</inkml:trace>
  <inkml:trace contextRef="#ctx0" brushRef="#br0" timeOffset="137367.56">31122 3259 14 0,'4'-4'211'0,"-4"4"-11"0,4-6-23 16,-4 6-16-16,6-3-4 0,-6 3 5 0,0 0-10 16,7 18-11-16,-2-3-1 0,-5 2-9 0,6 7-9 15,-5 3-7-15,1 1-11 0,-4 1-8 0,4-3-12 16,-1 1-5-16,-1-3-8 0,2 1-7 0,0-6-13 16,-2 1-22-16,1 7-24 0,-1-10-33 0,0 2-45 15,0-3-41-15,-1-1-48 0,-4 1-33 0,-7-1-121 16,1-1-342-16,-6-2 152 0</inkml:trace>
  <inkml:trace contextRef="#ctx0" brushRef="#br0" timeOffset="137584.81">30534 3325 81 0,'0'0'195'0,"-10"14"-12"16,5-2-1-16,0 5-17 0,-5 7-17 0,7 5-7 16,-1 1-16-16,3 2-5 0,1-1-16 0,3 3-5 15,0-1-13-15,5-3-11 0,-6 1-32 0,9 0-48 16,-3 3-58-16,2-2-76 0,-9 0-118 0,0 2-279 16,-6-5 124-16</inkml:trace>
  <inkml:trace contextRef="#ctx0" brushRef="#br0" timeOffset="138211.63">28477 3497 76 0,'0'0'104'0,"0"0"-4"0,0 0 0 15,0 0 4-15,-3 23 8 0,3-5-9 0,0 8-8 16,0 2-3-16,3 1-11 0,-1 3-7 0,-2 3-5 16,5 15-2-16,-2-3-5 0,3-1-9 0,-2-10-10 15,1-1-31-15,5 10-14 0,-1-10-43 0,-1-1-28 16,7 9-43-16,-6-14-70 0,1-2-200 0,2-4 88 16</inkml:trace>
  <inkml:trace contextRef="#ctx0" brushRef="#br0" timeOffset="138524.99">29770 3327 116 0,'2'-7'161'0,"-2"0"6"0,0 7 0 0,3-11-10 0,-3 11-8 16,3-8-15-16,-3 8-11 0,2-5-12 15,-2 5-17-15,0 0-13 0,0 0-13 0,0 0-1 16,0 0-13-16,0 0-3 0,8 17 0 0,-5 1-2 16,-1 5 2-16,3 5-4 0,0 1 0 0,-1 1-12 15,-1 2 6-15,3 0-1 0,-3 1-6 0,1 3-1 16,-1-1-18-16,1 1-27 0,1-1-24 0,-1 1-28 15,4 10-29-15,-2-14-37 0,0 1-28 0,-3 0-117 16,-3 1-299-16,1-6 133 0</inkml:trace>
  <inkml:trace contextRef="#ctx0" brushRef="#br0" timeOffset="138851.91">28814 4456 5 0,'0'0'130'16,"0"0"-7"-16,0 0 2 0,0 0 3 0,56-3-9 16,2-4-9-16,38-6 0 0,10-8-14 0,13-3-11 15,4 0-6-15,9-7-12 0,7-5-4 0,6 0-8 16,4-1-8-16,4-4-24 0,-5 0-20 0,1 0-24 16,-2-4-20-16,5 3-24 0,-3 2-41 0,-9 4-84 15,-11-4-204-15,-1 1 90 0</inkml:trace>
  <inkml:trace contextRef="#ctx0" brushRef="#br0" timeOffset="174987.12">7968 6508 45 0,'0'0'50'0,"0"0"-5"0,-8-4-7 0,8 4-3 15,0 0 3-15,0 0-10 0,-11 0 5 0,11 0-3 16,0 0-3-16,-8-2 1 0,8 2-4 0,0 0-5 16,0 0 7-16,-9-2-5 0,9 2-4 0,0 0 2 15,0 0 3-15,-10-1-2 0,10 1-3 0,0 0-5 16,0 0 14-16,-9-2-16 0,9 2-1 0,0 0 3 16,-8-2-1-16,8 2-6 0,0 0 7 0,-11-2 2 15,11 2 15-15,0 0-11 0,-8 0 6 0,8 0-11 16,0 0 4-16,0 0-5 0,0 0-2 0,-8-3 1 15,8 3-1-15,0 0-3 0,0 0 5 16,0 0-9-16,0 0 7 0,0 0-2 0,0 0-7 0,-10-1 4 16,10 1 0-16,0 0 3 0,0 0-3 0,0 0-8 15,0 0 14-15,0 0 6 0,0 0 5 0,0 0-8 16,0 0-1-16,0 0 4 0,0 0-2 0,-9-1-3 16,9 1 6-16,0 0-8 0,0 0 0 0,0 0 1 15,0 0-3-15,0 0 5 0,0 0-15 0,0 0 9 16,0 0 2-16,0 0-1 0,0 0-7 0,0 0 0 15,0 0 1-15,0 0-5 0,0 0 9 0,0 0-7 16,0 0 2-16,0 0 2 0,0 0 1 0,0 0-4 16,0 0 2-16,0 0 3 0,0 0-1 0,30 2 7 15,-24 0 2-15,7-2-1 0,0-2 1 0,1 4-1 16,2-4-1-16,3 0 0 0,-2 2-9 0,1 0-4 16,-1-1-24-16,2 0 0 0,-2 1 9 0,3 0-4 15,-1-3 7-15,1 2 4 0,0 0-1 0,1-1 3 16,1-1-5-16,6 0-2 0,-9 1 1 0,2 0 10 15,-1-1-12-15,7-2 15 0,-5 3-5 0,-2 0-1 16,-1 1 5-16,2-1-6 0,-2 2 7 0,0-2-5 16,3 1 4-16,-2 0-7 0,1 0-3 0,-2-1-2 15,1 4-3-15,-2-2-16 0,3-2 10 0,-3 1-3 16,0 2-2-16,1-1-7 0,-3 2 4 0,-2-1-6 16,-1 0-6-16,-1 0 10 0,2-2-12 0,-1 2 0 15,2-1-3-15,-5 2-38 0,2-4-92 0,-2 4 41 16</inkml:trace>
  <inkml:trace contextRef="#ctx0" brushRef="#br0" timeOffset="175398.29">8726 6445 15 0,'0'0'38'0,"29"1"-2"0,-20 0-6 16,1 2 3-16,1-3-4 0,2 1 1 0,3-1-14 16,3 0 6-16,-1 0-6 0,1-1 8 0,3-2-5 15,0 2-3-15,6-1 1 0,0-1 0 0,1 0 0 16,1 0-4-16,-4 2 2 0,4-2-7 0,-2 0 0 15,5-1 0-15,-3 3 1 0,2-3-2 16,-2 3-3-16,0-3 4 0,-1 3-5 0,2-2 3 0,-2-1-2 16,0 4 6-16,2-4-6 0,-2 1 0 0,2 0-4 15,-2 0-1-15,3-4-1 0,-1 4 0 0,0-3 8 16,-1 3-5-16,0-1-2 0,-1 0-3 0,1 1-1 16,-10 1 2-16,2 0-4 0,-2 0 0 15,-2 1-2-15,1 0-1 0,-1 0 2 0,0 2 1 0,-5-2 6 16,1 1-9-16,-1 1-4 0,-1-2 2 0,1 2-5 15,1 0-1-15,-2-1-12 0,-3 3-25 0,-1-3-58 16,0 0 26-16</inkml:trace>
  <inkml:trace contextRef="#ctx0" brushRef="#br0" timeOffset="176914.02">12048 6431 16 0,'0'0'29'0,"0"0"-4"0,0 0 0 0,0 0-5 15,0 0 8-15,0 0-11 0,0 0 4 0,0 0 4 0,0 0 2 16,0 0-3-16,31-2 3 0,-17 2 0 0,4-2-6 15,3 0-3-15,8 1 7 0,-2-2-2 0,2 3-8 16,3-3 2-16,1 1-6 0,1-1 11 16,-1 0-12-16,5 1 3 0,-2 2-3 0,1-2-6 0,-1-2 2 15,0 1 8-15,1 1-7 0,1 0 0 16,1 0 2-16,-3 2-1 0,2-1-2 0,-3 0-6 0,2 1 2 16,-1-2 4-16,0 2-8 0,0-3 12 0,-1 3-12 15,-1-2 14-15,0 1-15 0,1 1 0 0,-3-1 3 16,-1 1 1-16,1-2-5 0,-1 1-4 15,0-1 5-15,-3 3-3 0,1 0-2 0,0 0-6 16,-2-1 5-16,0 2 2 0,0-2 0 0,0-2 4 0,-5 2-1 16,5 0-3-16,0 0 11 0,2 0-8 0,-8 0-2 15,0 0 5-15,0 0-10 0,2 0 6 16,4 0 3-16,-4-1 0 0,-3 1 6 0,2-2-3 0,5 0-1 16,-7 1-3-16,7-3-2 0,-4 4 5 0,-1-2-1 15,6-3 4-15,-7 3-5 0,6 0 1 16,-6-1 2-16,0 3-7 0,-4-3 8 0,4 1-4 0,-4 1 2 15,3 1-5-15,-2-3 6 0,-2 3 0 0,2 0 1 16,0 0-5-16,-4-1 3 0,5 1-1 16,-1-2 2-16,-1 1 3 0,0 1-10 0,2-1 8 0,-2-1-2 15,2 0 8-15,-5 1-6 0,3-1-6 16,3 1 8-16,-4-2 1 0,2 0-5 0,-5 2 0 0,1-1 1 16,-1 2 1-16,0-1 5 0,1-1-1 15,-1 2-8-15,1-1 7 0,-1 0-2 0,-4 1-3 16,3-1 0-16,-1 1 6 0,1 0-3 0,0-1-3 0,0 1 3 15,0 0-3-15,-4 0 2 0,1-3 0 16,4 2 2-16,-3 1-3 0,1-1-2 0,1-1 2 16,-2 1 3-16,4 1 12 0,-1 0-12 0,-2 0 1 0,1 0-8 15,-1-2 4-15,1 2 0 0,-1 0 4 0,1-2 0 16,1 2-7-16,-3 0 0 0,1 0 0 0,-11 0 5 16,18 0-5-16,-11 0 3 0,2-1 0 15,-9 1 0-15,16 0 3 0,-7-2 0 0,-9 2 0 16,13 0-5-16,-8-1 3 0,-5 1-2 0,13 0-2 15,-13 0 5-15,12-1-3 0,-12 1-4 0,10 1-10 0,-10-1-5 16,10 1-9-16,-10-1-17 0,4 3-31 0,-4-3-83 16,0 0 37-16</inkml:trace>
  <inkml:trace contextRef="#ctx0" brushRef="#br0" timeOffset="197006.75">16055 15970 2 0,'0'0'30'15,"0"0"-6"-15,0 0-2 0,0 0 4 0,0 0-5 16,0 0-2-16,0 0 1 0,0 0-6 0,0 0 5 15,0 0-5-15,0 0 0 0,0 0 4 0,0 0-7 16,0 0-1-16,0 0 2 0,0 0-3 0,0 0 0 16,0 0 1-16,0 0 1 0,0 0 0 0,0 0-4 15,0 0 11-15,0 0-6 0,0 0-1 0,0 0-3 16,0 0 1-16,0 0-1 0,0 0 3 0,0 0-8 16,0 0 0-16,0 0 0 0,0 0-5 0,0 0 6 15,0 0 1-15,0 0-5 0,0 0 1 0,0 0 2 16,0 0 0-16,0 0-2 0,0 0 3 0,0 0 5 15,0 0-5-15,0 0 2 0,0 0 1 0,0 0 10 16,0 0-6-16,0 0-5 0,0 0 1 0,0 0-1 16,0 0-3-16,0 0 5 0,0 0 0 0,0 0 12 15,0 0-19-15,0 0 3 0,0 0 4 0,0 0-5 16,0 0 1-16,0 0-3 0,0 0 5 0,0 0-6 16,0 0 3-16,36 0-1 0,-24 0 1 0,2-3 3 15,6 2-6-15,-1 1-3 0,0 0-4 0,3 0-9 16,-1-1-9-16,9 1-11 0,-3 2-48 0,-6-3-91 15,7 1 40-15</inkml:trace>
  <inkml:trace contextRef="#ctx0" brushRef="#br0" timeOffset="197402.56">16883 15897 5 0,'0'0'20'0,"0"0"1"15,0 0 0-15,0 0-2 0,0 0 3 0,0 0-10 16,0 0 5-16,0 0 0 0,0 0 3 0,0 0-6 15,0 0 6-15,0 0-5 0,0 0-5 0,0 0 3 16,0 0 0-16,0 0-2 0,0 0-1 0,0 0-6 16,0 0 5-16,0 0-4 0,0 0 9 0,0 0-4 15,0 0-11-15,0 0 9 0,0 0-8 0,0 0 4 16,0 0 3-16,0 0-2 0,0 0 1 0,0 0-1 16,0 0-2-16,0 0 1 0,0 0-7 0,0 0 4 15,0 0-3-15,0 0-4 0,0 0-4 0,0 0-1 16,0 0-3-16,0 0 3 0,0 0-1 0,0 0 1 15,0 0-7-15,0 0-6 0,0 0-17 0,0 0-43 16,0 0 19-16</inkml:trace>
  <inkml:trace contextRef="#ctx0" brushRef="#br0" timeOffset="-194054.34">7970 4327 18 0,'0'0'35'0,"0"0"-1"15,0 0-3-15,0 0 4 0,0 0-6 16,0 0 0-16,-2-9 1 0,2 9-1 0,0 0-7 15,0 0-2-15,-4-4 1 0,4 4-5 0,0 0 1 16,0 0-2-16,-5-9-2 0,5 9 4 0,0 0-7 16,0 0-2-16,0 0 5 0,-3-6-4 0,3 6-2 15,0 0 2-15,0 0 2 0,0 0 3 0,-2-7-2 16,2 7 2-16,0 0-6 0,0 0 7 0,0 0-2 16,0 0 6-16,0 0-4 0,0 0 3 0,0 0 10 15,0 0-10-15,0 0 1 0,-1-9-6 0,1 9 6 16,0 0-5-16,0 0-3 0,0 0 7 0,0 0-13 15,0 0 7-15,0 0-6 0,0 0-1 0,0 0-6 16,0 0 8-16,0 0 0 0,0 0-6 0,0 0 3 16,0 0-5-16,0 0 11 0,0 0-9 15,0 0-1-15,0 0 0 0,0 0 2 0,0 0-5 16,0 0 3-16,0 0-2 0,0 0-3 0,-2 28 8 16,2-28-3-16,2 12 3 0,-2-12-7 0,0 11 5 0,0-5-2 15,0-6 4-15,1 11-6 0,0-6 1 16,-1-5-2-16,1 12 4 0,-1-6 0 0,0-6 3 0,2 13-5 15,-2-7 2-15,1 3-4 0,-1-1 6 0,0-8 0 16,0 17-2-16,-1-10 0 0,1 0 3 0,0-7-6 16,0 19 5-16,0-19-4 0,0 15-2 15,-2-7 6-15,2-8 0 0,2 19-2 0,-1-10 3 0,-1-9-3 16,1 16 0-16,2-5-1 0,-2 1 4 16,-1-1-4-16,0-11 2 0,0 21-3 0,0-14 3 0,1 3 3 15,-1-10-4-15,-1 15 3 0,1-15-1 0,0 13 1 16,0-13 0-16,0 14-3 0,0-8 5 15,0-6-1-15,-1 12-1 0,1-12-2 0,-3 11-2 16,3-5 3-16,0-6-1 0,-1 9 2 0,1-9 2 16,-1 13-2-16,1-13 3 0,0 8-1 0,0-8 7 15,-2 9-7-15,2-9 2 0,0 12 1 0,0-12 0 16,0 9-8-16,0-9 4 0,-1 11-3 0,1-11 2 16,0 9-2-16,0-9 6 0,0 13 0 0,-1-8-4 15,1-5-1-15,-1 11 6 0,1-11-6 0,-2 13 0 16,2-8 5-16,0-5-7 0,-1 14 6 0,1-8 1 15,0-6-5-15,0 13-4 0,0-7 6 0,0-6-2 16,1 13-3-16,-1-8 3 0,0-5 1 0,2 15 0 16,-2-8 0-16,1-1 2 0,-1-6-6 0,1 13 1 15,-1-6 5-15,1 0-6 0,-1-7 9 0,0 16 4 16,0-8-9-16,0-1-1 0,2 3-5 0,-2-3 6 16,0-7-6-16,1 13 5 0,-1-4-4 0,0-9 1 15,0 11 5-15,-1-3 3 0,1-8-3 0,0 17 2 16,1-9-2-16,-1 1-2 0,0-9 4 0,0 15-1 15,0-8-8-15,0-7 9 0,-1 13-9 0,1-13 7 16,1 11-2-16,-1-11-7 0,1 11-1 0,-1-11 10 16,0 0-3-16,0 14 0 0,0-14 1 0,0 11 0 15,0-11-4-15,0 0 1 0,0 12 2 16,0-12 1-16,3 11 2 0,-3-11 3 0,0 0-5 0,0 13-1 16,0-13 0-16,0 10 2 0,0-10-3 0,0 11 5 15,0-11 1-15,0 12 11 0,0-12-14 0,0 12-2 16,0-12 1-16,0 10 0 0,0-10-2 0,0 13 6 15,0-13-6-15,0 13 0 0,0-13 3 0,0 13-1 16,0-13-8-16,1 11 3 0,-1-11 9 0,0 0-6 16,-1 16 3-16,1-16-2 0,-4 10 4 0,4-10-1 15,0 0-4-15,1 15 2 0,-1-15 0 16,0 0-4-16,0 19 7 0,0-19-6 0,0 10 3 16,0-10-1-16,0 10 2 0,0-10 0 0,0 0 1 0,0 15 2 15,0-15-4-15,-1 11 1 0,1-11-1 0,1 11 2 16,-1-11-6-16,0 0 1 0,-1 15-1 15,1-15 2-15,1 14 5 0,-1-14-1 0,3 12-3 16,-3-12 1-16,0 10 5 0,0-10-6 0,2 14-8 16,-2-14 10-16,0 10 5 0,0-10-11 0,0 11 5 15,0-11-3-15,0 0 0 0,0 15 5 0,0-15-2 0,1 8 1 16,-1-8-3-16,0 0 5 0,2 15-2 16,-2-15-1-16,0 9-9 0,0-9 12 0,0 10-2 15,0-10 3-15,0 0-7 0,0 17 2 0,0-17-2 16,1 8 3-16,-1-8-2 0,1 11 5 0,-1-11-2 15,0 13 4-15,0-13-6 0,0 13-3 0,0-13 10 16,0 12-6-16,0-12-1 0,0 14 3 0,0-14 0 16,-1 12 0-16,1-12-3 0,0 13-1 0,0-13-1 0,0 12 3 15,0-12-3-15,0 10 8 0,0-10-5 16,0 14 3-16,0-14 1 0,1 13 1 0,-1-13-5 16,0 12 0-16,0-12-2 0,0 13 6 0,0-13 1 15,3 13 9-15,-3-13-14 0,0 13 2 0,0-13-4 16,3 13 2-16,-2-5-1 0,-1-8 1 0,2 12-7 15,-2-12 8-15,2 11-4 0,-2-11 4 0,0 11-5 16,0-11 4-16,2 13-3 0,-2-13 4 0,0 13 0 16,0-13 3-16,2 10-3 0,-2-10-1 0,1 13-2 15,-1-13-2-15,1 12 3 0,-1-12-2 0,-1 16 8 16,1-7-4-16,0-9-5 0,0 14 1 0,0-14 4 16,0 15 0-16,0-6-2 0,0-9-8 0,-1 15 12 15,1-15 1-15,-2 12 12 0,2-12-21 0,-1 13 4 16,0-3 7-16,1-10-9 0,0 0 5 15,-3 21 0-15,3-21-5 0,-2 16 0 0,2-16 4 0,-4 18-5 16,2-11 10-16,2-7-1 0,-2 14-4 0,2-14 2 16,-3 21 0-16,3-21-5 0,-1 18 1 0,-3-9 4 15,4-9-1-15,-4 21-2 0,2-13 3 0,2-8-3 16,-4 21 2-16,3-11-3 0,1-10 0 0,-5 21 5 16,2-12-4-16,2 2 0 0,-1-2 2 0,0 1-3 15,2-10 2-15,-3 16-1 0,3-16 1 16,-2 15 2-16,-1-7-4 0,3-8 0 0,-4 14-2 0,3-7 7 15,1-7-4-15,-1 17-3 0,1-9 7 0,0-8-4 16,-3 19 1-16,3-10-2 0,0-9 2 0,-2 16 1 16,0-8 2-16,2-8-5 0,-1 17 4 0,1-17 1 15,-2 13 3-15,0-3 0 0,2-10 1 16,-1 15 4-16,1-15-8 0,-1 13-1 0,1-13-1 0,0 11-2 16,0-11 3-16,-2 12 2 0,2-12-1 15,-1 12-4-15,1-12 1 0,-1 12-2 0,1-12 6 0,0 14-1 16,0-14-1-16,0 13-1 0,0-13 3 0,0 16-4 15,0-16 1-15,-3 12 4 0,3-12-3 0,2 14 2 16,-2-14 7-16,-3 13-9 0,3-13 1 16,-2 12 8-16,2-12-9 0,0 10-2 0,0-10 0 15,0 0 0-15,-2 13-1 0,2-13 4 0,-3 10-8 16,3-10 2-16,0 0 2 0,-2 11 0 0,2-11 3 16,0 0-4-16,0 12 1 0,0-12-1 0,0 0 3 15,0 15-2-15,0-15 15 0,0 0-17 0,0 11 1 0,0-11-2 16,0 0-2-16,-2 12 2 0,2-12-1 0,-2 12 5 15,2-12-1-15,0 0-5 0,0 18-1 16,0-18 10-16,-2 12-4 0,2-12-2 0,0 0 4 16,0 15 1-16,0-15-18 0,0 0 12 0,1 15 0 15,-1-15 3-15,0 0 1 0,-1 16-2 0,1-16 2 0,0 0-3 16,0 17 3-16,0-17-2 0,-1 18 1 16,1-18-1-16,-2 11 8 0,2-11-4 0,0 0-4 15,-1 21 2-15,1-21 0 0,-1 13-4 0,1-13 4 16,0 0 0-16,0 20 1 0,0-20-5 0,0 13 4 15,0-13 8-15,0 16-11 0,0-16 3 0,-2 18 0 16,2-18-6-16,-1 14-11 0,1-14-16 0,-3 11-2 16,3-11-16-16,-2 15-8 0,2-15-23 0,-1 15-16 0,1-15-14 15,-3 12-22-15,3-12-66 0,-5 12-214 16,5-12 94-16</inkml:trace>
  <inkml:trace contextRef="#ctx0" brushRef="#br0" timeOffset="-193047.33">7884 7160 18 0,'0'0'27'0,"0"-11"-2"0,0 11-1 16,0-11-5-16,1 4 0 0,-1 7 1 0,1-9 0 15,-1 9-1-15,0-9-2 0,0 9 0 0,0-7-3 16,0 7-2-16,3-7-3 0,-3 7 2 0,2-10-6 16,-2 10-6-16,3-5-4 0,-3 5-4 0,0 0-2 15,7-7-13-15,-7 7 11 0,4-6-6 0,-4 6-14 16,4-4-35-16,-4 4 16 0</inkml:trace>
  <inkml:trace contextRef="#ctx0" brushRef="#br0" timeOffset="-192064.18">7936 7003 15 0,'0'0'0'0,"1"-12"4"0,-1 12-6 15,-1-16 2-15,1 11 4 0,0 5 3 0,-1-14 3 16,1 14-3-16,0-13 5 0,-2 8 1 0,2 5 12 16,-2-11 6-16,2 11-9 0,-3-8-2 0,3 8 4 15,-2-9-11-15,2 9 3 0,0 0-9 0,-3-7 1 16,3 7 0-16,0 0 3 0,0 0-4 0,0 0 1 16,0 0-7-16,0 0 6 0,0 0-3 0,0 0-6 15,0 0 0-15,-9 16 8 0,9-16 2 0,-4 18-4 16,2-11 2-16,-1 4 2 0,1 1-3 15,-1 0-1-15,-1 0 0 0,2 2 0 0,-1 2-2 16,1 0 6-16,-1 2 1 0,2-5-6 0,0 5 6 0,-1-1-2 16,1-1-1-16,-2 3 2 0,3-1 4 0,-1 0-6 15,0 1 2-15,1 0-4 0,0 1 2 0,-2-2 0 16,4 0 0-16,-2 0 2 0,-2 2 1 0,0 3-6 16,2-3 0-16,0-2 10 0,0 0-5 0,-1 0-6 15,1 1 2-15,0 0 3 0,-3-3 4 16,2 4-8-16,0-1 9 0,-2 1-7 0,2-1 8 0,0-1-4 15,1-1-5-15,0 3 1 0,0 0-2 0,0-1 2 16,0-2 7-16,0 2-4 0,1 0-7 0,-1-2 7 16,1 0-3-16,0 0 3 0,2 1-7 0,-2-1 8 15,3 0-5-15,-3-1-1 0,2 0-2 0,-1-2-2 16,0-1 2-16,-1 1 13 0,0-1-4 0,-1-2-22 16,2 1 14-16,-2 0 3 0,1-1 3 0,0 1-8 15,-1-1 0-15,1 1 2 0,-1-1 12 0,0 1-8 16,-1-2-8-16,1 3 7 0,0 0-7 0,0-3-1 15,-1 2 2-15,1-1 5 0,0 1-6 0,0 0 5 16,-1-1 7-16,2 1-1 0,-4 1-6 0,3-1-3 16,0 1 2-16,-1-1-2 0,1-1 1 0,0-1 1 15,0 3 0-15,-1 0-5 0,1-2-7 0,0 2 7 16,-2-1 5-16,2 0 1 0,0 0 1 0,-1 1-2 16,1-1-5-16,0 0 1 0,-1 1 6 0,1 0 2 15,-2 2-2-15,0-1-6 0,2 0 6 16,0 1-3-16,0-1 5 0,0-2-5 0,1 4 3 15,-1-1-7-15,0-3 4 0,1 5-2 0,-1-1 2 0,0-5 1 16,-1 4-5-16,1-1 3 0,0 2 1 16,0 2-3-16,0-1-1 0,-1 0 7 0,1 1-2 15,-1-3-7-15,-2 2 4 0,3-2 2 0,-2 3 2 16,2 0-5-16,-2 1 6 0,2-1-5 0,-1 1 3 16,0-2 1-16,-2 1 0 0,2-1-1 0,-2-1-2 0,1 0 12 15,1 4-15-15,-1 1 2 0,0-3 1 0,-1 0-2 16,3-1 1-16,-1 3 19 0,1-1-21 0,-1-1 3 15,1 1-1-15,-2 0 2 0,1-1-16 0,1 2 13 16,-4-2 2-16,4-1 6 0,0 4-6 0,3-4-3 16,-3 0 7-16,2 2 0 0,1-2-8 0,-2 1 6 15,-1 0-1-15,1 2-1 0,1-2 3 0,-1-2-1 16,-1 2-2-16,0 0 2 0,1 0-3 0,-1-1 3 16,0 1-6-16,2 0 3 0,-2 0-1 0,-2-1 16 15,2 2-15-15,-1-3-3 0,1 2 4 16,0-1-3-16,-1 0 0 0,2 0 3 0,-1 1-3 0,0 0 3 15,1 2-2-15,-1-4 2 0,-1 4-6 0,2-2 8 16,-1 1 2-16,0-1 5 0,0 2-3 0,-1-1-2 16,1 1-6-16,0 5-2 0,-1-5 5 0,-1 0-1 15,2 4 2-15,-1-4-3 0,0 0 0 0,-2 5 3 16,2 1-1-16,-3 0 2 0,4 0-7 16,-4-1 4-16,4 1 0 0,-2 0 5 0,2 1-5 15,-1-1-6-15,-1 3 5 0,1 2-2 0,2-3 6 0,-1-1-3 16,2 3 0-16,-2 0-10 0,2 1-6 0,2 1 0 15,0-3 6-15,-3 0-10 0,4-1 4 0,-1 2-4 16,1 0 0-16,-1-2-2 0,1 2 0 16,-1 1-3-16,2-2-5 0,-2 0-11 0,-3 2-4 15,-1 3-28-15,-1-1-77 0,-3 1 34 0</inkml:trace>
  <inkml:trace contextRef="#ctx0" brushRef="#br0" timeOffset="-190689.36">7950 10714 8 0,'4'15'20'0,"-2"3"-4"0,1-1-1 16,2 1-3-16,-3 1 3 0,4 6-1 16,-2 0-4-16,-2 0 6 0,2 2 0 0,-3-1-4 15,3 1 0-15,-3 2 3 0,4-1-2 0,-1 1-3 16,1 0 1-16,-1-1 2 0,0-1-4 0,3 2 0 15,-5-1-3-15,3 1 4 0,0-1-3 0,-1-3-2 16,-1 2 0-16,-1 4-2 0,1-3 2 0,-1 3 1 16,1-2-1-16,-2-1-2 0,0 2 10 0,1-1-5 15,0-1-2-15,1 2-2 0,-2-2 1 0,-1-2 1 16,0 1-2-16,1 1-2 0,-1-1 1 0,1 0-1 16,-1 3 2-16,3-2-4 0,-3-1 0 0,0 1 2 0,-1 2 0 15,1-5 1-15,-2 2 9 0,1-1-9 16,1 2-2-16,-1-2-5 0,0-3 3 0,1 3 5 15,0-7-5-15,0-2 4 0,1 2-2 0,1 0 5 16,0 1-2-16,-1-1 0 0,2 0-5 0,-1 4 2 16,0-3-1-16,0-1 1 0,-1-2 4 0,2 2-6 15,-2 0 8-15,1 6-3 0,-2-5-1 0,0 7 0 16,-3-2 6-16,0-6-12 0,1 6 3 0,-1-4 2 16,-1 4-2-16,0-6-2 0,1 0 5 0,-4 4-4 15,4 2-4-15,-1-7 2 0,1 2 3 0,-1-4 3 16,2 4-8-16,-1-4 2 0,-1 1 4 0,1 0 0 15,1-1-4-15,1-4 1 0,-1 4-3 0,0-3-4 16,1 3-3-16,1 1 4 0,0-2-8 0,-1-4-1 16,1 2-4-16,0-1 0 0,0 5-6 0,1-1-20 15,-2-3-48-15,1 0 21 0</inkml:trace>
  <inkml:trace contextRef="#ctx0" brushRef="#br0" timeOffset="-190005">7960 12718 24 0,'4'26'28'0,"-4"1"3"0,-1-2-6 16,2 1 6-16,-1-1 4 0,1 1-12 0,0 1 2 15,1 0-7-15,0-1 9 0,0 2-2 0,0-4-3 16,0 4-7-16,-1-1 2 0,-1 0 1 0,4 4 0 16,-3-3-5-16,0 1-7 0,1-1 2 0,-2-1 4 15,2 0-3-15,-2 1-3 0,1 0 5 16,-1 0-5-16,3 0-1 0,-3 1 2 0,4-4 0 0,-3 2-4 15,0-1 6-15,0 0 1 0,-1 2-10 0,-1-1 10 16,1-1-5-16,-1 3-1 0,1 0 1 0,0-2 1 16,-1 0-6-16,2-1 3 0,0 0 4 0,0-2-4 15,-1 0-2-15,3-5-3 0,0-2 14 16,-1 1-18-16,1 1 7 0,1-1 2 0,-2 0 6 16,1-1-7-16,1-1 4 0,1 1 2 0,-4 0-6 0,1 1-1 15,0-3 8-15,-1 2-2 0,-2 2-12 0,-1 0 6 16,0 1 4-16,-1 6 0 0,0-1-2 0,-1 2 2 15,0-3-4-15,1 2-1 0,-1-7 3 0,-1 8-1 16,3-8 3-16,-1 5-2 0,1-4 0 0,-2-2-4 16,4 1-4-16,0-2 6 0,-1 3-5 0,4-2 3 15,0 0-4-15,-2 0 4 0,0-2 3 0,1 3-5 16,-1-1 3-16,-1 0-5 0,4 8-9 0,-3-7 1 16,0 1-7-16,1-1-4 0,0 0 0 0,0 0-7 15,-2 1-3-15,4 4-3 0,-4 0-30 0,-2-6-74 16,2 7 33-16</inkml:trace>
  <inkml:trace contextRef="#ctx0" brushRef="#br0" timeOffset="-189635.62">8122 15296 12 0,'2'13'35'0,"-1"-1"-1"16,2 1-9-16,-3-2-6 0,1-2 5 0,-1 3-5 16,1-3-4-16,-1-3-13 0,0-6-4 0,0 12-4 15,0-6-10-15,0-6-12 0,0 0-28 0,-2 10 13 16</inkml:trace>
  <inkml:trace contextRef="#ctx0" brushRef="#br0" timeOffset="-189434.11">7974 15173 23 0,'0'7'18'0,"0"-7"-10"15,2 13-17-15,-2-7-8 0,0-6 3 0</inkml:trace>
  <inkml:trace contextRef="#ctx0" brushRef="#br0" timeOffset="-187251.84">8137 15370 40 0,'0'0'45'0,"0"0"-3"0,0 0-3 0,0 0 0 0,0 0 1 16,0 0-9-16,0 0 2 0,0 0-3 0,0 0 2 15,0 0-9-15,0 0 2 0,0 0-3 0,0 0-2 16,0 0-1-16,0 0-6 0,0 0 7 0,0 0-5 16,0 0 1-16,0 0-1 0,0 0 2 0,0 0-8 15,0 0 1-15,0 0-3 0,0 0 5 0,0 0 0 16,0 0 4-16,-25-7 15 0,25 7-13 0,0 0-3 16,0 0 5-16,0 0-4 0,0 0-3 0,0 0 6 15,0 0-2-15,0 0 3 0,0 0-3 0,0 0-5 16,0 0 6-16,0 0-4 0,0 0 0 0,0 0-2 15,0 0 2-15,0 0-1 0,0 0 5 0,0 0-3 16,0 0-5-16,0 0 1 0,0 0-8 0,0 0 10 16,0 0-3-16,0 0 1 0,0 0-8 15,0 0-5-15,0 0 14 0,0 0 4 0,0 0 1 16,0 0-3-16,-9-1 5 0,9 1 5 0,0 0-13 0,0 0 4 16,0 0-6-16,0 0-6 0,0 0 6 0,0 0 4 15,0 0-2-15,0 0 3 0,0 0-8 0,0 0-3 16,0 0 0-16,0 0 0 0,0 0-6 0,0 0-3 15,0 0 7-15,0 0 1 0,0 0-1 16,19-12 4-16,-12 10 0 0,3-2 12 0,2 1-24 16,0-1 12-16,6-2-8 0,-2 1 3 0,1-1 6 0,4-2-1 15,-2 0-4-15,7-1 1 0,-7 3-1 16,9-2 0-16,-1 3-2 0,-7-1 7 0,2-1-1 16,4-2 9-16,-6 7-9 0,2-3-3 0,-3-1-6 15,1 2 0-15,-1 0-2 0,1-1 1 0,-1 2 8 16,1 0-1-16,-2-1-2 0,1 1 3 0,-2 0 0 0,2 0 0 15,-1 1 0-15,-1-1-3 0,-3 2-2 0,-2 1 8 16,0-1-14-16,-1 1 19 0,0-2-7 16,0 2-6-16,1-1-7 0,-1 1 11 0,-3 0-4 15,-8 0 7-15,17 0-5 0,-8 0 0 0,2-1 0 16,-11 1 0-16,13 1-9 0,-7-1-1 0,-1 3-12 16,-5-3-16-16,12 0-1 0,-12 0-9 0,10 1-8 15,-10-1-5-15,6 5-3 0,-6-5-8 0,8 4-7 16,-8-4-53-16,4 3-142 0,-4-3 63 0</inkml:trace>
  <inkml:trace contextRef="#ctx0" brushRef="#br0" timeOffset="-186849.52">8749 15130 12 0,'0'0'134'0,"0"0"-16"0,-5-3-6 15,5 3-10-15,0 0-15 0,0 0-7 0,0 0-13 16,0 0-4-16,0 0-13 0,0 0 3 0,0 0-8 16,0 0-5-16,0 0-5 0,0 0-2 0,0 0-11 15,0 0-2-15,0 0-1 0,0 0-3 0,0 0-4 16,0 0 2-16,0 0 3 0,0 0-1 0,20 10-3 15,-14-9 2-15,-6-1-9 0,12 5 9 0,-3-1-9 16,0-3 0-16,0 3 1 0,0 0 0 0,2-1-3 16,-1 0 0-16,1 2-1 0,-1 0 5 15,-1-1 12-15,0 2-12 0,0 0-8 0,-2 0 3 0,0 2-8 16,-2-1 4-16,0 5-5 0,-2 1 4 0,-2 3 4 16,-2 4 4-16,-3 8-1 0,-3 0 0 0,-2 0-8 15,-1 1 9-15,-3 1-7 0,1 2 9 0,-1 0-4 16,0-2-2-16,0 0-2 0,2-1-17 0,0-3-13 15,3 0-34-15,1-1-28 0,1-2-94 0,1-4-200 16,1-2 90-16</inkml:trace>
  <inkml:trace contextRef="#ctx0" brushRef="#br0" timeOffset="-177491.88">7616 15205 12 0,'0'0'44'15,"0"0"4"-15,0 0-12 0,0 0-16 0,0 0-12 16,0 0-17-16,0 0 3 0,0 0-20 0,3 7-28 15,-3-7 13-15</inkml:trace>
  <inkml:trace contextRef="#ctx0" brushRef="#br0" timeOffset="-177212.18">7949 15295 5 0,'0'0'3'0,"0"0"-5"0,0 0-1 16</inkml:trace>
  <inkml:trace contextRef="#ctx0" brushRef="#br0" timeOffset="201073.22">7976 6742 2 0,'0'0'21'0,"0"0"-6"15,0 0 6-15,0 0-7 0,0 0-3 0,0 0 0 16,0 0 1-16,0 0-5 0,0 0 2 0,0 0-3 16,0 0-2-16,0 0 3 0,0 0-6 0,0 0 4 15,0 0-2-15,0 0-2 0,0 0 3 0,0 0-5 16,0 0 2-16,0 0 3 0,0 0 0 0,0 0 2 15,0 0-6-15,0 0-2 0,0 0 4 0,0 0 4 16,0 0-3-16,0 0 0 0,0 0-2 0,0 0 2 16,0 0-2-16,0 0 8 0,0 0 0 0,0 0-1 15,0 0-2-15,0 0 1 0,0 0 6 0,0 0 2 16,0 0-5-16,0 0-1 0,0 0 1 0,0 0 4 16,0 0-4-16,0 0 1 0,-6-4-5 0,6 4 7 15,0 0-5-15,0 0-8 0,0 0 4 0,0 0 6 16,0 0-6-16,0 0 2 0,0 0 0 0,0 0-6 15,0 0 0-15,0 0-1 0,0 0 3 0,0 0-5 16,0 0 0-16,0 0 4 0,0 0 4 0,0 0-2 16,0 0-2-16,0 0 0 0,0 0-3 0,0 0 2 15,0 0 0-15,0 0 0 0,0 0-2 0,0 0 4 16,0 0-1-16,0 0-4 0,0 0 1 0,0 0 10 16,0 0-8-16,0 0 4 0,0 0-3 0,0 0 1 15,0 0 2-15,0 0-4 0,0 0-1 0,0 0-2 16,0 0 7-16,0 0-3 0,0 0-6 15,0 0 2-15,0 0 4 0,0 0 0 0,0 0 0 0,0 0 0 16,0 0-2-16,0 0-4 0,0 0 1 0,0 0-1 16,0 0-6-16,0 0-8 0,0 0 1 0,0 0-2 15,0 0-2-15,0 0-4 0,0 0-17 0,0 0-48 16,0 0 22-16</inkml:trace>
  <inkml:trace contextRef="#ctx0" brushRef="#br0" timeOffset="204927.19">600 8168 20 0,'0'0'31'0,"0"0"2"0,0 0-5 0,0 0 0 0,0 0 1 15,0 0-9-15,0 0-3 0,0 0-1 0,0 0 0 16,0 0-12-16,0 0 1 0,0 0-5 16,0 0-4-16,0 0 2 0,0 0-3 0,0 0 1 15,0 0-10-15,0 0 10 0,0 0-7 0,0 0 3 16,0 0 4-16,0 0-2 0,0 0 1 0,0 0 1 16,0 0 0-16,0 0 3 0,0 0 0 0,0 0-2 15,0 0 2-15,0 0-2 0,0 0 4 0,0 0-4 16,0 0-5-16,0 0 6 0,0 0 3 0,0 0-7 15,0 0 5-15,0 0-2 0,0 0 4 0,0 0 6 16,0 0-5-16,0 0 0 0,0 0 4 0,0 0 2 16,0 0 5-16,0 0 1 0,0 0 0 0,0 0 0 15,0 0-2-15,0 0 3 0,0 0 9 0,0 0-13 16,0 0 13-16,0 0-8 0,0 0 2 0,0 0-8 16,0 0 13-16,0 0-17 0,0 0 3 0,0 0 0 15,0 0-4-15,0 0 15 0,0 0-15 0,0 0-9 16,0 0 1-16,0 0-9 0,0 0 1 15,0 0-5-15,0 0-2 0,0 0-5 0,0 0-2 16,0 0 3-16,0 0 1 0,0 0 2 0,0 0-4 0,0 0-17 16,0 0-41-16,0 0 19 0</inkml:trace>
  <inkml:trace contextRef="#ctx0" brushRef="#br0" timeOffset="205553.17">524 8206 62 0,'0'0'-3'0,"0"0"9"0,0 0 10 16,0 0 6-16,-43 18 7 0,43-18 2 0,0 0 8 15,0 0 6-15,-29 8 3 0,29-8 4 16,0 0 2-16,0 0 1 0,0 0 0 0,0 0-4 15,0 0 9-15,-38 3-1 0,38-3-3 0,0 0 10 16,0 0-7-16,0 0-2 0,0 0 2 0,0 0-13 16,0 0 5-16,0 0-9 0,0 0 1 0,0 0 2 15,0 0-8-15,0 0-10 0,0 0 4 0,0 0-4 16,0 0-4-16,0 0-2 0,0 0-5 0,0 0-3 16,0 0 6-16,0 0-11 0,0 0 3 0,0 0 2 15,0 0-3-15,0 0-3 0,0 0 3 0,0 0-2 16,0 0 1-16,0 0-1 0,0 0-4 0,0 0 0 15,0 0-9-15,0 0-1 0,0 0 15 0,0 0-6 16,0 0-1-16,0 0 1 0,0 0-8 0,0 0 7 16,0 0-2-16,0 0 0 0,0 0-2 0,0 0-1 15,0 0 4-15,0 0-4 0,0 0 1 0,0 0-3 16,0 0 8-16,0 0 2 0,0 0-4 0,0 0 2 16,0 0 4-16,0 0-2 0,0 0-2 0,0 0-6 15,0 0 7-15,0 0-12 0,0 0 14 0,0 0-3 16,0 0-1-16,0 0-5 0,0 0-1 0,0 0-1 15,0 0 2-15,0 0-1 0,0 0-1 0,-39 1 12 16,39-1-4-16,0 0-8 0,0 0 10 0,0 0-8 16,0 0 4-16,0 0-2 0,0 0 2 15,0 0-1-15,0 0 0 0,0 0-1 0,0 0 2 16,0 0-2-16,-27 12 3 0,27-12-6 0,0 0 6 16,0 0-2-16,0 0-2 0,0 0 0 0,0 0 0 15,0 0 6-15,0 0-1 0,0 0 3 0,0 0 5 0,0 0 2 16,0 0 5-16,0 0-9 0,0 0 5 15,0 0 1-15,0 0-1 0,0 0-3 0,0 0 6 16,0 0-2-16,0 0 4 0,0 0-4 0,0 0-7 16,0 0 6-16,0 0-5 0,0 0-4 0,0 0 6 15,0 0-3-15,0 0 3 0,0 0-2 0,0 0-3 16,0 0 2-16,0 0 1 0,0 0-3 0,0 0 3 16,0 0-7-16,0 0 7 0,0 0-7 0,0 0 4 15,0 0 0-15,0 0-1 0,0 0-3 0,82-48-1 16,-82 48 2-16,37-22-1 0,-18 14-1 0,-19 8 3 15,36-21-16-15,-14 11-9 0,-22 10-12 0,36-17-15 16,-36 17-28-16,34-16-3 0,-34 16-11 0,31-13-11 16,-31 13-18-16,21-10-93 0,-21 10-229 0,0 0 102 15</inkml:trace>
  <inkml:trace contextRef="#ctx0" brushRef="#br0" timeOffset="206292.5">488 8116 28 0,'0'0'93'0,"0"0"-1"0,0 0-1 16,0 0-2-16,0 0-12 0,0 0-14 0,0 0 10 15,0 0-13-15,0 0-3 0,0 0-1 0,0 0-2 16,0 0-7-16,0 0-8 0,0 0 4 0,0 0-4 16,0 0-6-16,0 0-17 0,0 0 8 0,0 0-2 15,0 0-1-15,0 0-9 0,0 0 0 0,0 0 2 16,0 0-1-16,0 0-5 0,0 0-5 0,0 0 3 16,0 0 5-16,0 0 3 0,0 0-7 0,0 0 4 15,0 0-9-15,0 0 6 0,0 0-12 0,0 0 8 16,0 0 8-16,0 0-14 0,0 0 9 0,0 0-6 15,0 0 1-15,0 0-3 0,0 0 7 0,0 0-3 16,0 0 2-16,0 0-1 0,0 0 1 0,0 0-5 16,0 0 3-16,0 55-8 0,0-55 7 15,0 0-4-15,0 0 6 0,0 0-2 0,0 0 7 0,4 41-2 16,-4-41 5-16,0 0-4 0,7 41 5 0,-7-41 7 16,7 33 0-16,-7-33 3 0,7 37-11 0,-2-9 4 15,-5-28 6-15,8 44-4 0,-8-44 0 0,9 43 5 16,-9-43-8-16,5 33 0 0,-5-33 0 15,6 28 0-15,-6-28-4 0,0 0 4 0,9 36-4 16,-9-36 2-16,0 0 4 0,7 26-8 0,-7-26 5 16,0 0-3-16,0 0-4 0,0 0 3 0,6 30 5 15,-6-30-7-15,0 0 6 0,0 0-13 0,0 0 7 16,0 0 4-16,0 0-8 0,0 0 5 0,0 0 2 16,0 0 6-16,0 0-3 0,0 0 3 0,0 0 2 15,0 0-10-15,0 0 2 0,0 0-1 0,0 0 5 16,0 0-11-16,0 0 9 0,0 0-10 0,-28 23-1 15,28-23 1-15,0 0 1 0,0 0 1 0,0 0-3 16,0 0 2-16,-39 9-1 0,39-9-3 0,0 0 3 16,-27 10-3-16,27-10-3 0,0 0-1 15,0 0 4-15,-31 16 1 0,31-16 1 0,0 0-4 16,0 0 1-16,0 0-1 0,0 0-3 0,-24 9-1 0,24-9 3 16,0 0 3-16,0 0-2 0,0 0 1 0,0 0 7 15,0 0-3-15,0 0-3 0,0 0 4 0,0 0 0 16,0 0-6-16,0 0 2 0,0 0 2 0,105-29-5 15,-105 29-30-15,36-16-15 0,-36 16-19 16,38-13-29-16,-38 13-23 0,37-16-22 0,-37 16-94 0,29-11-254 16,-29 11 112-16</inkml:trace>
  <inkml:trace contextRef="#ctx0" brushRef="#br0" timeOffset="206538.5">760 8414 175 0,'0'0'172'0,"0"0"-4"0,0 0-22 0,0 0-20 0,0 0-15 16,0 0-11-16,0 0-10 0,0 0-4 0,0 0 9 15,0 0 4-15,0 0-9 0,0 0-6 0,0 0-7 16,0 0-4-16,0 0-6 0,0 0-3 0,22 78-8 16,-22-78-4-16,7 27-3 0,-7-27-3 15,0 0-3-15,7 36-4 0,-7-36-7 0,0 0 0 0,4 34-1 16,-1-24-14-16,-1-1-19 0,0 1-19 0,-2-10-17 15,0 0-27-15,0 0-17 0,4 24-30 16,-4-19-22-16,0-5-14 0,0 0-122 0,0 0-292 0,0 0 129 16</inkml:trace>
  <inkml:trace contextRef="#ctx0" brushRef="#br0" timeOffset="206790.47">796 8381 117 0,'17'-3'138'0,"-17"3"1"0,19 3 4 15,-19-3-9-15,20 9-10 0,-11-2-7 0,0 0 0 16,-3 2-6-16,4 1-4 0,-6-1-12 0,-4-9-7 16,7 22-7-16,-3-11 3 0,-4 1-10 15,2 1 0-15,-4 4-4 0,0 1-9 0,0 2-3 0,-5-2-11 16,1 0-2-16,-8 4-4 0,7-5-15 0,7-17-15 15,-20 32-25-15,20-32-19 0,-24 27-24 0,24-27-24 16,-14 18-29-16,14-18-33 0,0 0-135 0,0 0-300 16,-21 21 133-16</inkml:trace>
  <inkml:trace contextRef="#ctx0" brushRef="#br0" timeOffset="207128.02">1058 8353 135 0,'0'0'181'0,"0"0"-10"0,0 0-8 15,0 0-8-15,-35 8-14 0,35-8-14 0,-18 18-8 16,8-7-10-16,2 0-12 0,1 1-10 0,3-3-10 16,-1 1-10-16,5-10-8 0,-9 18-4 0,9-18-6 15,0 15-5-15,0-15-3 0,6 13-7 0,-6-13 0 16,14 10-5-16,-5-5 1 0,3-3-6 0,1 0-4 15,-13-2-3-15,25 2 2 0,-12 2-3 0,1-4 0 16,-14 0-1-16,19 1-2 0,-19-1-5 0,14 3 2 16,-14-3-4-16,0 0 2 0,14 3-8 0,-14-3 7 15,0 0-1-15,6 7 3 0,-6-7-1 0,0 0-1 16,0 0-1-16,0 0 0 0,-16 30 0 0,6-23-6 16,2 2-2-16,0-1-10 0,1 0-7 0,-1-1-27 15,8-7-12-15,-14 11-33 0,9-5-32 0,5-6-41 16,-9 8-122-16,9-8-311 0,-10 7 138 0</inkml:trace>
  <inkml:trace contextRef="#ctx0" brushRef="#br0" timeOffset="207475.27">1261 8323 78 0,'0'0'220'0,"0"0"-26"0,0 0-18 0,0 0-21 15,0 0-15-15,0 0-13 0,0 0-15 0,0 0-15 16,0 0-6-16,0 0-10 0,0 0-7 0,0 0-10 16,-31 28-9-16,28-20-1 0,-1 2-9 0,4-10-3 15,-3 16-3-15,3-16-5 0,-3 18-6 0,3-18-3 16,0 14-8-16,0-14-1 0,5 12-2 16,-5-12 1-16,8 11-1 0,-8-11 2 0,8 10-6 0,-8-10-3 15,12 7 0-15,-12-7-2 0,11 4 1 16,-11-4 2-16,11 7-4 0,-11-7 3 0,14 3-2 0,-14-3-6 15,11 3 1-15,-11-3 2 0,0 0 2 0,14 5-2 16,-14-5 1-16,0 0 1 0,9 11-7 0,-9-11 2 16,0 0 2-16,-3 13 0 0,3-13-4 0,-10 15 1 15,4-7 1-15,-3 2-1 0,0-1-17 16,-2 0-3-16,0 2-19 0,-2-1-18 0,1-2-25 16,3-1-19-16,1 0-39 0,-4 0-128 0,3-1-292 15,9-6 130-15</inkml:trace>
  <inkml:trace contextRef="#ctx0" brushRef="#br0" timeOffset="210894.11">1580 8090 33 0,'0'0'117'0,"0"0"-8"0,0 0 12 0,0 0 0 16,2-8-2-16,-2 8-5 0,0 0-5 0,0 0-7 15,0 0 0-15,0 0-9 0,0 0-3 0,-12-6-5 0,12 6-7 16,0 0-5-16,-8-2-7 0,8 2-4 0,0 0-8 16,0 0-2-16,-14 0 0 0,14 0-11 0,0 0-4 15,-11 0-2-15,11 0-4 0,-8 5-2 16,8-5-6-16,-8 6 0 0,4-4-3 0,-1 4-2 16,5-6-3-16,-4 10-1 0,2-3 2 0,-3 1-1 15,3 3 0-15,0-1 5 0,0 2-4 0,-1-3-2 0,2 2 0 16,-2-3-1-16,3 3-1 0,0-11 4 0,2 13-8 15,-1-6 4-15,3-3-3 0,-4-4 1 16,0 11-3-16,4-7 3 0,-4-4 1 0,6 9-2 16,-3-6-8-16,-3-3 8 0,7 6-1 0,-7-6 1 15,8 2-3-15,1-2 0 0,-9 0 4 0,11-1-5 16,-11 1 1-16,13-2 5 0,-13 2-7 0,8-8 4 16,-2 3-4-16,1 1 3 0,-2-3-3 0,2-1 2 15,-4 3-1-15,1-1 1 0,-2-2-3 0,0 0 4 16,0 0-7-16,1 2 5 0,-1-4 1 0,0 1 20 15,-2-2-1-15,0 3-2 0,0 8 2 0,-2-15 2 16,2 15-3-16,0-11 5 0,0 11-7 0,-2-8-1 16,2 8-4-16,-3-6 1 0,3 6-7 0,0 0-5 15,0 0 1-15,0 0-1 0,0 0-2 0,0 0-1 16,0 0-1-16,0 0-1 0,0 0 1 0,0 0 1 16,8 23 0-16,-7-16-1 0,-1 3 2 0,4-2 1 15,-4-2-5-15,6 3-20 0,-3-4-19 0,0 5-29 16,-3-10-27-16,7 17-41 0,-3-12-37 0,1 1-35 15,-2-1-122-15,-3-5-357 0,6 8 158 0</inkml:trace>
  <inkml:trace contextRef="#ctx0" brushRef="#br0" timeOffset="211140.69">1739 7933 197 0,'-3'-18'211'16,"3"2"-2"-16,0 0 1 0,-1 6 1 0,0 0-9 15,1 10-9-15,-2-13-17 0,2 13-16 0,0-9-20 16,-2 3-17-16,2 6-14 0,0 0-13 16,0 0-8-16,0 0-4 0,0 0-4 0,0 0-2 0,8 36-2 15,-7-21-8-15,2 5 0 0,-1-4-12 0,0 4 1 16,1-2-9-16,-2 0-1 0,3-3-5 0,-1 2-13 16,-1 0-6-16,1-3-18 0,1-3-21 0,-3 1-25 15,2-2-21-15,0 1-22 0,0-1-23 0,-2-2-31 16,0 3-24-16,-1-5-28 0,2 3-14 15,-2-9-143-15,-3 14-377 0,1-6 167 0</inkml:trace>
  <inkml:trace contextRef="#ctx0" brushRef="#br0" timeOffset="211285.18">1702 8076 30 0,'5'-12'125'0,"0"6"-13"16,0-1-11-16,4-2-3 0,0 2-13 15,5-5-8-15,0 4-18 0,4-3-34 0,0 2-25 16,1 0-53-16,-1 0-58 0,0-1-118 0,0-2 52 16</inkml:trace>
  <inkml:trace contextRef="#ctx0" brushRef="#br0" timeOffset="211750">2029 7690 99 0,'-1'-2'210'0,"1"2"-5"16,-3-6-14-16,3 6-21 0,0 0-17 0,-3-8-16 16,3 8-18-16,0 0-13 0,0 0-8 0,0 0-10 15,0 0-14-15,0 0-4 0,16 12-4 0,-8-6-2 16,2 5 0-16,-3-2-2 0,1 1-6 0,2-3 0 15,-1 8-7-15,2-2-3 0,-5-6-1 0,4 3-5 16,-2-1 3-16,1 1 3 0,1-1-4 0,-1-1-2 16,-3 0-3-16,2-2-5 0,-2 2-4 0,-1-3 0 15,1 0-3-15,-3 0-4 0,3 2-2 0,-3-4 4 16,1 3-6-16,-4-6-1 0,8 8-1 0,-5-6 0 16,-3-2-2-16,0 0 2 0,8 4 2 0,-8-4-1 15,0 0 0-15,0 0-2 0,0 0-2 16,0 0-2-16,7-17-3 0,-6 4 4 0,0 1 0 15,2-5 1-15,-2-2-6 0,3 0 2 0,1-10-3 16,-4 2 1-16,-1-1-2 0,3 0 4 0,-2 2 1 0,2 2-5 16,-3 6 2-16,0 1 2 0,0 4-1 0,0 0 2 15,0 3-1-15,0 1-1 0,2 2-3 0,-2 7 0 16,0-13 0-16,0 13-13 0,0-9-27 16,0 9-23-16,0 0-24 0,0 0-19 0,0 0-18 15,0 0-11-15,0 0-35 0,0 0-16 0,0 0-9 16,14 27-126-16,-12-12-342 0,-1-3 152 0</inkml:trace>
  <inkml:trace contextRef="#ctx0" brushRef="#br0" timeOffset="212024.62">2355 7693 129 0,'0'0'226'15,"0"0"-4"-15,2-7-11 0,-2 7-17 0,0 0-14 16,0 0-15-16,0 0-22 0,0 0-20 0,0 0-9 15,0 0-11-15,0 0-11 0,8 15 5 0,-8-15 4 16,4 12-13-16,-2 0-7 0,2-2 0 0,0 4-5 16,0-4-7-16,2 6-2 0,-3-4-4 0,2 3-5 15,-5-3-3-15,4-1-6 0,-2 5-4 0,1-3-7 16,-2-3-1-16,3 0-1 0,-1-1-4 0,-1 1-3 16,2 0-5-16,-3-1-15 0,2-2-16 0,-3-7-18 15,4 13-16-15,-4-13-14 0,3 10-18 0,-3-10-19 16,2 9-26-16,-2-9-23 0,2 10-16 0,-2-10-5 15,0 0-15-15,4 9-14 0,-4-9-109 0,0 0-325 16,0 0 144-16</inkml:trace>
  <inkml:trace contextRef="#ctx0" brushRef="#br0" timeOffset="212272.91">2354 7703 51 0,'-2'-17'171'15,"2"17"-16"-15,2-16-9 0,-2 16-14 0,0 0-10 0,7-15-6 16,-4 11-7-16,-3 4-9 0,9-4-1 0,-9 4-2 16,11-1-3-16,-11 1-4 0,0 0-4 15,19 9-13-15,-12-7-5 0,-7-2-6 0,13 11 5 0,-7-4-1 16,0 4 5-16,-2-2-2 0,-2 1-4 0,-1 1-6 16,-1-11-3-16,0 19-8 0,-3-5-3 0,-2-4-3 15,0 0-5-15,1 0-18 0,-5 1-17 0,3-2-23 16,-2-2-24-16,2 0-21 0,-2 1-26 0,3-4-38 15,5-4-30-15,-8 11-158 0,2-7-343 16,6-4 152-16</inkml:trace>
  <inkml:trace contextRef="#ctx0" brushRef="#br0" timeOffset="212430.11">2590 7655 64 0,'10'-9'116'0,"-10"9"-35"0,10-4-29 0,-10 4-30 16,8-4-20-16,-8 4-33 0,0 0-20 0,0 0-56 15,0 0 25-15</inkml:trace>
  <inkml:trace contextRef="#ctx0" brushRef="#br0" timeOffset="212576.27">2608 7724 169 0,'0'9'185'0,"0"-9"-7"0,0 0-16 16,0 0-17-16,0 0-12 0,0 0-20 0,0 0-21 16,0 0-19-16,0 0-29 0,27-11-37 0,-27 11-41 15,15-11-56-15,-7 6-107 0,1-2-212 0,1-2 94 16</inkml:trace>
  <inkml:trace contextRef="#ctx0" brushRef="#br0" timeOffset="213008.22">2841 7417 194 0,'0'-8'228'0,"0"8"-6"15,0 0-15-15,0 0-19 0,0-9-20 0,0 9-20 16,0 0-16-16,0 0-19 0,0 0-10 0,0 0-10 16,0 0-3-16,0 0 0 0,0 0-6 0,6 22-6 15,-2-15-4-15,-2 2-6 0,3-1-9 0,-1 1-3 16,-1-3-3-16,1 1-1 0,1 2-7 0,-1-3-6 15,2-1-2-15,0 2-6 0,-1-2 0 0,-1-1-1 16,1 1-1-16,-5-5-4 0,12 9 0 16,-6-9-2-16,-6 0-3 0,9 1-2 0,-9-1-1 0,9 3 2 15,-9-3 0-15,0 0-2 0,14-4 3 16,-10 0-6-16,-4 4 1 0,7-10-8 0,-4 3 7 16,0 1-5-16,1 0 0 0,-4 6-1 0,3-17-5 0,-1 9 3 15,-1-3-1-15,-1 3 0 0,1-1-3 0,-1-1 2 16,0 10 4-16,2-12 2 0,-2 12 3 15,0-8-2-15,0 8 0 0,0 0-6 0,0-9-4 16,0 9-2-16,0 0-1 0,0 0-1 0,0 0-2 16,0 0 3-16,0 0 4 0,9 21 4 0,-7-15 2 15,5 3 5-15,-4 3 1 0,1-1 7 0,-1-2-2 16,-2 2-1-16,3 0-2 0,-2 1-3 0,4-1-1 0,-4 1 4 16,1-1-4-16,-1-2-4 0,3 1-26 15,-1-1-16-15,-1 2-28 0,-3-11-44 0,6 19-49 16,-2-13-48-16,0 1-60 0,-4-7-143 0,0 0-438 15,4 18 194-15</inkml:trace>
  <inkml:trace contextRef="#ctx0" brushRef="#br0" timeOffset="213366.07">3124 7336 112 0,'0'0'175'0,"0"0"-8"0,0 0-3 16,0 0 3-16,0 0-3 0,0 0-15 0,0 0-2 16,27 21-7-16,-22-10-7 0,3-1-13 0,-2 4 1 15,2-3-13-15,-2 0-7 0,2-3-9 16,-3-1-8-16,5 2-7 0,-6-1-3 0,1 0-4 16,2-1-2-16,-7-7-10 0,6 9 1 0,-6-9-12 0,6 6 1 15,-6-6-7-15,4 6 1 0,-4-6 3 0,0 0 11 16,0 0 14-16,0 0 10 0,0 0-8 0,0 0-6 15,0 0-1-15,0 0-14 0,0 0 1 0,13-15-6 16,-13 15-3-16,-1-18-6 0,1 18-4 16,-3-20-4-16,2 6-1 0,2 3-8 0,-2-6 1 15,1 1 0-15,-1-1-8 0,2 1-8 0,-1 0-5 0,4 0-13 16,-4 5-10-16,2 2-11 0,-2 9-20 0,1-16-24 16,-1 16-42-16,0 0-43 0,3-15-42 0,-3 15-20 15,0 0-9-15,0 0-172 0,0 0-439 0,0 0 195 16</inkml:trace>
  <inkml:trace contextRef="#ctx0" brushRef="#br0" timeOffset="213552.81">3455 7381 181 0,'0'0'232'0,"5"10"-8"0,-5-10-15 0,0 0-19 16,3 12-17-16,-3-12-13 0,-1 12-13 0,1-12-13 15,-7 18-14-15,3-7-12 0,1-1-12 0,-3 3-30 16,-5-2-34-16,7 1-35 0,-1-1-47 0,5-11-63 16,-9 17-49-16,4-6-129 0,5-11-315 0,-8 10 139 15</inkml:trace>
  <inkml:trace contextRef="#ctx0" brushRef="#br0" timeOffset="213932.68">3568 7064 82 0,'0'0'216'0,"-2"-14"-14"0,2 14-31 0,0 0-15 16,0 0-15-16,0 0-8 0,0 0 3 0,0 0-2 15,25 19-7-15,-16-6-14 0,1 1-7 0,0 1-7 16,-2-1-6-16,2 1-4 0,-2-1-5 0,3 2-6 15,-3-3-6-15,-2-3-5 0,-1 0-4 0,3 1-8 16,-3-2-4-16,1-3-4 0,-3 0-3 16,1-2 1-16,0 0-3 0,-4-4 2 0,7 8 8 0,-7-8 16 15,4 3 5-15,-4-3 4 0,0 0-9 0,0 0 3 16,0 0-10-16,0 0-4 0,0 0-2 0,7-25-12 16,-7 18-1-16,0-6-5 0,-2-1-1 0,2-2-3 15,-1-2-7-15,0 2-1 0,-1-4-4 16,0-5-9-16,1 8-3 0,-1-9-7 0,2 7-10 15,0 2-2-15,0 2-2 0,-1 2-10 0,-1 1-8 16,2 12-19-16,-2-18-33 0,2 18-45 0,0 0-43 0,0 0-26 16,0-16-28-16,0 16-22 0,0 0-151 15,0 0-431-15,0 0 191 0</inkml:trace>
  <inkml:trace contextRef="#ctx0" brushRef="#br0" timeOffset="214372.12">3835 6978 28 0,'0'0'226'0,"0"0"-12"15,0 0-8-15,0 0-20 0,4-8-24 16,-4 8-14-16,0 0-9 0,0 0-5 0,0 0-3 16,0 0-2-16,-7 35-8 0,5-25-9 0,-1 0-7 15,-1 3-9-15,2 0-6 0,-1 0-6 0,1-2-12 16,-1 1-4-16,2 0 0 0,-1-1-12 0,1-2-4 15,1-9-7-15,1 17-3 0,-2-10-6 0,4 0-2 16,-3-7 0-16,0 0-3 0,5 15-6 0,-3-10-2 16,-2-5-1-16,8 8 0 0,-8-8-2 0,12 3-3 15,-12-3 2-15,9 1-3 0,-9-1-3 0,0 0 2 16,10 2-4-16,-10-2-8 0,0 0-6 0,0 0-3 16,0 0-2-16,14-10-3 0,-14 10-3 0,2-9-3 15,-2 9 2-15,2-14-2 0,-2 14 3 0,2-11 2 16,-2 11-4-16,0-13 2 0,0 13 4 0,0-10 3 15,0 10-1-15,0 0 5 0,2-11-3 0,-2 11 2 16,0 0-4-16,0 0-2 0,0 0-1 0,0 0 2 16,0 0-2-16,0 0 2 0,0 0-2 0,0 0 6 15,0 0-4-15,0 0 1 0,0 0 6 0,0 0 1 16,17 19-4-16,-17-19 3 0,4 13 4 0,-4-13-3 16,3 13-8-16,-2-5-23 0,0 2-17 0,-1-10-30 15,0 17-42-15,0-17-46 0,0 13-38 16,0-13-147-16,0 0-380 0,-4 15 168 0</inkml:trace>
  <inkml:trace contextRef="#ctx0" brushRef="#br0" timeOffset="214687.81">4064 6999 177 0,'0'0'229'0,"0"0"-19"0,1-11-18 16,-1 11-21-16,0 0-16 0,0 0-17 0,0 0-14 15,0 0-11-15,0 0-11 0,0 0-10 0,-17 27-5 0,13-20-12 16,4-7-8-16,-5 16-6 0,4-8-6 0,1-8-6 16,-3 13-6-16,3-13-3 0,2 14-7 0,-2-14 1 15,2 13-6-15,-2-13-3 0,7 10 1 16,-1-6-4-16,-6-4-2 0,12 10-4 0,-6-3 6 16,-1-3-7-16,-5-4-4 0,11 6-1 0,-11-6 0 15,8 5-1-15,-8-5-2 0,8 6-2 0,-8-6-1 16,6 5 2-16,-6-5 0 0,0 0 2 0,4 13-1 15,-4-13 1-15,0 0-1 0,-10 15-2 0,4-8-3 16,-1 1-6-16,1-1-10 0,-3-1-13 0,0 0-26 16,1 1-13-16,8-7-31 0,-15 11-40 0,8-9-32 15,7-2-158-15,-15 7-353 0,15-7 156 0</inkml:trace>
  <inkml:trace contextRef="#ctx0" brushRef="#br0" timeOffset="-214636.57">4280 6877 16 0,'0'0'152'0,"0"0"-11"0,11-7-18 0,-11 7-25 0,0 0-26 16,15-3-28-16,-15 3-56 0,0 0-27 0,16 3-61 15,-16-3-107-15,0 0 48 0</inkml:trace>
  <inkml:trace contextRef="#ctx0" brushRef="#br0" timeOffset="-214507.7">4301 7001 158 0,'0'0'193'0,"0"0"-18"0,0 0-18 16,0 0-18-16,0 0-14 0,0 0-22 0,0 0-27 16,0 0-36-16,0 0-41 0,41-20-52 15,-31 12-47-15,1 0-69 0,-2 2-183 0,1-3 81 16</inkml:trace>
  <inkml:trace contextRef="#ctx0" brushRef="#br0" timeOffset="-214189.57">4511 6767 81 0,'0'0'217'0,"0"0"-10"0,0 0-29 16,0 0-18-16,0 0-19 0,0 0-2 0,0 0-13 15,0 0-1-15,0 0-5 0,0 0-10 0,0 0 2 16,-9 32-13-16,9-32-10 0,-1 16-11 0,2-4-2 0,-1-12-11 15,4 16-2-15,0-9-5 0,1 0-5 16,0 3-2-16,1-5-3 0,2 1-3 0,0-3 1 16,-8-3-2-16,20 2-2 0,-10-3-3 0,3-4-2 15,-4 1 5-15,0-1-8 0,2 1 5 0,-3-3-2 16,0 0 3-16,-1 3-4 0,-7 4-1 0,11-11 1 16,-6 5 3-16,-5 6-5 0,5-14 0 0,-3 5-4 15,-2 9 0-15,-1-15-5 0,1 15-1 0,-5-20-6 16,2 12-1-16,0-1-2 0,3 9-3 0,-12-12-5 15,5 5-8-15,0 1-12 0,-1 0-13 0,-1 2-25 16,9 4-19-16,-16-5-36 0,5 6-30 0,11-1-47 16,-17 4-47-16,5 0-174 0,12-4-435 0,-18 6 192 15</inkml:trace>
  <inkml:trace contextRef="#ctx0" brushRef="#br0" timeOffset="-213832.59">4736 6596 191 0,'0'0'263'0,"1"-7"-15"0,-1 7-24 0,0 0-24 16,0 0-24-16,0 0-18 0,0 0-16 0,0 0-17 16,0 0-10-16,18 13-12 0,-10-7-9 0,-1 4-9 15,0-1-7-15,2 1-3 0,1-1-5 0,-2 1-2 16,-1-1-6-16,1 2-3 0,-1-2-8 0,1-1 3 15,0 1-12-15,-2-1 2 0,-1-2-5 0,-1 1-1 16,0-2-7-16,1 0 0 0,-5-5-3 16,7 8-2-16,-6-5-1 0,-1-3 0 0,5 6-3 0,-5-6 1 15,5 4 6-15,-5-4 17 0,0 0 13 16,0 0 14-16,0 0-1 0,0 0-16 0,0 0 17 16,0 0-14-16,9-19-5 0,-8 11-3 0,1-4-9 0,-1-1-2 15,1-4 2-15,0-1-11 0,2-7-3 0,-2 1-3 16,2-5-15-16,2 3-14 0,1-2-19 15,-2 1-26-15,-1-2-26 0,-2 6-23 0,0 4-54 16,-2 3-63-16,1 4-66 0,-5 2-204 0,1 2-526 16,3 8 234-16</inkml:trace>
  <inkml:trace contextRef="#ctx0" brushRef="#br0" timeOffset="-209804.62">779 9016 101 0,'0'0'132'15,"0"0"-9"-15,0 0-6 0,0 0-7 0,0 0-6 16,0 0-8-16,0 0-1 0,0 0-12 0,0 0-9 15,0 0 1-15,0 0-12 0,0 0-8 0,0 0-5 0,0 0-4 16,0 0 0-16,0 0-13 0,0 0 2 16,0 0-6-16,0 0-3 0,-62-19 4 0,62 19 5 15,0 0-10-15,0 0 0 0,0 0-2 0,0 0 7 16,-40 13-8-16,40-13 8 0,0 0-1 0,0 0 5 16,0 0 4-16,-32 12-1 0,32-12 1 0,0 0-4 0,0 0-1 15,0 0-4-15,0 0 14 0,0 0-15 16,0 0-1-16,0 0 1 0,0 0-7 0,0 0-5 15,0 0 2-15,0 0 1 0,0 0-1 0,0 0-3 16,0 0 1-16,80-42 7 0,-32 16-7 0,6-2-1 16,2-1 0-16,-5 3 0 0,0-2 1 0,-7 2-1 15,5-1-2-15,-4 1-3 0,-12 7 2 0,-2 2 3 16,1-2 0-16,-3 5 1 0,-3-3-5 0,-1 0 0 16,-7 8 4-16,-1 0 0 0,-7 3 2 0,1 1 4 15,-2 0 2-15,-1 1 4 0,-2 3 7 0,0-2 3 16,-6 3 3-16,9-1 0 0,-9 1 1 0,6-5-3 15,-6 5-3-15,0 0 0 0,6-4-5 0,-6 4-2 16,0 0 0-16,0 0-8 0,0 0-6 0,7-5-24 16,-7 5-25-16,0 0-32 0,0 0-37 0,0 0-40 15,0 0-68-15,0 0-191 0,0 0-438 0,0 0 194 16</inkml:trace>
  <inkml:trace contextRef="#ctx0" brushRef="#br0" timeOffset="-203098.46">800 9806 73 0,'0'0'174'0,"0"0"-2"0,0 0 0 16,0 0-3-16,0 0-14 0,-36-21-9 0,36 21-14 0,0 0-8 16,0 0-13-16,0 0-10 0,0 0-12 0,0 0-8 15,0 0-9-15,0 0-11 0,0 0-4 16,0 0-12-16,0 0-4 0,0 0-5 0,0 0-9 15,0 0 1-15,0 0-2 0,0 0-1 0,0 0-3 16,0 0 1-16,28 29-9 0,-20-21 0 0,1 1 0 16,1-1 0-16,-2 0-1 0,3 1-1 0,-1-1-1 0,0 1 1 15,1 0-6-15,-1-1 4 0,-1-1-5 0,0 3 3 16,1-3-3-16,-2 0 1 0,-1 0 1 16,1-2-3-16,-1 2 2 0,1-2 1 0,-4-1 1 15,4-1-5-15,-3 2 2 0,-1-3 0 0,3 1 0 16,-7-3 2-16,7 5-2 0,-7-5 1 0,6 4 4 15,-6-4 9-15,0 0 11 0,0 0 6 0,0 0-6 16,0 0 2-16,7-13-2 0,-7 5-4 0,2-5 0 0,-2 2-2 16,-2-5-2-16,2-2 0 0,-4 0-3 0,4-2-2 15,-4 2-3-15,-1-8 0 0,3 8-5 16,0 1 3-16,-2 0 3 0,0 5-3 0,2-1-4 16,-2 0 1-16,3 3-5 0,-2 0 3 0,0 3-1 15,1 1-3-15,2-4-6 0,0 10-18 0,0 0-21 16,-2-10-28-16,2 10-28 0,0 0-14 0,0 0-30 15,0 0-20-15,0 0-24 0,0 0-147 0,0 0-360 0,13 16 160 16</inkml:trace>
  <inkml:trace contextRef="#ctx0" brushRef="#br0" timeOffset="-202632.94">1205 9731 30 0,'0'0'168'0,"0"0"-3"0,0 0-10 0,0 0-12 16,0 0-8-16,0 0-15 0,0 0-10 0,0 0-10 15,-5 19 1-15,5-19-6 0,-2 17-5 0,0-6-7 16,2 2-6-16,-3-1-4 0,3 4-3 16,-2 0-6-16,2 0-9 0,0-4-2 0,0 0-4 0,0 0-6 15,0 1 0-15,1-2-8 0,1 0-1 0,0 0-5 16,2-3-2-16,-2 0-2 0,2 0-4 15,-1 0 2-15,3-2-2 0,-1-3-2 0,-2 2-1 16,4-2 0-16,-3 0-4 0,-4-3 3 0,12 3 0 16,-12-3 1-16,12-2-6 0,-12 2 2 0,0 0-2 15,14-12-1-15,-10 9 1 0,-4 3-3 0,8-9 1 0,-6 5 2 16,-2 4-4-16,6-11-2 0,-6 4 2 16,2 0-3-16,-2 7 3 0,0-14-7 0,1 8-3 15,-1 6-2-15,2-14 1 0,-2 9-5 0,1-3 0 16,-1 8 1-16,1-8-2 0,-1 8-4 0,0 0 4 15,2-13-7-15,-2 13 2 0,2-6 3 0,-2 6-2 16,0 0 2-16,10-1 0 0,-10 1 1 0,0 0 3 16,11 7 2-16,-11-7-3 0,6 9 2 0,-6-9 1 15,8 13-2-15,-4-6 2 0,-4-7-3 0,8 15 7 16,-5-7-5-16,3 8 5 0,-2-8-6 0,-1 0-14 16,-1 1-15-16,3 0-22 0,-5-9-38 0,5 12-39 15,-3-5-36-15,-2-7-122 0,0 0-316 0,6 15 140 16</inkml:trace>
  <inkml:trace contextRef="#ctx0" brushRef="#br0" timeOffset="-202304.54">1497 9718 143 0,'-12'6'157'0,"12"-6"-14"0,-8 9-15 15,3 0-6-15,2 0-13 0,1 0-15 0,-3 0-10 16,1 0-3-16,2 0-12 0,2-9-8 0,2 17 0 16,-2-17-12-16,9 16-2 0,-4-9-11 15,0-1 1-15,-1 1 3 0,-4-7-9 0,18 10 2 16,-9-6-5-16,2 0-1 0,0-1-7 0,-2 1 3 16,0 0-6-16,-9-4-2 0,14 6-1 0,-8-3-3 15,-6-3-3-15,12 7 0 0,-5-5 0 0,-7-2 7 16,7 7 2-16,-7-7-1 0,6 7 0 0,-6-7 4 15,0 9-1-15,0-9-1 0,0 0-1 0,-7 22-3 0,1-13 1 16,-2-1 0-16,2 0-14 0,6-8-17 16,-11 14-8-16,11-14-23 0,-12 8-15 0,12-8-26 15,-13 7-32-15,9-3-135 0,4-4-277 0,0 0 122 16</inkml:trace>
  <inkml:trace contextRef="#ctx0" brushRef="#br0" timeOffset="-202129.06">1642 9781 101 0,'9'-9'168'0,"-9"9"-12"0,6-8-19 0,-6 8-6 16,8-6-22-16,-8 6-8 0,9-5-30 0,-9 5-26 16,11-3-18-16,-11 3-43 0,12-1-14 15,-12 1-35-15,0 0-16 0,17 2-62 0,-17-2-154 0,8 4 68 16</inkml:trace>
  <inkml:trace contextRef="#ctx0" brushRef="#br0" timeOffset="-201991.25">1719 9828 53 0,'0'0'133'15,"-5"8"-3"-15,5-8 7 0,0 0-12 0,0 0-3 16,0 0-9-16,0 0-7 0,0 0-10 0,0 0-11 16,0 0-12-16,0 0-4 0,0 0-14 0,0 0-10 15,0 0-25-15,0 0-32 0,0 0-31 0,40-17-53 16,-24 6-107-16,5-6-217 0,2 0 96 15</inkml:trace>
  <inkml:trace contextRef="#ctx0" brushRef="#br0" timeOffset="-194118.89">16014 14961 2 0,'10'0'6'0,"2"1"2"0,-2-1-2 0,1 0-8 16,2 0-2-16,1 0-3 0,0 1 1 0</inkml:trace>
  <inkml:trace contextRef="#ctx0" brushRef="#br0" timeOffset="-167841.2">2009 9682 2 0,'0'0'45'0,"-2"-10"11"0,2 10 2 16,0 0-7-16,0 0-12 0,0 0 10 0,0 0-3 16,0 0-3-16,2-8-1 0,-2 8 2 0,0 0 1 15,0 0-2-15,0 0 0 0,0 0-1 0,0 0 0 16,0 0-2-16,0 0-2 0,0 0-3 0,0 0 2 16,0 0 3-16,0 0 0 0,0 0-12 0,0 0 0 15,-8-4 1-15,8 4-7 0,0 0 6 16,0 0 1-16,0 0-3 0,0 0-2 0,0 0-4 15,0 0 5-15,0 0 1 0,0 0-2 0,0 0 5 0,0 0-2 16,0 0 7-16,0 0 1 0,0 0-1 0,0 0-11 16,0 0 8-16,0 0 1 0,0 0-4 0,0 0-2 15,0 0 7-15,0 0-6 0,0 0-13 16,0 0-3-16,0 0 3 0,0 0 0 0,0 0 2 16,9-8-3-16,-4 6 1 0,4-3-1 0,0 0 3 0,0 1-6 15,1 0 2-15,0-2-6 0,1-1-1 0,1 3 5 16,-3-2-11-16,-1 1-13 0,2 1-16 0,-1 1-16 15,-1 0-34-15,1-1-13 0,-2 2-26 16,-7 2-111-16,10-3-247 0,-4 0 110 0</inkml:trace>
  <inkml:trace contextRef="#ctx0" brushRef="#br0" timeOffset="-167288.57">2165 9405 46 0,'0'0'148'16,"0"0"-6"-16,-6-6-4 0,6 6 0 0,0 0-11 16,0 0-15-16,-4-6-9 0,4 6-17 0,0 0-5 15,0 0-9-15,0 0-8 0,0 0-14 0,0 0-1 16,0 0-7-16,0 0-10 0,0 0 3 0,0 0-7 15,0 0-2-15,0 0 3 0,0 0-4 0,11 20-4 16,-9-11-5-16,3-2 1 0,-1 5 0 0,0-3-6 16,-1-1-11-16,2 2 9 0,-3 0 5 0,4 1-2 15,0-3 1-15,-2-2-7 0,0 1 5 0,1 3-1 16,-2-4-8-16,3 3 8 0,-3-3-8 0,1-2 2 16,0 1 6-16,2-1-3 0,-6-4 1 0,12 5 1 15,-8-3-4-15,-4-2 4 0,12 0-3 0,-12 0 0 16,16-3 0-16,-10 0 4 0,2-2-5 0,-3 1 3 15,3-1-4-15,1-3 2 0,-3 0 3 0,-1 0-6 16,-2-2 0-16,-1 0 18 0,0 0 3 0,-1 1-3 16,-2-2 2-16,2 0-1 0,-2 1-2 0,-1-1 2 15,0 2-2-15,-1-3-5 0,0 3 1 0,1-1-1 16,-2 2 7-16,2 2 2 0,2 6-6 0,-4-9-4 16,4 9 0-16,0 0-5 0,0-11-1 0,0 11-5 15,0 0 0-15,0 0-3 0,0 0-3 0,0 0 3 16,0 0 3-16,9 22-3 0,-7-10-5 0,3 0 7 15,1 5-5-15,0 0 4 0,0-2-1 0,1 3 2 16,-1-1 0-16,-1 0-3 0,2-2 1 0,-3 3-1 16,3-3 4-16,-1 0 2 0,1-1-21 0,-1 0-28 15,1 1-8-15,3-3-47 0,-5-2-14 0,3 0-33 16,-4-2-23-16,2 0-92 0,-2-1-282 0,1-2 125 16</inkml:trace>
  <inkml:trace contextRef="#ctx0" brushRef="#br0" timeOffset="-166949.72">2426 9376 98 0,'-2'-5'180'0,"2"5"-10"0,-7-12-16 16,7 12-12-16,0 0-22 0,-3-8-17 0,3 8-7 16,0 0-11-16,0 0-1 0,0 0-9 0,0 0 3 15,29 23-5-15,-18-11 0 0,0 2-14 0,0-1-2 16,2 2-6-16,-1-2-9 0,0 0 5 0,0 1-6 15,-1 0-5-15,-1-5 3 0,0 1-13 0,0-3 2 16,-1-1-2-16,0 0-5 0,-2 0 2 0,-3-3-9 16,1 1 12-16,2-1 10 0,-7-3 12 0,9 3 6 15,-9-3 2-15,9-7 0 0,-9 7-3 0,6-15-1 16,-5 5 1-16,2-4 3 0,-2-1-5 0,1-3-4 16,1-6-5-16,-2-2-4 0,1 2-2 0,0-5-8 15,-2 4 0-15,0-3 0 0,2 4 3 0,-4-2-15 16,2 9 3-16,0 0-3 0,0 6-5 0,0 5-10 15,0-4-30-15,0 10-30 0,0 0-35 0,0 0-15 16,5-10-21-16,-5 10-10 0,0 0-39 0,0 0-33 16,25 30-117-16,-16-15-356 0,3 8 158 0</inkml:trace>
  <inkml:trace contextRef="#ctx0" brushRef="#br0" timeOffset="-166051.62">13587 15994 91 0,'0'0'123'0,"0"0"-1"0,0 0-8 16,0 0-3-16,0 0 0 0,0 0-16 0,0 0-5 15,0 0-15-15,0 0-5 0,0 0-5 0,0 0-18 16,0 0-7-16,0 0-11 0,0 0-14 0,0 0-25 16,0 0-14-16,0 0-31 0,0 0-27 0,-13 11-90 15,13-11-185-15,-5 4 82 0</inkml:trace>
  <inkml:trace contextRef="#ctx0" brushRef="#br0" timeOffset="-164228.78">3145 9131 78 0,'-11'-2'181'15,"11"2"-2"-15,0 0-6 0,-10 0-10 0,10 0-17 0,0 0-13 16,0 0-10-16,0 0-15 0,0 0-9 0,0 0-14 16,0 0-9-16,0 0-7 0,-10-1-12 15,10 1-2-15,0 0-6 0,0 0-19 0,0 0-21 16,0 0-20-16,0 0-29 0,29-9-28 0,-21 7-30 0,2-2-27 15,1 1-121-15,-1 3-265 0,-1-1 117 0</inkml:trace>
  <inkml:trace contextRef="#ctx0" brushRef="#br0" timeOffset="-164058.79">3152 9242 150 0,'-5'5'168'0,"5"-5"0"0,0 0-7 0,0 0-12 15,0 0-11-15,0 0-13 0,0 0-12 0,0 0-13 16,0 0-11-16,0 0-10 0,0 0-27 0,21-8-27 16,-12 4-47-16,5 0-34 0,0-4-45 0,2 3-122 15,1-3-243-15,-1-1 108 0</inkml:trace>
  <inkml:trace contextRef="#ctx0" brushRef="#br0" timeOffset="-163769.07">3402 9004 191 0,'0'0'220'16,"0"0"-4"-16,0 0-21 0,0 0-15 0,0 0-14 15,0 0-17-15,0 0-14 0,0 0-15 16,0 0-14-16,0 0-7 0,0 0-8 0,0 0-23 15,23-14-7-15,-11 9-3 0,4-2-5 0,-5 2-2 0,6-3-6 16,-1 3-3-16,0-3-2 0,-5 2-1 0,1 2-2 16,-3 1-3-16,1-3 2 0,-3 2-5 0,-1 1 0 15,-1-1-7-15,-5 4 2 0,11-6-14 0,-4 4-6 16,-7 2-26-16,9-4-25 0,-9 4-25 16,6-4-40-16,-6 4-40 0,7-3-38 0,-7 3-143 0,5-4-356 15,-5 4 158-15</inkml:trace>
  <inkml:trace contextRef="#ctx0" brushRef="#br0" timeOffset="-163368.02">3615 8658 19 0,'0'0'228'0,"0"0"-8"16,-4-8-13-16,4 8-11 0,0 0-23 0,0 0-17 15,0 0-22-15,0-8-12 0,0 8-12 16,0 0-15-16,0 0-4 0,0 0-9 0,22 16-14 0,-12-10-6 16,5 5-7-16,0 0-1 0,0 2 2 0,-1 1-17 15,2-4 2-15,-1 3-6 0,-1 0-4 0,-3-1-5 16,1 1-1-16,-2-5-2 0,-1 1-1 0,0-1-3 16,0-2 2-16,-2-1-4 0,0-1 1 0,-3 1 0 15,-1-2 7-15,-3-3 12 0,7 6 5 0,-7-6 13 16,6 1 7-16,-6-1-1 0,0 0-2 0,0 0-7 15,8-14-3-15,-8 4-6 0,1-2 0 0,2-3-5 16,-1-3-1-16,0 0-4 0,-1-1-6 0,-1-5 1 16,1-2-5-16,-1-1 0 0,1 3-5 0,-1-3-3 15,0 7 1-15,0 3-5 0,2-3-1 0,-2 4 0 16,0 4-1-16,0 1-4 0,0 2-7 0,1 0-19 16,-1 2-21-16,0 7-32 0,-1-11-35 0,1 11-33 15,0 0-26-15,0 0-2 0,0 0-6 0,0 0-16 16,0 0-175-16,7 32-397 0,-6-20 176 0</inkml:trace>
  <inkml:trace contextRef="#ctx0" brushRef="#br0" timeOffset="-163087.83">3946 8641 9 0,'3'-6'214'15,"-3"6"-9"-15,0 0 0 0,0 0-13 16,0 0-19-16,0 0-14 0,0 0-19 0,0 0-20 0,0 0-9 15,0 0-12-15,0 0-9 0,0 0-1 0,0 0-9 16,11 12-4-16,-9-5-9 0,1 0-3 16,1 3-6-16,0 1 0 0,0 0-6 0,1 0 4 0,-3 1-3 15,6 3-2-15,-3-5-4 0,-1 1-7 16,-2-2-2-16,2 3-2 0,0-3-5 0,0 2-1 0,1-3-4 16,-1 1-2-16,-2-2-3 0,1 0 1 0,1 0-5 15,-2-1-1-15,1 0-22 0,0 0-10 0,-1-1-18 16,1 1-21-16,-3-6-17 0,2 11-24 0,-2-11-13 15,4 8-28-15,-4-8-18 0,3 7-14 16,-3-7-14-16,1 5-107 0,-1-5-314 0,0 0 139 0</inkml:trace>
  <inkml:trace contextRef="#ctx0" brushRef="#br0" timeOffset="-162826.92">3968 8614 67 0,'-6'-5'163'0,"4"0"-5"16,-3 0-5-16,5 5-5 0,-4-7-9 0,4 7-11 16,-4-8-14-16,4 8-10 0,0 0-10 0,2-10-8 15,-2 10-10-15,6-7-6 0,0 4-7 16,-6 3-7-16,14-6-7 0,-6 6-6 0,1 0-4 16,-9 0-1-16,14 2-4 0,-6-1-4 0,-1 2-2 0,0 0-2 15,-1 1-1-15,-1 2-4 0,0-1 2 0,-1 3-4 16,1 2 0-16,-3-1-7 0,-1 1 4 15,-1 3 0-15,-1 1-3 0,-3 1 1 0,0-1-18 16,0-2-23-16,-2 2-40 0,-1 1-24 0,0 0-43 16,-1-5-160-16,0 0-318 0,1-1 141 0</inkml:trace>
  <inkml:trace contextRef="#ctx0" brushRef="#br0" timeOffset="-161575.57">4234 8436 14 0,'0'0'177'15,"0"0"-6"-15,0 0-1 0,0 0 1 0,0 0-4 0,0 0-4 16,0 0-6-16,-9-12-9 0,9 12-9 0,0 0-14 16,0 0-5-16,0 0-10 0,0 0-17 0,0 0-8 15,0 0-5-15,0 0-11 0,0 0-4 0,0 0-9 16,0 0-5-16,5-7-7 0,-5 7-5 0,6-3-8 15,-6 3-25-15,8-4-31 0,-8 4-45 0,0 0-44 16,9-1-36-16,-9 1-44 0,0 0-123 0,0 0-342 16,0 0 151-16</inkml:trace>
  <inkml:trace contextRef="#ctx0" brushRef="#br0" timeOffset="-161417.6">4190 8542 151 0,'0'0'179'0,"5"-5"-7"0,-1 0-21 16,5-2-16-16,-4 1-10 0,4 2-17 0,1-1-26 15,2-4-33-15,-3 1-36 0,5 3-50 0,0-5-39 16,-3 3-100-16,2 1-189 0,1-5 83 0</inkml:trace>
  <inkml:trace contextRef="#ctx0" brushRef="#br0" timeOffset="-160678.69">4387 8190 98 0,'0'0'253'0,"-8"-3"-26"16,8 3-10-16,0 0-19 0,-7-6-15 0,7 6-20 15,0 0-16-15,0-8-14 0,0 8-16 0,7-10-12 16,2 6-11-16,1-3-19 0,2 2-20 0,-1-3-27 15,1 4-24-15,-1-2-21 0,1 2-26 0,-2 2-29 16,-2-2-23-16,1 3-22 0,-9 1-2 0,10-3-6 16,-5 2 1-16,-5 1 6 0,7-4 11 0,-7 4 13 15,0 0 9-15,0 0 12 0,0 0 15 0,0 0 14 16,0 0 16-16,0 0 13 0,0 0 18 0,0 0 12 16,-25-3 11-16,25 3 19 0,0 0-6 0,0 0 20 15,-10 2-10-15,10-2-6 0,0 0-7 0,0 0-19 16,0 0 11-16,0 0 6 0,-3 8 8 0,3-8 16 15,2 16 2-15,2-7-1 0,-2 3 10 0,2-2-5 16,0 4-2-16,1-2-1 0,-3 1-4 0,4 2-5 16,-1 0-2-16,-1 0 3 0,-1-4 2 0,2 2-9 15,-1 3-1-15,-1-4-4 0,-1-2-5 0,2 0-2 16,-1-1-4-16,-3 4-4 0,2-4-1 0,-2 3-2 16,2-6 1-16,-2-6 0 0,-3 11-4 0,3-11-1 15,-3 10-3-15,1-5-4 0,2-5 5 0,-10 4-3 16,10-4-1-16,-10 2-1 0,10-2 2 0,-9 0 3 15,9 0-3-15,-10 0-4 0,10 0 2 0,-7-5-6 16,7 5 3-16,-5-6-4 0,5 6 1 0,-4-5-5 16,4 5 2-16,0 0-2 0,0 0-1 0,0 0 1 15,9-16-7-15,-3 12-8 0,2-2-9 0,1 0-3 16,4 0-12-16,-2 1-15 0,7-2-15 0,-3 0-9 16,2 1-15-16,0 0 4 0,-5 0-22 0,1 2 9 15,-2-1-3-15,1 0 8 0,0-1 5 0,-3 0 7 16,1 0 12-16,-1 1 8 0,-3 0 8 0,-1 0 6 15,-1-1 11-15,1 0 14 0,-1 1 8 0,-3-3 23 16,-1 8 17-16,3-13 13 0,-3 6 8 0,0 7 4 16,-1-15 11-16,1 15 4 0,-3-13 6 0,2 8 7 15,1 5 5-15,-3-9 10 0,3 9-2 0,-1-8-3 16,1 8-14-16,0 0-11 0,-5-8-11 0,5 8-4 16,0 0-2-16,0 0-6 0,0 0-5 0,0 0 1 15,13 22 10-15,-10-13-4 0,1 3-4 0,2-1-2 16,-3 0-1-16,2 0-6 0,0 1 0 0,1-1-3 15,-3 2-3-15,1-1-1 0,1-1 2 0,2 0-8 16,-3-1-21-16,1-1-12 0,-3 1-25 0,1-1-23 16,-1-2-29-16,-2-7-36 0,6 12-3 0,-6-12-23 15,-2 12-32-15,2-12-98 0,0 0-311 0,-7 15 138 16</inkml:trace>
  <inkml:trace contextRef="#ctx0" brushRef="#br0" timeOffset="-160439.78">4714 8178 16 0,'8'-5'168'0,"-1"0"-12"0,2 0 2 15,0 3-11-15,-9 2-1 0,18 2 1 0,-6-2 5 16,-2 5-6-16,3 1-6 0,-3 1-12 0,-2-3-5 16,2 3-13-16,-1 1-3 0,-1-1-1 0,0 1-7 15,-3 1-6-15,-1-1-5 0,0 1-3 0,-1 1-3 16,-3 2-12-16,-2-3-6 0,1 1-8 0,-4 4-1 15,0-4-8-15,-4 6-20 0,1-7-13 0,-3 6-24 16,-2-3-23-16,3 1-25 0,-2-3-28 0,3-3-30 16,2 1-35-16,-1-4-39 0,0 2-158 0,1-2-377 15,7-4 167-15</inkml:trace>
  <inkml:trace contextRef="#ctx0" brushRef="#br0" timeOffset="-160263.85">4889 8131 160 0,'4'-7'186'0,"4"2"-11"0,-1 0-16 0,3-3-23 16,-1 2-9-16,2 1-27 0,1 0-35 0,-3 2-56 16,0 1-31-16,-1 0-39 0,-2 0-39 0,-6 2-56 15,0 0-169-15,15 5 75 0</inkml:trace>
  <inkml:trace contextRef="#ctx0" brushRef="#br0" timeOffset="-159905.9">5059 8057 149 0,'0'0'152'0,"0"0"-23"0,0 0-5 0,0 0-34 15,0 0-20-15,0 0-21 0,0 0-27 16,0 0-28-16,0 0-25 0,0 0-29 0,0 0-55 16,0 0-124-16,0 0 54 0</inkml:trace>
  <inkml:trace contextRef="#ctx0" brushRef="#br0" timeOffset="-159734.86">4998 8148 102 0,'0'0'179'0,"-5"3"1"15,5-3-8-15,0 0-4 0,0 0-12 0,0 0-11 16,0 0-9-16,0 0-18 0,0 0-10 0,0 0-11 16,0 0-8-16,0 0-19 0,0 0-17 0,0 0-11 15,24-6-33-15,-14 0-29 0,2 2-32 0,-3 0-35 16,2-2-30-16,2 1-31 0,-3 2-86 0,3-1-253 15,-3-3 112-15</inkml:trace>
  <inkml:trace contextRef="#ctx0" brushRef="#br0" timeOffset="-159424.79">5258 7914 114 0,'0'0'190'0,"0"0"-13"0,-5-6-12 0,5 6-9 16,0 0-15-16,0 0-6 0,-14 11-6 0,9-2-1 15,1 1-7-15,-1 1-2 0,-2 5-6 0,3-7-12 16,3 4-7-16,-2-1-13 0,0-3-10 0,3 2-4 16,2-2-9-16,2-2-2 0,-1-1-6 0,2-2 0 15,3-1-4-15,-2 0-1 0,6-2-4 0,1-2 9 16,0 0 0-16,1-3-11 0,1-3-4 0,1 0 2 16,-1-2 3-16,-1 4-3 0,-4-3-1 0,0 0 4 15,0-1-1-15,-2 2 10 0,-2-2-11 0,-2-1 14 16,0 0-11-16,0 2-1 0,-4-2-5 0,-1-1-4 15,-2 2-6-15,-1 1-3 0,-2-1-12 0,-1 3-10 16,-4 0-15-16,-1 0-18 0,-5 4-15 0,0 2-20 16,-2 4-26-16,0 3-20 0,-10 6-25 0,0 2-34 15,0 3-25-15,1 4-29 0,-11 7-121 0,10-6-376 16,2-3 166-16</inkml:trace>
  <inkml:trace contextRef="#ctx0" brushRef="#br0" timeOffset="-158742.68">4140 8446 119 0,'0'0'182'0,"0"0"-8"0,-11-6-7 0,11 6-6 16,0 0-7-16,-9-2-7 0,9 2-11 0,0 0-14 16,0 0-12-16,0 0-4 0,0 0-15 0,0 0-9 15,-10-5-15-15,10 5-2 0,0 0-10 16,0 0-3-16,0 0-7 0,0 0-2 0,0 0-12 15,0 0-10-15,0 0-10 0,0 0-17 0,0 0-10 16,0 0 0-16,0 0 1 0,0 0-7 0,0 0 3 0,0 0-7 16,0 0 6-16,0 0-9 0,0 0-1 0,0 0 3 15,0 0-5-15,0 0-10 0,0 0 2 16,0 0-7-16,0 0-1 0,0 0-4 0,0 0 2 16,16 24 5-16,-16-24 0 0,0 0 4 0,0 0 13 15,0 0 2-15,0 0 10 0,0 0 21 0,0 0 0 0,13 1 15 16,-13-1 14-16,0 0 12 0,0 0 2 15,0 0 3-15,0 0 0 0,0 0 3 0,0 0 2 16,0 0 3-16,0 0-2 0,0 0-4 0,0 0-4 16,0 0-3-16,0 0-8 0,8-12-1 0,-8 12-2 15,6-8-5-15,0 5 0 0,2-3-3 0,3 0-4 16,0 0-3-16,-1-1-2 0,0 3-2 0,-1-2-5 0,2 2 6 16,0 0-8-16,-2 0-15 0,0 1-28 15,-3-1-25-15,4 1-29 0,-10 3-24 0,15-4-34 0,-9 1-26 16,1 3-117-16,-7 0-313 0,0 0 140 15</inkml:trace>
  <inkml:trace contextRef="#ctx0" brushRef="#br0" timeOffset="-158533.79">4198 8553 101 0,'0'0'172'0,"0"0"-15"0,0 0-11 0,-5 5-11 16,5-5-19-16,0 0-9 0,0 0-5 0,0 0-15 16,0 0-2-16,0 0-10 0,23-12-7 0,-16 9-6 15,1-2-23-15,3 3-24 0,0-2-38 0,-2-1-20 16,1-1-35-16,-1 3-39 0,-1 0-84 0,-8 3-218 16,16-8 96-16</inkml:trace>
  <inkml:trace contextRef="#ctx0" brushRef="#br0" timeOffset="-158214.46">4136 8335 77 0,'0'0'179'0,"-10"-4"-12"0,10 4-13 16,0 0-10-16,-5-2-19 0,5 2-11 0,0 0-12 15,0 0-15-15,0 0-3 0,0 0-3 0,0 0 1 16,0 0-9-16,0 0 1 0,24 7-8 0,-15-5-6 16,2 1-2-16,1-2-4 0,0 2-4 0,-2-2-9 15,3 0 7-15,-2-2-10 0,2 4 3 0,-3-3-10 16,2 2-4-16,-1 3 2 0,0-3-6 0,0 3-2 16,-2 1-1-16,1 2-2 0,-1 1-2 0,3 6 9 15,-3 1-1-15,-2 0 5 0,1 11-6 0,-3 1 1 16,-2 2 1-16,-5 2-3 0,0 2-7 0,-7 13-27 15,-3-1-30-15,-2-14-41 0,-4 16-49 0,-1-6-62 16,1-12-124-16,-2 4-345 0,-8 3 152 0</inkml:trace>
  <inkml:trace contextRef="#ctx0" brushRef="#br0" timeOffset="-156995.92">1583 10103 8 0,'0'0'113'0,"-14"0"-31"0,14 0-39 0,0 0-39 16,0 0-46-16,0 0-45 0,0 0 20 0</inkml:trace>
  <inkml:trace contextRef="#ctx0" brushRef="#br0" timeOffset="-156186.9">325 11186 147 0,'0'0'165'15,"0"0"-11"-15,0 0-35 0,0 0-1 0,0 0-16 16,0 0-9-16,0 0-8 0,0 0-12 0,0 0-9 16,0 0-3-16,0 0-6 0,0 0-8 0,62 49 0 15,-62-49-9-15,27 29-5 0,-16-16 3 0,-11-13-4 16,25 27-6-16,-25-27-6 0,20 21 7 15,-20-21-10-15,18 18 6 0,-18-18-5 0,0 0-3 0,21 20 2 16,-21-20-3-16,0 0 2 0,0 0-5 16,21 19 0-16,-21-19 5 0,0 0 12 0,0 0 11 15,0 0 19-15,0 0 10 0,0 0 10 0,0 0-13 0,0 0-4 16,0 0-1-16,0 0-9 0,0 0-8 0,0 0 0 16,0 0-5-16,0 0-8 0,5-69 0 0,-5 69 0 15,0 0-4-15,-5-57 1 0,5 57-7 16,-8-37-2-16,8 37-1 0,-2-33-5 0,2 33 3 15,0 0-4-15,-9-28 0 0,9 28-6 0,0 0-16 16,0 0-24-16,0 0-24 0,0 0-32 0,-5-32-22 16,5 32-17-16,0 0-15 0,0 0-17 0,0 0-145 15,0 0-332-15,0 0 148 0</inkml:trace>
  <inkml:trace contextRef="#ctx0" brushRef="#br0" timeOffset="-155744.51">681 11260 16 0,'0'0'140'0,"0"0"-12"0,0 0-2 16,0 0-21-16,0 0-1 0,0 0 1 0,0 0-10 16,0 0-2-16,0 0-10 0,0 59-3 15,0-59-16-15,4 30-1 0,-4-30-2 0,0 0-6 16,10 41-5-16,-10-41-1 0,7 21-11 0,-7-21 4 0,0 0-2 15,15 30-4-15,-15-30 4 0,0 0-8 0,21 21 4 16,-21-21-4-16,0 0-2 0,18 16-3 0,-18-16-3 16,0 0 2-16,0 0-1 0,23 0 2 0,-18-1-9 15,-5 1 1-15,12-8-1 0,-12 8-1 0,9-9 0 16,-3 3 0-16,-6 6 3 0,8-11-5 16,-6 4-1-16,-2 7-9 0,0-13 4 0,0 13 2 15,0-16-2-15,0 16-4 0,0 0 0 0,0 0 0 16,0 0 7-16,0 0-9 0,0 0-2 0,0 0 1 15,-10-53-1-15,10 48 1 0,0 5-4 0,0 0 0 0,2-12-4 16,-2 12-1-16,0 0 1 0,8-7-2 16,-8 7 5-16,0 0-5 0,0 0 5 0,15 3 3 15,-15-3-3-15,0 0 6 0,16 13-4 0,-10-5-5 16,1 0 4-16,-3 1 0 0,-3-2 2 0,5 1-3 16,-1 3-8-16,-2-4-17 0,1 3-23 0,-4-10-5 15,6 18-18-15,-3-9-29 0,1-3-16 0,-4-6-23 16,6 13-101-16,-2-8-263 0,-4-5 118 0</inkml:trace>
  <inkml:trace contextRef="#ctx0" brushRef="#br0" timeOffset="-155468.65">975 11246 45 0,'0'0'119'0,"0"0"-6"0,0 0-14 15,0 0 1-15,0 0-17 0,0 0-6 0,-11 26-11 0,11-26-14 16,2 17-6-16,3-8 1 0,-1 1-15 16,1-1 8-16,-3-1-2 0,5 0-10 0,-3 1 0 15,6-4-6-15,-4 3-1 0,1-4-2 0,-7-4 5 16,11 12-14-16,-2-7-7 0,-4-1 13 0,-5-4 3 16,9 8-1-16,-5-2-4 0,-4-6-2 0,8 7 8 0,-8-7-8 15,6 12 1-15,-6-12-8 0,0 13 8 16,0-13-7-16,0 0-2 0,-6 24-11 0,6-24-17 15,-6 12-18-15,4-6-29 0,2-6-25 0,-9 9-75 16,9-9-185-16,-9 5 82 0</inkml:trace>
  <inkml:trace contextRef="#ctx0" brushRef="#br0" timeOffset="-155140.49">1135 11210 134 0,'0'0'143'0,"0"0"-1"0,0 0-12 0,0 0-7 15,16 13 0-15,-16-13-11 0,11 9-9 0,-5-5-8 16,-1 1-8-16,-5-5-12 0,16 9-1 0,-9-5-10 16,-7-4-1-16,13 5-3 0,-7-4-8 15,-6-1-3-15,18 2-6 0,-18-2 2 0,13 0-6 16,-13 0 1-16,12-4-4 0,-12 4 7 0,12-5 6 15,-12 5 0-15,6-10 2 0,-6 10-6 0,3-10-3 16,-1 4-2-16,-2 6-2 0,-5-13-6 0,5 13-2 16,-6-10-9-16,1 4-1 0,0 2-5 0,-5-2-5 0,2 0-6 15,-3 2-11-15,3-1-9 0,8 5-7 16,-14-4-17-16,14 4-22 0,-15 0-7 0,15 0-19 16,0 0-25-16,-15 6-22 0,15-6-19 0,-6 6-115 15,6-6-292-15,0 0 129 0</inkml:trace>
  <inkml:trace contextRef="#ctx0" brushRef="#br0" timeOffset="-154748.84">1353 11067 171 0,'4'-9'180'0,"-4"9"-8"16,0 0-12-16,5-9-10 0,-5 9-18 15,0 0-9-15,4-10-15 0,-4 10-7 0,5-9-9 0,-5 9-10 16,0 0-8-16,6-8-10 0,-6 8-4 0,0 0-8 15,5-8-2-15,-5 8-6 0,0 0-7 16,5-6 0-16,-5 6-6 0,0 0-2 0,0 0-1 0,0 0-4 16,4-8 2-16,-4 8-6 0,0 0-1 15,0 0-5-15,0 0 0 0,0 0 0 0,0 0-2 16,0 0-1-16,0 0-3 0,0 0 1 0,0 0-6 16,0 0 2-16,0 0-5 0,0 0 0 0,0 0 5 15,0 0-5-15,-16-6 4 0,16 6-4 0,0 0 0 16,0 0-5-16,0 0-1 0,0 0 5 0,0 0-6 15,-16 17 6-15,16-17-2 0,-2 17 0 0,2-6 1 0,0 3 1 16,0 1 4-16,2-2 3 0,2 3 3 16,-1-3 0-16,2 3 6 0,-1 1 8 0,-1-3-3 15,1-2-2-15,0-2 1 0,3 5-3 0,-5-4-1 16,3-1-1-16,0 1 1 0,-3-1-1 0,3 0-1 16,-1-2-7-16,-4-8-22 0,6 13-22 0,-6-13-27 15,6 12-27-15,-6-12-49 0,6 11-37 0,-4-7-126 16,-2-4-329-16,0 0 146 0</inkml:trace>
  <inkml:trace contextRef="#ctx0" brushRef="#br0" timeOffset="-154597.56">1393 11217 21 0,'6'-7'153'0,"-6"7"-18"0,6-9-10 0,-6 9-12 0,13-12-16 16,-4 6-20-16,2 0-31 0,0 0-31 0,4-3-23 15,-7 1-46-15,3 3-66 0,1-1-130 0,-3-1 57 16</inkml:trace>
  <inkml:trace contextRef="#ctx0" brushRef="#br0" timeOffset="-154267.22">1543 11045 95 0,'0'0'174'0,"0"0"-17"0,-6-9-19 0,6 9-15 16,0 0-12-16,0 0-13 0,0 0-1 0,0 0 4 15,0 0-2-15,0 0-17 0,13 39 3 0,-7-26-1 16,-2-1-9-16,2 2-4 0,-3 4-3 0,1-7-7 16,0 0-9-16,-1 2-1 0,4-4-5 0,-2 2-5 15,-1-3-6-15,0 1-2 0,-4-9 0 0,6 11-5 16,-6-11-2-16,4 9-1 0,-4-9-3 16,3 8 2-16,-3-8 6 0,0 0-6 0,6 7-1 0,-6-7 0 15,0 0-5-15,0 0-4 0,0 0-9 0,0 0-5 16,0 0-2-16,0 0-2 0,-19-29-2 0,12 20-11 15,1-2-11-15,-1-4 3 0,0 2-1 0,-2-6 5 16,5 2-4-16,-6-8 1 0,6 9 4 0,3-4 2 16,-2 2 1-16,0 1 4 0,3 6 0 0,0 11 0 15,-2-23-5-15,2 23-7 0,5-17-5 0,-1 7-17 16,-4 10-14-16,11-9-13 0,-11 9-27 0,13-6-11 16,-13 6-21-16,14-4-5 0,-2 7-73 0,-12-3-227 15,0 0 101-15</inkml:trace>
  <inkml:trace contextRef="#ctx0" brushRef="#br0" timeOffset="-154119.66">1669 11104 107 0,'0'0'209'0,"0"0"-15"0,0 0-19 0,0 0-15 16,0 0-18-16,0 0-16 0,0 0-25 0,0 0-18 15,0 0-36-15,26-29-48 0,-18 19-61 0,6-1-65 16,-3-3-66-16,5 0-208 0,-3-2 93 0</inkml:trace>
  <inkml:trace contextRef="#ctx0" brushRef="#br0" timeOffset="-153961.72">1984 10809 86 0,'5'-12'225'0,"-5"12"-20"0,0 0-21 16,0 0-20-16,9-15-19 0,-9 15-20 0,11-9-32 15,-1 4-44-15,-10 5-47 0,15-12-51 0,-7 9-45 16,-8 3-96-16,0 0-204 0,0 0 90 0</inkml:trace>
  <inkml:trace contextRef="#ctx0" brushRef="#br0" timeOffset="-153819.41">2044 10888 95 0,'0'8'189'0,"0"-8"-28"15,0 0-12-15,0 0-15 0,0 0-9 0,0 0-17 16,0 0-31-16,0 0-30 0,34-25-41 0,-26 19-48 16,0-2-35-16,2 1-85 0,1-3-176 0,1-1 78 15</inkml:trace>
  <inkml:trace contextRef="#ctx0" brushRef="#br0" timeOffset="-153615.07">2371 10613 56 0,'0'0'257'0,"0"0"-7"0,0 0-13 15,0 0-18-15,0 0-16 0,0 0-24 0,0 0-20 16,0 0-10-16,0 0-23 0,0-14-7 0,0 14-12 16,17-8-14-16,-5 3-9 0,5-5-25 0,9 1-23 15,-7-1-35-15,5-2-43 0,-6 2-40 0,8-2-53 16,-8 5-57-16,-1-2-123 0,-2 1-339 15,-5 3 150-15</inkml:trace>
  <inkml:trace contextRef="#ctx0" brushRef="#br0" timeOffset="-152557.81">2578 10290 156 0,'0'0'190'16,"-7"-8"-10"-16,7 8-9 0,0 0-15 0,0 0-7 16,0 0-21-16,0 0-8 0,0 0-15 0,-6-6-9 15,6 6-10-15,0 0-7 0,0 0-14 0,0 0-5 16,0 0-5-16,0 0-15 0,0 0-1 0,0 0-7 16,0 0 0-16,0 0-3 0,0 0-3 0,0 0-4 15,0 0-3-15,0 0 0 0,0 0-4 0,20 21-2 16,-20-21 0-16,8 7-5 0,-8-7 5 15,7 8-3-15,-7-8 2 0,9 6-6 0,-9-6 2 16,5 5-4-16,-5-5 5 0,0 0-4 0,8 6 1 16,-8-6 2-16,0 0-2 0,0 0-1 0,6 6 3 15,-6-6 0-15,0 0-1 0,0 0 5 0,0 0 2 16,0 0 0-16,0 0 3 0,0 0 9 0,0 0 1 16,0 0 3-16,8 4 5 0,-8-4-7 0,0 0 1 15,0 0 2-15,0 0-6 0,0 0 3 0,0 0-4 16,0 0 1-16,0 0-3 0,0 0 1 0,0 0-7 15,0 0 2-15,0 0-1 0,0 0-2 0,0 0-6 16,0 0 0-16,0 0-1 0,0 0-3 0,0 0-3 16,0 0-1-16,0 0-2 0,5 7 2 0,-5-7-2 15,7 5-1-15,-7-5 3 0,9 9 0 0,-4-4 0 16,3 1 0-16,0 0-3 0,0 1 3 0,2-1-4 16,-2 1 6-16,1 0-1 0,0 0 1 0,0 0-3 15,0-2 1-15,0 1 1 0,-3 0 1 0,-6-6-5 16,15 9 5-16,-10-4 2 0,1-2-2 0,-6-3 1 15,10 6-1-15,-10-6-2 0,6 4 2 0,-6-4 0 16,0 0 5-16,6 6 1 0,-6-6 13 0,0 0 8 16,0 0 17-16,0 0 0 0,0 0 1 0,0 0-7 15,0 0 0-15,0 0-9 0,0 0 0 0,0 0-1 16,-3-29 0-16,3 29-4 0,-8-21-6 0,4 7-3 16,-1-1 0-16,1-1-3 0,-1 1-4 0,2-4 0 15,0 2 0-15,0 2-2 0,0-2 2 16,2 1-7-16,-1-1-4 0,0 3-4 0,0-1 2 0,1 3-5 15,-1 3-9-15,2 9-5 0,0-20-12 16,0 20-12-16,2-16-21 0,-2 16-19 0,3-10-26 0,-3 10-21 16,0 0-23-16,11-12-15 0,-6 10-26 0,-5 2-10 15,0 0-142-15,20 4-377 0,-20-4 166 0</inkml:trace>
  <inkml:trace contextRef="#ctx0" brushRef="#br0" timeOffset="-151792.62">2269 10377 61 0,'0'0'138'0,"0"0"4"15,0 0-6-15,-2-16-5 0,2 16-4 0,-2-10-6 16,2 10 2-16,0 0-6 0,0 0-6 0,-5-9-1 16,5 9-20-16,0 0-5 0,0 0-7 0,0 0-14 15,0 0-5-15,0 0-10 0,0 0-1 0,0 0-7 16,0 0-3-16,0 0-4 0,19 19-3 0,-11-8 3 15,5 4-1-15,-4 2 6 0,4 5-2 0,3 1-3 16,0 3 7-16,0-4-4 0,0 7 2 0,-1-4-1 16,-1 1-3-16,2 4-2 0,2-4 1 0,-4 6-1 15,1-3 1-15,-1 2-5 0,-3-5-2 16,2 0-4-16,-5-9 1 0,2 6-2 0,-1-7 7 0,-2 0-3 16,0-3-3-16,1 2 1 0,-5-4-3 0,5-2 1 15,-4 1 1-15,-2 0-3 0,2-4-1 16,-4-6-6-16,7 8 5 0,-7-8-1 0,3 8 2 15,-3-8 2-15,0 0-3 0,0 0-2 0,4 7 2 16,-4-7-2-16,0 0 2 0,0 0-3 0,0 0 0 16,0 0-10-16,0 0-22 0,0 0-32 0,0 0-29 15,0 0-38-15,0 0-35 0,0 0-46 0,0 0-37 16,0 0-122-16,0 0-386 0,3-38 172 0</inkml:trace>
  <inkml:trace contextRef="#ctx0" brushRef="#br0" timeOffset="-151085.39">3089 10394 191 0,'0'0'194'0,"0"0"-9"0,-11-5-15 0,11 5-10 15,0 0-13-15,0 0-15 0,0 0-14 0,0 0-14 16,0 0-8-16,0 0-16 0,0 0-10 0,0 0-5 16,0 0-6-16,0 0-6 0,1 24 1 0,-1-24-5 0,6 22-3 15,-4-11 0-15,3 5-2 0,2-1 4 16,-2 0-7-16,0 0 3 0,-3-5-5 0,4 1-2 16,-3-2 2-16,1 3-8 0,3-2-5 0,-7-10-1 15,7 20-3-15,-4-9 2 0,-3-11-4 0,6 15 0 16,-2-6-7-16,-4-9-20 0,5 13-26 0,-5-13-29 15,0 0-22-15,6 19-29 0,-6-19-34 0,3 10-33 16,-3-10-131-16,0 0-338 0,0 0 150 0</inkml:trace>
  <inkml:trace contextRef="#ctx0" brushRef="#br0" timeOffset="-150839.87">3012 10354 60 0,'5'-11'162'0,"-5"11"-14"0,6-10-3 16,-6 10-19-16,7-7-13 0,-7 7-9 15,11 0-8-15,-11 0-4 0,0 0 2 0,18 5-12 16,-18-5-6-16,11 8-2 0,-4-1-8 0,-2-2 0 0,0 4-6 16,-5-9-8-16,5 17-1 0,-1-9-9 0,-3 1 3 15,-1 2-4-15,0 1-3 0,0-12-3 0,-5 22-17 16,3-14-17-16,2-8-25 0,-7 21-25 15,2-11-37-15,5-10-30 0,-10 16-31 0,5-11-98 16,5-5-264-16,-9 8 117 0</inkml:trace>
  <inkml:trace contextRef="#ctx0" brushRef="#br0" timeOffset="-150630.88">3164 10104 160 0,'0'0'189'16,"0"0"13"-16,0 0-12 0,27 13-9 0,-17-4-11 15,1 4-13-15,2 0-12 0,3 10-13 0,-1 1-13 16,-1 3-10-16,1 1-11 0,-1 3-9 0,0-1-10 16,0 1-33-16,-3 0-37 0,1 0-46 0,-4 0-62 15,-3-1-55-15,0 1-144 0,-3 1-323 0,-2-2 144 16</inkml:trace>
  <inkml:trace contextRef="#ctx0" brushRef="#br0" timeOffset="-149949.07">3038 10386 30 0,'0'0'81'0,"-3"-5"-1"0,3 5 2 0,0 0-6 15,0 0 11-15,-7-10-4 0,7 10 0 0,-3-6 1 0,3 6 7 16,-3-5 9-16,3 5-3 0,0 0 3 16,-5-9 2-16,5 9-6 0,-4-5-6 0,4 5 0 15,-3-7-3-15,3 7-5 0,0 0-11 0,-2-10-4 16,2 10-8-16,1-9-8 0,-1 9-1 0,1-8-13 16,-1 8 0-16,6-7-6 0,-6 7-3 0,5-5-5 15,-5 5-4-15,7-3-2 0,-7 3 0 0,0 0-2 16,14 10-2-16,-8-5-3 0,-3 3-3 0,3 3 4 15,-3 4-2-15,-1 3-9 0,-2 5-20 0,-4 3-20 16,-1-7-27-16,-3 5-36 0,0 0-35 0,-2 0-27 16,0-2-112-16,0-6-300 0,0-3 133 0</inkml:trace>
  <inkml:trace contextRef="#ctx0" brushRef="#br0" timeOffset="-149412.94">3166 10046 30 0,'0'0'138'0,"0"0"-16"0,-4-9 7 0,4 9-27 16,0 0-5-16,0 0-15 0,0 0-5 0,0 0-13 15,0 0 0-15,0 0-10 0,0 0 0 0,-1-11-12 16,1 11-3-16,0 0 2 0,0 0 0 0,0 0-2 15,0 0-6-15,0 0 5 0,0 0 6 0,-5-2 6 16,5 2 9-16,0 0-2 0,0 0 1 0,0 0-8 16,0 0-1-16,0 0-7 0,0 0 3 0,-6-4 1 15,6 4 1-15,0 0 4 0,0 0-5 0,0 0 1 16,0 0 0-16,0 0-2 0,0 0-8 0,0 0-1 16,0 0-6-16,0 0 1 0,0 0-5 0,0 0-3 15,-3-7-2-15,3 7-5 0,0 0-4 0,0 0-3 16,0 0 1-16,0 0-7 0,0 0 2 0,13 20 0 15,-7-5 1-15,3 1-3 0,0 1 4 0,9 6-2 16,-5 4 2-16,5 0 0 0,-3 2-2 0,4 1 2 16,-1 0-3-16,-1-2-2 0,-2 2-16 0,1 1-21 15,1-2-16-15,-1 0-33 0,-1-2-22 0,1 1-28 16,-3-2-35-16,0 0-131 0,-4-1-323 0,3 0 144 16</inkml:trace>
  <inkml:trace contextRef="#ctx0" brushRef="#br0" timeOffset="-148918.29">1194 12132 37 0,'0'0'123'0,"0"0"0"0,0 0-2 0,0 0 4 16,0 0-2-16,0 0 2 0,0 0 4 0,46-21-4 16,-12 4-9-16,16-13-8 0,35-20-12 15,5-8-4-15,8-6-9 0,7-4-9 0,7-4-5 16,3-5-10-16,3 2-5 0,8-2-1 0,1 1-1 15,1 4-7-15,2 1-5 0,-1 2-3 0,-2-2-3 16,-1-1-8-16,-3 1-1 0,-4 9 1 0,-6-4-7 0,-4 8-10 16,-7 1-12-16,-7 6-18 0,-8 8-18 15,-30 14-28-15,0 1-24 0,-9 1-41 0,-3 2-34 16,-11 9-106-16,-7 2-294 0,-4-1 130 0</inkml:trace>
  <inkml:trace contextRef="#ctx0" brushRef="#br0" timeOffset="-147929.51">1504 12079 25 0,'-5'4'80'0,"5"-4"-6"0,-11 10 0 16,8-5-4-16,-6 4-7 0,-2-3 3 0,-4 4 3 15,-1-1-13-15,-2 0 9 0,-3-2-9 0,-2 4 6 16,-5 1-1-16,1-4-16 0,-2 3-1 0,-1-3 0 15,-5 3 17-15,1-1 0 0,-4-3-9 0,0 0-7 16,1-3 1-16,-14 4 1 0,13-7-13 0,-1 0-4 16,-1-1-3-16,40 0 1 0,-87-7-9 0,48 0 3 15,-10-4-5-15,13 0 3 0,-1 1-7 0,2-2-3 16,1-4-13-16,0 1-7 0,-10-11-2 0,13 7-8 16,-3 1 9-16,1-2-1 0,2-3 3 0,3 1 0 15,-1 1-2-15,0-2 10 0,3-1-8 16,2-1 9-16,3-4-4 0,-3-12-6 0,3 0 5 0,5-3-2 15,3-5 1-15,3 3 2 0,2-6-2 0,6 1 8 16,-2 2-1-16,3-3 0 0,4 2-2 0,-1-1-2 16,2 5 0-16,4-1 11 0,0 13-9 0,3-11 0 15,-1 13-1-15,-1 1-2 0,4-2 1 0,1 2 6 16,1 3-6-16,3-2 6 0,7-11-3 16,-5 10 3-16,11-12-1 0,1 1 4 0,9-2-1 15,1-2 0-15,23-12 0 0,-2 0 5 0,4 4 2 16,5-1-4-16,0 5 4 0,9-3-14 0,2 0 10 15,-2 4 0-15,-2-4-8 0,1 7 4 0,-3-3-2 16,3 8-2-16,-24 13-1 0,22-18 3 0,-23 19-3 0,24-13 0 16,-21 17 1-16,-1-1-8 0,2 3 6 0,-2 4 4 15,1-1-2-15,1 0 3 0,-3-1-4 16,-1 4-6-16,2-3 1 0,1 0 3 0,-3 4-3 16,5-5-6-16,3 4 10 0,-5 0-10 0,3 0 3 15,-5 5 5-15,2-3-2 0,3 4-7 0,-4 1 6 16,3 0 13-16,-5 3-7 0,1 3-1 0,-5 2-9 15,-13 2 11-15,1 2-1 0,1 3-1 0,8 3-3 16,-9 1 2-16,-5 0-5 0,3 1 8 0,13 10 1 16,-17-6-2-16,12 6 0 0,-12-2-1 0,12 5 3 15,-13-6 0-15,-2 3-2 0,9 10 0 0,-14-4-1 16,5 10 5-16,-10 4-4 0,-6-8 3 0,-5 13-3 16,0-1 6-16,-7 4-7 0,-5-2 4 0,-1 0 2 15,-7 0-2-15,0-3-10 0,-1-9 12 0,-6 6-6 16,-3 1 9-16,3-10-7 0,-1-2 1 0,-8 8-1 15,4-8 1-15,-6 10 2 0,-3-5-2 0,7-9-2 16,-9 8 11-16,-2 1-8 0,-1-2-3 0,9-10-13 16,1 0-2-16,-1 0 5 0,0-1-37 0,1 0-22 15,1 0-26-15,2-3-83 0,-1-3-194 0,2-1 87 16</inkml:trace>
  <inkml:trace contextRef="#ctx0" brushRef="#br0" timeOffset="-12343.27">980 11582 3 0,'-5'-3'122'0,"5"3"-5"0,0 0-8 16,0 0-10-16,-7-4-8 0,7 4-21 16,0 0-3-16,0 0-7 0,0 0-4 0,0 0-3 0,0 0-15 15,0 0 3-15,0 0 1 0,8 26 6 0,-4-8-1 16,1 6-2-16,-1 4 6 0,2 1-7 0,-2 7-1 16,2 11 1-16,1-12-4 0,-1 12 2 0,-1-11-3 15,3 9-3-15,1-13-2 0,0 3-2 16,0-5-3-16,3 2-5 0,-1-2 0 0,5 2 0 15,-3 0 2-15,0 2-6 0,1-2 1 0,0 1 4 0,1-1-3 16,-1 0-5-16,0-2 3 0,-1 2 0 0,1-3-5 16,-4-4-1-16,2 0-1 0,-3-7 0 0,-1 0-2 15,-3-4-5-15,4 0 9 0,-2-1-7 16,-2-2 1-16,1-1-6 0,-3-2 7 0,0-2-6 0,0 0 0 16,-1-2 1-16,-2-4 0 0,5 9 1 15,-5-9 2-15,4 7-2 0,-4-7-4 0,0 0-7 16,1 5-7-16,-1-5-15 0,0 0-16 0,0 0-28 0,0 0-40 15,0 0-31-15,-10 5-114 0,10-5-276 16,-15-4 122-16</inkml:trace>
  <inkml:trace contextRef="#ctx0" brushRef="#br0" timeOffset="-12031.46">999 12357 6 0,'0'0'98'0,"0"0"-8"0,0 0 14 16,13 18 0-16,-7-7-2 0,3 1-2 0,1 4-12 15,2 1-3-15,1 5-9 0,-3-7-5 0,3 8-5 16,-6-6-2-16,7 5-8 0,-3-7-5 0,0 1-4 16,-2-1-4-16,0-1-1 0,3 0-8 0,-2-2 7 15,-3-2-7-15,2-3-12 0,0 0 0 0,0-2 6 16,-2 0-7-16,1-3-2 0,-2 0 5 0,5-1-3 15,-1-3-3-15,2-1-1 0,-1-4 0 0,5-5 5 16,-2-2-7-16,6-6 1 0,-1-2-6 0,-2 0 2 16,2-3-4-16,-5 4-6 0,4-2-16 0,-9 6-1 15,-4-1-28-15,3 2-16 0,-3 1-17 0,1 4-12 16,-2 2-15-16,-3 1-24 0,0 4-69 0,-1 4-211 16,0 0 94-16</inkml:trace>
  <inkml:trace contextRef="#ctx0" brushRef="#br0" timeOffset="-11229.05">572 13346 82 0,'0'0'112'0,"0"0"1"15,0 0-8-15,0 0-4 0,0 0-15 0,0 0 4 16,-30-28-18-16,30 28-3 0,0 0-4 16,0 0-10-16,0 0-6 0,0 0 1 0,0 0-8 15,0 0-3-15,0 0-5 0,0 0-6 0,0 0-3 16,-54 41 2-16,54-41-4 0,-12 25-2 0,12-25-4 0,-11 33-2 15,11-33 3-15,-8 37-5 0,8-37 8 0,-9 41-5 16,9-41-4-16,-5 36-5 0,5-36 0 16,0 37-5-16,0-37 4 0,0 0-1 0,5 45-2 15,-5-45 0-15,7 23-6 0,-7-23 1 0,0 0 5 16,15 26-1-16,-15-26-2 0,0 0 11 0,0 0-5 16,18 23-5-16,-18-23-5 0,0 0 21 0,0 0-15 15,0 0 2-15,0 0 1 0,0 0-2 0,0 0 0 16,0 0 5-16,0 0-2 0,0 0-4 0,0 0-1 15,0 0 0-15,0 0 5 0,45-55 5 0,-45 55-4 16,7-29 1-16,-7 29-4 0,4-32 3 0,-4 32 3 16,0 0-2-16,2-51-5 0,-2 51 2 0,-1-32-2 15,1 32 1-15,0 0 2 0,4-30 1 0,-4 30 1 16,0 0-3-16,0 0-7 0,0 0 2 0,0 0-3 16,0 0 3-16,0 0 8 0,0 0 7 0,0 0-1 15,0 0 9-15,0 0 4 0,0 0-4 0,42 74-1 16,-35-45 1-16,0 1-3 0,-2 0 0 0,-1 5 5 15,3 9-3-15,-3 3-1 0,-2-12-2 0,3 1-3 16,-5-2 2-16,0-1-2 0,4-1-4 0,-4-32 0 16,3 64 1-16,-5-32 1 0,2-32-7 0,-5 60 3 15,0-37-2-15,5-23 1 0,-4 37-1 0,4-37-1 16,-7 33 2-16,7-33-5 0,0 0 4 0,-7 28 1 16,7-28 1-16,0 0-6 0,0 0-3 0,0 0-9 15,-18 19-13-15,18-19-12 0,0 0-16 0,0 0-32 16,0 0-22-16,0 0-26 0,0 0-20 0,-42-58-101 15,42 58-272-15,-9-52 121 0</inkml:trace>
  <inkml:trace contextRef="#ctx0" brushRef="#br0" timeOffset="-10438.01">794 13458 156 0,'0'0'178'0,"0"0"-6"0,0 0-8 16,0 0-9-16,0 0-11 0,0 0-14 0,0 0-16 16,-21-40-12-16,21 40-10 0,0 0-12 0,0 0-4 15,0 0-8-15,0 0-5 0,0 0-12 0,0 0-3 16,-17 84-4-16,17-84-3 0,4 45-7 0,-4-45-2 16,4 36-8-16,-4-36 1 0,5 32-5 0,-5-32-4 15,0 0-2-15,11 32-2 0,-11-32-1 16,7 13-2-16,0-8-5 0,-5-1-5 0,-2-4 8 0,4 10-2 15,-1-9-2-15,-3-1 1 0,0 0 2 0,6 2-1 16,-6-2 4-16,0 0 1 0,0 0-6 0,10-14-1 16,-10 8-1-16,0 6 0 0,0-18-1 0,0 8-3 15,0 10 5-15,0 0 1 0,0-34-2 0,0 34 5 16,0 0-9-16,-2-34 6 0,2 27-4 16,0 7 1-16,-2-12-3 0,2 8 7 0,0 4-11 15,0 0 4-15,-2-12-7 0,2 12 5 0,0 0 0 16,0 0 1-16,0 0 2 0,0 0-4 0,12 19 2 15,-7-9-2-15,-1-1 6 0,3 4 2 0,-4-1-8 16,1-1-3-16,2-1 6 0,-1 1 0 0,1-3 1 16,-1 1 1-16,-1-2-3 0,3-2 3 0,-4-1 2 15,1 0-5-15,2 1-1 0,-6-5 3 0,7 3 4 16,-7-3 0-16,7 1-1 0,-7-1 4 0,0 0-6 16,12-12 3-16,-10 3 2 0,0-1 0 0,0-2-2 15,0 0 1-15,-2-7-1 0,-2 3 3 0,2-2-4 16,-4-7 1-16,-1 5-2 0,1-5-5 0,2 0 4 15,-3 0 1-15,0-2 2 0,1-1-4 0,0 1 0 16,1 2-3-16,-3 7 4 0,6-1 2 0,-5 4 1 16,5 6-1-16,-5-1 1 0,5 10-2 0,0-11-6 15,0 11 3-15,0 0 0 0,0 0-4 0,0 0 10 16,0 0 1-16,14 33 5 0,-9-6-2 0,3 5 0 16,-1 0 0-16,2-2-2 0,0 2 2 0,-1-1-4 15,0-5 3-15,3 0-3 0,-2-3 0 0,4-1-8 16,-3-6 8-16,-2-3-1 0,6 0-1 0,-5-3 2 15,-2-1-3-15,4-3 1 0,-4 1 1 0,4-2-1 16,1-2 3-16,-4-1-1 0,-1-1-1 16,2-2 0-16,-9 1 5 0,16-3-2 0,-10 0-3 15,-1-1 2-15,-1-3 4 0,0 0-3 0,1 0-1 16,-3-4-2-16,1-2-2 0,-3 1 4 0,0-5-2 16,0 2-3-16,0-2 6 0,-3 2-7 0,1 0 2 0,-3 2 4 15,1 1-6-15,0 3 4 0,2 4-4 0,-1-1 2 16,3 6-3-16,-5-8-2 0,5 8-1 15,0 0 1-15,0 0-7 0,0 0 6 0,-10 17 6 16,10-6-4-16,0 7-6 0,-3-1-29 0,3 7-27 16,3-5-37-16,-1 0-45 0,5 0-172 0,-3-3-347 15,-2-4 154-15</inkml:trace>
  <inkml:trace contextRef="#ctx0" brushRef="#br0" timeOffset="-10064.6">1384 13562 95 0,'3'-25'157'0,"1"0"-7"0,-2-1-3 0,0-1-13 16,3 0-21-16,-1-2-2 0,-1 1-12 0,3-4-7 16,-3 2-7-16,-1 2-4 0,-3 0-11 0,2-1-7 15,-6 5-15-15,4 7 4 0,-2 2 8 0,-1 4 2 16,4 1-6-16,0 10-2 0,-6-11-5 15,6 11-6-15,-6-6-5 0,6 6-7 0,0 0 0 16,0 0-5-16,0 0-3 0,-16 15-6 0,11-5-2 16,-1 6-7-16,3-1-10 0,1 2-6 0,2-6-7 15,2 4 1-15,3 1-9 0,2-1 0 0,0-2 1 16,0-1 4-16,3 0-3 0,-4-2 4 0,7 1 0 16,-4-2 3-16,1 1 4 0,-2-1 12 0,1 1-12 15,-1-3 2-15,-1 3-5 0,0-2 7 0,-2 2 0 16,-1 2 1-16,-1-2-4 0,-1-1 8 0,0 2-2 15,-2-1 2-15,0-10-4 0,-2 21-6 0,2-21-14 16,-7 21-9-16,2-13-31 0,1-3-17 0,4-5-17 16,-2 12-16-16,2-12-15 0,0 0-67 0,-3 9-214 15,3-9 96-15</inkml:trace>
  <inkml:trace contextRef="#ctx0" brushRef="#br0" timeOffset="-9789.1">1575 13279 19 0,'0'0'160'0,"0"0"-13"0,0 0-6 16,0 0-17-16,0 0 2 0,0 0-6 0,0 0-3 16,0 0-7-16,0 0-9 0,7 39-8 0,-5-30-7 15,3 1-11-15,2-1-2 0,-3-1-11 0,3-2-5 16,-1 1-2-16,2-2-8 0,-8-5-1 16,14 7-3-16,-6-7-1 0,-8 0-3 0,18-2 3 15,-18 2-3-15,18-8 12 0,-12 2 3 0,1-2 8 16,-1 1 1-16,-2-1-5 0,-4 8-3 0,3-17-9 15,-1 7 4-15,-2 10-10 0,-8-20-2 0,3 12-7 16,-1-2-3-16,-1-1-9 0,-2 1-17 0,-2-1-7 0,2 1-8 16,-3 4-21-16,1 0-8 0,3-1-12 15,8 7-20-15,-15-10-17 0,15 10-34 0,-8-7-27 16,8 7-40-16,-4-6-105 0,4 6-321 0,0 0 142 16</inkml:trace>
  <inkml:trace contextRef="#ctx0" brushRef="#br0" timeOffset="-9248.15">1757 13062 37 0,'0'0'164'0,"0"0"-11"0,0 0-15 0,0 0-11 15,0 0-12-15,0 0 1 0,0 0-4 16,0 0 1-16,0 0-9 0,10 19-11 0,-7-8 5 16,3 0-7-16,-1 0-7 0,1 1-6 0,-2-1-9 0,4 5-4 15,-2-7-9-15,2 1-11 0,-3-1-2 0,4 0 0 16,0-4-5-16,1 0-4 0,1-2-3 15,0-1 2-15,-11-2-5 0,19 0 0 0,-19 0-4 16,15-5 0-16,-8 2-4 0,-7 3 4 0,11-8-1 16,-5 1-7-16,-6 7-3 0,6-11 3 0,-6 11-2 15,4-16-2-15,-3 8 1 0,-1-3-4 0,0 11 0 16,-3-22 0-16,1 9-1 0,-1 2 1 0,0-4-4 16,0 2-2-16,0 0 0 0,2 3-1 0,1 10-1 15,-4-14-5-15,4 14 2 0,-3-11-6 0,3 11 7 16,0 0-6-16,0 0 4 0,0 0 4 0,0 0 2 15,0 0 0-15,10 29-2 0,-6-12 7 0,0-5-8 16,3 3 3-16,-3-1 0 0,0 3 1 0,0-5-2 16,-1-2-2-16,4 0 1 0,-4-4 2 0,1 2-1 15,1-1-2-15,-5-7 2 0,8 9 0 0,-8-9 2 16,9 7 2-16,-9-7-1 0,0 0-1 0,9 0 3 16,-9 0-4-16,0 0 0 0,0 0-2 0,7-16 3 15,-7 16 0-15,2-15-2 0,1 5 4 0,-3 10-3 16,1-21-2-16,0 11 1 0,2-5-3 0,-2 1 6 15,-1-3-6-15,4 7 6 0,-2-3-3 0,-1 1 1 16,-1 12-5-16,2-12-4 0,-2 12 3 0,1-11 2 16,-1 11-4-16,0 0 0 0,1-10-1 0,-1 10 3 15,0 0-2-15,0 0 1 0,0 0 6 0,16 21-3 16,-11-13-1-16,1 3-1 0,-1 3 5 0,0-2-4 16,-1 0-7-16,0 0-20 0,0 0-9 0,2 3-43 15,-4-3-20-15,1-1-50 0,1-1-35 0,0 1-121 16,-4-11-330-16,7 13 146 0</inkml:trace>
  <inkml:trace contextRef="#ctx0" brushRef="#br0" timeOffset="-8883.52">2214 12836 185 0,'0'0'180'0,"-5"-16"-17"0,5 16-17 0,-4-6-15 15,4 6-21-15,0 0-6 0,0 0-6 0,0 0 7 16,-2 33-6-16,-2-14-8 0,2 12-6 0,2-4-8 16,-2 3-3-16,2-1-9 0,1 0-5 0,0-10-9 15,5-1-6-15,-2-2 1 0,5-2-4 0,1-1-2 16,4-2-3-16,1-3-5 0,4-2-1 0,4-5 2 16,3-1-3-16,6-3-4 0,1-7-4 0,-4-3 0 15,5 2 1-15,-9-7-4 0,3 1-8 16,-2-2 4-16,-6 3 3 0,-4 1-5 0,0 2 1 15,-4-1-1-15,-1 0 1 0,-4 0-5 0,-3 3 2 0,-2-1-1 16,-2 12-5-16,0-24 4 0,0 24 1 0,-9-19-5 16,5 10 3-16,4 9-4 0,-9-11 2 0,9 11-4 15,-7-8-2-15,7 8 2 0,0 0-3 16,-23 7 0-16,23-7-1 0,-20 24-1 0,4-3-19 16,3 4-28-16,-1 0-23 0,0 5-36 0,3-1-46 15,0 4-39-15,-7 10-114 0,4-14-331 0,-1 3 146 16</inkml:trace>
  <inkml:trace contextRef="#ctx0" brushRef="#br0" timeOffset="-7955.55">1384 14479 64 0,'-11'-14'138'0,"2"-1"1"0,2-1-2 16,-2 3-5-16,0 5 2 0,3 0-8 0,-1 3-4 15,3 0-12-15,4 5-7 0,-10-5-13 0,10 5-11 16,0 0-3-16,-15 12-3 0,10 2-3 0,-1 4-13 15,-1 10 4-15,2 3-3 0,2 3 0 0,4-2-10 16,-1-1 0-16,4 0-12 0,3-2-3 16,-2-4-1-16,1-8-9 0,1 2-4 0,0-4 3 15,2-2 0-15,0-2-4 0,7-2-4 0,-5-1-5 0,0-5-8 16,3-1-7-16,-1-4-3 0,5-2-8 16,-2-1-3-16,-1-4-2 0,-1 0 4 0,-4-1-3 0,3-3 1 15,-2-5 3-15,-2 5 8 0,-2-4-6 0,-1-2 5 16,1-6 9-16,-3 1-4 0,2 4 0 15,-3-4-1-15,-1-5-1 0,0 3 3 0,-3 0-2 0,-2-3 5 16,3 2 5-16,-1 3 8 0,1 7 2 0,0 1 14 16,0 6 5-16,-2 1-8 0,2 9-3 0,-4-11-1 15,4 11-3-15,0 0-6 0,0 0 3 0,0 0 3 16,0 0 8-16,0 0 0 0,0 0 2 16,16 36 1-16,-10-20-3 0,-1 3-3 0,2-3-2 15,-2 2-2-15,2-2-3 0,-3-4 1 0,6 3-4 16,0-5 1-16,-3 0 0 0,0 1-3 0,1-4-3 15,2-2 2-15,-2-1-1 0,-1-1 1 0,-7-3 0 16,16-3-4-16,-16 3 1 0,14-5 3 0,-5-3-4 0,-3 1 0 16,1-2 2-16,-4 2-2 0,1-2-1 15,-1-2 1-15,0-1 1 0,-1-1 0 0,-2 0 1 16,0-2-4-16,1-2-5 0,-1 2 4 0,-3-2-3 16,1 1 3-16,2 3 0 0,-1 1 0 0,1 2-6 15,-1 1 1-15,1 9-2 0,0-12 1 0,0 12-2 16,0 0-4-16,1-7 5 0,-1 7 0 0,0 0-2 15,0 0 0-15,0 0 4 0,15 24 0 0,-10-14 6 16,0 2-5-16,-2 1 0 0,5-3-3 0,-2 2 4 16,2-3-3-16,-1 1 2 0,0-2-9 0,0 1 11 15,1-5-3-15,1-1 1 0,-1 0 1 0,3-6 0 16,-1 1 0-16,2-3 0 0,-1-4-3 0,-3 0 2 16,0-2 1-16,1-1 0 0,-4 2 1 0,-1-3-1 15,1-3 2-15,-3 1-3 0,-2 2 3 0,0-2-2 16,-1-1 4-16,-2-2-2 0,1 0 1 0,-5-1-4 15,1 0 1-15,-1 2 3 0,0-2-5 0,-3-6 4 16,0 2 0-16,2 4-2 0,2 1 2 0,-1 3-4 16,1 0 0-16,1 4 6 0,0 2-6 0,3 2 0 15,2 7-2-15,-2-5 0 0,2 5 1 0,0 0 0 16,0 0 6-16,0 0 4 0,9 25 4 0,-4-4 2 16,1 4 0-16,3 1 5 0,-2 2-1 0,4-1-3 15,-5 1-7-15,1 0 6 0,-3-1-1 0,3-2-4 16,2-2 0-16,-2-5-10 0,-2 0-17 0,1-2-22 15,2 0-16-15,-6-5-30 0,2 3-20 0,-3-3-29 16,3 0-23-16,-2-2-21 0,0 1-132 0,-2-10-337 16,-5 15 150-16</inkml:trace>
  <inkml:trace contextRef="#ctx0" brushRef="#br0" timeOffset="-7318.33">1781 14341 68 0,'-1'-9'120'15,"1"9"-8"-15,0 0-15 0,4-12-3 16,-4 12-8-16,11-13-9 0,-1 5-11 0,-1 0-8 0,7-4-15 16,-1 0-12-16,2 2-13 0,6-4-16 0,-6 1-10 15,4-2-10-15,-3 4-5 0,-2-1-10 0,0 1 6 16,-1-3 4-16,-1 4-2 0,-1 0 5 16,-3 3 12-16,-2 1 22 0,-3 2 16 0,-5 4 16 15,9-10 17-15,-9 10 12 0,9-5 6 0,-9 5 0 16,0 0 2-16,6-4-2 0,-6 4-11 0,0 0-4 15,0 0-5-15,0 0-1 0,0 0 1 0,7 11 3 16,-6-3-8-16,0-1 3 0,-1 4-2 0,3-1-8 16,-3-1-2-16,1 1-7 0,2-1 2 0,-1-1-8 0,1 2 2 15,0-2-8-15,1-2 2 0,0 0-1 16,1-3-3-16,0 1-2 0,-5-4-4 0,13 4-1 16,-6-5-2-16,-7 1-4 0,15-5-1 0,-15 5-2 15,13-12-4-15,-6 7-5 0,-1-2-3 0,-6 7-3 16,5-13-11-16,-5 6-4 0,0 7-2 0,0-19 1 15,-3 7-1-15,-1 2 6 0,-2-1-4 0,-1 0-2 16,1 3 7-16,-3-2-4 0,1 0 6 0,0 5 0 16,1-2 10-16,7 7 1 0,-11-9 1 0,4 4-1 15,7 5-4-15,0 0 0 0,-6-10 1 0,6 10 0 16,0 0 1-16,-4-7-1 0,4 7 8 0,0 0-6 16,9-17 0-16,-1 8-1 0,-2-1-1 0,8-7 1 15,-4 1 2-15,3 1-12 0,-4-3 6 0,1 0 5 16,2-4 2-16,-5 3 0 0,0 2 4 0,-2-1 8 15,-4 2-4-15,0-1 2 0,0-1-4 0,-1 6 15 16,-1-5-2-16,-1 5-1 0,1 0 7 0,-2 2 11 16,0 0 7-16,3 10 10 0,-3-13-2 0,3 13-9 15,-4-10-4-15,4 10-3 0,0 0-6 0,0 0 2 16,0 0 14-16,0 0 17 0,4 46 7 0,2-16 2 16,-1 5-5-16,5 15 0 0,1 2-5 0,-2 0-5 15,1-1-21-15,-1 0 17 0,-4-6-14 0,1-11 2 16,1 0-6-16,4-1-2 0,-3-4-7 0,2 0-3 15,0-3-6-15,0 0-8 0,2-3-20 0,-1-7-23 16,-2 0-27-16,2-2-37 0,1-1-29 0,-3-7-45 16,2 1-47-16,-1-3-192 0,-10-4-447 0,13 2 198 15</inkml:trace>
  <inkml:trace contextRef="#ctx0" brushRef="#br0" timeOffset="-6979.38">2314 14176 14 0,'-3'-9'162'16,"3"9"-3"-16,-2-15-18 0,2 15-12 0,1-21-4 16,3 10-10-16,4-7-18 0,0 1-22 0,5-7 3 0,-1 0-11 15,3 0-17-15,-1-3-13 0,3 3-19 0,-4 1-9 16,2-1-2-16,-5 0-14 0,2 2-2 0,-3-3 2 16,-3 6-9-16,1-7 0 0,-5 0-5 15,-1 8 7-15,-1 0 4 0,-3-1 4 0,-4 0 8 16,2 5 12-16,-2 4 14 0,0 0 3 0,7 10 18 15,-8-14-5-15,8 14 1 0,-9-7-5 0,9 7-1 16,0 0 3-16,0 0 10 0,0 0 11 0,-7 38 14 16,7-9-2-16,5 16-6 0,-3-9 7 0,5 11 0 15,-3-1 1-15,4 0-6 0,-3-11 0 0,4 12-5 16,-1-13-6-16,-1-2-5 0,-2-2-12 0,4 1 2 16,0-4-8-16,-2-2-2 0,1-6-15 0,-2-3-15 15,-2-2-22-15,1-4-28 0,0 3-24 0,2-4-25 16,-4 0-21-16,3 0-33 0,-6-9-8 0,5 8-25 15,-5-8-113-15,0 0-317 0,0 0 140 0</inkml:trace>
  <inkml:trace contextRef="#ctx0" brushRef="#br0" timeOffset="-6328.07">2453 14111 137 0,'-2'-19'118'0,"2"19"-8"15,0-17-5-15,0 17-10 0,5-22-7 0,1 9-8 16,3-1-11-16,3-3-11 0,-1 2-8 0,6-7-15 15,1 0-15-15,1 4-34 0,-4-2-23 0,4 1 0 0,-1-3-2 16,0 1-8-16,1 2-2 0,-6 6 2 16,0-3 4-16,-2 1 2 0,0 1 4 0,-4-1 7 15,1 4 12-15,-3 1 12 0,-2-1 5 0,0-2 9 16,-1 1 9-16,-2 12 14 0,4-19 19 0,-4 19 17 16,0-14 11-16,0 14 3 0,0 0-4 0,2-15-2 15,-2 15-11-15,0 0-6 0,0 0 2 0,0 0 11 16,9-4 13-16,-9 4 9 0,0 0 8 0,15 22-2 15,-6-8-2-15,1 2 0 0,-1 1-7 0,4 9 0 16,-3-9-6-16,-1 7-6 0,0-8-17 0,2 1 3 16,-2-2-1-16,0-4-13 0,-3-2-2 0,3 0-5 15,-1-2-2-15,-3 0-2 0,0-4-7 0,-5-3-1 16,10 7 0-16,-10-7 2 0,0 0 0 0,0 0-4 16,0 0 0-16,15-14-1 0,-15 14-2 0,7-18 6 15,-6 7-6-15,-2-5-3 0,2-2-1 0,3 0-5 16,-7-7 1-16,3 0-7 0,-4 1-3 0,1-1-12 15,-3 1-12-15,3 3-9 0,0 3-9 0,0 0-11 16,0 1-10-16,-1 5-8 0,1 1-11 16,3 11-10-16,-3-13-6 0,3 13-23 0,0 0-7 15,-4-15-35-15,4 15 8 0,0 0 6 0,0 0 10 16,9-9 7-16,-9 9 6 0,0 0 8 0,0 0 11 16,24 5 10-16,-24-5 11 0,15 6 5 0,-3-1 18 15,-2 2 6-15,-3 0 8 0,1 0 20 0,0 1 15 0,-2-1 3 16,-6-7 12-16,16 14 13 0,-10-7 4 15,-6-7 2-15,14 12 11 0,-8-8 8 0,-6-4 3 16,17 11-4-16,-9-9 8 0,-8-2 4 0,14 7 2 16,-14-7 2-16,18 0-11 0,-18 0 1 0,20-4-1 15,-20 4-3-15,18-8-7 0,-9 2-1 0,-9 6 1 16,10-8-16-16,-2 2 3 0,-8 6 4 0,8-13 2 16,-8 13-6-16,1-13 0 0,-1 13-8 0,0 0 3 15,-10-22-2-15,2 13-2 0,0 2-8 0,8 7 4 16,-18-12-7-16,7 8-5 0,11 4-6 15,-19-4 4-15,19 4-12 0,-23 1-6 0,23-1-6 0,-22 7-9 16,13-2-32-16,0 0-25 0,9-5-46 0,-11 9-131 16,11-9-287-16,-9 8 128 0</inkml:trace>
  <inkml:trace contextRef="#ctx0" brushRef="#br0" timeOffset="-6093.7">3109 13203 173 0,'-1'-11'246'0,"1"11"-28"15,0 0-21-15,0 0-21 0,0 0-11 0,0 0 8 16,0 0 7-16,0 0-1 0,16 34-12 0,-8-10-18 16,-2 5-10-16,-1 4-17 0,3-1-5 0,1 0-15 15,-3-3-12-15,1 2-7 0,-1-3-11 0,2-1-8 16,3-4-24-16,-6-6-26 0,1 2-26 0,0-3-40 15,-2-5-43-15,2 0-33 0,-2-1-64 0,2-1-207 16,-6-9-430-16,0 0 190 0</inkml:trace>
  <inkml:trace contextRef="#ctx0" brushRef="#br0" timeOffset="-5867.05">3252 13118 177 0,'0'0'239'0,"-4"-17"-16"0,4 17-26 16,0 0-28-16,0 0-12 0,0 0-3 0,0 0 5 16,0 0 6-16,0 0-20 0,21 35 9 0,-12-9-7 15,3 3-8-15,-4 3-16 0,0 0-13 0,2 3-7 0,-2-1-10 16,2 0-9-16,0-5-9 0,-1 1-11 16,0-6-11-16,-4-4-21 0,4-1-23 0,-1-4-34 15,-3-2-22-15,1-3-30 0,-2 2-40 0,-4-12-41 16,9 17-41-16,-7-11-193 0,-2-6-423 0,0 0 187 15</inkml:trace>
  <inkml:trace contextRef="#ctx0" brushRef="#br0" timeOffset="-4915.41">3243 13399 122 0,'0'0'158'0,"-1"-20"-22"0,1 20-15 0,11-26-4 0,0 12-6 16,4-10-14-16,3 4-5 0,2 1-5 0,1-3-5 15,3-1-9-15,-2 3-5 0,2 1-7 0,-2 0-7 16,-1 3-8-16,-4 4-10 0,-3 0 6 0,0 0-2 16,-4 4-4-16,1 0 1 0,-11 8-7 0,15-10 7 15,-15 10 0-15,9-6 5 0,-9 6 7 16,0 0 3-16,0 0-1 0,0 0 0 0,0 0-4 16,0 0-4-16,0 0 1 0,0 0 2 0,-9 36-4 15,4-24-2-15,-2 8 0 0,2-2 0 0,1 1 0 16,2-1-6-16,2 0-2 0,-1-1-4 0,2-1-2 15,3 0 1-15,-2-6-6 0,3-1 0 0,3 2-3 0,0-2-6 16,1-3 4-16,0-1 0 0,1-3 0 0,-10-2-3 16,19 0-2-16,-19 0 1 0,18-4 0 15,-18 4-2-15,15-9 0 0,-7 3-1 0,-8 6 0 16,11-16-7-16,-7 8 7 0,-4 8-7 0,5-22 2 16,-6 10 5-16,1 12-6 0,-4-24-1 0,0 8 3 15,-1 3-6-15,-1-1 2 0,2 6 5 0,-2-3-2 16,6 11 7-16,-9-12 7 0,9 12 0 0,-7-9 0 15,7 9-5-15,0 0-1 0,0 0-3 0,-7-8 1 16,7 8-5-16,0 0 0 0,0 0 0 0,0 0-1 16,0 0 2-16,0 0 1 0,0 0-5 0,25 20 1 15,-25-20-3-15,21 3 4 0,-11-2-2 0,-10-1-3 16,24-5 4-16,-11 2 0 0,0-2-1 0,-2-1 1 16,5-2-3-16,-4-5-5 0,2 3 7 0,-3-3 0 15,-5 3 0-15,3-1 0 0,-3-3 0 0,0 3 1 16,-3 0-4-16,1-1 4 0,-4 12-1 0,4-22 3 15,-4 22-1-15,0-14 0 0,0 14 1 16,0 0 1-16,-4-19 5 0,4 19 7 0,0 0-2 16,-6-8 2-16,6 8-7 0,0 0 0 0,0 0 0 15,0 0-13-15,0 0 7 0,-32 17 4 0,24-4-4 16,2 3 3-16,-1 1-4 0,4-2 0 0,0 2-3 0,3 1 0 16,3-1 2-16,-1-1-2 0,2 2 0 0,5-1-1 15,-1 0 0-15,7 6 0 0,-5-7 1 16,3 6 1-16,2-2-2 0,-1 2 0 0,2 0 1 15,-2 0 1-15,1-1-2 0,-1 3 1 0,-1-3 0 16,2 1 1-16,-6-5-2 0,5 5 1 0,-1 1-1 16,-4-6 2-16,1 0-3 0,-3 0 1 0,-2-1 1 15,2 3 0-15,-5 0-9 0,-1-1-5 0,-1 0 1 16,-4 0 0-16,-2 6-1 0,-1-7-2 0,-1-1 0 16,-2-1 2-16,3-6 1 0,-2-1-1 0,-1-1 7 15,1-2-2-15,9-5 2 0,-15 4-1 0,15-4 1 16,0 0 1-16,-22-16-6 0,15 2-3 0,4-4-1 15,1-10-1-15,2-2-9 0,5-3-4 0,2-3-7 16,2-11 4-16,6 1 0 0,-4-2-4 0,2-1-2 16,1 1 2-16,-2 2 2 0,0 0 1 0,-4 13 4 15,-5-1 2-15,4-13 3 0,-5 14 3 0,1 1 3 16,0 0 0-16,-3 3 6 0,-3 4 5 0,1 7 13 16,-1 1 8-16,0 6 2 0,-3 0 9 0,1 2 2 15,5 9-2-15,-8-11 2 0,8 11-3 0,-13-4 5 16,13 4 6-16,0 0 13 0,-28 21 9 15,16-4 1-15,-3 2 3 0,6 10-7 0,0-3-16 0,3-1 8 16,5 3-9-16,4-9-4 0,2 0 0 0,4-2-19 16,0-2-7-16,7-1-17 0,1-3-31 0,9-4-25 15,-5-6-34-15,9 1-31 0,0-5-47 16,1-1-45-16,0-3-169 0,-4 0-425 0,-7 0 187 16</inkml:trace>
  <inkml:trace contextRef="#ctx0" brushRef="#br0" timeOffset="-4789.03">4295 12998 56 0,'0'0'175'0,"0"0"-14"16,0 0-3-16,0 0-27 0,0 0-7 0,0 0-26 15,0 0-5-15,0 0-42 0,0 0-48 0,-45 13-71 16,45-13-96-16,0 0-178 0,0 0 80 0</inkml:trace>
  <inkml:trace contextRef="#ctx0" brushRef="#br0" timeOffset="97093.87">7968 6685 35 0,'0'0'43'0,"0"0"-5"0,0 0-4 0,0 0 0 0,0 0 0 16,0 0-7-16,0 0-3 0,0 0-6 15,0 0-3-15,0 0 5 0,0 0-1 0,0 0-6 16,0 0 1-16,0 0-3 0,0 0-3 0,0 0-6 16,2-7-4-16,-2 7-1 0,0 0-4 0,0 0-6 15,0 0-2-15,0 0 0 0,0 0 2 0,0 0-4 0,0 0-2 16,0 0-5-16,0 0-20 0,0 0-47 16,0 0 21-16</inkml:trace>
  <inkml:trace contextRef="#ctx0" brushRef="#br0" timeOffset="98120.59">8161 14639 18 0,'-1'11'14'0,"1"-11"-11"15,-3 6-5-15,3-6-4 0,0 0-6 0,-3 6 3 16</inkml:trace>
  <inkml:trace contextRef="#ctx0" brushRef="#br0" timeOffset="98420.56">8022 15058 62 0,'0'0'73'0,"0"0"-6"0,0 0-14 16,2 6 1-16,-2-6-14 0,0 0-6 15,0 0 4-15,3 6-4 0,-3-6-11 0,0 0-3 0,0 0-6 16,0 0-9-16,0 0-3 0,0 0-9 0,0 0-1 15,0 0-5-15,0 0-4 0,0 0-2 16,0 0-9-16,0 0-5 0,-10-25-33 0,6 14-71 16,-4-5 31-16</inkml:trace>
  <inkml:trace contextRef="#ctx0" brushRef="#br0" timeOffset="103277.55">654 9135 3 0,'0'0'3'0,"0"0"2"0,0 0-4 0,0 0-1 15,0 0 4-15,-49 12-5 0,49-12 6 0,0 0-2 16,0 0 4-16,-29 8 4 0,29-8 2 0,0 0 1 16,0 0-4-16,0 0 3 0,-34 10-3 0,34-10 3 15,0 0-1-15,0 0 8 0,0 0-13 0,-29 12 1 16,29-12 0-16,0 0-3 0,0 0-3 0,0 0 2 15,0 0 1-15,0 0-1 0,0 0 6 0,-27 10-4 16,27-10 2-16,0 0 1 0,0 0-8 0,0 0 4 16,0 0 1-16,0 0 4 0,0 0-4 0,0 0-3 15,0 0-1-15,0 0 3 0,0 0 0 0,0 0 8 16,0 0 0-16,0 0 8 0,0 0-1 0,0 0 4 16,0 0-2-16,0 0 0 0,0 0 4 15,0 0 3-15,0 0 3 0,0 0-8 0,72-48 5 16,-50 31 2-16,7-4 6 0,3 1-1 0,10-10-3 0,4 2-3 15,2-3 0-15,0 0-3 0,6-2 4 0,-3 1-1 16,3-1 4-16,-1 1-4 0,-3 0-10 0,0 0-3 16,-3 1-2-16,-2 4 0 0,-2-1 9 0,2 5-14 15,-14 7 2-15,1-3-4 0,1 0-2 16,-1 2 2-16,1 1-2 0,-3 3 5 0,-1 2-5 16,-2 0-3-16,-2 1 0 0,-7 5 7 0,0-2 2 15,-1-1-6-15,-5 3 1 0,1 1 0 0,-4 0-4 0,1 1 6 16,-10 3 7-16,12-4 17 0,-7 4 10 15,-5 0 13-15,5-5 6 0,-5 5 11 0,0 0-2 0,9-2-1 16,-9 2-8-16,0 0-1 0,0 0-9 0,7-5-3 16,-7 5-8-16,0 0-3 0,0 0-6 0,0 0-1 15,0 0-4-15,0 0-6 0,0 0 1 16,0 0-2-16,-3-10-3 0,3 10-2 0,0 0-4 16,0 0 0-16,0 0-5 0,0 0-10 0,0 0-23 0,0 0-3 15,0 0-12-15,0 0-8 0,0 0-9 0,0 0-18 16,0 0-23-16,0 0-10 0,0 0-17 15,0 0-111-15,0 0-256 0,17 9 114 0</inkml:trace>
  <inkml:trace contextRef="#ctx0" brushRef="#br0" timeOffset="103862.67">2377 8091 18 0,'0'0'69'0,"-11"5"-7"0,11-5-6 0,-9 7-7 15,9-7-3-15,-8 7 9 0,8-7-19 0,-8 6-4 16,8-6 9-16,-7 6-1 0,7-6-7 0,-6 4-1 16,6-4 5-16,0 0 7 0,-11 9-10 0,11-9-3 15,-8 4 4-15,8-4-6 0,-8 6-4 0,8-6 3 16,-6 4 3-16,6-4 5 0,-8 5-4 0,3-1 0 16,0-1 7-16,-2 3 6 0,-1-5-17 15,8-1-3-15,-9 8 3 0,5-6 4 0,4-2-3 16,-8 5-3-16,3-3 6 0,5-2-7 0,0 0 1 15,0 0-7-15,-8 5-2 0,8-5-2 0,0 0 1 0,0 0-3 16,0 0 4-16,0 0 0 0,21-12 3 0,-10 4 1 16,7-2 0-16,8-3-2 0,-2-1-2 15,-1-1 8-15,5 2-1 0,-2-2 2 0,3 1-3 16,-2 1-1-16,-2-2 1 0,0 2-4 0,-3 0-2 16,-3 1 1-16,-3 4 3 0,-3 1-6 0,-3 2-2 0,-1-1-2 15,1 1-1-15,-1 0 3 0,-2 4-1 16,-2-1 2-16,1-2 8 0,-6 4-4 0,8-3 12 15,-8 3 1-15,5-4 12 0,-5 4-7 0,0 0 3 16,0 0 1-16,0 0-11 0,0 0-1 0,0 0-10 16,0 0 2-16,0 0-2 0,0 0-2 0,0 0 1 15,0 0-8-15,0 0 6 0,0 0-6 0,0 0-2 16,0 0-12-16,0 0-13 0,0 0-20 0,0 0-21 16,0 0-27-16,0 0-21 0,0 0-29 0,0 0-32 15,-8 20-106-15,8-20-298 0,0 0 132 0</inkml:trace>
  <inkml:trace contextRef="#ctx0" brushRef="#br0" timeOffset="104486.46">3087 7893 78 0,'-8'3'82'0,"8"-3"-6"0,0 0-1 0,-7 3-20 16,7-3 6-16,0 0-11 0,0 0-7 0,0 0 11 15,0 0 2-15,0 0-8 0,32-20-2 0,-16 10-1 16,10-5-6-16,1-2 1 0,2 1 1 0,1 0 7 15,-1-2-1-15,2 2 4 0,-2 1-8 0,-1-1-2 16,-1 3-3-16,-1-1-4 0,-7 7 0 0,0-3-3 16,-2 0 0-16,-5 8-1 0,0-4-2 15,-2 3 0-15,0-3-2 0,-3 4 6 0,-1-2-2 0,-1 0 6 16,-5 4 10-16,9-4-5 0,-9 4 6 0,6-4 0 16,-6 4 7-16,6-4-4 0,-6 4 4 0,0 0-7 15,0 0-2-15,0 0-11 0,0 0 2 0,0 0-7 16,0 0-4-16,0 0-2 0,0 0-4 0,0 0 1 15,0 0-3-15,-23 0-3 0,23 0 1 0,0 0-5 16,0 0-1-16,-9 4 0 0,9-4-1 0,0 0 2 16,0 0-6-16,0 0-8 0,-7 5-8 0,7-5-17 15,0 0-13-15,0 0-9 0,0 0-5 0,-2 8 6 16,2-8-8-16,0 0-15 0,0 0-21 0,3 11-4 16,-3-11-14-16,3 8-3 0,-3-8-13 0,5 7-87 15,-4-2-233-15,-1-5 104 0</inkml:trace>
  <inkml:trace contextRef="#ctx0" brushRef="#br0" timeOffset="105819.54">8005 6524 10 0,'0'0'78'0,"0"0"-12"0,0 0 0 0,0-10 12 0,0 10-29 16,0 0 0-16,0 0-9 0,-3-10-8 0,3 10-2 15,0 0 1-15,2-11-10 0,-2 11-6 0,1-5 0 16,-1 5-5-16,0 0-1 0,1-9-2 0,-1 9-1 16,0 0-2-16,3-6-3 0,-3 6 2 0,0 0 1 15,0 0 1-15,0-9-1 0,0 9-2 0,0 0-4 16,0 0 2-16,1-10 3 0,-1 10-1 0,0 0-4 16,0 0 5-16,0 0-5 0,0 0 1 0,-3-9 1 15,3 9 0-15,0 0-3 0,0 0 0 0,0 0-5 16,0 0 7-16,0 0 3 0,0 0-5 0,0 0-1 15,0 0 4-15,0 0-3 0,0 0-4 0,0 0 0 16,0 0-6-16,0 0 2 0,0 0 1 0,0 0 1 16,0 0-11-16,0 0-1 0,0 0-7 0,0 0-16 15,0 0-31-15,0 0-79 0,0 0 35 0</inkml:trace>
  <inkml:trace contextRef="#ctx0" brushRef="#br0" timeOffset="106035.12">7978 6506 5 0,'0'0'15'0,"0"0"-3"0,0 0-11 16,0 0-7-16,0 0-6 0,0 0 3 0</inkml:trace>
  <inkml:trace contextRef="#ctx0" brushRef="#br0" timeOffset="106346.63">7993 6493 22 0,'0'0'46'16,"0"0"-5"-16,0 0 8 0,0 0-5 0,0 0-4 16,0 0-12-16,0 0 11 0,0 0-11 0,0 0 1 15,0 0 1-15,0 0-6 0,0 0 6 0,0 0-12 16,7-3-8-16,-7 3 3 0,0 0-1 0,0 0-1 0,0 0-3 15,0 0-4-15,0 0 10 0,0 0-9 16,0 0 2-16,0 0 0 0,0 0-3 0,0 0-2 16,0 0 13-16,0 0-15 0,0 0 4 0,0 0-9 15,0 0-6-15,0 0 3 0,0 0-3 0,0 0-6 16,0 0-6-16,0 0 1 0,-19-7-9 0,19 7-6 16,-15-1-34-16,4 2-74 0,0 2 32 0</inkml:trace>
  <inkml:trace contextRef="#ctx0" brushRef="#br0" timeOffset="107731.52">6002 6599 19 0,'0'0'38'0,"0"0"-10"16,0 0 0-16,0 0 2 0,0 0-4 0,0 0-2 15,0 0-4-15,0 0-2 0,0 0 5 0,0 0-4 0,0 0 0 16,0 0 3-16,0 0-3 0,0 0 2 16,0 0 3-16,0 0-1 0,0 0 1 0,0 0-1 15,0 0-5-15,0 0 2 0,0 0-4 0,0 0 2 16,0 0 1-16,0 0-9 0,0 0-1 0,0 0 2 15,0 0 3-15,0 0-2 0,0 0 2 0,0 0-11 0,0 0 14 16,0 0-6-16,0 0 6 0,0 0-4 0,0 0 0 16,0 0-1-16,0 0 4 0,0 0-5 15,0 0-1-15,0 0 0 0,0 0 3 0,0 0 5 16,0 0-6-16,0 0 2 0,0 0 8 0,0 0-2 16,0 0-7-16,0 0 0 0,0 0 1 0,0 0-1 0,0 0-1 15,0 0-5-15,0 0 3 0,0 0 4 0,0 0 0 16,0 0-3-16,0 0-7 0,0 0 3 15,0 0 2-15,0 0-5 0,0 0 15 0,0 0-11 16,0 0 6-16,0 0 10 0,0 0-14 0,0 0-4 16,0 0 10-16,0 0-3 0,0 0 8 0,0 0-7 15,0 0 0-15,0 0-2 0,0 0 0 0,0 0 1 0,0 0-8 16,0 0 5-16,0 0 0 0,0 0 4 0,0 0-8 16,0 0-2-16,0 0 1 0,0 0 0 15,0 0-6-15,0 0 5 0,0 0-1 0,0 0 3 16,0 0 12-16,0 0-20 0,0 0 2 0,0 0 6 15,0 0-1-15,0 0-2 0,0 0 1 0,0 0 0 0,0 0-11 16,0 0 8-16,0 0 0 0,0 0 2 16,0 0-6-16,0 0 6 0,0 0-4 0,0 0 2 15,0 0 2-15,0 0-3 0,0 0 3 0,0 0 1 16,0 0 0-16,0 0-2 0,0 0-2 0,0 0-4 16,0 0 3-16,0 0 6 0,0 0-12 0,0 0 5 0,0 0 4 15,0 0-4-15,0 0-2 0,0 0 1 0,0 0 6 16,0 0-14-16,0 0 17 0,0 0-1 0,0 0-9 15,0 0 6-15,0 0-1 0,0 0 0 16,0 0 13-16,0 0-14 0,0 0-7 0,0 0 7 16,0 0 1-16,0 0 3 0,0 0 2 0,0 0-6 0,0 0-3 15,0 0 1-15,0 0 5 0,0 0 0 16,0 0-7-16,0 0 9 0,0 0-8 0,0 0-1 16,0 0 2-16,0 0 2 0,0 0 1 0,0 0-5 15,0 0 0-15,0 0 8 0,0 0-9 0,0 0 1 16,0 0 8-16,0 0-6 0,0 0 3 0,0 0 3 0,0 0-4 15,0 0-5-15,0 0-2 0,0 0-6 0,0 0 6 16,0 0-14-16,0 0-2 0,0 0-4 16,0 0 10-16,0 0-8 0,0 0-1 0,0 0-3 15,0 0 14-15,0 0-19 0,0 0-2 0,0 0 7 16,0 0-8-16,0 0-7 0,0 0-2 0,0 0-9 0,0 0 1 16,0 0-4-16,0 0-8 0,0 0-38 0,0 0-113 15,17 7 49-15</inkml:trace>
  <inkml:trace contextRef="#ctx0" brushRef="#br0" timeOffset="109819.53">17123 10442 27 0,'0'0'87'0,"0"0"-4"0,0 0-1 16,0 0-5-16,0 0 3 0,0 0-10 0,1-7-5 0,-1 7-3 15,0 0-12-15,0 0-7 0,0 0 2 16,0 0-10-16,0 0-10 0,0 0-23 0,0-9-1 16,0 9-10-16,0 0-11 0,0 0-17 0,0 0-6 15,0 0-10-15,0 0-59 0,0 0-122 0,0 0 54 0</inkml:trace>
  <inkml:trace contextRef="#ctx0" brushRef="#br0" timeOffset="110564.46">17292 10612 16 0,'0'0'49'0,"0"0"-7"0,-5 6-3 15,5-6 6-15,-7 1-8 0,7-1 2 0,0 0 6 16,-9 3-3-16,9-3 2 0,0 0 0 0,0 0-12 16,-10 2 9-16,10-2-7 0,0 0 9 0,0 0-1 15,-7 0-4-15,7 0 5 0,0 0 1 0,0 0 8 16,0 0-8-16,-9 2 1 0,9-2-3 0,0 0-5 15,0 0-2-15,0 0-10 0,0 0 11 0,0 0 0 16,0 0-8-16,0 0-5 0,0 0-6 0,0 0 4 16,0 0-7-16,0 0 6 0,0 0 1 0,0 0-10 15,26-9 1-15,-17 7 2 0,-9 2-8 0,21-2-4 16,-10 1 5-16,2-1-6 0,-1 0-2 0,-2 2 1 16,3 0-4-16,-2-1-12 0,-1 1-6 0,2 0 8 15,-1-2 3-15,0 1-5 0,0 0 11 0,-1-1-10 16,-1 2 4-16,-9 0-1 0,16 0 1 0,-9 0-8 15,-7 0-2-15,15-1 6 0,-8 1-5 0,-7 0-9 16,10-1 11-16,-10 1-3 0,12 0-2 0,-12 0-9 16,0 0-3-16,10-2-10 0,-10 2-13 0,0 0-16 0,0 0-53 15,8-3-137-15,-8 3 60 0</inkml:trace>
  <inkml:trace contextRef="#ctx0" brushRef="#br0" timeOffset="110919.52">16907 10419 84 0,'0'0'88'16,"5"-2"-10"-16,-5 2 3 0,0 0-18 0,0 0-4 15,0 0-14-15,0 0-16 0,0 0-12 0,0 0-16 16,0 0-25-16,0 0-21 0,0 0-35 0,0 0-85 16,-21 8 37-16</inkml:trace>
  <inkml:trace contextRef="#ctx0" brushRef="#br0" timeOffset="123550.53">13111 15875 15 0,'0'0'17'0,"0"0"6"0,0 0-1 0,0 0-2 16,0 0 2-16,-6 2 3 0,6-2-3 0,0 0-4 0,0 0 2 16,0 0 10-16,0 0-8 0,-6 3 14 0,6-3-13 15,0 0 2-15,0 0-4 0,0 0 0 16,0 0-2-16,-9 3 7 0,9-3 8 0,0 0-13 0,0 0 12 15,0 0-12-15,0 0 10 0,-8 0 3 16,8 0-5-16,0 0-7 0,0 0 17 0,0 0-4 16,0 0 2-16,-10 1-4 0,10-1-4 0,0 0 4 15,0 0 7-15,0 0-5 0,0 0-8 0,0 0 4 16,0 0 4-16,0 0 1 0,0 0-9 0,0 0 10 0,0 0-3 16,0 0-1-16,0 0-1 0,0 0-11 15,0 0 10-15,0 0-5 0,0 0 5 0,0 0-6 16,0 0-4-16,0 0 7 0,0 0-7 0,0 0 8 15,0 0-6-15,0 0 8 0,0 0-9 0,0 0-2 16,0 0-2-16,0 0 0 0,0 0 4 0,-9 0-3 16,9 0-3-16,0 0 2 0,0 0 1 0,0 0-6 15,0 0 2-15,0 0 5 0,0 0-4 0,0 0 2 16,0 0-2-16,0 0-1 0,0 0 1 0,0 0 2 16,0 0-5-16,0 0 3 0,0 0-6 0,0 0 0 15,0 0 0-15,0 0 3 0,0 0 0 0,0 0-5 16,0 0 3-16,0 0-7 0,0 0 4 0,0 0-1 15,0 0-1-15,0 0-4 0,0 0 1 0,0 0 3 16,0 0-1-16,0 0-2 0,0 0 3 0,0 0-1 16,0 0 1-16,0 0-6 0,0 0 4 0,0 0-4 15,0 0-1-15,0 0 2 0,0 0-2 0,0 0 2 16,0 0 2-16,0 0-2 0,0 0-1 0,0 0-1 16,0 0 2-16,0 0-4 0,0 0 6 15,0 0-1-15,0 0 1 0,0 0-2 0,0 0-1 0,0 0 4 16,0 0-9-16,0 0 10 0,0 0 0 0,0 0-3 15,0 0 0-15,0 0-2 0,0 0 1 0,0 0-1 16,0 0 3-16,0 0-1 0,0 0-3 16,0 0 0-16,0 0 0 0,0 0 2 0,0 0-2 15,0 0 3-15,0 0-6 0,0 0 9 0,0 0-3 16,0 0 2-16,0 0-8 0,0 0 7 0,0 0-5 0,0 0 5 16,0 0-4-16,0 0-3 0,0 0 5 0,0 0 0 15,0 0-1-15,0 0-2 0,0 0 4 16,0 0-1-16,0 0 7 0,0 0-5 0,0 0-6 0,0 0 3 15,0 0 0-15,0 0 0 0,0 0 3 16,0 0-1-16,0 0 1 0,0 0-4 0,0 0 1 16,0 0-1-16,0 0-1 0,0 0 5 0,0 0-2 15,0 0 0-15,0 0-1 0,0 0 2 0,0 0 1 16,0 0-3-16,0 0 2 0,0 0-3 0,0 0 2 16,0 0 3-16,0 0-4 0,0 0 2 0,0 0 1 15,0 0-3-15,32-1 1 0,-26-1 1 0,-6 2-12 0,16-1 12 16,-5 1 2-16,1-1-3 0,-1 1 5 15,0-2-10-15,3 1 5 0,-3 1 0 0,3-1-5 16,3 1 1-16,-1-2 5 0,0 2-1 0,-2-1-2 16,-3 0 2-16,5 0 1 0,-3 1 0 0,0-1-6 15,1-1 2-15,-3 1 0 0,3 0 4 0,-5-1-8 16,3 2 5-16,0 0-2 0,1-1-2 0,-1 1 0 16,-3 0 2-16,2 0-2 0,-1 0 2 0,-2 1 3 15,-8-1-6-15,15-1 0 0,-10 0 3 0,5 2 6 16,-10-1-7-16,10 0 3 0,-10 0-2 0,11 0-3 15,-11 0 6-15,10 0-3 0,-10 0 3 0,9 0 3 16,-9 0-6-16,10 0 8 0,-10 0-10 16,10 0 5-16,-10 0 2 0,0 0-2 0,9 0 1 0,-9 0 1 15,0 0-7-15,0 0 5 0,9 0-3 16,-9 0 3-16,0 0 3 0,0 0-1 0,9 1-1 0,-9-1-2 16,0 0 6-16,0 0-6 0,0 0 4 0,0 0-8 15,0 0 3-15,0 0 1 0,0 0 3 0,0 0-5 16,0 0 2-16,0 0 5 0,0 0-1 0,0 0 5 15,0 0-2-15,0 0 0 0,0 0-2 0,0 0 3 16,0 0-1-16,0 0-1 0,0 0 6 16,0 0-2-16,0 0-3 0,0 0-1 0,0 0 4 15,0 0-8-15,0 0 6 0,0 0 1 0,0 0 3 16,0 0-5-16,0 0-1 0,0 0 4 0,0 0-1 16,0 0-5-16,0 0 4 0,0 0-5 0,0 0 8 15,0 0-3-15,0 0 3 0,0 0-1 0,0 0 0 16,0 0-1-16,0 0-2 0,0 0 6 0,0 0 1 15,0 0 2-15,0 0 1 0,0 0-1 0,0 0 2 16,0 0-2-16,0 0 1 0,0 0-5 0,0 0-1 16,0 0 0-16,0 0 2 0,0 0-3 0,0 0 2 15,0 0 2-15,0 0-4 0,0 0-2 0,0 0-1 16,0 0 3-16,0 0-7 0,0 0 1 0,0 0 1 0,0 0-4 16,0 0 4-16,0 0-1 0,0 0 0 15,0 0 0-15,0 0 0 0,0 0-5 0,0 0 5 16,0 0 0-16,0 0-3 0,0 0 4 0,0 0-3 15,0 0 3-15,0 0-3 0,0 0 0 0,0 0 1 16,0 0 1-16,0 0-1 0,0 0-2 0,0 0 0 16,0 0-1-16,0 0 1 0,0 0 2 0,0 0-3 15,0 0 0-15,0 0 4 0,0 0-5 0,0 0 6 16,0 0-1-16,0 0-1 0,0 0-2 0,0 0 1 16,0 0-2-16,0 0 1 0,0 0 3 0,0 0-3 15,0 0 3-15,0 0-11 0,0 0 1 0,0 0-4 16,0 0-6-16,0 0-6 0,0 0-8 0,0 0-16 15,0 0-1-15,0 0-12 0,0 0-17 0,0 0-22 16,0 0-17-16,0 0-22 0,0 0-15 0,0 0-126 16,0 0-301-16,0 0 133 0</inkml:trace>
  <inkml:trace contextRef="#ctx0" brushRef="#br0" timeOffset="125000.35">13618 15970 5 0,'0'0'25'0,"0"0"5"16,0 0 0-16,0 0 6 0,0 0-4 0,0 0-2 15,0 0 7-15,0 0-6 0,0 0 5 0,0 0 1 16,0 0-8-16,0 0-2 0,0 0-1 0,0 0 1 16,0 0-6-16,0 0-3 0,0 0 1 15,0 0-3-15,0 0 1 0,0 0-1 0,0 0-10 16,0 0 6-16,0 0-4 0,0 0 5 0,0 0-3 15,0 0-6-15,0 0 6 0,0 0-1 0,0 0-4 16,0 0 0-16,0 0 4 0,0 0-3 0,0 0-1 16,0 0-6-16,0 0 8 0,0 0 10 0,0 0-12 15,0 0 0-15,0 0-5 0,0 0 3 0,0 0-9 16,0 0 9-16,0 0-2 0,0 0 1 0,0 0 2 16,0 0-9-16,0 0 2 0,0 0 4 0,0 0-6 15,0 0 10-15,0 0 1 0,0 0-6 0,0 0 3 16,0 0-5-16,0 0 4 0,0 0-7 0,0 0 5 15,0 0-1-15,0 0 4 0,0 0-4 0,0 0 3 16,0 0-5-16,0 0 0 0,0 0 6 0,0 0 0 16,0 0-5-16,0 0 4 0,0 0-8 0,0 0 6 15,0 0 1-15,0 0-2 0,0 0-2 0,0 0 7 16,0 0-2-16,0 0 1 0,0 0-8 0,0 0 7 16,0 0-7-16,0 0 8 0,0 0 2 0,0 0-4 15,0 0 2-15,0 0-8 0,0 0 4 0,0 0-2 16,0 0-1-16,0 0 7 0,0 0 0 0,0 0-3 15,0 0-3-15,0 0 1 0,0 0-1 16,0 0 10-16,0 0-3 0,0 0-7 0,0 0 2 16,0 0 1-16,0 0 5 0,0 0-18 0,0 0 5 15,0 0-1-15,0 0 4 0,0 0 6 0,0 0-14 16,0 0 16-16,0 0-14 0,0 0 7 0,0 0-8 16,0 0 1-16,0 0-5 0,0 0-11 0,5 2 1 0,-5-2-13 15,0 0-6-15,0 0 1 0,0 0-25 0,0 0-73 16,0 0 32-16</inkml:trace>
  <inkml:trace contextRef="#ctx0" brushRef="#br0" timeOffset="174757.63">12927 17390 48 0,'-5'-9'56'0,"5"9"-4"15,0 0-6-15,0 0-16 0,0 0-23 0,0 0-21 16,0 0-24-16,0 0-41 0,0 0 19 15</inkml:trace>
  <inkml:trace contextRef="#ctx0" brushRef="#br0" timeOffset="177227.73">13149 15808 12 0,'0'0'18'16,"0"0"-15"-16,0 0-9 0,0 0-6 0,0 0 3 15</inkml:trace>
  <inkml:trace contextRef="#ctx0" brushRef="#br0" timeOffset="178663.22">13423 15743 25 0,'0'0'136'0,"0"0"-9"0,0 0-14 0,-2-12-9 16,2 12-12-16,0 0-11 0,0 0-11 0,0 0-11 15,0 0-29-15,0 0-15 0,-4-6-37 0,4 6-29 16,0 0-80-16,0 0-139 0,-21 3 61 0</inkml:trace>
  <inkml:trace contextRef="#ctx0" brushRef="#br0" timeOffset="181726.94">7476 15634 19 0,'0'0'54'0,"0"0"-8"0,0 0 0 0,0 0-7 0,0 0 7 15,0 0 0-15,0 0-10 0,0 0-2 16,0 0 0-16,0 0 1 0,0 0-3 0,0 0-5 16,0 0-1-16,0 0 1 0,0 0 0 0,0 0-4 15,-2 24-2-15,2-24-9 0,0 0 3 0,0 0 1 16,-1 12-7-16,1-12 8 0,0 0 5 0,0 0-6 16,0 0-7-16,-2 14 3 0,2-14-1 0,0 0-2 15,0 0 4-15,0 0-13 0,0 0 0 0,0 0 12 16,0 0-12-16,0 0 9 0,1 10 1 0,-1-10-7 15,0 0-1-15,0 0 5 0,0 0-4 0,0 0 8 16,0 0 0-16,0 0 0 0,0 0 2 0,0 0-8 16,0 0 2-16,0 0-1 0,0 0 4 0,0 0-8 15,0 0-2-15,0 0 5 0,0 0-6 0,0 0-11 16,0 0 0-16,0 0-17 0,0 0-15 16,0 0-17-16,0 0-64 0,0 0-135 0,8 7 60 0</inkml:trace>
  <inkml:trace contextRef="#ctx0" brushRef="#br0" timeOffset="183628.59">13063 15844 4 0,'0'0'35'0,"0"0"2"0,0 0-10 16,0 0 7-16,0 0 1 0,0 0-10 0,0 0-3 15,0 0-3-15,0 0 1 0,0 0-3 0,0 0-1 16,0 0-4-16,0 0 0 0,0 0 2 0,0 0 0 16,0 0-1-16,0 0-5 0,0 0-1 0,0 0-6 15,0 0 10-15,0 0-5 0,0 0-1 0,0 0 0 16,0 0 0-16,0 0-7 0,0 0 2 0,0 0-3 16,0 0 8-16,0 0-4 0,0 0-4 0,0 0 3 15,0 0 3-15,0 0 0 0,0 0-2 0,0 0 1 16,0 0-2-16,0 0 1 0,0 0-4 0,0 0 6 15,0 0 0-15,0 0 1 0,0 0 2 0,0 0-3 16,0 0-3-16,0 0-3 0,0 0 3 0,0 0-3 16,0 0-2-16,0 0 4 0,0 0 4 15,0 0-3-15,0 0 0 0,0 0 0 0,0 0 3 16,0 0-3-16,0 0 3 0,0 0-3 0,12 6-6 0,-12-6 6 16,0 0 0-16,0 0-4 0,0 0-1 15,0 0 9-15,0 0-2 0,0 0 1 0,7 2-4 16,-7-2-1-16,0 0 3 0,0 0 1 0,0 0-2 15,0 0-3-15,4 2 3 0,-4-2 2 0,0 0-3 16,0 0-3-16,0 0 2 0,0 0-4 0,0 0-2 16,0 0 3-16,5 5-4 0,-5-5 3 0,0 0 0 15,0 0-3-15,0 0 3 0,0 0 6 0,0 0-2 16,0 0-5-16,0 0 1 0,0 0 2 0,0 0-3 16,6 3-4-16,-6-3 4 0,0 0-4 0,0 0 5 15,0 0-2-15,0 0-1 0,0 0 7 0,0 0-5 16,0 0-3-16,0 0 1 0,0 0 2 0,0 0 0 15,0 0 4-15,0 0-2 0,0 0-4 0,0 0 11 16,0 0-8-16,0 0 1 0,0 0-3 0,0 0 8 0,0 0-7 16,0 0-1-16,0 0-1 0,0 0 3 15,0 0-2-15,0 0 6 0,2 7-11 0,-2-7 9 16,0 0 1-16,0 0-1 0,0 0-4 0,0 0 1 16,0 0-14-16,0 0 24 0,0 0-21 0,0 0 13 15,0 0-9-15,0 0-15 0,0 0 44 0,0 0-24 16,0 0-10-16,0 0 4 0</inkml:trace>
  <inkml:trace contextRef="#ctx0" brushRef="#br0" timeOffset="185232.44">12657 17357 28 0,'0'0'28'0,"0"0"-17"0,0 0-23 0,0 0-12 15,0 0 6-15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56:12.1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16990 15630 87 0,'0'-9'126'0,"0"9"-2"0,0 0-14 16,0 0 1-16,0 0-6 0,0 0-11 0,3-8-4 15,-3 8-5-15,0 0-13 0,0 0-6 0,0 0-5 16,0 0-7-16,0 0-10 0,0 0-14 16,0 0-15-16,0 0-13 0,0 0-7 0,0 0-25 15,0 0-9-15,0 0-6 0,-15-10 3 0,15 10-18 16,-18 0 0-16,4 0-19 0,-1 0-74 0,-5 0-166 0,-9 0 74 16</inkml:trace>
  <inkml:trace contextRef="#ctx0" brushRef="#br0" timeOffset="11797.71">16515 15897 7 0,'0'0'21'0,"0"0"-9"0,0 0-2 16,0 0-3-16,0 0-5 0,0 0-13 0,0 0-9 0,0 0 4 15</inkml:trace>
  <inkml:trace contextRef="#ctx0" brushRef="#br0" timeOffset="47393.48">12862 17406 16 0,'0'0'25'0,"0"0"-4"15,0 0-2-15,0 0-4 0,0 0 2 16,0 0-4-16,0 0-9 0,0 0-5 0,0 0-9 16,0 0-11-16,0 0-21 0,0 0 11 0</inkml:trace>
  <inkml:trace contextRef="#ctx0" brushRef="#br0" timeOffset="48844.62">14142 17321 8 0,'0'0'28'0,"0"0"-9"16,0 0-10-16,0 0-8 0,0 0-13 0,0 0-11 15,0 0 6-15</inkml:trace>
  <inkml:trace contextRef="#ctx0" brushRef="#br0" timeOffset="49545.08">15140 17168 68 0,'0'0'69'16,"0"0"-15"-16,0 0-1 0,0 0 5 0,0 0-14 15,0 0-14-15,0 0-4 0,0 0-21 0,0 0-7 16,0 0-17-16,0 0-46 0,0 0-69 0,0 0 30 15</inkml:trace>
  <inkml:trace contextRef="#ctx0" brushRef="#br0" timeOffset="50556.36">14832 17161 36 0,'0'0'56'0,"0"0"-6"16,0 0 2-16,0 0-12 0,0 0 2 15,0 0-9-15,0 0 7 0,0 0-8 0,6-5 3 16,-6 5-4-16,0 0 0 0,0 0-5 0,0 0-4 16,0 0-6-16,0 0 7 0,0 0 3 0,0 0-13 15,0 0 6-15,0 0-10 0,0 0 6 0,0 0-8 16,0 0 0-16,0 0-5 0,0 0 6 0,0 0 2 16,0 0-4-16,0 0-1 0,0 0-1 0,0 0-3 15,0 0 3-15,0 0-1 0,0 0 2 0,0 0-5 16,0 0 0-16,0 0 3 0,0 0-6 0,0 0 9 15,0 0-6-15,0 0 5 0,0 0-7 0,0 0 0 16,0 0 2-16,0 0 1 0,0 0 6 0,0 0-13 16,0 0 6-16,0 0-3 0,0 0 0 0,0 0 6 15,0 0 0-15,0 0-8 0,0 0-2 0,0 0 2 16,0 0 2-16,0 0-2 0,0 0 7 0,0 0-7 16,0 0 4-16,0 0 1 0,0 0 0 0,0 0-2 15,0 0 7-15,0 0-8 0,0 0 5 16,0 0-6-16,0 0 4 0,0 0 3 0,0 0-5 15,0 0 0-15,0 0 3 0,0 0 0 0,0 0-1 16,0 0 4-16,0 0-7 0,0 0 7 0,0 0-4 16,0 0 0-16,0 0 5 0,0 0-5 0,0 0 10 15,0 0-12-15,0 0-1 0,0 0-2 0,0 0 1 16,0 0 6-16,0 0-8 0,0 0 10 0,0 0-7 16,0 0 4-16,0 0 2 0,0 0-4 0,0 0 2 15,0 0-10-15,0 0-1 0,0 0-1 0,0 0 6 16,0 0-13-16,0 0-15 0,0 0 5 0,0 0-16 15,4 10-46-15,-4-10-97 0,0 0 44 0</inkml:trace>
  <inkml:trace contextRef="#ctx0" brushRef="#br0" timeOffset="53784.74">7900 15091 15 0,'0'0'72'0,"0"0"-2"0,0 0 2 0,0 0-5 16,0 0-6-16,0 0-2 0,0 0 2 0,0 0-10 15,0 0-7-15,0 0 3 0,0 0-7 0,0 0 1 16,0 0-2-16,0 0-10 0,0 0 1 0,0 0 7 16,0 0-7-16,0 0-4 0,3-11-5 0,-3 11-4 15,0 0-2-15,0 0-1 0,0 0 0 0,0 0-4 16,0 0 3-16,0 0-2 0,0 0-4 0,0 0 8 16,0 0-16-16,0 0 1 0,0 0 1 0,0 0 4 15,1-10-5-15,-1 10-6 0,4-4 1 0,-4 4 2 16,0 0-11-16,5-8 4 0,-5 8 0 0,2-5-7 15,-2 5 4-15,3-8-1 0,-3 8 4 0,4-10-2 16,-2 6-1-16,-2 4-8 0,2-12 0 0,-1 6 7 16,0-2-5-16,2 1 2 0,-1-2-9 15,1 2-5-15,-1-3-1 0,1 0 2 0,-2-1-2 0,2 0 4 16,-1 1-5-16,1-2-7 0,-2-1 4 0,2 2-4 16,-1-4 1-16,1-1 6 0,2-2 1 0,-4 3-1 15,0-1 0-15,1 0 4 0,-1-1-20 0,-1 0-51 16,1 1 23-16</inkml:trace>
  <inkml:trace contextRef="#ctx0" brushRef="#br0" timeOffset="56489.49">7073 15613 73 0,'0'0'95'0,"0"0"-6"0,0 0-6 0,0 0-8 16,0 0-2-16,0 0-1 0,0 0-2 15,-6-1-16-15,6 1 9 0,0 0-13 0,0 0 0 0,0 0-2 16,0 0-3-16,0 0 2 0,0 0-4 16,0 0 2-16,0 0-13 0,0 0-1 0,0 0-2 15,0 0 2-15,0 0 0 0,0 0-2 0,0 0 2 16,0 0-6-16,0 0 0 0,0 0-1 0,0 0 0 16,0 0 1-16,0 0 0 0,0 0-8 0,0 0 7 15,0 0-5-15,0 0 0 0,0 0 1 0,0 0-6 16,0 0 3-16,0 0 1 0,0 0-3 0,0 0 4 15,0 0 0-15,0 0-2 0,0 0-2 0,0 0 0 16,0 0-3-16,0 0 1 0,0 0-3 0,0 0 2 16,0 0-6-16,0 0 2 0,0 0-1 0,0 0-1 15,0 0-2-15,-4-7 0 0,4 7 0 0,0 0 0 16,0 0 2-16,0 0-4 0,-1-8-1 0,1 8 2 16,0 0 0-16,0 0 0 0,0 0 0 0,0 0-4 15,0 0 12-15,0 0-10 0,0 0-1 0,0 0 3 16,0 0 0-16,0 0-4 0,0 0-1 15,0 0 0-15,0 0 6 0,-1-8-4 0,1 8 3 0,0 0-8 16,0 0 2-16,0 0-11 0,0 0-11 16,0 0-10-16,0 0-12 0,0 0-18 0,0 0-14 15,0 0-13-15,0 0-10 0,0 0-14 0,0 0-90 0,0 0-222 16,0 0 98-16</inkml:trace>
  <inkml:trace contextRef="#ctx0" brushRef="#br0" timeOffset="57037.39">7118 15763 32 0,'0'0'60'16,"0"0"-2"-16,0 0-15 0,0 0-6 0,0 0-11 15,0 0-18-15,0 0-8 0,0 0-16 0,0 0-26 16,-9 3-45-16,9-3 20 0</inkml:trace>
  <inkml:trace contextRef="#ctx0" brushRef="#br0" timeOffset="57942.75">16257 15729 160 0,'0'0'176'0,"0"0"0"0,10-1-17 16,-10 1-9-16,0 0-9 0,0 0-5 0,0 0-11 15,0 0-4-15,0 0-14 0,0 0-11 0,0 0-9 16,0 0-8-16,0 0-10 0,0 0-5 0,0 0-9 16,0 0-2-16,0 0-6 0,0 0-6 0,0 0-3 15,0 0-5-15,0 0 0 0,0 0-11 0,0 0-10 16,0 0-17-16,0 0-8 0,0 0-35 0,0 0-21 15,0 0-25-15,0 0-39 0,0 0-36 0,0 0-107 16,-26 6-297-16,26-6 133 0</inkml:trace>
  <inkml:trace contextRef="#ctx0" brushRef="#br0" timeOffset="59046.43">7098 15675 72 0,'0'0'102'0,"0"0"-6"15,0 0-5-15,0 0-2 0,0 0-12 0,0 0-1 16,0 0-2-16,0 0 6 0,0 0-18 0,0 0-2 16,7-2-5-16,-7 2-4 0,0 0-7 0,0 0-1 15,0 0-4-15,0 0-10 0,0 0 5 16,0 0-1-16,0 0-6 0,0 0 4 0,0 0-6 15,0 0 3-15,0 0-4 0,0 0-4 0,0 0 5 16,0 0-2-16,0 0-2 0,0 0-7 0,0 0 5 16,0 0-4-16,0 0 6 0,0 0-3 0,0 0-2 15,0 0-3-15,0 0 0 0,0 0 0 0,0 0 4 0,0 0-4 16,0 0 5-16,0 0-6 0,0 0 0 16,0 0-1-16,0 0 1 0,0 0 0 0,0 0 2 15,0 0-5-15,0 0 2 0,0 0-2 0,0 0 5 16,0 0-3-16,0 0 1 0,0 0-1 0,0 0-3 15,0 0 3-15,0 0 1 0,0 0-1 0,0 0-3 16,0 0 2-16,0 0 3 0,0 0-2 0,0 0 4 16,0 0-2-16,0 0-4 0,0 0 1 0,0 0 1 15,0 0 1-15,0 0-1 0,0 0 4 16,0 0-4-16,0 0 0 0,0 0-2 0,0 0 1 0,0 0 0 16,0 0 0-16,0 0-3 0,0 0 1 0,0 0-3 15,0 0 4-15,0 0-2 0,0 0-5 0,0 0 2 16,0 0 0-16,0 0-3 0,0 0 3 0,0 0-3 15,0 0-1-15,0 0 5 0,0 0-5 0,0 0 2 16,0 0 5-16,0 0-7 0,0 0 1 0,0 0-5 16,0 0 8-16,0 0 1 0,0 0-6 0,0 0 1 15,0 0 3-15,0 0-5 0,0 0 7 0,0 0 0 16,0 0-6-16,0 0 1 0,0 0-2 16,0 0 2-16,0 0-4 0,0 0-9 0,0 0-9 0,0 0-15 15,0 0-41-15,0 0 1 0,0 0-7 16,0 0-18-16,0 0-26 0,-14 19-130 0,10-9-279 0,0-1 123 15</inkml:trace>
  <inkml:trace contextRef="#ctx0" brushRef="#br0" timeOffset="60072.77">15746 15662 18 0,'0'0'41'0,"0"0"-15"0,0 0-17 0,0 0-15 16,0 0-9-16,0 0-16 0,-26 2 7 0</inkml:trace>
  <inkml:trace contextRef="#ctx0" brushRef="#br0" timeOffset="60936.1">6602 15767 34 0,'6'4'47'16,"-6"-4"1"-16,0 0-6 0,0 0 8 0,0 0-10 16,0 0-3-16,5 5 0 0,-5-5-3 0,0 0 1 0,0 0-4 15,0 0 3-15,0 0-2 0,0 0 1 16,0 0-7-16,0 0 3 0,0 0-5 0,0 0 7 15,0 0 1-15,0 0 5 0,0 0-8 0,0 0-3 16,0 0-4-16,0 0 13 0,0 0-7 0,0 0 2 16,0 0-2-16,0 0 1 0,0 0-1 0,0 0 1 15,0 0-5-15,0 0-1 0,0 0 0 0,0 0 4 16,0 0-5-16,0 0 2 0,0 0-3 0,0 0-3 16,0 0 4-16,0 0-1 0,0 0-1 0,0 0-6 15,0 0-1-15,0 0-4 0,0 0 4 0,0 0 2 16,0 0-3-16,0 0 1 0,0 0 0 0,0 0 0 15,0 0-5-15,0 0 2 0,0 0-3 0,0 0 4 16,0 0-5-16,0 0 3 0,0 0-2 0,0 0 4 16,0 0-4-16,0 0 2 0,0 0 1 0,0 0-4 15,0 0-3-15,0 0 3 0,0 0-1 0,0 0 2 16,0 0 0-16,0 0 2 0,0 0-4 0,0 0 1 16,0 0-5-16,0 0 2 0,0 0-1 0,0 0 5 15,0 0-7-15,0 0-2 0,0 0-15 0,0 0-8 16,0 0-21-16,0 0-17 0,0 0-12 0,0 0-21 15,0 0-11-15,13 1-75 0,-8 2-196 0,-5-3 87 16</inkml:trace>
  <inkml:trace contextRef="#ctx0" brushRef="#br0" timeOffset="61461.18">15629 15426 95 0,'0'0'102'0,"13"-2"-7"0,-13 2-15 15,8-2-2-15,-8 2-11 0,0 0 1 0,6-1-13 16,-6 1-14-16,0 0-22 0,0 0-21 0,0 0-51 16,0 0-55-16,0 0-116 0,0 0 51 0</inkml:trace>
  <inkml:trace contextRef="#ctx0" brushRef="#br0" timeOffset="62680.78">16156 15760 7 0,'0'0'-2'0,"-14"6"-1"0</inkml:trace>
  <inkml:trace contextRef="#ctx0" brushRef="#br0" timeOffset="69501.75">16883 15672 16 0,'0'0'47'0,"0"0"-12"0,0 0-8 0,0 0-15 16,0 0-24-16,0 0-10 0,0 0-22 16,0 0 10-16</inkml:trace>
  <inkml:trace contextRef="#ctx0" brushRef="#br0" timeOffset="-19408.77">9420 16706 41 0,'0'0'30'0,"6"-4"-15"0,-6 4-12 16,0 0-19-16,0 0-15 0,0 0 7 0</inkml:trace>
  <inkml:trace contextRef="#ctx0" brushRef="#br0" timeOffset="-18641.6">9427 16858 28 0,'0'0'152'0,"0"0"-5"0,0 0-7 15,0 0-5-15,0 0-21 0,0 0-10 16,0 0-11-16,0 0-12 0,0 0-7 0,0 0-9 15,0 0-5-15,0 0-2 0,0 0-12 0,0 0-5 16,11-1-5-16,-11 1-12 0,0 0-18 0,0 0-6 16,7 3-28-16,-7-3-14 0,0 0-20 0,0 0-15 15,10 1-15-15,-10-1-93 0,0 0-198 0,0 0 88 0</inkml:trace>
  <inkml:trace contextRef="#ctx0" brushRef="#br0" timeOffset="-18407.82">9794 16903 152 0,'0'0'168'0,"5"3"-1"0,-5-3 4 15,0 0-14-15,0 0-11 0,0 0-13 0,9 0-11 16,-9 0-12-16,0 0-18 0,0 0-7 0,8 3-21 15,-8-3-29-15,6 3-21 0,-6-3-23 0,7 4-36 16,-7-4-33-16,7 5-32 0,0-4-23 0,-7-1-75 16,5 4-223-16,-5-4 99 0</inkml:trace>
  <inkml:trace contextRef="#ctx0" brushRef="#br0" timeOffset="-17497.82">7531 15350 11 0,'0'0'62'15,"0"0"-7"-15,0 0 2 0,5 4-15 0,-5-4-2 16,0 0 1-16,0 0-6 0,0 0-7 0,4 7-1 16,-4-7 1-16,0 0-3 0,1 6 0 0,-1-6-14 15,0 0-6-15,5 3-9 0,-5-3-10 0,0 0-20 16,4 7-40-16,-4-7-79 0,0 8 35 0</inkml:trace>
  <inkml:trace contextRef="#ctx0" brushRef="#br0" timeOffset="-12204.77">13103 15708 4 0,'0'0'54'0,"0"0"-2"0,0 0-5 0,0 0 1 15,0 0 0-15,0 0-2 0,0 0-8 0,0 0-5 16,0 0-4-16,0 0 3 0,-23 0 1 0,23 0 0 16,0 0-15-16,0 0 2 0,0 0-1 0,0 0 1 15,0 0-6-15,-8 1 3 0,8-1 1 0,0 0-11 16,0 0 9-16,0 0-6 0,0 0 1 16,0 0-6-16,0 0 1 0,0 0-4 0,0 0-11 15,0 0-5-15,0 0-4 0,0 0-6 0,0 0-19 0,0 0-11 16,0 0-33-16,0 0-94 0,-9 2 43 0</inkml:trace>
  <inkml:trace contextRef="#ctx0" brushRef="#br0" timeOffset="-10950.81">12967 15819 25 0,'0'0'33'0,"0"0"-15"16,0 0-7-16,0 0-26 0,0 0-15 0,0 0 6 15</inkml:trace>
  <inkml:trace contextRef="#ctx0" brushRef="#br0" timeOffset="-10036.55">12988 15866 18 0,'0'0'31'0,"0"0"2"16,0 0-6-16,0 0 6 0,-3 10-3 0,3-10 3 15,0 0-2-15,0 0 6 0,0 0-7 0,0 0 4 16,0 0 4-16,0 0-1 0,0 0-2 0,0 0-6 15,0 0 4-15,0 0 1 0,0 0-3 0,0 0 0 16,0 0-3-16,0 0 5 0,0 0 2 0,0 0-4 16,0 0-3-16,0 0-3 0,0 0 4 0,0 0-11 15,0 0-5-15,0 0 4 0,0 0-6 0,0 0 2 16,0 0 1-16,0 0 3 0,0 0-1 0,0 0-7 16,0 0-3-16,0 0 3 0,0 0-2 0,0 0-2 15,0 0 3-15,0 0-5 0,0 0-10 0,0 0-1 16,0 0 2-16,0 0-2 0,0 0-17 0,0 0 1 15,0 0-9-15,0 0 5 0,0 0-16 0,0 0-1 16,0 0-8-16,0 0-1 0,0 0-6 0,0 0-38 16,0 0-106-16,0 0 47 0</inkml:trace>
  <inkml:trace contextRef="#ctx0" brushRef="#br0" timeOffset="-9166.1">9177 16811 115 0,'0'0'93'0,"0"0"-6"0,0 0-5 0,0 0-1 16,0 0-5-16,0 0-14 0,0 0-2 0,0 0-3 15,0 0-5-15,0 0-9 0,0 0-4 0,0 0 0 16,0 0-13-16,0 0-1 0,0 0-2 0,0 0-8 15,0 0-12-15,0 0-10 0,0 0-21 0,0 0-16 16,0 0-25-16,0 0-70 0,10 10-150 0,-10-10 67 16</inkml:trace>
  <inkml:trace contextRef="#ctx0" brushRef="#br0" timeOffset="-4356.97">8314 17095 109 0,'0'0'131'0,"0"0"-15"0,0 0-13 16,0 0-2-16,0 0-15 0,0 0-2 0,0 0-12 15,0 0 7-15,0 0-1 0,18 23-4 0,-8-10-6 16,-1-1-8-16,4 2-5 0,-4 2 5 0,0 1-13 16,6 2 1-16,-1 3-3 0,-5-4 3 0,0 0-4 15,1-1-9-15,-1 1 4 0,2-1-8 0,-2-1-6 16,0 0 5-16,1-2-9 0,-5-3-1 0,1 1 1 15,1-2-3-15,-2-1-3 0,-1-1 5 0,1-1-4 16,-5-7-6-16,5 10 2 0,-5-10 0 0,6 9 0 16,-6-9-2-16,3 8 14 0,-3-8 3 0,4 3 4 15,-4-3 0-15,0 0-3 0,0 0-4 0,0 0-3 16,0 0-2-16,0 0-2 0,1-20-2 0,0 10 2 16,-2-1-5-16,3-2-1 0,2-2 0 0,-4-2-3 15,4-2-3-15,-1 1 7 0,0-9-5 0,-1 2-4 16,0 0 4-16,0 6-7 0,-1-8 6 15,0 8 0-15,0-1-1 0,1 4-4 0,-2 0 7 16,1 5-10-16,0 2 2 0,-1 9-1 0,-2-20 0 16,2 20-5-16,1-9-16 0,-1 9-11 0,0 0-19 15,0 0-4-15,0 0-19 0,3-12-15 0,-3 12-7 16,0 0-4-16,0 0-3 0,0 0-15 0,11 31-9 16,-6-21-93-16,-1 2-240 0,2 5 107 0</inkml:trace>
  <inkml:trace contextRef="#ctx0" brushRef="#br0" timeOffset="-3929.77">8783 17256 121 0,'0'0'152'0,"0"0"0"16,-7-7-23-16,7 7 4 0,-7-4-12 0,7 4-13 15,0 0-12-15,-13 0-8 0,13 0-13 16,-9 4-6-16,9-4-8 0,-10 13-3 0,1-4-7 15,2 4-1-15,-1 5-8 0,-1-1-5 0,1 2-1 16,3 0-3-16,0 4-17 0,1-6 11 0,4 1-1 16,0-2-3-16,-1 1-4 0,2-5-2 0,2-1 1 15,-1-1 0-15,2 2-7 0,1-3 1 0,0-2-3 16,-1 0 2-16,3-2 0 0,-7-5-6 0,10 8 4 16,-5-3-2-16,-5-5 0 0,13 4 0 0,-13-4-1 15,9 3 5-15,-9-3-1 0,0 0-4 0,15-3 2 16,-15 3-3-16,8-8 0 0,-8 8 5 0,9-15-5 15,-5 9-4-15,-2-4 7 0,2 1-8 0,1-1 1 16,-5 10 0-16,4-18 2 0,-2 10 2 16,1-1-4-16,-3 9 3 0,4-13 0 0,-4 13-5 15,4-10 2-15,-4 10-9 0,4-7 7 0,-4 7 2 16,0 0-3-16,0 0-8 0,11-6 8 0,-11 6-4 0,0 0 3 16,14 10 7-16,-10-3-7 0,2 1 1 15,1 2 0-15,-2 0 2 0,0 2 0 0,-1 1-7 16,-2-2-4-16,5 7-14 0,-5-5-22 0,3-1-6 15,-1 6-29-15,1-7-16 0,-1 4-28 0,1-5-120 16,0 0-267-16,3-1 118 0</inkml:trace>
  <inkml:trace contextRef="#ctx0" brushRef="#br0" timeOffset="-3577.28">9081 17276 101 0,'0'0'141'0,"-13"-3"-12"0,13 3-16 16,0 0-9-16,-19 8-8 0,11-3-23 15,0 3-2-15,1 0-7 0,2 3-1 0,0-2-5 16,0 7-10-16,0 0-4 0,1 0-7 0,1-5-5 16,5 4 3-16,0 1-1 0,2-3-10 0,1-4-4 15,0 2-1-15,3-2 4 0,-3 3-2 0,5-4-9 16,-2-1 0-16,-1 2 2 0,4-2-4 15,-1-2-7-15,0 1 8 0,-1-1 4 0,-9-5-9 0,17 9-1 16,-12-5 2-16,-5-4 3 0,11 8-6 0,-11-8-5 16,12 6 5-16,-12-6-8 0,7 5 11 0,-7-5-1 15,0 0-2-15,3 14-1 0,-3-14 5 16,0 0-3-16,0 0-1 0,-12 24-3 0,12-24 1 16,-12 12-4-16,4-5 5 0,2-1-19 0,6-6-12 15,-14 11-20-15,14-11-23 0,-11 9-12 0,9-6-17 16,2-3-93-16,0 0-207 0,0 0 92 0</inkml:trace>
  <inkml:trace contextRef="#ctx0" brushRef="#br0" timeOffset="-2992.97">9289 17384 66 0,'0'0'154'0,"0"0"-14"0,3-7-16 16,-3 7-13-16,0 0-8 0,0 0-6 0,0 0-6 15,0 0-4-15,0 0-15 0,0 29-7 0,0-29-1 16,1 16-17-16,3-9 2 0,-1 1-5 0,-3-8-5 16,3 14 2-16,3-5-6 0,-3-4-7 0,-3-5 1 15,13 6-1-15,-4-1-5 0,-9-5-1 0,14 4-2 16,-4-4 1-16,-10 0-2 0,17-5-2 16,-7 1-3-16,-1 1 2 0,0-2 1 0,-9 5-7 15,14-12 4-15,-11 6-1 0,0-1-1 0,0-2-2 16,0-3-1-16,-3 12-1 0,0-18 5 0,-2 8-8 15,-3-2 3-15,0 1 0 0,0 2-2 0,-4-1-6 16,1 1 5-16,1 0 4 0,2 2 8 0,-3 1 0 16,0-2-1-16,8 8-3 0,-9-8 2 0,9 8-3 15,-7-6-2-15,7 6-2 0,0 0-6 0,0 0 5 16,0 0-1-16,0 0-5 0,0 0 10 0,0 0-8 16,0 0 1-16,0 0 0 0,0 0 2 0,24 15-2 15,-24-15-1-15,23 2 4 0,-9-4-4 0,3 1-6 16,0-2 8-16,0-3 0 0,2 1-1 15,-2-1 1-15,0-1-2 0,-5 1 0 0,1-2 0 16,-3 2-3-16,1-3 3 0,-1 2 2 0,-3 1-8 16,0-2 7-16,-7 8 2 0,5-10-4 0,-1 2 13 15,-4 8 1-15,0 0-2 0,0-12 7 0,0 12 2 16,0 0 2-16,-7-12-1 0,7 12 1 0,0 0-5 16,0 0-5-16,-6-8-2 0,6 8 1 0,0 0-5 15,0 0 5-15,0 0 0 0,-6 35 1 0,6-17-2 16,-2 7 0-16,2 3 3 0,0 0-7 0,0-2 7 15,2 2-3-15,1 1-4 0,0-2-2 0,0 0 6 16,-1-3-4-16,7 4 1 0,-5-4-3 0,0-4 0 16,1 7 1-16,-3-9-3 0,1 0 1 0,1 0 2 15,1-2-18-15,-1-4-23 0,-2 0-26 0,1-1-26 16,-1 0-45-16,1-3-45 0,-1 2-155 0,-2-10-357 16,0 13 158-16</inkml:trace>
  <inkml:trace contextRef="#ctx0" brushRef="#br0" timeOffset="-2590.73">9611 17559 54 0,'6'-5'118'16,"2"-2"-20"-16,0 0-9 0,1 0 0 0,0 0-10 15,1 2-15-15,0-3-7 0,1 1-3 0,0 2 1 16,-3-4-14-16,1 4-6 0,2-2-11 0,-11 7-10 15,16-12-9-15,-9 6 1 0,1-2-8 16,0 1 13-16,-5-1-7 0,-3 8 4 0,6-15 0 16,-6 15-10-16,1-17 8 0,-1 17 5 0,0-18-7 15,0 8 14-15,0 10 11 0,-3-18 7 0,3 18 13 16,-2-10 9-16,2 10 4 0,-3-10 11 0,3 10 4 16,0 0-1-16,-5-10-11 0,5 10-9 0,0 0-11 15,0 0-2-15,0 0 5 0,0 0 2 0,0 0-2 16,0 0 12-16,-8 27-3 0,7-9 1 0,-3-1-4 15,3 2-2-15,-1 6-2 0,-1-5 1 0,2 4 0 16,-2 1-7-16,2-6-6 0,-2-2 1 0,4 8-10 16,1-8-2-16,-1 1 1 0,-1 2-1 0,1-4-6 15,1-1-4-15,0 2 3 0,-2-4-1 0,2-1-6 16,-1-1-12-16,0 0-23 0,2-1-22 0,-1 0-11 16,-2-10-20-16,3 11-34 0,-3-11-16 0,1 9-28 15,-1-9-24-15,0 0-117 0,0 0-317 0,0 0 140 16</inkml:trace>
  <inkml:trace contextRef="#ctx0" brushRef="#br0" timeOffset="-2438.7">9748 17516 48 0,'0'0'119'0,"0"0"-15"15,4-12-7-15,-4 12-7 0,8-9-14 0,-8 9-6 16,9-8-7-16,-9 8-36 0,15-10-20 0,-5 4-44 15,-1 1-74-15,2 1-120 0,-11 4 53 0</inkml:trace>
  <inkml:trace contextRef="#ctx0" brushRef="#br0" timeOffset="-2290.78">10034 17409 16 0,'0'0'72'0,"0"0"-28"16,0 0-21-16,15-2-21 0,-15 2-29 0,0 0-28 16,0 0 13-16</inkml:trace>
  <inkml:trace contextRef="#ctx0" brushRef="#br0" timeOffset="-2152.98">10042 17451 7 0,'-5'11'63'0,"5"-11"21"16,-8 12-2-16,8-12 10 0,-5 13 0 15,5-13 2-15,-6 10-4 0,6-10 4 0,0 0-15 0,-4 11-3 16,4-11-15-16,0 0-3 0,0 0-3 15,0 0-1-15,0 0-6 0,0 0-1 0,9 14-4 16,-9-14-7-16,0 0-7 0,24-6-30 0,-24 6-35 16,24-7-48-16,-7 2-111 0,-5 0-209 0,4 0 93 15</inkml:trace>
  <inkml:trace contextRef="#ctx0" brushRef="#br0" timeOffset="-1162.92">10736 17238 34 0,'0'0'172'0,"-6"-8"-9"16,6 8-20-16,0 0-18 0,-3-8-8 0,3 8-18 16,0 0-9-16,0 0-12 0,0 0-4 0,0 0-8 15,0 0-8-15,19 20-3 0,-12-10-8 0,2 3 0 16,2 1-4-16,-3 0-4 0,1 0-6 16,0 1 0-16,3-2-6 0,-4 0-5 0,2 1 7 0,-3-4-6 15,-1-2 2-15,1 3-1 0,1-1-8 0,-3-3 2 16,1 1-1-16,-3-2-1 0,-3-6-5 0,10 9-1 15,-7-5 1-15,-3-4 5 0,7 8 0 16,-7-8 12-16,0 0 15 0,0 0 7 0,0 0 3 16,7 5-3-16,-7-5-8 0,0 0-5 0,0 0 1 15,5-18-5-15,-5 18-3 0,4-17-3 0,-2 6-3 16,-1-2 0-16,3-2-4 0,-2-4-3 0,5 3 1 16,-5-1-3-16,5-2-2 0,-6-1-2 0,4 3 1 15,-1 0-5-15,-1 2 0 0,1 4 1 0,-4 0-9 16,3 5-9-16,-3 6-26 0,4-14-15 0,-4 14-33 15,0 0-17-15,0 0-5 0,5-8-10 0,-5 8-8 16,0 0-13-16,0 0-24 0,0 0-86 16,-1 33-266-16,1-33 118 0</inkml:trace>
  <inkml:trace contextRef="#ctx0" brushRef="#br0" timeOffset="-931.6">11034 17405 71 0,'5'6'143'0,"-5"-6"4"0,10 9-13 0,-7-3-4 0,1 3-1 16,2 0-1-16,-1 3 0 0,1 2-14 15,-3 3-11-15,3-2-7 0,-2 0-5 0,0 1-12 16,1-1-7-16,-2 2-7 0,-2-1-5 0,3 2-5 16,0-2-9-16,-2-3-1 0,1-3-6 0,-3 3-1 15,2-2-4-15,0 1-2 0,-1-2-18 0,0-1-17 16,-1-9-16-16,4 15-25 0,-3-8-32 15,-1-7-15-15,4 9-28 0,-4-9-14 0,0 0-119 0,3 9-272 16,-3-9 121-16</inkml:trace>
  <inkml:trace contextRef="#ctx0" brushRef="#br0" timeOffset="-675.74">11081 17403 39 0,'10'-10'120'16,"-3"6"-3"-16,-7 4-16 0,12-5-6 0,-5 2-5 16,-7 3 0-16,13 0-5 0,-13 0-6 0,14 5-9 15,-14-5-9-15,11 5-5 0,-6 1 0 0,-5-6-3 16,7 12-2-16,-2-4-4 0,-3 1-4 16,-2-9-7-16,2 17-4 0,-2-6-7 0,0-11 1 15,-6 20-8-15,2-9 5 0,-3-2-5 0,2 1 3 0,-1 1-11 16,-1-3 1-16,1 0-15 0,6-8-12 15,-13 13-20-15,13-13-16 0,-12 10-28 0,9-6-29 16,3-4-87-16,-8 6-213 0,8-6 94 0</inkml:trace>
  <inkml:trace contextRef="#ctx0" brushRef="#br0" timeOffset="-473.13">11361 17349 54 0,'0'0'85'0,"13"-2"-15"16,-13 2-25-16,0 0-29 0,15 0-22 0,-15 0-38 15,0 0-48-15,0 0 21 0</inkml:trace>
  <inkml:trace contextRef="#ctx0" brushRef="#br0" timeOffset="-328.97">11386 17425 112 0,'0'0'115'0,"0"0"-7"16,0 0-13-16,0 0-7 0,0 0-7 0,0 0-12 15,11 7-14-15,-11-7-12 0,0 0-31 0,16-1-41 16,-16 1-97-16,0 0-135 0,13 0 61 15</inkml:trace>
  <inkml:trace contextRef="#ctx0" brushRef="#br0" timeOffset="564.14">11365 17336 73 0,'0'0'66'0,"0"0"0"0,0 0-10 0,0 0-5 15,0 0-5-15,0 0-10 0,21-3-3 16,-21 3-15-16,13-3-10 0,-8 2-14 0,4 0-11 15,0-2-11-15,-1 2-39 0,1-1-74 0,-9 2 33 16</inkml:trace>
  <inkml:trace contextRef="#ctx0" brushRef="#br0" timeOffset="748.25">11464 17394 5 0,'0'0'46'0,"0"0"-1"15,17 7-4-15,-17-7-18 0,0 0-20 0,19-2-9 16,-19 2-21-16,19-3-28 0,-19 3 13 0</inkml:trace>
  <inkml:trace contextRef="#ctx0" brushRef="#br0" timeOffset="13937.29">10272 17306 8 0,'0'0'13'0,"0"0"-1"0,0 0-1 16,0 0 1-16,0 0-8 0,0 0 0 0,-5 24 7 15,5-24-5-15,0 0 2 0,0 11-3 0,0-11 1 16,0 0-8-16,0 0-1 0,1 17-5 0,-1-17 2 15,-2 8-8-15,2-8-15 0,-3 10 7 0</inkml:trace>
  <inkml:trace contextRef="#ctx0" brushRef="#br0" timeOffset="14353.5">10189 17460 15 0,'0'0'25'0,"0"0"5"0,-6 5 4 16,6-5 2-16,0 0 1 0,0 0 2 0,0 0-4 16,0 0 9-16,0 0-2 0,-9 5 2 0,9-5 1 15,0 0 4-15,0 0-1 0,0 0-3 0,0 0 0 16,0 0-4-16,0 0 6 0,0 0-3 16,0 0-7-16,0 0 1 0,0 0-5 0,0 0 0 15,0 0-4-15,0 0-7 0,0 0-7 0,0 0-2 16,0 0 9-16,0 0-5 0,0 0-6 0,0 0 3 15,0 0 4-15,0 0-12 0,0 0 2 0,0 0 3 16,0 0-7-16,0 0 4 0,0 0 0 0,0 0 3 16,27-14-3-16,-27 14 4 0,12-5 1 0,-12 5 0 15,11-6 3-15,-5 4 5 0,-6 2-11 0,13-6-1 16,-13 6 2-16,11-5-2 0,-11 5-3 16,9-5 8-16,-9 5-8 0,10-5-2 0,-10 5 6 0,9-3 5 15,-9 3-9-15,0 0-8 0,11-4 4 0,-11 4-1 16,0 0 1-16,10-4-2 0,-10 4 0 0,0 0 5 15,11-3 8-15,-11 3-9 0,0 0-12 0,0 0-11 16,17 4-12-16,-17-4-26 0,11 3 4 0,-11-3-14 16,11 4-12-16,-11-4-18 0,11 5-53 15,-11-5-163-15,8 7 72 0</inkml:trace>
  <inkml:trace contextRef="#ctx0" brushRef="#br0" timeOffset="14668.18">10265 17562 27 0,'0'0'40'15,"0"0"-3"-15,0 0-1 0,0 0-5 0,20 9 6 16,-20-9-11-16,0 0-3 0,20-2-5 0,-20 2-2 16,21-4 10-16,-10 2-10 0,1-2-6 0,-2 3-8 15,4-3-10-15,-2 4-11 0,2-3-12 0,-4 0-18 16,1 0-51-16,2 3 23 0</inkml:trace>
  <inkml:trace contextRef="#ctx0" brushRef="#br0" timeOffset="19754.21">13169 15803 1 0,'0'0'32'0,"0"0"-5"0,-9 2-4 16,9-2 3-16,0 0 0 0,-9 3-4 0,9-3 2 16,-9 1-1-16,9-1 1 0,0 0-1 0,-12 2-7 15,12-2 8-15,-10 2-10 0,10-2 7 0,-11 2-4 16,5-1 6-16,6-1-3 0,-10 1 2 15,10-1 0-15,-11 1 1 0,11-1-5 0,-12 1 0 0,12-1-2 16,-9 0-2-16,9 0 0 0,-9 2-1 0,9-2-1 16,-11 0-1-16,11 0 2 0,-9 1 1 15,9-1-4-15,-7 2 11 0,7-2-15 0,0 0 17 0,0 0-4 16,-11 1 1-16,11-1-3 0,0 0-3 0,-9 0 0 16,9 0 0-16,0 0-3 0,0 0 1 0,0 0-2 15,0 0 8-15,0 0-9 0,-11 0 2 0,11 0-4 16,0 0 4-16,0 0-3 0,0 0-1 15,0 0-4-15,0 0-6 0,0 0 5 0,0 0-1 16,0 0 4-16,0 0-4 0,21 9 2 0,-21-9 0 0,11 4 7 16,-3-2-18-16,2 1 19 0,-1-1-5 15,1 1-2-15,-1 0-2 0,3-1 1 0,-3-1-2 16,1 3 7-16,2-2-5 0,-1 0-7 0,3 1 6 16,-5 1-2-16,2-3-2 0,1 2 3 0,-2-1 2 0,1-1-5 15,1 0 5-15,-3 1 13 0,0-1-12 0,0 2-5 16,-4-2 3-16,-5-1-3 0,13 2 4 15,-13-2-1-15,11 2-1 0,-11-2-3 0,9 0-3 16,-9 0 9-16,5 1-4 0,-5-1 0 0,0 0 2 16,10 1 2-16,-10-1-7 0,0 0 11 0,0 0-8 15,0 0 1-15,0 0-5 0,0 0 0 0,0 0 0 16,0 0-1-16,0 0 8 0,0 0 4 0,0 0-12 16,0 0 4-16,0 0 0 0,0 0 1 0,0 0 1 15,0 0-5-15,-35-2 4 0,28 2 0 0,7 0 2 16,-18 1-8-16,7-1 10 0,2 1-3 0,0 0 6 15,-2 1-6-15,0-2-1 0,1 2 2 0,1-1 1 16,-1-1 1-16,1 1-6 0,-1 0 8 0,10-1-11 16,-15 0 4-16,7 1-4 0,8-1-1 0,-15 1 5 15,15-1-6-15,-11 0 6 0,2 0 18 16,9 0-16-16,-9 2 3 0,9-2-3 0,0 0-1 16,-9 0 9-16,9 0-9 0,0 0 4 0,0 0-1 0,0 0-2 15,0 0-3-15,0 0 6 0,0 0-3 16,0 0-4-16,0 0 4 0,0 0-3 0,0 0 13 15,0 0-11-15,32 4 2 0,-19-4-2 0,1 0 6 0,3 0-4 16,-3 0 1-16,4 0 0 0,-2-1-4 0,-3 1 4 16,7-2-8-16,-2 1 8 0,2 1 1 15,-6-2-3-15,0 2 4 0,4-1-8 0,-5 0 5 16,5 0-6-16,-7 0 4 0,8-1 3 0,-6 1 0 16,-3-2-2-16,2 2 1 0,-12 1 1 0,20-4-4 15,-11 4 1-15,-9 0-1 0,11-2 8 0,-11 2-7 16,0 0 14-16,17-2-3 0,-17 2 2 0,0 0 11 15,0 0-4-15,8-2-2 0,-8 2-3 0,0 0 4 16,0 0-6-16,0 0-4 0,0 0 3 0,0 0 6 0,-25-9-10 16,17 8-3-16,-4 1-6 0,1-2 3 15,-5 1 1-15,3 1 5 0,0-1-2 0,-1 2-3 16,-4-2 2-16,2 1 2 0,-2 0-10 0,2 0 6 16,-2 2-1-16,3 0-4 0,-3 2 9 0,5-4-5 15,1 2-4-15,1-1 8 0,0-1 0 0,1 0-4 16,10 0-3-16,-15 1 0 0,8-1 0 0,7 0 1 15,-9 3-11-15,9-3 9 0,-9 1 10 0,9-1-14 16,0 0 2-16,-4 4 0 0,4-4 1 0,0 0 0 16,0 0 5-16,0 0 4 0,0 0-5 0,20 9-2 15,-13-8-5-15,4 0 1 0,0 0 3 0,2-1 0 16,0 1 4-16,4-2 3 0,1 0-2 0,-5 0-6 16,0 1 4-16,1 0 2 0,-1-1 1 0,-1 1 0 15,1-1-4-15,-2 1 7 0,-11 0-11 0,19-3 3 16,-9 1 8-16,-10 2-8 0,17-2 6 0,-17 2 7 15,10-1-6-15,-10 1-7 0,0 0 0 0,14-4 3 16,-14 4 6-16,0 0 4 0,0 0-7 0,0 0 3 16,0 0-5-16,5-4 0 0,-5 4 1 0,0 0 1 15,0 0-2-15,0 0-5 0,-29 0 2 0,16 0-1 16,1 2 5-16,-4-1 8 0,-2-1-11 0,5 1 2 16,-7 2-11-16,6-2 2 0,-4 0 4 15,-2 3 2-15,7-3 2 0,0 1-2 0,1 0-1 0,1-2 1 16,3 1-5-16,-1 0 4 0,9-1-10 15,-10 1 11-15,10-1-3 0,0 0-4 0,-9 1 3 16,9-1 5-16,0 0 11 0,0 0-16 0,0 0 7 0,0 0-1 16,0 0-3-16,24 7 4 0,-12-5-3 0,-1-4-1 15,2 2-2-15,1 0 2 0,-1-1-3 16,5 1 12-16,-5 0-1 0,3 0-6 0,-3 0-5 16,1-3 0-16,-3 1 18 0,0 4-14 0,3-5 0 15,-14 3 3-15,21-1-4 0,-10 0 0 0,-11 1-4 16,13-1 7-16,-13 1-4 0,14-1 2 0,-14 1 3 15,0 0-2-15,10-2 4 0,-10 2-2 0,0 0-1 16,5-3 4-16,-5 3-2 0,0 0-1 0,0 0-4 0,0 0 5 16,0 0 3-16,0 0-7 0,-27-4 3 15,20 3 11-15,7 1-13 0,-17 1 0 0,5-1-3 16,1 2-4-16,-3-1 6 0,1 0-3 0,4 0 3 16,-3 2 5-16,0-1-1 0,1-2-4 0,-1 3 4 15,5-2-4-15,-2 2-5 0,9-3 5 0,-11 3-3 16,11-3-7-16,-7 3 7 0,7-3-6 0,-6 3 4 15,6-3-4-15,0 0 7 0,0 0 2 0,0 0-4 16,0 0 5-16,20 8-2 0,-13-8-3 0,4 1 10 16,2-2-1-16,-2-1 0 0,2-1-4 0,1 1 3 15,-1 0-6-15,-1-1 6 0,-1 0 1 0,0 3-3 16,1-3 0-16,-12 3 3 0,17-3 8 0,-7 1-13 16,-10 2 6-16,13-2-5 0,-13 2-3 0,9-2 8 15,-9 2-2-15,0 0-5 0,0 0 4 0,14-3-5 16,-14 3 7-16,0 0-2 0,0 0 3 0,0 0 1 15,0 0-2-15,0 0-10 0,0 0 3 0,0 0 2 16,0 0 5-16,0 0-3 0,-32 9-2 0,20-6-2 16,2 0 8-16,-1 0-13 0,1 1 10 0,-1-1-12 15,1 0 11-15,0 3-1 0,3-4-1 0,7-2 4 16,-11 3-5-16,11-3 0 0,-11 3 1 0,11-3-4 16,-5 2 4-16,5-2-2 0,0 0 3 0,0 0-1 15,0 0-2-15,0 0 0 0,0 0 5 0,0 0-3 16,16 7 8-16,-16-7-9 0,11-1-3 15,-11 1 1-15,11-1 1 0,-11 1 1 0,10-4 10 16,-2 4-10-16,-8 0-3 0,9-3 5 0,-9 3-5 16,10-1 9-16,-10 1-11 0,6-3 4 0,-6 3 12 15,0 0-8-15,0 0 2 0,11-2-10 0,-11 2 8 0,0 0 7 16,0 0-8-16,0 0 3 0,0 0-5 16,0 0 0-16,0 0-2 0,7-2 1 0,-7 2-1 15,0 0 2-15,0 0 1 0,0 0-1 0,0 0-5 16,0 0 6-16,0 0 2 0,0 0 5 0,0 0-9 15,0 0-1-15,0 0 1 0,0 0-6 0,0 0 5 16,0 0-2-16,0 0 6 0,0 0-1 0,0 0-6 16,0 0-10-16,0 0-9 0,0 0-8 0,0 0-8 15,0 0-3-15,0 0-6 0,0 0-11 0,0 0-12 16,0 0-4-16,0 0-15 0,5 8-56 0,-5-8-161 16,0 0 71-16</inkml:trace>
  <inkml:trace contextRef="#ctx0" brushRef="#br0" timeOffset="30870.51">5101 9271 39 0,'-11'-13'35'0,"2"6"-4"15,2-2-1-15,4-1-7 0,0 0 2 0,2-2-3 16,2 3-4-16,2-2-5 0,2 2 9 0,0-1-10 16,1 2-3-16,1-1-1 0,3 2-3 0,0 1 0 15,3 0-11-15,3-1-6 0,5-1-14 0,3 0-17 16,3 2-45-16,-7 0 20 0</inkml:trace>
  <inkml:trace contextRef="#ctx0" brushRef="#br0" timeOffset="36383.21">2526 10526 1711 0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9:50:45.2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17063 10259 2 0,'0'0'-1'0</inkml:trace>
  <inkml:trace contextRef="#ctx0" brushRef="#br0" timeOffset="441.77">15450 12343 17 0,'0'0'76'0,"0"0"-9"16,0 0-3-16,0 0-10 0,0 0-4 0,0 0 1 0,0 0-15 16,0 0-11-16,0 0-16 0,0 0-17 0,0 0-11 15,0 0-6-15,0 7-42 0,0-7-71 0,0 0 32 16</inkml:trace>
  <inkml:trace contextRef="#ctx0" brushRef="#br0" timeOffset="874.83">15781 14845 9 0,'9'-1'82'0,"-9"1"-13"0,0 0 5 16,0 0-21-16,0 0-3 0,0 0-10 0,0 0-4 15,0 0-4-15,0 0-13 0,8 5-10 0,-8-5-12 16,0 0-11-16,2 6-10 0,-2-6-6 0,2 7-7 16,-2-7-25-16,0 10-65 0,0-10 30 0</inkml:trace>
  <inkml:trace contextRef="#ctx0" brushRef="#br0" timeOffset="55294.52">29486 11413 5 0,'-5'-2'72'0,"5"2"-1"16,-11-4-10-16,4 4-6 0,7 0-1 0,-18-4 1 15,11 4-10-15,-5-2 1 0,3 1 2 0,-1 1-6 0,1-1 2 16,-2 2-6-16,11-1 5 0,-18-1-13 0,8 1-2 16,-1 0 2-16,11 0 2 0,-16 0-4 0,8-2 3 15,-1 4-3-15,0-2 6 0,-2 0-9 16,11 0 9-16,-15 0-8 0,10 1 13 0,5-1 1 0,0 0-4 15,-14 1 1-15,14-1-6 0,0 0 0 0,-7 0-3 16,7 0 5-16,0 0-16 0,0 0 0 0,0 0 3 16,18 9 8-16,3-5 0 0,11-1 6 0,5-1-1 15,21 2 0-15,7-1-2 0,32-3-4 0,3-2-2 16,7 1-1-16,0 0-1 0,10-3-3 0,-1 0 6 16,3 0-14-16,1-1-2 0,0 1 2 0,-5 0 8 15,0-3-25-15,-2 2 7 0,-5 0 10 0,-2-2-1 16,-11 1 0-16,-4 1-1 0,-25 1-3 0,25 2-2 15,-27-3-2-15,-1 1 0 0,-1 2-6 0,-2-3 1 16,-4 4-6-16,-5-3-12 0,-13-1 11 0,-1 5 6 16,-3-4-10-16,-2 0 1 0,-5 2 1 0,-5 1 2 15,-3-1-3-15,-5 0-4 0,-4 1-10 0,2 0 5 16,-3-1-32-16,-3 1-10 0,-6 1-34 0,0 0-13 16,0 0-106-16,0 0-233 0,0 0 104 0</inkml:trace>
  <inkml:trace contextRef="#ctx0" brushRef="#br0" timeOffset="55864.23">29241 10247 33 0,'-4'-11'116'0,"3"1"-11"0,0 0 6 0,-1 4 1 15,2 6-4-15,-1-11-18 0,1 11-10 0,-1-8 0 16,1 8-18-16,0 0-4 0,0 0-3 0,0 0 5 15,0 0-2-15,10 19-1 0,-4-1-4 0,1 6 8 16,-2 6-6-16,0 6 1 0,0 11-5 0,-2 5 5 0,0 3 6 16,-1 3-7-16,-4 35-6 0,1-7 5 15,-4 1-4-15,-3 7-8 0,-3 0-3 0,-2 3 2 16,-2 1-5-16,-6 5-4 0,1 2-2 0,-2 3 1 16,-5 4-3-16,3-5-5 0,0-6-1 0,3 4-4 15,-3-11 4-15,5 4-7 0,3-5 7 0,4-3-7 0,2 0-3 16,0-8-14-16,4-22-19 0,2 22-12 15,3-25-17-15,0-1-20 0,2-1-24 0,0 0-29 16,3-2-13-16,1-1-29 0,-2-1-89 0,-1-15-275 16,1-3 122-16</inkml:trace>
  <inkml:trace contextRef="#ctx0" brushRef="#br0" timeOffset="57343.62">29350 11446 28 0,'0'0'70'0,"9"-3"16"0,-9 3-26 15,10-2 10-15,-10 2-12 0,6-2 9 0,-6 2 3 16,9-3 1-16,-9 3-7 0,8-6 1 0,-2 2-25 16,-2-1 7-16,0 0-10 0,2-2 2 0,1-1 4 15,-3 2-4-15,2-2-2 0,-2-1 1 0,1 0-10 16,0-1 3-16,-1 1-6 0,0-1 2 0,1 0 1 16,0 0 4-16,-2-2-11 0,1 0 2 0,-1 0-2 15,1-1 5-15,0-3-10 0,0 0-2 0,-1-3 2 16,1 0-6-16,0 0 4 0,-2 1-6 0,1-1-3 15,-2-2 1-15,-1 2 1 0,2 0 4 0,1 0-3 16,-1-1-4-16,0-5-1 0,0 6 5 0,0 0-1 16,1 0-3-16,-1 2 2 0,1-2 10 0,-1 2 2 15,0 1 0-15,0-1-4 0,-2 6-1 0,3-3 1 16,-1 2 0-16,0 0-6 0,1-4 10 0,-1 6-13 0,2-6 0 16,-3 5 2-16,3 1-5 0,-1-2 8 15,1 1-3-15,0-1-7 0,1 1 4 0,-1 0-4 16,1 0 3-16,4-1 1 0,-4 3-3 0,3-2 3 15,2-2 7-15,-2 2-10 0,2-1 0 0,-2 1 5 0,-1 1-4 16,2 3-2-16,2-6-9 0,-5 4 9 0,4 0 0 16,-2-1-1-16,1 3-1 0,-1-1 3 15,-1 1 1-15,2 0-1 0,-3 0 6 0,2-1-4 16,1 3 3-16,-4-1-6 0,2-2 4 0,-1 3-5 0,-1-1 7 16,3 0-3-16,-2 2-4 0,3-2 2 15,0 1-2-15,0-1 2 0,-1 3 1 0,1-3-4 16,1 3 0-16,-1-2 6 0,-2 1-6 0,1 3-1 15,0-1 6-15,2-2-6 0,0 0 0 0,3 2 0 16,0-2-2-16,1 1 7 0,2 0-2 0,4 0 0 0,-4-1-3 16,6 1 12-16,-2-1-1 0,1 0-2 0,-1-1 2 15,7 0-2-15,0-1-1 0,1 0-4 0,-4-2 2 16,5 4 2-16,1-3 1 0,2 0-1 16,0-1-1-16,1 0 3 0,2-1-3 0,2 1-4 0,12-3 1 15,-10 0-2-15,-1 5 4 0,16-3-6 0,-16 3 5 16,15-4-4-16,-5 3-1 0,-9 0 0 0,2 1 6 15,11-3 0-15,0 4 0 0,3-4-4 0,-4 3-2 16,-2 0-2-16,3-3 6 0,-13 4-4 16,-1 1-4-16,15-3 0 0,-14 0 3 0,1 4 0 0,-2-3 5 15,-1 0-2-15,-1 2 0 0,1 0 0 0,-3-1-1 16,0 0-4-16,-4 0 6 0,2 4 0 0,-4-6-6 16,-7 2-11-16,-1 1 1 0,2 1-1 15,5-3-10-15,-8 2 0 0,0 0-4 0,-2 1-13 0,-1-3-8 16,0 0-13-16,-3 1-14 0,-3 1-11 0,-1-1-30 15,-2 2-63-15,-2-3-197 0,-1-1 87 0</inkml:trace>
  <inkml:trace contextRef="#ctx0" brushRef="#br0" timeOffset="58137.66">32101 9918 137 0,'0'0'173'16,"0"0"-9"-16,1-5-17 0,-1 5-18 0,0 0-17 16,0 0-8-16,0 0-5 0,0 0-20 0,0 0-7 15,0 0-8-15,17 6-8 0,-13 1-1 0,2 3-10 16,-1 1-1-16,4 2-4 0,-1 1-4 0,-3 2-2 15,0 1-4-15,4-2-3 0,-3 0-5 0,0-1-1 16,0-1-2-16,-1-3-5 0,3-1 4 0,-2-1-8 16,-2 4 9-16,2-5 1 0,1 0-14 0,-1-2 1 15,-2 0 8-15,-4-5 11 0,6 8 16 0,0-6 8 16,-6-2 2-16,9 0-5 0,-9 0-3 0,12-8-4 16,-4 1-4-16,-2-4-7 0,2-3 0 0,3 0-5 15,-4-2-1-15,3 0-2 0,-2-2-5 0,-1-1-2 16,4-5 3-16,-5 6-1 0,3 0-6 0,0 1-2 0,-1-1-10 15,-1 0-9-15,1 3-9 0,1 2-4 16,-5 3-19-16,1 1-4 0,-3 1-35 0,5 2-27 16,-5 3-20-16,-2 3-4 0,0 0-10 0,9-2-7 15,-9 2-96-15,0 0-265 0,9 10 119 0</inkml:trace>
  <inkml:trace contextRef="#ctx0" brushRef="#br0" timeOffset="58501.89">32620 9923 26 0,'-5'-12'144'0,"5"12"-14"0,-5-4-11 15,5 4-10-15,0 0-7 0,0 0-12 0,-14 3-3 16,14-3 7-16,-14 8-10 0,5 0-2 0,-1 2-13 16,3 0-3-16,-2 3-1 0,1 2-9 0,2-1-4 15,1 2-4-15,1-6-9 0,2 2-1 0,-1-1-4 16,4-3-4-16,-2-2-4 0,4 4-3 0,-2-2 2 15,1 0-2-15,2-3-1 0,-1-1-5 0,-3-4-5 16,6 8 6-16,-3-3-5 0,-3-5-4 0,5 4-6 16,-5-4 4-16,0 0 4 0,13-4-4 0,-13 4 0 15,16-9 1-15,-9 5-4 0,2 0 1 0,-2-4-3 16,1 5 5-16,1-3-8 0,-3 2 1 0,-1-1-4 16,4 3 3-16,-4-2 3 0,-5 4-4 0,11-4 0 15,-11 4-3-15,11 3-1 0,-11-3 11 0,9 6-6 16,-9-6-7-16,0 0 3 0,0 0 1 0,0 0 1 15,26 36 0-15,-26-36 3 0,0 0-12 0,12 29-19 16,-12-29-17-16,0 0-25 0,16 30-26 0,-16-30-17 16,0 0-17-16,9 25-78 0,-9-25-228 0,0 0 101 15</inkml:trace>
  <inkml:trace contextRef="#ctx0" brushRef="#br0" timeOffset="58791.24">32927 10019 143 0,'0'0'132'0,"0"0"-15"0,0 0-8 0,0 0-13 0,0 0-9 15,0 0-10-15,0 0-5 0,0 0-7 0,0 0-6 16,0 0-6-16,0 0-3 0,0 0-10 0,0 0-1 16,0 0-3-16,0 0-4 0,0 0-5 0,-26 75 0 15,26-75-2-15,0 0-4 0,0 0-6 0,18 45 4 16,-18-45-3-16,0 0-2 0,15 28-4 15,-15-28-2-15,0 0 3 0,12 23 2 0,-12-23-7 0,0 0 2 16,0 0 6-16,0 0 14 0,0 0 0 0,0 0 9 16,0 0-4-16,0 0-6 0,0 0 2 0,0 0-7 15,-27 34-10-15,27-34-11 0,0 0-12 0,-40 4-17 16,40-4-22-16,0 0-22 0,0 0-38 0,-46-6-122 16,46 6-250-16,0 0 111 0</inkml:trace>
  <inkml:trace contextRef="#ctx0" brushRef="#br0" timeOffset="58977.8">33021 10065 28 0,'0'0'125'0,"0"0"-9"0,45-12-8 15,-45 12-7-15,0 0-17 0,49-5-10 0,-49 5-6 16,34-2-9-16,-34 2-20 0,0 0-25 0,0 0-28 15,46 0-22-15,-46 0-18 0,0 0-65 0,0 0-129 16,0 0 58-16</inkml:trace>
  <inkml:trace contextRef="#ctx0" brushRef="#br0" timeOffset="59169.65">33149 9968 13 0,'0'0'127'0,"0"0"6"16,0 0-2-16,0 0-4 0,0 0-16 0,0 0-3 15,0 0-20-15,0 0-2 0,0 0-16 0,0 0 0 16,0 0 5-16,0 0-7 0,0 0-3 0,0 0-10 16,0 0-4-16,0 0 1 0,0 0-4 0,-15 78-5 15,15-78-7-15,-5 38-3 0,5-38-1 0,-4 38-14 16,4-38-28-16,-5 37-37 0,5-37-17 0,0 35-66 16,0-35-102-16,0 0-251 0,-3 38 111 0</inkml:trace>
  <inkml:trace contextRef="#ctx0" brushRef="#br0" timeOffset="59375.68">33374 9896 97 0,'0'0'167'0,"0"0"-10"0,0 0-17 16,0 0-3-16,0 0-12 0,0 0-13 0,0 0-12 15,9 78-9-15,-9-78-12 0,3 36-4 0,-3-36-4 16,0 36-29-16,0-36-30 0,0 0-47 0,1 44-49 16,-1-44-131-16,0 0-232 0,-5 35 103 0</inkml:trace>
  <inkml:trace contextRef="#ctx0" brushRef="#br0" timeOffset="59653.38">33433 9964 39 0,'0'0'121'0,"0"0"0"16,0 0-3-16,42 48-13 0,-42-48-4 0,13 21-6 0,-13-21-10 16,0 0-3-16,18 25-2 0,-18-25 2 0,0 0 13 15,0 0 0-15,16 17-5 0,-16-17-14 0,0 0 1 16,0 0-12-16,0 0-3 0,0 0-5 15,0 0-10-15,55-38-2 0,-55 38-6 0,17-24-3 16,-17 24-4-16,15-31 1 0,-15 31-11 0,15-29-5 16,-15 29-15-16,15-32-13 0,-15 32-31 0,14-31-5 15,-14 31-23-15,11-29-12 0,-11 29-20 0,0 0-25 16,12-26-113-16,-12 26-260 0,0 0 115 0</inkml:trace>
  <inkml:trace contextRef="#ctx0" brushRef="#br0" timeOffset="60488.58">29554 10943 14 0,'0'0'39'0,"0"0"-8"16,0 0-4-16,0 0-4 0,0 0-4 0,0 0 2 15,0 0-4-15,8 3 0 0,-8-3-5 0,0 0-13 16,0 0-14-16,0 0-19 0,-3 12-38 0,3-12 17 16</inkml:trace>
  <inkml:trace contextRef="#ctx0" brushRef="#br0" timeOffset="60957.47">29537 10852 51 0,'6'-19'61'16,"4"-5"0"-16,-4-2-9 0,3 2-2 0,-2 0-1 15,1-3 0-15,0 0-1 0,0-1-8 0,0-2-1 16,0 0-3-16,-1-1-5 0,-1 2 3 0,6-3 3 16,0 6 0-16,-4-5-3 0,1 2 2 0,4 1-11 15,-5-1 13-15,-1 3-6 0,3 3-2 0,-3-3 1 16,-1 8 2-16,2-1-7 0,-2-1-4 0,2 3-7 15,2-7 4-15,-1 6 12 0,4-5-21 0,1 1 2 0,0 0 1 16,-1 6-6-16,-2 0-3 0,7-4 1 16,0 1 0-16,-5 5-8 0,0 2 8 0,2 2 0 15,-2-1 4-15,2 3-5 0,-5-1-2 0,6 1-2 16,-4 3 13-16,1-1-18 0,-1 1 0 0,1 3 8 16,-2-2 6-16,2 2-17 0,-3 1 9 0,3 1-9 15,0-1 8-15,-1 1-3 0,0 2 4 0,-1 2-1 16,7 2 3-16,-1 2-6 0,-3-1 7 0,4-1-5 15,-2 1 2-15,6 0-2 0,0 0 4 0,8 2-2 0,1-4 1 16,5-1-9-16,15-2 10 0,-11-6-3 0,15-2 4 16,-3-2-2-16,3-5-1 0,1 1 1 15,2 0-1-15,-2-6-2 0,3 2-3 0,0-1 5 16,-3 0-3-16,4 0-4 0,0-1 0 0,-3 0-5 0,1 0-9 16,2-1-13-16,-5-2 0 0,4-1-12 0,2-1-8 15,22-9-12-15,-24 12 1 0,-2-2 2 0,5 3-6 16,-3 0 6-16,2 2-39 0,-2 3-110 15,-3 2 50-15</inkml:trace>
  <inkml:trace contextRef="#ctx0" brushRef="#br0" timeOffset="61654.54">32090 9346 58 0,'7'0'65'15,"-7"0"8"-15,12 6-14 0,-6-1-16 0,1 2 8 16,3 6-9-16,-1-3 3 0,1 4-13 0,-1 0 4 16,0 2-8-16,1 0 1 0,-4 0-8 0,2-2 2 15,2-1 12-15,-3 0-12 0,0-5-8 0,-1 1 2 16,1-2 0-16,-3-1-9 0,0 0 26 0,-4-6 15 16,5 5 18-16,-5-5-4 0,6 1-11 0,-6-1 6 15,0 0-14-15,13-12-8 0,-8 4-1 0,3-3 13 16,-2-3-22-16,1-1 6 0,0-1-8 15,0 1 4-15,-1-2-13 0,-1 0 5 0,2 2-3 0,0-3-10 16,-2 2 6-16,2 0-8 0,-2 1-6 0,0-1-13 16,0 5-4-16,-2 2-14 0,2-1-7 0,-3 3-13 15,1 2-20-15,-3 5-14 0,2-7-7 0,-2 7-5 16,0 0-50-16,0 0-161 0,0 0 71 0</inkml:trace>
  <inkml:trace contextRef="#ctx0" brushRef="#br0" timeOffset="61989.17">32513 9393 85 0,'0'0'104'16,"0"0"-3"-16,0 0-3 0,-23 10-6 0,16-3-5 15,1 2-12-15,0 1 1 0,0 0-15 0,1 1 3 0,3-1-10 16,-2-1-8-16,2 3-5 0,0-4 2 15,1 0-6-15,2 2-6 0,-1-10 4 0,2 11-9 16,0-6-6-16,-2-5 5 0,6 6-7 0,-1-3 1 16,-5-3 9-16,12 3-17 0,-12-3-2 0,11-6-9 15,-4 4 4-15,-1-2 5 0,2 1-5 0,-2 0-1 16,1-3 3-16,-1 3-9 0,0-4 2 0,2 2-1 16,-3 1-8-16,2-1 3 0,-7 5 4 0,7-5-5 15,-7 5-8-15,9-4 5 0,-9 4 0 0,0 0-2 16,8-1-2-16,-8 1 5 0,0 0-7 0,9 7 5 15,-7-2-1-15,1 0 1 0,0 2-16 0,-3-7-20 0,2 12-9 16,-2-3-24-16,0 1-75 0,0 0-169 16,-2-1 75-16</inkml:trace>
  <inkml:trace contextRef="#ctx0" brushRef="#br0" timeOffset="62301.7">32798 9439 11 0,'0'0'59'0,"0"0"3"0,0 0-13 16,0 0 0-16,0 0-9 0,0 0 2 16,0 0-9-16,0 0-7 0,0 0 2 0,-36 58-2 15,36-58-5-15,0 0-3 0,0 0-2 0,0 0-5 16,0 0-4-16,17 53 3 0,-17-53-1 0,0 0-2 15,0 0-5-15,16 27 5 0,-16-27-2 0,0 0 3 16,0 0-6-16,12 20 4 0,-12-20-3 0,0 0 12 16,0 0 4-16,0 0 5 0,0 0-1 0,0 0 5 15,0 0 0-15,0 0 0 0,0 0-5 0,0 0 2 16,0 0-12-16,0 0-8 0,0 0-11 0,-21 38-9 16,21-38-28-16,0 0-17 0,0 0-51 0,0 0-120 15,0 0 53-15</inkml:trace>
  <inkml:trace contextRef="#ctx0" brushRef="#br0" timeOffset="62481.38">33011 9523 31 0,'0'0'62'15,"0"0"-10"-15,0 0-18 0,55-3-22 0,-55 3-18 16,0 0-26-16,0 0-32 0,0 0 14 0</inkml:trace>
  <inkml:trace contextRef="#ctx0" brushRef="#br0" timeOffset="62661.3">33010 9458 16 0,'0'0'69'0,"0"0"-2"0,0 0 11 0,0 0-9 0,0 0 2 15,0 0-4-15,0 0-2 0,0 0-2 16,0 0-2-16,0 0-10 0,0 0 6 0,0 0-6 16,0 0-1-16,4 87 1 0,-4-87-6 0,0 0-6 15,-2 35-4-15,2-35-5 0,0 0-24 0,0 0-25 16,0 38-19-16,0-38-23 0,0 0-94 0,0 0-165 0,0 0 73 16</inkml:trace>
  <inkml:trace contextRef="#ctx0" brushRef="#br0" timeOffset="62890.45">33207 9490 7 0,'0'0'90'0,"0"0"1"0,0 0-15 0,0 0 0 16,0 0 2-16,0 0-6 0,-3 52-16 0,3-52 2 15,0 0-10-15,0 0 2 0,0 0-2 0,0 0-12 16,0 0 0-16,0 0-5 0,4 36-6 0,-4-36-2 16,0 0-17-16,0 0-15 0,25 10-20 0,-25-10-32 15,0 0-74-15,0 0-146 0,41-1 65 0</inkml:trace>
  <inkml:trace contextRef="#ctx0" brushRef="#br0" timeOffset="63120.35">33368 9479 56 0,'0'0'68'0,"0"0"27"0,0 0-25 0,0 0-16 16,0 0-3-16,19 63-2 0,-19-63 0 0,0 0-10 16,0 0 0-16,0 0-3 0,11 29 7 0,-11-29-20 15,0 0 21-15,0 0-15 0,0 0-9 0,0 0 0 16,31 7 0-16,-31-7-15 0,0 0-1 0,0 0-5 15,0 0-13-15,46-31-6 0,-46 31-4 16,0 0-14-16,25-25-10 0,-25 25-4 0,15-19-8 0,-15 19-34 16,0 0-100-16,20-29 45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05:37:07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5690 6546 50 0,'-3'-4'197'0,"3"4"-1"0,-4-8-6 0,4 8-13 16,-7-6-11-16,7 6-12 0,-7-7-13 0,7 7-14 15,-7-2-13-15,7 2-7 0,0 0-9 0,-14 5-19 16,9 0 0-16,-3 4-3 0,-3 4 2 0,0 1-3 15,-1 3-3-15,-2 6-6 0,0 0-3 0,-1 3-8 16,2-1 2-16,0-2-8 0,2 3-1 16,2-3-3-16,1 0 3 0,0-5-8 0,4 3-3 0,3-3-1 15,2 1-3-15,-1-2-2 0,4 1-2 0,2-2-3 16,0 1-1-16,0-3 1 0,3-1-1 0,4-1-3 16,-3-5-3-16,7 1 1 0,1-1-1 0,3-3-2 15,1-1-3-15,9-3 0 0,-2 2-5 0,-1-7 5 16,3 0-6-16,-2-3-2 0,1-3 2 0,-1-2-2 15,-3-2 2-15,-1 2-2 0,-2-5 0 0,-7 5 0 16,3-7 1-16,-6 4-2 0,-5 0-1 0,0-2 0 16,-2-6 1-16,-2-1-1 0,-4 7-1 0,-4-9 3 15,-1 3 1-15,-1-1-7 0,-9 5 5 16,0-5-2-16,-4 4 1 0,-5 2-5 0,1 0-2 0,-5 4 3 16,-2 3-3-16,1 1 0 0,1 3 1 0,-3 3-1 15,3 3-3-15,7 2 2 0,0 1-9 0,1 4-8 16,-2 3-10-16,3 1-22 0,1 2-23 0,0 1-39 15,4 2-32-15,4-2-36 0,2 4-30 0,3-1-171 16,2-3-414-16,3 1 184 0</inkml:trace>
  <inkml:trace contextRef="#ctx0" brushRef="#br0" timeOffset="402.03">6092 6457 154 0,'0'-10'222'16,"1"1"-5"-16,-1 9-9 0,0-11-16 0,0 11-23 16,0-9-22-16,0 9-14 0,0 0-20 0,0 0-10 15,0 0-14-15,6 24-4 0,-3 3-5 0,1 1-10 16,-2 7-3-16,1 2-8 0,-2 8-1 0,-1-10-7 16,3-2-7-16,-3 3-3 0,1-4-4 0,0-4-3 15,0 3 0-15,2-2-5 0,1-4 0 0,-4 0-6 16,3-7-5-16,-3-2 2 0,0-4 0 0,1-2-1 15,0 0-4-15,-1-1-7 0,0-2 10 0,0-7 14 16,1 9 14-16,-1-9 18 0,0 0 8 0,0 0-12 16,0 0-7-16,0 0-7 0,0 0-1 0,0 0-3 15,0 0-8-15,-9-29 2 0,9 17-5 0,2-4-3 16,0 0-2-16,2-3-3 0,1-1-6 0,3 3-4 16,1 2 1-16,1-1-5 0,-2 4 2 0,-1 2-5 15,1 4-2-15,-3 0-4 0,2 2-4 0,0 2 0 16,-7 2 1-16,19 4-2 0,-10 2 3 0,1 2-4 15,2 4 3-15,-3 2 1 0,1 1 1 0,-3 3-10 16,0 0-11-16,1 7-25 0,-3-6-33 0,-1 1-50 16,-3-2-45-16,2 0-54 0,-5 0-204 0,1-1-468 15,-3-5 208-15</inkml:trace>
  <inkml:trace contextRef="#ctx0" brushRef="#br0" timeOffset="931.88">6416 6838 79 0,'3'-6'219'16,"-3"6"-21"-16,0 0-20 0,4-5 3 0,-4 5-6 15,0 0-11-15,0 0-8 0,6 18-13 0,-5-6-11 16,1-1-6-16,-1 4-16 0,-1 1-9 0,1-3-11 16,1-1-8-16,-2 1-8 0,1-6-8 0,0 0-9 15,0-1 1-15,-1-6-4 0,0 10 14 0,0-10 22 16,2 11 21-16,-2-11 21 0,0 0-8 0,0 0-9 15,0 0-6-15,0 0-9 0,0 0-8 0,0 0-9 16,0 0-7-16,-4-28-6 0,3 17-2 0,2-1 0 16,0-3-11-16,3-1-5 0,1-3-7 0,3 1-8 15,-2 1-6-15,3-2-7 0,0 3-8 0,2 1-2 16,0 1-1-16,-2 6-5 0,0-1-5 0,-2 2 2 16,4 4-7-16,-3 2 0 0,3 2 3 0,-2 2-1 15,3 2-1-15,-1 3 3 0,-2 1 4 0,3 4-11 16,-4 0 1-16,1 2 3 0,-3 0 2 0,3 1 0 15,-4-4 1-15,1-2-2 0,-3-2-1 0,0 2 0 16,1-2-7-16,-4-8 1 0,2 10 4 0,-2-10-2 16,3 9 5-16,-3-9 2 0,0 0 0 0,0 0 1 15,0 0 3-15,0 0-2 0,0 0-4 0,0 0-1 16,0 0-5-16,0 0-2 0,0 0-5 0,0-33-8 16,4 21 1-16,-1-2 0 0,5-2-7 0,-1 3 7 15,5 0-1-15,0 1 1 0,-1 1-2 0,-1 3 6 16,0 1-6-16,1 2 3 0,0 2 3 0,0 2-3 15,-1 1 1-15,1 0 0 0,0 3 0 0,-1 3 3 16,0 1 0-16,-1 1-1 0,0 2 4 0,1 4 0 16,-3-5 6-16,-1 4 0 0,2 0-5 0,-2 4-22 15,-3-7-19-15,-1 2-31 0,1 1-45 0,-2-1-45 16,0-2-45-16,-1 0-44 0,2 1-182 0,-2-11-479 16,0 0 213-16</inkml:trace>
  <inkml:trace contextRef="#ctx0" brushRef="#br0" timeOffset="1112.08">7030 6788 51 0,'0'-6'255'0,"2"0"-5"0,-2 6-17 15,2-9-20-15,-2 9-23 0,0 0-22 0,2-6-16 16,-2 6-11-16,0 0-4 0,0 0-8 0,0 0-21 16,5 18-4-16,-5-6-14 0,1-1-8 0,1 6-10 15,-1-5-4-15,3 4-8 0,-3 0-10 0,1-5-26 16,-1 3-44-16,0 1-49 0,0-2-54 0,1-4-34 15,-1 4-211-15,-1-5-399 0,0-8 176 0</inkml:trace>
  <inkml:trace contextRef="#ctx0" brushRef="#br0" timeOffset="1263.33">6999 6618 102 0,'0'-12'191'0,"-2"-1"-19"0,2 4-16 0,-2 4-21 15,2 5-38-15,-1-10-30 0,1 10-25 0,0 0-36 16,0 0-28-16,0 0-41 0,24 15-85 0,-16-6-159 16,5 4 71-16</inkml:trace>
  <inkml:trace contextRef="#ctx0" brushRef="#br0" timeOffset="1475.78">7455 6714 158 0,'0'0'233'0,"7"-6"4"0,-2 3-4 0,-5 3-11 15,0 0-3-15,2-10-4 0,-2 10-9 0,0 0-17 16,0 0-18-16,0 0-14 0,0 0-11 0,0 0-4 16,-33 15-4-16,14 2-1 0,-3-2-15 0,-1 6-9 15,3-3-10-15,-3 2-5 0,5 3-7 0,4-9-6 16,-1 7-12-16,6-4-6 0,2-2-8 0,5 3-2 16,0-3-3-16,4-2-10 0,4 1-9 0,4 0-22 15,4-1-32-15,11 1-36 0,3-3-54 0,6-2-62 16,16-6-84-16,5 1-280 0,-3-4-579 0,3 0 255 15</inkml:trace>
  <inkml:trace contextRef="#ctx0" brushRef="#br0" timeOffset="1857.33">7972 6652 284 0,'1'-18'287'0,"0"1"-33"15,2 5 3-15,-2 3-4 0,0-1-5 0,1 4-24 16,-2 6-28-16,0-10-26 0,0 10-20 0,0 0-13 16,0 0-13-16,0 0-13 0,5 29-11 0,-4-5-9 15,-2 5-7-15,1 0-8 0,0 4-3 0,-1 1-11 16,-2-1-5-16,4 1-2 0,-3 1-10 0,-1-3-2 16,4 0 2-16,-1-3-6 0,0 0-2 0,2-2-9 15,-4-1-25-15,2-7-32 0,0 1-36 0,-3-1-38 16,-1-3-52-16,0-3-64 0,-1 2-63 0,-8-1-165 15,4-5-484-15,-4-3 214 0</inkml:trace>
  <inkml:trace contextRef="#ctx0" brushRef="#br0" timeOffset="2674.11">7966 6580 182 0,'12'-13'200'16,"3"3"-7"-16,-4 4-8 0,0 1-9 0,2 1-11 15,-2 3-8-15,2 3-15 0,0 3-10 0,0 6-2 16,1 0-2-16,-3 2-14 0,2 3-7 0,-4 8-7 16,-1 0-13-16,-3 3-6 0,-4-2-8 0,-2 1-4 15,-3 1-7-15,-4 0-7 0,2-4-5 0,-5 2-9 16,-4-4-7-16,4-5-5 0,-2-3-9 0,0-1 2 16,-1-1-4-16,3-5-3 0,-1-2-1 0,3 1-2 15,0-4 2-15,2-1-2 0,7 0 1 0,-16-6-3 16,10 3 3-16,1-3-1 0,0 1 3 0,5 5 0 15,-7-10 2-15,5 5-6 0,2 5-3 0,0 0-4 16,0 0 1-16,10-11-2 0,-10 11-3 0,14 6 1 16,-6-1 3-16,3 2-2 0,-2 1 0 0,0 1 1 15,8 4-4-15,-3 0 4 0,0-1 2 0,1 0 4 16,2-3-1-16,1 2 12 0,6 3 22 0,3-4-4 16,2-3 5-16,1 0-5 0,3-5 1 0,1-1-6 15,4-1 0-15,-4-5 7 0,0-3-2 0,0 1-16 16,-4 0 1-16,0-4 5 0,-11 3-8 0,5-3-3 15,-6-1 0-15,-3 3 0 0,1-4-3 0,-5 3 1 16,0-4-1-16,-6 2-4 0,2-4 0 0,-3 2-1 16,-1 1 0-16,-3 2-2 0,0-1-6 0,-4 2 1 15,-1 1 1-15,-2-2 1 0,0 5 1 0,-4 1 4 16,1 1-15-16,-3 2 1 0,-2 3-3 0,-4 7 2 16,1 0 0-16,-4 9 1 0,7-3-1 0,-4 8-1 15,5-1 2-15,3-3-2 0,1-3 5 0,4 3-1 16,1-4 3-16,5 1-3 0,2 1 4 0,2-2 2 15,5-1 4-15,1 0 5 0,2-1 7 0,4-2 3 16,-1-1-4-16,6-3-2 0,9-1 1 0,-4-1 3 16,2-3-7-16,3-2 11 0,-1-2-7 0,-1-2-5 15,0 1 2-15,-4-2-5 0,-4 0 0 0,0-1-1 16,-3-1-2-16,0-3 3 0,-2 2 4 0,1-2-6 16,-3-3 0-16,0 2-3 0,-2 0 3 0,-1 0-1 15,-3 1 0-15,-2 3-4 0,-3-2 3 0,1-1 2 16,-1 4-2-16,-3-1-2 0,0 8 0 0,-1-10 6 15,1 10-5-15,-6-8 5 0,2 3-4 0,4 5-2 16,-14-4 0-16,6 4 3 0,-2 0-1 0,0 3-3 16,-2-2 2-16,4 5 1 0,-1-3-4 0,3 1 2 15,-3 2-8-15,4 0 9 0,0 1 0 0,1-1-1 16,1 4-3-16,1 0 1 0,1 0-2 0,1 3 4 16,1-1-2-16,1 3 0 0,0 1 1 0,2 4-7 15,0-3 3-15,-2 2 4 0,2-3 2 0,-1 2-4 16,0 3 1-16,-1-2-1 0,1-1 0 0,0 1 4 15,-2-2 3-15,-1 3-3 0,1-4-2 0,-1-1 1 16,-1 2 0-16,0-5 0 0,-3 4-2 0,0 0-4 16,-1-5-10-16,0 0-15 0,-1 0-20 0,-3-2-21 15,0-1-35-15,-1-1-39 0,2 2-55 0,-2-5-60 16,1 0-259-16,-3-3-559 0,12-1 248 0</inkml:trace>
  <inkml:trace contextRef="#ctx0" brushRef="#br0" timeOffset="2886.93">9030 6885 154 0,'4'-6'246'16,"-2"1"-8"-16,-2 5-21 0,8-6-21 0,-8 6-17 16,0 0-5-16,0 0 5 0,5 14-1 0,-1-1-21 15,-4 2-12-15,0 2-12 0,-3 3-7 0,1-2-16 16,0 3-10-16,1-1-8 0,-1-4-5 0,-1 4-11 15,1 1-14-15,0-5-30 0,0 4-33 0,1-4-36 16,-1 1-37-16,-2 0-58 0,3-2-61 0,0-5-215 16,-3 2-441-16,0-5 195 0</inkml:trace>
  <inkml:trace contextRef="#ctx0" brushRef="#br0" timeOffset="3035.54">9068 6738 1 0,'-1'-13'100'0,"0"8"-48"0,1 5-23 0,0 0-26 15,0 0-35-15,0 0-32 0,0 0 14 0</inkml:trace>
  <inkml:trace contextRef="#ctx0" brushRef="#br0" timeOffset="3596.12">9317 6832 1836 0,'0'0'34'0,"0"0"-13"0,0 0-11 0,0 0-10 16,0 0 19-16,0 0 22 0,-23 15 12 0,13-11 12 16,-4 5 2-16,-2 1 11 0,3 2 3 0,-1 2-2 15,-2 0-3-15,2 0-4 0,-1 7-6 0,5-5-7 16,1 4-2-16,-1-4-7 0,4 1-3 0,0 0-6 16,2-2-1-16,2-4 2 0,3 7-12 0,-1-6 2 15,2 0-4-15,4 0 0 0,-3-2-4 16,5-2-1-16,1-1-2 0,-1 0 1 0,1-3-2 0,-3 0 2 15,3-4-2-15,-1 2 0 0,-8-2 7 0,14-3-4 16,-7-1-9-16,2-2-1 0,-2-2-3 0,-1 1 5 16,1-4-2-16,-2 2-10 0,1-8 5 0,-2 6 3 15,0-6-3-15,0-1-1 0,1 1-6 0,0 3-2 16,-2-2 2-16,3-1 6 0,-2 0-9 0,-1 7 1 16,3-4-2-16,-3 2 10 0,4 5-8 0,-2 1-2 15,-5 6 2-15,13-7-3 0,-6 8 4 0,-7-1-2 16,19 12 0-16,-10-5-3 0,4 9-1 0,-4-1 4 15,-1 1 0-15,1 1-1 0,-3 0 2 0,0 2 0 16,0-2 2-16,-1 0 0 0,-1-1-1 0,-1-4-1 16,-1-2 0-16,-2-2 7 0,2 0-6 0,-2-2 5 15,0-6 2-15,1 10 1 0,-1-10 14 0,0 0 8 16,0 7-5-16,0-7 3 0,0 0 0 0,0 0-2 16,0 0-7-16,0 0 4 0,0 0 1 0,6-27-2 15,-3 17-1-15,5-3-4 0,1-4-2 0,0 3 3 16,1-3-11-16,5-5-6 0,2 3 0 0,1 1 1 15,1 0 1-15,-3 6-1 0,0 1-4 0,1 4 2 16,-6 1-2-16,3 3-4 0,-2 3-5 0,2 0 2 16,-4 3 1-16,-1 1 1 0,0 1 2 0,0 4 2 15,-3 2 1-15,0 5-1 0,-1 2 8 0,0-3 0 16,-4 4 1-16,-1-1 2 0,0 1 5 0,0 0-4 16,-4 0-1-16,2-3-4 0,-1 2-17 0,-1-2-24 15,0 0-43-15,1-5-45 0,-1 1-69 0,1-2-75 16,-2 0-230-16,5-10-542 0,-5 8 240 0</inkml:trace>
  <inkml:trace contextRef="#ctx0" brushRef="#br0" timeOffset="3761.62">9868 6950 109 0,'0'-8'262'0,"0"8"-5"0,-2-15-10 15,2 10-12-15,0 5-25 0,0 0-18 0,-1-8-23 16,1 8-19-16,0 0-10 0,0 0-15 0,0 0-20 15,0 0-37-15,0 0-44 0,-6 29-51 0,6-18-49 16,0-11-66-16,3 23-37 0,0-11-133 0,-1 1-337 16,1-1 149-16</inkml:trace>
  <inkml:trace contextRef="#ctx0" brushRef="#br0" timeOffset="3879.14">9914 7182 84 0,'0'0'217'0,"2"8"-12"15,-1-2-5-15,-1-6-6 0,0 0-5 0,0 0-10 16,1 10-16-16,-1-10-15 0,0 0-17 0,3 4-11 15,-3-4-33-15,0 0-47 0,0 0-54 0,0 0-89 16,0 0-204-16,24-10-332 0,-24 10 146 0</inkml:trace>
  <inkml:trace contextRef="#ctx0" brushRef="#br0" timeOffset="4027.25">10226 7057 290 0,'0'0'282'0,"0"0"-1"16,0 0 9-16,0 0-13 0,0 0-23 0,0 0-32 15,8-1-26-15,-8 1-15 0,0 0-16 0,0 0-28 16,0 0-45-16,4 8-45 0,-4-8-51 0,0 0-65 16,0 0-76-16,1 13-100 0,-1-13-131 0,0 0-406 15,0 0 180-15</inkml:trace>
  <inkml:trace contextRef="#ctx0" brushRef="#br0" timeOffset="4628.25">5604 7568 2038 0,'-38'-7'36'0,"4"3"14"16,1-3 27-16,0-1-29 0,4 4-10 0,1-1-15 15,9 1 8-15,5 2 15 0,1 0 11 0,4 1 1 16,2-1-2-16,7 2-4 0,-13-2-7 0,13 2-6 16,0 0-2-16,0 0 5 0,0 0 3 0,0 0 6 15,45 11 8-15,-7-6 2 0,18 0 4 0,8 2-2 16,32-4 1-16,2 3 4 0,2 1-2 0,11 1 0 16,7-1 9-16,13-3-10 0,-3-4-12 0,8 5 4 15,0-3 0-15,14-1-5 0,5 4-2 0,4 0-1 16,5-3-6-16,5 0 2 0,1 4-3 0,10 1-2 15,-1-1-20-15,0-1 5 0,-2 1 5 0,5 1-2 16,-8 0 1-16,1-1-4 0,-10-4 7 16,-11 0-10-16,1 3 11 0,-13-5 2 0,-11-1 6 0,-7 2-6 15,-11-1 3-15,-10-4-15 0,-13 0 19 0,-28 3 1 16,-3 1 0-16,0-1 7 0,-21 3-5 0,-1-1 3 16,-3-1 0-16,-6 0-2 0,-10-1-5 0,-6-1 1 15,-2 2-17-15,-2 0 18 0,-8 0-4 0,11-4-1 16,-11 4-8-16,0 0-5 0,0 0-26 0,0 0-45 15,-24-19-50-15,7 13-67 0,-5 3-63 0,-9-1-83 16,-3 0-397-16,-2 0-764 0,-19-5 339 0</inkml:trace>
  <inkml:trace contextRef="#ctx0" brushRef="#br0" timeOffset="15467.53">8234 8168 28 0,'1'-7'195'0,"-1"-2"-2"16,0 9-13-16,1-16-14 0,-1 9 0 16,3 0-4-16,-2 0-3 0,-1 7 11 0,3-12-7 0,-2 5-14 15,-1 7-10-15,4-9-8 0,-4 9-16 0,0-6-12 16,0 6-12-16,0 0-15 0,2-7-6 0,-2 7-7 16,0 0-8-16,0 0-5 0,13 12-4 0,-5-5-5 15,1 1-3-15,1 6-4 0,1-1-5 0,2 2-2 16,1 5 0-16,0-2-4 0,3 1-1 0,0 1-4 15,-6-5-4-15,0 1 3 0,1 1-1 0,-2-1 1 16,4 0-7-16,-3-2-1 0,1 0 4 16,-1 0-3-16,-2 2 3 0,-3-7-6 0,1 1-2 0,0-1 1 15,-2-2-1-15,2 1 1 0,-2 0-2 0,0-3 2 16,-3-2 0-16,-2-3 3 0,7 7 0 0,-7-7 2 16,5 1 1-16,-5-1 1 0,0 0-1 0,0 0-4 15,15-15-2-15,-10 8 2 0,0-3-3 0,4-3 1 16,-1-3 2-16,2-1-2 0,3-5-1 0,0 1-4 15,1-2 1-15,1-1 3 0,-2 2 0 0,2-1-4 16,-3 1-1-16,-1-1 5 0,2-1-5 0,-4 6 0 16,-1 2 2-16,-1-2-5 0,1 3 6 0,-2 0-3 15,-1 4 1-15,-1 0 1 0,-1 3-3 0,-1 1-8 16,2 3-12-16,-4 4-12 0,0 0 3 0,0 0-9 16,0 0-15-16,0 0-23 0,8 17-24 0,-9-6-27 15,-2 5-38-15,-2 2-35 0,-3 1-27 0,-2 5-131 16,-3-1-386-16,4-4 170 0</inkml:trace>
  <inkml:trace contextRef="#ctx0" brushRef="#br0" timeOffset="15718.22">8750 8316 140 0,'0'0'228'0,"4"-6"-12"15,-4 6-12-15,0 0-14 0,0 0-18 0,0 0-22 16,0 0-17-16,0 0-15 0,0 0-11 0,0 0-9 15,0 0-10-15,5 15-4 0,-1-4 2 0,-4 2-8 16,-3 3-8-16,6 1-4 0,-6 2-4 0,3 1-3 16,-2-1-4-16,-1-1-4 0,1 1-7 0,-1-3-4 15,0 4-4-15,2-4-1 0,-1 3 1 0,0-3-7 16,2-3-1-16,-1 2-8 0,2-1 2 0,-1-2 2 16,0-1-28-16,0 5-20 0,0-3-34 0,-1-2-35 15,-2-1-37-15,3 1-41 0,-2-4-28 0,-1 1-150 16,3-8-377-16,-8 11 167 0</inkml:trace>
  <inkml:trace contextRef="#ctx0" brushRef="#br0" timeOffset="15986.13">8662 8403 50 0,'6'-8'166'15,"4"-1"-2"-15,-2 3-1 0,2 1-5 0,2 3-11 16,1 0-10-16,1 2-2 0,2 3-8 0,3 1-2 15,-1 1-8-15,2 2-7 0,-3 2-9 0,6 5-1 16,-7-3-8-16,-5 3-5 0,2 0-8 0,-4 2 0 16,0-3-6-16,-3 2-8 0,-1-2-5 0,-1 0-2 15,-5 0-3-15,1 3-1 0,-6 0-3 0,1-1-1 16,-4 3-6-16,-9 1-2 0,4-5-3 0,-7 4-4 16,-2 0-2-16,-1-1-1 0,-3-4-10 0,1 1-10 15,1-4-14-15,7-1-7 0,0 0-21 0,6-3-25 16,-1 1-32-16,2-2-33 0,1 0-46 0,0-2-43 15,3 1-155-15,7-4-395 0,-11 2 175 0</inkml:trace>
  <inkml:trace contextRef="#ctx0" brushRef="#br0" timeOffset="16300.34">9035 8507 21 0,'1'-4'246'0,"-1"4"-14"0,0 0-13 15,-2-15-14-15,2 15-15 0,0 0-8 0,-11-2-19 16,11 2-14-16,-12 4-8 0,3-1-16 0,0 3-11 16,2 4-13-16,0-2-10 0,-1 1-9 0,3 1-5 15,0 0-8-15,4-1-10 0,-1 3-2 0,4-4-9 16,0 6-4-16,2-3-1 0,2 0-6 0,3 3-1 16,-1 0-6-16,2-1 2 0,0-1-7 0,-1-2-4 15,-1-1 1-15,0 1-5 0,-1-2-2 16,-2 0 0-16,-2-1-1 0,2 1-2 0,-4 0 2 0,1-2 5 15,-2-6-3-15,0 13-1 0,-4-6 5 0,-3-1-1 16,2 3-6-16,-5-5-1 0,0 1 2 0,-7 3-5 16,2-2-7-16,1-1-12 0,-3-1-12 0,-2 1-22 15,2-1-22-15,2-1-40 0,0 0-38 0,2-3-48 16,2 2-226-16,-1-2-451 0,12 0 200 0</inkml:trace>
  <inkml:trace contextRef="#ctx0" brushRef="#br0" timeOffset="17090.16">9863 8263 126 0,'0'0'155'0,"-6"-7"-3"0,6 7-9 0,-8-7-1 16,8 7-10-16,-8-7 1 0,3 4-6 0,5 3-6 15,-9-6-2-15,6 2-8 0,3 4-5 0,-10-3-11 16,10 3-3-16,-7-4-10 0,7 4 1 0,-5-3-9 16,5 3 0-16,0 0-8 0,0 0-3 0,-8-4-4 15,8 4-6-15,0 0-5 0,0 0 0 0,0 0-6 16,0 0 2-16,0 0 8 0,-8-2-2 0,8 2-4 16,0 0-3-16,0 0-4 0,0 0-5 0,0 0 0 15,0 0-7-15,0 0-1 0,0 0-3 0,0 0-1 16,0 0-5-16,0 0-3 0,0 0-1 0,0 0-1 15,0 0 2-15,0 0-1 0,20 9 0 16,-10-3-2-16,0-3-2 0,8 1 1 0,-3 0-1 0,1-2 1 16,2 1-1-16,1 1-2 0,2-2 2 0,-3 2-1 15,3-1 0-15,-1-1-3 0,-1 3 0 0,-1-1 1 16,-1 0-3-16,2-1 0 0,-9 0-1 0,3 0 1 16,-3 0-2-16,1-1-1 0,-4 0 2 0,1 1-4 15,-2-1 1-15,-1 1 0 0,-5-3 3 0,11 4-3 16,-5-1 0-16,-6-3-1 0,6 3 0 0,-6-3 0 15,3 5 2-15,-3-5 1 0,2 8 0 0,-2-8 2 16,-2 10 8-16,-3-1 2 0,0 2 1 0,-3-1 7 16,-2 8 1-16,-3-2-4 0,-6 5 4 0,5-10-4 15,-5 10-2-15,2-7-1 0,4 0-1 0,2 2-1 16,-3-3 1-16,2-1-3 0,1 0-2 0,0 0-1 16,1 0-18-16,0-2-27 0,2 0-25 0,-1 0-37 15,2-1-50-15,0 0-46 0,1 0-61 0,0-3-166 0,3 0-456 16,0-1 202-16</inkml:trace>
  <inkml:trace contextRef="#ctx0" brushRef="#br0" timeOffset="17787.95">10617 8281 33 0,'0'0'164'0,"0"0"-5"15,0 0-6-15,0 0-7 0,3-7-5 0,-3 7-3 16,0 0-2-16,0 0 1 0,0 0-6 0,0 0-8 15,0-10-5-15,0 10-5 0,0 0-10 0,0 0-5 16,0 0-9-16,0 0-3 0,0 0-6 0,0 0-3 16,0 0-10-16,0 0-3 0,0 0-3 0,-8-6-6 15,8 6-7-15,0 0-2 0,0 0-5 0,0 0-2 16,0 0-8-16,0 0 0 0,0 0-5 0,0 0-1 16,0 0-3-16,0 0-3 0,0 0-3 0,0 0 1 15,0 0-4-15,0 0-2 0,-18 5 0 0,18-5-2 16,-5 5-4-16,5-5 1 0,-6 5 2 0,6-5-4 15,-8 5 1-15,4 0 1 0,4-5-6 0,-8 5 5 16,5 0-3-16,-1 2 1 0,0-1-4 0,-1 2 4 16,0 0 2-16,0-1-3 0,1 0 4 0,0 1-2 15,1-1 0-15,1 5-5 0,-1-2 3 0,2 0-2 16,0 2 3-16,1-3-3 0,0 2 2 0,1-2 1 16,0 0-1-16,2 1-1 0,1 1 0 0,0 0 2 15,-2-2 1-15,3-2-1 0,3 2 0 0,-1-4-2 16,1 1 2-16,0 0 0 0,3-1 1 0,0 0-1 0,0-3 1 15,2 1 3-15,0-1-5 0,-1-1-1 0,2-1 5 16,4 0-2-16,-1-3 0 0,-3 0 1 16,-1 2-1-16,-2-3 7 0,3 0-6 0,-2-2 4 15,-1 1 3-15,-2-1 0 0,3-1 0 0,-1-1 1 0,0-3-1 16,-1-2 0-16,0-1-1 0,-1-1-2 0,-1 0-1 16,-4 5 1-16,-3-2-1 0,0-3-1 15,-2-2-5-15,0 2 4 0,-3-1-4 0,-1 0 3 16,-2 2-3-16,1 0 6 0,-3 3-9 0,1 0 1 0,-1 2-2 15,-2 1-1-15,0 1-3 0,-3 4 6 0,2 0-5 16,-5 0 16-16,3 2-15 0,-3 1-13 0,-1 4-27 16,-1 0-25-16,4 4-33 0,0 2-44 15,2 2-41-15,3-1-50 0,-4 3-161 0,7-2-430 0,-1 2 190 16</inkml:trace>
  <inkml:trace contextRef="#ctx0" brushRef="#br0" timeOffset="18693.87">11237 8635 192 0,'0'0'230'0,"7"-6"-24"0,-7 6-19 16,0 0-10-16,0 0-6 0,0 0-12 0,0 0-11 15,0 0-18-15,-22 26-11 0,10-12-11 0,-2 2-26 16,-5 3-32-16,-1-1-38 0,-1 2-42 0,1-1-59 16,-2 1-71-16,-6-2-122 0,2 0-306 0,1-2 135 15</inkml:trace>
  <inkml:trace contextRef="#ctx0" brushRef="#br0" timeOffset="20542.46">12143 8192 112 0,'1'-10'174'16,"-1"10"-3"-16,2-9-1 0,-2 9-8 0,-2-10-11 15,2 10-5-15,0 0-8 0,2-9-11 0,-2 9-10 0,0 0-11 16,0-9 1-16,0 9-13 0,0 0-11 0,0 0-7 16,0 0-10-16,0 0-5 0,0 0-5 15,0 0-5-15,0 0-6 0,19 13 1 0,-14-4-5 16,1-2-1-16,1 1-4 0,0 0-1 0,-2 2 0 15,3 0 2-15,-3 0-6 0,4 1-3 0,-2 0 1 0,-1 3-2 16,0-3-4-16,-1 0-1 0,1-1 1 0,0 5-1 16,0-1-2-16,1-3 0 0,-1 3 0 0,2-5 0 15,-2 5 5-15,1-1-3 0,-1-4-3 16,0 1-6-16,0-3 6 0,-1 2-6 0,1-4-2 0,-3 2 0 16,3 0-1-16,-4-3 1 0,2 1-2 0,-4-5 1 15,8 8 2-15,-8-8 2 0,5 5-1 0,-5-5 7 16,3 3 8-16,-3-3 10 0,0 0 5 0,5 4 5 15,-5-4-11-15,0 0-5 0,0 0-3 16,6-15-2-16,-3 5-1 0,0-2-4 0,-3 1-3 0,6-6-5 16,-2 1 9-16,-1-4-10 0,3 2-5 0,2-1 1 15,-4 0-2-15,0-7 1 0,3 3 1 0,-2 4-4 16,3-4 2-16,-4 6 1 0,2-2-5 0,0 1 2 16,-4 1-4-16,3 0 1 0,-3 2-2 0,0 1 4 15,0 3-2-15,0 2 4 0,2 0-4 0,-4 3 0 16,0 6-5-16,2-11 1 0,2 5-1 0,-4 6-1 15,0-7-4-15,0 7 2 0,0 0-6 0,3-6-2 16,-3 6-6-16,0 0-14 0,0 0-11 16,0 0-15-16,0 0-18 0,0 0-29 0,0 0-36 0,-3 23-32 15,1-14-15-15,0 1-34 0,-4-1-170 0,0 2-425 16,2-1 188-16</inkml:trace>
  <inkml:trace contextRef="#ctx0" brushRef="#br0" timeOffset="21927.75">12515 8368 48 0,'5'-10'219'0,"-5"10"-2"0,0-8-6 0,0 8-11 16,3-8-5-16,-3 8-21 0,0 0-19 15,4-7-16-15,-4 7-19 0,0 0-11 0,0 0-13 0,0 0-10 16,0 0-8-16,0 0 3 0,5 16 1 0,-5-4-8 16,1 2-2-16,-1 4-4 0,0 0-8 0,1-2-4 15,-2 1-2-15,0 2-5 0,1-1-4 0,0-4-1 16,0 4-8-16,0-1 0 0,-3-4-4 0,3-2 0 15,0 1-5-15,0 1-5 0,2-2 2 0,-2 0-3 16,1-3-2-16,0 3-1 0,0-5-2 0,-1-6-10 16,0 11-20-16,0-5-18 0,0-6-21 15,1 9-26-15,-1-9-19 0,0 0-20 0,0 0-20 0,0 0-44 16,-1 9-25-16,1-9-143 0,0 0-380 0,0 0 169 16</inkml:trace>
  <inkml:trace contextRef="#ctx0" brushRef="#br0" timeOffset="22184.47">12509 8371 106 0,'8'-8'153'0,"4"1"0"0,-1 2 4 15,5-2 1-15,1 4-7 0,0 0-5 0,-4 3-10 16,7 0-5-16,1 4-6 0,-4 0-10 0,2 5-7 16,-4-1-8-16,-1 2-13 0,-1 2-7 0,1 0-1 15,-3 6-1-15,-5-2-4 0,1-1 2 0,-3 3-10 16,-4 0-4-16,0-3 0 0,-4 5-5 0,-2-5 4 15,-3 2-6-15,-5 5-3 0,1-7 0 0,-10 5-8 16,0-4-6-16,0-1 1 0,-1 0-6 0,-3-3-7 16,5 1-13-16,-2-3-8 0,5-2-13 0,1-2-10 15,7-1-16-15,-4 0-19 0,1-2-24 0,5-1-25 16,-1-1-37-16,10-1-44 0,-10 0-195 0,10 0-409 16,-4-8 181-16</inkml:trace>
  <inkml:trace contextRef="#ctx0" brushRef="#br0" timeOffset="22516.19">12925 8432 68 0,'8'-8'235'15,"-1"0"-4"-15,-3 2 3 0,0 3-5 0,2-1-12 16,-6 4-13-16,6-6-10 0,-6 6-23 0,5-5-17 16,-5 5-18-16,0 0-12 0,0 0-14 0,0 0-8 15,0 0-14-15,0 0-9 0,-13 15-6 0,3-5-5 16,3-2-10-16,1 2-6 0,0 0-5 0,0-1-1 0,0 2-8 15,1 1 0-15,1-1-9 0,0 0-2 16,3 2-2-16,0-1-2 0,3-1-2 16,0 0-1-16,2 1-2 0,1 0-5 0,1-3-2 0,2 1 3 15,0 1-5-15,-1-2 1 0,-1-3-2 0,4 4-1 16,-3-2-2-16,1-2-3 0,-3 2 1 0,1-4-1 0,1 1 3 16,-4 0-1-16,1-2-3 0,-4-3 0 15,6 7 0-15,-6-7-4 0,3 6 2 0,-3-6-1 16,0 0-3-16,0 0-1 0,-13 13-5 0,3-8-7 15,-3-3-5-15,2 4-18 0,-7-3-10 0,0 4-25 0,4-4-36 16,-4 0-36-16,5 1-38 0,2-3-45 0,-8 1-160 16,7 1-422-16,0-3 187 0</inkml:trace>
  <inkml:trace contextRef="#ctx0" brushRef="#br0" timeOffset="22892.49">13509 8220 131 0,'4'-10'271'0,"2"1"-13"0,-3 0-6 0,1 5-18 16,-4 4-18-16,4-9-27 0,-4 9-17 0,0 0-16 16,0 0-13-16,0 0-3 0,0 0-10 0,-15 16-14 15,3-2-10-15,-1 1-7 0,-7 3-4 0,2 1-13 16,0 2-4-16,1 0-9 0,2-2-8 0,2-3-7 15,-1-3-3-15,-1 3-3 0,1-2-6 0,1-2-4 16,-1 1 0-16,3-2-6 0,0 1-2 0,2-3-5 16,4-5 3-16,-1 3-2 0,2-4 2 0,4-3 3 15,-9 8-5-15,7-5-1 0,2-3 9 0,-6 5-9 16,6-5 0-16,0 0 0 0,0 0 6 0,0 0-13 16,0 0-3-16,-6 6 0 0,6-6 0 0,0 0-4 15,0 0-3-15,18 4 0 0,-11-3-1 0,3 2 1 16,2 1-8-16,-3-2 6 0,9 2-2 0,0-3 0 15,0 3 1-15,2 2-10 0,11 0-22 0,-2-1-28 16,-1 0-34-16,-1 0-53 0,2 0-59 0,2 2-54 16,-4-2-247-16,2 0-543 0,-1-3 239 0</inkml:trace>
  <inkml:trace contextRef="#ctx0" brushRef="#br0" timeOffset="23310.84">13955 8231 42 0,'-4'-12'288'0,"2"-1"-9"0,0 3-18 15,1-1-11-15,-3 3-8 0,4 1-15 0,0 7-20 16,-2-10-18-16,2 10-23 0,0-8-21 0,0 8-17 16,0 0-11-16,0 0-15 0,0 0-6 0,13 15-10 15,-2-4-11-15,-1 6-4 0,2-2-8 0,-3 3-6 16,3 4-3-16,-3-5-6 0,2 6-1 0,-4-6-4 15,2 1-7-15,0 6-2 0,0 1 3 0,-4-4-5 16,1-6-2-16,1 0-5 0,-3 2-1 0,0-5 0 16,2 1-2-16,-2-3-5 0,1 0 3 0,-1-2 2 15,0 0-9-15,0-1-2 0,-3-3 1 0,-1-4 5 16,4 7-1-16,-4-7 1 0,5 4 3 0,-5-4 8 0,0 0-5 16,15-8-1-16,-8 3 9 0,0-4 4 15,2-4 10-15,2-3-8 0,5-6-3 0,-1-2-1 16,2-1-8-16,-2 2-1 0,-1-2-2 0,-1-2 4 15,5 5 2-15,-7-2-5 0,3 3 1 0,-5 2-4 0,2 3 3 16,-5 0-8-16,0 7-7 0,-2-1 0 16,3 2 16-16,-5 2-29 0,0 2-13 0,-2 4-34 0,4-12-33 15,-4 12-27-15,0 0-16 0,0 0-32 16,0 0-40-16,0 0-31 0,-15 21-25 0,8-10-42 16,-2 6-157-16,0-2-492 0,0 1 218 0</inkml:trace>
  <inkml:trace contextRef="#ctx0" brushRef="#br0" timeOffset="23554.19">14395 8396 52 0,'0'0'247'15,"0"0"-6"-15,10-3-10 0,-10 3-12 0,0 0-15 0,6-3-14 16,-6 3-22-16,0 0-9 0,0 0-9 0,4 11-2 16,-4 1 4-16,1-2-6 0,-2 5-7 0,1 2-8 15,0 2-5-15,0 4-7 0,-1 2-7 16,0 0-2-16,-3-1-7 0,0 2-8 0,4-8-7 0,0 4-8 15,-1-3-5-15,-2 0 5 0,-3 1-20 0,6-2-6 16,-2 0-3-16,0 0-2 0,2-3-9 0,-1-3-6 16,1 0 1-16,0-1-27 0,0-1-22 0,0-1-36 15,-2-1-35-15,1 1-33 0,1-9-49 16,-5 15-49-16,1-10-40 0,0 1-243 0,4-6-540 0,-17 6 240 16</inkml:trace>
  <inkml:trace contextRef="#ctx0" brushRef="#br0" timeOffset="23812.28">14350 8546 2061 0,'5'-19'-9'0,"9"-4"12"15,-9 9 29-15,1 1-2 0,0 1-2 0,1 2-1 16,1 1 8-16,0-1 9 0,1 2 5 0,3 1 13 16,-1 0 2-16,-1 2 1 0,2-1 0 0,-1 3-8 15,2 2 0-15,1 3-5 0,-3 0-3 0,3 2-2 16,-3 2-4-16,0-1-3 0,-1 2-2 15,-2 3-4-15,-1 0 3 0,-3-1-6 0,0 2-1 16,0-2 4-16,-5 3-1 0,-2-5 0 0,-1 4 1 16,-3 0 0-16,-3-2-2 0,-3 2-1 0,-4-3 3 0,-1 2-19 15,0 0-10-15,-7-2-17 0,3-2-22 0,-5 3-34 16,-2-5-40-16,1 2-50 0,7-3-63 0,-8 1-239 16,10-1-497-16,-2-3 220 0</inkml:trace>
  <inkml:trace contextRef="#ctx0" brushRef="#br0" timeOffset="41788.37">6517 8392 109 0,'0'0'152'0,"0"0"-2"0,0 0 10 15,0 0-6-15,0 0-3 0,0 0 1 0,-27 4 1 16,27-4-3-16,-13 0-2 0,13 0 0 0,-12 1-16 16,5-1-8-16,7 0-3 0,0 0-4 0,-12 2-8 15,12-2-8-15,0 0-7 0,0 0-8 0,-9 1-10 16,9-1-8-16,0 0-4 0,0 0-8 0,0 0-8 15,0 0 1-15,32-3-7 0,-12-1-8 0,10 3 2 16,0-1-12-16,3-1-21 0,1-1-15 0,-5 2-29 16,3 1-34-16,-10 2-38 0,-4-1-42 0,1 1-33 15,-8 2-46-15,0-1-132 0,-4 1-396 0,-4 2 176 16</inkml:trace>
  <inkml:trace contextRef="#ctx0" brushRef="#br0" timeOffset="41973.46">6378 8577 95 0,'0'0'211'0,"-8"2"-3"0,8-2-3 0,0 0-11 15,-7 2-14-15,7-2-20 0,0 0-18 0,0 0-13 16,0 0-12-16,24-4-7 0,-5 2-12 0,1 1-11 16,7-2-4-16,2 0-24 0,0 0-25 0,0 1-32 15,0 0-39-15,0-1-39 0,0 3-38 0,-2-2-29 16,-5 1-148-16,-11-3-315 0,8 2 139 0</inkml:trace>
  <inkml:trace contextRef="#ctx0" brushRef="#br0" timeOffset="42200.06">6609 8220 44 0,'-6'-5'195'0,"2"0"-4"0,4 5-14 0,-9-7-13 15,9 7-20-15,-5-3-15 0,5 3-13 0,0 0-3 0,-11 13 2 16,8-2-13-16,-2 3-4 0,-2 12-8 0,0 3-5 16,-2 0-13-16,1 2-4 0,2 1-6 15,1-1-6-15,-3-1-5 0,2-1-3 0,1-3-6 16,1 0-1-16,0 0-17 0,-1-1-24 0,1 0-33 16,1-6-52-16,0-2-37 0,1-1-39 0,1-4-144 0,1-2-329 15,0-4 145-15</inkml:trace>
  <inkml:trace contextRef="#ctx0" brushRef="#br0" timeOffset="42399.43">6774 8192 35 0,'0'0'232'0,"-2"-7"-19"15,2 7-9-15,0 0 2 0,0 0-12 0,-13 20-9 0,5-7-18 16,-3 8-15-16,3 4-8 0,-1-1-18 0,0 7-10 15,1 1-14-15,2 0-8 0,0 0-12 16,1-2-5-16,-1-1-10 0,3 3-46 0,-1-1-41 16,0-1-62-16,3 2-57 0,-3-2-224 0,-1-1-393 0,-3-1 174 15</inkml:trace>
  <inkml:trace contextRef="#ctx0" brushRef="#br0" timeOffset="43214.37">6430 9365 176 0,'0'0'207'0,"0"0"-5"15,0 0-8-15,0 0-10 0,0 0-12 0,0 0-10 16,0 0-18-16,0 0-4 0,0 0-15 16,0 0-13-16,0 0-10 0,0 0-10 0,0 0-7 0,0 0-9 15,0 0-8-15,0 0-6 0,41-6-4 0,-20 5-8 16,-1-3-6-16,8 2-4 0,2-1-10 0,-2 0-27 16,-1-1-30-16,0 3-34 0,-7 0-32 15,-2 1-30-15,-4-1-38 0,-1 1-32 0,-2 1-119 0,-1-3-338 16,-3 3 150-16</inkml:trace>
  <inkml:trace contextRef="#ctx0" brushRef="#br0" timeOffset="43419.28">6395 9510 124 0,'-7'4'188'0,"1"-1"-6"0,6-3-13 16,-8 3-1-16,8-3-9 0,-5 3 1 0,5-3-1 15,0 0-7-15,0 0-9 0,23 9-13 0,-9-9-10 16,6 0-13-16,7 0-9 0,5-4-9 0,-1 3-10 16,3 0-20-16,0 0-27 0,0-2-30 0,-4 1-45 15,-2 0-41-15,-9-1-51 0,0 2-42 0,-7-2-137 16,0 1-340-16,-1-3 151 0</inkml:trace>
  <inkml:trace contextRef="#ctx0" brushRef="#br0" timeOffset="43650.85">6609 9226 140 0,'0'0'222'0,"-6"-6"-19"16,6 6-20-16,-4-5-17 0,4 5-19 0,0 0-4 16,0 0-2-16,-6 13 3 0,2 1-9 0,0 4-9 15,1 0-12-15,1 8-11 0,-7 1-9 0,1 0-7 16,1 1-8-16,-1-1-9 0,-2-1-5 0,1 2-10 15,1-3-3-15,2 0-3 0,-4-1-3 0,3-1-23 16,1-6-29-16,-1 1-39 0,0-2-39 0,2-5-53 16,1 2-52-16,0-2-166 0,0-3-384 0,1-2 171 15</inkml:trace>
  <inkml:trace contextRef="#ctx0" brushRef="#br0" timeOffset="43837.78">6690 9215 84 0,'0'-6'265'0,"2"1"-26"16,-2 5-22-16,0 0-1 0,0 0-18 0,0 0-10 15,0 0-14-15,2 35-8 0,-2-11-19 0,-2 3-11 16,2 5-13-16,-3 1-13 0,0 2-11 0,-1-3-8 16,2 1-8-16,-2-1-15 0,4 3-35 0,-3-3-50 15,3 0-64-15,0-3-82 0,0 3-233 0,-1-5-429 16,-4-2 189-16</inkml:trace>
  <inkml:trace contextRef="#ctx0" brushRef="#br0" timeOffset="45132.89">8261 9450 128 0,'-3'-11'214'0,"0"1"1"0,0 3-9 0,1-1-7 0,1 1-10 15,1 7-9-15,-1-14-5 0,1 14-26 0,-2-9-14 16,2 9-17-16,0 0-10 0,0 0-17 16,0 0-10-16,0 0-2 0,0 0-13 0,0 0-3 15,18 26-10-15,-9-10-1 0,-2 4-7 0,2 2-3 0,-4-3-6 16,6 5-3-16,-2 1 1 0,-4-6-7 0,4-3-3 16,-1 1 1-16,0 0 1 0,1 1 4 0,-2-2-7 15,-1-2 6-15,0-2-2 0,0 1-3 16,-1-4-5-16,0 1 0 0,0 0 1 0,-1-5-5 0,-1 0 0 15,-1 0 5-15,2-1 7 0,-4-4 22 0,4 5 7 16,-4-5-1-16,0 0-3 0,0 0-6 0,18-12-1 16,-10 3 0-16,2-5 0 0,0 0 0 15,0-3-9-15,6-8-4 0,-2 0-1 0,1-3-6 0,2-1 8 16,-2 3-13-16,0-3-4 0,-1 0-2 0,0 5-1 16,-2 2 1-16,-3 6-5 0,-2 0 5 0,0 6-7 15,-2 0-2-15,-1 2-22 0,-1 3-21 0,-3 5-29 16,3-6-16-16,-3 6-14 0,0 0-11 0,0 0-18 15,0 0-23-15,0 29-20 0,-2-12-11 0,-1 3-18 16,1 5-22-16,0 2-166 0,0-2-419 0,3-7 186 16</inkml:trace>
  <inkml:trace contextRef="#ctx0" brushRef="#br0" timeOffset="45350.25">8667 9639 98 0,'11'-11'178'0,"-11"11"5"0,0 0 12 0,4-9 5 16,-4 9 9-16,0 0-10 0,2-6-17 0,-2 6-22 15,0 0-16-15,0 0-17 0,0 0-15 0,0 0-7 16,0 0 7-16,0 0-8 0,0 0-3 0,1 24-2 16,0-12-9-16,-1 3-5 0,0 0-7 0,0 1-7 15,0-1-7-15,0 1-9 0,-1-3-2 0,1 3-5 16,-1 1-3-16,1 0-8 0,-2-2-2 0,2-4-3 16,0 1-27-16,0 0-23 0,-1 0-17 0,1 0-25 15,-1-2-41-15,1-2-41 0,0-1-34 0,-2 1-33 16,2-8-30-16,-1 9-132 0,1-9-403 0,0 0 179 15</inkml:trace>
  <inkml:trace contextRef="#ctx0" brushRef="#br0" timeOffset="45569.8">8678 9665 47 0,'7'-11'200'16,"2"2"-10"-16,5-1 0 0,1 1-6 0,3 2-2 0,-5 5-10 15,6 1-3-15,-1 1-8 0,0 3-8 16,1 2-8-16,-4 2-13 0,1 3-8 0,-2 0-5 15,-3 1-12-15,2 3-7 0,-4-2-7 0,-3 0-8 16,2 2-6-16,-4-2-6 0,-4 1-5 0,0 3-6 16,-3 0-1-16,-1-4-10 0,-1-1-2 0,-1 1-6 0,-2 2-5 15,0-5-10-15,-4 4-20 0,-1-1-19 0,0-1-22 16,3-3-32-16,-4 1-39 0,1-4-48 16,4 2-40-16,1-5-52 0,-2-1-142 0,10-1-417 15,0 0 184-15</inkml:trace>
  <inkml:trace contextRef="#ctx0" brushRef="#br0" timeOffset="45869.3">9159 9613 155 0,'9'-6'254'0,"-3"3"-2"16,-2-1-7-16,-4 4-17 0,7-6-20 0,-7 6-21 16,0 0-16-16,0 0-16 0,0 0-14 0,0 0-6 15,0 0-16-15,-21 22-9 0,11-14-12 0,0 4-8 16,1 3-8-16,-1-1-9 0,0 2-6 0,4-2-13 15,2-2-1-15,2 4-11 0,2-4-8 0,1-1-4 16,0 1-4-16,3-1-1 0,0 2 1 0,2-1-3 16,1-2-7-16,-1 0 1 0,0-1-5 0,1 0 0 15,1-1-2-15,-5-1-3 0,4-2 0 0,-2 1 0 16,-3-3 5-16,-2-3-1 0,6 10 3 0,-6-10 2 16,0 0 0-16,-4 10 5 0,4-10-5 0,-16 9 4 15,5-3-6-15,-2-3-10 0,-6 3-19 0,1 0-19 16,1-1-16-16,0-2-38 0,4-1-39 0,-1 1-47 15,2-1-36-15,1-2-50 0,-2 3-134 0,4-3-425 16,9 0 189-16</inkml:trace>
  <inkml:trace contextRef="#ctx0" brushRef="#br0" timeOffset="46334.91">9322 9840 59 0,'16'-8'269'0,"2"-2"-15"0,-3 1-3 15,4-1-22-15,-2-1-19 0,2 0-21 0,5-3-15 16,1 1-17-16,-4 1-7 0,-3 1-12 16,-1 2-2-16,1-3-8 0,0 2-11 0,-3 0-2 0,1-2-7 15,-3 2-6-15,1-3-6 0,-5 5-8 0,-1 1 0 16,0 0-4-16,-2 2 9 0,-1-1-3 0,-1 1 0 16,-4 5-6-16,5-7-2 0,-1 4-6 0,-4 3-12 15,0 0-4-15,4-6-17 0,-4 6-15 0,0 0 5 16,0 0 9-16,0 0-7 0,0 0-6 0,-12 28-2 15,8-17 6-15,2 0-1 0,-1-1-8 0,2 1-7 16,-1-1 1-16,2-2 7 0,2 2-4 0,-1 0-4 16,3-2 1-16,1 0 1 0,2-5 4 0,2 4-6 15,1-2 0-15,-1-3 3 0,2 0-12 0,2-4 1 16,-1 2 1-16,3-2 6 0,-2-2-6 0,-2-1 4 16,1 1 0-16,-2-2-6 0,0-2 1 0,-1 1 4 15,0-3-3-15,-2 3-16 0,-1-4 13 0,0 3-2 0,-2-4 3 16,1 2 2-16,-2 0-3 0,-1-1 4 15,0 2-6-15,-1 4 5 0,2-2-3 0,-3 7-2 16,1-10-7-16,-1 10-3 0,0 0-4 0,0 0 3 16,0 0 2-16,0 0 11 0,0 0-13 0,0 27 9 15,-1-16 9-15,-3 6-5 0,1-1-4 0,0 0 6 0,1 0-9 16,-1-4-8-16,1 2-27 0,0 1-20 16,0 0-39-16,2 1-27 0,-3-4-38 0,1 0-50 15,-1-1-70-15,1 0-314 0,-2-2-643 0,-1 0 284 16</inkml:trace>
  <inkml:trace contextRef="#ctx0" brushRef="#br0" timeOffset="46487.46">9541 9552 2543 0,'-10'-17'2'0,"4"1"25"0,-1 4-16 0,2 1-11 15,1 1-9-15,0 5-26 0,4 5-5 0,0-7-4 16,0 7-4-16,0 0-42 0,20 10-57 15,-4 3-215-15,7 0-392 0,1 5 173 0</inkml:trace>
  <inkml:trace contextRef="#ctx0" brushRef="#br0" timeOffset="46892.1">10475 10085 2954 0,'-6'-11'33'16,"-1"-3"15"-16,2-3-26 0,-2 2-8 0,4-3-2 16,3 2-4-16,3-2 1 0,6-8-3 0,2 0 10 15,1-1 9-15,3 1 3 0,0 0-4 0,5 1 0 16,-1-1 2-16,-3-3-5 0,3 1-5 0,1 0 0 16,-1-3 2-16,2 4-5 0,-5-1 0 0,-1 2-1 15,-1 3-3-15,-2 7 0 0,-3 0 3 0,-4 6-2 16,0 1-4-16,-1 0 2 0,-2 4-5 0,0 0 0 15,-2 5 0-15,0 0 0 0,0 0-4 0,-20-1 2 16,8 6-4-16,-4 2 15 0,-1 4-20 0,0 2 16 16,0-3-5-16,1 2-10 0,0 2-4 0,6-2-9 15,2 2 3-15,-2-1-1 0,6-3 4 0,4 2-1 16,3 1 4-16,2-3 2 0,5 3 0 0,2 2 1 16,3-3-1-16,0 1 1 0,2-1 4 0,0-1-6 15,0 0 8-15,-2-2-4 0,1 1 1 0,-3-2-1 16,-3 1 2-16,3-4 0 0,-7 4 0 0,0-2 1 15,-3-1 2-15,0 0-15 0,-3 1-16 0,-1 2-26 16,-4-1-30-16,-2-1-44 0,-2 2-42 0,-2-3-38 0,0 1-209 16,-1-4-454-16,-1 1 201 0</inkml:trace>
  <inkml:trace contextRef="#ctx0" brushRef="#br0" timeOffset="47402.96">10815 9701 153 0,'9'-7'233'16,"0"1"-17"-16,-2 1-12 0,-1 1-16 0,3 2-8 0,-9 2-9 16,13 4 0-16,-4 1-3 0,2 2-5 15,-5 3-11-15,1-3-11 0,1 5-11 0,-3-1-10 0,1 1-7 16,-2-1-9-16,0 0-4 0,-2 1-11 16,0-1-8-16,0-1-8 0,-2-3-2 0,1-1-5 15,-1-6 5-15,-2 9-2 0,2-9-5 0,-3 6-2 0,3-6-7 16,-7 1-9-16,7-1-1 0,0 0-3 15,-14-10-2-15,8 4 0 0,4 0-9 0,-1-2-1 16,-1-2-8-16,4-4 0 0,0-3-4 0,3-2-7 16,1 2 1-16,2-10-4 0,7 3-6 0,-1-1-3 0,2 2 0 15,3 4 8-15,-4 3-13 0,1 5 2 0,0 2 0 16,-2 4-1-16,1 3-2 0,-3 2 1 0,3 3-4 16,-2 4 0-16,3 3 3 0,-2 2-2 0,-2 0 4 15,3 2-4-15,-4 2 4 0,1-1 1 0,0-1-1 16,-3 1 1-16,-1-3 3 0,-2 1-4 15,-2-3 6-15,4 0 3 0,-4-3-4 0,0-1-1 0,0 0 1 16,-2-6 8-16,4 8 1 0,-4-8 0 0,1 5 7 16,-1-5-11-16,0 0 2 0,0 0 3 0,0 0-1 15,0 0-8-15,0 0-1 0,0 0-4 0,-4-28-4 16,8 17-3-16,0 1 1 0,2-2-4 0,-1 1 0 16,9-2-3-16,-3-1-1 0,3 2-3 0,1 2 4 15,-2 3-2-15,-1 2 3 0,-1 1-4 0,-1 4 3 16,0 2 2-16,0 1-1 0,3 2 0 0,-2 2 3 15,-4 2-1-15,2 1 5 0,-4 3 4 0,-1 1-1 16,-1 1-5-16,-1 2-34 0,-1-2-34 0,-2 2-43 16,0 1-44-16,1-3-43 0,-1-3-54 0,1 0-164 15,0-2-462-15,1-3 204 0</inkml:trace>
  <inkml:trace contextRef="#ctx0" brushRef="#br0" timeOffset="48198.55">11613 9661 230 0,'-2'-8'274'0,"-1"2"-15"16,-3 0-13-16,6 6-14 0,-12-6-15 0,5 6-8 15,7 0-15-15,-21 4-11 0,10 2-12 0,1 2-14 16,0 0-5-16,1 2-24 0,1 0-11 0,2-1-6 16,0 2-15-16,2 0-5 0,1 1-13 0,2-3-4 15,1 1-7-15,0-3-8 0,3-1-4 0,0 2-1 16,2-3-3-16,3-2-8 0,1 2 6 0,0-4-7 15,5 2-4-15,-2-5-2 0,1 0-6 0,-2-1-1 16,0-2 0-16,1 0-1 0,-2-3-7 0,4-2-3 16,-5 1 11-16,0 0-12 0,-1-1 2 0,-2-1-5 0,-2-1 2 15,0 1-1-15,1-1 11 0,-3 2-17 16,1 0 2-16,-2 4 0 0,1-1-4 0,1 1-1 16,-3 6-4-16,0 0-5 0,0-10-1 0,0 10-4 15,0 0 2-15,0 0 6 0,0 0-3 0,3 26-1 16,-4-16 0-16,1 3 6 0,0-1 9 0,0 3 1 15,1-2 13-15,3 1-9 0,-3-4 3 0,1 2-2 16,2-2-2-16,3 1-1 0,-1-1 1 0,-2-3 13 16,2-1-17-16,2-1 4 0,1-1-8 0,0-1 14 15,5-1 8-15,-1-1 1 0,1-4 6 0,3 0-2 0,-1-6 5 16,-1 2-8-16,2-1 4 0,-4-2 2 16,-1-1 1-16,-1-2-18 0,-2-1 11 0,0-3 2 15,-3 0-8-15,1-1 5 0,-1-6-3 0,-1-1-7 0,-1-2 4 16,-2 0-8-16,0-1 1 0,-1 0-1 0,-1 1-3 15,-1 1-5-15,-2 7 6 0,4 2 5 0,-2 5 4 16,2 0-4-16,-2 2 7 0,1 2 0 0,0 8-9 16,0-11-5-16,0 11-2 0,0 0-2 0,0 0 0 15,0 0-12-15,0 0 10 0,-5 38-2 16,5-13 1-16,-2 3-7 0,0-1 7 0,0 1-5 0,3-4 2 16,0 1-2-16,1 1 1 0,0-6-1 15,2-2 16-15,2-2-13 0,-2 1-1 0,4-4 4 0,-1-3 7 16,6 4-8-16,-1-4 1 0,2 1-1 0,0-5 1 15,4 1 2-15,1-5 0 0,-1-1-1 0,3-1-1 16,-4-3 7-16,6-1-6 0,2-3 0 0,-5-1-3 16,0 0 3-16,-2-3-3 0,0 0 1 0,2-5 1 15,-4 1-9-15,0-5-10 0,-3-1 5 0,-6 3-8 16,2-1-1-16,-2-7 9 0,-1-1-15 0,-4 2 9 16,-1 7-4-16,0 1 1 0,-1 2 1 0,3 1 8 15,-3 4-3-15,0 4 2 0,0 0-2 0,0 6-9 16,0 0-1-16,0 0 6 0,0 0 3 0,0 0 10 15,0 0-8-15,-7 20-3 0,3-2 4 0,-2 0 15 16,1 8-1-16,-4-2 1 0,4 0-5 0,3-3 2 16,-2 3 2-16,1-5 3 0,2 1-24 0,-2-2 24 15,3 1 0-15,0-3-7 0,2 1-39 0,-1-1-29 16,0-4-48-16,2 0-40 0,-1 0-31 0,2-1-55 16,-1-1-61-16,1-1-70 0,1-1-203 0,-3-2-620 15,3 0 274-15</inkml:trace>
  <inkml:trace contextRef="#ctx0" brushRef="#br0" timeOffset="48375.46">12630 9836 174 0,'0'10'257'0,"0"-10"-14"0,0 12-16 0,0-12-19 16,-4 11-17-16,-1-2-24 0,-1-1-15 0,-2 2-42 15,-1-1-47-15,-4 3-58 0,-1-3-81 0,1 2-85 16,-3-1-99-16,5-5-282 0,-9 2 124 0</inkml:trace>
  <inkml:trace contextRef="#ctx0" brushRef="#br0" timeOffset="48962.1">13038 9585 37 0,'0'0'188'0,"10"-5"5"0,-10 5 5 16,0 0-6-16,0 0-4 0,9 8-7 0,-7 1-11 15,0-2-11-15,-2 3-17 0,2 0-10 16,-2 1-15-16,2-1-5 0,-1 2-15 0,1 0-4 0,-2-3-12 15,2 3-3-15,0-3-6 0,-2-3-3 0,0-6-3 16,0 10-2-16,0-10 7 0,0 11 10 16,0-11 10-16,0 0 14 0,3 5 4 0,-3-5-5 15,0 0-11-15,0 0-5 0,0 0-12 0,0 0-9 0,0 0-4 16,0 0 0-16,-9-30-5 0,9 19-16 0,2-5 0 16,2 1-6-16,2-2-8 0,2 1 1 0,3-7-10 15,3-2 0-15,3 5-9 0,0-3 0 16,2 3-4-16,-3 1 5 0,5 2-5 0,-4 7 1 0,-1 2-2 15,0 2-3-15,2 4 3 0,-3 0-6 0,-1 4-1 16,4 3 3-16,-6 2-1 0,3 2-4 0,-1 4 2 16,-5 3 3-16,1 0-5 0,0 1 7 0,-5 1-5 15,1-1-1-15,0-1 2 0,-5 4 9 0,3-3-7 16,-4 1-3-16,2-2-1 0,-2 0-23 0,-2 0-36 16,2-3-33-16,0-2-41 0,-4 1-56 0,3-3-53 15,-1 1-55-15,-4-5-186 0,4 1-525 0,2-6 234 16</inkml:trace>
  <inkml:trace contextRef="#ctx0" brushRef="#br0" timeOffset="49233.77">13511 9696 211 0,'0'0'223'0,"4"-2"-18"0,-4 2-4 0,0 0-14 16,0 0-4-16,0 0-8 0,7 13-12 0,-5-7-11 15,4-1 1-15,0 1-7 0,4 1-6 0,-1-1-7 16,5-1-12-16,4 1-3 0,4-3-11 0,1 0-8 15,3-1-6-15,4-3-6 0,-3 0-3 0,2-2-14 16,-9 1-2-16,-4-1-9 0,2-1-4 0,-5-1-3 16,-3 0 2-16,-2-1-9 0,-1-1-1 0,-3-2-6 15,0 0-2-15,-8-2-5 0,0 0 1 0,-5-3-8 16,-2 2-3-16,-5-1-3 0,-4-4-1 0,2 7-2 0,0 0-1 16,-2 3-6-16,-2 3-10 0,-8-2-14 15,1 3-17-15,10 6-21 0,-7 1-20 0,6 3-31 16,1 0-50-16,2 3-46 0,7-2-51 0,-2 1-213 15,5 0-504-15,5-2 223 0</inkml:trace>
  <inkml:trace contextRef="#ctx0" brushRef="#br0" timeOffset="49502.38">14162 9515 171 0,'6'-25'282'15,"-1"0"-20"-15,1 1-6 0,-4 6-8 0,4 2-6 16,-2-1-3-16,-1 3 9 0,-1 5-9 0,0 0-24 16,0 2-23-16,0 1-23 0,-2 6-27 0,0 0-11 15,0 0-5-15,14 14-7 0,-5 4-5 0,1 8 20 16,-5 6-17-16,5 2-4 0,-2 11-2 16,-6-10-11-16,1 12-10 0,-3-12-6 0,0-2 1 0,-3 3-12 15,1-3-10-15,2-1-7 0,-4-3 2 0,4 2-20 16,-4-5-46-16,4 1-50 0,-2-8-39 0,-1 1-26 15,0 0-34-15,-1-3-44 0,4-4-55 0,-3-3-57 16,-1 1-238-16,0-5-597 0,4-6 265 0</inkml:trace>
  <inkml:trace contextRef="#ctx0" brushRef="#br0" timeOffset="49716.82">14258 9581 32 0,'12'-12'233'15,"1"2"-12"-15,-4 3-4 0,5 1-3 0,3 2-10 16,-2 3-10-16,2 2-14 0,1 1-18 0,-5 1-12 16,5 4-9-16,-4 0-13 0,-2 5-12 0,0-2-11 15,-3 0-7-15,-4 1-8 0,2 1-9 0,-7 1-4 16,2-1-9-16,-6 2 5 0,-5 2-18 0,0-4-6 16,-4 1-13-16,-1 1-18 0,0-2-31 0,-6-2-28 15,3 1-40-15,-2-3-60 0,1-1-55 0,-2 0-216 16,2-3-446-16,5-2 198 0</inkml:trace>
  <inkml:trace contextRef="#ctx0" brushRef="#br0" timeOffset="49905.61">14517 9573 188 0,'9'-9'264'0,"2"3"-8"0,-5-2-10 0,4 3-7 15,-3 1-28-15,-1 2-22 0,-6 2-19 0,13 0 11 16,-6 3-19-16,1 5-10 0,0 0-9 0,-2 3-10 0,0 0-6 15,1 6-8-15,-3 0-13 0,-2-2-12 16,0 3-5-16,0-1-22 0,1 1-38 0,-6-1-37 16,3-1-49-16,-2 0-48 0,2-2-66 0,-2-4-52 15,0 0-211-15,-1 0-470 0,-1-3 208 0</inkml:trace>
  <inkml:trace contextRef="#ctx0" brushRef="#br0" timeOffset="50062.65">14638 9468 1758 0,'4'-31'-7'0,"2"3"38"0,-4 9-22 16,0 1-3-16,2 5-5 0,-2 3-6 15,-2 2-6-15,2 3 8 0,-2 5-20 0,7-3-5 16,-7 3-15-16,12 10-15 0,-4 4-36 0,-1 3-32 0,-2 2-109 16,1 10-254-16,3-1 112 0</inkml:trace>
  <inkml:trace contextRef="#ctx0" brushRef="#br0" timeOffset="50251.42">14834 9674 177 0,'4'-5'242'0,"3"0"-9"0,0-4-1 0,2 1-7 15,1-4-4-15,2-1-7 0,2 1-8 0,-1-1-8 16,3 2-26-16,-3 0-9 0,5 3-14 0,-4 0-9 16,3 3-16-16,-6 3-18 0,1 4-7 0,-1-1-7 15,-2 3-10-15,0 4-8 0,-1 0-14 0,-2 2-4 16,0 4-5-16,0 3-13 0,-5-5-38 0,3 5-31 15,-4-1-40-15,-4 2-62 0,0-2-74 0,1-1-75 16,-1-3-157-16,2-3-475 0,2-9 211 0</inkml:trace>
  <inkml:trace contextRef="#ctx0" brushRef="#br0" timeOffset="50474.27">15247 9504 22 0,'-6'-14'304'0,"2"2"-14"0,-1 2-3 16,-3 0-8-16,3 6-10 0,-1 0-18 0,-2 2-16 16,-4 3-16-16,2 3-16 0,0 1-10 0,0 4-17 15,-3 5-12-15,4-1-8 0,0 3-10 0,1 1-31 16,3-2-6-16,5 4-13 0,2-2-3 0,0 1-13 16,5-4-8-16,1 2-36 0,2-2-32 0,1-2-38 15,7-2-38-15,-5-1-43 0,6-1-46 0,-1-1-46 16,2-5-46-16,-2 0-241 0,0-4-533 0,0 0 237 15</inkml:trace>
  <inkml:trace contextRef="#ctx0" brushRef="#br0" timeOffset="50808.48">15420 9351 116 0,'2'-15'239'16,"1"5"5"-16,-2-1-2 0,0 5-14 0,1 0-19 15,-2 6-23-15,2-7-26 0,-2 7 9 0,0 0-10 16,0 0-3-16,4 33 0 0,-8-4-6 0,4 1-1 0,2 4-9 15,-4-1-12-15,2-1-1 0,-1 4-11 16,1-1-6-16,1-1-9 0,-1-4 4 0,2-6-26 16,-2 1-4-16,2-8-6 0,-1-5-11 0,2-2-4 15,-2-2-3-15,-1 0 5 0,0-8-6 0,1 10-3 0,-1-10-5 16,0 0 0-16,2 6-4 0,-2-6-4 0,0 0-5 16,0 0-6-16,15-16 1 0,-5 8-7 15,3-3-3-15,1-2 9 0,8-4-12 0,2 0-8 16,-2 0 3-16,3 0-6 0,0 5 2 0,-6 3 0 15,-1 1 7-15,-4 4-9 0,-3 1-6 0,0 3-7 0,0 0-2 16,-1 2 14-16,-1 0-1 0,-4 1-6 16,3 3 8-16,-2 1-2 0,-1 1 3 0,1 0-5 0,-3 2 6 15,5-1-10-15,-4-1-50 0,0 1-48 0,-2 1-62 16,2 1-74-16,-1-3-91 0,-2-2-215 0,2 1-593 16,-3-7 263-16</inkml:trace>
  <inkml:trace contextRef="#ctx0" brushRef="#br0" timeOffset="50971.61">15947 9682 241 0,'2'-5'305'15,"-2"5"-4"-15,0 0-11 0,0 0-20 0,4-6-27 16,-4 6-24-16,0 0-24 0,7-6-21 0,-2 3-30 16,8 1-40-16,0 0-43 0,6-1-43 0,-1 2-54 15,4-1-57-15,5-1-54 0,1 0-28 0,1 2-19 16,-1-3-126-16,1-1-347 0,1 0 153 0</inkml:trace>
  <inkml:trace contextRef="#ctx0" brushRef="#br0" timeOffset="51502.59">16354 9513 68 0,'-4'-12'176'0,"0"0"-12"15,2 1 12-15,-2 1 11 0,-1 0 2 0,2 6-3 16,3 4-15-16,-8-7-8 0,8 7 2 0,-11 3 6 16,6 5 5-16,-4 1 5 0,2 2-9 0,-2 4 1 15,4 1-11-15,-1 0-7 0,1 1-9 0,4-1-10 16,-1 3-1-16,4-3-3 0,2-2 2 0,1-2-18 15,5 2-16-15,0-2-5 0,3 1-8 0,1-3-8 16,0-2 3-16,-1-2-14 0,3-1-7 0,-2-2-6 16,-2-2-9-16,2-1 2 0,-1 2-4 0,-3-5-6 15,0 1-11-15,-2 0-4 0,-3-3-5 0,1-2-21 16,1 0-8-16,-6-5-9 0,0 3-14 0,-2-4-5 16,-4-3-4-16,-1-1 1 0,-5-5-3 0,-4-2 3 0,0 1-1 15,-1 2 7-15,4 4 5 0,0 2-1 16,-1 2 20-16,6 3 3 0,-1 2 8 0,0 2 4 15,4 0 0-15,1 0-6 0,3 6 1 0,-7-5 2 16,7 5-1-16,0 0-1 0,0 0 2 0,0 0 9 16,0 0 4-16,0 0 0 0,33 8-13 0,-11-4 13 15,5 1-5-15,2-3-3 0,1 0-6 0,-3-2-11 0,2-2-2 16,-2-2 7-16,-8 2-12 0,0-2-6 16,-1-1 6-16,-1-3-4 0,-6 2 8 0,-1-1-4 0,-1-1 6 15,-1-1 1-15,-2-3 5 0,0 2-4 0,-3-3 0 16,0 1 5-16,-1 1 11 0,0 0 0 15,-1 0 4-15,-1 1 3 0,0 10 22 0,0-12-11 16,0 12-3-16,0-10-3 0,0 10-13 0,0 0 9 0,0 0 18 16,0 0 13-16,-1 29 4 0,1-8 12 0,0 8 0 15,-2 4 11-15,0 0 0 0,-1 2 14 0,1 11 11 16,-1-11-3-16,3 0-6 0,0-2-3 0,-1 1-11 16,0-4-1-16,1 4-8 0,0-2-6 0,-2-1-7 15,4-3-4-15,-1-2-5 0,-1-8-10 0,3 0-29 16,-2 1-36-16,0-2-63 0,0-2-34 0,-1-3-41 15,2-2-46-15,-2-4-44 0,0-6-63 0,0 0-63 16,0 0-230-16,0 0-669 0,0 0 295 0</inkml:trace>
  <inkml:trace contextRef="#ctx0" brushRef="#br0" timeOffset="51834.11">16717 9658 244 0,'5'-5'234'0,"3"1"-20"16,2-4-22-16,0 3-12 0,2 1-19 0,4-2-15 15,-3 1-14-15,6 0-12 0,0 0-17 0,8-1-7 16,-5 1-24-16,6-1-32 0,-9 2-35 0,0-3-31 16,-1 2-24-16,-2-2-20 0,1-1-13 0,-4-1 8 15,0 0 4-15,-5 1 7 0,2-7 16 0,-1 1-1 16,-3-1 18-16,-2-1 11 0,-1-3 6 0,-1 2 22 16,-1-1 14-16,1 0 20 0,-1 3 20 0,-2 3 12 15,-1 1 10-15,1 1 12 0,1 10 1 0,-2-11-7 16,2 11-7-16,0-7 1 0,0 7 15 0,0 0 16 15,0 0 18-15,-7 29 7 0,3-4 13 0,-2 2 23 16,2 3 8-16,-1 2 3 0,-1-1-2 0,0 0-8 16,0-1-9-16,1 1-12 0,1-1-8 0,0-1-15 0,-1-3-14 15,3 1-11-15,-1-8-11 0,2 7-10 0,-1-9-10 16,1 0-8-16,1-5-38 0,-2-1-56 16,0-2-55-16,4 0-56 0,-4-1-55 0,0-1-58 15,2-7-83-15,0 0-304 0,0 0-687 0,0 0 305 0</inkml:trace>
  <inkml:trace contextRef="#ctx0" brushRef="#br0" timeOffset="51975.25">17045 9635 278 0,'4'-6'278'0,"-1"0"-25"0,-3 6-14 0,7-9-6 0,-3 2-26 16,3 1-23-16,4 2-17 0,1-3-16 0,5 3-21 15,4-1-46-15,-1-1-60 0,11 0-75 16,1 0-88-16,-1-1-201 0,1 0-368 0,-2 0 163 15</inkml:trace>
  <inkml:trace contextRef="#ctx0" brushRef="#br0" timeOffset="52122.18">17521 9517 154 0,'0'0'315'0,"-16"1"-7"0,16-1 13 0,-7 1 14 16,7-1 6-16,0 0-5 0,-11-1-31 0,11 1-36 15,0 0-19-15,0 0-28 0,0 0-42 0,0 0-54 16,-9-4-69-16,9 4-77 0,0 0-78 0,0 0-97 15,0 0-123-15,0 0-164 0,0 0-521 0,0 0 230 16</inkml:trace>
  <inkml:trace contextRef="#ctx0" brushRef="#br0" timeOffset="52268.1">17223 9492 25 0,'0'0'110'0,"0"0"-43"0,0 0-53 16,-7-2-50-16,7 2-39 0,0 0 17 0</inkml:trace>
  <inkml:trace contextRef="#ctx0" brushRef="#br0" timeOffset="54562.08">7839 10339 56 0,'4'-10'235'0,"-2"7"-25"0,-2 3-21 0,4-7-18 0,-4 7-13 15,0 0 7-15,0 0-6 0,9 20-4 0,-6-1-3 16,-3 5-10-16,-2 5-13 0,1 4-7 15,-2-2-14-15,-2 1-7 0,0 2-12 0,-1 1-6 0,-1-1-6 16,1-2-8-16,1 1-8 0,0-5-5 0,-2 1-6 16,0-3-4-16,2-1-4 0,2-5-3 0,-1-2-2 15,2-2-4-15,-1-3-19 0,0-1-30 0,2 0-34 16,0-4-51-16,-2 1-51 0,0-1-42 0,3-8-213 16,-5 8-438-16,5-8 193 0</inkml:trace>
  <inkml:trace contextRef="#ctx0" brushRef="#br0" timeOffset="55094.05">7747 10713 1904 0,'5'-17'58'16,"0"3"-10"-16,3-1-34 0,-3 4 1 0,4 1-10 15,-2 1-5-15,6-4 6 0,2 1 7 0,0 1 3 16,8-3 4-16,-4 3 11 0,3-3-3 0,3 4-1 16,-6 0-2-16,-2 1-1 0,2 0 0 0,-2 1-2 15,-1-1-1-15,-2-1-2 0,-2 3 0 0,-1-2 5 16,-3 3 3-16,2-4-5 0,-2 1 4 0,-2 2 5 15,1-2 4-15,-2 4-2 0,-2-3-4 0,1 3-2 16,-4 5 1-16,5-11-4 0,-2 8-3 0,-3 3-2 16,0 0-8-16,3-7 1 0,-3 7-5 0,0 0 3 15,0 0-5-15,-2 24 1 0,-2-7 6 0,-2 6-9 16,0 3 3-16,-4 1-4 0,4 4 4 0,-1-3-1 16,1 2-2-16,0 0 3 0,2-2-2 0,2-9-2 15,-1-2 3-15,2 1-1 0,1-7-1 0,0-1 3 16,-1 0-2-16,1-2-1 0,0-8 2 0,0 11-1 15,0-11 4-15,4 6-3 0,-4-6 0 0,0 0 2 16,16-6-4-16,-6 1 4 0,1-1-1 0,6-3-1 16,-2-1 2-16,4 0 5 0,-1 2-2 0,-3 1-4 15,1 1 5-15,1-1-3 0,-2 2 4 0,5 1-3 16,-1 2 2-16,1-2-3 0,0 1 1 0,1 2-4 16,0-3 3-16,-2 1-2 0,1-1 1 0,-3 1 3 15,3 0-3-15,-4 0-2 0,-1-1 0 0,-1 0 3 16,-2 0 1-16,-1-3-2 0,0 0-2 0,-3 2 2 15,-1-2 1-15,-1 0-3 0,-3 0-1 0,-1-2 2 16,-2-1 1-16,0 10 2 0,-2-13 5 0,-3 6-5 16,1 0-2-16,-1 0 0 0,-2 4-7 0,1 1 3 15,-6 1 2-15,1 2-1 0,-7 2-3 0,2 4 3 16,-1 5 0-16,0 0-2 0,-2 6 4 0,0 1 1 16,5 3-6-16,3 1 4 0,3 1-4 0,5-5-12 15,3-1-23-15,3-1-46 0,4 0-55 0,7-2-69 16,6 4-248-16,7-6-490 0,4-4 216 0</inkml:trace>
  <inkml:trace contextRef="#ctx0" brushRef="#br0" timeOffset="55324.77">9179 10559 63 0,'-7'-6'271'16,"0"3"-9"-16,-4-1-14 0,1 4-14 0,10 0-16 15,-18 6-10-15,5 2-16 0,-2 4-5 0,3 3-7 16,1 2-19-16,-2 5-16 0,6-5-12 0,1 7-14 16,3 1-7-16,3-6-13 0,3 7-9 0,2-8-7 15,2 2-8-15,4-5-11 0,-1 0-21 0,3-1-28 16,2-3-24-16,2-1-21 0,2-1-33 0,2-3-42 16,-2-3-37-16,0-1-38 0,-1 0-30 0,2-2-201 15,-3-4-444-15,-2-1 196 0</inkml:trace>
  <inkml:trace contextRef="#ctx0" brushRef="#br0" timeOffset="55911.18">9454 10505 133 0,'1'-19'218'0,"2"1"13"0,-2 1 2 0,1 6-1 0,-2 1-6 16,0 3-23-16,0 7-21 0,0-9-21 0,0 9-18 16,0 0-11-16,0 0-7 0,0 0-2 15,-6 33 4-15,0-7-3 0,0 2-10 0,-2 3-6 16,2-3-14-16,-3 5-7 0,2 0-7 0,1-4-8 15,2 1-6-15,2 0 5 0,-1-6-15 0,0-5-5 0,2-2-4 16,0-6-6-16,1-1-1 0,-3-3-8 0,3-1 1 16,0-6 0-16,-1 9 0 0,1-9 1 15,0 0-6-15,1 8-5 0,-1-8-9 0,0 0-3 16,0 0-5-16,14-13-3 0,-5 3 0 0,-1 1 2 16,2-5-8-16,4-2-11 0,0 2-2 0,3 1 4 0,0 1 4 15,-1 4-6-15,1-2 0 0,-3 4-1 0,-1 4 5 16,-1-1-3-16,1 3 3 0,-1 1-2 0,0 1 4 15,0 0-2-15,2 4 2 0,-3-2 3 0,6 4-1 16,-3-1 4-16,-1-3 4 0,4 5 3 0,-1-6-1 16,2 2 5-16,-1 1-1 0,2-4 1 0,0-1 2 15,-1-2 3-15,0-1-2 0,2-1 1 0,-4-2 1 16,1 2-2-16,-1-2 2 0,-4 0-3 0,-1 0 0 16,-1-1 4-16,1-1 0 0,4-2 9 15,-10 3-4-15,-1-1-1 0,1-1 8 0,-3 1-6 0,1-2 0 16,-2 3 2-16,-1 6-1 0,0-13 2 0,-3 6 0 15,3 7 2-15,-6-11-17 0,1 7 3 0,5 4-10 16,-12-4 7-16,2 3-8 0,-1 2 5 0,1 0-5 16,0 4 0-16,-1-1 4 0,2 2-9 0,5-3 2 15,-1 3 4-15,-2 0-5 0,0 2 5 0,3-3-3 16,3 1-1-16,-2 2 2 0,3-8 4 0,-1 11 3 16,1-11-10-16,3 9 6 0,-1-3 0 0,2-2-1 15,0 2 3-15,2-3-6 0,-1 2 0 0,1-1 3 16,-1 2-8-16,0-2 6 0,1-1 10 0,0 1-10 15,0 1-4-15,-1 2 11 0,1-2-10 0,-1 3 2 16,4-1-1-16,-2 1-7 0,-6-2-23 0,1 1-40 16,0 1-43-16,-2-1-63 0,0-7-81 0,-2 16-80 15,2-16-175-15,-2 13-558 0,2-13 247 0</inkml:trace>
  <inkml:trace contextRef="#ctx0" brushRef="#br0" timeOffset="56313.45">10097 10692 1849 0,'-1'-11'87'0,"-2"-2"19"0,1 3-35 0,0 0-4 15,1 4 9-15,1 6 2 0,-4-11-2 0,4 11-6 16,-2-8-10-16,2 8-4 0,-2-8-6 0,2 8-7 16,0 0 0-16,0 0 0 0,0 0-3 0,0 0 0 15,0 0-4-15,0 0-1 0,0 0-2 0,22 11-1 16,-18-5 1-16,0 1 3 0,1 0 4 0,1 2 10 15,-3 1-2-15,1 3 1 0,1 3-4 0,-4-6 2 16,0 3 0-16,1-3-4 0,-1-2-4 0,-2 1 2 16,1-9-7-16,-2 11 0 0,4-5 4 0,-2-6 1 15,1 10 4-15,-1-10 13 0,0 0 7 0,0 7 6 16,0-7 5-16,0 0-5 0,0 0-5 0,0 0-5 16,0 0-14-16,0 0-6 0,0 0 3 0,0 0-8 15,5-28 1-15,-1 18-5 0,2 0-1 0,1-1-14 0,3-1 9 16,3-1-5-16,-2 2 2 0,-1 3-9 15,6-2-3-15,-6 4-6 0,3 1 15 0,-2 2-20 16,0 2 4-16,0 2-1 0,-1 3 5 0,-1 0-9 16,0 2 2-16,-1 4-1 0,-1 2 5 0,-1 0-3 15,-1 3 2-15,-2-3-8 0,0 2-28 0,-1 0-49 16,-3 1-38-16,0 1-40 0,0-2-65 0,1-3-69 16,-2 1-306-16,2-1-652 0,-2-2 289 0</inkml:trace>
  <inkml:trace contextRef="#ctx0" brushRef="#br0" timeOffset="56812.99">10462 10725 147 0,'0'0'270'0,"0"0"-21"0,-3-10-25 0,3 10-11 0,0 0-8 16,0 0-4-16,0 0-6 0,0 0-6 0,-8 27-10 15,7-15-24-15,1-2-12 0,-3 4-8 16,2-2-10-16,0-2-12 0,1 1-13 0,0 1-10 15,0-2-8-15,0-10-1 0,0 12-8 0,0-6-8 16,0-6-3-16,0 8-1 0,0-8-3 0,-2 8 15 0,2-8 1 16,0 0-10-16,0 0-6 0,0 0-1 15,0 0-9-15,0 0-3 0,11-20-2 0,-4 13 8 16,0-3-21-16,-1 1-1 0,2-1-4 0,2 0-5 16,0 3-4-16,3-4-1 0,0 5 0 0,-3 1-9 0,1 1 6 15,0 4-12-15,-1 3 2 0,1 1-2 0,0 2 1 16,0 3 9-16,1-2 16 0,-1 6 3 0,1-2-4 15,-4 0 0-15,3-3 4 0,2 2-4 16,-3-2-4-16,5 1 3 0,2-4 2 0,-4-2-6 0,4 0-9 16,3-4 9-16,0-1 0 0,-3-4 6 0,1-1-8 15,1-1 2-15,0-1-3 0,-5 1-2 0,0-3 1 16,-3 3-2-16,-2-1 11 0,-1-3-12 0,0-2 8 16,-3 4-5-16,0-7 0 0,-2 5-4 15,-3-2 5-15,1 2-1 0,-2 1 0 0,-3 1-8 0,0 2 5 16,-1 0-2-16,-2 2-1 0,2 3-22 0,5 3 30 15,-21 3-2-15,5 4 6 0,1 5-7 0,-7 5 4 16,6-3 7-16,-1 8-1 0,0 0 6 16,10-4-11-16,-4 4-5 0,5-5 1 0,2 0 1 0,3 0-11 15,2-1-54-15,2-2-34 0,4 0-39 0,0-4-53 16,3-1-59-16,5-1-81 0,2 0-65 0,-3-6-224 16,7 0-652-16,5-2 289 0</inkml:trace>
  <inkml:trace contextRef="#ctx0" brushRef="#br0" timeOffset="57010.07">11192 10571 219 0,'5'-16'319'0,"-2"6"4"0,1 1-5 0,-2 2-13 16,0 2-37-16,-2 5-21 0,0 0 14 0,0 0 6 16,0 0 4-16,7 17-3 0,-5 0-23 0,-2 2-13 15,-3 14-16-15,2-4-14 0,1 4-24 0,-3 0-17 16,-1 1-11-16,2-2-19 0,0-2-10 0,-1-1-15 15,1 1-43-15,-1-3-50 0,1-1-72 0,2-7-83 16,-3 8-73-16,-1-8-103 0,0 0-374 0,2-3-750 16,-1-4 333-16</inkml:trace>
  <inkml:trace contextRef="#ctx0" brushRef="#br0" timeOffset="57519.23">11997 10662 194 0,'-6'-7'259'0,"0"0"-12"16,-2 1-15-16,-1 3-16 0,-3 1-19 0,-1 4-14 0,-4 2-14 16,1 3-8-16,1 3-18 0,2 2-9 0,1-2-14 15,3 4-11-15,1 0-1 0,0 2-19 0,7 0-9 16,-4-2-10-16,5-2-5 0,0 1-7 0,2-2-3 15,3-2-4-15,2 3-10 0,-1-4 3 0,3-3-6 16,3 2-1-16,-1-3-3 0,-3-1-5 0,6-3 1 16,-1 0-5-16,0-4-3 0,-1 1 2 0,-1-2-3 15,1-2-4-15,-3-1 0 0,2-1-5 0,-1-1 0 16,-1-4 1-16,-3 6-1 0,2-6 1 0,-2 2-1 16,-2 3 0-16,1-1-1 0,-1 2 17 0,0 3-11 15,-4 5-6-15,4-9-3 0,-2 5-4 0,-2 4 0 16,0 0-4-16,0 0 3 0,0 0 5 0,9 21-3 15,-9-8 0-15,1 2-1 0,1 3-23 0,-1 0-26 16,-1-3-36-16,2 5-47 0,-2-1-57 0,2-6-46 16,0 3-240-16,-2-4-510 0,2 0 226 0</inkml:trace>
  <inkml:trace contextRef="#ctx0" brushRef="#br0" timeOffset="57840.4">12253 10740 180 0,'4'-7'253'0,"-4"1"-24"0,0 6-21 16,4-7-11-16,-4 7 3 0,0 0-6 16,0 0-6-16,11 17-9 0,-7-7-9 0,0 1-14 15,-2 0-14-15,1 6-3 0,0-2-20 0,0-2-9 16,-3-1-9-16,2-1-12 0,0 2-8 0,1-6-12 0,-2 0 2 16,-1 0-7-16,0-7-4 0,3 8 13 0,0-4 23 15,-3-4-14-15,0 0-10 0,0 0 1 0,0 0-11 16,17-12-4-16,-11 3-5 0,2 1-1 15,1-1-1-15,-1-4-6 0,3-3-6 0,2 4-5 0,0-4-4 16,1 3-2-16,0-3-10 0,1 2 2 16,0 2 1-16,-1 4-5 0,3 0 1 0,-3 2-5 0,-3 3-7 15,0 3 6-15,-3 2-10 0,1 3 4 0,1 1 3 16,-5 3-4-16,4 6 0 0,-2-2-13 0,-3-3-34 16,0 7-27-16,-1-5-35 0,-1 5-39 0,0 1-48 15,0-1-52-15,2-6-33 0,-2 5-241 0,4-6-561 16,1-1 249-16</inkml:trace>
  <inkml:trace contextRef="#ctx0" brushRef="#br0" timeOffset="58212.07">12801 10807 73 0,'0'-13'213'16,"0"-3"-1"-16,0 6 11 0,-4-2 4 0,-1 2 0 16,2 1-8-16,-1 0-13 0,-3 2-17 0,1 5-12 15,-2 0-9-15,8 2-8 0,-17 3-10 0,6 3-4 16,-1 3-13-16,1 1-10 0,-1 3-12 0,1 0-8 15,3 3-10-15,1-2-6 0,2-1-8 0,3-1-9 16,0-1-2-16,4-1-12 0,0 2-1 0,3-2-11 16,0-1 1-16,3 0-5 0,-1-3-9 0,7-3-6 15,-5 0-17-15,4-3-12 0,3 0-1 0,-3-3-5 16,-1-2-7-16,-1-1 3 0,0-1 6 0,3-3-1 0,-3-3 1 16,-2 3-1-16,-4-5 1 0,3-2 1 15,-6-2 5-15,3 0-1 0,-3-1-2 0,2-9 3 16,-2 0-1-16,1 0 0 0,0 3 0 0,-1-3 2 15,-2 2 0-15,2 1 4 0,0 2 18 0,0 7 1 16,1 5 22-16,-3 2 0 0,2 3-5 0,-2 0-2 16,0 7-8-16,4-6-12 0,-4 6 4 0,0 0-3 15,0 0-2-15,12 26 1 0,-10-8 3 0,2 6-12 16,1 2 8-16,-3 0-7 0,0 3 7 0,1 3 1 0,1-3-17 16,3 1-47-16,-2-2-40 0,-1-1-51 15,5 1-67-15,-3-9-77 0,2-1-267 0,1 0-595 0,4-2 263 16</inkml:trace>
  <inkml:trace contextRef="#ctx0" brushRef="#br0" timeOffset="58447.93">13427 10578 219 0,'0'-9'323'0,"3"2"-23"0,-3 2-17 0,0 5-30 16,2-10-24-16,-2 10-5 0,0 0 8 0,0 0 2 15,4 21 0-15,-4-4-9 0,0 6-20 0,-2 4-11 16,2-2-7-16,0 4-25 0,-4 0-19 0,-1-2-11 16,1-1-15-16,0 0-9 0,3-1-2 0,-4-5-15 15,3 0-18-15,0-3-27 0,2 0-36 0,-2-5-51 16,2-2-48-16,-2 1-41 0,1-1-33 0,1-3-47 16,0-7-64-16,-4 7-60 0,4-7-182 0,-8 2-557 15,8-2 248-15</inkml:trace>
  <inkml:trace contextRef="#ctx0" brushRef="#br0" timeOffset="58989.95">13389 10735 147 0,'7'-9'167'0,"0"1"-3"0,1-1-12 0,4 1-9 16,1-3-5-16,3 2-5 0,-1-1-6 0,0 1-3 16,-2-2-6-16,5 2-7 0,-3 0-4 0,-1-1-3 15,-5 2-1-15,0 0-6 0,3-2-8 0,-6 3-8 16,1-4-4-16,3 3-6 0,-4-3-2 0,-2 3 3 15,2-1 0-15,-3 3 0 0,1 2-9 0,0 0-7 16,-4 4-4-16,3-6-8 0,-3 6-5 0,0 0-3 16,0 0 3-16,5 16 1 0,-8-4 1 0,1 4-3 15,0 0 0-15,-3 5-9 0,3 2 8 0,0 6-2 16,-1-4 2-16,1 1-1 0,-2-7-4 0,4 0-2 16,0-2-2-16,0-1 1 0,0-4-10 0,0-1 4 15,-2 1-3-15,4-3-3 0,-2-3 0 0,0-1-4 16,0-5 3-16,2 9-1 0,-2-9-8 0,0 0 0 15,7 4-1-15,-7-4 0 0,13-3 0 0,-3-3-4 16,3 1 9-16,1-1-8 0,-3 2-5 0,1 0-1 16,2 0 7-16,-5 0 0 0,3 1 2 0,-3 3-3 0,2 2 5 15,0-1 0-15,-2 2 2 0,0-2 3 16,-3 2 0-16,6 2 2 0,-3-3 3 0,4 0 2 0,-3 4-5 16,3-5 5-16,1-1-3 0,-3 2-2 0,2-2 0 15,1 0-1-15,3-2 1 0,-3-1-1 0,-1-1-2 16,-1 1 2-16,1-3-3 0,-2 2 0 15,-1-5 0-15,0 4-4 0,-3-3 2 0,1-1 9 0,-4-1-9 16,2 0 1-16,-3 2-6 0,1-4 1 0,-2 0-5 16,-2 2 4-16,2-1 1 0,-2 2-2 0,0-1-1 15,0 10 2-15,-4-12-5 0,2 6 1 0,2 6 0 16,-7-3 5-16,7 3 7 0,-18 8 16 0,5 1-8 16,-1 5 6-16,-1-1-6 0,-4 6-1 0,2 2 0 15,1 1-4-15,5-6 0 0,2 0-15 0,3 1-35 16,-2-1-41-16,6 1-45 0,2-2-52 0,4 0-74 15,2-5-74-15,2 0-195 0,5-2-558 0,4 1 248 16</inkml:trace>
  <inkml:trace contextRef="#ctx0" brushRef="#br0" timeOffset="62309.82">14874 8082 148 0,'0'0'226'0,"0"-8"-11"0,0 8-16 0,0 0 4 16,0-10-20-16,0 10-12 0,0 0-12 0,0 0-10 0,0 0-7 15,-11 21-4-15,5-6-8 0,-4 9-6 16,4 4-5-16,-1-1-8 0,0 1-11 0,2 0-9 15,3 0-10-15,1 1-4 0,0-2-5 0,3 3 1 16,0-1-11-16,3-1-3 0,2-2-11 0,4 0-3 0,-2-1-3 16,4-2-5-16,2-2-17 0,0-5-17 0,0-3-24 15,6 4-25-15,-1 0-38 0,-3-4-36 0,2-3-35 16,4-1-40-16,-4-2-36 0,1 1-166 16,-4-3-428-16,3-5 190 0</inkml:trace>
  <inkml:trace contextRef="#ctx0" brushRef="#br0" timeOffset="62531.35">15344 8278 219 0,'3'-17'220'0,"-3"0"-1"0,1 4 2 0,-1 2 2 0,0 1-5 16,1 3-14-16,-1 7-20 0,-1-11-21 0,1 11-18 16,0 0-19-16,0 0-8 0,0 0-8 15,0 0-6-15,-4 27-9 0,3-10-5 0,-1 2-4 16,0 0-11-16,0 2-7 0,2 6-4 0,-2-3-9 15,2 4-4-15,3-3-3 0,-1-1-1 0,2 3-5 0,-1-9-6 16,-1-2-28-16,4 1-27 0,-2-1-29 16,-1-5-38-16,0 2-53 0,-2-3-43 0,3-3-45 15,-3 2-196-15,-1-9-459 0,0 0 203 0</inkml:trace>
  <inkml:trace contextRef="#ctx0" brushRef="#br0" timeOffset="62757.62">15370 8214 105 0,'16'-11'188'0,"1"1"-6"0,0 5-2 0,1-1-5 15,-1 3-6-15,-2 3 4 0,2 0-21 0,0 4-12 16,-4 3-11-16,-3-2-11 0,-1 3-9 0,2 1-4 16,-5 1-3-16,-3 1-6 0,-3 2-6 0,-1-4-6 15,-3 3-8-15,-5 3-2 0,-1-1-7 16,-3-1-6-16,-1 0-4 0,-1-4-9 0,-2 2-20 0,2 0-22 15,-2-4-26-15,2 2-36 0,5-3-46 0,-3-2-44 16,3-1-51-16,-2 2-169 0,12-5-396 0,-18 1 176 16</inkml:trace>
  <inkml:trace contextRef="#ctx0" brushRef="#br0" timeOffset="62943.62">15626 8303 26 0,'10'3'239'0,"-10"-3"1"16,6 7-5-16,-6-1-14 0,0 2-12 0,1 1-8 0,-1 1-16 16,0 3-15-16,2 3-18 0,-4-1-12 0,2 1-10 15,-1 0-12-15,-1-3-18 0,2-2-10 0,0 2-30 16,-2-1-32-16,1-2-39 0,0 1-52 0,-2 0-56 16,2-4-51-16,1 0-194 0,-6-2-394 15,6-5 174-15</inkml:trace>
  <inkml:trace contextRef="#ctx0" brushRef="#br0" timeOffset="63094.7">15642 8146 31 0,'1'-11'184'0,"-1"0"-19"0,3 4-22 16,-1 4-19-16,-2 3-16 0,0 0-28 0,0 0-33 15,16 9-34-15,-10 3-35 0,0 0-40 0,1 8-74 16,-1 3-146-16,4 1 65 0</inkml:trace>
  <inkml:trace contextRef="#ctx0" brushRef="#br0" timeOffset="63279.3">15835 8396 207 0,'4'-6'223'0,"1"1"-9"16,2-5-9-16,-1 0-6 0,1 3-3 0,0 0-12 15,0 1-12-15,0 2-15 0,-1-2-17 0,-1 4-13 16,2-2-12-16,-7 4-13 0,14 0-9 0,-14 0-11 15,11 6-7-15,-4 1-5 0,-2 2-6 0,-3-1-9 16,0 4-22-16,-1-2-34 0,-1 2-43 16,0 1-53-16,1-1-70 0,-2 1-64 0,0-2-132 0,2 1-392 15,-1-12 174-15</inkml:trace>
  <inkml:trace contextRef="#ctx0" brushRef="#br0" timeOffset="63493.65">16267 8283 192 0,'-10'-6'265'0,"1"2"-11"0,-1 2-8 15,-2 3-10-15,-1 1-9 0,2 2-15 0,0 2-20 16,0 0-15-16,3 4-9 0,2 0-11 0,1 2-10 16,1 1-13-16,4-2-10 0,0 1-17 0,1 8-6 15,3-5-6-15,4 2-11 0,1-3-17 0,0-3-28 16,1-3-28-16,5 3-36 0,2-1-43 15,1-3-56-15,-2-4-48 0,5-2-49 0,-3-1-217 0,-4-1-474 16,-1-2 210-16</inkml:trace>
  <inkml:trace contextRef="#ctx0" brushRef="#br0" timeOffset="63831.18">16462 8152 135 0,'2'-9'234'0,"-1"2"-6"16,-1 7-22-16,1-12-21 0,-1 12-15 0,0 0 1 15,0 0 3-15,0 0-5 0,-1 30-2 0,0-10-6 16,-3 3-7-16,1 2-2 0,2 1-9 0,-3 1-3 16,3-1-3-16,0-7-11 0,-2-1-10 15,3 2-4-15,0-3-13 0,0 0-11 0,0-6-6 0,1 0-5 16,1-6-1-16,-2-5-11 0,0 13 1 0,0-13 20 16,-2 9 3-16,2-9-3 0,0 0-5 0,0 0-8 15,0 0-2-15,0 0-17 0,0 0-3 0,0 0-2 16,17-24-10-16,-12 16-2 0,3-2-11 0,0 1-3 15,4-2-6-15,-2 3-1 0,2 1-1 0,-1 1-13 16,0 1-1-16,-2 2 2 0,2 2-4 0,-1 1 1 16,-10 0-4-16,18 6 0 0,-10-1 0 0,0 3 2 15,-2-2-1-15,2 2 3 0,-1 3 2 0,-2-1-1 16,4 4 2-16,-1 1-43 0,-4-5-40 0,2 2-37 16,-2-2-52-16,1 0-56 0,-1-1-58 0,5 1-68 15,-3-4-179-15,5 1-573 0,5-1 254 0</inkml:trace>
  <inkml:trace contextRef="#ctx0" brushRef="#br0" timeOffset="64355.58">17003 8387 117 0,'-2'-9'266'16,"-2"-1"1"-16,0 1-8 0,-1 5-11 0,5 4-18 16,-5-10-15-16,5 10-11 0,-8-1-3 0,8 1-6 15,0 0-1-15,0 0-5 0,-10 20-14 0,8-9-13 16,2 4-2-16,0-2-10 0,2 2-12 0,0-1-14 15,1-5 0-15,1 2-36 0,1 0-2 0,2 0 14 16,0-2-17-16,1 0-12 0,2-4-5 0,-1 1-14 16,2-2-13-16,-3-1-9 0,-2-1-7 0,-6-2-10 15,13-2 3-15,-13 2-7 0,10-3-16 0,-10 3-7 16,5-8-11-16,-3 2-6 0,-2 6-6 0,-2-18-2 16,-1 3-2-16,-1 5 0 0,-3-8 0 0,1 4 1 15,-4-3 4-15,1 3 2 0,0 1 3 0,1-2 7 16,-1 5 3-16,3 3 4 0,2 0 6 0,1 1 8 15,3 6-3-15,-5-9-5 0,5 9 2 0,-2-6 1 16,2 6 0-16,0 0 2 0,18-1 6 0,-6-1-3 16,1 2 3-16,10-1 1 0,-4 1-4 0,10-3 2 15,1 2 3-15,-7-1-4 0,-3 1 2 0,1-3-3 0,-2 1-4 16,-2-2 1-16,-6 1 0 0,0 0 3 0,-1-2 2 16,-4-1 5-16,-1-4-3 0,-2 5-3 0,-2-5 0 15,-1 2-3-15,-2 0 3 0,-1-1 4 0,-2 1 4 16,1 0 4-16,-1 3 8 0,5 6 1 15,-5-11 0-15,1 8-5 0,4 3 1 0,0 0 6 0,0 0 8 16,-18 11 14-16,9-1 7 0,1 7 20 0,-2 4 1 16,0 3-1-16,2 3 2 0,1 0 14 0,1 2 1 15,-1 4 4-15,4-1-5 0,1 2-4 16,1-4-11-16,-1 2-5 0,2-4-5 0,5-1-8 0,-2-1-1 16,2-1-5-16,-1-1-8 0,-2-7-25 0,2-2-41 15,1 0-47-15,-1-3-66 0,-1-1-44 0,-2-3-52 16,0-1-77-16,1-2-65 0,-2-5-244 0,-5 9-672 15,5-9 297-15</inkml:trace>
  <inkml:trace contextRef="#ctx0" brushRef="#br0" timeOffset="64500.08">17162 8549 152 0,'3'-6'233'0,"5"1"-4"0,0-1-10 15,3 0-18-15,4-1-15 0,2 1-18 0,2-1-16 16,3 0-15-16,7 1-13 0,-4-3-42 0,-4 3-45 15,6 1-54-15,1-4-63 0,-2 0-54 0,-7 4-148 16,-2-3-305-16,1-2 136 0</inkml:trace>
  <inkml:trace contextRef="#ctx0" brushRef="#br0" timeOffset="64693.33">17524 8274 177 0,'0'0'246'0,"-3"-11"-9"0,3 11-16 15,-2-7-24-15,2 7-12 0,0 0 0 0,0 0 1 16,0 0 7-16,-7 25 3 0,4-9 9 0,-2 9 0 15,3 2-3-15,2-1 6 0,-6-2-7 0,1 2-15 16,0 4-14-16,1-4-10 0,0 0-18 0,-2 0-15 16,4 2-7-16,-2-8-19 0,1 5-6 0,-1-6-8 15,0-2-14-15,2 2-42 0,2-1-35 0,0-5-53 16,-1-1-48-16,-1 0-41 0,0 0-57 0,-1-2-74 16,2-3-77-16,-1-2-186 0,2-5-582 0,0 0 258 15</inkml:trace>
  <inkml:trace contextRef="#ctx0" brushRef="#br0" timeOffset="64834.18">17395 8573 52 0,'0'0'212'0,"7"-6"-19"0,-1 0-13 0,1 3-13 16,4-4-18-16,2 4-14 0,6-2-11 0,1 3-14 16,7-2-20-16,3-1-38 0,0 1-49 0,7 0-54 15,-2 1-54-15,-2 1-114 0,-5-2-236 0,2-1 104 16</inkml:trace>
  <inkml:trace contextRef="#ctx0" brushRef="#br0" timeOffset="65142.23">17845 8371 4 0,'0'-10'257'0,"-2"5"-3"0,2 5-12 0,-4-10-21 16,4 10-25-16,-1-5-19 0,1 5-8 0,0 0-4 16,0 0 0-16,5 22-8 0,1-5 3 0,-1 2-7 15,0 0-9-15,3 5-7 0,1 2-10 0,0-8-2 16,-1 6-7-16,-5-5-1 0,5-1-10 0,1-1-9 15,0-2-13-15,-4-4-3 0,0-1 0 0,4-1-2 16,-5 0 0-16,1-5 16 0,-1 1 13 0,0-1-7 16,-4-4 11-16,7 1 4 0,-7-1-9 0,0 0-9 15,13-10-17-15,-6 1 7 0,-2-1-8 0,2-4-7 16,1-2-8-16,-2-1-5 0,2-1-9 0,1-8-4 16,4-2-2-16,-4 1-6 0,1 1-1 0,1-1-13 15,1 4 2-15,-1 0-14 0,-2 0 7 0,-1 5-20 16,1 2-12-16,0 1-14 0,-4 4-16 0,1 3-32 15,0-1-37-15,-4 4-46 0,1 0-42 0,-3 5-33 16,5-6-14-16,-5 6-22 0,0 0-26 0,0 0-31 16,0 0-216-16,-10 29-585 0,6-19 258 0</inkml:trace>
  <inkml:trace contextRef="#ctx0" brushRef="#br0" timeOffset="65389.68">18184 8418 95 0,'4'7'192'15,"-3"0"0"-15,2-1 7 0,-3-6-3 0,2 14 5 16,2-3 2-16,-1-3-7 0,-2 0-13 0,4 1-12 15,-2-2-9-15,2 1-13 0,2-1-8 0,0 1-6 16,-1-1-12-16,4-3-8 0,2 2-10 0,-1-2-11 16,2-1-7-16,0-2-7 0,-2-1-11 0,3 0-3 15,-2-1-10-15,1-2-1 0,-2-1-7 0,0-2-5 16,-3 1 2-16,-1-2-8 0,-2 0-6 0,-3-4 2 16,-2 0-2-16,0 11 0 0,-2-28-5 0,-2 17-5 15,-4-6 0-15,0 7-6 0,0 1 1 0,-3-1-4 16,0 4-4-16,-6-1 1 0,0 2-3 0,-4 3-6 0,-1 1-20 15,-5 2-20-15,7 2-22 0,2 1-34 0,-1 2-52 16,6-2-62-16,2 2-59 0,0 2-207 0,6-3-515 16,5-5 228-16</inkml:trace>
  <inkml:trace contextRef="#ctx0" brushRef="#br0" timeOffset="65623.66">18558 8327 2557 0,'0'-11'98'0,"2"-2"23"16,-2 3-15-16,0 1 9 0,0 0 16 0,0 9 14 0,1-12-1 16,-1 12-3-16,-1-8-36 0,1 8-12 15,0 0-14-15,0 0-3 0,0 0 8 0,0 0 8 16,0 0-1-16,3 35 19 0,-1-19-8 0,-4 9-8 0,2 4-2 16,-1-2-6-16,-1 1-9 0,2-2-4 0,-2 1-3 15,1-2-14-15,0-5-2 0,-3 5-9 0,4-7-23 16,-1 1-34-16,6-1-50 0,-5-2-50 0,-3 0-62 15,2-4-57-15,1 1-85 0,0-3-77 0,-1-5-234 16,1-5-678-16,-3 8 299 0</inkml:trace>
  <inkml:trace contextRef="#ctx0" brushRef="#br0" timeOffset="65850.32">18795 8341 242 0,'2'-6'304'15,"1"0"-20"-15,-2 0-22 0,-1 6-28 0,0 0-11 16,0 0 7-16,0 0 12 0,0 0 2 0,5 24 6 16,-10-7-19-16,4 2-11 0,-2 7-3 0,1-2-22 15,-2 1-15-15,1-5-13 0,-2 5-21 0,3-9-13 16,-2 4-11-16,3-1-13 0,-2-3-8 0,-1 2-11 16,3-2-26-16,-1-2-38 0,0-4-42 0,2 0-60 15,0-1-46-15,0 0-44 0,0-9-45 0,-2 11-62 16,2-11-48-16,-3 8-235 0,3-8-601 0,0 0 266 15</inkml:trace>
  <inkml:trace contextRef="#ctx0" brushRef="#br0" timeOffset="66807.82">18689 8539 2084 0,'-3'-8'53'0,"3"8"3"0,0-12-39 0,0 12-11 16,1-10 0-16,2 5 12 0,2 0 16 0,4-1-2 15,2 3 4-15,9-6 6 0,0 7 3 0,10-2-2 16,-1 2-1-16,2-2-4 0,-1 3-4 0,1-4-3 15,0 2 0-15,-2 2-7 0,0-4 1 0,-2 2-1 16,-6 1-6-16,-1-4-1 0,-2 3 1 0,-1-1-4 16,-7 0 1-16,1 3 4 0,0-2 16 0,-5 0 6 15,0 1 2-15,-6 2 0 0,7-5-1 0,-7 5-2 0,0 0-1 16,0 0 5-16,0 0 3 0,0 0 4 16,0 0 10-16,-30 7 15 0,20 1 4 0,-3 2 12 15,-1 1 5-15,0 0-5 0,3 1 9 0,-2 1-26 0,3 0 6 16,2-4-11-16,2 1-3 0,-2 3-7 0,4-2-6 15,2-2 1-15,0 1-10 0,1-2 1 0,1-8 4 16,1 14-5-16,2-6-18 0,2 0 2 16,3-3-5-16,-3-2-10 0,5 1-10 0,-1 1-5 0,0-3 1 15,1 1 2-15,2-3-8 0,-3 0 7 0,0-3-3 16,1 1-3-16,-4-3-2 0,3 3 0 0,-2-1-8 16,-1-4 1-16,2 0-2 0,-1 0-1 0,-3 1 0 15,2-2 6-15,-2 0-2 0,-1 1 11 0,2 0-3 16,-1 2-1-16,-4 5 1 0,4-9-4 0,-4 9 3 15,3-6-5-15,-3 6 0 0,3-6-3 0,-3 6-4 16,0 0 4-16,0 0 2 0,0 0 1 0,0 0 7 16,0 0-5-16,0 0 5 0,0 0-1 0,3 22 0 15,-1-17 7-15,-2-5-2 0,7 9 1 0,-4-5-1 16,8 0 5-16,-2-2-3 0,2 0-3 0,2 0 6 16,5-1-2-16,1-1 5 0,0-1 1 0,0-2-8 15,-2 0 6-15,0 2 0 0,-2-2 11 0,-1-4-9 16,-1 2-2-16,-2 1-2 0,-1 0 2 0,1-1-3 15,-2-2 13-15,-4 1-3 0,0 1-4 0,1-1 2 16,-3 0-3-16,-3 6 2 0,3-13 4 0,0 9-1 16,-3 4-6-16,-1-9 1 0,1 9-2 0,0 0-2 15,-5-9-1-15,5 9-5 0,-13 1 1 0,13-1 1 16,-17 6-3-16,7 2 1 0,-1 3 2 0,2-4 12 16,-1 2-15-16,3 1-2 0,-2 7 10 0,1-3-23 15,1 4 3-15,4-1 12 0,2 1 3 0,-2 1 9 0,2 7 6 16,1-1-7-16,-1 1-14 0,2 0 18 15,0 2 2-15,1-1 13 0,3 1-11 0,-3 0 5 16,2-1-3-16,1 1-2 0,-1-3-3 0,1 3-13 16,-4-4 19-16,-1-3-9 0,0-4 5 0,-1 0-6 0,-1-1 7 15,-2-2-7-15,-3-3-2 0,-3 5-16 0,1-10-17 16,-7 1 2-16,4-4-9 0,-2-3-12 16,-5-1-1-16,0-3-3 0,7-1 3 0,-4-3 14 15,7 2-8-15,4-5 10 0,-1-5-9 0,6 0 9 0,3-2-2 16,6-6-1-16,4 1 5 0,2-2 0 0,4 1 6 15,3 0 5-15,4 1 1 0,-1 3 1 16,2-6-2-16,2 4 1 0,1-1 9 0,-2 1-2 16,0 0 0-16,-5 1-4 0,3 2 4 0,-2-2-2 0,-5 3 0 15,-1 0 8-15,-4 4-4 0,-3-3 1 0,1 2 6 16,-3 1 4-16,-1-4 2 0,-1 3 10 0,-2-2-6 16,-1 0 4-16,-1 8 4 0,-3-8-2 0,0 7 4 15,0 2 7-15,-2 0-2 0,2 8 4 0,-5-13-2 16,4 5 5-16,-4 5-7 0,5 3-6 0,-13-1 11 15,13 1 1-15,-22 12 0 0,10-2 5 0,-4 1 2 16,2 6-2-16,0 0-17 0,5-1 15 0,-2 8-4 16,4-6-7-16,4 1 7 0,0-2-6 0,6 7-7 15,0-8-50-15,5 1-49 0,1-3-52 0,1 2-64 16,5-5-72-16,2-1-93 0,1-2-254 0,2-3-666 16,-7-4 295-16</inkml:trace>
  <inkml:trace contextRef="#ctx0" brushRef="#br0" timeOffset="66993.7">19881 8417 217 0,'1'-8'309'0,"2"2"-25"0,-3 6-22 16,4-6-15-16,-4 6 3 0,0 0 8 0,2 21-2 16,-2-3-7-16,-2 7-11 0,0 6-15 0,0-1-19 15,-1 3-20-15,0 1-15 0,-1 0-20 0,-1 1-8 16,1-3-22-16,-1 0-51 0,-2 0-74 0,-3-5-64 15,-1-1-68-15,-5-2-102 0,1-2-323 0,-4-4-609 16,-4-4 270-16</inkml:trace>
  <inkml:trace contextRef="#ctx0" brushRef="#br0" timeOffset="79783.13">17504 9645 54 0,'9'-10'200'0,"-3"-1"-7"0,1 3-7 16,-1 1-6-16,2-1-5 0,-4 4-16 0,-2 0-13 16,-2 4-18-16,5-5-10 0,-5 5-19 0,0 0-6 15,0 0-11-15,0 0-5 0,0 0-6 0,7 16-5 16,-6-7-6-16,-1 0-4 0,1 2-6 0,1-1-8 15,0 1-2-15,-1 2-5 0,6-3 0 0,-3 1-2 16,-2-2-6-16,3 1 4 0,2 0-5 0,2-3 1 0,-2 1-8 16,2-1 1-16,2-3-2 0,0-1-3 15,-1 0 1-15,2-1-1 0,2-2-1 0,-3-1 1 0,1 0-4 16,-3-2 4-16,0 0-3 0,-3-1-2 0,2-2 1 16,-2 1 1-16,-2-1-7 0,0-3 1 0,-3-1-2 15,2 0-1-15,-6-2-2 0,0 0-1 16,1-2 2-16,-3-1-6 0,-2 3 4 0,2 0-1 0,-5-1-3 15,4 2 3-15,-2 2-1 0,-1 1 1 0,-1 2-1 16,2 0-1-16,-1 1-3 0,3 2 2 16,-1-1-3-16,7 4 8 0,-9-4-6 0,9 4 0 0,0 0-2 15,-7 0 5-15,7 0-3 0,0 0 2 0,0 0 4 16,0 0 1-16,0 0-3 0,22 9 2 0,-8-9 0 16,5 0 3-16,3-1-1 0,6-2-1 15,0-2-1-15,1 0 1 0,-2 2-2 0,-8-4 1 0,0 1-1 16,-1-1 3-16,0-2-4 0,-1 2 0 0,-3-3 2 15,1 0 1-15,-6 1 0 0,1-4-1 0,-5 3-2 16,3 0 4-16,-4-2-2 0,-3 2 3 0,3-2 1 16,-4 4 4-16,1-1 5 0,-1 9 3 0,-1-14-1 15,1 14-4-15,1-8-4 0,-1 8-2 0,0 0 0 16,0 0-2-16,0 0 0 0,0 0 0 0,-2 44-5 16,-1-17 12-16,-2 5-5 0,0 3 4 0,-3 10-3 15,3-10 4-15,0-2 6 0,0 0-1 0,0-1 0 16,0-1-1-16,0-1 0 0,1-1 1 0,2-3-6 15,0 1 3-15,2 0-1 0,-3-1 2 0,2-6-3 16,2-2-12-16,-2 0-30 0,1-4-23 0,-3 0-23 16,2-4-35-16,1 2-38 0,0-5-33 0,0-7-27 15,-1 11-152-15,1-11-392 0,-3 5 174 0</inkml:trace>
  <inkml:trace contextRef="#ctx0" brushRef="#br0" timeOffset="79929.95">17855 9785 50 0,'0'0'181'0,"-1"-11"-20"0,4 5-18 0,-3 6-11 16,10-12-20-16,-1 5-6 0,2 0-9 0,6 1-10 15,2-2-10-15,8-1-8 0,1 3-26 0,3 0-31 16,1-2-49-16,1 0-43 0,0 1-113 0,-1 0-207 0,0-1 92 16</inkml:trace>
  <inkml:trace contextRef="#ctx0" brushRef="#br0" timeOffset="80049.05">18391 9690 75 0,'0'0'92'0,"-5"7"-34"0,1-3-36 16,4-4-64-16,-10 8-44 0,0-5 19 0</inkml:trace>
  <inkml:trace contextRef="#ctx0" brushRef="#br0" timeOffset="82428.92">15013 10620 138 0,'-5'-10'202'0,"-1"1"-7"0,1 2-4 16,-3 0-11-16,-2 1-2 0,-3 1-11 0,0 3-4 16,-1 2-10-16,0 3-9 0,-5 1-5 0,0 5 1 15,-5 5-6-15,2 2-11 0,0 7-1 0,0 1-2 16,6-1-13-16,3 2-9 0,-1 2-8 0,4-5-8 16,3 2-8-16,2-5-7 0,3 0-5 0,4 1-4 15,3-2-7-15,2 0-3 0,4-1 1 0,3-4-10 16,1 1-7-16,10-1-7 0,0-3 5 0,2 0-5 15,4-7-7-15,1 0-8 0,1-3-5 0,-1 0-3 16,-1-3-6-16,-3-4-1 0,1 0-1 0,-3-2 0 16,-8 1-2-16,3 0-1 0,-4-5 1 0,2 3-3 15,-2-3 1-15,1-6 0 0,-4 5-1 0,1-10-1 16,-6 8 1-16,1-1 4 0,2-5-3 0,-6-4 1 16,-2 7 2-16,0 2 1 0,1-2 1 0,-3 4 1 15,-2 3-2-15,2 1 1 0,-1 4-1 0,0 1 3 0,-1 6-3 16,1-10 1-16,-1 10-1 0,0 0 4 15,0 0 2-15,0 0 5 0,0 0-1 0,-3 35 0 16,3-17 3-16,-3 0 1 0,2 3-1 0,-2-2-3 16,6 0-1-16,1-1-3 0,-2 0 3 0,1-1 3 0,3-1-1 15,3-2-1-15,0 0 1 0,0-3-1 16,0-4 1-16,2 1-2 0,1-4 4 0,0-1-2 16,1-3-4-16,2 0 6 0,-1 0 5 0,-3-3-8 15,2-1 1-15,-2 0-2 0,0-3 2 0,0 0 0 0,-3-2-2 16,-1 0-2-16,4-4 5 0,-4 2-3 15,0-4-1-15,-2 0-2 0,0-4 2 0,0 3 1 0,-2-1-1 16,-2 2 1-16,3 0-4 0,-3 5 2 16,-1 5 1-16,0 5-3 0,1-15-3 0,-1 15 0 0,0-9-4 15,0 9 3-15,0 0-3 0,0 0 1 16,0 0 3-16,0 0 1 0,0 0 2 0,0 33 1 16,0-21 2-16,-1 4-1 0,1-1 6 0,0 2-3 0,2-2 3 15,1 1 1-15,1-2 2 0,2-1 3 0,2 1 5 16,-2-3-8-16,2-3 0 0,2 1-2 0,2-1-1 15,3 1 1-15,3-4 0 0,-5-1-1 0,6-2 1 16,-2-1-1-16,0-1 4 0,-5-1-1 0,3 0 0 16,-2-1-4-16,-1-3 1 0,4-1-3 0,-5 0 2 15,0-1 0-15,-2-3-1 0,-1 3 1 0,-2-5-1 16,0 1 0-16,-1-4-7 0,-2-2 2 0,0 2-3 16,-2-3-1-16,-2 1-5 0,-2 0 5 0,-1 1 1 15,-2-1-7-15,-2 1 4 0,-1 2 3 0,1 0-3 16,-2 4-2-16,4 2 11 0,-3 2-6 0,0-1-3 15,-1 3-2-15,2 1-2 0,2 1 3 0,6 2-4 16,-13-3 3-16,13 3-2 0,0 0 1 0,0 0 2 0,-9 4 7 16,9-4-3-16,0 0 3 0,0 0 0 15,26 15-2-15,-12-13 1 0,5 2 2 0,1 0 1 16,2-2-2-16,0-1-2 0,-1 0 0 0,1 1 0 16,-3-1 2-16,0-1-1 0,-4 3-2 0,-3 1-2 15,4-1 4-15,-7 3-1 0,1-1-3 0,0 1 3 16,-1 2 0-16,-3 0 9 0,-2 2 2 0,0-1 5 15,0 3-6-15,-2 3 3 0,0-3 1 0,0 0-1 16,1 1 0-16,-1-3-3 0,1 2 1 0,3-2-1 0,-3 2 0 16,2-2 2-16,1-1-3 0,2-1-1 15,0 0-4-15,-3-4 5 0,3 3-1 0,1-2 3 16,1-1 1-16,0-1-4 0,-1-1 0 0,4-1 14 16,-3-1-15-16,0 0 1 0,-1-1 10 0,0-3-14 0,-3 1 6 15,1 1-5-15,0-6 11 0,0 1-12 0,-2-2-2 16,-3-1 3-16,2 1-5 0,-4-1-1 0,2-3 0 15,-4 2-3-15,2-4 0 0,-1 2-5 16,0 1 7-16,-1 1-4 0,2 0 3 0,0 1-7 0,0 0-2 16,2 1-1-16,-2 9-2 0,4-12-2 0,1 8 0 15,1-1 2-15,2 0 2 0,1 1 2 0,1 4 1 16,1 0 0-16,0 3-1 0,1 0 2 0,-1 4 4 16,-1 1-2-16,4 3 2 0,-3-1-1 0,-2 0 1 15,2 4 1-15,-4-4 8 0,0 1-8 0,-3 1 2 16,1-2 2-16,0 3-5 0,0-3 3 0,0-1 4 15,-1-3-3-15,1 1 3 0,1 0 8 0,2 0-10 16,-2 1 0-16,-1-3 5 0,2-2-2 0,2-1 0 16,1 1-1-16,0-2 3 0,4 0 1 0,-3-3 0 15,-1 1-1-15,2-3 0 0,1 1 0 0,0-2 2 16,-1 0 1-16,2-5-4 0,-4 2 3 0,0-1 2 16,-1-1-5-16,-1-1 1 0,-2-3 3 0,-1 3-2 15,-1 0 0-15,-3-3-6 0,-1 2 10 0,-1 1-8 16,-2-1 5-16,0 1-6 0,-1 4 2 0,-1 2-1 15,-3 2-1-15,0 0-3 0,8 3 3 0,-18 1-1 16,7 6-2-16,-3 4 5 0,0 0-1 0,0 1 0 16,1 4 2-16,2 1 8 0,3-1-13 0,1 1-28 15,1 1-31-15,2-1-37 0,3 1-60 0,2-3-64 16,1 2-51-16,-1-3-165 0,3-3-474 0,2 0 210 16</inkml:trace>
  <inkml:trace contextRef="#ctx0" brushRef="#br0" timeOffset="82633.7">16686 10836 166 0,'4'-17'219'0,"1"-1"-4"0,0 0 4 0,4-1-3 15,-1 0-11-15,5-1-14 0,-1 4-11 16,0-1-1-16,2 4-15 0,1 1-8 0,1 3-12 16,0 0-14-16,2 5-8 0,-4 2-15 0,4 2-9 15,-1 3-11-15,-3 0-11 0,0 4-8 0,-4 1-5 0,3 3 3 16,-4 4-12-16,-4-4-9 0,0 6-14 0,0-3-25 15,-4 1-29-15,-2-3-33 0,1 6-48 16,-4-7-70-16,3 0-58 0,-3 0-205 0,-1-3-472 16,1 2 209-16</inkml:trace>
  <inkml:trace contextRef="#ctx0" brushRef="#br0" timeOffset="82864.73">17167 10517 16 0,'-3'-16'304'0,"2"6"-7"0,1 4-6 0,-1-1-21 16,1 7-27-16,-2-9-26 0,2 9-1 0,0 0 7 15,0 0 3-15,0 0-1 0,0 41-2 0,0-22-27 16,2 10-27-16,-2-2-5 0,-2 2-19 0,1-1-10 16,1-2-10-16,0 2-13 0,-1-1-12 0,-1 0-8 15,2-2-27-15,2-6-42 0,-2 1-42 0,1-1-44 16,-1-1-37-16,1-2-40 0,-1-4-59 0,2-1-63 15,-2-1-287-15,-2-3-595 0,-2-1 263 0</inkml:trace>
  <inkml:trace contextRef="#ctx0" brushRef="#br0" timeOffset="83009.81">16991 10653 144 0,'6'-5'219'0,"4"-2"-19"0,5-1-23 15,6 2-17-15,9 2-35 0,6-2-51 0,4 3-49 16,15-3-43-16,5 5-41 0,2 2-116 0,2-1-189 16,27 7 84-16</inkml:trace>
  <inkml:trace contextRef="#ctx0" brushRef="#br0" timeOffset="83629.95">17752 10941 2 0,'-5'-4'268'15,"5"4"-23"-15,0-11-26 0,0 11-10 0,13-25-13 16,-2 11-11-16,2 1-17 0,4-1-13 0,4-5-10 0,-3 0-9 16,4-2-8-16,-2 2-10 0,1-2-7 15,-1-1 2-15,2-3-17 0,-3 1 1 0,0 2-11 16,-7 5-1-16,-1 1-6 0,0-1-6 0,-2 3-3 0,-6 4-2 15,4 1-6-15,-4 0-5 0,-1 4-2 0,0-1-14 16,-2 6-5-16,2-7-3 0,-2 7-1 0,0 0-8 16,0 0-4-16,-12 16 1 0,2 0-3 0,1-1-1 15,0 3-4-15,-4 5-1 0,6-5 2 0,0 5 1 16,2-3-3-16,0 0 2 0,2-3-3 0,3 0-3 16,2-5-3-16,3 1 15 0,0-3-14 0,3 1 3 15,1-4 7-15,2 0-7 0,2-2-2 0,3-2 1 16,2 0-6-16,3-3-2 0,-3-2 4 0,2-2-4 15,7-4 0-15,-7 1-5 0,-3 0 0 0,1-3-2 16,-4-2 3-16,1 5 0 0,-3-6-2 0,-1 0 4 16,-2 3 0-16,-1-6-3 0,0 2 1 0,-2-1 1 15,0-2 0-15,-2 5-5 0,0 1 1 0,0 2-1 16,0-1 1-16,-2 4 1 0,1 1-5 0,-3 5 3 16,4-6 0-16,-4 6-1 0,0 0 4 0,0 0 1 15,0 0-2-15,0 0 2 0,0 0-2 0,1 23 0 16,-1-23 4-16,0 12 3 0,0-6-5 0,0-6 3 15,0 9 4-15,0-9 2 0,2 7 7 0,-2-7 5 16,0 0 5-16,2 8 3 0,-2-8 1 0,0 0-1 16,0 0-2-16,11-1-9 0,-11 1 6 0,12-7-7 15,-2 3 2-15,-1 0 11 0,1-1-16 0,2 2 0 16,-2-3-5-16,1 2 11 0,1 3-13 0,-2-1-2 16,0 4-2-16,3-1 3 0,-3 1-6 0,-1 3 4 15,1 1-1-15,-3-1-1 0,-1 3 4 0,1 1-13 16,-2 1-17-16,-1 6-15 0,-2-5-15 0,-2 3-22 15,-2-3-29-15,0-1-32 0,-4 2-31 0,2 0-39 16,-1-1-40-16,-7 1-196 0,1 1-483 0,1-5 215 16</inkml:trace>
  <inkml:trace contextRef="#ctx0" brushRef="#br0" timeOffset="83801.12">18024 10459 2189 0,'-10'-12'8'0,"3"4"-10"0,-1 1-25 0,3 3-35 15,1 2-23-15,4 2-13 0,0 0-26 0,0 0-35 16,0 0-115-16,33 6-296 0,-13-3 132 0</inkml:trace>
  <inkml:trace contextRef="#ctx0" brushRef="#br0" timeOffset="84584.77">18824 10491 39 0,'-10'-1'255'0,"-3"-1"-9"0,-3 4-14 16,3 0-14-16,-4 3-11 0,-1 3-17 0,3 3-14 0,-8 5-12 15,10-1-14-15,-7 6-12 0,3-1-10 16,2 6-13-16,3-3-2 0,2 2-15 0,5-6-14 15,1 0-3-15,5-2-7 0,1 2-9 0,0-2-2 16,5-1-8-16,3 0-4 0,0-4-5 0,4 1-4 16,0-4-5-16,4 0 1 0,0-2-3 0,4-3-2 0,7-3-2 15,-7-1-5-15,6-1 1 0,-1-2-2 0,-7 0-5 16,1-2 0-16,-5-2-3 0,3 2 0 16,-3-4-3-16,-1-2 0 0,-2 1 0 0,0-3-7 0,-2-1-8 15,-2 0 1-15,1-3-2 0,-3 0 3 0,-2 0-4 16,0-2-3-16,-2 0-4 0,-2-6 2 0,0 1-1 15,-2 4 2-15,-2 2-6 0,-2 0 8 0,-1 3-4 16,1 3 1-16,-3 2-1 0,2 0 3 0,-2 3-3 16,-1 0 4-16,-1 0-2 0,3 5-2 0,0 1-2 15,7 1 3-15,-13 1 1 0,13-1-1 0,-8 4 2 16,8-4 3-16,-1 9 1 0,1-9 1 0,11 10-2 16,0-4 4-16,4-2 8 0,5 3-1 0,9-2-1 15,0-2-2-15,2 0 3 0,1-3-3 0,0 0 2 16,-1-2-1-16,-2 2 0 0,-8-1 2 0,-3 0-1 15,3-1-2-15,-8 2 2 0,0-2 9 0,-2 1-5 16,-4 0 1-16,2 1-3 0,-9 0-1 0,12-1-1 16,-12 1-3-16,8-2-2 0,-8 2 1 0,8 4-3 15,-8-4 5-15,2 9 10 0,-2 0 1 0,-2 1 4 16,-1-2-2-16,-2 8 0 0,2-3-3 0,0 2 6 16,0 0-2-16,-1-4-2 0,1 2-6 0,1-1 5 15,0-1-1-15,1 5 1 0,1-7-4 0,1 1-2 16,1-3 3-16,3 1-4 0,0 0 0 0,1-1 4 15,2 0-2-15,3-2-3 0,1 0 0 0,2-2-2 16,-1-3 0-16,6 0-1 0,1-1 4 0,0 1-3 16,-3-3-2-16,0-1-1 0,2 1-7 0,-2-6-3 15,-4 2 2-15,3-2-3 0,-4 0 0 0,1 0-4 16,-2-4 2-16,0 1-4 0,-3-3-1 0,0 0 0 0,1 0 4 16,-4-1-3-16,-1 5 2 0,-3 0-1 15,0-1 1-15,-1 3 2 0,-1-4 4 0,-2 5-2 16,1 2 2-16,2 6-5 0,-10-8-1 0,2 6 1 15,8 2 0-15,-20 5 6 0,9 2 2 0,-3 2 1 0,-2 2 5 16,2 1 1-16,-2 0-2 0,3 2 3 0,2-2 4 16,1 3-3-16,2 0 3 0,5-3-3 0,3 3 1 15,3-2-2-15,0-4 3 0,3 1-13 16,2-1-21-16,3-2-23 0,3 1-35 0,4-4-36 0,0 2-34 16,3-2-41-16,5-4-26 0,-4 1-13 0,5-1 15 15,1 0-158-15,-1-1-407 0,1 1 180 0</inkml:trace>
  <inkml:trace contextRef="#ctx0" brushRef="#br0" timeOffset="85649.96">19840 10700 521 0,'23'-14'16'0,"-7"3"23"0,-2-2 19 16,-3 0 18-16,1-1 7 0,-6 2 15 0,-2 1 23 16,0-1 6-16,-2 2 5 0,0-2 4 0,-4 3 2 15,0-2 0-15,-2 3 1 0,-1 1-7 0,-2 1-8 16,-2 2-6-16,-2 4 0 0,-1 0 0 0,-7 6-1 16,0 4-1-16,-5 0-6 0,1 7-5 0,1 0-6 15,0 2-9-15,10-5-7 0,0 1-10 0,2-1-4 16,2 0-3-16,2 1-7 0,3-5-7 0,3 1-8 15,1-1 0-15,3 2-2 0,-1-2-3 0,3-2-2 16,3 0-9-16,3-3 0 0,-2-1-9 0,4-2-1 16,-1-2-10-16,5-2 3 0,-6 1-7 0,1-4 1 15,1 0-4-15,-2-2 1 0,-1 2 1 0,-2-2 2 16,2-2-1-16,-1 0-2 0,-3 0 0 0,2-5 1 16,-4 4-4-16,3-2 2 0,-4 1-1 0,2-4 3 15,-2 4-3-15,-1-1 1 0,1 2-2 0,-2 1 10 16,1 2 21-16,0 1-11 0,-3 6-4 0,4-10-6 0,-4 10-5 15,3-4-2-15,-3 4 0 0,0 0 4 16,0 0 4-16,0 0 3 0,0 0 6 0,-2 23-5 16,1-13 5-16,-1 2-7 0,0 0 19 0,0 2-8 15,1-4 0-15,2 2 0 0,-1 0-2 0,0-1-1 0,4 0 7 16,-2-2-4-16,2-1 3 0,0-1 2 0,2 0-2 16,2 0-6-16,1-4 5 0,2 0-6 15,1-1-1-15,2-3-4 0,0 0 2 0,-1-2-4 16,4-3 2-16,0 0-1 0,0 1-3 0,-4 0-3 0,1-4 2 15,1-1-3-15,-3-2-4 0,-2 0 4 0,0-3-4 16,-2 1-6-16,0-2-8 0,-5-1 1 16,4-2-3-16,-2 2 2 0,-3-2 1 0,0 0-6 0,-1 4 2 15,0-2 2-15,-1 5 4 0,1 0-1 0,-1 2 7 16,2 4-6-16,-2 6-2 0,0-8-6 0,0 8 4 16,0 0-6-16,0 0 9 0,0 0 1 0,-9 21-5 15,5-6 0-15,-2 2 8 0,2 2 0 0,1 0 3 16,1 0-7-16,0 5 7 0,1-4 1 0,1 6-4 15,1-2 3-15,3 1 4 0,0-7-5 0,1 0 1 16,0-2 10-16,2 0-3 0,-4-1-9 0,1-5 7 16,1 1-3-16,-1-2 6 0,-1-2-3 0,-1 0 0 15,0-2-4-15,-2-5-5 0,1 8-11 0,-1-8-8 16,0 0-14-16,-9 6-4 0,9-6-5 0,0 0 1 16,-15-3 3-16,15 3 4 0,-12-5 1 0,7 0-5 15,5 5 2-15,-2-9-2 0,2 9 2 0,2-14 8 16,4 5-4-16,3 0 3 0,4-1 4 0,5-4 4 15,6-2 3-15,-1 2 4 0,4 0 0 0,-1 0 1 16,2-1 13-16,1 1-10 0,-2 1 6 0,1-3 1 16,-2 0 6-16,-2 3 4 0,-2-3 6 0,-4 4 0 15,-3 1 0-15,1-3 2 0,-4 3 13 0,2-3-3 16,-8 3 3-16,1 0-5 0,-3-1 11 0,0 5 21 16,-3-1-13-16,0 0-2 0,-1 8-6 0,0-11 3 15,0 11 1-15,-6-8-7 0,6 8-1 0,-13 2 1 16,-1 0 9-16,1 3-3 0,-5 2 0 0,3 3-2 0,-2 2-3 15,2 1 9-15,1-1-9 0,4 1 2 16,-1 1 0-16,3-1-2 0,2-1-5 0,4 0 5 16,1 1-4-16,3-2 0 0,1 2-4 0,3-4 0 15,3 1 7-15,1-3-3 0,1 2-4 0,6-2 0 0,0 0 0 16,2-4-3-16,8 3 0 0,-7-5-2 0,2-1-10 16,0-1 7-16,-2-1 0 0,1-2 1 15,-1 2-4-15,-2-3 3 0,-3-1 2 0,2-1 11 16,-4-2-16-16,-3 4-2 0,1-5 4 0,-3 1-3 0,0-3-2 15,0-2-1-15,0 0-4 0,-4 3 1 0,0-1 1 16,-1-4 2-16,-1 6-1 0,0 0-2 16,-1 1 2-16,0 2 0 0,-1 7-2 0,1-10-4 15,-1 10-6-15,3-6 5 0,-3 6-3 0,0 0 13 0,0 0-13 16,0 0 6-16,0 0-3 0,-12 27 12 0,10-15-5 16,-5 4-1-16,1 0 13 0,0 0-6 0,1 3 1 15,-2 1 5-15,1 4-7 0,1-5 4 0,0 0-6 16,1-1 4-16,1 0 1 0,1 0-4 0,-2-1 2 15,1-5 1-15,2 1-1 0,-2-1-12 0,2-2-27 16,0 0-39-16,1-3-40 0,-1 0-36 0,1-7-47 16,-4 12-62-16,1-6-58 0,-1-2-243 0,4-4-604 15,-3 7 268-15</inkml:trace>
  <inkml:trace contextRef="#ctx0" brushRef="#br0" timeOffset="85811.75">21045 10747 105 0,'0'0'360'16,"11"-1"-34"-16,-11 1 6 0,0 0 3 0,9-4-3 16,-9 4-25-16,0 0-33 0,0 0-31 0,0 0-20 15,0 0-52-15,3-3-62 0,-3 3-62 0,0 0-78 16,0 0-90-16,0 0-119 0,0 0-222 0,0 0-501 16,-29 8 221-16</inkml:trace>
  <inkml:trace contextRef="#ctx0" brushRef="#br0" timeOffset="86815.4">6142 11908 117 0,'-12'-1'263'0,"4"1"-6"0,8 0-2 0,-12-2-13 0,12 2-17 16,-8-1-16-16,8 1-14 0,0 0-11 0,0 0-14 15,0 0-9-15,0 0-10 0,0 0-9 0,35-3-12 16,-6 0-10-16,4-3-10 0,7 1-3 0,11-4-18 16,-13 2-7-16,16-2-10 0,-3 2-6 0,-15 0-9 15,1 2-13-15,-1-1-21 0,-6 2-34 16,-8 1-33-16,-2-1-39 0,-8 4-41 0,3-3-50 0,-3 1-56 16,-3 0-238-16,-4 1-506 0,-5 1 223 0</inkml:trace>
  <inkml:trace contextRef="#ctx0" brushRef="#br0" timeOffset="87032.72">5997 12062 45 0,'0'0'235'0,"-4"3"1"0,4-3-6 0,0 0-7 16,0 0-16-16,25 6-13 0,-6-6-16 0,2-2-16 15,9-1-14-15,4-1-15 0,1 0-14 0,2-1-10 16,-1-1-12-16,2 2-9 0,-2-3-33 0,-3 1-37 16,-1 0-50-16,-3 1-65 0,-3-1-69 15,-9 4-198-15,-3-2-394 0,-3-2 175 0</inkml:trace>
  <inkml:trace contextRef="#ctx0" brushRef="#br0" timeOffset="87285.8">6295 11707 2286 0,'-5'-19'3'0,"-2"4"17"0,4 0 16 0,0 4 14 15,0 4 5-15,2 2 3 0,1 5 1 0,-2-13-8 16,2 13-9-16,-3-5-6 0,3 5 7 0,0 0 8 16,0 0 11-16,5 22 7 0,0 1 13 0,2 7 9 15,0 1 13-15,0 4-9 0,-1 11 6 16,-2-11-4-16,0-2-3 0,-2 0-5 0,0 1-7 0,0-4-21 15,0-2 3-15,-4-1-10 0,4-1-5 0,-4 1 10 16,2-3-20-16,-1-8-14 0,0 2-33 0,-1 0-48 16,-1-2-51-16,-3 1-68 0,0-2-77 15,0-5-70-15,-2 0-210 0,2-1-575 0,-2 0 255 16</inkml:trace>
  <inkml:trace contextRef="#ctx0" brushRef="#br0" timeOffset="87491.67">6512 11672 7 0,'5'-11'296'0,"-1"1"-31"15,0 4-22-15,0 3-18 0,-4 3 0 0,0 0 0 16,10 17 23-16,-6 2 3 0,0 10-11 0,-6 17-20 16,2-10-2-16,-3 10-32 0,0 1-17 15,1-12-28-15,0 1 5 0,-4-3-20 0,3-1-18 16,2 0-37-16,-2-3-46 0,1 0-59 0,1-1-54 0,-2-2-73 15,3-6-81-15,-1 3-277 0,2-5-562 16,0-2 250-16</inkml:trace>
  <inkml:trace contextRef="#ctx0" brushRef="#br0" timeOffset="152527.79">7363 11500 132 0,'0'-13'179'0,"0"-3"-6"16,-1 4 2-16,2 2 2 0,-1 0-4 0,-1 1-7 15,1 9-5-15,-1-14-9 0,1 14-19 0,-1-11-16 16,1 11-14-16,0 0-12 0,0 0-3 0,0 0-2 16,0 0-2-16,-2 32-2 0,1-4-1 0,-2 7-9 15,-4 10-4-15,3-9-8 0,-2 10-8 0,0 0-2 0,3-12 11 16,-1-2-7-16,1 0-3 0,1 0-7 15,-2-2-3-15,1-3-8 0,1 2 2 0,0-4-5 16,1 0-15-16,0-9-28 0,1 1-30 0,0-2-40 16,-1-3-41-16,1-2-46 0,-2-2-51 0,0-1-174 0,2-7-427 15,-8 8 190-15</inkml:trace>
  <inkml:trace contextRef="#ctx0" brushRef="#br0" timeOffset="153093.69">7269 11659 23 0,'13'-12'128'0,"2"2"-8"15,-2 0-8-15,5-2-4 0,-3 1-11 16,2-1 1-16,-3 2-10 0,1-1-5 0,0 2-7 16,1-2 0-16,-2 1 1 0,1-4 3 0,-2 5 4 0,-2 1-1 15,-3-1 5-15,-2-2-4 0,2 3-1 16,-2-3-2-16,-1 4 1 0,1-2-5 0,-3 1-2 15,0 4 1-15,-3 4-5 0,4-10-10 0,-4 10-8 16,2-5-10-16,-2 5-3 0,0 0-7 0,0 0 1 0,8 26 4 16,-8-7 4-16,1 11-6 0,-3 3 2 15,-2 2-3-15,3 1-4 0,-7 10-4 0,0-13-2 0,6 0-3 16,-3 0-1-16,0-3-4 0,1-2 1 16,1-8 0-16,2-1-3 0,0-1-4 0,-2-3 5 15,2-3-5-15,1-1-3 0,0-1 1 0,-2-4-2 0,2-6 1 16,0 11-4-16,0-11 4 0,0 0-3 0,2 7-5 15,-2-7 0-15,0 0-4 0,0 0 0 0,23-20 3 16,-14 10-1-16,1-2-3 0,0 4 0 16,2-3 3-16,-2 5-3 0,1-1-1 0,0 4-1 0,-1 0 2 15,1 0 1-15,0 5 1 0,0-1-1 0,1 0 3 16,-1 1-2-16,0 1 5 0,2 1 0 0,-1-1-3 16,6 2 2-16,0-3-1 0,-2 1 5 15,2-1-1-15,1-4 0 0,3 2 4 0,-2 0-6 16,-2-4 4-16,4-2 5 0,-2-1 0 0,-3 0 1 0,2-5 1 15,-2 3-1-15,0-2-1 0,-8 3 3 0,1-2-2 16,0-3 0-16,-6 1-2 0,1 0-3 0,-4 0 1 16,-1 0 0-16,-1 1-1 0,0 2-1 0,-4 0 1 15,1 4-3-15,4 5 0 0,-12-6-1 0,2 6-2 16,-3 6-1-16,-2 0 3 0,1 7-3 0,-8 2 0 16,2 6 2-16,2-1-14 0,5 2-27 0,3 0-40 15,5-1-47-15,5-5-65 0,3 5-55 0,3-3-128 16,5-1-405-16,8 1 180 0</inkml:trace>
  <inkml:trace contextRef="#ctx0" brushRef="#br0" timeOffset="153397.72">8433 11695 216 0,'3'-17'208'0,"0"2"-12"0,0 5-7 16,-2 3-13-16,1 0-11 0,0 1-19 0,-2 6-18 16,4-6-12-16,-4 6-11 0,0 0-1 0,13 13-4 15,-9-2-2-15,-2 7-1 0,1 7-6 0,-2 2-2 16,-1 3-10-16,-1 0-11 0,-1-1-5 0,1 2-5 15,1-3-4-15,-6 0-6 0,3-3-23 0,1-6-22 16,0 1-27-16,1-3-37 0,1-1-41 0,-4-2-49 16,4-3-39-16,-4 0-159 0,1-5-379 0,3-6 168 15</inkml:trace>
  <inkml:trace contextRef="#ctx0" brushRef="#br0" timeOffset="153541.13">8415 11410 76 0,'0'0'92'15,"0"0"-30"-15,13 31-41 0,-9-3-64 0,-2 3-44 16,3 0 20-16</inkml:trace>
  <inkml:trace contextRef="#ctx0" brushRef="#br0" timeOffset="153759.51">8643 11863 83 0,'2'-18'227'15,"2"-1"-2"-15,1-7-12 0,0 3-12 0,0 4-10 16,4 2-11-16,-1 2-9 0,-2 5-19 0,1 1-16 16,3 3-14-16,0 5-12 0,-1 1-13 0,3 4-9 15,-2 3-10-15,3 5-3 0,-1 4-9 0,-1 2-5 16,3 6-9-16,-4 0-5 0,-2 2-5 0,-3 1-21 15,1-3-24-15,-2 3-32 0,-2-8-36 0,1 7-53 16,1-7-37-16,-3-1-50 0,2-2-129 0,-1-5-366 16,0 1 162-16</inkml:trace>
  <inkml:trace contextRef="#ctx0" brushRef="#br0" timeOffset="154051.9">9007 11694 69 0,'0'-11'239'16,"0"3"-24"-16,0 8-23 0,4-8-21 0,-4 8 1 16,0 0 0-16,0 0-9 0,10 27-12 0,-8-8-6 0,4 8-13 15,0 1-4-15,-1-1-18 0,0 0-8 16,2 0-14-16,-1-3-8 0,-1-5-8 0,3 0-4 16,-2-5-10-16,-2-2-3 0,1 0-3 0,-1-3-6 0,2-1-5 15,1-1 3-15,-5-2 8 0,1-1 14 16,-3-4 3-16,7 3 2 0,-7-3-3 0,0 0-4 15,11-7-2-15,-4-2-6 0,-2-2-3 0,-2 0-5 16,2-6-4-16,3-8-7 0,-3-2-7 0,0-2-17 16,5-2-20-16,1 0-17 0,1-3-23 0,4 3-22 15,0 4-30-15,-2 3-35 0,-3 7-40 0,1 3-42 0,-3 7-30 16,-4 2-168-16,-5 5-448 0,10-2 198 16</inkml:trace>
  <inkml:trace contextRef="#ctx0" brushRef="#br0" timeOffset="155005.81">9429 11932 135 0,'7'-7'227'16,"2"-1"-8"-16,0-4-9 0,-1 3-13 0,3-5-16 0,-2-1-13 16,2-1-5-16,-1 1-18 0,-4-3-13 0,2 1-12 15,-2 1-4-15,-1-1-9 0,3 0 0 0,-6 6-5 16,1-2-10-16,-2 3-11 0,-2 4-6 15,1 6-10-15,-4-14-4 0,-2 9-11 0,0 3-2 0,-3 0-4 16,9 2-9-16,-25 7-4 0,9 3-1 0,-7 3-5 16,1 4-3-16,5 3 0 0,-2 2-3 0,0-2 1 15,11-2-2-15,-2 6 0 0,5-7-4 0,1 0 1 16,2 1-1-16,-1-1 0 0,6 0 2 0,3-3-2 16,-2-2-3-16,3-2 1 0,4 2 5 0,0-4-3 15,2 1 3-15,0-4-1 0,3 1 5 0,3-2-3 16,-1-2 1-16,0-2-2 0,4 0 8 15,-4-3-9-15,5-1 0 0,-4-1-3 0,-1 1-2 16,4-5 0-16,-4 2-2 0,-1-4 2 0,1 0 0 0,-2-2-2 16,-1 0 0-16,-2 0-2 0,-2-3-3 0,5-4 4 15,-10 4-4-15,2-3-2 0,-6 3 3 0,0 0-2 16,-4-1 3-16,1 0-1 0,-4 2-2 0,0 4-1 16,0 0 0-16,-2 1 0 0,1 2-1 0,1 0-2 15,-2 1-1-15,4 4 0 0,3 3-2 0,-8-9-2 16,8 9 0-16,-5-4 0 0,5 4 6 0,0 0-6 15,0 0-1-15,0 0 12 0,0 0-8 0,0 0 2 16,16 12 2-16,-5-8-3 0,3 0 4 0,1-1-2 16,-1 1 6-16,-1 1-9 0,0-1 2 0,-1 1-2 15,0 0 1-15,-2 4-2 0,-1-2 1 0,0 2-1 16,0 4 4-16,-4-1 0 0,1 2-1 0,-2 2-1 16,-1-1 2-16,-2 2 0 0,-2-1 1 0,2 1-2 15,-2-2 1-15,2-1 1 0,-1-3 2 0,0 2-7 16,-1-3 4-16,2-1-3 0,-1 1 9 0,2-2-3 15,0-2-2-15,3-2 2 0,0 0-2 0,2-2 0 16,0 1 5-16,1-3 3 0,6-1-6 0,-4-2 1 16,4-1 0-16,3-1-2 0,-2-2 3 0,-3-1-5 15,4-2 3-15,-4 0 0 0,-3 0 2 0,2-4-2 16,-3 0 6-16,0 0-9 0,-3-2-2 0,1 3 4 16,-2-4-9-16,-2-1-1 0,0 4 0 0,-4 4 3 15,2-2-4-15,-1 6 0 0,1-4 0 0,0 10-1 16,1-8 1-16,-1 8-1 0,0 0 1 15,0 0-2-15,0 0 2 0,-10 22 1 0,8-6 0 0,-1 3 2 16,1 5-3-16,-1 0 1 0,0-4 5 0,5-1-1 16,-4 7-1-16,4 0 3 0,-2-6 2 0,0 0-1 15,0-1 2-15,1-1-2 0,-1-6 0 0,1 1 1 16,1-2-1-16,-2-2 5 0,0-3-5 0,2-1-1 16,-2-5 6-16,2 11-1 0,-2-11 4 0,2 6-5 15,-2-6 0-15,0 0-4 0,0 0 2 0,0 0-6 16,0 0 3-16,0 0-3 0,20-15-4 0,-12 6 0 15,1 1-7-15,-1-1-3 0,3-3-4 0,4-1-1 16,-3-1-1-16,8-5-1 0,-3-1 4 0,4 1 0 16,-2 0 3-16,1 0-2 0,-2 0 2 0,0-1 3 15,0 1 3-15,-7 5 2 0,1 2 6 0,-7 2 7 16,1 0 12-16,-2 4 2 0,0 3 2 0,-4 3-1 16,4-6-4-16,-4 6 3 0,0 0-2 0,0 0 2 15,-21 13 4-15,6-1 2 0,-5 7-4 0,4-4 0 0,-5 5-1 16,3-2-2-16,0 4-1 0,2-2-16 15,6-2-28-15,4 1-36 0,3-2-60 0,6 2-52 16,8-3-65-16,7 2-197 0,12-1-477 0,4-3 211 16</inkml:trace>
  <inkml:trace contextRef="#ctx0" brushRef="#br0" timeOffset="155569.68">10374 11958 188 0,'-14'10'264'15,"1"3"-24"-15,4 0-24 0,-1 1-19 0,1 1-19 16,8 1-16-16,0-1-15 0,2 0-10 0,4 2-14 16,3-2-7-16,3-1-13 0,9 4-10 0,-4-5-4 0,7 1-4 15,4-6-8-15,0-1-1 0,1-1-8 16,0-5-4-16,0 1-8 0,-1-4-2 0,-5-2-7 15,-4 1-3-15,1-5-3 0,0 1-3 0,-5-3-5 16,0-1-1-16,-2-2-5 0,-5-2-1 0,0-1-4 16,-2-2-6-16,-5-2-1 0,-4-4 4 0,-1-2-12 0,-3-1-2 15,-2-2-5-15,-1 1 3 0,-4 1-1 0,1 2 2 16,2 2-5-16,0 8 5 0,3 3 4 0,3 2 3 16,-1 2-4-16,3 3-1 0,1 2-2 15,3 3-3-15,0 0 0 0,0 0-1 0,-17 9 2 0,16-2 0 16,1-7 2-16,2 16 1 0,4-4 4 0,-1-3-3 15,7 2-3-15,1-2 5 0,5 1-3 0,2-4 3 16,7 1-4-16,3-4 1 0,0-3 0 16,0 0 0-16,0-4-6 0,1-2 11 0,-3-3-8 15,-7 1 3-15,-5-3-6 0,1 0 3 0,-4-4 1 0,-1-2-2 16,-3 1 2-16,-2-2 2 0,-3 1-4 0,-3-2 2 16,-1-1 2-16,0 1-1 0,-2 0 1 0,0 3-1 15,0 1 10-15,-4 3 7 0,4 0 1 16,-1 3-3-16,1 5-6 0,2 4-1 0,0 0-3 0,0 0 8 15,-13 22 15-15,5 4 3 0,-1 9 10 0,-5 15-5 16,1 1 1-16,-1 1 2 0,2-2 3 16,-1 0-7-16,0-2-6 0,3 1-2 0,0-4-4 15,-2 1-3-15,6-12 2 0,3 0-11 0,1 1-33 0,-1-4-25 16,0-5-25-16,1 1-41 0,-3-2-67 0,4-6-72 16,-1-2-73-16,-1-5-162 0,0-3-524 0,0-4 232 15</inkml:trace>
  <inkml:trace contextRef="#ctx0" brushRef="#br0" timeOffset="155713.49">10824 12082 2576 0,'5'-13'-2'0,"-2"4"12"0,-1-1-9 16,0 5-6-16,-2 5-11 0,6-10 2 0,-2 5 3 16,2 2-3-16,6 0-5 0,-1 3-22 0,8-1-34 15,1 1-52-15,11-2-46 0,2 2-176 0,2-3-377 16,17 1 167-16</inkml:trace>
  <inkml:trace contextRef="#ctx0" brushRef="#br0" timeOffset="155947.62">11637 11572 199 0,'-1'-10'273'0,"1"3"-24"0,0 0-28 0,0 7-26 15,0 0-17-15,0 0-2 0,0 0-5 16,8 27-1-16,-3 1-1 0,-2 6-6 0,3 12-21 0,-4 6-9 16,3-2-17-16,-4-3-12 0,-2 2-6 0,-2-3-8 15,1-12-14-15,0-1-14 0,-2-1-24 0,0 0-26 16,0-3-29-16,2-4-40 0,-2-1-44 0,-1-6-36 16,3-3-61-16,0-3-36 0,-1-1-149 0,2-5-412 15,-3-3 182-15</inkml:trace>
  <inkml:trace contextRef="#ctx0" brushRef="#br0" timeOffset="156407.94">11644 11887 54 0,'6'-16'147'0,"4"-1"-8"0,-2 2-9 16,2-1 1-16,1 0-11 0,3-1-1 0,-1 3-3 16,7-4-3-16,-4 5-8 0,-2-2-1 0,-2 2-3 15,3-1 1-15,0 1-1 0,-2-1-8 0,0 3 0 16,1-1 1-16,-5 3-8 0,0-2-2 0,-5 6-2 15,2-1-10-15,0 2-7 0,-6 4-8 0,9-5-8 16,-9 5-2-16,8 2-5 0,-8-2 1 0,9 15-4 16,-8 1 1-16,2 3-5 0,-3 8-1 0,-3 0 1 15,1 1-7-15,-5 2-4 0,4-2 4 0,-1 0-8 16,0-1 0-16,2-1-2 0,1-7-1 0,0-2-3 16,0 0 1-16,2-5-2 0,1-1-2 0,-2-1-2 15,4-4-1-15,-4 1-2 0,4-1-4 0,-4-6 0 16,10 8 6-16,-2-4 1 0,2 0-2 0,3-2 1 15,-1 0 3-15,0 1 0 0,1-1 3 0,-1-1-4 16,0 0 2-16,1 2 1 0,0-1-6 0,-3-1 2 16,3 1 3-16,-4-1-3 0,2-1 3 0,0-1-2 15,1-1 1-15,1 0 0 0,-2-3 0 0,3 2-1 0,-3-3 0 16,3-2-1-16,-1-1 5 0,0-1-4 16,-3 2-1-16,-3-1 6 0,1 1 4 0,-1-1-1 15,0 1 2-15,-5-3-4 0,0 2 1 0,-2-1-3 16,-1 2-2-16,1 8-5 0,-7-12 2 0,1 7-2 15,-2 3-1-15,-3 2 1 0,-1 3-7 0,-4 3 6 0,-1 4-1 16,4 0-10-16,-1 2-16 0,4 2-29 0,2 3-35 16,1 1-53-16,2 0-53 0,8 1-53 15,2 5-191-15,7-2-471 0,11 0 208 0</inkml:trace>
  <inkml:trace contextRef="#ctx0" brushRef="#br0" timeOffset="156806.91">12523 12314 171 0,'-3'-6'260'0,"3"6"-22"15,0-14-9-15,3 3-21 0,1 1-13 0,4-6-13 16,4-1-10-16,8-4-14 0,3-2-8 0,-1-1-11 16,5 0-9-16,0 0-6 0,10-11-11 15,2 1-9-15,-5 0-10 0,0-1-11 0,-1-2-6 16,3 1-7-16,-6 1-8 0,-6 7-6 0,-1 4-5 0,-5-2-5 15,-2 4-5-15,-5 6-8 0,-3 1 0 16,-2 4-1-16,0 3-6 0,-4 1-6 0,-2 2-1 16,0 5-6-16,0 0-3 0,-16-7 0 0,5 11-5 15,-5 4 0-15,-3 3-1 0,-4 7 1 0,-2 3-5 0,0 1 4 16,7 0-6-16,4 2 0 0,1-3 0 0,3 3-3 16,8-7 3-16,-1 4 2 0,6-3-4 0,1 0 6 15,2-1-4-15,3 0 0 0,0 0-2 16,0-2 5-16,2 1-3 0,1-2 1 0,-3 0-3 0,-1-5 4 15,-1 2 5-15,0-3-7 0,-2 3 1 0,1-1-1 16,-4-1 1-16,-2-4 2 0,0 4 1 0,0-9 0 16,-4 14 3-16,-2-9-2 0,1 1-17 0,-5 1-14 15,2-2-27-15,-6 0-29 0,5-2-36 0,3 1-39 16,-1-2-31-16,0 1-43 0,7-3-179 0,-11 0-447 16,11 0 198-16</inkml:trace>
  <inkml:trace contextRef="#ctx0" brushRef="#br0" timeOffset="157014.06">13158 11776 2 0,'6'-25'239'0,"2"7"8"15,-4 7 0-15,-2 0-8 0,2 3-17 0,-1 2-21 16,-3 6-27-16,2-5-18 0,-2 5-8 0,0 0 1 16,8 19-2-16,-7 0 2 0,-1 8-8 0,3 1-9 15,-3 2-8-15,2 3-12 0,-4-2-11 0,4 3-10 16,-4-6-6-16,-1 2-7 0,3-2-10 0,-3 0-34 15,3-10-35-15,2 6-31 0,-4-6-42 0,4-1-41 16,-4 1-41-16,5-7-36 0,-3 0-35 0,3 0-189 16,-1-1-448-16,2-7 198 0</inkml:trace>
  <inkml:trace contextRef="#ctx0" brushRef="#br0" timeOffset="157252.51">13293 12107 219 0,'0'0'211'16,"0"0"-1"-16,0 0-7 0,0 0-11 0,0 0-10 15,0 0-13-15,0 0-11 0,0 0-19 0,15 11-9 16,-15-11-12-16,7 5-10 0,0-2-9 0,0 0-6 16,-1-2-7-16,5-1-3 0,1 0-5 0,1-3-5 15,1 2-3-15,-1-4-5 0,0-1-4 0,3-1-4 16,-3-3-3-16,-3 3-4 0,3-3 1 0,-6 0-6 16,0-1-7-16,-2 1-4 0,1-1-4 0,-4-1-1 15,-2 1-5-15,0 0-2 0,-4 1-7 0,0 1-3 16,-3 1-6-16,0 3-15 0,0 3-19 0,0-1-23 15,-3 3-26-15,-2 1-44 0,3 2-42 0,-3 0-62 16,3 2-199-16,3-2-458 0,0 1 202 0</inkml:trace>
  <inkml:trace contextRef="#ctx0" brushRef="#br0" timeOffset="157509.67">13764 11745 154 0,'2'-17'259'15,"-1"2"-4"-15,-2 2-2 0,-1 1-12 0,2 2 1 16,-2 5-8-16,2 5-26 0,2-10-22 0,-2 10-12 0,0 0-17 16,0 0 5-16,0 0 18 0,0 34 10 0,-2-4-11 15,-2 1-10-15,2 4-7 0,-6 11-6 16,6-1-12-16,-4-10-9 0,1 1-14 0,-1-1-14 16,1-1-5-16,0 1-15 0,1 1-2 0,-1-4-6 15,1 3 0-15,0-2-20 0,3-1-20 0,-3-3-8 16,0 0-34-16,1-3-35 0,1-7-40 0,-1-3-35 15,1 0-29-15,-2-3-27 0,2-2-37 0,1-1-38 16,0-2-37-16,0-2-46 0,1-6-178 0,-6 5-547 0,6-5 242 16</inkml:trace>
  <inkml:trace contextRef="#ctx0" brushRef="#br0" timeOffset="157934.79">13850 11946 99 0,'9'-6'203'15,"3"3"-6"-15,-4 2 1 0,1 2-2 16,-9-1-14-16,18 8-10 0,-11 0-16 0,-1 0-10 0,-1 2-14 16,-3 1-11-16,0 4-10 0,-4-1-9 15,2 1-9-15,-7 2-10 0,-2 0-6 0,-4 0-11 0,0-3-9 16,0 0-13-16,-1-2-8 0,1-2-10 0,0-2 0 16,5 0-4-16,-1-3 0 0,2 0 1 15,2-2-5-15,5-3-2 0,-8 6-3 0,3-5-3 16,5-1 0-16,0 0-3 0,0 0 1 0,0 0 2 0,0 0 0 15,18 6 2-15,-9-6 3 0,4-1 0 0,8 0 1 16,-2-1-4-16,2 0-1 0,8-3-2 0,-1 2 5 16,0-2-1-16,0-1-2 0,-7 2 1 0,9-5-1 15,-5 1-3-15,2-1-1 0,-4 2 2 16,4-2 1-16,-12 0-2 0,3 1 2 0,-3-2-2 0,-1-1 7 16,-3-2-2-16,-2-1 5 0,-1 4-3 0,-4 0 8 15,-2-3 3-15,-4 0-4 0,1 1 2 0,-2 1 4 16,-5 3 0-16,1 1-1 0,-1 2 1 15,-6 2 9-15,1 5 3 0,1 1 7 0,-6 4 9 0,0 3 9 16,1 2 11-16,-4 5-7 0,8-1 3 0,1 0-10 16,3 1-12-16,1-1 1 0,4 0-2 0,4 2-4 15,2-2-5-15,4-1-29 0,5-4-31 0,5 2-45 16,9 1-49-16,-1-1-67 0,8-4-71 0,-4-1-300 16,4-4-597-16,5 0 264 0</inkml:trace>
  <inkml:trace contextRef="#ctx0" brushRef="#br0" timeOffset="160457.91">15192 11980 156 0,'-11'-14'178'0,"-1"3"-1"0,-1 0-13 15,2 4-8-15,-3 3-4 0,2 3-12 0,-8 5-11 16,2 1-9-16,-7 8-11 0,0 1-10 0,2 5-7 16,1 2-10-16,2 1-11 0,4 0-3 0,5 3-8 15,3-6-8-15,2 7-4 0,3-7-3 0,5 0-3 16,0-1-6-16,7-2-2 0,2-1 0 0,2-2-8 15,3-5-2-15,4-1-1 0,-2-4-7 0,3-2 1 16,7-3-4-16,-1-7-3 0,-1 0 7 0,-7-1-6 16,5-3-2-16,-4-3 0 0,-5 1 3 0,1 1-3 15,-5-3-1-15,1 0 0 0,-6 2-1 0,2-3 3 16,-3-2-3-16,-1 4 4 0,-2-1 6 0,0 6 10 16,0 0 7-16,-2 3 1 0,1 2-7 0,-1 6-4 15,3-10-5-15,-3 10-3 0,0 0 1 0,0 0-1 16,0 0-1-16,2 27 1 0,-4-8-2 0,2 6 1 15,-4 0-1-15,-1 4 3 0,0 2 5 0,2-1 0 16,-3 0-1-16,-2 0 7 0,4 1-1 0,-7-3-10 0,2-2 2 16,-1 3-3-16,-4-1-1 0,1-3 1 15,-2 1-2-15,-2-3-1 0,2 0 19 0,-3-3-3 16,4-5-2-16,1-1-11 0,-1 0-23 0,1-3-24 16,4-2-27-16,-1-3-30 0,2-1-31 0,1 0-52 15,-1-3-40-15,8-2-200 0,-12-1-445 0,12 1 197 0</inkml:trace>
  <inkml:trace contextRef="#ctx0" brushRef="#br0" timeOffset="160657.47">15379 12054 187 0,'7'-9'223'0,"-3"0"-12"0,-1 5-13 0,1-1-25 15,-4 5-5-15,7-5-8 0,-7 5-6 0,0 0-4 16,13 14-11-16,-8-1-11 0,-2 0-14 0,1 7-8 15,-2 5-9-15,2 0-10 0,-4 3-7 0,3 2-8 16,-5-2-5-16,1-1-16 0,1-1-25 0,-4-2-32 0,4-5-37 16,0 0-43-16,-1 1-45 0,-2-4-51 0,2-4-176 15,-2-2-386-15,0-1 171 0</inkml:trace>
  <inkml:trace contextRef="#ctx0" brushRef="#br0" timeOffset="160802.9">15429 11901 115 0,'-2'-7'160'0,"0"-1"-30"15,2 8-43-15,-3-7-35 0,3 7-30 0,0 0-28 0,0 0-34 16,0 0-47-16,-16 15-94 0,14-8 42 16</inkml:trace>
  <inkml:trace contextRef="#ctx0" brushRef="#br0" timeOffset="161497.54">15567 12122 134 0,'3'5'170'0,"0"5"-1"0,1-1-3 15,-2 0-5-15,2-1-13 0,0 4-7 0,0-1-12 16,-1 1-1-16,0-2-6 0,2 1-8 0,-1-3-11 16,-1 2-8-16,1-2-8 0,1 1-9 0,-3-4 5 15,2 1-19-15,0 0 0 0,-4-6-9 0,5 9-3 16,-1-7 4-16,-4-2 2 0,3 5 6 0,-3-5-3 15,0 0-4-15,8 2-2 0,-8-2-9 0,13-8-3 16,-4 2-4-16,1-4 2 0,4 0-9 0,6-8-2 0,0 1-5 16,-2-2-1-16,1 0-4 0,1 0 1 15,0-1-7-15,1 0-1 0,-2 4-4 0,-6 0 3 0,3 3-4 16,-1 4 0-16,2-1-6 0,-6 4 4 16,-1 0-1-16,1 2-5 0,-2 0-1 0,-2 1 8 15,0 2-6-15,-7 1 3 0,15 1-6 0,-7 0 1 0,-1 2 3 16,5 0 0-16,-3-1 1 0,0 0-1 0,3 1-1 15,-5-1 0-15,4-1 2 0,2 0 1 16,-1 2-2-16,0-3 1 0,1 0 1 0,-1-3 1 0,0-1-1 16,0 3-2-16,1-3 3 0,-2-1-2 0,-2 0 2 15,1 0-1-15,-1-1 3 0,-4 1-4 0,2-1 2 16,-3 0-6-16,-2-1 3 0,1 1-2 0,-3 6 0 16,-6-16 1-16,0 11-2 0,0-3 3 0,-4 4-4 15,0 0 2-15,-3 2-2 0,-1 1-3 0,-3 4 1 16,-3 4-1-16,-5 5 1 0,2 3-4 0,2 2 0 15,3 2 5-15,4 3-3 0,-2-2 0 0,5 4 1 16,7-7 2-16,-3 2-3 0,5-2 5 0,3 2-2 16,3-2 4-16,0 1-1 0,5-4 1 0,1 0 2 15,4-2-1-15,0-2-1 0,7-3 0 0,-2-5-2 16,0 1-3-16,9-2-4 0,0-5-5 0,-1 0 0 16,-1-7-1-16,0 2-1 0,-1-3 2 0,-1 0 8 15,0-1-9-15,-1-3 8 0,-9 3 0 0,0-2-5 16,4-4 6-16,-5 3-1 0,-5 0 1 0,2-9 0 15,-5 7 2-15,0 1 2 0,-2 0 9 0,-1 2 2 16,1 2 6-16,-2 2 5 0,0 2 3 0,1 2-2 16,-2 7-2-16,1-12-4 0,-1 12-4 0,0-5-1 15,0 5-2-15,0 0-3 0,0 0 5 0,-4 24 1 16,-1-8 3-16,-1 1-3 0,-2 2 3 0,0 4-2 16,2 1-1-16,1 0-2 0,-2 1 1 0,1-1-2 15,2 1 0-15,-1 0 0 0,0-6 3 0,2-1-7 16,-2 2-23-16,4-2-18 0,-4-2-29 0,1 1-32 15,3-7-37-15,-2 2-38 0,3-3-36 0,0-2-207 16,-1 1-447-16,1-8 198 0</inkml:trace>
  <inkml:trace contextRef="#ctx0" brushRef="#br0" timeOffset="161731.6">16971 11845 183 0,'4'-13'266'0,"-3"2"-6"16,1 1-9-16,-1 3-26 0,0 0-23 0,-1 7-22 16,0 0-16-16,0 0-1 0,0 0 4 0,-1 32-6 15,-2-6-3-15,-2 1-10 0,1 4-12 0,0-1-13 16,1 0-12-16,-1 0-8 0,-3 0-13 0,5-1-2 16,-2-2-14-16,0 1-4 0,2-2-14 0,-2-1-19 15,2-6-26-15,1 2-30 0,0-3-30 0,0-3-42 16,-1-3-56-16,1-3-49 0,0 1-55 0,-3-4-195 15,4-6-483-15,0 0 213 0</inkml:trace>
  <inkml:trace contextRef="#ctx0" brushRef="#br0" timeOffset="162235.51">16939 12098 164 0,'7'-11'176'0,"3"-3"-6"0,1 1-7 15,2 0-6-15,2-1-5 0,1 0-8 0,3-2-9 16,-5 3-1-16,1-1-6 0,1 1 2 0,-2-1-6 15,-1 1-6-15,0-2-11 0,-1 1-9 0,-2-2 0 16,0 0 1-16,-1 3-8 0,-3 0-2 0,-1 4-4 16,1-1 0-16,-4 2-1 0,2 1-10 0,-1 3-9 15,-3 4-4-15,4-10-9 0,-4 10-2 0,0 0-10 16,0 0-2-16,0 0-5 0,0 0 0 0,5 28-7 16,-8-11-2-16,2 2-1 0,0 1-5 0,-3 6-2 15,0-2-3-15,3-6 4 0,-2 0-3 0,2 1-7 16,0-4-1-16,-1 2-5 0,4-2-3 0,-2-2-3 15,0-4 1-15,1 1-8 0,0-2 4 0,0-2-5 16,-1-6 1-16,2 11 0 0,2-7 2 0,1 1 1 16,-5-5-1-16,10 7 4 0,-4-3-1 0,-1 0-2 15,2 2 0-15,-1-1-2 0,2 1 3 0,1 2 1 0,-1-1 4 16,-2-1-1-16,2 0 1 0,1 0-2 16,-3-1 4-16,2 0-1 0,-1-1 8 0,5-2-4 15,-1-2 4-15,2-2 2 0,1 1 0 0,4-3-2 16,0-5-3-16,0 0 4 0,-1-1 0 0,-1-2-1 15,-2 1 3-15,1-1-4 0,-2-2-2 0,0 1 4 0,-3-2 0 16,1 2-2-16,-1-1-2 0,-3-1 1 0,-2-1 4 16,1 2-6-16,-4 4 5 0,0 2-1 15,0 1 1-15,-2 0 2 0,0 7-1 0,-4-10-4 16,4 10-3-16,-9-1-3 0,9 1 4 0,-27 11 0 0,9-1-3 16,-5 4 1-16,2 3 0 0,2 2-1 0,5-4-4 15,1 1-10-15,0 0-22 0,3 7-35 16,6-6-56-16,4 1-38 0,4 0-33 0,7-1-31 15,11 1-182-15,2 0-447 0,11-3 198 0</inkml:trace>
  <inkml:trace contextRef="#ctx0" brushRef="#br0" timeOffset="163421.09">18129 12272 33 0,'5'-10'215'0,"5"-6"-14"16,3 5-9-16,-1-3-4 0,0-2-7 15,9-2-11-15,-7 4-10 0,5-4-9 0,-4 4-9 16,3-5-4-16,1-2-8 0,-3 2-10 0,0-3-7 0,-4 1-10 16,-2 3-10-16,-1-6-2 0,-4 5-1 15,-2 0-4-15,-1 1-1 0,-2 3-8 0,0 0-9 0,-4-2-6 16,1 7-3-16,-3 1 0 0,-2-1-3 15,0 7-7-15,-2-3-2 0,-4 4-2 0,1 3-6 0,0 2-5 16,-5-1 2-16,7 3-10 0,-7 1-1 0,7 0 0 16,3-1-6-16,4 2 2 0,1 0-3 0,3-7-1 15,4 12 3-15,5-5-2 0,2-1-4 0,6 1 0 16,4-2-2-16,0-1-1 0,9-1-2 0,0-2-4 16,0-1 11-16,-9 0-8 0,6 0-5 0,-5 0 6 15,-3 0-8-15,-5-1 3 0,-1 2-6 0,-5 1 0 16,-1-1 0-16,1 5 1 0,0 1 0 0,-2 2-3 15,-1 1 3-15,-2 4 1 0,-2 0 0 16,2 3 2-16,-6-3-6 0,4 0 7 0,-3 2-4 0,2-4 1 16,-2 0-3-16,4-1 6 0,0 0-2 15,2 1 1-15,1-4-2 0,5 1 12 0,-2-3-1 0,4-1-9 16,0 2 4-16,3-3-3 0,2-3 5 0,3-2-2 16,-1-1-1-16,2 0 3 0,-3-3 0 0,2 1 0 15,-3-2 0-15,1-2 3 0,-1 0-1 0,-3 0 2 16,0-3-1-16,-1 1 2 0,-4-3-9 0,2 0 5 15,-3-2-3-15,0 1 2 0,-4-3-2 0,-2 5-2 16,2-4-1-16,-3 3 0 0,-1 3 3 0,-1-2-6 16,-4 2 3-16,2 1-2 0,-2 1 0 0,1 2 2 15,0 1-7-15,4 5-2 0,-11-4 3 0,11 4 0 16,-18 7-3-16,4 4-1 0,1 1 0 0,0 3 7 16,2 1-1-16,1 0 0 0,3 0 0 0,2 0 4 15,-1 0-5-15,5-4 0 0,2 3 1 0,0-2 4 16,2-1-2-16,2-3 3 0,1 2-3 0,4-3 7 15,3-3-6-15,0 0 2 0,6-2 2 0,0-2-4 16,3 0 6-16,1-3-1 0,4-2 0 0,0-1-1 16,-7-1-3-16,2-1 1 0,3-3 5 0,-5 1 1 15,-4-1-9-15,-2 0 4 0,0 0-6 0,-2-4 3 16,-2 1 1-16,-1-2-4 0,-1 0-1 0,-3-2 0 16,0-1-1-16,-1 0 6 0,1 3-6 0,-4 4 3 15,2 0 1-15,-1 1-3 0,-2 3 2 0,0 7-10 16,3-8 1-16,-3 8-1 0,0 0 0 0,0 0 4 15,0 0 1-15,-13 30-3 0,7-12 8 0,0 1-3 16,-1 5 4-16,-1 0-2 0,1 1 4 0,-1-6-3 16,4 1-1-16,0-4-1 0,1 0 7 0,2-2-6 15,0-4 5-15,1-2-2 0,-1 1 6 0,2-2 5 16,-1-7-6-16,2 10 0 0,0-6 4 0,-2-4 0 16,10 3-2-16,-10-3-1 0,15-4 1 0,-4 1 9 15,0 0 1-15,6-4-11 0,-4 2-3 0,3-2-2 16,0-3 1-16,0 0 1 0,-2 0 2 0,3-2-5 15,-3 0 5-15,0 0-3 0,-1-3-2 0,1 2-3 16,-4-3 4-16,3 2-2 0,-2 2 1 0,-1-1 0 16,-3 4-2-16,0-1 1 0,-2 4 3 0,1 1-7 15,-4-1-6-15,3 4-7 0,-5 2 4 0,0 0 4 16,0 0 2-16,0 0-2 0,-1 19 8 0,-4-8-4 16,0 1-3-16,1 4 6 0,-2-2 1 0,2-1 5 15,1-1-1-15,1 0-1 0,0 0 2 0,2 0 0 16,3-3 5-16,1 0-3 0,3-2 8 0,1 0-6 15,1-4-2-15,10-1 7 0,-2-2-5 0,6 0 3 16,-1-3-2-16,-3-3 1 0,0 0 2 0,0-2-6 16,-2 0 2-16,-1 1-3 0,-3-4 0 0,-1 0 3 0,2-1-1 15,-7 3-1-15,2-4 5 0,1-1 8 0,-3 4-14 16,1-4 10-16,-3 2-12 0,0 3 0 16,0 0-3-16,0 1-1 0,-1 3 0 0,-4 5-1 15,2-6-4-15,-2 6 4 0,0 0-6 0,0 0 17 16,0 0-20-16,-7 30 5 0,0-15 4 0,-2 3 4 0,2-2-3 15,-5 9 5-15,2-8-4 0,0 0 0 16,1 0 0-16,-1 1-1 0,2-1-1 0,0-1 4 0,4-4-16 16,-1 3-24-16,-1 1-30 0,3-6-20 15,0 1-37-15,1-3-48 0,2-8-62 0,-2 14-38 0,2-14-252 16,-4 9-565-16,4-9 250 0</inkml:trace>
  <inkml:trace contextRef="#ctx0" brushRef="#br0" timeOffset="163591.31">19236 11859 2705 0,'-14'-14'-48'0,"2"1"37"0,-1 0 0 0,4 6 7 16,0-1 0-16,4 4-10 0,0-1-3 0,5 5 0 16,-3-5-8-16,3 5-19 0,0 0-23 15,0 0-34-15,0 0-45 0,34 14-65 0,-17-8-121 0,13-1-357 16,0-1 158-16</inkml:trace>
  <inkml:trace contextRef="#ctx0" brushRef="#br0" timeOffset="163849.81">20028 11769 266 0,'3'-7'282'15,"-1"0"-1"-15,2 2-2 0,-4 5-3 16,4-9-16-16,-4 9-22 0,4-8-23 0,-4 8-21 0,0 0-21 15,0 0 13-15,0 0 2 0,-2 35 13 0,-1-9-5 16,-5 4-15-16,0 2-10 0,-1 3-15 0,-2 9-8 16,1-13-13-16,-1 1-8 0,2 0-13 0,1-4-13 15,-1 1-1-15,-1-2-13 0,2 0-8 0,3-8-6 16,-3 7-6-16,4-8-7 0,0 0-13 0,2-3-29 16,0-2-44-16,1-4-41 0,0 1-38 0,-2-3-37 15,3-7-30-15,-1 11-25 0,-2-7-31 0,3-4-55 16,0 0-29-16,0 0-250 0,0 0-607 0,0 0 269 15</inkml:trace>
  <inkml:trace contextRef="#ctx0" brushRef="#br0" timeOffset="164298.91">19766 11995 83 0,'-4'-4'181'0,"2"-1"-6"0,2 5-1 0,0 0-5 0,0 0-5 15,0 0-9-15,14-5-9 0,0 5-4 0,6 1-8 16,8 0-8-16,4 1-10 0,0-2-6 0,3 1-11 15,-3-1-5-15,1 1-7 0,-4-3-7 0,1 2-4 16,-2 0-6-16,-6 0-7 0,-2-3-6 0,-2 2-7 16,-4 0 1-16,-4-1-4 0,-2 2-2 0,-8 0 3 15,13 2 0-15,-13-2 0 0,7 0-2 0,-7 0 5 16,0 0 5-16,-4 11 4 0,4-11 1 0,-12 16-4 16,4-7 2-16,-1-1-3 0,-1 1 2 0,1 5-11 15,3-4-2-15,-1-1-3 0,2 1 2 0,0 0-11 16,1-2-2-16,3-1-3 0,0 0-1 0,1-7-1 15,1 13-5-15,3-8 0 0,2-1 1 0,0-1-5 16,1-1 3-16,3 2 0 0,1-2-9 0,0 0 1 16,-1-4-1-16,1 1-2 0,2 0 2 0,-1-3 0 15,-1 0-2-15,0-1-4 0,-1 0 4 0,1-2-1 16,-2 0 5-16,-2-2-3 0,3 1-7 0,-4-3 2 16,-2 1-2-16,3-1 3 0,-4 0-4 0,4 0 1 15,-4 3-1-15,-1 1 5 0,2 2-2 0,-4 5-5 16,2-9-4-16,-2 9 0 0,0 0 1 0,0 0-1 15,0 0 1-15,0 0 2 0,0 0 4 0,7 23-2 16,-10-13 3-16,2 0-1 0,1 4-1 0,-2-3-1 16,4 1-5-16,-2 4-20 0,-2-5-33 0,4 1-33 15,-1-1-39-15,0 0-49 0,2-1-58 0,-3-10-46 16,2 14-208-16,-2-14-530 0,3 10 235 0</inkml:trace>
  <inkml:trace contextRef="#ctx0" brushRef="#br0" timeOffset="164504.84">20426 12121 163 0,'3'-10'239'16,"4"2"7"-16,-1-4-4 0,-1 3-6 0,2-2-13 0,0-2-13 15,1 4-6-15,2-5-9 0,-1 6-4 16,1-3-19-16,2 0-4 0,2 1-17 0,3 2-12 16,-7 3-13-16,4 1-12 0,-1 2-9 0,-1 2-10 15,-1 2-9-15,2 1-11 0,-3 3-9 0,-1-1-10 16,-2 2 1-16,0 3-1 0,-1-1-20 0,-2 1-35 15,-3 2-36-15,0-2-35 0,-1-1-51 0,0 3-71 16,0-4-66-16,-1 2-238 0,1-10-538 0,-1 15 238 16</inkml:trace>
  <inkml:trace contextRef="#ctx0" brushRef="#br0" timeOffset="164917.57">20950 11930 218 0,'1'-9'265'16,"-1"3"-11"-16,0 6-18 0,0-10-24 0,0 10-15 15,0 0-14-15,0 0-3 0,0 0-17 0,-26 16 1 16,13-2-6-16,2 0-6 0,-6 5 1 0,4-2-11 16,1-2-4-16,2 2 0 0,-1 1-8 0,2-3-18 0,3 4-15 15,1-3-6-15,2-3-3 0,3 1-11 16,2-2-10-16,3 3-3 0,1-5-4 0,4 0-2 0,3-1-6 15,4-2-3-15,2 0 0 0,3-4-21 16,1-2 7-16,5-1 1 0,-8-2-8 0,11-1-3 16,-4-5 3-16,1 0-6 0,-1 2-1 0,-11-3 3 0,5 0 11 15,-3-2-14-15,-4 0-8 0,2-1 3 0,-7-2-3 16,2-2-4-16,0 1 2 0,-5 2-3 16,1-4 2-16,-5 4-4 0,2 3 5 0,-4-1-8 15,3 3 9-15,-4-1-7 0,1 9 3 0,-6-8 0 16,6 8 4-16,-10 0 1 0,10 0 9 0,-20 9 12 0,4 1-2 15,2 2-5-15,0 1 1 0,0 2-3 0,4 0 3 16,0 0 3-16,3 2-15 0,2-1 0 0,7-4-37 16,1 0-48-16,7 4-48 0,1-3-44 15,5-1-44-15,7 3-77 0,3-5-67 0,-1 3-229 0,5-6-625 16,-2 1 277-16</inkml:trace>
  <inkml:trace contextRef="#ctx0" brushRef="#br0" timeOffset="165055.69">21535 12150 259 0,'4'-7'268'16,"-4"7"-7"-16,2-6-17 0,-2 6-23 0,0 0-23 16,0 0-14-16,0 0-34 0,0 0-41 0,0 0-50 15,-9-8-56-15,9 8-70 0,0 0-73 0,-10 1-152 16,10-1-316-16,0 0 140 0</inkml:trace>
  <inkml:trace contextRef="#ctx0" brushRef="#br0" timeOffset="179051.31">7248 13022 1797 0,'8'-19'-32'0,"0"-7"38"0,-7 9-10 15,3 0-1-15,-3 5 3 0,0 2 24 0,-1 0 6 16,2 3 21-16,-2 7-3 0,0-12-3 0,0 12-6 16,1-9-2-16,-1 9-8 0,0 0 6 0,0 0 27 15,0 0-1-15,8 33 7 0,-5-6-1 0,-3 7 0 16,0 15 1-16,-7-3-8 0,3 0-4 0,-2 0-4 15,-1 1-6-15,2-13 2 0,-3 0-27 0,5-1-2 16,-3 2-1-16,0-3 0 0,2-4-3 0,-1-1 0 16,1 2-5-16,2-3 2 0,0-7-12 0,0-1-21 15,2-1-33-15,-3-7-42 0,3 1-26 0,0-3-41 16,0-8-33-16,0 13-163 0,0-13-389 0,0 0 173 16</inkml:trace>
  <inkml:trace contextRef="#ctx0" brushRef="#br0" timeOffset="179609.15">7239 13266 38 0,'16'-9'139'0,"-2"-1"3"0,4-1-11 16,0 2 7-16,6-4-23 0,-5 4-3 0,4-4-4 16,-4 2-8-16,8-1-7 0,-2 1 4 0,-6 3-5 15,0-3-2-15,-3 0-4 0,1 0-6 0,-4-2 11 16,-4 5-9-16,2-6-9 0,-2-1-2 0,-4 5-8 15,4-4-5-15,-5-3-7 0,0 3 0 0,-2 2-4 16,1 0-7-16,-2-1 1 0,1 2-7 0,-2 2 0 16,0 9-3-16,-2-12-3 0,2 12-2 0,0-7-1 15,0 7-5-15,0 0 0 0,0 0-4 0,-5 37 3 16,-7-5 1-16,0 11-2 0,-4 3-1 0,4-12-1 16,-4 16-2-16,1-2-2 0,5-3-2 0,2-13 1 15,0-2-2-15,3-1-3 0,2-4 0 0,-3-5-1 16,3-2 1-16,1-4 1 0,2 0-5 0,-2-4-3 15,0-1 0-15,4-2-1 0,-2-7 3 0,4 7 2 16,-4-7-1-16,10-3-2 0,-10 3-4 0,18-8 3 0,-8 2-3 16,6-2 0-16,1 1 1 0,2 0 1 15,-2-3-5-15,3 5 10 0,1-1 4 0,-1 2 4 16,2 0-1-16,6 3 7 0,-5-1-4 0,0 0 5 16,-2 0 13-16,8 2-10 0,-7-2 0 0,-1 2-7 15,5-5 2-15,-4 2-1 0,-1 1 0 0,1-2 1 16,-1-1-5-16,-1-1 1 0,-1 1-3 0,0-6 4 15,0 3-4-15,-3-3 11 0,-1 1-8 0,-3-3 3 16,-2 5 3-16,-1-3 2 0,-3 2 5 0,-1-3-1 16,1-1-3-16,-4 2 3 0,-2-1 4 0,-1-1-2 15,-2 2 1-15,-1-1 9 0,-1 2-12 0,-1 3 0 0,1 2-3 16,-7 3-3-16,2 1-2 0,-5 4 1 16,1 3 3-16,-4 4-8 0,-5 5 1 0,1 5-5 15,2 3 1-15,0-1-1 0,6 1 1 0,5-5-17 16,5 1-47-16,1 6-42 0,4-7-69 0,7 2-74 15,1-3-232-15,10 2-511 0,6-3 226 0</inkml:trace>
  <inkml:trace contextRef="#ctx0" brushRef="#br0" timeOffset="180827.22">8593 13615 2141 0,'-17'-8'29'0,"6"2"14"15,0-2-20-15,5 0-11 0,1-1 1 0,4-1-3 0,2-3 5 16,5-3 10-16,6-7 11 0,2-1 13 16,5-2 1-16,0-1-9 0,1 1 4 0,1-3-2 15,-1 0-2-15,1-1 1 0,1 0-5 0,2-10-1 16,-5 9 1-16,-1 1-1 0,-5-4 1 0,-2 3-4 15,0 4 4-15,-6 3-4 0,-3 5 4 0,0 2 6 0,-2 4-2 16,-3 1-4-16,-1 4-6 0,-2 1 0 16,-2 0-9-16,-3 3 7 0,0 3-9 0,-3 2-5 15,2 0 2-15,-5 5-4 0,3-1 1 0,-2 1-4 16,4 2 1-16,4 1-1 0,-1-1-4 0,4 1 2 16,0-1-6-16,4 2 5 0,2-2-2 0,4 1-2 15,3-1 3-15,2-1-1 0,5 0 0 0,2 2-5 0,3-1 1 16,-2-1 2-16,3 1-3 0,3 3 5 15,-5 1-1-15,-4-3 4 0,7 8 0 0,-10-4-2 16,-2 3 2-16,1-1 0 0,-2 1-1 0,-1 0-2 16,1 0 3-16,-4 1-6 0,1-1 1 0,1-2-2 0,-3-1-1 15,2-1 3-15,-2-2 2 0,1-1 1 16,0 0-3-16,3-1 3 0,2-2-4 0,2-1-1 16,-1-1 4-16,3-3-2 0,3-1 1 0,-3-1-2 15,5-2 3-15,8-3-2 0,-8 0-3 0,3-1-6 16,-3-2 1-16,-1 1 2 0,7-4-8 0,-3-5 3 0,-4 5 1 15,-3 1 2-15,1-3-1 0,-2 0-2 0,-2-1-1 16,-3 2 4-16,-1-3 1 0,0 1-2 16,-5 0 1-16,0 0 0 0,-4 4 2 0,-2-6 0 15,-3 6 3-15,2 3-3 0,-1-1-2 0,0 5-2 16,0 0 3-16,5 4-5 0,-14-1 3 0,14 1 6 0,-17 12 0 16,9-1 5-16,-3 4-2 0,-1 8 4 0,1 0-2 15,2 2 1-15,4-6-4 0,2-2 0 16,1 4 2-16,6-3-1 0,-2 0 5 0,3-1-4 15,3-2-1-15,1 1 10 0,1-2-8 0,4-3 1 16,1-2 0-16,2-3-3 0,-2-2 1 0,4-1-5 16,2-3 3-16,-1-1-2 0,1-3-3 0,-1-1 1 0,1 0 1 15,-2-2-4-15,0-2 0 0,-1-1 4 0,-3 0 4 16,2 0-8-16,-3-3 5 0,0-1 0 16,-2 1-1-16,-1 0-3 0,-2-2 6 0,0 1 1 15,-3-3-7-15,1 0 2 0,-4 3 0 0,-1 1 1 16,-1 0 3-16,0 4-3 0,-1 3 7 0,0 6-11 0,2-11 0 15,-2 11 2-15,0 0-5 0,0 0 3 16,0 0 7-16,0 0-1 0,0 0 7 0,4 24-3 16,-6-9-1-16,1 4 1 0,-3-2-2 0,1 2 0 15,1 0 0-15,-3-2 1 0,4 2 0 0,-2-3-7 16,2-3 3-16,1-1-2 0,0-1 4 0,0-3 1 0,0-1 0 16,0-7-3-16,2 10-2 0,-2-10 3 15,2 7-3-15,-2-7 5 0,7 3 2 0,-7-3-6 16,0 0 3-16,16-3-3 0,-6-1 2 0,-1-1 8 15,2 0-10-15,0-3-5 0,3-1 0 0,-2-2-5 16,6-1 11-16,-4 1-13 0,3-3 2 0,2-4-2 0,-6 3-1 16,-2 0 2-16,2 0 2 0,-3-1 2 15,-1 1-3-15,1 2 7 0,-4 5-2 0,-4-2-2 16,2 3 4-16,-3 2 1 0,-1 5 2 0,3-7 0 16,-3 7 3-16,0 0 8 0,0 0 3 0,0 0 0 15,-10 20 4-15,4-11 0 0,0 4-3 0,2-3 0 0,2 3-3 16,-2-3 2-16,3 1 0 0,1-1-6 0,0 0 1 15,1-1 1-15,2-2-2 0,0-1 0 16,4-1 4-16,2 1-1 0,1-5-3 0,1 0 2 0,3-3 1 16,4 0 8-16,2-5-10 0,-3 1 1 15,-2-2-3-15,2 0 2 0,-5 2 1 0,3-4-3 0,-2-1 2 16,1 2-2-16,-5-1-2 0,-1 0 3 0,-1 1-5 16,0-1 4-16,-5 0 0 0,3 1 1 0,-2-1 0 15,1 1 4-15,-4 9 3 0,0-12-1 0,0 12-1 16,0 0-3-16,5-10-2 0,-5 10 2 15,0 0 0-15,0 0 1 0,0 0-6 0,-13 25-1 0,8-8 5 16,-1-1-4-16,-2 3 1 0,2 0 3 0,0 0-4 16,0 6-3-16,0-9 6 0,2 4 2 0,0 0-1 15,0-1-6-15,0-1-9 0,0 2-10 16,2-1-7-16,-1-2-20 0,0-2-23 0,-2 2-31 16,-1-5-44-16,1-1-39 0,1-1-51 0,-2 0-43 0,-2-2-181 15,2-4-493-15,6-4 218 0</inkml:trace>
  <inkml:trace contextRef="#ctx0" brushRef="#br0" timeOffset="181001.21">9573 13025 137 0,'0'0'158'0,"0"0"-31"0,0 0-29 15,0 0-41-15,24 32-60 0,-7-22-93 16,-1 2-104-16,11-4 46 0</inkml:trace>
  <inkml:trace contextRef="#ctx0" brushRef="#br0" timeOffset="181331.83">10120 12998 109 0,'1'-15'242'0,"-1"5"-9"0,0 1-9 0,0 2-20 16,0 7-17-16,0 0-23 0,3-11-7 0,-3 11 1 15,0 0 4-15,0 0-3 0,15 25 5 0,-8 2 0 16,-1 4-11-16,-4 2-10 0,0 1-10 15,-1-2-14-15,-4 2-13 0,0 1-6 0,3-2-8 0,-2-1-5 16,0-3-10-16,-1 3-12 0,1-4-2 0,-1 0-7 16,1-4-7-16,-2 0 9 0,0-4-20 0,0-4 1 15,1 0-7-15,0-1 0 0,-1-4-24 0,1 0-31 16,2-1-22-16,-1-3-20 0,0-1-26 16,2-6-28-16,-4 10-22 0,3-6-38 0,1-4-47 0,0 0-46 15,0 0-164-15,0 0-473 0,0 0 209 0</inkml:trace>
  <inkml:trace contextRef="#ctx0" brushRef="#br0" timeOffset="181775.56">10071 13269 23 0,'6'-7'138'0,"0"2"-4"0,4-2-5 0,0 6-10 16,8-3-3-16,0 0-3 0,3 2-4 0,-1-1-5 15,7 0-4-15,-5 1-11 0,6 1-9 0,-1-2-8 16,-1 2-4-16,-3-1-4 0,-3 1-3 0,-1 1-4 15,-1-1-1-15,-2 2-5 0,-3-2-3 0,-2 2-3 16,-4-2 0-16,-7 1-4 0,13 0 3 0,-13 0 2 16,9 1 4-16,-9-1-2 0,0 0 2 0,-2 10 6 15,2-10 1-15,-10 14 3 0,3-6 1 16,-3 5 1-16,-1 0-6 0,1 0-3 0,0 0-6 0,-1 2 6 16,5-4-29-16,1 0 0 0,1 2-5 0,0-2-2 15,3 0-1-15,0 0-1 0,2-2 1 0,1-1-1 16,2 0-4-16,4-2 1 0,0-1-1 0,2-1 0 15,3-2 0-15,1-2-1 0,0-2-4 0,2-2 0 16,1 0 1-16,1 0 1 0,-3-3-4 0,2-1 3 16,-4 0-1-16,-3 0 3 0,0 0 0 0,-2 0-2 15,-2-1-1-15,3-3 2 0,-5 3-2 0,0-2 1 16,-3 0-2-16,0 1 2 0,1 4 9 0,-1-2 11 16,-1 8-1-16,1-12-2 0,-1 12-7 0,1-7 0 15,-1 7-8-15,0 0-2 0,0 0 0 0,0 0-1 16,0 0 0-16,0 0 2 0,2 31-1 0,-4-15-2 15,2 0 0-15,2-1 1 0,-1 2-4 0,0-1 0 16,-1-2-24-16,2 2-32 0,0-5-31 0,-2 1-47 16,3 1-40-16,-3-4-51 0,2 2-183 0,-3-4-439 15,1-7 193-15</inkml:trace>
  <inkml:trace contextRef="#ctx0" brushRef="#br0" timeOffset="181975.9">10712 13362 179 0,'9'-14'218'0,"5"2"-7"0,-7 2-11 0,2 2-11 16,-1 2-14-16,2-1-13 0,-1 5-16 0,1 0-8 15,1 2-11-15,-1 2 1 0,-2 2-18 0,2 2-10 16,-3 3-9-16,1-1-8 0,-3 3-9 0,3 3-6 16,-6-3-7-16,3 5-23 0,-3-3-25 0,-1-1-33 15,-2 1-36-15,1-1-40 0,2-1-49 0,-2-1-53 16,0-2-135-16,0-8-361 0,2 12 160 15</inkml:trace>
  <inkml:trace contextRef="#ctx0" brushRef="#br0" timeOffset="182328.04">11098 13204 169 0,'0'0'238'16,"0"0"-3"-16,-14 17-11 0,6-8-21 0,0 6-8 15,2 2-14-15,0 0-13 0,-1 2-14 16,3 1-18-16,-2-1-10 0,4-1-10 0,-1 0-12 0,7-1-10 16,-3-2-8-16,4 2 1 0,3-2-16 0,-2-5-9 15,6 2-2-15,3-2-4 0,3-2-6 0,-2-2-5 16,3 0-5-16,0-4 2 0,3-2-9 0,-1-2-1 16,-1 0-7-16,1-3 3 0,-2-2 0 0,0-2-6 15,-1 0-1-15,-3-1-3 0,2-1 0 16,-5-2-3-16,1 1 1 0,-2-3-1 0,-1 0 0 0,1 0-5 15,-5-1 0-15,-4 5 0 0,1 1-1 0,-1-1-3 16,-2 2 1-16,0 9-5 0,-4-11-1 0,4 11 3 16,-12-3 1-16,3 4-4 0,-4 1-1 0,-1 8 4 15,-3 1-4-15,-2 7 0 0,5-4 3 0,1 1 2 16,3 1-17-16,1 0-26 0,4 3-33 0,-1-3-41 16,4 4-38-16,8-2-31 0,11 1-34 0,4-2-206 15,7-2-457-15,6-2 202 0</inkml:trace>
  <inkml:trace contextRef="#ctx0" brushRef="#br0" timeOffset="182564.51">11923 13230 243 0,'-3'-16'283'0,"-1"3"-15"0,2 4-14 16,1 2-21-16,0 1-24 0,1 6-25 15,0 0-6-15,0 0-24 0,0 0-15 0,0 0-9 0,0 28-17 16,1-11-2-16,2 9-13 0,-1-1-7 0,-2 1-9 16,2-1-10-16,-2 0-6 0,-2 1-7 15,2 0-2-15,0-1-13 0,-2-4-31 0,0-2-38 16,0 2-40-16,-1-3-49 0,-1-1-52 0,-1-1-54 16,0-2-196-16,1-2-450 0,-2-2 200 0</inkml:trace>
  <inkml:trace contextRef="#ctx0" brushRef="#br0" timeOffset="182953.8">12105 13423 29 0,'-2'-10'217'16,"4"-2"3"-16,-2 2-7 0,1-2-11 0,2-1-16 15,3-4-11-15,2 2-10 0,-2 5-13 0,3 3-10 0,3 1-9 16,-1 2-7-16,2 4-15 0,-2 0-12 16,1 4-11-16,1 6-9 0,2 1-3 0,-1 1-7 0,-5 4-8 15,0 1-7-15,0 1-2 0,-5 1-7 16,-2 1 0-16,2-1-8 0,-3-1-22 0,0 0-30 16,-2 0-36-16,0-6-50 0,1-1-60 0,-4-1-67 0,0 0-145 15,2-2-404-15,2-8 180 0</inkml:trace>
  <inkml:trace contextRef="#ctx0" brushRef="#br0" timeOffset="183156.7">11960 12933 2906 0,'-7'-16'46'16,"2"7"-21"-16,0-2-11 0,2 3-8 0,0 0-5 15,3 8 22-15,-4-9-9 0,4 9-3 16,0 0 0-16,2-9-1 0,-2 9-2 0,0 0-6 0,15 0-29 16,-3 1-42-16,3 3-57 0,5 0-81 0,-4 0-235 15,6 0-478-15,-3 2 212 0</inkml:trace>
  <inkml:trace contextRef="#ctx0" brushRef="#br0" timeOffset="183470.94">13077 13123 2635 0,'18'-19'7'15,"-6"5"7"-15,-2-1-6 0,-1 0-8 0,-5 4 0 0,6-4 3 16,-5 4-1-16,-3-1 6 0,2 2 26 0,0-1 11 15,-1 2 11-15,-1 0 10 0,-2 3 24 16,0 6-11-16,4-8-11 0,-4 8-8 0,0 0-11 0,0 0 1 16,0 0 2-16,8 24 9 0,-8-1-1 0,0 5 1 15,0 1-12-15,0 3-3 0,0-3-5 0,-3 5-2 16,3-2-6-16,0-2 4 0,-2 3-7 0,2-2-2 16,0-5-4-16,0-1-7 0,0 3-40 0,0-9-33 15,0-1-29-15,0 1-50 0,-3-1-62 16,1-7-62-16,-2 5-258 0,-1-7-558 0,-1 0 247 0</inkml:trace>
  <inkml:trace contextRef="#ctx0" brushRef="#br0" timeOffset="183997.25">13223 13145 162 0,'22'-18'180'16,"-1"-2"-2"-16,-2 2 0 0,2-4 0 0,-8 8-4 15,8-6-8-15,-7 6-6 0,-1-1-7 0,-3 0-1 16,-2 2 0-16,5 3-7 0,-8-1-3 0,1 5-14 16,-4 0-16-16,3 2-12 0,-5 4-10 0,5-6-12 15,-5 6-6-15,0 0-9 0,2 21-6 0,-4 4-3 16,-3 5-3-16,-4 4-6 0,0-1-4 16,5 0-3-16,-7-1-3 0,-1 2-5 0,3-5 4 15,1 2-5-15,0-4-2 0,0-1-1 0,5-7-4 0,-1-2-1 16,2-2-13-16,0-5-6 0,2 0-4 15,-2-3 0-15,2-7 0 0,-1 10-2 0,1-10 2 0,-2 8 0 16,2-8 2-16,0 0-5 0,0 0 3 0,0 0-5 16,26-17 5-16,-9 8-3 0,-2-3 3 0,12-3 0 15,0 3 8-15,0 4 6 0,-6 1 3 0,0 3 2 16,6 2-1-16,-6 0-1 0,0 4 2 0,-2 1 2 16,-1 1 10-16,-2 2-3 0,2 0 0 0,-3 1 0 15,4-1 0-15,-1 1-5 0,-1 0-1 0,0-3 1 16,0-1-4-16,3 1 0 0,-1-2 5 0,-2-2-6 15,2-3-1-15,0-2 1 0,0-1-4 0,-1 0 2 16,-1-1 0-16,-1-1-2 0,-2-1 0 0,0-1-3 16,-3 1 0-16,-1-4-3 0,0 0 2 0,-4-2-2 15,-3 1-2-15,1 2 2 0,-4-4 2 0,-2-1-4 16,-2 1 1-16,1 4-1 0,-4 4 5 0,0 0-10 16,-1 2-5-16,-1 2 2 0,-5 3 0 0,-1 2-1 15,-3 6 8-15,-6 5-6 0,-1 4-1 0,0 1 3 16,6 3 10-16,4 1-21 0,3 0-21 0,4-4-29 15,3 2-43-15,5 6-59 0,4-4-74 0,5 2-291 16,10-3-573-16,6-1 255 0</inkml:trace>
  <inkml:trace contextRef="#ctx0" brushRef="#br0" timeOffset="184350.16">14537 13272 138 0,'-13'1'270'0,"-1"3"-16"0,1 4-12 0,1 1-14 15,-3 4-12-15,3 2-15 0,3-1-16 0,3 3-15 16,4-1-16-16,0 0-13 0,2 0-14 0,3-3-12 16,6 1-6-16,1 2-13 0,3-3-4 0,0-2-12 15,8-2-8-15,-3-3-6 0,4-2-4 0,5 0-3 16,4-4 4-16,-2-1 4 0,1-3-8 0,-8-1 3 15,-1-1 2-15,3-3-4 0,-7 0 1 0,-4-1-4 16,-2-3-11-16,0-3 1 0,-3 1-2 0,-3-2-2 16,-2-1-5-16,-6-2-5 0,-1 1-4 0,-3-6 1 15,-6 0 0-15,-1 1-8 0,1 9 3 0,-7-4-8 16,-3 2-1-16,7 8-6 0,-4 1-3 0,-1 3 1 16,0 2-6-16,-7 5-18 0,1 2-24 0,-1 3-22 15,8 1-26-15,-3 4-33 0,6 0-36 0,0 0-48 16,4 1-50-16,4 0-258 0,2-4-555 0,5-1 246 15</inkml:trace>
  <inkml:trace contextRef="#ctx0" brushRef="#br0" timeOffset="184749.98">14937 13058 271 0,'6'-18'271'0,"-3"2"-8"0,-1 0-7 0,-1 4 7 0,3 2-3 16,-4 3-26-16,3 0-24 0,-3 7-26 15,1-6-17-15,-1 6-16 0,0 0-1 0,6 20 5 16,-6 6-8-16,1 2-7 0,1 4-5 0,-2 4-8 16,-2-3-11-16,1 2-11 0,0 11-4 0,0-11-15 0,2-3 2 15,0-2-10-15,0-1-10 0,1-5-10 16,-2-5-3-16,2 1-22 0,1-5 11 0,-2-4 8 16,1 1-9-16,0-3-9 0,-2-1 2 0,1-2-5 15,-1-6-1-15,0 8 6 0,0-8-4 0,0 0-6 16,0 0 0-16,0 0 3 0,0 0-5 0,0 0-5 15,0 0-2-15,0 0-3 0,11-25 0 0,-9 14-3 0,5-1-5 16,2-5 1-16,6-6-9 0,-2 2-4 0,3-1-7 16,-2-2 6-16,7 4 3 0,-5 3-13 15,-2 2-1-15,3 4 2 0,-1-1 8 0,0 7-5 0,-5-1 6 16,0 3-10-16,-2 3 0 0,2 3 2 0,-4 1-1 16,3 3 8-16,0 3-3 0,-5 6 2 0,4-1 3 15,-2 2-3-15,-4 0 2 0,2 1 4 16,-2-1 2-16,-3-1-36 0,0 0-36 0,0 0-36 15,2-1-39-15,-4 2-55 0,-1-6-68 0,3 0-61 0,-1-1-218 16,-3-1-597-16,4-3 264 0</inkml:trace>
  <inkml:trace contextRef="#ctx0" brushRef="#br0" timeOffset="185329.94">15425 13451 233 0,'2'-6'273'16,"0"-2"-7"-16,-1 1 2 0,0-2-14 0,3 1-9 15,-3 0-19-15,1 1 0 0,0-1-4 0,1 0-14 16,-2-2-14-16,3 0-14 0,-2 1-10 0,2-1-16 16,0-1-4-16,1 1-18 0,2-3-11 0,-2 2-9 15,5 2-7-15,-3-1-12 0,4 2 3 0,0 1-14 16,-2 1-3-16,4 2-16 0,-1 2-3 0,0 0-4 16,1 5-6-16,-3-1-9 0,2 3 1 15,-2 4-6-15,-2 1-5 0,2 2-4 0,-4 0-3 0,3 2-2 16,-4 0 0-16,0-2-4 0,1 0 2 0,-5 0-2 15,3-2 1-15,-2-1 0 0,-1 0-5 0,-1-3-1 16,0-6 2-16,2 10 5 0,-2-10-6 0,1 7 4 16,-1-7 1-16,0 0-6 0,0 0-2 0,0 0 1 15,0 0-3-15,0 0-1 0,0 0-4 0,0 0-5 16,0 0 4-16,8-20-6 0,-5 11-8 0,3-1-1 16,0 0-7-16,3 1 11 0,1-3 4 0,2-2-37 15,3 3 17-15,-1-1-3 0,0 1-1 0,3 2 1 16,-3 6 6-16,-3 0-1 0,2 1-5 0,-1 5 5 15,-2 0 2-15,0 3 9 0,0 4 6 0,-2-1 6 16,0 2 8-16,-3 1 6 0,0 0 1 0,0 1 1 16,0 1 9-16,2-4-11 0,0-1 8 0,-1 0-2 15,1-2-2-15,2 0-15 0,2-3 21 0,2-1-5 16,1-3-1-16,4-3-1 0,-1-1-1 0,-1 3-1 16,0-8 3-16,-5 2-7 0,-1 0-4 0,2-2 3 15,-4 0 5-15,-2-1-6 0,-1-1 1 0,1-1 6 16,-3 0-9-16,-1 0-4 0,0 0 1 0,-1 1 1 15,0 0-5-15,2 2 7 0,-3 2-6 0,0 7-4 16,0-12-1-16,0 12-1 0,0-7 1 0,0 7-4 16,0 0 3-16,0 0 4 0,0 0 2 0,-7 21-1 15,5-11-7-15,-1 2 5 0,-2 3 2 0,4 1 2 16,-1-1-9-16,2-3-41 0,0 0-46 0,-2 1-39 16,4-3-36-16,-2 2-54 0,1-3-81 0,0-3-86 15,-1-6-201-15,3 10-637 0,-3-10 283 0</inkml:trace>
  <inkml:trace contextRef="#ctx0" brushRef="#br0" timeOffset="185490.9">16087 13117 2235 0,'-5'-27'37'0,"1"9"-9"16,0 0-6-16,-3 4-10 0,4 4-1 0,-1 4 1 15,0 1-15-15,4 5 5 0,0 0-2 0,0 0-7 0,-13 12-34 16,13-12-29-16,2 26-37 0,4-8-36 15,3-2-38-15,9 6-121 0,1-1-326 0,4-1 145 16</inkml:trace>
  <inkml:trace contextRef="#ctx0" brushRef="#br0" timeOffset="185709.8">16471 13245 19 0,'7'-6'250'0,"-7"6"-1"0,0 0-4 15,0 0-6-15,0 0-3 0,-12-15-13 0,12 15-2 16,-11 0-3-16,11 0 15 0,-17 6-14 0,6 0 2 15,-3 3 11-15,-2 3-1 0,1-1 0 0,-2 3-4 0,2-1-22 16,-3 7 6-16,5-6-16 0,3 3-22 16,0-1-15-16,3-2-15 0,4-1-15 0,-1 1-11 15,4-2-14-15,5 0-5 0,1 1-9 0,1-2-12 16,4-3-30-16,5-1-31 0,0 0-44 0,2-4-59 16,3 1-65-16,0-1-69 0,9-1-54 0,-1 0-54 0,3 0-73 15,0-4-225-15,0 1-679 0,0 0 300 16</inkml:trace>
  <inkml:trace contextRef="#ctx0" brushRef="#br0" timeOffset="186787.67">16790 13545 2035 0,'1'-12'48'0,"-1"12"-35"0,8-16-6 16,-1 7 3-16,1 0 0 0,5-4 3 0,1 0 25 15,0-3 17-15,6-2 7 0,-2-3 29 0,1 2-2 16,-3 5-2-16,3-5-1 0,-4 6 1 0,2-8 2 16,1 1-3-16,-7 3-7 0,1 1 2 0,-1-6-5 15,-4 5 1-15,0-1 6 0,0 0-12 0,-1-1-5 16,-3 0 2-16,-2-6-5 0,-2 9-4 0,-2-4 4 15,-1 4 4-15,0 0-7 0,-1 5-2 0,1 2-2 16,-2 0-8-16,-3 2-3 0,3 1-11 0,-4 1-5 16,-1 4 2-16,3 0 5 0,8 1-9 0,-16 0-4 15,16 0-10-15,-10 7 1 0,5-2 4 0,2 2-2 16,3-7-6-16,-4 10 0 0,4-10 2 0,8 10 1 0,-3-4-3 16,4 2 7-16,4-1-8 0,2-1 1 15,4 0-2-15,-1-1-4 0,1-1 3 0,-2-1-4 16,2 0-8-16,-5 1 0 0,-4-1-2 0,1 0 6 15,0 1-1-15,-5-1 3 0,2 3-1 0,-3 3 8 16,0 1-27-16,-2 5 10 0,-3 2 9 0,0-1-2 0,-1 2 1 16,-2 2-5-16,-1-1 2 0,2-1 6 15,-1-3-8-15,2 3 12 0,0-1-20 0,2 0 15 16,-1-6 1-16,1 2-2 0,3-1 2 0,2-4-1 16,3 3 4-16,-1-1 0 0,2-3 3 0,8 0-3 15,-1-1 3-15,1-2-10 0,3-2 4 0,-1 0 2 16,3-4 0-16,-3 0 6 0,0 0-9 0,0-5-1 15,-1 2 4-15,-3-4 1 0,1 1 3 0,-3-1-8 16,3-1-14-16,-5 0 5 0,-3-3 11 0,-1 3-3 16,1-5 1-16,-4-1-1 0,0 2 7 0,-3-2-16 0,-1-1-6 15,-1 5 7-15,0 0-4 0,0-2 9 16,-3 3-5-16,1 1 3 0,-1 2-4 0,-1 1 7 16,4 7-4-16,-5-10-3 0,0 8 0 0,5 2-1 15,-15 4 3-15,6 2 5 0,0 4-5 0,-5 1 2 16,3 4-3-16,3 1 4 0,0-1-4 0,3 0 5 0,1 2 2 15,3-2 0-15,2 1-1 0,2 0 2 16,0-4 3-16,6 1-2 0,0-3 3 0,1 0 3 16,6 0-3-16,2-5-6 0,2 2 4 0,1-2-6 15,9-1-1-15,-3-3-5 0,1 1-3 0,0-4-1 0,0 1 1 16,2-5 0-16,-1 2-5 0,-1-4 2 0,-1 0-5 16,-1-1 2-16,-2-2-3 0,0 0 1 15,2-1 6-15,-8 1 1 0,-3-2 2 0,2 0 0 0,-2 0 5 16,-5-2 1-16,-1 1-4 0,0-1 1 15,-4 4 2-15,-1 1 1 0,-1-1 5 0,-1 1-7 0,-3 5 6 16,1 5 2-16,-8-12 4 0,3 9 0 0,-3 2 8 16,8 1 2-16,-20 3 6 0,8 1 6 0,-4 3-4 15,1 2 3-15,-1 4 4 0,1-3-2 0,0 3-3 16,2 0-5-16,0 0 6 0,4-1-2 16,1-2 7-16,3 0-15 0,1-1-5 0,2 0 2 0,-2-1 5 15,2-1-3-15,2-7 0 0,2 12-5 0,-2-12 1 16,6 9 5-16,-2-5-1 0,1-2 5 0,3 1-10 15,-8-3 3-15,14 5-8 0,-8-2 0 0,2-3-3 16,1 3 3-16,1-1-2 0,-1 1 0 0,2 2 0 16,0 1-2-16,-1-1 2 0,-1 3 0 0,1 1-8 15,1 3 5-15,-6 0 4 0,3 2-8 0,-2 3 2 16,0-1 2-16,-2 1 2 0,0-1-2 0,-4 4 4 16,0-4-6-16,0 3 3 0,-3-2-2 0,1-4 5 15,-2 3-4-15,-1 0 5 0,-3 1 14 0,2-2-23 16,-5-2 12-16,4-2-9 0,-2-3 4 0,-3 5-4 15,-2-3 5-15,3-2 0 0,-6-1 2 0,6-1 1 16,-1-4-10-16,1 2-23 0,-1-2-27 0,-1-1-25 16,2-1-31-16,1 1-42 0,1-5-52 0,3 0-68 15,0 0-61-15,-1-6-183 0,3 1-558 0,4 9 247 16</inkml:trace>
  <inkml:trace contextRef="#ctx0" brushRef="#br0" timeOffset="186996.33">18180 13253 35 0,'5'-6'291'16,"-1"0"-4"-16,-1 1-16 0,-3 5-21 0,5-6-20 15,-5 6-14-15,0 0-3 0,0 0 2 0,6 13-6 16,-6-4-13-16,1 1-15 0,-2 5-8 0,1 1-20 16,-2 0-12-16,2 2-14 0,-3 1-10 0,3-3-13 15,-3 3-11-15,2-4-14 0,0 0-23 0,1 1-35 16,-3-4-42-16,3 0-32 0,-1-1-41 0,0-1-56 15,1-1-62-15,0-1-66 0,0-8-197 0,-5 8-516 16,5-8 229-16</inkml:trace>
  <inkml:trace contextRef="#ctx0" brushRef="#br0" timeOffset="187153.5">18179 13024 188 0,'0'0'173'0,"-1"-9"-22"16,1 9-8-16,0 0-22 0,0 0-27 0,0 0-41 16,0 0-44-16,14 35-54 0,-7-22-104 0,2 5-159 15,5-3 71-15</inkml:trace>
  <inkml:trace contextRef="#ctx0" brushRef="#br0" timeOffset="187698.23">18446 13240 33 0,'0'0'229'15,"0"0"0"-15,0 0-7 0,0 0-5 0,-15 9-12 16,10-6-8-16,-1 2-3 0,0 2-13 0,-2 0-5 16,-1 4-7-16,4-2-11 0,-1 4-11 0,2-4-10 15,-1 3-11-15,1-1-10 0,0 0-9 16,3 0-8-16,1-1-6 0,0-1-10 0,4 0 4 0,1 0-8 16,0-1-4-16,3 0 4 0,1-2-17 0,7-2 2 15,-5 1-6-15,2-3-12 0,-2 0 2 0,3-2-3 16,-1-2-5-16,-2 0-4 0,2-1-5 0,-2 0-3 15,0 0-3-15,-1-3 6 0,0-1-5 0,-2-1-6 16,-2-1-3-16,-1 1 0 0,2 0-3 0,-4-3-5 16,-1 0-4-16,0 1 2 0,1-3-10 0,1 2-1 0,-4 1-5 15,1-4 4-15,3 4 0 0,-4-2-6 16,1 0-1-16,3 2 2 0,-2 2 0 0,2 2-1 16,1 3-2-16,-5 3 3 0,9-2 1 0,-9 2 3 15,0 0-1-15,14 13-2 0,-8-4-1 0,-1 0 3 16,-1 3 5-16,-2 4 4 0,3-2 9 0,-2 3-8 15,-1-5 1-15,-2 1 4 0,1-2-2 0,-1 0 2 16,-1-1 4-16,0-3-1 0,1-7 4 0,0 12 11 16,0-12 22-16,0 7 11 0,0-7 3 0,0 0 6 15,0 0-31-15,0 0-12 0,0 0 24 0,0 0-6 0,0 0 0 16,0 0-4-16,15-24 4 0,-7 14-12 16,3-3-10-16,4 2-2 0,-2-3 4 0,3 0 0 15,0 4-6-15,1-1-3 0,1 2 4 0,-3 0-7 16,-3 2 3-16,1 4-17 0,-3-1 8 0,1 1 2 15,-3 2 1-15,0 2-3 0,-8-1-1 0,12 7 4 16,-6-4-3-16,-4 3 6 0,3 1 6 0,-3 0-2 0,0 2 4 16,-1 1 0-16,-1 1-4 0,0-1-2 15,0 0-3-15,0 0 7 0,-1-1-3 0,1-1-11 16,0-8-40-16,1 13-55 0,-1-7-50 0,0-6-51 16,-1 9-57-16,1-9-68 0,0 0-331 0,0 0-701 0,-1 7 311 15</inkml:trace>
  <inkml:trace contextRef="#ctx0" brushRef="#br0" timeOffset="189073.42">19389 13059 226 0,'-1'-13'225'0,"-3"3"-2"16,3 0-11-16,0 2-14 0,1 8-17 0,1-11-26 15,-1 11-15-15,0 0-14 0,0 0-12 0,0 0-8 16,19 12-13-16,-14-1-3 0,5 5-7 0,4 7-7 16,-1 2-4-16,-2 1-7 0,1 3-4 0,-3-2 15 15,2 2-5-15,-4-4-9 0,4 0-6 0,-2-1 0 16,-2-5-3-16,-1-2-4 0,1-1-6 0,-1-4 0 16,-2-1-4-16,-1-3-4 0,1-2 4 0,-1-1-1 15,1 1 8-15,-4-6 11 0,4 7 16 0,-4-7 9 16,4 4-6-16,-4-4-9 0,0 0-11 0,0 0-1 15,11-18-7-15,-9 8-1 0,2-3-7 0,0-5-4 16,1-6-4-16,2 6-5 0,0-7 1 0,2-3-8 16,0 1 0-16,6-1-4 0,-2-3-4 0,1 3-12 15,0 2-8-15,-1 2-7 0,-1 6-11 0,-5 4-14 16,0 4-27-16,-3 4-50 0,2 0-39 0,-6 6-33 16,0 0-37-16,0 0-30 0,0 0-218 0,0 0-514 15,-11 35 227-15</inkml:trace>
  <inkml:trace contextRef="#ctx0" brushRef="#br0" timeOffset="189901.45">19942 13171 46 0,'3'-12'259'0,"-2"3"-1"16,-1 3-4-16,-1-5-16 0,1 11-16 0,-8-13-10 15,3 8-14-15,-1-1-13 0,-3 1-10 0,-3 5-14 16,0 1-13-16,-2 2-13 0,-2 4-8 0,-3 3-9 15,2 2-12-15,1 0-7 0,-2 7-11 0,4-4-3 16,2 2-13-16,5-1-2 0,-5 1-10 0,8-1-3 16,2-3-8-16,2 2-2 0,0-2-7 0,2-2-4 15,4 1 1-15,-1-4-2 0,2 0-5 0,1-3 0 16,1 0-6-16,2-3 0 0,0 0-5 0,3-5-6 16,0-1 9-16,1-3-6 0,0 0 1 0,-2-3-2 15,0 3-5-15,-3-3 1 0,0-2-2 0,4-2-3 16,-7 4 2-16,-1 0-5 0,1-6 4 0,-1 4-3 15,-2-4-1-15,-2 5 1 0,2-5 3 16,-1 6 4-16,-2 4-11 0,0-1 2 0,-1 7 0 0,3-11-3 16,-3 11-2-16,0 0-4 0,1-7 0 0,-1 7-2 15,0 0 2-15,0 0 3 0,0 0-1 0,-5 29 1 16,4-17 2-16,0 1 1 0,-1-1 15 0,2-1-18 16,2 2 1-16,-1 0 3 0,3-1-5 0,0-1-1 15,3-2 7-15,1 1 2 0,-1-3-1 0,0 2-2 16,3-4 2-16,0-3 7 0,2 1-6 0,1 0 3 15,-2-3-4-15,3-2 5 0,-1 0-4 0,-1 0-3 16,0-5-3-16,-3 3 4 0,1-4-7 0,-1 1-7 16,-1-3-1-16,-2-1 0 0,0 2-3 0,-3-4 4 15,2-2 0-15,-7 2-4 0,1-3-5 0,-3-1 6 16,-1 0-2-16,-2 3 1 0,1 0 3 0,-2-1 2 16,2 4 2-16,-2 2 2 0,3 0 1 0,1 4-3 15,0-1 4-15,-1 0-5 0,5 6-5 0,-2-9-6 16,2 9 3-16,0 0-1 0,0 0 7 0,10-9-3 15,-10 9 0-15,17 0 3 0,-3 4 1 16,-3-1 1-16,8 1-3 0,-2 2 2 0,-1 3 4 0,-3 0-1 16,4 0 1-16,-6 1 4 0,-2 0-3 0,4 2 9 15,-4 1 1-15,-2-2-2 0,-2 1 9 0,1 0 1 16,-2-1 1-16,-2 1 0 0,2-2 0 0,1 0 1 16,-2 0 2-16,1-1-5 0,1 1-1 0,-1-4 3 15,-1-1-2-15,1 0-3 0,0 0 6 0,3-4-4 16,-1 2 4-16,-6-3 1 0,14 0-9 0,-14 0 6 15,14-6-2-15,-6 3 15 0,-1-2-19 0,1-3 1 16,-3 1-4-16,3-3 1 0,-2 0 3 0,-1-2-3 16,0-4 0-16,-1 6 1 0,-1-7 0 0,1 3 0 15,-3 0-3-15,0 2 1 0,2 2 10 0,-2-1-3 16,0 2-10-16,-1 1 3 0,0 8 3 0,0-8-6 16,0 8 0-16,0 0-6 0,0 0 11 0,0 0-5 15,0 0 4-15,2 26-3 0,-4-11 12 0,1 5-10 16,-3-1-2-16,0-1 6 0,4 1-8 0,0 1 4 15,0 0 3-15,0-4-5 0,2 5-14 0,-2-4-28 16,1-2-22-16,-1-1-32 0,1-4-41 0,2 2-50 16,-2-5-44-16,-1 0-46 0,0-7-174 0,0 9-486 15,0-9 215-15</inkml:trace>
  <inkml:trace contextRef="#ctx0" brushRef="#br0" timeOffset="190034.94">20413 12935 128 0,'0'-9'157'0,"0"9"-45"16,-2-14-34-16,2 14-33 0,0 0-28 0,0 0-36 15,0 0-68-15,0 0-94 0,0 0 43 0</inkml:trace>
  <inkml:trace contextRef="#ctx0" brushRef="#br0" timeOffset="190525.15">20608 13197 218 0,'14'-5'244'0,"0"-4"-3"0,4 1-10 16,0-1-17-16,0 1-16 0,-2-1-16 0,-1-3-13 15,0 2-10-15,-1 0-8 0,-2-3-18 0,0 1-10 16,-3-1-9-16,0 0-12 0,-2 2-9 0,-3 2 3 16,-1 2-7-16,-1-1-8 0,-2 8-7 0,0-10-11 15,0 10-2-15,-9-9-7 0,1 6-9 0,-2 5-2 16,-4 2 0-16,-3 4-4 0,-2 1 3 0,2 5 3 15,1-1-14-15,-5 5-2 0,9-4-4 0,1 2-2 16,1-1-1-16,4 0-6 0,1 1-2 0,2-5 1 16,3 1 2-16,0-1-4 0,6 0 3 0,3-2 0 15,3-2-1-15,3 1 2 0,6-3-7 0,5-1 1 16,-5-4-2-16,7-1 5 0,2 1-6 0,-4-6 0 16,1 3 2-16,-7-4 1 0,7-2-4 0,-9 2 9 15,1-2-11-15,-3 0 9 0,0-2-9 0,1-1 6 16,0-1-5-16,3-4 0 0,-10 3-1 0,2-1-1 15,-2-1-1-15,-1 0 0 0,-3-1 9 0,3 2 1 16,-4 4-1-16,0 2 6 0,-2-1 9 0,0 4 11 16,-3 6 2-16,1-11-9 0,-1 11 1 0,0 0-9 15,4-11-11-15,-4 11 11 0,0 0-6 0,0 0-1 16,0 0-4-16,0 0 1 0,-14 29 12 0,7-13-10 16,2 0 14-16,-2 4-16 0,-1-1-15 0,-4 3 18 15,6 1 12-15,-2 0-9 0,3-3 3 0,-5 3-9 16,5-5 0-16,0 0 7 0,1 0-9 0,0-2 4 15,1 0-8-15,0 1-23 0,0-4-28 0,-1-2-34 16,2 0-29-16,-1 1-23 0,2-3-36 0,0-2-35 16,-1 0-45-16,2-7-40 0,6 6-230 0,-6-6-558 15,0 0 248-15</inkml:trace>
  <inkml:trace contextRef="#ctx0" brushRef="#br0" timeOffset="190805.19">21534 12836 148 0,'-2'-13'266'16,"0"4"-6"-16,-3-1-11 0,1 2-17 0,-1 1-16 15,-2 2-20-15,1 3-16 0,6 2-16 0,-16 4-3 16,6 4-5-16,0 5 0 0,1 2-15 0,-6 10-8 16,5 1-10-16,-1 1-5 0,3-1-3 0,0 5 1 15,0-1-7-15,2 0-7 0,-1 1-1 0,4 0-16 16,-1-2 3-16,1-1-11 0,-2-1-8 0,4 0 2 15,1 0-4-15,0-1-13 0,0 0-2 0,-2-2-11 16,2-4-1-16,0-2-1 0,-1 1-4 0,-1-1-5 16,0-1-8-16,-3 1-25 0,0-1-49 0,-1-3-24 15,-2 1-27-15,3-5-31 0,-3 0-40 0,1-2-45 16,3-3-42-16,0-1-43 0,-3-1-177 0,7-3-522 16,0 0 231-16</inkml:trace>
  <inkml:trace contextRef="#ctx0" brushRef="#br0" timeOffset="191761.01">21260 13200 1772 0,'15'-21'38'0,"0"6"13"0,1 2-23 15,6-2 1-15,-6 1 22 0,9 3 18 0,-7 4 9 16,3 1 6-16,1 0-7 0,0 4 5 0,-3 3-3 16,1 3 2-16,7 2-2 0,-9 1-1 0,1 3 0 15,0 0-4-15,-3 1-4 0,-1 3-6 0,-3-1-2 16,-2 0-6-16,-5-1-5 0,3 0 2 0,-5-1-9 15,-1 2-1-15,-2 0-1 0,0-1-5 0,-4-2 0 16,-1-1-3-16,-3 1-3 0,0-3-2 0,2 0-3 16,-5-1 1-16,2 0-5 0,-2-2-4 0,2-1 1 15,2-2 0-15,7-1-3 0,-10-2-3 0,10 2-2 16,-4-8 9-16,4 8-13 0,4-14 0 0,2 4-8 16,5-5-4-16,2-1-3 0,5-4 4 0,1-1-5 15,3-1 1-15,1 3-4 0,0-2 2 0,-1 0 2 16,-1 3 1-16,-1-1 2 0,-5 7-1 0,-2 1 0 15,-3 2 1-15,0 1 3 0,-3 3 0 0,-2 1-2 16,-5 4 5-16,0 0-2 0,0 0 10 0,0 0 11 0,0 0 12 16,1 18 1-16,-3-10 1 0,-4 5-4 15,3-3 4-15,-3 1-1 0,0 3 3 0,1 2 8 16,2-6-11-16,2 4-4 0,1-2 1 0,3-2 1 16,0 0-6-16,1-1 0 0,3 1 12 0,-1-1-9 15,2-2-11-15,2-1-2 0,-2-3 5 0,2 0-4 16,1 0-2-16,1-3 4 0,1 0 0 0,-5-1-13 15,3-1 10-15,-11 2-11 0,18-6 11 0,-12 2-4 16,4-3-10-16,-3-1 17 0,-7 8-16 0,6-16-9 16,-5 4-6-16,1 1 6 0,-2-1-3 0,0 0 3 15,-4-3-2-15,0 3-6 0,2-1-4 0,0 0 0 0,0 2 4 16,0-1-4-16,1 2 7 0,1 10-7 16,-1-16 1-16,1 6 8 0,0 10 1 0,4-11-9 15,-4 11 2-15,12-10 9 0,-5 7-3 0,3 2-3 16,-10 1 2-16,27 3 0 0,-13 1-2 0,-1 3 5 15,2 1 6-15,-5 1-2 0,4 2 9 0,-2 1 4 0,-2 1 5 16,-2-3 7-16,-1 0 10 0,1 0-12 16,-2 2 1-16,1-2 1 0,-2-1-2 0,0 0 2 0,-2-3 2 15,-1 1-6-15,1-2 0 0,-3-5 8 16,0 0 20-16,5 12-9 0,-5-12 16 0,0 0-2 0,0 0 1 16,0 0-1-16,0 0-3 0,0 0-6 15,0 0-5-15,0 0-5 0,0 0 9 0,0 0-16 16,0-31-8-16,4 20-12 0,5-2 14 0,1-3-4 15,-1 2 0-15,1-1-2 0,5-1-1 0,3-2-6 16,-3 4 0-16,1 1-2 0,2 3 5 0,-7 4-4 0,5-2-6 16,-4 5 2-16,0 1 0 0,-1 3-1 15,-11-1 9-15,23 4-8 0,-12 1-1 0,-5 1-1 16,0 2-2-16,1 2 3 0,-1 0-5 0,-2 0 7 16,1 0-4-16,-1 3 2 0,-1-4-4 0,-2 2 9 0,1-4-9 15,1-1 7-15,-1 0-3 0,-2-6 5 0,3 10-22 16,-3-10 28-16,1 7 6 0,-1-7 1 0,3 4 7 15,-3-4 7-15,0 0-5 0,0 0 1 0,0 0-6 16,0 0-3-16,0 0-6 0,14-18 8 0,-6 10-7 16,2-1 1-16,3-3 1 0,2-1 3 0,2 0-1 15,4-3-7-15,-2 7-4 0,-1-2-3 0,1 3 1 16,-2 1-1-16,0 2 1 0,-6 0-1 0,2 3 1 16,-3 2-1-16,-10 0-7 0,21 4 4 15,-15-1-4-15,0 2 2 0,-6-5 3 0,9 13 4 0,-2-5-5 16,-6 2 4-16,2 0-14 0,0-1-18 0,-1 1-27 15,-1-2-39-15,2 1-48 0,-2 0-51 0,-1-9-48 16,0 19-79-16,2-9-66 0,-2-10-234 0,-3 15-669 16,3-15 296-16</inkml:trace>
  <inkml:trace contextRef="#ctx0" brushRef="#br0" timeOffset="193690.02">9033 13966 35 0,'0'-6'229'0,"1"-1"1"0,-1 7-6 15,1-12-6-15,0 5-15 0,-1 7-19 0,2-8-15 16,-2 8-20-16,0 0-17 0,2-8-16 0,-2 8-11 16,0 0-10-16,0 0-2 0,0 0-1 0,1 25-10 15,-2-8-6-15,-4 8-5 0,4 3-1 0,-3 2-2 16,3 0 4-16,1-1 2 0,-6 2-9 0,3-2-3 15,-1-2-5-15,1 0-2 0,1 0 1 0,-2-4-8 0,3-3-2 16,1-1-3-16,-2-1-5 0,2 0-2 0,-1 0-6 16,0-4 0-16,2 1-4 0,-1-4 2 15,0 2-10-15,-1-4-31 0,1 0-31 0,0-2-35 16,0-7-37-16,-1 13-42 0,1-13-51 0,1 8-18 16,-1-8-204-16,1 7-464 0,-1-7 205 0</inkml:trace>
  <inkml:trace contextRef="#ctx0" brushRef="#br0" timeOffset="194340.86">9227 14202 196 0,'0'0'233'16,"0"0"-7"-16,2-10-19 0,-2 10-17 0,0 0-19 16,0 0-20-16,0 0-1 0,0 0-2 0,0 0-10 15,0 0-6-15,-6 32-7 0,3-16-7 0,2-5-14 16,1 6-4-16,-1-1-9 0,2 1-10 0,2-5-4 15,0 1-1-15,0 0-11 0,2-2-2 0,3 3-8 16,-2-3 0-16,1-1-6 0,3-1-8 0,3 1-2 0,-1-3-1 16,1-3-1-16,4 0 1 0,-1-1-2 15,2-2-4-15,-5-2-3 0,1 0 4 0,-1-2-4 16,-2 1-1-16,2-1-4 0,-3-2-1 0,-1-1 5 16,1-1-11-16,-3 1 1 0,-2-3-5 0,-2 1-2 15,-2-1 1-15,-1 2-3 0,-1-2-3 0,-2-2 6 16,-2 0-6-16,-2 2-1 0,-4-4 1 0,-1 0-2 15,0 0-3-15,-4 2 1 0,4-2 0 0,-2 1 8 16,3 3-9-16,2 1 0 0,1 1 0 0,1 2-2 16,2 0 2-16,0 2-1 0,0-3-3 0,5 6-2 15,-8-3-4-15,8 3 4 0,0 0 1 0,0 0-2 16,15-9 3-16,-2 9 0 0,5-4 1 0,4 3 1 16,5-3-4-16,2 2 3 0,0 0-1 0,-2 2-3 15,-5 2 5-15,-2-2-4 0,1 2 5 0,-2 3-5 16,-2 1-1-16,-2 1 2 0,-1 2 0 0,-3-2 4 15,-2 3-2-15,-2-1 4 0,3 5 15 0,-6-3-4 16,0 4 2-16,0 1-7 0,-3 1 7 0,-1-4-2 0,1 3 1 16,0-4 5-16,1 0-7 0,-1 1 0 15,2-3 4-15,-2 1-1 0,4-4-4 0,0 1-1 16,1 1 4-16,2-1-6 0,0-2 1 0,3-2 2 16,1-2-2-16,1-1-2 0,4 1 2 0,3-3 2 15,-8 0-4-15,6-2 2 0,-2-2 0 0,-2 0 1 0,1-1-6 16,2-3 3-16,-3-1 3 0,1-1-5 15,-3-2 1-15,0-1-1 0,0-4-1 0,-2 0 4 16,-3 2-5-16,-4-2 1 0,1-3 0 0,-4 3-1 16,-5-1 1-16,-1 2-5 0,-5-1 12 0,-1 3-14 15,-4 0 0-15,0 3-1 0,-2 3 5 0,-4 4-13 16,2 1 1-16,-1 3-16 0,-1 2-24 0,2 3-17 16,1 3-18-16,0 1-22 0,2 4-14 0,0 2-41 15,6 1-32-15,1 3-33 0,3-1-25 0,3 6-174 16,1-4-462-16,5-1 205 0</inkml:trace>
  <inkml:trace contextRef="#ctx0" brushRef="#br0" timeOffset="194718.5">9999 14508 24 0,'10'-1'202'16,"-1"-1"-1"-16,-3-1-11 0,6 1-10 0,-1-1-11 15,-2 0-12-15,1-2-2 0,2 2-11 0,-1-2-9 16,0 0-9-16,-2-2-7 0,1 0-2 0,-4-1-9 15,-1 1 2-15,2-3-14 0,-3 3 1 0,-1-5-16 16,0 2-4-16,-3-1-9 0,0 0-3 0,0-5-4 16,-1 5-7-16,-1-1-5 0,2-5-2 0,2-1-8 15,1 1-4-15,2-2-2 0,6-4-1 0,2 0 2 16,4 2-15-16,2 2-3 0,2 2-1 0,1 3 1 16,1 2-1-16,-5 2-2 0,1 3-1 0,1 3 3 15,-2 3 0-15,3 1-2 0,-2 3 3 0,-3 3-5 16,1 3 0-16,-4 0-2 0,-4 1 3 0,-2 0-3 15,0 4-1-15,-2-2 3 0,-1 5 13 0,-2-2 4 16,-2-1 2-16,-1 0 1 0,0 1-4 0,-2-2 4 16,1-1-4-16,-1-2 1 0,0 0-1 0,1 2-1 0,-3-2-4 15,2-1 0-15,1-2-4 0,1 0-1 16,1-7-2-16,1 10 0 0,1-3 5 0,1-1-16 16,4-2-17-16,4-1-25 0,0 1-34 0,3-1-43 15,14-1-30-15,0-2-38 0,6-2-49 0,2 2-245 16,-2-1-515-16,3-1 229 0</inkml:trace>
  <inkml:trace contextRef="#ctx0" brushRef="#br0" timeOffset="195089.98">11434 13955 152 0,'1'-12'271'0,"-1"1"-13"0,0 4-19 0,2 0-26 15,-2 7-21-15,2-9-17 0,-2 9-11 0,0 0-4 16,0 0 16-16,0 34-1 0,0-11-1 0,-4 3 5 15,3 3-23-15,-2 1-2 0,1-1-10 0,-1 0-1 16,1-2-18-16,-2 1-2 0,1 0-16 0,1-3-2 16,0-1-10-16,-3 1-6 0,4-5-14 0,-2-2-6 15,2-1-7-15,0 2-1 0,-2-3-7 0,3-3-6 16,-4 3-7-16,3-6-18 0,0 2-33 16,0-2-41-16,-1 0-34 0,1-2-30 0,1-8-32 0,-3 12-35 15,0-5-52-15,3-7-36 0,-9 5-248 0,2-4-562 16,7-1 249-16</inkml:trace>
  <inkml:trace contextRef="#ctx0" brushRef="#br0" timeOffset="195462.39">11251 14295 69 0,'11'-4'172'0,"0"-1"-5"0,0 1-3 0,7 1-3 15,1 0-11-15,1 2-6 0,0-1-2 0,2 1-11 16,8 1-9-16,-10 1-10 0,3 1-8 0,-3 0-6 15,-2 3-5-15,1-1-5 0,-1 0-8 0,-5 0-5 16,-1 1-2-16,-3 0-1 0,2 3 7 0,-4 0-6 16,0 0 5-16,0 0-5 0,-2 0-3 0,-1-2-5 15,0 4-6-15,-1-4-1 0,-1 1-7 16,2-1-8-16,0 3 1 0,2-5-4 0,-2 1-3 0,3 0-2 16,2 0-3-16,2-3 0 0,0 0-4 0,2-1 2 15,4-2-1-15,1-1-3 0,-1-3-1 0,1 0 0 16,-1-2 1-16,0 0 3 0,0-2-5 0,0 2 7 15,-4-5-3-15,2 2 0 0,-3-1 3 0,-4 1 3 16,0-4-8-16,-4-2 6 0,-1 4-9 0,-2 1 2 16,-5-2-5-16,0-2-2 0,-3-1-1 0,-2 2-4 15,-3 1 1-15,-3 0-5 0,0 3-3 0,-2 3-1 16,-1-1-2-16,0 2-9 0,1 5-13 0,-4 2-20 16,1 1-23-16,-2 4-35 0,4 3-43 0,-1 2-52 15,5 1-53-15,0-1-238 0,3 3-521 0,4-5 231 16</inkml:trace>
  <inkml:trace contextRef="#ctx0" brushRef="#br0" timeOffset="196002.48">12797 14101 204 0,'-6'-3'251'0,"6"3"-6"0,0 0-13 0,-2-9-13 15,2 9-10-15,0 0-14 0,-4-7-8 0,4 7-16 16,0 0-17-16,0 0-15 0,0 0-14 0,0 0-12 15,0 0-14-15,0 0 1 0,0 0 4 0,-5 20 3 16,5-4 3-16,-2 1-3 0,0 0-2 0,0 3 3 0,-2 4-5 16,2-4 10-16,-2 5-1 0,0 0-10 15,-1-1-11-15,4-5-10 0,-2-1 0 0,-1 8-7 16,-1-9-4-16,3 3-13 0,0-3 7 0,-3 1-5 16,3-2-11-16,2 0-6 0,-4-4-3 0,3 1 1 15,-1-1-4-15,2 1-4 0,-2-3-36 0,2 0-32 0,0-3-35 16,-2 0-37-16,2-7-31 0,-2 9-28 15,2-9-23-15,0 9-37 0,0-9-40 0,0 0-28 16,0 0-209-16,0 0-546 0,0 0 241 0</inkml:trace>
  <inkml:trace contextRef="#ctx0" brushRef="#br0" timeOffset="196298.64">12902 14392 132 0,'0'0'192'15,"6"-4"-8"-15,-6 4-10 0,0 0 0 0,0 0-8 16,0 0 2-16,0 0-8 0,0 0-7 0,0 0 0 15,1 19-18-15,0-13-10 0,-1-6-6 0,3 13-6 16,1-5-3-16,2 1 0 0,0-2-3 0,3 0 2 0,5-2 2 16,1 0-4-16,-2-1-4 0,5-2-2 15,3-2-13-15,-2 0 0 0,0-2-7 0,1 0-2 16,-6-1-5-16,4-3 3 0,-1 2-17 0,-1-4-1 16,0 0-3-16,-2-4-5 0,-6 3-3 0,-1 1-2 15,-1-4-8-15,0-2 4 0,-4 2-9 0,-2 0-3 16,-5 0-5-16,2-5-2 0,-3 3 2 0,-3-2-6 15,-5 4-1-15,3 1-4 0,-2-1-4 0,-3 3 5 16,5 5-14-16,-3 0-9 0,-3 2-19 0,0 2-15 16,0 3-29-16,-1 3-21 0,2 3-24 0,0 0-18 15,3 2-26-15,4-3-46 0,4 1-39 0,-1 1-43 16,3-1-166-16,6 1-490 0,1-2 217 0</inkml:trace>
  <inkml:trace contextRef="#ctx0" brushRef="#br0" timeOffset="196541.46">13394 14267 45 0,'4'-10'266'15,"-2"0"2"-15,0 0-9 0,-1 2-2 0,1 1-3 16,-2 7-13-16,2-11-14 0,-2 11-21 0,4-7-22 16,-4 7-21-16,0 0-5 0,0 0 8 0,0 0 3 15,8 17 11-15,-6-7-8 0,-2 3-2 0,0 2-1 16,-2 1-21-16,0-1-12 0,2 3-10 0,-3-1-10 15,0 1-13-15,-1 0-12 0,2 0-3 0,0 0-13 16,1-1-5-16,-1-1-9 0,0 1-35 0,0-5-39 16,0 5-55-16,0-7-39 0,0 6-51 0,1-6-54 15,1-10-63-15,-2 12-54 0,0-2-243 0,2-10-620 16,0 0 274-16</inkml:trace>
  <inkml:trace contextRef="#ctx0" brushRef="#br0" timeOffset="196795.1">13672 14266 145 0,'3'-8'258'0,"-1"0"0"0,-2 8-16 0,2-10-16 15,-2 10-20-15,-2-9-16 0,2 9-15 0,-7-4-11 16,7 4-3-16,0 0-7 0,-27 10-8 0,14-2-7 16,-3 4-7-16,3-2-5 0,-3 2-6 0,3-1-6 15,0-2-13-15,3 1-4 0,3-1-5 0,1 0-5 16,-2 1-7-16,6-3-5 0,-2-1-1 0,4-6-3 15,0 14-2-15,0-6-6 0,4 0-2 0,2 1-3 16,4-1-5-16,-1-1-6 0,4 0-6 0,3-1-5 16,2 0-23-16,-2-1-37 0,4-1-47 0,-2 0-57 15,0-1-52-15,-5-1-72 0,6 0-49 0,-7-1-224 16,1-1-568-16,-3 3 251 0</inkml:trace>
  <inkml:trace contextRef="#ctx0" brushRef="#br0" timeOffset="197209.6">13836 14531 25 0,'9'-1'240'0,"0"-2"-2"0,0-2-9 0,5 1-15 15,-1 1-5-15,5-4-24 0,-2 1-9 0,2-2-12 16,0 0-1-16,0-1-16 0,-1-1-3 0,2 2-12 16,-1-3-8-16,-3 2-3 0,2 0-3 15,-5-2-9-15,-3 4-4 0,3-7-9 0,-4 4-6 0,-3-2-7 16,1 0-5-16,-3 1-8 0,-3-2-12 0,0 0 0 15,-2-2-6-15,2 4-4 0,0-4-2 0,-1 2 6 16,1 1-6-16,-1 1-2 0,3 1 5 0,0-1-1 16,3 3-5-16,-3-1 2 0,3 2-10 15,3 0 3-15,1 2 1 0,1 0 9 0,3 0-19 0,0 3 1 16,3 0-1-16,-2 2-2 0,3 2-11 0,-6 0 11 16,1 1-11-16,-3 4-3 0,1-2-6 0,2 4 5 15,-5 0-3-15,1-1-1 0,-2 2 0 0,-1 1 0 16,-1 1-3-16,-2-1 5 0,2 1-2 0,-4-1 0 15,1 1 0-15,-1 1 1 0,0-2 3 0,1 1 6 16,0-1 5-16,1 1 3 0,-2-1 6 0,0 0-2 16,0-2 3-16,0 2-4 0,0 1-1 0,0-3-1 15,0-9-8-15,4 19 0 0,-4-13 5 0,7 2-2 16,-2 0-5-16,-5-8-22 0,13 10-46 0,-3-5-44 16,0-1-45-16,1-3-44 0,-2 2-49 0,5-2-57 15,1 0-52-15,-3-1-211 0,6 0-599 0,-2-2 266 16</inkml:trace>
  <inkml:trace contextRef="#ctx0" brushRef="#br0" timeOffset="197366.72">14673 14477 106 0,'8'-1'321'0,"-8"1"-17"0,9 0 11 0,-9 0 24 15,10-1 25-15,-10 1 16 0,8-3 6 0,-8 3-8 16,0 0-20-16,0 0-19 0,7-1-25 0,-7 1-29 16,0 0-28-16,0 0-19 0,6-4-29 0,-6 4-23 15,7-1-16-15,-7 1-39 0,6-4-47 0,-6 4-60 16,10-3-77-16,-4 1-80 0,-6 2-92 0,0 0-90 15,7-3-120-15,-7 3-287 0,0 0-781 0,0 0 346 16</inkml:trace>
  <inkml:trace contextRef="#ctx0" brushRef="#br0" timeOffset="210402.25">15230 14490 163 0,'0'0'208'0,"0"0"-11"16,-6-9-10-16,6 9-8 0,0 0-3 0,11-14-15 15,-8 10-9-15,6-5-6 0,-1 2-15 0,2-4-25 16,-1 3-2-16,4-3-7 0,1 1-7 0,-1-3-4 15,1 1-11-15,-2 0-1 0,2 2-5 0,-2-1-4 16,-3-2-6-16,0 2-3 0,-3 2-8 16,1-4-1-16,-4 2-4 0,3 1-3 0,-4-2-4 0,-1 2 1 15,3 0-3-15,-1 4 8 0,-2-1-9 0,-1 7-1 16,3-10-4-16,-3 10-11 0,0 0-2 0,0 0 0 16,0 0-6-16,0 0 2 0,0 0-3 0,-18 20 2 15,9-6-5-15,2 4 4 0,0-1-6 0,0 2 3 16,1 0-1-16,2-2-1 0,0 1 0 0,4 1 2 15,1-3-5-15,2 2 3 0,1-4-9 0,5 0-20 16,2 1-16-16,1-4-31 0,2-2-43 0,1 0-40 16,6-5-45-16,1 0-37 0,-2-2-144 0,-1-4-412 15,0 0 182-15</inkml:trace>
  <inkml:trace contextRef="#ctx0" brushRef="#br0" timeOffset="210563.7">15451 14044 137 0,'-7'-4'147'0,"1"1"-16"15,6 3-11-15,-8-1-14 0,8 1-13 0,0 0-32 16,0 0-40-16,0 0-40 0,0 0-37 0,18 26-68 16,-11-17-134-16,6 0 59 0</inkml:trace>
  <inkml:trace contextRef="#ctx0" brushRef="#br0" timeOffset="210769.41">15708 14048 196 0,'2'-11'201'0,"-2"2"-5"15,1-1-8-15,-1 10 0 0,1-11-3 0,-1 5-13 16,0 6-18-16,0-9-19 0,0 9-15 0,0 0-9 16,0 0 3-16,0 0 4 0,2 35 5 0,-5-8-13 15,0 5-7-15,0 0-5 0,-3 4-14 16,3 11-9-16,-1-16-6 0,1 3-7 0,1-2-7 0,-1 0-1 15,5-3-8-15,-2 1-10 0,1-3-22 0,1 4-27 16,1-7-27-16,1 2-51 0,-2-10-76 0,2-3-60 16,-3 2-185-16,1 3-446 0,-2-8 197 0</inkml:trace>
  <inkml:trace contextRef="#ctx0" brushRef="#br0" timeOffset="210912.73">15639 14298 30 0,'9'-6'134'0,"5"3"-31"0,4-2-38 15,4 3-47-15,6 2-42 0,-1 4-31 0,2 2-59 16,1 1 27-16</inkml:trace>
  <inkml:trace contextRef="#ctx0" brushRef="#br0" timeOffset="211345.34">16191 14528 177 0,'7'-4'205'0,"-1"-3"-2"0,2-2-12 0,0 3-13 0,-2-5-6 15,2 1-10-15,2-5-13 0,1 1-15 0,1-3-8 16,2 1-7-16,0-5-5 0,0-1-12 16,0 0-6-16,-5 8-6 0,4-3-2 0,-4 5-1 15,-1-3-4-15,-2 7 3 0,0 0-2 0,-2 3-2 16,-1-2-17-16,-3 7-12 0,6-4-5 0,-6 4-7 15,0 0 4-15,0 0-7 0,0 0-11 0,-4 24 1 0,2-14-9 16,-1 0 2-16,0 2-6 0,2-1 2 0,0-2-2 16,2 2-1-16,0 0 8 0,5 0-8 15,0-2 0-15,2-1-3 0,3-4 3 0,1 1-5 16,6-2 2-16,0-2 0 0,-1-1-1 0,0-1-2 16,1-3 1-16,1-1 0 0,-2 1-3 0,0-3-2 0,-1-2 2 15,0 0-3-15,0-1 4 0,-2 0-1 0,-4 0-1 16,-1-2 1-16,0 2 0 0,-3-1-1 15,2 0 3-15,-3 0-2 0,-1 1-1 0,-1 3 4 16,2 2 3-16,-3-1 0 0,-2 6-4 0,3-7 1 16,-3 7-3-16,0 0-2 0,0 0 10 0,0 0 0 15,-12 23 1-15,7-11 1 0,-1 3 4 0,-1 2-11 16,2-3 1-16,0 2 4 0,1 0-7 0,-1 2-4 16,3 1-9-16,-2-1-23 0,3-2-16 0,-2 1-26 15,3 0-28-15,-3-4-41 0,3 2-48 0,0-5-64 16,-1 2-206-16,-1-1-494 0,2-11 219 0</inkml:trace>
  <inkml:trace contextRef="#ctx0" brushRef="#br0" timeOffset="211517.7">16275 14231 1721 0,'-14'-23'86'15,"-3"1"-6"-15,7 11-36 0,-1-2-19 0,4 5-8 16,-2 1-11-16,5 1-3 0,-1 2 0 0,5 4-7 15,0 0-5-15,0 0-20 0,0 0-20 0,0 0-36 16,33 15-38-16,-3-7-33 0,4 4-99 0,20 2-277 16,8-2 122-16</inkml:trace>
  <inkml:trace contextRef="#ctx0" brushRef="#br0" timeOffset="211877.77">17567 14227 55 0,'0'0'223'0,"-8"-13"-4"0,0 4-7 16,-2 2-1-16,-5-2-15 0,-4 5-6 0,-2 0-10 16,-6 2-8-16,-2 4-7 0,0 3-12 0,-5 4-2 15,1 4-11-15,0 1-11 0,2 1-12 0,3 3-15 16,5-1-6-16,3 1-9 0,8-4-9 0,4 0-9 16,4-1-7-16,4 3-5 0,2-3-7 0,4 2-3 15,6-1-3-15,3-5-5 0,3 4-3 0,9-5-2 16,2 3-1-16,-1-6-3 0,3-1-3 0,0-2-9 15,-3 0-3-15,0-5 0 0,-9-1 0 0,-1-2-2 16,0 3-8-16,-1-6 5 0,-1 2-1 0,-6-1 2 16,4-3-4-16,-3-2-3 0,-5 3-1 0,0-2 3 15,-2 0-2-15,4-2 2 0,-4 3 0 0,-2 2 3 16,0 1 10-16,-1 3-3 0,1-2-8 0,-2 7 3 16,0 0-3-16,0 0-9 0,0 0 4 0,0 0-2 15,0 0-3-15,-15 17 3 0,7-7 1 0,3 4-1 16,-1 1 0-16,2 0 4 0,0 2-20 0,4-1-33 15,1 1-28-15,3-2-48 0,0 3-57 0,4-1-63 16,6 3-248-16,4 0-531 0,2-3 236 0</inkml:trace>
  <inkml:trace contextRef="#ctx0" brushRef="#br0" timeOffset="212385.62">18212 14264 128 0,'1'-7'141'0,"4"-1"-17"16,-1 3-11-16,0-3-11 0,-4 8-10 0,5-10-13 16,-5 10-3-16,5-3-10 0,-5 3-6 0,7-2-5 15,-7 2-1-15,0 0-6 0,0 0-11 0,0 0 0 16,14 4-5-16,-14-4-1 0,5 6 1 0,-5-6-6 15,5 8-4-15,-5-8-3 0,3 6 0 0,-1-2-2 16,-2-4-3-16,3 6-1 0,-3-6-3 0,0 0 4 16,1 9-7-16,-1-9 8 0,0 0 5 0,0 0-6 15,0 0 2-15,0 0 2 0,1 6 4 0,-1-6 3 16,0 0 4-16,0 0 0 0,0 0 8 0,0 0 6 16,0 0 3-16,0 0 5 0,0 0 5 0,0 0 2 15,0 0-2-15,0 0-1 0,0 0-5 0,0 0-10 16,0 0-3-16,0 0-4 0,0 0 5 0,0 0-3 15,0 0-11-15,0 0 0 0,0 0-3 0,0 0-2 16,0 0-1-16,0 0-5 0,0 0-1 0,0 0-1 16,0 0 0-16,0 0 0 0,0 0-6 0,0 0 3 15,0 0-1-15,0 0 0 0,0 0-5 0,0 0 2 16,0 0 2-16,0 0-3 0,0 0 5 0,0 0-7 16,0 0 0-16,0 0-2 0,0 0-7 0,0 0-4 15,0 0-9-15,0 0 2 0,0 0-6 0,0 0-1 16,8 3-3-16,-8-3-5 0,0 0-5 0,0 0-8 15,0 0-9-15,0 0-14 0,0 0-23 0,0 0-20 16,0 0-26-16,0 0-29 0,0 0-101 0,0 0-289 16,0 0 129-16</inkml:trace>
  <inkml:trace contextRef="#ctx0" brushRef="#br0" timeOffset="213215.86">17514 14195 9 0,'-2'-6'166'16,"-5"0"-6"-16,4 2-8 0,-4-5 2 0,3 5-11 16,-2-2-7-16,-1 1-9 0,0 0-7 0,-3 2-1 15,1 0-18-15,-1-2-4 0,2 3-5 0,-3 4-3 16,-1 0-5-16,-1 2-7 0,-4 1-2 0,1 3-1 16,-3 3-6-16,-3 3 3 0,-1 1-4 0,0 3-2 15,0 1-1-15,5 1-5 0,-3 1-2 0,2-1-2 16,3 0-3-16,0 1-2 0,4 1-4 0,3-5-6 15,-1 0-3-15,2 2-1 0,3-3-3 0,1 1 0 16,2 0-3-16,2-2 0 0,2-3-2 0,3 3-4 16,1-6-2-16,7 5 7 0,1-5-3 0,5 0 1 0,8 0-8 15,4-2 3-15,1-3-6 0,1-3-12 16,0 1-21-16,2-3-16 0,-2-1-17 0,-4-2-23 16,2 1-20-16,1-5-21 0,-4 3-26 0,0-3-24 15,-7 3-24-15,6-1-12 0,-1-3-136 0,-7 3-363 16,1 0 160-16</inkml:trace>
  <inkml:trace contextRef="#ctx0" brushRef="#br0" timeOffset="214687.36">17827 14304 59 0,'0'0'198'16,"-7"-6"-6"-16,-1 4-6 0,8 2-7 0,-13-4-10 15,3 6-12-15,-1-1-9 0,0 0-9 0,0 4-7 16,-6 3-7-16,3 1-5 0,-4 3-5 0,2-1-5 16,0 2-11-16,2-1-3 0,0 4-9 0,4-5-6 15,-1 4-12-15,2-2-1 0,2-2-7 0,3 0-2 16,-2 0-11-16,2 0 0 0,2-3-9 0,0 4-2 16,2-6-3-16,0 3-4 0,0-9 0 0,4 13-2 15,0-8-1-15,3-1-6 0,0-2 0 0,3 1 0 16,-1-3-2-16,0 1 0 0,3-2 7 0,0-3-14 15,1 0 1-15,4-3 0 0,-2 2-3 0,-5-3 2 16,3-1 0-16,-1-2-2 0,2 1 0 0,-7 0 0 16,5-2-3-16,-3 0 2 0,-4 2-1 0,3-4-4 15,-3 1-1-15,-1 1 5 0,-1-1-4 0,1 3 0 16,-3-2 5-16,-1 5 5 0,0 7 10 0,2-13 1 16,-2 13-5-16,1-9-2 0,-1 9-7 0,0 0 0 15,0 0-5-15,0 0-1 0,0 0-2 0,0 0 9 16,0 0-5-16,-11 29-5 0,8-14 3 0,0-2-2 15,2-1-4-15,1 4 0 0,0-6 5 0,0 3 0 16,3-3 4-16,-1 0-3 0,3 0 1 0,4-1 4 16,-2 1 3-16,0-3 3 0,5 1 1 0,-1-3 5 15,2 0-7-15,4-2 1 0,-1-2 2 0,2-4-4 16,1 0-3-16,-3 1 1 0,2-1-2 0,-3-5 2 16,-2 4 2-16,-3-4-3 0,2 0-2 0,1-2 2 15,0-1-2-15,0-1 0 0,-4-2-6 0,-1 0 3 16,-1-3-4-16,1-1 4 0,-3-1-5 0,0-7 5 15,0 2 0-15,-2 0-7 0,-2-2 0 0,-1-2 2 16,-1 0-3-16,2 0 3 0,1 3-2 0,-4 6-2 16,2 2 0-16,0 6 3 0,0-2 0 0,-1 4 1 15,1 1 0-15,0 8-2 0,1-11-4 0,-1 11 2 16,0 0-6-16,0 0 5 0,0 0-1 0,0 0-3 16,-5 33 3-16,1-15 4 0,0 5-2 0,0 3 2 15,3-1-4-15,-1 0 3 0,0-1 3 0,0-4-2 16,1-1 5-16,1 2 0 0,1-1-1 15,3-3 2-15,-1 2-1 0,1-2 4 0,2-1-5 0,-1-2 1 16,0-1 4-16,2-4 0 0,2 1 7 0,0-2-8 16,3-1-4-16,1-1 7 0,-2-3-1 0,7 1 0 15,-4-2-3-15,0-4 4 0,4-2-4 16,0 1 0-16,-4-3 1 0,1-1 1 0,-4-1 6 0,2-4-7 16,0 0-4-16,-2-4 0 0,-1-1 1 0,-1-5 4 15,1-3-6-15,-2 1-1 0,-3-2 1 0,0-2-3 16,-3 1-4-16,0-1-3 0,-1 1 10 0,0 1-7 15,-2 7 0-15,-2 1-1 0,5 1 4 0,-4 6-5 16,1 1 4-16,1 3 0 0,0 7-3 0,0-13-3 16,0 13-1-16,0 0 4 0,0 0-4 0,0 0 13 15,-8 32-6-15,6-7 4 0,-1 2-5 0,1-2 1 16,-1 2 0-16,6 0 4 0,-3-2 2 0,0 0-7 16,2-4 5-16,0 2 1 0,-1-3-2 0,3-2 3 15,2 0 1-15,1-2-1 0,3 0 6 0,-3-2 2 16,4-1-6-16,1 0 1 0,0-3 1 0,-2-1 1 15,4-4 3-15,3 2 2 0,-4-2-5 0,5-4 2 16,-1 2 0-16,0-4 1 0,0-2-4 0,-1-1 2 16,2 0 0-16,-1-3-7 0,-7-3-4 0,4 3-1 15,0-8-3-15,0 0 0 0,-2 0-1 0,-1-1-5 16,-2-3 1-16,0 0 2 0,-3 1-1 0,0-1-5 16,-4 2 2-16,-1 1 0 0,1 4 5 0,-2 3 0 15,0 0-1-15,1 2-3 0,-1 7 0 0,-3-9 1 16,3 9-1-16,0 0 5 0,0 0-7 0,-25 15 5 15,12-1 1-15,3-1 4 0,-2 0-6 0,3 3 7 16,3 0-2-16,-2 0-1 0,6-4 4 16,1 1-7-16,2 4 9 0,3-2-6 0,2 0-20 15,2-1-24-15,5-3-26 0,2 1-24 0,1-2-29 0,11 0-22 16,1-3-9-16,3-1-28 0,1-1 4 0,3-4 11 16,-1-1 17-16,4-1 12 0,-3-2 14 0,-3-1 6 15,1 0 20-15,-2-5 6 0,-5 4 18 0,-6-1 7 16,-1-5 23-16,-3 2 24 0,-3-1 21 0,0-2 23 15,-4 2 23-15,-3 1 6 0,-1-1 13 0,-2 1 8 16,0 0 11-16,-3-2 0 0,-3 2 3 0,0 2 0 16,0 2-1-16,-4 1 0 0,-4 0-2 0,0 2 4 15,-1 3-5-15,-6 3-1 0,-1 3 6 0,-1 0 1 16,0 3-3-16,3 1-7 0,-2 0-2 0,4 1-3 16,3 1-7-16,3 1-8 0,3-3-3 0,1 1-1 15,1-1-11-15,4-2 4 0,4 3-8 0,1-2-1 16,1-2-2-16,2 1-2 0,1-2-5 0,4-3 0 15,0-1-4-15,1 1 2 0,-2-3-5 0,4-1 3 16,-5-3-1-16,2-2-3 0,0 1 2 0,-3-2-5 16,0-1 1-16,0-4 1 0,-1-2-1 0,-2-2-1 15,-1-2 4-15,2-2-12 0,-6 0 2 16,2-6 0-16,-2-3 5 0,0 0-7 0,-2-2-3 0,0-2 2 16,0 1 5-16,0-3 1 0,3 1 4 0,-2 1 4 15,2 6 10-15,-2 5 2 0,0 5 13 0,-1 4-1 16,1 3-7-16,-1 2-8 0,0 7-4 0,0 0 0 15,0 0-6-15,0 0 0 0,-1 30 2 16,-1-2-1-16,-1 1-8 0,-1 1 4 0,2 1-2 0,-1 0 7 16,3 1-6-16,0-1-5 0,-1 0-4 0,3 2-16 15,1-3-28-15,-1-2-28 0,0 0-32 0,0 1-33 16,0-2-35-16,-1 2-44 0,0-5-69 0,-2 5-246 16,-3-5-569-16,-1-7 252 0</inkml:trace>
  <inkml:trace contextRef="#ctx0" brushRef="#br0" timeOffset="-213861.17">20161 14150 4 0,'-6'-9'198'0,"-2"2"-8"0,-2 1-6 16,-3 0-9-16,1 5-5 0,-7 0-7 0,0 4-10 16,-1 4-8-16,-8 4-10 0,3 5-8 0,1 3-10 15,-3 1-3-15,2 1-16 0,3 1-5 0,6-1-11 16,0 1-6-16,7-5-6 0,2 1-7 0,4-1-7 16,3-2-4-16,2 0-5 0,2-3-1 0,1 0-5 15,3-2-4-15,3-1-4 0,2-1 0 0,5-1-2 16,-1-1-1-16,0-2-6 0,0-4 3 0,2-2-3 15,-2-2 2-15,1-1-4 0,1-2 4 0,-5-2-4 16,3-2 0-16,-3-1-4 0,0-1-2 0,-4-2 0 16,2 1 2-16,-1-3-2 0,-2 1-3 0,0-2 0 15,-1 1 0-15,-3 0 0 0,-2 6 0 0,3 1 4 16,-2 0 3-16,-2 2-6 0,-1 3-2 0,-1 5-4 16,0 0 5-16,0 0-8 0,0 0 0 0,0 0 4 15,4 26-5-15,-6-10 2 0,0 1-1 0,2 2 4 16,0 0-6-16,-1 7-3 0,2-7 3 0,1 1-15 15,0-1-20-15,2 1-29 0,2 3-34 0,-2 1-44 16,1-7-48-16,0-5-54 0,3 4-172 0,1-3-445 16,-3-2 198-16</inkml:trace>
  <inkml:trace contextRef="#ctx0" brushRef="#br0" timeOffset="-213485.45">20649 14217 163 0,'4'-16'249'0,"-2"3"-14"0,1 2-5 16,-2 3-22-16,-1 1-21 0,0 7-21 0,6-8-16 15,-6 8-8-15,0 0-3 0,14 13 2 0,-7-1-9 16,2 3-6-16,0 3-12 0,1 6-8 16,1-1-3-16,-2 0-2 0,1 0-2 0,-3-3-8 0,2 4-7 15,-1-7-4-15,0 1-9 0,-1-2-8 0,1 0-1 16,1-2-6-16,-3-1-1 0,2-4-3 0,-3 1 0 15,-1-3-1-15,1-1 4 0,-2-2 10 0,-3-4 24 16,6 6 12-16,-6-6-5 0,9 1-2 0,-9-1-10 16,9-9-1-16,-1 3-5 0,-1-2-12 15,0-3-6-15,2-2 8 0,-2-1-11 0,5-4-3 0,-5 0-5 16,5-7-8-16,1 1-5 0,0-3 1 0,-1 0-4 16,0 1-6-16,1 0 4 0,-2-3-9 15,1 5-2-15,0 1-4 0,-4 8 3 0,-2-1-6 0,1 5-17 16,-2 3-24-16,0 1-49 0,-2 4-28 0,0-3-33 15,-3 6-37-15,3-7-22 0,-3 7-9 0,0 0-24 16,0 0-29-16,0 0-30 0,5 19-244 0,-5-9-576 16,0-10 255-16</inkml:trace>
  <inkml:trace contextRef="#ctx0" brushRef="#br0" timeOffset="-213235.04">21118 14347 88 0,'0'0'161'0,"0"13"8"16,0-7 4-16,0-6-2 0,4 7 2 0,0-1-7 15,-4-6-1-15,6 9-2 0,1-6-2 0,0 0-9 16,4 0-4-16,-1-1-12 0,2 2-4 0,0-4-4 16,-2 0 1-16,4-1-5 0,-2-3-9 15,1-1-10-15,-2 1-5 0,2-3-4 0,0 0-10 0,0-2-2 16,-3-1-14-16,-3-1-2 0,2-3-7 0,-5 1-7 16,-1 0-10-16,-2-2 3 0,-2-2-10 0,-3 6-3 15,-3-3-4-15,4 3-8 0,-5 4-2 16,-3 0-4-16,0 2-12 0,-2 2-18 0,-6 3-16 15,0 2-18-15,-1 2-21 0,-6 6-30 0,7-1-35 0,2-1-50 16,2 3-49-16,5-3-47 0,1 1-144 0,1-1-459 16,4 0 203-16</inkml:trace>
  <inkml:trace contextRef="#ctx0" brushRef="#br0" timeOffset="-213003.12">21487 14101 237 0,'6'-18'253'0,"-2"1"0"16,1 0-2-16,-1 4-13 0,-2 2-1 0,1 1-14 16,-1 2-15-16,1 2-30 0,-3 6-15 15,3-6-17-15,-3 6-1 0,0 0 6 0,7 18 3 16,-6-1 0-16,2 7-14 0,-2 2-5 0,-1 2-10 0,0 0-17 16,-1 2-3-16,-2 0-7 0,2 0-12 15,0-1-12-15,-1 2-6 0,1-6-8 0,2 0-24 16,-1-7-35-16,2 1-39 0,-2 0-60 0,0 1-49 15,0-2-62-15,0-7-82 0,0 2-250 0,-2-1-586 16,1-2 260-16</inkml:trace>
  <inkml:trace contextRef="#ctx0" brushRef="#br0" timeOffset="-212765.05">21716 14130 65 0,'6'-25'258'15,"-3"7"-2"-15,0 7-2 0,-1-2-7 0,1 5-20 0,-3 1-28 16,0 7-21-16,0 0-14 0,0 0-5 0,0 0 3 16,6 29 10-16,-7-4-4 0,-2 6 0 15,2 0-8-15,-3 0-10 0,-1 0-14 0,2 0-13 16,0-2-7-16,-2 0-13 0,0-3-11 0,3-1-3 16,-2 2-14-16,3-7-12 0,0-1-18 0,1-1-30 15,0-1-36-15,1 0-41 0,-1-7-36 0,1 1-39 0,-1-3-47 16,2-3-50-16,-2-5-44 0,-2 12-194 0,2-12-511 15,0 0 226-15</inkml:trace>
  <inkml:trace contextRef="#ctx0" brushRef="#br0" timeOffset="-211831.11">21622 14302 126 0,'0'0'189'0,"10"-8"-2"16,0 4-8-16,3 0-9 0,7 0-13 0,1 1-14 15,8-1-5-15,1 1-17 0,-1 1-8 0,2-1-12 16,-3 2-11-16,0-3-8 0,1-1-8 0,-7 3-4 16,-3-2-10-16,2 1 0 0,-3 0-2 0,-2 3 1 15,-4-2 3-15,-1 0 6 0,-2 1 1 0,-1 0 8 16,-8 1-3-16,9-2 6 0,-9 2-15 0,0 0-3 16,0 0-6-16,0 0-3 0,0 0-5 0,0 0 5 15,-34 8-4-15,14-3-4 0,1 5 3 0,-5-2-4 16,-2 3-1-16,8 0-3 0,1-2-3 0,2 1-6 15,5-1-4-15,0-1 4 0,2 2-6 0,2-2-4 16,3-1 7-16,2 1 1 0,1-8-17 0,6 14 8 16,1-8-1-16,2 0-5 0,6 1-1 0,3-4 2 15,-1 2-4-15,2-3 1 0,-3-2-1 0,3 0-3 16,2-2 2-16,-4-1-2 0,3-2 3 0,-2 1-5 16,-3-2 3-16,-2 0-2 0,-2 0 0 0,5-2-1 15,-6 0-1-15,-1-1 0 0,0-2 0 0,-3-1 0 16,2 3-2-16,-2-2 4 0,-3 1-2 0,1 4 0 15,-2-1-2-15,1 1 6 0,-3 6-8 0,4-7 2 16,-4 7-9-16,0 0 6 0,0 0 2 0,0 0-4 16,0 0-4-16,0 0 5 0,0 0-1 0,-3 24 2 15,6-16 4-15,-3 1 5 0,2-1 4 0,6 0 4 16,0 3 8-16,2-5 5 0,6 3-5 0,0-4 2 16,4 1 3-16,1-4-3 0,0 0-3 0,1-2 0 15,0 2 0-15,1-2-7 0,-4-5 3 0,8 1 3 16,-9 1-6-16,-2-4 2 0,-2 3-6 0,-5-2 7 15,2-1 0-15,-1-1-11 0,-4-1 3 0,2-1 0 16,-3-1-3-16,-1-1-5 0,-4 2 1 0,1-1 3 16,-1 0 3-16,-1 0-9 0,-3 3 3 0,0-2-7 15,0 6-1-15,-1-2 4 0,0 2-4 0,5 4-3 16,-13-3-1-16,6 3 6 0,-2 6-6 0,-3 1 0 0,1 3 5 16,0 4-1-16,0 0-8 0,2 1 5 15,3 3 3-15,-2-1 13 0,2 7-16 0,-1 0-5 16,3-3 4-16,2 5 1 0,-2 1 4 0,1 2 0 15,3 2 7-15,0-1-5 0,0 0 1 0,0 0 1 16,0-1-3-16,0 1-1 0,-1-2 4 0,1 1 0 16,-4-2-1-16,2-4-3 0,1 3 7 0,-2-8 1 15,-1-1-6-15,0-4 3 0,0 2-12 0,-2-4-7 16,0-2-2-16,-2 0-6 0,0-2-11 0,-1-1-7 16,0-2-6-16,2-1-2 0,0-3-6 0,7 0 4 15,0 0-4-15,-15-7-9 0,15 1-8 0,-1-3 1 16,7-3 1-16,2-4 4 0,6-6 7 0,6 1-6 15,3-1 4-15,4-2 5 0,1 1 5 0,12-9 6 16,-2 0 3-16,1 2 8 0,-10 6-2 0,12-7 3 16,-14 10 5-16,1-4 1 0,0 1 5 0,-4-2 6 15,0 1 2-15,-6 1 7 0,2-1 11 0,-4 2 6 16,-7 5 4-16,1 1 16 0,-6-1-2 0,-1 1 1 16,-2 1-1-16,-2 4 4 0,-2 2 4 0,-1 1 2 15,-2 1 3-15,-3 3-1 0,-2 3 5 0,-6 3-1 16,-1 2 2-16,-1 4 1 0,0 1-2 0,-4 7-4 15,7-3 0-15,1 1-1 0,2 1-5 0,0 1-2 16,6 1-5-16,2 1 1 0,2 1-8 0,3-3-18 16,4 2-33-16,2-1-40 0,7-1-40 0,8 5-39 15,8-6-60-15,5 2-61 0,15 6-183 0,5-7-490 16,1 1 217-16</inkml:trace>
  <inkml:trace contextRef="#ctx0" brushRef="#br0" timeOffset="-210903.73">23241 14123 134 0,'-9'-9'238'0,"0"0"-5"16,-2 3-16-16,-3 1-11 0,-3 3-18 0,-2 3-8 16,-3 5-5-16,-4 6-6 0,-3 3 0 0,0 3-9 15,2 2-8-15,4 2-8 0,2-1-7 0,3 1-8 16,5 0-14-16,1 2-6 0,4-5-12 0,6-1-8 15,0-2-9-15,5 3 9 0,3-3-18 0,3 1-5 16,4 0-7-16,1-2-2 0,9 0-6 0,3-1-6 16,-2-5-7-16,3 4-12 0,0-5-14 0,0-3-10 15,-1 0-17-15,-4-2-11 0,-4-3-11 0,1-3-6 0,-1-1-2 16,1-1 2-16,-2 0 0 0,-2 0 0 0,-3-1-3 16,2-3-1-16,-1-3-1 0,-1-1-1 15,-1 0 5-15,-4-2 3 0,5 1 6 0,-6-2 1 16,2-1 0-16,-3 2 11 0,1-2-2 0,-1 1 9 15,0 1 4-15,1 6 10 0,-4 2 7 0,1 1 5 0,-3 6 1 16,4-9-2-16,-4 9-3 0,1-5-2 0,-1 5 4 16,0 0 3-16,0 0 6 0,0 0 6 15,-10 27-6-15,4-16 3 0,-1 2-3 0,1 4 1 16,0-3-6-16,0 1 3 0,1 0-2 0,2-2-1 16,1-2 1-16,2 2 3 0,1-1-3 0,0 1 0 0,2-1-2 15,2-3 1-15,1-2-1 0,1 1-2 16,-2-1 3-16,1-3 0 0,1-1-3 0,2 0 3 15,-3 1-3-15,3-4-1 0,-9 0 1 0,13 0 2 16,-13 0-3-16,15-4-2 0,-9-2 1 0,-2 3-1 16,3-5-2-16,-2 0 2 0,1-2-1 0,-1 2-1 0,-2-3-1 15,-1-1-4-15,0-2 5 0,1-1-5 0,1-1 1 16,-2 2 2-16,-1-2-7 0,3 0 0 16,-2 1-3-16,2 3 2 0,0 0-3 0,0 0 2 15,1 3-3-15,4 1 4 0,-2 2 2 0,-3 3 0 16,3 2 5-16,-7 1-3 0,16 5 3 0,-7 4-2 0,-2-1-1 15,2 6 0-15,-6-2 1 0,4 2-1 0,-3-1 8 16,1 2-6-16,-4-4 0 0,2 2 2 0,-3-1-5 16,1-2 5-16,0 0 6 0,-2-3-1 15,1-7-3-15,1 11 4 0,-1-11 11 0,-1 9 17 16,1-9 16-16,0 0 0 0,0 0-4 0,0 0 0 0,0 0-6 16,0 0-8-16,0 0 2 0,0 0-8 0,0 0-3 15,0 0 7-15,13-24-12 0,-8 17-3 0,1-2 3 16,4 0-3-16,-1-1-6 0,4-1 3 15,1-1-3-15,1-1-6 0,2 6 1 0,1-1-3 16,-1 3 2-16,0 1-4 0,-5 2-4 0,-1 2 2 0,-4 3 10 16,3 0-13-16,-5 2 0 0,2 1-4 0,-4 3 6 15,3 1 1-15,-5 2-3 0,-1-3-6 16,0 2 10-16,-1 1 0 0,-2 0 0 0,2-2 0 16,-2 3 0-16,-1-3-3 0,3 3-21 0,1-4-31 15,-1-1-34-15,1 3-44 0,-3-3-56 0,3-8-74 0,-1 11-256 16,1-11-560-16,0 0 248 0</inkml:trace>
  <inkml:trace contextRef="#ctx0" brushRef="#br0" timeOffset="-210653">23927 14046 250 0,'5'-18'252'0,"2"3"-8"16,-5 6-21-16,5 0-18 0,-5 4-22 15,3 2-18-15,-5 3-4 0,15 8-6 0,-7 1 3 16,3 8 12-16,3 8-2 0,-3 2-11 0,-2 0-10 0,-2 3 0 16,-1-1-7-16,1 2-4 0,-3 0-21 0,-1-7-7 15,1 6-11-15,-2-4-4 0,1-2-14 0,-2-4-9 16,1 4-6-16,1-7-5 0,-1 0-21 16,-2-1-41-16,2 0-36 0,-1-4-39 0,-4-1-36 15,3 0-37-15,-2-1-41 0,4 0-50 0,-4-2-54 0,-1-3-150 16,3-5-481-16,-8 7 214 0</inkml:trace>
  <inkml:trace contextRef="#ctx0" brushRef="#br0" timeOffset="-210161.75">24033 14307 211 0,'3'-9'239'0,"2"2"-10"0,0 2-7 0,2 1-10 15,2-1-14-15,1 3-12 0,0-1-8 0,3 3-14 16,2 1-11-16,0 2-6 0,5 1-7 15,-4 4-14-15,2 0-6 0,0 0-6 0,-8 0-21 16,2-2-7-16,-2 3-9 0,-2 0-7 0,1 0-9 0,-1-1-7 16,-3 0-3-16,1 0-4 0,-4-2-6 15,2 1 6-15,-1-3-18 0,-3-4 0 0,4 9 0 16,-4-9 1-16,2 9-5 0,-2-9-2 0,0 0 3 0,5 5-5 16,-5-5 6-16,0 0-7 0,0 0-2 15,0 0 2-15,0 0-7 0,0 0 5 0,0 0-4 0,0 0 0 16,0 0-4-16,-5-30 1 0,10 21-2 0,-1 1 4 15,2-1-10-15,2-1 0 0,-2-1 0 0,6-3 2 16,-2 0-2-16,2 2 0 0,-2 2-5 0,0 1 0 16,-2 2-5-16,-1 2 1 0,-2 2 1 15,1-1-6-15,0 1 9 0,-6 3-5 0,10 0 0 0,-10 0-2 16,10 7 4-16,-7-3-2 0,2 2-2 0,0-1 6 16,-2 1-1-16,1 1-1 0,1-3 3 0,0 4 0 15,0-3 2-15,0-1-4 0,3 2 8 16,3-2-5-16,-3-3 6 0,1 1 1 0,2-1-2 0,-3-2 0 15,-8 1 3-15,12-4 0 0,-5-1 9 0,1-1-6 16,-6 2 8-16,4-5-1 0,-1 3 1 0,-3-3-1 16,-2 0-5-16,0 0 0 0,-2-1-3 0,2 10 4 15,-2-17-7-15,1 9 3 0,-3 2-4 0,-1 0-18 16,0 1-14-16,5 5-24 0,-11-9-23 16,3 7-22-16,-1 0-31 0,9 2-30 0,-19 2-45 0,11-2-35 15,2 2-33-15,-4 4-152 0,3-5-457 0,7-1 202 16</inkml:trace>
  <inkml:trace contextRef="#ctx0" brushRef="#br0" timeOffset="-209935.45">24638 14090 106 0,'10'-24'184'0,"-2"5"6"16,-2-1 8-16,-1 2-3 0,1 1-1 0,-3 2-7 16,1 3-1-16,-1 0-2 0,1 2-8 0,-3 1-20 15,0 5-16-15,-1 4-17 0,0 0-14 0,0 0 1 16,0 0 6-16,4 22 10 0,-6 2 1 15,0 2 0-15,-2 3-1 0,-1-1-6 0,0 3-12 0,1-3 2 16,0 1-9-16,0-3-12 0,-1 2-11 0,1-4-10 16,2-4-5-16,-1-1 9 0,2-1-11 0,-3-1-38 15,3 2-39-15,1-3-35 0,0-5-51 16,0 0-42-16,0-4-51 0,0-7-61 0,1 10-61 0,-1-10-162 16,0 0-519-16,0 0 230 0</inkml:trace>
  <inkml:trace contextRef="#ctx0" brushRef="#br0" timeOffset="-209730.85">24757 14047 104 0,'2'-14'236'0,"0"1"-1"0,0 4-11 0,-2-1-18 0,0 4-23 16,0 6-22-16,0 0-3 0,0 0-1 0,0 0-5 16,4 32-2-16,-5-12-5 0,-2 8-4 0,3-2 0 15,-4 3-22-15,0 0-8 0,1 0-11 0,1-2-11 16,-4-3-6-16,2 1-6 0,2 0-12 15,0-7-42-15,0-3-33 0,-3 2-36 0,3-5-35 16,0 0-41-16,2-2-55 0,2 1-38 0,-2-3-24 0,0-1-123 16,0-7-392-16,0 12 173 0</inkml:trace>
  <inkml:trace contextRef="#ctx0" brushRef="#br0" timeOffset="-209502.03">24763 14415 14 0,'4'-3'90'0,"1"-2"25"0,4-2 18 0,0 0 4 16,-1-1-10-16,2-1-3 0,3-3 10 15,-2 2 1-15,4-3 3 0,-3 2 2 0,3-1-6 0,1-1-9 16,-1 0 2-16,0 0-4 0,-1 1-2 0,-1 0-3 15,2 1-3-15,-3-1-4 0,0 1-4 0,-4 1 3 16,-1 1 0-16,-1 1-4 0,-1 0-7 16,-1 3-4-16,-2-1-1 0,-2 6-7 0,1-8-8 15,-1 8-9-15,0 0 2 0,-18-1-13 0,4 7-9 0,-1 1-2 16,-3 3-1-16,2 2 1 0,-4 5-9 0,6-5-4 16,-2 2-1-16,6-1-2 0,0-1 2 0,1 1-10 15,3 0 0-15,2-4-4 0,2 5-23 0,2-5-15 16,2 1-35-16,4-2-47 0,-1 0-47 15,3-1-49-15,7-4-53 0,3 0-51 0,-1 0-153 0,6-2-491 16,6-2 217-16</inkml:trace>
  <inkml:trace contextRef="#ctx0" brushRef="#br0" timeOffset="-209125.03">25224 14266 150 0,'6'-13'185'0,"-4"4"6"0,-2-3 1 15,0 4-8-15,0 8-6 0,-2-13-9 0,0 7-9 0,2 6-8 16,-9-4-6-16,9 4-2 0,-16 4-11 0,5-1-3 15,0 5-4-15,-5 1-4 0,1 3-2 0,5-4-11 16,-3 5-7-16,3-2-14 0,3-1-2 16,1 1-1-16,2-2-13 0,2 1-7 0,-1-1-2 15,6-1-7-15,-1 0-3 0,5-2-3 0,3-2 0 0,0-3-7 16,5 1-4-16,-1-2-2 0,-3 0-6 0,8-4 0 16,-2 1-4-16,-5-3 2 0,5-3-5 0,-7 0 6 15,3-3-14-15,0-2 0 0,-2 0 1 16,1-2-2-16,-2 0-5 0,-2-4 3 0,-2-3-2 15,3-2-1-15,1-2-2 0,-6-2 0 0,7 0 3 0,-2 0-3 16,-1-2 7-16,2-1 8 0,-4 2-4 0,3 4 12 16,3 2 17-16,-8 9 5 0,-1 4 9 0,1 0 4 15,-2 5 2-15,-2 6-24 0,0 0-5 0,0 0-4 16,0 0 0-16,-8 24 2 0,3 2 0 16,-1 3 4-16,-4 3-4 0,1 2 6 0,0 0-4 0,0 2-8 15,-2 8-3-15,4-13 0 0,1-1-4 0,-1 0-34 16,2-1-53-16,1 0-57 0,-3-2-49 0,1-1-41 15,-2 0-52-15,4-7-74 0,-5-3-249 0,0 1-634 16,-3 0 281-16</inkml:trace>
  <inkml:trace contextRef="#ctx0" brushRef="#br0" timeOffset="-208212.98">7430 15064 104 0,'1'-19'225'15,"-2"4"-12"-15,1-2-7 0,0 7-1 0,0 0-20 16,0 3-21-16,0 7-22 0,0 0-10 0,1-9-15 16,-1 9-15-16,0 0-6 0,0 0 0 0,1 38-6 15,2-13-7-15,-3 1-4 0,-1 3-10 0,-1 1-2 16,2 1-9-16,0 1-2 0,0-2-7 0,2 2-5 15,-1-2-7-15,0 3 0 0,-2-3-4 0,0-1-3 16,3 0-1-16,-3-6 1 0,1-3-24 0,-3-1-31 16,3-1-35-16,-1-1-32 0,0-6-46 0,0 0-41 15,-1 0-203-15,2-11-413 0,-6 12 182 0</inkml:trace>
  <inkml:trace contextRef="#ctx0" brushRef="#br0" timeOffset="-207140.94">7426 14940 19 0,'8'-18'182'15,"0"3"-9"-15,-1 4 1 0,5-2-9 0,3 3-12 16,-5 6-17-16,9 2-4 0,-6 3-14 0,6 7-1 16,-1 2-14-16,0 2-4 0,2 7-7 0,-4 2-4 15,-5-5-12-15,3 9-9 0,-6-1-7 0,-2 2-4 16,1-1-6-16,-5 1-5 0,-4-2-6 0,-10 2-1 15,3-2-3-15,-2-2-3 0,-7 2-4 0,-1-2-10 16,-3-4-5-16,0-4-5 0,3-3-4 0,1-3 1 16,-1-2-2-16,4-1 1 0,1-2-2 0,1-1 1 15,0-4-2-15,3 0 3 0,1-3-1 16,0 1 3-16,3 1-6 0,6 3 0 0,-9-8 3 16,9 8 0-16,-8-4 0 0,8 4-4 0,0 0 2 0,0 0-1 15,0 0 8-15,0 0-1 0,0 0 2 0,31 15 0 16,-24-7-3-16,9 4 5 0,0-1-2 0,-2 0 1 15,4 1 3-15,6 2 2 0,2-2 1 0,-2-1 1 16,6-5 2-16,-2 2 1 0,1-6 2 0,2 1-3 16,1-6 1-16,-1 5-2 0,2-7-5 15,-4 0 5-15,2-2-3 0,-2-3 6 0,-1-1-9 0,-3-2-2 16,-9 4-2-16,2-1 6 0,-1-1-3 0,-6 0 0 16,1-2-2-16,-2 0 11 0,-4 2-10 15,-1 0 0-15,-2 0-1 0,-2-1 27 0,1 1-6 16,-4 0 0-16,0-1-6 0,-1 1 2 0,1 1-3 0,-4 2-2 15,3 3-3-15,-4 1-4 0,1 1 1 16,6 3-6-16,-14 1-2 0,4 5-1 0,-2 5-1 16,2 3 1-16,-3 1 3 0,0 8-4 0,3-3 1 0,3 8 4 15,0-4-5-15,7-5 3 0,1-2 0 16,2-1 0-16,2 2-1 0,4-5-3 0,-1 4 3 16,3-4 4-16,1-7-4 0,2 4 2 0,2-4 1 15,2-2-4-15,3-3 1 0,-3-2 1 0,1-3 1 16,0 0-1-16,0-4-4 0,1 0 3 0,-3-3-3 15,0 1 0-15,-3-1-6 0,-1-3 10 0,1-7-5 16,-3 8 0-16,-2-2-1 0,-1 0 3 0,-2-3-7 16,-2 3 6-16,0-1-2 0,-3 1 1 0,0 3-8 15,1-1 4-15,-1 5 1 0,-1 0 0 0,0 8-3 16,1-10-2-16,-1 10-4 0,0 0 1 0,0 0 3 16,0 0-2-16,0 0-1 0,0 0 6 0,1 42-1 15,-2-19-2-15,0 5 2 0,-3-2-1 0,0-8 6 16,0 6-2-16,1-3-4 0,3-3 6 0,-3-2-2 15,3-3 2-15,-2-3-4 0,2 0 2 0,0-4-3 16,0-6 5-16,0 10 2 0,0-10 2 0,3 5 1 16,-3-5 0-16,10-1-4 0,-10 1 4 0,18-11-2 15,-5 4-2-15,3-3 1 0,1-1-2 0,1-2 2 16,4-3-4-16,1 1-1 0,0-3 5 0,-4 0 1 16,3 1-1-16,-7 3 0 0,1 0 0 0,-4 0 0 15,4-2 0-15,-5 2 1 0,1-1-2 0,-3 2 2 16,-3-1 1-16,-1 4 6 0,-1 2 10 0,1 0 1 15,-2 2-4-15,-1 1-2 0,-2 5-3 0,0 0 3 16,0 0-8-16,0 0 1 0,0 0 5 0,0 0 2 16,-16 25-2-16,11-13-4 0,-1-1 4 0,4 2-3 15,-1-1 0-15,1 1-5 0,2-2 4 0,1 4 1 16,0-4 3-16,3 1-1 0,0-3 1 0,2 1 0 16,1-4-1-16,3-1-1 0,0-3 1 0,2-1 2 15,2-2 1-15,2-3-3 0,2-5-2 0,1-1 2 16,-3 1 0-16,0-1 3 0,-2 3-1 0,-3-1-9 15,0-2 7-15,-1-1-4 0,-1 2 7 0,-1-1-10 16,-3 1 6-16,0-1 1 0,-1 1-8 0,-1 3 0 16,-2-1-1-16,-1 7 1 0,4-9 3 0,-4 9-9 15,1-6-1-15,-1 6-2 0,0 0 6 16,0 0 0-16,0 0 0 0,0 0-1 0,-5 28-4 0,1-12 5 16,-1-1-4-16,-2 3-4 0,4 6-17 0,-2-5-14 15,0 1-33-15,-1-2-26 0,1-1-45 0,0 3-42 16,-1-1-51-16,1-3-53 0,-3 1-188 0,0-2-512 15,1-5 226-15</inkml:trace>
  <inkml:trace contextRef="#ctx0" brushRef="#br0" timeOffset="-206974.11">8308 15066 59 0,'-4'-6'185'0,"4"6"-32"0,0 0-45 0,0 0-66 16,21 17-78-16,-9-6-50 0,5 0-92 0,15 3 41 15</inkml:trace>
  <inkml:trace contextRef="#ctx0" brushRef="#br0" timeOffset="-206507.12">8954 14937 188 0,'2'-10'228'0,"0"1"-2"16,-2 3-18-16,0 6-22 0,3-10-20 0,-3 10-18 0,0 0-7 16,0 0-6-16,8 20 7 0,-7-2-3 15,0 8 23-15,0 3-14 0,-2 3-14 0,0-2-12 16,0 2-13-16,-3 0-6 0,1-3-12 0,2 3-7 16,0-2-10-16,2 3-8 0,-4-3-3 0,2-3-3 15,1 2-7-15,-1-2-5 0,1-6-17 0,0-2-28 16,0-2-35-16,-2-4-31 0,0-1-33 0,1-1-56 15,-1-1-58-15,-1-3-242 0,-2-2-487 0,5-5 215 16</inkml:trace>
  <inkml:trace contextRef="#ctx0" brushRef="#br0" timeOffset="-206081.13">8809 15217 154 0,'10'-4'190'0,"3"0"-6"0,6 0-10 0,3 1-12 16,6 0-8-16,-7 1-18 0,10-4-10 0,-2 4-12 16,1-1-9-16,-1 0-10 0,-7 3-5 0,-1 0-8 15,-1-2-3-15,-1 0-1 0,-6 2-7 0,-2 0-6 16,-11 0-8-16,17 0-7 0,-17 0-5 0,0 0-1 16,12 3 8-16,-12-3 11 0,3 12-1 0,-3-12 5 15,-2 19 5-15,-1-7 1 0,-2 4-2 16,-1 0-7-16,-1 3 0 0,2-1 0 0,5 0-5 0,-2-6-10 15,-1 4-3-15,3-4-6 0,-1-1-3 0,2 1-1 16,0-4-5-16,3 2-1 0,1-2-5 16,-5-8-2-16,16 7 1 0,-7-6-1 0,-9-1-4 0,20-2-1 15,-8-4-1-15,2 0-2 0,-4 0 1 0,5-3-5 16,1-1-3-16,-4-3 0 0,0 1 4 16,-2-2 0-16,-1 1-3 0,-3 3 1 0,-1 0-4 15,-1-3 2-15,0 4-1 0,-1-1-2 0,-2 0-2 0,0 4 3 16,2-1-1-16,-3 7-4 0,3-9-4 0,-3 9-3 15,0 0-3-15,0 0 9 0,0 0-5 0,0 0 7 16,0 0-3-16,3 27 3 0,-3-15-3 0,0 6-2 16,4 0-37-16,-4 1-35 0,0-2-45 15,3 1-60-15,-1-2-53 0,1-4-243 0,-3-1-516 16,2-1 229-16</inkml:trace>
  <inkml:trace contextRef="#ctx0" brushRef="#br0" timeOffset="-205892.3">9423 15337 33 0,'6'-13'223'16,"0"2"-1"-16,0 0 3 0,1 2-7 0,-1 0-9 15,2 1-13-15,-2 1-13 0,2 3-12 0,2 1-11 16,-2 0-13-16,-8 3-15 0,16 3-13 0,-5 0-12 16,-2 3-13-16,-1-1-4 0,0 4-9 0,1 4-7 15,0-3-33-15,-4 0-36 0,0-1-48 0,0 1-47 16,1 1-75-16,-3-2-74 0,-1 0-127 0,3-3-396 15,-5-6 176-15</inkml:trace>
  <inkml:trace contextRef="#ctx0" brushRef="#br0" timeOffset="-205543.82">9765 15188 132 0,'-4'-4'261'16,"4"4"-18"-16,-8-2-9 0,8 2-12 0,-15 8-2 15,7 1-9-15,-2 5-20 0,-1 1-11 0,2 2-16 16,1 1-11-16,4 3-13 0,-1-3-10 0,4 2-7 16,6-2-7-16,-1-1-15 0,1-1-7 0,2 0-5 15,9-3-7-15,-1 0-12 0,4-4-1 16,8 0-10-16,0-3-1 0,0-5-8 0,1 3-7 16,-1-9-1-16,1 0 0 0,0-1-10 0,-6 0 4 0,2-4-2 15,-5 0-9-15,0 0 6 0,-1-1-3 0,1-5 6 16,-6 1-6-16,1 0-3 0,-5 1 3 0,-1-2-8 15,-3 1 3-15,-1 1-3 0,-2 4-2 0,-2-2-6 16,0 12 6-16,-5-17-10 0,1 10-2 16,4 7 4-16,-11-6-4 0,11 6-17 0,-22 3 21 0,7 4-9 15,-8 6 4-15,5-1-1 0,-3 5-1 16,7 0-5-16,0 5 1 0,7-6-19 0,0 2-33 0,5 3-32 16,3-5-45-16,4 0-58 0,4 0-91 0,0-1-258 15,8-4-580-15,8 4 258 0</inkml:trace>
  <inkml:trace contextRef="#ctx0" brushRef="#br0" timeOffset="-205246.14">10742 15147 2855 0,'4'-30'-10'15,"-5"2"-1"-15,4 11 28 0,-3 4-6 0,1 2-5 16,0 1-6-16,-1 10 0 0,-1-9 0 0,1 9 4 16,0 0 13-16,0 0 15 0,0 0 9 15,-24 28 5-15,9-2 5 0,-1 3-2 0,-1 4 5 0,-2 8 1 16,7-8-2-16,1 0 1 0,3-1-2 0,1 2-7 16,3-2-1-16,1-2-1 0,5-1-3 0,1 1 2 15,6-5 25-15,-1-1-8 0,3-7-2 16,6 3-17-16,-2-5-36 0,1-2-29 0,8 0-42 15,-5-3-37-15,7-1-47 0,-6-3-67 0,8-4-65 16,-9 1-213-16,1-5-535 0,0-1 237 0</inkml:trace>
  <inkml:trace contextRef="#ctx0" brushRef="#br0" timeOffset="-204884.73">11076 15162 2348 0,'-3'-28'17'0,"1"2"39"0,1 8 34 15,-1 1-8-15,0 6 8 0,2 0-13 0,0 4-16 16,0 7-18-16,0-10-13 0,0 10 4 0,0 0 14 0,0 0 7 16,16 24 5-16,-12-6-6 0,6 7 4 15,2 1-1-15,-4 0 1 0,3 3-4 0,-3 0-1 16,-1 0-4-16,1-2 2 0,-1 0-19 0,-2-1 14 16,2-9-3-16,-4 3-9 0,4-4-1 0,-3 3-1 15,2-3-3-15,-3-4 1 0,2-1-12 0,0-1 3 0,-1-2-2 16,1 1 4-16,-2-3-3 0,2-2 2 15,-5-4 4-15,4 4 7 0,-4-4-2 0,0 0-3 16,14-8-19-16,-9-1 25 0,4-5-1 0,0-3-9 16,-3-2 3-16,5-6-4 0,0-5 5 0,-1 2-4 15,1-3 5-15,1-3-8 0,-3 1-5 0,3-12 19 16,-2 13-15-16,0-4-4 0,0 4-3 0,-1 3-1 16,-1 4-1-16,-2 8 1 0,0 4-7 0,-3 2-5 15,0 2 3-15,3 3-46 0,-4 1-28 0,-2 5-25 16,0 0-28-16,0 0-40 0,3 18-65 0,-3-7-81 15,-3 7-258-15,-1 0-614 0,0 0 272 0</inkml:trace>
  <inkml:trace contextRef="#ctx0" brushRef="#br0" timeOffset="-204648.12">11765 15122 61 0,'-2'-7'288'0,"2"7"-7"15,-10-14-2-15,7 7-14 0,-5 3-9 0,0 2-11 16,8 2-7-16,-20 3-30 0,7 3 17 0,-4 4-17 16,-3 5-14-16,5-3-11 0,-1 4-23 0,0 3-14 15,1 2-30-15,7-4 16 0,3 0-15 0,-1 0-11 16,2 1-11-16,6 2-12 0,0-1-5 0,2-2-6 16,6-3-14-16,-1 2-36 0,4-3-36 0,1 1-42 15,2-3-52-15,4-3-46 0,-2-3-55 0,4 0-73 16,-1-1-268-16,-1-1-594 0,-3-6 263 0</inkml:trace>
  <inkml:trace contextRef="#ctx0" brushRef="#br0" timeOffset="-204420.98">12028 15098 222 0,'-1'-12'298'0,"-1"5"-5"0,2 7-16 15,-2-13-28-15,2 13-28 0,0 0-9 0,0 0 9 16,0 0 7-16,0 0 10 0,-8 29-21 0,6-11-4 15,-1 9 4-15,-2-2-12 0,1 3-17 16,0 0-18-16,4 1-10 0,-6-2-17 0,2 3-14 0,0 0-10 16,4-2-9-16,-2-1-13 0,-1-1-5 0,2 0-15 15,0-2-7-15,1-4-28 0,0-3-44 16,-2 2-47-16,2-7-45 0,2 4-43 0,-1-6-44 16,-1 0-58-16,0-3-62 0,0-7-66 0,-1 11-190 15,1-11-602-15,0 0 266 0</inkml:trace>
  <inkml:trace contextRef="#ctx0" brushRef="#br0" timeOffset="-204107.15">12005 15076 205 0,'14'-12'262'16,"0"4"-9"-16,-1-1-16 0,1 5-9 0,1-1-11 15,-1 5-6-15,2 5-14 0,-5-1-6 0,6 5-17 16,-7-3-13-16,-1 4-11 0,0 1-12 0,-3-1-13 15,-3 2-14-15,1 4-6 0,-4-3-9 0,-5 3-11 16,3 0-10-16,-5-3 3 0,-1-1-12 0,-4 1-5 16,4-2-9-16,-1-4-4 0,1-1 4 0,-1 3-8 15,3-5-5-15,-1 0 0 0,3 1-4 0,4-5 1 16,-10 4 1-16,6-1-1 0,4-3-3 0,0 0 3 16,-7 5-5-16,7-5-3 0,-4 4-22 0,4-4 14 15,0 0-3-15,0 0 1 0,2 11-5 0,-2-11 1 16,9 9-1-16,0-1-6 0,3-2 7 0,-1 2-6 15,7 2 4-15,0-2-17 0,9 0-39 0,0 1-42 16,-7-3-49-16,-1-1-66 0,4 0-82 0,-6 1-277 16,-5-3-607-16,-2-1 268 0</inkml:trace>
  <inkml:trace contextRef="#ctx0" brushRef="#br0" timeOffset="-203879.25">12433 15137 2482 0,'13'-25'85'0,"-4"10"-1"16,2 2-13-16,-4 2-25 0,1 2-3 0,0 3 3 16,1 2 8-16,-1 4 2 0,3 2-6 0,-1 4 21 15,3 5 15-15,-6 5 10 0,6 7-11 0,-4 2 15 16,0 3 8-16,-4 4-8 0,-5 1-11 0,0 0-22 16,-3 2 9-16,-1 0-6 0,-5 12-9 0,0-14-5 15,-2 1-24-15,-1 0 14 0,2-3-9 0,-6-2-19 16,1 0-47-16,-4-2-52 0,0-2-61 0,-2-2-59 15,0-4-107-15,-6 0-268 0,0-4-624 0,4-2 276 16</inkml:trace>
  <inkml:trace contextRef="#ctx0" brushRef="#br0" timeOffset="-203679.49">12785 15526 3774 0,'9'-1'103'0,"0"-2"-47"0,-9 3-45 0,11-2-8 16,-11 2 3-16,5 4 2 0,-5-4 18 0,0 0 7 16,0 0-2-16,0 0-5 0,4 5-1 0,-4-5 0 15,0 0-14-15,0 0-39 0,0 0-50 0,-9 11-41 16,9-11-94-16,-2 7-127 0,2-7-220 16,0 0-607-16,-11 7 268 0</inkml:trace>
  <inkml:trace contextRef="#ctx0" brushRef="#br0" timeOffset="-192830.78">8379 15922 24 0,'0'-7'228'0,"2"-3"-12"0,-2 0-7 0,-3 1-13 15,2-1-4-15,2 3-8 0,-1-2-10 0,0 9-2 16,-1-12-10-16,1 12-13 0,1-10-18 0,-1 10-13 16,0 0-15-16,0 0-8 0,0 0-10 15,0 0-7-15,0 0-4 0,4 24-5 0,1-5-5 0,1 5-6 16,-2 3-10-16,0 0 3 0,0 4-6 0,1-1-2 15,-2 2-5-15,-1-3-1 0,1 3-7 16,-1-2 0-16,3 0-4 0,-3-1 1 0,1-1-18 0,1-1-51 16,-1-7-24-16,-1-2-33 0,0-2-42 15,0 0-53-15,0-4-58 0,-2-3-144 0,-2 0-428 16,2-9 190-16</inkml:trace>
  <inkml:trace contextRef="#ctx0" brushRef="#br0" timeOffset="-192323.72">8459 15985 26 0,'7'-8'159'0,"1"1"-9"0,1-2-11 16,2 2-4-16,0-2-12 0,4 2-15 0,-1-2-5 16,1 1-10-16,-1 2-3 0,-2-1-11 0,1 1 2 15,-3 0-5-15,1 1-2 0,-3-1-4 0,-2 1-2 16,1 1-3-16,-2 0-2 0,1 1-4 15,-6 3-2-15,8-7-2 0,-4 5-7 0,-4 2 0 0,0 0-13 16,8-2 2-16,-8 2-7 0,0 0-3 0,0 0-3 16,0 0-2-16,7 8 0 0,-7 1 1 0,-1 1-4 15,-2 2 0-15,2 6-4 0,-4-2 3 0,-1 7-4 16,2-5-5-16,-1 8 6 0,-2-6-5 0,6-4 2 16,-1 2-5-16,-1 1 3 0,2-9 0 0,1 1-4 15,-2 0 0-15,2-1-1 0,0-1-1 16,0-1 2-16,0-8-1 0,2 11 0 0,-2-11 1 0,1 10-6 15,-1-10 8-15,6 7-5 0,-1-3 3 0,0 0-3 16,4 2-3-16,-2-2 0 0,2-1 3 0,1 1-3 16,-1 2 2-16,2-2-4 0,1-1 2 15,1 2 7-15,-1-3-3 0,1 0 1 0,3-2-2 16,-4-2 0-16,1 1-4 0,1-2 4 0,-1-1-7 16,1-1 9-16,-5 3 2 0,0-3-3 0,1-1 1 15,-2-2-1-15,-2 2 5 0,1-2-2 0,-1 1 2 16,-1-3-1-16,-2 1 3 0,-3 9 0 0,4-18 0 15,-4 9 2-15,0-1-3 0,0 10-1 0,-3-13 0 16,3 13-4-16,0 0 0 0,-4-12-4 0,4 12-2 16,0 0 2-16,0 0-1 0,0 0-11 0,0 0-14 15,-20 25-32-15,15-14-40 0,-1 7-45 0,1-1-46 16,-4 0-155-16,-1 5-371 0,5-4 163 0</inkml:trace>
  <inkml:trace contextRef="#ctx0" brushRef="#br0" timeOffset="-191987.1">9228 16281 107 0,'26'-15'205'0,"-1"-2"-9"16,2-3-6-16,0 0-12 0,-3 1-4 0,0 1-9 16,-2-3-7-16,0-3-17 0,-2 4-5 0,-2-1-10 15,0-3-10-15,-3 1-9 0,-2 6-8 0,-4 4-5 16,0-2 0-16,-1 1-5 0,-5 4-6 0,-1 2-5 15,-2 0-16-15,0 8-8 0,0 0-5 0,-12-11-7 16,12 11-4-16,-18 0-4 0,18 0-3 0,-26 13-3 16,8-4-2-16,4 2-7 0,-2 3-7 15,5-1-11-15,0-1 1 0,3 4-3 0,4 0-7 16,1 3 1-16,3-2 1 0,4 2 0 0,1-4 3 16,4 2-7-16,1-1 6 0,-1-3-1 0,0 1 1 0,1 2-4 15,-1-1 1-15,-1 1-1 0,-2-2 3 16,1-3 2-16,-3 3 0 0,0-2-1 0,-3-1-12 15,-1 0-12-15,0-2-25 0,-1 3-22 0,-3-3-31 16,0-1-42-16,1 0-32 0,-3-4-193 0,6-4-404 16,-14 9 179-16</inkml:trace>
  <inkml:trace contextRef="#ctx0" brushRef="#br0" timeOffset="-191769.25">9679 15951 109 0,'3'-10'203'16,"-3"10"3"-16,0 0 2 0,0 0-2 0,0 0-8 15,12 35-5-15,-10-14-7 0,-5 9-7 0,2 2-18 16,0 1-14-16,-2-1-15 0,-3-1-5 16,-1 0-19-16,3-2-14 0,2-3-9 0,1 3-27 0,-5-5-29 15,5-3-33-15,-1-3-39 0,-1 0-50 16,3-2-40-16,1-6-56 0,1 1-173 0,-1-4-391 15,-1-7 174-15</inkml:trace>
  <inkml:trace contextRef="#ctx0" brushRef="#br0" timeOffset="-191529.23">9808 16264 60 0,'0'0'188'0,"0"0"-3"0,4 20-5 0,-4-20-12 16,5 9-5-16,-2-3-12 0,1-2-12 0,1 1-12 15,1-2-4-15,2-1-5 0,3 3 1 0,1-5-7 16,0-3-5-16,5-3-5 0,1 2-2 0,-4-2-1 16,1-3 5-16,-3 2 3 0,-2-3-12 0,0 3-5 15,-3-3-10-15,-3 1-10 0,-1 0 3 0,-3 9-17 16,-2-20-2-16,2 20-12 0,-9-16-16 16,0 10-18-16,-1 0-22 0,-3 2-25 0,-1 1-32 0,-3 1-33 15,-2 2-41-15,0 5-45 0,5-3-52 0,-3 4-132 16,6-3-405-16,3-1 180 0</inkml:trace>
  <inkml:trace contextRef="#ctx0" brushRef="#br0" timeOffset="-191291.23">10112 16009 167 0,'8'-19'241'15,"-2"2"-3"-15,-4 6-6 0,-1-1-1 0,2 2-2 16,-3 10-12-16,3-13-24 0,-3 13-23 0,4-5-5 15,-4 5 2-15,0 0 14 0,0 0 1 0,13 35-3 0,-11-7-8 16,0 2-17-16,-2 5-6 0,1 1-11 0,0 0-17 16,1 9-7-16,-4-11-8 0,1-3-19 15,1-1-13-15,0 0 4 0,-1-3-15 0,1 1-34 16,0-9-34-16,1-1-46 0,2 0-29 0,-3-1-39 16,0-6-33-16,-2 0-50 0,2-11-50 0,3 16-59 15,-3-16-169-15,-1 10-522 0,1-10 231 0</inkml:trace>
  <inkml:trace contextRef="#ctx0" brushRef="#br0" timeOffset="-190917.45">10216 16177 138 0,'18'3'214'0,"-9"0"-9"15,0 4-12-15,-2 0-17 0,0 1-16 0,-3-1-13 16,-1 6-14-16,0-3-11 0,-3 3-11 0,-1 2-18 15,-1-3-3-15,-3-1-8 0,0 1-13 0,1-1-8 16,-2-1-7-16,-1-2-10 0,2-1-7 16,-2-1-1-16,2-2-5 0,0-1 0 0,5-3-6 15,-7 3 0-15,7-3-8 0,0 0-3 0,0 0 1 16,0 0 0-16,0 0-1 0,10-25-7 0,-4 16 5 0,4 2-2 16,-3-3-1-16,6-2 2 0,1 0-5 0,0 0 5 15,4 2 0-15,3-9 5 0,0 3-1 0,2 3-6 16,-7-2 8-16,0 5 11 0,0-1 8 15,-4-1 0-15,-3 5 1 0,-1 0 9 0,-2 3-6 16,-6 4-1-16,11-5-3 0,-11 5-1 0,0 0 4 16,0 0 11-16,0 0 5 0,0 0 6 0,-14 36-3 15,2-20 0-15,2 0-8 0,-9 6-4 0,3-1-4 16,4 2-4-16,5-7-21 0,1 2-35 0,3-2-34 16,4 0-47-16,7 1-43 0,9-3-48 0,11 1-70 15,8-6-169-15,15-1-465 0,6-6 206 0</inkml:trace>
  <inkml:trace contextRef="#ctx0" brushRef="#br0" timeOffset="-190442.9">11110 16397 2335 0,'0'0'180'0,"-12"-8"-86"0,7 3-49 0,5 5-19 16,-6-9-11-16,6 9 4 0,2-13-3 0,2 2 1 15,3 1 4-15,3-3 6 0,2-2 1 0,1 4 2 0,-2-5 3 16,2 1-2-16,2 1-1 0,-2 1 2 0,4-9 0 16,-6 8 3-16,2 0 5 0,-3-3-2 0,-1-1 0 15,-2 2-2-15,1 2-2 0,-5 3-4 16,1 1-3-16,-4 4 1 0,2-1-5 0,0 1-6 16,-2 6-1-16,0 0-5 0,0 0 1 0,0 0-4 15,0 0 3-15,-14 16-5 0,7-4 11 0,4 0-14 16,-1 4 7-16,0-3 2 0,3 1-7 0,2-3-1 15,0 1 1-15,3 0 0 0,1-1 1 0,4-3 3 16,2 1-7-16,0-3 4 0,5 1 6 0,0-2-2 0,2-4-7 16,0-1 6-16,1-1-4 0,0-1 4 15,-3-2-4-15,2 0 1 0,-1-4 0 0,-7 3 1 16,2-1 8-16,-5-2 0 0,3 1-1 0,-3 0 0 16,-3-1 2-16,1-3-6 0,-1 1 0 0,0-1 3 15,-1 2-6-15,-3 9 1 0,3-15-2 0,-2 6 0 16,-1 2 2-16,0 7-6 0,3-7-6 0,-3 7-1 15,0 0 1-15,0 0 12 0,0 0-2 0,-2 28 3 16,0-12-3-16,-1 2 2 0,0 2 0 0,0 4 0 16,2 3-2-16,-2-2 5 0,3-1-8 0,-1-3-35 15,4-2-35-15,-2-2-34 0,0 2-43 0,0-4-70 16,4-1-58-16,-5-4-221 0,0-10-532 0,2 14 236 16</inkml:trace>
  <inkml:trace contextRef="#ctx0" brushRef="#br0" timeOffset="-190275.86">11076 15977 2446 0,'-17'-9'-8'0,"2"2"5"16,5 2-27-16,3 5-12 0,7 0-15 0,0 0-23 15,0 0-29-15,0 0-25 0,25 27-28 0,0-13-142 16,6-3-329-16,6-1 146 0</inkml:trace>
  <inkml:trace contextRef="#ctx0" brushRef="#br0" timeOffset="-190026.06">12295 15990 224 0,'-17'-7'241'15,"-2"-1"-6"-15,1 4-12 0,-3 3-10 0,-2 1-13 16,-7 1-10-16,5 7-9 0,-2 3-16 0,1 3-13 16,2 2-8-16,7 7-8 0,-2 0-9 0,4 0-13 15,5 3-7-15,3-2-11 0,2-4-11 0,5 4-9 16,2-5-4-16,4-1-1 0,-1 0-12 0,5-2-6 16,4 0-13-16,3-3-23 0,10 1-28 0,-2-5-33 15,2 3-41-15,2-9-49 0,-2-1-51 0,2 1-47 16,-6-6-190-16,-3 1-457 0,-3-3 202 0</inkml:trace>
  <inkml:trace contextRef="#ctx0" brushRef="#br0" timeOffset="-189435.19">12477 15924 164 0,'0'-9'233'15,"0"9"-16"-15,-2-17-21 0,2 17-24 0,0 0-11 16,0 0 2-16,0 0 3 0,0 0-9 0,0 0-1 15,0 61-12-15,-2-30-10 0,-1 14-8 0,-1 1-9 0,2-12-15 16,0-2-6-16,0 0-10 0,-3-2-10 0,5-2-8 16,1-3-2-16,-1-10-8 0,0 1-10 15,4-5 1-15,-4-2-6 0,0-1-5 0,0-1 1 16,0-7 3-16,0 7 5 0,0-7-4 0,0 0-7 16,0 0-1-16,0 0 0 0,0 0-8 0,0 0-3 15,0 0 1-15,0 0-4 0,13-31 1 0,-9 20-4 16,3-5-2-16,3 1-5 0,2-2 2 15,-3 4-6-15,5-1-3 0,-1 1-3 0,1 3-1 0,-3 1 2 16,-2 3-4-16,3 2 1 0,-6 3-3 0,-6 1 1 16,16 0-1-16,-16 0 2 0,18 8 1 0,-10-3 8 15,4 0-10-15,-3 0-1 0,2 2 5 0,-2 3-6 16,5-3 7-16,-3 0-1 0,1-2 0 0,5-1 4 16,-3-1-3-16,-1 1 3 0,3-4-2 0,4 0-3 15,-2-1 6-15,1-3-2 0,-7 1 1 0,7-2 2 16,-4 0-3-16,-1-1 3 0,-3 0 8 0,-2 0 8 15,2-2-10-15,-4 1 4 0,-1-1-2 16,-1-2-1-16,-1 0-4 0,0 1 0 0,0 0 2 16,-4 9-3-16,-4-18 1 0,2 9-1 0,2 9-2 0,-11-13-1 15,5 10 4-15,6 3-1 0,-20-5 0 0,8 7-1 16,-2 3 1-16,-3 1 0 0,1 2-2 0,-2 0 2 16,4 1-3-16,1-4-4 0,2 4 2 0,4-2 6 15,0 1-11-15,3 0 2 0,4-8 0 16,-6 11 2-16,6-11-1 0,0 0 4 0,0 0-1 15,10 15-2-15,-3-13 3 0,3 2 2 0,-1-2-6 16,1 1 4-16,2 0 1 0,-3 2-6 0,0-3-2 16,1 2-2-16,0 1 4 0,1 1 2 0,-2 0 0 15,-2 0-11-15,2-1-36 0,-3 0-38 0,1 2-39 0,0 0-48 16,-4-1-55-16,3-1-63 0,-6-5-200 0,7 11-525 16,-7-11 233-16</inkml:trace>
  <inkml:trace contextRef="#ctx0" brushRef="#br0" timeOffset="-189219.25">13044 16231 58 0,'6'-12'224'0,"1"-4"4"0,-1-1-8 0,3 2-7 0,7-8-12 16,-3 9-13-16,3-1-12 0,0 4-9 15,0 1-4-15,-1 4-13 0,-1 3-12 0,1 2-8 0,-1 1-12 16,-1 5-3-16,1 4-11 0,-5 0-8 15,0 4-9-15,0-1-7 0,-4 2-8 0,-1 1-8 0,-1-3-9 16,-3 5-33-16,-1 0-38 0,1-6-36 0,-2 1-44 16,0 1-59-16,0-6-65 0,0 3-202 0,2-10-457 15,-8 11 202-15</inkml:trace>
  <inkml:trace contextRef="#ctx0" brushRef="#br0" timeOffset="-188592.17">13509 16094 120 0,'2'-10'230'0,"-2"10"-1"16,-5-17-4-16,0 8-9 0,-1 2-14 0,6 7-8 0,-11-7-18 15,11 7-5-15,-16 1-14 0,5 6-10 16,-6 4-7-16,4 2-11 0,3 0-14 0,-4 3-10 16,5 1-10-16,0-1-10 0,1 0 0 0,4 1-15 15,2-7-7-15,0 2-6 0,2 0-2 16,0-2-9-16,2-1-8 0,-2-9-1 0,7 11-4 0,0-7-4 15,-7-4-4-15,13 6-9 0,-13-6 2 0,18-1-1 16,-7 0-2-16,-11 1 1 0,13-4-8 0,-13 4 4 16,14-7-2-16,-7 2-1 0,-7 5 6 0,11-5-10 15,-11 5-2-15,10-4-3 0,-10 4-4 0,0 0 8 16,12-2-8-16,-12 2 11 0,0 0-5 0,5 16 10 16,-1-5-4-16,-4 0 3 0,3 6 3 0,-3 2 3 15,0 6 0-15,0 0 3 0,0-1 3 16,-7 4 0-16,3-1 4 0,-1-3-4 0,1 3 5 0,-3-8-7 15,0-1 3-15,-2 6-4 0,3-7-2 16,-7-2-2-16,-1-1-2 0,3 1-1 0,-3-4-7 16,3-5-7-16,-5 4-12 0,5-4-5 0,0-3-9 0,-1-3-9 15,3 1 2-15,9-1 1 0,-16-3-2 16,12-2 1-16,-1 0 0 0,5 5 3 0,3-19-2 0,-1 7 1 16,10-5 6-16,-1 2-5 0,9-7 4 0,2-1 5 15,5 1 0-15,2-3 1 0,-2 2 5 16,13-7-3-16,-7 10 8 0,9-9-2 0,-11 9 3 15,1 0 6-15,-1 0 3 0,-1 1 5 0,1 0 6 0,-2-1 13 16,-6 1 2-16,1 0 4 0,-4 2 2 16,-3 3 10-16,-4 0-1 0,-3 0 5 0,0-3 7 15,-3 1 2-15,-3 0-2 0,0 4-5 0,-2-5 0 16,-1 5 1-16,-1 2 0 0,0 10 6 0,-1-22 7 16,1 22-6-16,-1-11-8 0,1 11-6 0,0 0 1 15,-5-7-5-15,5 7 8 0,0 0-5 0,0 0-9 16,-23 34 12-16,15-18-13 0,-1 1-5 0,3 7 0 15,0-3-6-15,2-3 5 0,2 2-5 0,1-2-6 16,1 0-37-16,0 0-41 0,3-2-41 0,-1-5-44 16,0-1-45-16,0 1-51 0,3-4-68 0,-5-7-244 15,5 10-603-15,-5-10 268 0</inkml:trace>
  <inkml:trace contextRef="#ctx0" brushRef="#br0" timeOffset="-188176.72">13955 16235 242 0,'0'0'234'0,"5"-19"-15"0,-1 8-20 15,6 2-16-15,2-4-15 0,3-1-15 0,-2-1-12 16,9-1-15-16,-4 7-6 0,0 1-8 0,2 2-1 15,-6 2-13-15,4 2-5 0,-7 4-3 0,2 3-6 16,-1 1-5-16,-1 5-1 0,-1 0-7 0,-4 2-8 16,-2 2-3-16,1 1-6 0,-3 1-4 0,-2-2-3 15,2 3-6-15,0-2-5 0,-2-4-26 0,0-2-27 16,0 3-25-16,2-3-40 0,-2-10-31 16,4 16-47-16,-1-11-39 0,-3-5-193 0,0 0-424 0,12 7 188 15</inkml:trace>
  <inkml:trace contextRef="#ctx0" brushRef="#br0" timeOffset="-187755.13">14478 16093 225 0,'-12'-4'234'0,"12"4"1"0,-27 1-9 16,10 7-3-16,0-1-17 0,-1 1-10 0,0 1-17 15,4 5-15-15,-1-2-18 0,5 0-12 0,2-1-13 16,3-1-13-16,1 2-10 0,2-3-8 0,-1 1-6 0,3-10-11 15,9 14-3-15,-4-9-8 0,5-1-4 16,0 0-5-16,3-2-11 0,1-2 1 0,4 0-7 16,-4-2-3-16,0 1 0 0,-1-3-5 0,1 1 0 15,-2-1 0-15,0-1-4 0,1-1-2 0,-3 2-1 16,0-1-3-16,-2 1 0 0,-8 4-2 0,10-7-2 16,-10 7 3-16,12-2-11 0,-12 2 11 0,0 0 22 15,10 18 3-15,-3-6 16 0,-5 4 5 0,6 11 9 16,-6 1 0-16,-1 7 3 0,-1 0 8 0,0 12 1 15,-2 1 14-15,1-1-18 0,-2-14-4 0,-2 13 2 16,5-11-4-16,2-2-3 0,-2 3-4 0,3-4-11 16,-3 0 7-16,0 0-1 0,0-2-11 0,-3-1-2 15,0-4-5-15,-2-5-7 0,-3-4 1 0,0-6 3 16,-1 0-6-16,2-2-7 0,-6-4-3 0,1-1 3 16,1-1-3-16,-8-2 1 0,6-4 0 0,-7-5-7 15,2 5-33-15,-4-13-25 0,-1-2-37 0,2 0-40 16,0-1-38-16,-2-1-50 0,-1-4-42 0,4-1-42 15,-1 0-63-15,-1 2-270 0,0-3-673 0,1 4 297 16</inkml:trace>
  <inkml:trace contextRef="#ctx0" brushRef="#br0" timeOffset="-187577.45">13894 15738 209 0,'-4'-8'230'0,"4"5"-56"0,0 3-61 0,0 0-57 15,0 0-76-15,0 0-107 0,0 0-139 16,29 10 62-16</inkml:trace>
  <inkml:trace contextRef="#ctx0" brushRef="#br0" timeOffset="-186923.43">15431 16002 189 0,'0'-7'303'0,"0"7"-27"0,-6-10-17 16,6 10-12-16,-16-6-9 0,4 4-10 0,-6 5-12 0,-2 3-24 15,-11 3 3-15,2 4-23 0,-1 6-7 0,-1-1-10 16,6 3-11-16,-2 1 3 0,5 2-26 0,4-1-9 16,4-1-12-16,8-4-11 0,1 0-21 15,5-2 7-15,3 2-6 0,4-2-9 0,0-6-3 16,6 1-12-16,1 0 6 0,2-3-13 0,0-2-1 16,5-3-4-16,-2 0 0 0,-1-4 0 0,1 0-5 0,-1-3-3 15,-3-2-7-15,3-4 5 0,-4 1-6 16,-2-1-4-16,0-1 0 0,0-2-2 0,-2-2-4 15,-2-1 6-15,1 0-2 0,-3 2-1 0,-1-3-1 16,0 0 3-16,-3 0 0 0,1 1-4 0,-1 4-4 16,-1 1 0-16,-1 2-3 0,0 9-11 0,3-11 15 15,-3 11-2-15,0-7-6 0,0 7 8 0,0 0 11 0,0 0-2 16,0 0 4-16,-11 31-7 0,9-14 18 16,-2 0-14-16,3 2 3 0,-1-2-3 0,2 0 1 15,3-1 2-15,2-1-2 0,-2 0-2 0,3-2 0 16,3-4-2-16,0 0-1 0,4 1 8 0,-2-1-7 15,2-5-1-15,2 1 0 0,4-4-5 0,-2-4 7 0,1 3 0 16,-1-5 1-16,-1-1-4 0,-2-2-5 0,2-1-4 16,-3-2 8-16,0-2-6 0,-1 0 0 15,-2-1-1-15,-2-1-4 0,-1-2 2 0,1-1 3 16,-3-1-2-16,2 1-5 0,-5 6-2 0,1 0 4 16,-2 0 4-16,-1 3-22 0,0 1 17 0,0 8 5 15,0-10-11-15,0 10 0 0,0 0 3 0,0 0 3 0,0 0-5 16,-18 13-8-16,10 1 23 0,1 1-1 0,0 2 2 15,0 2 0-15,0 6 0 0,1 0 3 16,2-7 2-16,2 1-5 0,-1 1 5 0,-2-1 5 16,3-1-4-16,2 1-4 0,0 0 5 0,2-2-5 15,-1 0 0-15,3-2-3 0,0 1-3 0,-4-2-14 16,0-3-33-16,-1 0-40 0,2 1-88 0,-1-4-44 0,0-8-49 16,0 16-75-16,0-16-281 0,-9 10-672 15,9-10 297-15</inkml:trace>
  <inkml:trace contextRef="#ctx0" brushRef="#br0" timeOffset="-186338.95">16598 16048 1911 0,'5'-10'152'16,"-1"-1"24"-16,-4-1-73 0,0 0-33 0,-3-1 9 16,-4-1-11-16,-4 5 0 0,1 0 9 0,-4 0 1 15,-4 0 6-15,-1 3 6 0,-9 3 5 0,-2 6 4 16,0 2 2-16,0 7-10 0,0 2 5 0,2 2-7 16,3 3-9-16,4-1-8 0,5 5-2 0,2 0-1 15,4 3-16-15,6-1-1 0,3-6-2 0,4-1-5 16,2-1-9-16,6 0-2 0,1-4 1 15,2 0-23-15,7 4 20 0,-1-7-7 0,4 2 0 0,-2-6-1 16,4-1-6-16,-3-4 1 0,-2-2-5 0,1-2-1 16,-1 0 0-16,1-2 4 0,-4-3 1 0,0-1-7 15,-3-1 5-15,2-2 16 0,-4-3-20 0,-1 1 8 16,0 0-8-16,-2-3-1 0,0 0-2 16,-3 0 3-16,-3 4-4 0,1 3 16 0,0 1 6 0,-1 2-16 15,-4 7 22-15,5-10-12 0,-5 10-7 0,0 0 4 16,0 0 5-16,0 0-1 0,0 0-2 0,0 0-6 15,-9 44 2-15,4-27-5 0,5 0 2 0,-2 1-4 16,4 0-17-16,-1 1-35 0,3-2-36 16,3 1-62-16,0-2-49 0,-1 1-45 0,6-3-78 15,0-1-328-15,5-1-691 0,2-3 305 0</inkml:trace>
  <inkml:trace contextRef="#ctx0" brushRef="#br0" timeOffset="-186026.75">17536 15766 168 0,'-6'-8'331'0,"-1"0"-33"0,2 3-31 0,5 5-27 16,-8 0-13-16,8 0-1 0,-11 14-7 0,3 2-2 15,0 8-17-15,-2 2-10 0,4 5 0 0,1 2 5 16,1-4-14-16,0 6-6 0,0 1-10 0,4 10-10 15,2-10-4-15,1 11-12 0,-3-3-22 0,0-12 2 16,2-1-7-16,-4 0-8 0,5-1-11 0,0 2-6 16,-1-2-8-16,-2 2-6 0,3-3-41 0,1 0 3 15,-4-2-6-15,1-1 0 0,-2-6-5 0,2 4-4 16,-2-5-2-16,-1-3-12 0,-2-1-15 0,2-5-35 16,-2 1-31-16,-1-2-27 0,1-4-30 0,-2 0-35 15,1-3-38-15,5-2-49 0,-12 2-49 0,12-2-301 16,-18-8-653-16,8-1 288 0</inkml:trace>
  <inkml:trace contextRef="#ctx0" brushRef="#br0" timeOffset="-185602.48">17222 16162 157 0,'19'-4'193'0,"-1"3"-6"15,9-1-9-15,5 0-15 0,-1 0-2 0,4 2-3 16,3-4-15-16,-2 2-13 0,0-3-11 0,2 4-6 15,-3 0-8-15,-5-1-7 0,5 0-10 0,-7-1-1 16,0-2-8-16,-9 5 4 0,-6-2 0 0,-2 0 7 16,-11 2 2-16,19-5-9 0,-19 5-4 15,13-5 0-15,-13 5 0 0,9-7 10 0,-9 7-14 16,0 0-3-16,0 0-4 0,0 0-11 0,0 0 4 16,0 0-1-16,0 0-8 0,0 0 2 0,-19 33 3 0,10-20-6 15,2 1-3-15,0 1-7 0,3-2-4 16,-1 2-2-16,3-4-6 0,2 2 2 0,1-2-8 15,4 0-2-15,-1-2 2 0,4-1-5 0,-2 0 4 16,1-3-2-16,3 0 1 0,-1-2-2 0,3-3 0 16,2-2-2-16,-2 1-3 0,6-5 11 0,-4-2-16 15,0 3-1-15,0-4-9 0,-5 1 8 0,5-7 9 16,-4 2-4-16,0 3-3 0,1-6-6 0,-5 6 3 16,1-2 0-16,-4 2-1 0,4 2 7 0,-7 8-12 15,5-11 4-15,-5 11 5 0,5-12-8 0,-5 12-1 16,0 0-1-16,0 0 0 0,0 0-1 0,0 0 6 15,0 0-7-15,-3 34-27 0,1-23-36 0,0 6-40 16,-1 0-29-16,1-6-56 0,1 6-43 0,1-6-60 16,-6 5-212-16,3-3-548 0,3-4 243 0</inkml:trace>
  <inkml:trace contextRef="#ctx0" brushRef="#br0" timeOffset="-185390.97">18017 16248 162 0,'3'-18'208'0,"6"-5"-1"0,0 6-2 16,0 0 4-16,2 1-1 0,0-2-6 0,0 3-5 0,0 3 0 16,0 2-6-16,-1 2-5 0,1 0-12 0,1 6-9 15,-1 1-18-15,0 1-7 0,-11 0-10 16,22 5-10-16,-12 2-5 0,-1 3-8 0,1 2-12 0,0 2-12 16,-2-1-9-16,0 2-3 0,-4 1-25 0,-2-2-39 15,2-2-38-15,-3-1-50 0,2 1-42 16,-6-2-61-16,6 0-73 0,-3-10-238 0,-6 13-537 15,6-13 237-15</inkml:trace>
  <inkml:trace contextRef="#ctx0" brushRef="#br0" timeOffset="-184941.18">18254 15634 162 0,'0'0'213'0,"0"0"-7"0,0 0-1 15,0 0-3-15,0 0-9 0,0 0-13 0,0 0-5 16,3 28-4-16,-3-17-10 0,0 2-11 0,0-1-9 15,-3 3-14-15,2-2-3 0,0-1 0 16,1 0-9-16,0-1-9 0,1-1-18 0,-1 0 6 0,0-5-2 16,0-5-2-16,0 12 3 0,1-7 5 0,-1-5 4 15,0 0-15-15,0 0 22 0,-1 10 2 0,1-10-9 16,0 0-10-16,0 0-10 0,0 0-13 0,0 0-6 16,8-29-21-16,-5 18 13 0,4-5-1 0,3-1-7 15,3-6-7-15,-3 7-3 0,9-6-2 0,-1 2-6 16,-4 8-1-16,0-1-2 0,-2 4-8 0,-2 2 0 15,1 2 2-15,0 4-5 0,-11 1 5 0,23 6-8 16,-14 1-12-16,1 5 13 0,0 4-5 0,-4 1-8 16,0 6 12-16,-3 4-3 0,1-2-6 0,-5 1-26 15,1 0-56-15,0-1-56 0,1 1-44 0,-2 2-71 16,1-5-75-16,0-4-289 0,1 1-663 16,4-2 294-16</inkml:trace>
  <inkml:trace contextRef="#ctx0" brushRef="#br0" timeOffset="-184275.23">18898 16105 2716 0,'3'-10'68'0,"-2"-2"-6"0,2 4-26 15,-2 2-14-15,-1 6-7 0,4-8-12 0,-4 8 3 0,0 0 11 16,0 0 12-16,0 0 15 0,0 0 9 15,2 27 6-15,-5-12 2 0,-1 3 3 0,-1-1 3 16,1 2-6-16,-1-1-3 0,3-3 6 0,0 3-6 16,1-2-2-16,1-1-1 0,1 0-5 0,1-2 1 15,2-4 0-15,3 0-1 0,-1-2 0 0,0-2 0 16,5 0 11-16,-1-2-6 0,0-2-7 0,0 1-1 16,3-2 2-16,-3-3-8 0,2-1 2 0,-1-3-8 15,0 0 4-15,-3-1-14 0,4-5 5 0,-3 3-2 16,1-3-8-16,-2-3-2 0,-3 0-14 0,-1-5-4 15,2-2-8-15,-3-4-4 0,-3 2 1 0,-1-4-9 16,-3 4 1-16,0 1 3 0,-3 5 0 0,0 3-1 16,-3 3-5-16,-1-1-15 0,3 6 19 0,-4 0 3 15,0 3 1-15,1 4 2 0,-1 1 4 0,2 1-3 16,1 3 0-16,0 0 4 0,3 1-5 0,1-1 2 16,2 2 1-16,2 2 3 0,1 0-6 0,5-1 20 15,5-1-9-15,3-1 1 0,6 2 0 0,11-5 1 16,0-2 11-16,5-2-12 0,4 2 4 0,-2-9-5 15,-2 3 0-15,-4-2 3 0,2-3 2 0,-6-2-2 16,-2 1 1-16,-8 2 0 0,5-5-5 0,-3-4 6 16,-5 4-11-16,4-6 10 0,-4 1 10 0,-3-5-7 15,1 3-8-15,-5-4 2 0,-4 7-4 0,-2-1 7 16,-1 2 2-16,0 6 9 0,-1 0 15 0,0 0 5 16,1 12-11-16,-3-17 3 0,3 17-12 0,0 0 4 15,0 0 18-15,0 0 5 0,0 0 3 0,-20 45 1 16,7-15 5-16,1 0-6 0,0 14 1 0,-3 3-3 15,4 1 11-15,3 3-4 0,-2 4 6 16,2-4 1-16,2 2-1 0,0-4-6 0,-1 2-1 16,5-5-1-16,-1 0 2 0,2 1-6 0,0-11-1 0,1-1-3 15,1-1-1-15,3 1-27 0,-3-3-4 0,2 0 2 16,-1-3 8-16,-1-3-8 0,2 2-8 0,-3-11-38 16,-1 0-40-16,3-5-67 0,-2-6-52 0,2 3-43 15,-2-9-33-15,0 0-57 0,-2 14-63 16,2-14-233-16,0 0-677 0,0 0 301 0</inkml:trace>
  <inkml:trace contextRef="#ctx0" brushRef="#br0" timeOffset="-184106.05">19237 16325 147 0,'-3'-9'274'0,"3"9"-29"0,0 0 3 0,0 0-9 16,20-10-11-16,-8 8-13 0,6-1-26 0,13-3-15 15,2 1-20-15,3 4-29 0,4-3-37 0,13-1-53 16,2-4-57-16,1 2-56 0,3 0-76 0,-1-1-198 16,-1-1-380-16,-4 1 168 0</inkml:trace>
  <inkml:trace contextRef="#ctx0" brushRef="#br0" timeOffset="-183642.07">20285 15965 149 0,'4'-16'242'0,"2"1"-9"0,-1 3 24 0,-1 3-1 16,1-1-8-16,-1 3-12 0,-3 0 3 0,-1 7-35 15,4-10-19-15,-4 10-21 0,5-2 0 16,-5 2-7-16,8 16 4 0,-3-1-4 0,-2 3-15 0,2 6 6 16,-1 1-19-16,-2 2-8 0,3 1-1 0,-2 3-12 15,-1-3-11-15,4-1 2 0,-4-8-10 0,4-1-10 16,1 0-3-16,-2-1-3 0,0-2-9 0,2 1 2 16,-1-5-10-16,-1-2 0 0,-1 1-7 0,1-3 2 15,-1-1-21-15,0 0 16 0,-1-3 6 16,-3-3 15-16,4 5 1 0,-4-5 3 0,0 0-10 0,0 0-1 15,19-12-4-15,-12 2-3 0,3-3-7 0,-1 1-1 16,1-6-4-16,3-7-3 0,1-1-3 0,-5-3-5 16,6-2-4-16,-1 1 1 0,2-1-3 0,-3 0-2 15,2-1-3-15,-1 3-3 0,1-3-1 16,-2 2-4-16,3 5 0 0,-4 3-5 0,-4 5 3 16,1 1-1-16,-4 8-20 0,1-1-27 0,-2 4-54 15,-1-1-33-15,-3 6-30 0,0 0-31 0,0 0-34 16,0 0-35-16,4 17-45 0,-6-7-74 0,-3 5-276 15,4-2-705-15,-3 7 313 0</inkml:trace>
  <inkml:trace contextRef="#ctx0" brushRef="#br0" timeOffset="-183076.18">20923 16030 227 0,'5'-8'255'0,"-5"8"-5"16,0 0-8-16,-4-10-11 0,4 10-12 0,-9-3-9 0,9 3-4 15,-15 2-3-15,2 2-12 0,-3 5-7 0,-1 1-2 16,0 1-4-16,-2 11-8 0,-1-1-32 16,4 2 15-16,2-1-11 0,4-5-36 15,-4 4 16-15,7-4-9 0,1-2-9 0,2 2-12 0,3-2-8 16,0-2-10-16,2 0-5 0,1-3-7 0,5 6-15 16,-2-6 15-16,3-2-7 0,2 0 0 0,0-1-5 15,1-1-1-15,2-3 2 0,1 1-2 0,-3-2-9 16,8 0-8-16,-5-2 1 0,-1 0 1 0,-1-3-9 15,0-1 0-15,-2 1-5 0,-1-3 3 0,1 0 0 16,-2-1 2-16,0-3-3 0,-2 2-6 0,-1-3-4 16,-1 0 0-16,0-1-2 0,-4 0 1 0,1 0-8 15,-1 0 1-15,0 12 2 0,-6-22-1 0,2 12-3 16,1 3 4-16,3 7-8 0,-5-12 6 0,5 12-3 16,-5-11 5-16,5 11-14 0,-4-7 3 0,4 7 3 15,0 0-14-15,0 0 16 0,-5-13 3 0,5 13 0 16,0 0 2-16,0 0 3 0,0 0-6 0,13-9 1 15,-13 9 1-15,19-4 0 0,-9 0 0 0,3 2 1 16,5-1 4-16,-1 0-7 0,0 1 7 0,-5-1 0 16,1 0-1-16,-3 1-2 0,-10 2-3 0,17-1 1 15,-17 1 4-15,12-3 0 0,-12 3-5 0,0 0 0 16,16 0-2-16,-16 0 5 0,12 10-14 0,-6-2 20 16,-4 1 7-16,3 3 15 0,-3-2-5 0,-2 7 6 15,-2-6 5-15,1 6-2 0,-2-2-1 0,1 2 2 16,-2-2 0-16,1 1-6 0,1-1-4 0,-3 3 1 15,5-6-11-15,0 0-4 0,-3 0 6 16,3-2-2-16,-2 2-2 0,1-2-20 0,-1 0-29 0,2-2-41 16,0-8-40-16,3 11-55 0,-3-11-52 0,2 9-48 15,-2-9-64-15,5 4-71 0,-5-4-264 0,0 0-721 16,0 0 319-16</inkml:trace>
  <inkml:trace contextRef="#ctx0" brushRef="#br0" timeOffset="-182759.2">21506 16054 183 0,'0'0'270'0,"0"0"-11"0,-7-10-7 0,7 10 1 16,-14 0-9-16,3 1-19 0,-2 1-9 0,-4 7-10 16,3-1-12-16,-2 4-2 0,4 0-23 15,-2 0-19-15,5-3-11 0,4 3-14 0,0 0-9 16,0-2-8-16,3 6-12 0,0-4-15 0,3 0-9 15,2-1-5-15,-1 0-5 0,6 2-5 0,1-1-3 16,3 3-10-16,1-3 12 0,1 2-16 0,-2-1-37 16,1 1-6-16,-1-3 7 0,0 1-4 0,-4-3 3 15,0 1-4-15,-2-5 13 0,-1 1-10 0,-1 5 12 0,-3-6 6 16,-1 3 17-16,0-8 2 0,-5 13 3 16,0-6 6-16,-3 0-10 0,-5 0-4 0,2 0 3 15,-6-1-11-15,-1-2-17 0,0 3-28 0,3-4-30 16,-3-1-44-16,7 0-58 0,-2-1-67 0,3-2-83 15,-1 1-277-15,11 0-625 0,-11-5 277 0</inkml:trace>
  <inkml:trace contextRef="#ctx0" brushRef="#br0" timeOffset="-182597.62">21668 16386 3404 0,'11'0'186'16,"0"0"-114"-16,-3 0-40 0,-3 2-7 0,-5-2 20 15,12 0 28-15,-12 0 15 0,0 0 14 0,10-2-6 16,-10 2-7-16,0 0-8 0,10 0-7 0,-10 0-12 15,0 0 0-15,0 0-16 0,8 4-19 16,-8-4-44-16,0 0-51 0,0 0-50 0,0 0-57 16,5 3-55-16,-5-3-83 0,0 0-295 0,0 0-658 0,0 0 292 15</inkml:trace>
  <inkml:trace contextRef="#ctx0" brushRef="#br0" timeOffset="-181701.25">6347 16061 29 0,'2'-17'283'0,"-1"1"-13"0,-1 0-8 16,1 7 1-16,-1-1-8 0,0 4-18 0,2-1-21 0,-2 7-18 16,0 0-29-16,1-10-11 0,-1 10-3 0,0 0-5 15,0 0-5-15,7 20 1 0,-5-8-5 16,-1 6-6-16,0 1-14 0,-1 5-8 0,0 2-14 15,0 0-4-15,0-6-7 0,1 4-35 0,1-6 19 16,0 7-6-16,-2-7-1 0,2 1-8 0,0 0-13 16,-1-1-18-16,1 0-37 0,0-1-76 0,0-3-43 15,-1-4-42-15,0 2-50 0,0-3-62 0,2-1-251 0,-3-8-578 16,0 0 256-16</inkml:trace>
  <inkml:trace contextRef="#ctx0" brushRef="#br0" timeOffset="-181534.83">6410 15838 66 0,'0'-6'243'0,"0"6"-21"0,-4-10-21 16,2 5-24-16,2 5-17 0,0 0-13 0,0 0-26 16,0 0-22-16,0 0-42 0,0 0-53 0,0 0-68 15,0 0-77-15,16 27-75 0,-6-17-233 0,-2 3 103 16</inkml:trace>
  <inkml:trace contextRef="#ctx0" brushRef="#br0" timeOffset="-181362.91">6761 16237 233 0,'0'0'284'0,"0"0"-10"0,0 0-21 0,0 0-24 16,7 8-25-16,-7-8-26 0,0 0-17 0,5 3-18 15,-5-3-44-15,0 0-38 0,0 0-54 0,5 8-67 16,-5-8-77-16,0 0-185 0,0 0-349 0,0 0 156 16</inkml:trace>
  <inkml:trace contextRef="#ctx0" brushRef="#br0" timeOffset="-181053.11">6972 16258 81 0,'10'-5'251'0,"2"0"-10"0,-2-2-15 0,8 0-12 16,-4-2-11-16,0-1-9 0,2 3-10 0,-2-3-10 15,1-2-9-15,-1 3-6 0,-4 1-9 0,3-3-2 16,-3-2-10-16,-1 1-9 0,-1 1-6 0,-1-4-9 16,-1 4-8-16,-4 3-12 0,1-3 5 15,-3 11-14-15,-2-18-10 0,2 18 2 0,-6-12-13 16,6 12-2-16,-13-8-11 0,13 8 0 0,-18 0-6 0,4 4-1 15,2 0 4-15,-4 6 0 0,-3 8 11 0,4-4 3 16,-1 8 3-16,6-7 1 0,1 3 0 0,4 0-8 16,1-1 7-16,3 1-19 0,2 0 4 0,4-2-10 15,2-2 0-15,3 0-1 0,3 0-8 16,5-3-53-16,0-3-59 0,2-2-65 0,2-2-76 16,6-2-84-16,0 0-320 0,-8-3-678 0,0 0 300 15</inkml:trace>
  <inkml:trace contextRef="#ctx0" brushRef="#br0" timeOffset="-180890.18">7505 16270 2877 0,'18'-2'357'0,"-6"1"-111"0,-3 0-69 16,-9 1-5-16,12-2 58 0,-12 2 13 0,13-1 0 15,-13 1-8-15,0 0-8 0,10-4-6 0,-10 4-9 16,0 0-24-16,0 0-16 0,0 0-11 0,11-1-20 16,-11 1-14-16,0 0-24 0,0 0-44 0,0 0-54 15,0 0-73-15,0 0-71 0,0 0-87 0,0 0-92 16,0 0-89-16,0 0-102 0,0 0-280 0,0 0-853 15,0 0 377-15</inkml:trace>
  <inkml:trace contextRef="#ctx0" brushRef="#br0" timeOffset="-178414.19">10198 16207 64 0,'0'0'101'0,"0"0"-3"0,0 0-9 16,0 0 4-16,0 0 3 0,0 0-13 0,0 0 0 15,0 0-1-15,0 0 2 0,-10-9 0 16,10 9-6-16,-3-5-6 0,3 5 1 0,0 0 0 0,-7-5 3 16,7 5-5-16,0 0 5 0,0 0-2 0,0 0-2 15,-5-5 0-15,5 5-2 0,0 0-5 0,-4-8-2 16,4 8-14-16,-2-8 3 0,2 8 0 0,0 0-3 16,-1-13 3-16,1 13 7 0,0 0-2 15,-1-6 0-15,1 6-6 0,0 0-3 0,0 0-5 16,2-10 3-16,-2 10-3 0,0 0 0 0,3-9-5 15,-3 9-2-15,3-7-4 0,-3 7 0 0,3-5-1 0,-3 5-3 16,7-5-3-16,-7 5-2 0,0 0 0 16,7-5-1-16,-7 5-4 0,7-5 0 0,-7 5 2 15,6-3-5-15,-6 3 1 0,10-1-3 0,-10 1-3 16,11-2 1-16,-11 2-2 0,9 0-4 0,-9 0 0 16,8 4 0-16,-8-4-5 0,7 3 6 0,-2 2-5 15,0-1 4-15,-2 1-4 0,1 0 3 0,-2 2-6 16,3 2 8-16,-1-4-4 0,-2 3-1 0,1 0 1 15,-2-1 1-15,2 0 2 0,-2-1-3 0,-1-6 1 0,0 15 2 16,-1-6-3-16,0-1-1 0,-2-3 1 16,0 3 1-16,-2 0-1 0,-2-1-1 0,3-1 2 15,-4 0 0-15,2-1 1 0,-3-2-3 0,-1 2-2 16,-1-2-10-16,1 1-8 0,-1 0-9 0,0-3-20 16,-1 3-20-16,0-3-30 0,12-1-38 0,-20 4-35 15,13-3-50-15,0 0-162 0,7-1-414 0,-16 0 184 16</inkml:trace>
  <inkml:trace contextRef="#ctx0" brushRef="#br0" timeOffset="-177634.87">9937 16189 72 0,'0'0'180'15,"0"0"-15"-15,-10-3-5 0,10 3-15 0,0 0-4 16,-11 0-11-16,11 0-10 0,0 0-6 0,-12 4-9 15,12-4-4-15,-9 4-6 0,9-4 5 0,-5 8-8 16,2-5-6-16,3-3-10 0,-2 10-2 0,2-10-8 16,-1 11-5-16,1-11-3 0,0 9-6 0,0-9-7 15,2 8-4-15,-2-8-3 0,4 8-2 0,-4-8-4 16,4 6-1-16,-4-6 3 0,6 4-7 0,-6-4-1 16,6 5-4-16,-6-5 1 0,0 0-6 0,0 0-3 15,8 1-10-15,-8-1-10 0,0 0-9 0,0 0-26 16,0 0-19-16,7-13-36 0,-7 13-42 0,2-6-40 15,-2 6-164-15,0 0-370 0,3-14 164 0</inkml:trace>
  <inkml:trace contextRef="#ctx0" brushRef="#br0" timeOffset="-170487.4">5057 16962 8 0,'-7'-6'175'16,"7"6"-18"-16,-6-7-1 0,3 3-10 0,3 4-2 0,-2-7-9 16,2 7-10-16,-5-8-11 0,5 8-16 0,0 0-8 15,2-11-9-15,-2 11-2 0,9-6-8 16,-3 2-11-16,1 3-2 0,6-3-11 0,-2-1 1 16,2 1-5-16,1 2-7 0,4-1 1 0,0-1-6 15,1 1-5-15,0 1-1 0,3-3-5 0,6 4 0 16,-1-3-6-16,0 3 3 0,-7-1-3 0,2 2-14 15,-2-1-26-15,-2 4-16 0,-1 0-32 0,-3-3-32 16,-2 4-35-16,-1 0-22 0,-1 1-92 0,-4-1-274 16,-6-4 121-16</inkml:trace>
  <inkml:trace contextRef="#ctx0" brushRef="#br0" timeOffset="-170153.6">5299 16918 131 0,'-7'-6'184'0,"7"6"-13"0,-4-3-14 0,4 3-21 16,0 0-11-16,0 0-13 0,0 0 0 0,0 0-11 15,0 0-4-15,9 31-5 0,-4-14 21 0,-1 2 0 16,2 8-6-16,-2 3-7 0,-2-1-9 0,0 3-7 16,0-2-8-16,-2 0-3 0,-1 0-4 0,-2-1-34 15,1 0 1-15,-4-2-6 0,2-1-2 16,-4 0 1-16,4-8 0 0,-1 1-6 0,-5-3 1 15,5 0-2-15,-4 0-4 0,0-2 8 0,-5-2 0 16,5-3 1-16,-3 1 1 0,-2 0-4 0,1-5-4 16,-3-1 0-16,-1-4 1 0,-1 0-3 0,-1 0 0 15,3-4 1-15,2 0 0 0,2-2 1 0,1 1-10 16,-2-2-3-16,-1-3-4 0,0-2-15 0,5 3-5 16,2-1-25-16,1 1-18 0,0-1-18 0,6 10-28 15,-5-17-21-15,5 11-44 0,0 6-22 0,10-10-144 16,-10 10-364-16,11-8 162 0</inkml:trace>
  <inkml:trace contextRef="#ctx0" brushRef="#br0" timeOffset="-169719.25">5705 17058 28 0,'-4'-24'250'0,"2"12"-6"16,2 12-17-16,-1-20-19 0,1 20-8 0,-1-12-28 16,1 12-18-16,0 0-18 0,0 0-10 0,0 0-16 15,0 0-6-15,0 0-8 0,0 0-3 0,18 49-2 16,-15-30-3-16,0 9-5 0,2-1-4 0,-5-2-9 16,3 0-2-16,-2-4-10 0,-2-2-2 0,0 0-6 15,-1 0-2-15,4 1-4 0,-1-4-4 0,-1 1-2 16,-1 0-6-16,-1-6-4 0,4 0 2 0,-2-11-4 15,-2 18-5-15,2-18 0 0,2 10-4 0,-2-10 6 16,0 0-6-16,-3 13-1 0,3-13 15 0,0 0-8 16,0 0-3-16,0 0-3 0,0 0-3 0,0 0 0 15,0 0 1-15,0 0-2 0,0 0-3 0,-10-30-3 16,7 19-7-16,6-6-9 0,-1-1-5 0,-2-1-8 16,7-9-7-16,-1 0 1 0,-1 0-3 0,3 1-2 15,1 0 2-15,-3 1 4 0,3-1-3 0,-1-1-1 16,-2 9 1-16,1 0-1 0,-1 2-1 15,0 4 5-15,-6 13-6 0,4-23-4 0,4 16-14 16,-8 7-14-16,13-13-9 0,-13 13-17 0,14-5-34 16,-14 5-13-16,0 0-19 0,29 0-30 0,-20 1-146 0,-9-1-359 15,18 7 159-15</inkml:trace>
  <inkml:trace contextRef="#ctx0" brushRef="#br0" timeOffset="-169543.4">5810 17160 132 0,'0'0'170'0,"0"0"-16"0,0 0-8 0,0 0-18 16,0 0-8-16,0 0-13 0,51 0-18 0,-30-4-22 16,9-1-40-16,-1 1-50 0,0-2-54 0,2-1-97 15,-4 0-188-15,0-1 84 0</inkml:trace>
  <inkml:trace contextRef="#ctx0" brushRef="#br0" timeOffset="-169155.18">6306 16939 132 0,'0'0'215'0,"-23"8"-14"15,13 1-8-15,-4 2-14 0,3 3-15 0,-2 2-12 16,1-1-19-16,2 2-10 0,1-1-14 0,3 1-10 15,2-2-6-15,1 2-13 0,3-5-8 0,2 0-3 16,-1-1-9-16,2 1-6 0,2-4-1 0,2 0-9 16,0 0 2-16,-1-2-9 0,-6-6-4 0,10 8-1 15,-1-7-3-15,-9-1-2 0,14 1 2 0,-14-1-7 16,13-1-2-16,-13 1 3 0,0 0-4 0,12-5 4 16,-12 5-4-16,0 0-7 0,0 0-1 0,1-10-1 15,-1 10 2-15,0 0-6 0,-22-5 4 16,22 5-4-16,-24 1 3 0,7 0 8 0,-1 3 0 15,6 0 11-15,-6 3-4 0,2 1 6 0,2 1 4 16,-1 1 1-16,1 1-2 0,4 2 6 0,2-2 0 16,-1 2 0-16,3-1-5 0,1-1-2 0,3 1-2 15,1-1-3-15,4-1 4 0,0 1-6 0,4-2-1 16,0 1-3-16,2-3-1 0,9 2 0 0,0-3-6 16,1-3-31-16,4 0-27 0,-2-2-38 0,1-1-25 15,6-2-50-15,-7-3-54 0,-1-1-53 0,-1 3-135 16,0-5-431-16,-2 0 190 0</inkml:trace>
  <inkml:trace contextRef="#ctx0" brushRef="#br0" timeOffset="-168793.95">6529 16995 178 0,'27'-5'162'0,"-11"3"-7"0,6 0-17 0,6-3-13 0,0 0-13 15,-6 2-15-15,7 3-11 0,-2-4-9 16,-6 1-14-16,-1 1-24 0,-2 1-25 0,-18 1-15 16,26 0-26-16,-26 0-11 0,20 0-13 0,-20 0-13 0,13-1 1 15,-13 1-7-15,0 0 10 0,0 0 1 16,0 0 2-16,9-6 17 0,-9 6 3 0,0 0 14 0,0 0 12 16,0 0 10-16,0 0 21 0,0 0 22 15,0 0 20-15,-45-12 9 0,45 12 9 0,0 0 6 16,-17-1 3-16,17 1-7 0,0 0-5 0,0 0 10 15,-16 6 17-15,16-6 1 0,-8 16 4 0,4-5-2 16,2 5 6-16,0 0-1 0,0 1 2 0,2 1-3 16,-1 1-3-16,1 6-11 0,1-7-6 0,-1 2-12 15,2-1-6-15,-2 7-10 0,0-9-5 0,2 2-4 16,-1 1-8-16,1 5-17 0,-2-7-31 0,-1 1-29 16,0-1-43-16,-2 1-43 0,5-3-64 0,-6 3-237 15,0-3-454-15,3-4 201 0</inkml:trace>
  <inkml:trace contextRef="#ctx0" brushRef="#br0" timeOffset="-168430.23">7705 17055 67 0,'0'0'259'16,"-3"-11"-17"-16,3 11-18 0,-8-8-14 0,8 8-7 15,-20 5-12-15,3 1-5 0,-8 8-9 0,2 2-3 16,-3 3-10-16,1 6-5 0,4-2-8 0,1 1-16 15,4 1-4-15,0-1-11 0,4 3-12 0,2-4-5 16,6-6-10-16,3 1-6 0,1 1-8 0,1-2-12 16,2-2 1-16,4 1-13 0,6-2-20 0,0 0-25 15,4-3-28-15,7 3-39 0,-7-5-33 0,2-1-34 16,2-2-28-16,0-2-42 0,1-2-26 0,0 1-19 16,5-3-162-16,0 0-435 0,1-3 193 0</inkml:trace>
  <inkml:trace contextRef="#ctx0" brushRef="#br0" timeOffset="-168132.75">7904 17263 79 0,'-10'-15'165'0,"1"7"12"0,-3 2 10 0,0 0-5 15,0 1 2-15,-1 4-17 0,0 1-2 16,1 4-7-16,-5 3-6 0,3 4-4 0,-3-1-19 16,4 2-7-16,0 3-12 0,4-1-8 0,0 0-13 15,2 1-8-15,4-3-10 0,-1-3-3 0,4 3-8 16,0-12 2-16,2 19-14 0,1-14-1 15,3 4-5-15,-6-9-3 0,9 11 1 0,0-7-6 0,0-3-3 16,-9-1-2-16,22-1-4 0,-12-1 1 0,3-3-6 16,-3 2 0-16,0-2-1 0,-2-1-7 0,2-1 6 15,-1 0-4-15,-1-3-3 0,1 4 0 0,-3-1-2 16,-6 7 0-16,10-9 5 0,-5 5 2 0,-5 4-9 16,8-5-3-16,-8 5 4 0,0 0-7 0,0 0 2 15,0 0-3-15,12 12 0 0,-11-1-25 0,-1-11-29 16,-4 19-30-16,1-6-45 0,0 1-52 0,-3 1-50 15,1 1-188-15,-4-2-453 0,4-3 201 0</inkml:trace>
  <inkml:trace contextRef="#ctx0" brushRef="#br0" timeOffset="-167944.4">8033 17355 98 0,'13'-14'234'0,"-2"4"-9"0,-4 1-7 15,0 0-18-15,2 2-11 0,-1 3-19 0,1 2-15 16,-9 2-10-16,15 0-10 0,-15 0-15 0,19 7-10 16,-11 1-9-16,1-2-12 0,-3 4-8 0,-2-2-7 15,0 5-19-15,-1 1-37 0,-2-3-45 0,0 6-55 16,-1-3-61-16,3 2-219 0,-3-16-390 0,-3 20 173 16</inkml:trace>
  <inkml:trace contextRef="#ctx0" brushRef="#br0" timeOffset="-167289.52">8712 17134 2168 0,'5'-29'5'0,"-1"-3"49"15,0 7 19-15,-2 6-22 0,3 2 10 0,-2 5-4 16,-1 2 1-16,-2 10-13 0,1-15-16 0,-1 15-1 15,0 0 1-15,0 0 2 0,0 0 5 0,0 0 9 16,15 28 7-16,-13-12 9 0,-2 8-3 0,0 4-2 16,-2-1-4-16,-2 0-1 0,1-1 0 0,-2-2-1 15,1-5 0-15,2 2-5 0,-1-3-8 0,-2-2 3 16,3 2-2-16,-2-2 3 0,0-1-8 0,1-5-10 16,1-1-4-16,2-9 1 0,-3 13 0 0,3-13-3 15,-3 8 9-15,3-8-4 0,0 0-3 0,-3 10 7 16,3-10-5-16,0 0-6 0,0 0-2 0,0 0-6 15,0 0 4-15,0 0-2 0,33-29-3 0,-13 12-3 16,3 2-1-16,2-1-2 0,-7 6-3 0,2 1 0 16,2 2 0-16,-3 1-4 0,-1 5 3 15,-5 0 2-15,-13 1-2 0,24 4-1 0,-13 0-2 16,-3 5 5-16,-4 0-2 0,-2 2 0 0,-2 1-1 16,-5-1-14-16,-1 5-12 0,-5-3-12 0,-8 6-4 15,4-4-2-15,0-3-6 0,-3 0-2 0,3-1 2 16,1-1 2-16,3-3 9 0,2-3 4 0,3 2 7 0,6-6 1 15,-11 7 1-15,11-7 6 0,0 0-2 16,0 0 1-16,0 0 4 0,0 0 0 0,0 0 0 16,0 0 9-16,0 0-7 0,44-13 6 0,-26 10 0 15,2-2 3-15,9 0 7 0,-2-1-1 0,2-2 4 16,3 0 4-16,1 1 5 0,0-1-1 0,-2-1-1 16,3 3 8-16,-2-4-6 0,-2 0 1 0,-1 1 1 15,-9 2-4-15,-3-1 5 0,-1 0-5 0,-2-3 5 16,-8 3 0-16,2-2-4 0,-3 1 3 0,-5 9 1 15,5-22 0-15,-5 22 4 0,-6-18 1 0,6 18 4 16,-12-17 6-16,4 10-6 0,-4 2 8 0,-4 0-3 16,-1 5 1-16,-3 0 8 0,0 5-2 0,-1 2-3 15,3 3-2-15,1-2-5 0,4 4 1 0,0 0-1 16,3 1-6-16,3 2 6 0,5-3-18 0,3 5-30 16,4-3-36-16,3 2-51 0,6-3-53 0,15 3-77 15,4-3-231-15,18-3-513 0,5-1 227 0</inkml:trace>
  <inkml:trace contextRef="#ctx0" brushRef="#br0" timeOffset="-166448.41">9981 17108 113 0,'0'0'253'0,"-7"-13"-25"16,7 13-25-16,0 0-10 0,0 0-9 0,0 0 2 16,0 0-10-16,0 0-11 0,2 39-6 0,-1-19-6 15,-1-1-8-15,-1 5-14 0,2-4-13 0,-1-2-11 16,0 1-8-16,0 0-4 0,-1-3-13 0,2 1-8 16,3-1-5-16,-3-4-9 0,2-2-3 0,3 0 0 15,0-2-10-15,-3 0-3 0,7-2-7 0,-3-3 3 16,-7-3-5-16,16 4-4 0,-3-7-1 0,-13 3-5 15,23-8-3-15,-8 1 0 0,2-4-3 16,-3 0 6-16,1-1-8 0,-1-3-1 0,4-6 0 16,-2-1-7-16,-1-2 2 0,-2-2-1 0,-1 2-4 15,-1-2 3-15,-2 9 0 0,1-7-2 0,-4 11 8 0,-2 2-3 16,0 2-4-16,-4 9 3 0,5-12 0 16,-5 12-14-16,6-4 7 0,-6 4-4 0,0 0-1 15,0 0 5-15,0 0 2 0,-8 44-1 0,1-26 3 16,2 2-6-16,2-1 5 0,2-2 1 0,1-1-2 15,1 2 4-15,1-6-4 0,1 2 1 0,4 0 2 16,-3-3 4-16,3-2-5 0,2-2 0 0,2-1-5 16,0 1 12-16,2-3-6 0,5-1-6 0,0-4 3 15,1 1 0-15,-1-4-5 0,1-1-1 0,-1-1-4 16,-2-1-1-16,0 0-2 0,-2-2-5 0,-4-1 2 16,1-2-1-16,-4 0-2 0,1-3-10 0,-2 1 1 15,0-2 1-15,-2 1-5 0,0-1 5 0,-3 5 2 16,1 0 1-16,-2 11 0 0,2-14 4 0,-2 14-4 15,0-10 4-15,0 10-4 0,0 0 3 0,0 0 0 16,0 0-2-16,0 0 8 0,-10 29-2 0,6-12 0 16,-2 2 6-16,1-2-5 0,1 2 4 0,0 7 3 15,0-7 0-15,3 0 0 0,-2 1-1 0,3-3 3 16,-4-1-1-16,-1 2 5 0,1-2-2 16,-1-1-2-16,1 2 4 0,-1-8-4 0,1 1-1 15,2-3-4-15,2-7-4 0,-5 11-2 0,5-11 0 16,0 0-4-16,0 0-5 0,0 0-4 0,0 0 1 15,20-1-3-15,-20 1 4 0,30-16-5 0,-11 7 4 16,8-6 1-16,-3 1-7 0,3-2 1 0,1 0 4 0,1-4-2 16,-1 1 5-16,3-1-3 0,8-11 2 0,-11 11 6 15,-2-3-1-15,1 1 5 0,-1-1 1 16,-8 3 0-16,0 1 14 0,-8 6 7 0,0-3 3 16,-6 7 7-16,-2-1-1 0,-2 10 1 0,0-16 3 15,0 16 1-15,0 0-2 0,-12-9 9 0,12 9-8 16,0 0 3-16,-36 12 11 0,22-1 8 0,1 2 2 15,-1 1 1-15,-5 6 3 0,5 2-2 0,5-5-10 16,-1 1 0-16,3 0-11 0,3 0 4 0,2 0-10 16,0-3-46-16,5 4-33 0,1-3-45 0,5-1-31 15,2-3-34-15,6-2-51 0,2 0-36 0,7-1-175 16,-1 0-466-16,2-5 207 0</inkml:trace>
  <inkml:trace contextRef="#ctx0" brushRef="#br0" timeOffset="-166057.35">11255 17240 141 0,'-4'-10'202'0,"-2"0"1"0,-1 1 2 16,1 1-8-16,6 8-5 0,-19-11 1 0,8 9-7 15,11 2-3-15,-23 8-5 0,7 0-10 16,1 2-17-16,-3 2 3 0,0 5-21 0,4-1-13 16,2-3-10-16,3 1-9 0,2 0-7 0,-1 3-10 15,4-2-9-15,0 2-9 0,3-7-2 0,1-10-6 16,5 23-4-16,-1-13-4 0,4-2-5 0,0-2-12 15,1 1-8-15,2-5-2 0,3 0-11 0,-3-1-3 16,-11-1-7-16,25-4-2 0,-14 1 0 0,0-4-6 16,1-1 8-16,0-2-7 0,0-2 9 0,-3-3-5 15,-1-1 1-15,1-1 2 0,1-8-5 0,-3 2 4 16,-1-3 2-16,0-1-9 0,-2-1 6 0,0-1 4 16,0-3-5-16,0-1 2 0,-2 1 1 0,3 3 8 15,3 1 9-15,-6 2-5 0,2 9 14 0,0 1 14 16,-1 4 0-16,-3 12 2 0,0 0-10 0,4-16-7 15,-4 16-3-15,0 0 9 0,0 0 0 0,0 0 4 16,0 0 1-16,0 57 1 0,-6-34-5 16,3 6-9-16,-1 2 4 0,-3-3-7 0,4 4 1 0,-1-4 2 15,4 0-30-15,-5 0-42 0,5 1-46 16,1-1-42-16,0-3-44 0,8-1-33 0,1-5-52 16,13 1-269-16,-5-4-577 0,12-2 256 0</inkml:trace>
  <inkml:trace contextRef="#ctx0" brushRef="#br0" timeOffset="-165482.65">12154 17165 19 0,'-20'-2'303'0,"1"5"-17"0,-2 2-19 15,-5 7-11-15,1 3-13 0,1 0-25 0,6 3-16 16,3-2-21-16,-1 3-18 0,6-2-14 0,1-1-15 15,6-4-16-15,2 3-8 0,1-3-11 0,3-1-12 16,5 0-2-16,-2-1-12 0,6-3-6 0,-1 0-7 16,6-1-2-16,0-2-4 0,0-2-7 15,0-3-4-15,3-1-3 0,-4-3-4 0,-5 1-6 16,2-3-2-16,-1 0-2 0,1-3 0 0,-6-1-2 16,0 0-6-16,-1-1 1 0,1-3-7 0,-3-1 3 15,1-2-5-15,0-1-2 0,-5-1-1 0,2 3-5 16,-2-1 4-16,1 2-6 0,-1 16 6 0,0-20 3 15,0 20 2-15,0-13-5 0,0 13-5 0,0 0 5 16,0 0 0-16,0 0 3 0,0 0 5 0,0 0 3 16,-19 48 0-16,14-30-1 0,2-3 1 0,0 4-1 15,3-3 2-15,0 1 4 0,4-5-11 0,3 4 9 16,-3-6-5-16,3 1-2 0,5 0 6 0,3-1 0 16,-1-5-3-16,2-1-3 0,4 0-1 0,-3-3 0 15,6-3 2-15,-3-2-3 0,0 0-2 0,-2-3-4 16,7-6-4-16,-9 6 1 0,0-2-3 0,-1-1-1 15,1-3-4-15,-5-1 2 0,-1 0-2 0,-1-2 8 16,-1-1-11-16,-2 1-3 0,-3 0-3 16,4 0 5-16,-6 4-1 0,-1 12 3 0,2-16 3 15,-2 16-4-15,0 0 6 0,-2-16-3 0,2 16 2 16,0 0 6-16,0 0 3 0,0 0 6 0,-24 24 7 0,16-8 0 16,0 1 4-16,0-1 2 0,-5 6 5 0,3-4-6 15,1 3 0-15,1-2 4 0,3 0-5 0,1-2-2 16,-2 2 4-16,2-2-11 0,4 2-8 15,-4-1 4-15,2 0-37 0,2-2-37 0,0 2-42 16,2-1-56-16,-2 1-53 0,2-7-93 0,-2-11-243 16,0 21-598-16,2-10 265 0</inkml:trace>
  <inkml:trace contextRef="#ctx0" brushRef="#br0" timeOffset="-164935.25">13425 17262 210 0,'-4'-17'264'0,"0"7"-7"0,-2 1-18 0,0-1-14 15,-1 3-23-15,-6 4-19 0,-5 5-12 0,-3 2-13 16,-8 7-6-16,0 5-12 0,0 3-11 0,2 2-10 15,-4 2-10-15,8 0-10 0,3-1-9 0,2 2-12 0,8-7-8 16,2 0-7-16,4 0-5 0,6-2-3 16,0-3-4-16,2 0-7 0,1 0 0 0,6-2-22 15,-2-3 12-15,2 1-14 0,1-4 8 0,5-3 0 16,-3 0-6-16,4-4-3 0,2-3 5 0,-1 1-3 16,-2-2-17-16,8-6 11 0,-10 4 1 0,-3-4-5 15,-1-1 1-15,5 2 0 0,-7-2-1 0,-1-1-1 16,2-1-1-16,-5 1-5 0,1 4 6 0,-4 1-5 15,-2 10 9-15,9-16 0 0,-9 16-5 0,4-9-2 16,-4 9-5-16,0 0 0 0,0 0 2 0,0 0 1 16,0 0 2-16,0 0 0 0,6 35-1 0,-4-17-5 15,0 0 3-15,2-2-13 0,1 3-36 0,3 6-31 16,-2-6-50-16,4 4-71 0,-1-6-91 0,3-1-194 16,7 3-521-16,-4-4 230 0</inkml:trace>
  <inkml:trace contextRef="#ctx0" brushRef="#br0" timeOffset="-164586.45">13867 17403 1979 0,'0'-33'34'0,"-2"1"26"0,2 2 26 0,-2 5-10 16,4 6 12-16,0 2-1 0,-2 5 3 0,2 2-7 15,0 0-15-15,-2 10-9 0,4-9 1 0,-4 9 2 16,0 0 0-16,19 3 6 0,-10 8 12 0,5 0-8 15,1 10-5-15,-3-6-15 0,1 10 15 0,3-1-8 16,-7-6 10-16,7 5 1 0,-3-1-5 0,-2-4-7 16,-3 0 4-16,3-2-6 0,0-2-9 0,-2 1 2 15,0-5-1-15,-1-1 12 0,-3-1-9 0,5-1 3 16,-10-7-4-16,10 9 19 0,-10-9 8 0,7 5 10 16,-7-5-8-16,0 0-10 0,0 0-8 0,23-14-2 15,-19 5-8-15,2-2-26 0,1-3 24 0,1-5-5 16,5-3-9-16,-5-1-1 0,2-2-6 0,1-1 0 15,0 0-9-15,3-1-13 0,-4 0-23 0,4 3-19 16,0 3-26-16,-5 7-29 0,-4 5-35 0,1 1-59 16,-6 8-41-16,0 0-38 0,11-16-30 15,-11 16-50-15,0 0-202 0,0 0-591 0,0 0 262 16</inkml:trace>
  <inkml:trace contextRef="#ctx0" brushRef="#br0" timeOffset="-164337.42">14340 17426 111 0,'0'0'213'0,"10"11"7"0,-10-11-5 16,0 0-6-16,14 6-6 0,-7-4-10 0,4 0-5 15,0-1-18-15,7-1-6 0,-4-1-9 0,4-2-11 16,2 0-7-16,0-3-1 0,0 2-15 0,1-1-6 16,-2-4-6-16,0 1-3 0,-6 0-6 0,3 0 2 15,-5-1 1-15,-6 1-3 0,2-2-13 0,-7 10-3 16,2-19-20-16,-2 19-5 0,-9-18-15 0,-1 11 9 15,-2 1-23-15,-7 5 10 0,-3 1-3 0,-6 1-7 16,-1 5-6-16,-2 1-17 0,2 5-22 0,3 0-31 16,5-2-43-16,6 3-35 0,1 0-45 0,5 0-56 15,4 0-310-15,0-4-578 0,5-9 256 0</inkml:trace>
  <inkml:trace contextRef="#ctx0" brushRef="#br0" timeOffset="-164107.78">14740 17161 155 0,'3'-20'315'0,"-2"5"-14"0,4 4 13 0,-5-3-12 16,0 14-18-16,3-18-38 0,-3 18-24 0,3-9-14 16,-3 9-25-16,0 0-10 0,0 0-19 0,0 0-10 15,13 38-5-15,-13-20-16 0,0 8-8 0,-4 3-5 16,2-1-16-16,-3 3-7 0,2-2-10 0,-2 0-11 15,0-2-10-15,1 2-36 0,-2 0-37 0,2-1-53 16,1-2-57-16,-3-9-59 0,4 1-95 0,-4-1-254 16,1-4-579-16,0-3 256 0</inkml:trace>
  <inkml:trace contextRef="#ctx0" brushRef="#br0" timeOffset="-163873.12">14956 17190 2054 0,'7'-30'100'0,"-4"4"1"0,3 8 36 16,-3 7-13-16,-2-1-25 0,-1 12-19 16,3-16-22-16,-3 16 1 0,0 0 16 0,0 0 13 15,0 0 25-15,0 0 9 0,-2 48-1 0,-1-24 2 16,1 3-23-16,-2 1 12 0,0 2 0 0,2-1-16 16,-2-2 0-16,4 0-14 0,-2-1-7 0,-4 1-7 15,5-8-6-15,2 1-4 0,-1 0-11 0,3-2-14 16,-3 0-42-16,3-3-33 0,-2-2-46 0,0-2-60 15,-1-11-47-15,3 17-58 0,-2-12-69 0,-1-5-235 16,0 0-602-16,0 0 266 0</inkml:trace>
  <inkml:trace contextRef="#ctx0" brushRef="#br0" timeOffset="-163019.18">14856 17299 144 0,'0'0'219'0,"0"0"-4"0,0 0-14 0,16-15-6 15,-4 14-15-15,9-3-14 0,0 4-9 16,9-4-15-16,0 2-4 0,5-1-20 0,-2 2-3 16,4-1-8-16,0 0-11 0,0 1-10 0,-2-2-10 0,0 1-3 15,-5 0-7-15,-9-3-6 0,-2 2 5 0,-8 1 3 16,3 0 13-16,-5 1 6 0,-9 1-3 16,0 0-8-16,14-6-3 0,-14 6-7 0,0 0 1 15,0 0-1-15,0 0-6 0,0 0 14 0,-46 11 2 16,23 2-6-16,6-1 9 0,-1 0-12 0,4 0 1 15,1 1-2-15,2 0-11 0,2 1-4 0,2-4-2 16,2 0-3-16,1 1-16 0,4-11 6 0,-2 18-3 16,2-18 1-16,4 19-6 0,-4-19-5 0,12 11 3 15,-12-11-1-15,15 8-1 0,-8-6-6 0,-7-2-7 16,19 2 0-16,-19-2 10 0,21-5-9 0,-21 5 1 16,18-9-5-16,-9 3 6 0,0-1-6 0,-2 0 3 15,-7 7-1-15,11-18-11 0,-6 7 0 0,0-1-6 16,-5 12 3-16,5-21 2 0,-1 10-4 0,-4 11 0 15,2-14 1-15,-2 14-3 0,0 0-4 0,2-14 1 16,-2 14-9-16,0 0 11 0,0 0 0 0,0 0 1 16,0 0 3-16,0 0-1 0,0 0-3 0,0 0 7 15,0 0 2-15,15 34-3 0,-7-27 5 0,2-3-9 16,7 2 14-16,2-3-7 0,3 0-1 16,6-2 6-16,3-4 1 0,1-1 2 0,-3-2-13 15,2 2-1-15,-3-3 7 0,-1-2-1 0,-4-3 10 16,-4 3-10-16,-1-1-2 0,-6 1-3 0,1-3 4 15,-4 2 5-15,-2-2-11 0,-1 2 12 0,-2-2-10 0,-4 12 10 16,2-21-7-16,-2 21-10 0,-3-17 15 0,3 17-1 16,-4-12-4-16,4 12 2 0,0 0-7 0,-13-5 4 15,13 5-2-15,0 0 3 0,-23 24 0 16,13-8 4-16,-3 6 1 0,5 2-11 0,-1 2 20 16,0-3 1-16,4 5 1 0,0-1-3 0,0 1 1 15,1-1-4-15,2 1 3 0,-2-2-5 0,-2 2 5 16,4-2-4-16,0-2 2 0,-2 4 1 0,-1-9-2 15,2 0-3-15,-1-2-7 0,0-6 7 0,-2 5-15 16,0-5 12-16,-1-1-3 0,3-5 2 16,4-5-4-16,-6 10-2 0,6-10-15 0,-8 7 16 15,8-7-8-15,0 0-6 0,0 0-4 0,0 0-9 0,0 0 2 16,0 0-2-16,21-38 2 0,-7 22-1 0,4-3-6 16,3 0 2-16,4 3 6 0,-2-1-17 0,2-4 15 15,3 3 6-15,2-5-4 0,-3 2 3 0,1 2 3 16,0-4-15-16,0 0 19 0,-4-1 2 0,-1 0-1 15,0 1 7-15,-9-1 2 0,2 2-2 0,-7 6 0 16,-3-2 2-16,-1 3 7 0,-4 3 8 0,-1 12 4 16,-1-17-2-16,1 17 7 0,0 0-4 15,-19-8 8-15,19 8 2 0,-24 7-1 0,6 3 1 16,-1 0 8-16,-3 5-6 0,1 4 5 0,7-4-4 16,3 0-2-16,1 1-4 0,3 0 2 0,5 1-2 15,4 1-24-15,6 0-38 0,12 4-50 0,10-4-60 16,18 0-47-16,7-1-64 0,7-3-295 0,0-3-607 15,30 4 269-15</inkml:trace>
  <inkml:trace contextRef="#ctx0" brushRef="#br0" timeOffset="-162235.25">16634 17138 79 0,'0'0'275'16,"-7"-17"-10"-16,7 17-14 0,-7-8-25 0,7 8-10 16,-14-1 0-16,14 1-6 0,-30 17-8 15,5 1-13-15,-1 2-2 0,2 5-13 0,0-1-8 16,-1 0-14-16,6 1-10 0,2 0-22 0,5-2-9 0,2 2-7 16,6-8-6-16,1 0-14 0,3 1-6 0,4 0-11 15,1-4-4-15,5-1-19 0,-1 1 13 16,3-3-13-16,3-1-9 0,0-4-14 0,3-1-9 0,0 1-12 15,0-6-6-15,1 2-16 0,-2-4 5 16,3-2-6-16,-2 0 6 0,0-2 3 0,-1-2 0 16,-1-1 1-16,0-2 2 0,-2-1-6 0,0-1-3 15,-3-1 6-15,-2-3-1 0,4 0 4 0,-5-6 0 16,1-1 2-16,-2 1-6 0,0 4 11 0,-4 1 6 16,1 0 11-16,-1 6 10 0,-1 0 9 0,-2 12 1 15,3-15 0-15,-3 15-5 0,0 0-7 0,0 0-12 16,0 0 18-16,0 0 2 0,0 0-1 0,-27 30 8 15,18-14-5-15,0 3-12 0,0-2 7 0,2 1-2 16,2 0 4-16,3 0-6 0,0-1-4 0,-1-1-2 16,6 2-2-16,-1-6-3 0,2-2-2 0,1 2 0 15,3-4-10-15,-8-8 10 0,14 12 3 0,-4-7 0 16,0-2 3-16,-10-3-1 0,17 3-11 0,-17-3 8 16,0 0-13-16,22-8 6 0,-15 4-6 0,-7 4-9 15,16-14 5-15,-11 6-3 0,-5 8 0 0,7-19-12 16,-5 8 3-16,0-1-6 0,2-5-2 15,-2 2 0-15,-2-3-1 0,2 3 1 0,-2-2 5 16,1 1 3-16,2 4 1 0,-3 12 1 0,6-20-4 16,-6 20 0-16,4-12 1 0,-4 12 5 0,0 0 2 0,13-2 9 15,-13 2-2-15,0 0 0 0,16 17 4 0,-9-8-1 16,-1 6 4-16,3-2-4 0,-5-1 0 16,0 1 8-16,-3-2-7 0,-1-11-3 0,6 22 7 15,-4-16-19-15,-2-6 17 0,4 14 2 0,-4-14-1 16,0 0 3-16,0 0 13 0,0 16-2 0,0-16 3 15,0 0-3-15,0 0 2 0,0 0-2 0,0 0-2 16,0 0 0-16,0 0-11 0,0 0 12 0,0 0-7 16,16-33 5-16,-8 22 2 0,1 3-4 0,4-6-5 15,1 4 8-15,2 0-8 0,0 0 2 0,1 1 6 16,-4 3-4-16,4 3 9 0,-6 0-3 0,-11 3 5 16,23 3 1-16,-11-1-5 0,-12-2 5 0,18 12-14 15,-12-5 6-15,-1 3 5 0,-1 0-1 0,-1 1-10 16,-3-11 12-16,1 26 0 0,-2-9-19 0,2-3-10 15,-1-2-30-15,0 0-35 0,-1 5-51 0,1-17-66 16,1 23-56-16,0-14-99 0,-1-9-208 0,5 12-599 16,-5-12 265-16</inkml:trace>
  <inkml:trace contextRef="#ctx0" brushRef="#br0" timeOffset="-162005.25">17158 17088 53 0,'-2'-11'297'0,"2"11"-18"16,-1-16-24-16,1 16-28 0,0 0-9 0,0 0-6 15,0 0 1-15,0 0-16 0,19 29-14 0,-14-10-8 16,2 5-15-16,-3 3-8 0,1 2-11 0,-3-2-12 16,2-2-15-16,-1 4-14 0,-3-4-6 0,1 2-8 15,-1 2-6-15,1-4-16 0,0-7-37 0,1 0-43 16,-1-1-43-16,-2 2-48 0,1-6-51 0,0-13-57 15,-3 19-73-15,-1-10-148 0,4-9-472 0,-10 13 209 16</inkml:trace>
  <inkml:trace contextRef="#ctx0" brushRef="#br0" timeOffset="-161524.41">17238 17263 57 0,'7'-7'242'0,"-7"7"-9"0,16-5-9 15,-4 5-12-15,-12 0-4 0,23 7-16 0,-8-1-4 16,-1 4-10-16,-1-1-10 0,-2 3-7 0,2-1-11 16,-3 2-5-16,1 1-5 0,-1-2-17 0,-1 4-8 15,-4-5-10-15,1 0-11 0,1 0-7 0,-5-2-10 16,1-1-5-16,-3-8-5 0,2 14-9 0,-2-14-1 16,0 12-4-16,0-12-8 0,0 0 3 0,0 0-12 15,0 0-1-15,-9 8 0 0,9-8-3 0,0 0-5 16,0 0-4-16,0 0 0 0,0 0-6 0,0 0 3 15,7-39-6-15,0 24 6 0,1 0-6 0,4 1-3 16,-1-1-2-16,1-1-4 0,2 4 6 0,-3 0-5 16,3 2 0-16,-5 1 0 0,-2 2-6 0,-7 7-3 15,11-10 1-15,-11 10-2 0,10-5-2 0,-10 5 3 16,0 0-2-16,0 0 5 0,0 0-5 16,14 17 4-16,-14-17 0 0,7 15-6 0,-6-6 4 15,-1-9 4-15,6 17 1 0,0-8-3 0,1-3-2 16,0 3 5-16,3 0 5 0,0-4-4 0,0-1 2 0,4 0-2 15,-14-4 6-15,26 4-4 0,-13-6 0 0,-13 2 2 16,25-5 0-16,-16 1 0 0,0-1 3 0,-9 5 6 16,12-13-5-16,-9 6 0 0,-3 7 3 0,2-21-6 15,-2 21-1-15,-4-20-1 0,-4 6-1 16,1 2 6-16,-1 4-4 0,-1-1-6 0,-3 3 0 16,12 6-16-16,-21-8-21 0,9 6-28 0,2 2-38 15,10 0-44-15,-23 2-38 0,23-2-46 0,-17 5-52 16,13-2-205-16,4-3-526 0,0 0 233 0</inkml:trace>
  <inkml:trace contextRef="#ctx0" brushRef="#br0" timeOffset="-161306.75">17830 17099 208 0,'0'-11'251'0,"0"11"10"15,0-18 3-15,0 18-5 0,1-13-10 0,-1 13-24 0,0 0-19 16,0 0-21-16,0 0-4 0,0 0 4 0,0 0-3 15,0 0-9-15,0 0-12 0,4 51-4 0,-8-27-13 16,-1 1-23-16,4 3 3 0,-1-2-23 16,-1 0-5-16,1-1-3 0,-1-6-17 0,1 8 0 0,1-7-24 15,-1-1-39-15,2 0-49 0,-2-2-41 16,1 1-57-16,0-4-51 0,1-14-72 0,1 20-71 16,-1-20-177-16,-3 14-546 0,3-14 242 0</inkml:trace>
  <inkml:trace contextRef="#ctx0" brushRef="#br0" timeOffset="-161100.54">17974 17108 134 0,'3'-10'267'0,"-3"10"-26"0,5-10-22 0,-5 10-13 0,0 0 16 16,0 0 3-16,0 0-11 0,0 0 0 0,-3 61-11 15,0-37-11-15,-6 4-18 0,4-1-16 0,-3-1-16 16,1 3-10-16,2-4-14 0,-1 0-12 0,0 0-10 15,2-9-32-15,0 1-53 0,0 1-44 0,0-5-52 16,2-2-33-16,0 3-50 0,2-14-41 0,-2 15-43 16,2-15-161-16,0 0-446 0,2 14 198 15</inkml:trace>
  <inkml:trace contextRef="#ctx0" brushRef="#br0" timeOffset="-160875.25">17999 17437 133 0,'12'-7'159'0,"-3"-1"5"0,7-1-6 0,-2-2 10 16,2 0-6-16,0 1 1 0,1 0-1 0,-1-3 2 15,-1 4 5-15,-1-2-6 0,2 1 2 0,-2 1-5 16,-5-2-6-16,2 3 6 0,-3 0 0 0,1-1-8 16,-4 1-5-16,-5 8-1 0,10-17 2 0,-10 17-8 15,3-11-7-15,-3 11-14 0,0 0-5 0,0 0-16 16,0 0-7-16,0 0-10 0,-37 4-16 0,21 7 3 16,-2-2-14-16,0 1-5 0,4 1-7 0,0 3 8 15,7-4-23-15,-1 0-45 0,-1 3-30 0,4 0-39 16,2-4-33-16,3 2-36 0,0-11-37 0,6 16-43 15,0-9-38-15,5 0-38 0,2 2-162 16,5-5-514-16,-2 0 227 0</inkml:trace>
  <inkml:trace contextRef="#ctx0" brushRef="#br0" timeOffset="-160490.65">18410 17348 60 0,'5'-10'180'0,"-2"1"17"0,-3 9 4 15,0-18 2-15,0 18 3 0,-3-12-1 0,3 12-9 16,-8-7-7-16,8 7-11 0,-16-2-15 0,16 2-13 15,-18 8-13-15,8-3-5 0,-2 4-17 0,-2 1-12 16,7 1-5-16,-1-3-13 0,1 3-3 0,4 0-9 16,-1 0-10-16,3-1-1 0,1-10-9 0,1 19-3 15,6-7-5-15,1-5-6 0,1-2-2 0,4 1-3 16,-3-1-12-16,2-2-2 0,6 0-7 0,-18-3-5 16,24-1-5-16,-11-1 1 0,-2-4-4 0,-2 0-4 15,1-1 6-15,2-2-2 0,-5-2 0 0,0 0-1 16,2-3 0-16,-4-2 0 0,3-2-1 0,-3-1 4 15,2-8-3-15,-1 1-1 0,-5 0 4 0,4-2 7 16,0-2 5-16,-1 1-1 0,-2 2 16 16,1-1 9-16,-2 2 20 0,2 10 9 0,-5 0 16 15,2 16 10-15,0-21 0 0,0 21-13 0,0 0-6 16,0 0-9-16,0 0-8 0,0 0-1 0,0 0 5 0,0 0-10 16,0 0 3-16,-24 46-4 0,17-22-5 0,-4 1-2 15,1 1-8-15,2 0-7 0,3 2-1 16,-1-2-1-16,1 0-15 0,2-2-42 0,1-5-56 15,1 2-48-15,3-3-46 0,3 1-39 0,-1-2-32 16,7 0-48-16,2-5-276 0,4 3-624 0,11-2 276 16</inkml:trace>
  <inkml:trace contextRef="#ctx0" brushRef="#br0" timeOffset="-160233.48">19162 17111 185 0,'0'0'321'0,"0"-21"-5"0,0 21-14 0,0-13-32 0,0 13-25 15,0 0-32-15,0 0-5 0,0 0-7 16,0 0-10-16,0 0-5 0,0 0-9 0,0 0 3 0,1 64-22 16,-5-39-14-16,-1-1-13 0,0 2-12 0,1-1-12 15,-1 1-7-15,-1 1-8 0,-1-2-11 0,3-1-3 16,2-6-17-16,-2 2-8 0,0-3-38 15,-1 2-37-15,2-2-41 0,1-4-47 0,-2 2-48 16,-2-4-43-16,3 1-61 0,-2-3-60 0,-5 0-178 16,10-9-540-16,-11 10 239 0</inkml:trace>
  <inkml:trace contextRef="#ctx0" brushRef="#br0" timeOffset="-159178.65">19071 17173 1703 0,'14'-44'66'0,"-3"11"9"15,5 3-8-15,-3 2 15 0,4 2-6 0,3 6 23 16,-1 1 3-16,-4 7-2 0,3 2-4 16,-1 3-3-16,1 2-6 0,-1 4-5 0,-17 1-3 0,30 7-4 15,-20 2-7-15,0-1-1 0,0 5-7 0,-2 2-6 16,-4 1-1-16,-3 3-7 0,-2 0-1 0,-3-1-9 16,-4 10 10-16,-7-3-11 0,0 1-6 0,-4-5 2 15,-2-2-5-15,-1-2-7 0,-2 1-6 0,1-3-4 16,-2-4-6-16,7-4-3 0,1 1-4 0,-1-4-3 15,7 0 3-15,0 0 0 0,0-3 0 16,11-1-1-16,-13 4 4 0,13-4-5 0,-10 2 6 16,10-2-2-16,0 0 0 0,-9 4-5 0,9-4 4 15,0 0-1-15,0 0-1 0,0 0 3 0,20 18 0 16,-9-13-1-16,0 1 3 0,1 2-1 0,4-3 11 16,1 4-13-16,3-4 3 0,1 2 1 0,4 1 3 15,2-4-1-15,3-2-3 0,-1-1 0 0,0-2 2 16,1-2-1-16,-9 2 5 0,8-3-4 0,-9-1 1 15,1-1-1-15,-2 1 1 0,-4-3-1 0,0 0 2 16,-4-1-4-16,0-2 2 0,-2 1 4 0,0-3-5 16,-4 1 1-16,0-3 2 0,-2 3-4 0,-1 0 4 15,1-2-1-15,-3 14 7 0,-1-19 3 0,1 19 3 16,-3-17 4-16,3 17 4 0,-8-8-1 0,8 8 6 16,0 0-8-16,0 0 7 0,-33 14 7 15,22-3-2-15,-3 2 6 0,3 1-4 0,-1-1 3 16,3 2-6-16,1-1 1 0,5 2-3 0,1-1-3 0,3-3 3 15,-1-12-1-15,9 22 8 0,-2-12-14 16,5 1-7-16,0-3 5 0,6-3-4 0,0 3-2 16,1-4-15-16,0-2 1 0,3-2-22 0,-5 0 6 15,1 0-1-15,2-1 2 0,-8-1-8 0,4-2-3 0,-1-3 1 16,0 1 8-16,-2-5-6 0,-3 4 2 16,-1-3-1-16,-2 1-3 0,2-6 2 0,-2 2 3 15,1-4 0-15,-2 1 6 0,1 1-1 0,0 1 0 16,-4 2 7-16,1 3 13 0,-4 9 3 0,5-14 8 15,-5 14-10-15,0 0-3 0,2-11 3 0,-2 11 7 16,0 0 0-16,0 0 4 0,0 0-7 0,0 0 11 16,-12 47-6-16,5-32 9 0,2 1-4 0,0-2-6 15,-1 2 2-15,2-1 0 0,0-4-2 0,0 2-2 16,4-13 2-16,-5 21-4 0,5-21 0 0,-1 14-5 16,1-14 8-16,0 0-7 0,2 16 3 0,-2-16 2 15,0 0-1-15,12 6 5 0,-12-6 4 0,0 0-15 16,29-6 1-16,-29 6 3 0,30-10-4 0,-14 3 3 15,5 0-2-15,-2-2-3 0,7-1-3 0,-1-2 0 16,-1-1 6-16,2-1-9 0,-2 0-1 0,-1-4-4 16,-1 0 3-16,0 2 2 0,-4-4-3 0,-7 8 3 15,2 0-2-15,-7 2 1 0,2 2 5 0,-3 1-6 16,-5 7 2-16,5-9 0 0,-5 9 5 0,0 0 0 16,0 0 2-16,0 0 13 0,-31 19-3 15,19-6 3-15,-1 1 5 0,1-2-2 0,1 2 11 16,4 2-6-16,0-3-7 0,3-1 1 0,1 0-2 15,3 1 15-15,0-13-10 0,4 22 1 0,1-12-14 16,3-2 3-16,2-1 3 0,3 0 0 0,0-3-2 16,3-2 3-16,2-2-4 0,-4 0-1 0,3-2-2 15,1-2 3-15,-2 0 6 0,-4 1-17 0,7-3-1 16,-5-2 0-16,-1-3-4 0,2 2-6 0,-6-1-3 16,4-2-2-16,-5 1 2 0,1-4 1 0,0 2 2 15,-3 3 2-15,-6 10 3 0,9-18-1 0,-9 18 3 16,4-9-3-16,-4 9-8 0,0 0 9 0,0 0-6 15,0 0 18-15,0 0-5 0,0 0 3 0,0 0-4 16,-28 36 7-16,16-22-2 0,1-1 10 0,0 3-13 16,1-1-3-16,0-1 0 0,1 2 12 0,1-1-9 15,-1 0-25-15,3-1-29 0,0-2-38 0,2 0-28 16,-3 1-44-16,3-2-42 0,4-11-58 16,-7 17-65-16,1-10-236 0,6-7-609 0,-9 8 271 15</inkml:trace>
  <inkml:trace contextRef="#ctx0" brushRef="#br0" timeOffset="-159020.75">19746 17035 34 0,'0'0'168'0,"-2"-13"-30"0,2 13-45 0,0 0-39 16,25-1-54-16,-6 2-82 0,-19-1-87 0,47 8 39 15</inkml:trace>
  <inkml:trace contextRef="#ctx0" brushRef="#br0" timeOffset="-158759.31">20404 16977 131 0,'0'0'269'15,"18"-15"-8"-15,-9 7-10 0,-9 8-16 0,11-9-22 16,-11 9-21-16,0 0 3 0,0 0-8 0,17 14 1 16,-13 2 7-16,-3 2-11 0,-1 8-11 0,-3 0-13 15,0 3-4-15,-1 0-8 0,-3 1-12 0,1-1-12 16,-3 2-6-16,5-2-19 0,0-3-11 0,-2 1-3 16,1-2-13-16,5-6-2 0,0 0-3 0,0 0-14 15,-3-2-25-15,3-3-45 0,0-14-37 0,0 21-44 16,-1-11-50-16,1-10-40 0,0 0-33 0,-3 16-45 15,3-16-249-15,0 0-557 0,0 0 246 0</inkml:trace>
  <inkml:trace contextRef="#ctx0" brushRef="#br0" timeOffset="-158448.28">20382 17215 31 0,'9'-9'177'0,"-9"9"-7"16,13-8-6-16,-13 8-13 0,14-3-5 0,-14 3-12 15,19 4-5-15,-10-1-10 0,-1 1 3 0,-1 5-4 16,1-2-6-16,1 1-2 0,-4 2-4 0,2 1 0 16,0-1 0-16,-3 0-6 0,0-1-2 0,1 0-8 0,0 0-3 15,1-1-2-15,2-1-4 0,0-1-3 16,1 0 1-16,1-2 3 0,1-2-7 0,2 2 0 16,1-3-2-16,-1-2-6 0,0-1-4 0,-2 0 2 15,-11 2-1-15,22-7 4 0,-13 2-7 0,-1-3 11 16,-8 8-8-16,14-14-11 0,-11 4-1 15,0-2-5-15,0 0-1 0,-3 12-7 0,-6-29-2 0,1 15-7 16,-2 0-3-16,-2-2 4 0,1 6-19 0,-1 0-11 16,-1-3-21-16,1 7-30 0,-1-2-32 0,-4 4-39 15,-3 0-44-15,-1 6-42 0,18-2-55 0,-32 12-238 16,9 2-540-16,5 3 239 0</inkml:trace>
  <inkml:trace contextRef="#ctx0" brushRef="#br0" timeOffset="-158089.35">20636 17434 87 0,'21'-3'245'0,"-3"1"6"0,3-5-7 0,0 0-13 0,-3 0-14 15,1 0-8-15,-2-1 2 0,1-2-12 16,-2-2-5-16,-1 1-18 0,1-2-12 0,-2 0-16 16,0 0-2-16,-1-3-13 0,2-6-14 0,-5 6-8 15,-1 0-12-15,-2-2-9 0,-1 1-8 0,-2 0-6 16,-3 2-12-16,-2 2-4 0,1 13-4 0,-10-22-10 15,2 12-7-15,-1 2 1 0,-2 2-4 0,-2 0-8 16,0 2 0-16,-1 2-8 0,14 2 3 0,-24-4-4 16,24 4-5-16,-15 0-2 0,15 0 2 0,0 0-1 15,-15 4 0-15,15-4-3 0,0 0 5 0,0 0-8 16,0 0 6-16,0 0-6 0,37 28 3 16,-20-24-4-16,3 3 0 0,-2 2 3 0,9 0-5 0,-8-3-1 15,0 5 1-15,-2-3-2 0,-4 5 8 0,1-4-5 16,-5 2-2-16,-1 2 3 0,-1 0 2 0,-4-4-5 15,-1 4 4-15,-2-13-1 0,1 24 3 0,-3-8-3 16,-1-4-28-16,-2 3-43 0,3-3-45 16,2-12-49-16,-7 22-48 0,6-11-55 0,0-4-62 15,1-7-171-15,0 0-535 0,5 22 236 0</inkml:trace>
  <inkml:trace contextRef="#ctx0" brushRef="#br0" timeOffset="-157945.54">21318 17448 137 0,'0'0'263'0,"10"-9"-2"0,-4 5-2 0,-6 4 3 16,0 0-11-16,8-13-17 0,-8 13-21 0,0 0-24 16,5-11-7-16,-5 11-35 0,0 0-38 0,0-9-50 15,0 9-49-15,0 0-61 0,0 0-53 0,0 0-82 16,-22-6-187-16,22 6-404 0,-23-3 180 0</inkml:trace>
  <inkml:trace contextRef="#ctx0" brushRef="#br0">3761 17151 2020 0,'-3'-2'119'0,"-1"2"-199"0,2 2 398 0,-1-2-570 0,1 0 298 0,0 0-51 0,2 0 51 16,0 0-77-16,0 0 53 0,0 0-34 0,0 0 0 15,0 0 23-15,20-12 7 0,0 6-31 0,9-5 23 16,17-4-10-16,3 1-23 0,1-2 34 0,0 0 19 15,-13 7-46-15,0 0 14 0,-7 4-175 0,-10 1-82 16,1-1-79-16,-9 1-3 0,-1 1-31 0,0 3-19 16,-5 0 117-16</inkml:trace>
  <inkml:trace contextRef="#ctx0" brushRef="#br0" timeOffset="-155239.46">3748 17251 8 0,'0'0'80'0,"23"-3"-8"16,-9 2-7-16,5-2-3 0,-1-1-11 0,1 1-3 15,-1-1 3-15,4-1-18 0,-3 0-15 0,-2 4-25 16,-5-1-24-16,0-1-44 0,-4 1-82 0,-8 2 36 16</inkml:trace>
  <inkml:trace contextRef="#ctx0" brushRef="#br0" timeOffset="-154805.12">3671 17175 22 0,'0'0'70'0,"0"0"-3"0,0 0-4 0,0 0 5 0,0 0-2 16,0 0 6-16,0 0-8 0,0 0-8 15,30 6 3-15,-30-6 4 0,32-4-10 0,-13 2 3 16,1 0 1-16,7-3-7 0,-5 2-7 0,7-4 2 15,-1 5-1-15,-1-2-10 0,4 0 1 0,-13 3 2 16,1-2-24-16,-6 2 10 0,-13 1-1 0,30 0-2 16,-17-2-5-16,-13 2 4 0,22 0-5 0,-22 0-7 15,18 0 2-15,-18 0 0 0,15 2 5 16,-15-2-23-16,0 0-19 0,17 1-28 0,-17-1-22 0,7 1-21 16,-7-1-72-16,0 0-183 0,0 0 81 0</inkml:trace>
  <inkml:trace contextRef="#ctx0" brushRef="#br0" timeOffset="-154528.81">3582 17402 78 0,'31'-7'125'0,"4"-2"1"16,5 0-6-16,8-5-8 0,-8 3-3 16,-3 0-8-16,13-5-14 0,-12 3-14 0,11 0 4 15,-15 2-8-15,3 2-4 0,-5-1-14 0,0 3 0 16,-2-1-2-16,-2 1-8 0,-8 2-11 0,-2 2 3 16,-5-1-23-16,0-1-14 0,-13 5-18 0,22-3-21 15,-14 2-20-15,-8 1-13 0,12-3-28 0,-12 3-79 16,6-6-197-16,-6 6 87 0</inkml:trace>
  <inkml:trace contextRef="#ctx0" brushRef="#br0" timeOffset="-154383.05">3981 16772 29 0,'-3'-11'143'0,"3"11"-16"15,0 0-13-15,0 0-10 0,0 0-10 0,0 0-2 16</inkml:trace>
  <inkml:trace contextRef="#ctx0" brushRef="#br0">3849 17416 717 0,'-1'15'135'0,"-2"-1"-303"0,-1 2 373 0,0 0-554 15,2 2 127-15,-1-2 261 0</inkml:trace>
  <inkml:trace contextRef="#ctx0" brushRef="#br0" timeOffset="-154074.15">4189 16675 19 0,'0'0'68'0,"-3"-9"-17"0,3 9-18 15,0 0-11-15,-2-3-18 0,2 3-14 0,0 0-22 16,0 0-34-16,0 0 16 0</inkml:trace>
  <inkml:trace contextRef="#ctx0" brushRef="#br0" timeOffset="-153496.93">3800 16734 54 0,'0'0'145'16,"-2"-12"-24"-16,2 12 1 0,0 0-30 0,0 0-4 15,0 0-12-15,0 0-5 0,1-6-7 0,-1 6-8 16,0 0-8-16,0 0-3 0,0 0 3 0,3 22 2 16,-3-22-7-16,2 23-1 0,-2-3 2 0,0 0-3 15,1 8-5-15,1-3 7 0,-1 6 4 0,0 0-10 16,-1 2-5-16,0 12 3 0,-1-10-7 0,-2 12-2 16,3-11-37-16,-5 9 7 0,4-10 0 0,-4-1 1 15,1 1 0-15,-4-6-1 0,1 3 5 16,-1-2-15-16,0-5-5 0,2 1-9 0,0-7-2 0,-1 6 0 15,1-1-26-15,-1-6-15 0,2-3-24 0,1 0-100 16,-2 0-209-16,0-4 93 0</inkml:trace>
  <inkml:trace contextRef="#ctx0" brushRef="#br0" timeOffset="-153232.62">4105 16651 145 0,'0'0'150'0,"26"24"2"0,-19 6-8 0,-1 17-13 15,-6 9 0-15,-5 25-9 0,4-25-11 0,-13 24-5 16,0 2-11-16,2-26-6 0,-1 1-11 15,3-2-3-15,0 1-39 0,0-1-19 0,6-6-22 16,-3 0-28-16,5 2-40 0,7-3-56 0,0-1-95 16,4-1-243-16,-1-11 108 0</inkml:trace>
  <inkml:trace contextRef="#ctx0" brushRef="#br0" timeOffset="33930">23187 6534 84 0,'0'0'195'16,"0"-13"-4"-16,0 5-1 0,0 8-11 0,-2-13-10 16,0 6-9-16,2 7-13 0,-5-11-15 0,0 5-10 15,0 1-12-15,-1 1-11 0,-3-2-8 0,1 2-11 16,-3 1-5-16,-1 1-8 0,-2 1-10 0,1 1-4 16,-4 3-2-16,4-1-5 0,-1-1-5 0,-3 6-1 15,5-2-4-15,-4 1-3 0,-1 2-4 0,3 1-2 16,0-1-3-16,3 1 0 0,3-1-3 0,-6 2-5 15,6-2 2-15,2 2-4 0,-2-1-3 0,7 1 0 16,-2 2-1-16,2-2-2 0,2 0 3 0,2 0-1 16,2 3 1-16,5 0-2 0,2 1 0 0,0 0 0 15,6-2-1-15,0-2-2 0,4 8-1 0,2-3 2 16,-6-3-4-16,5 0 1 0,-5-1 1 0,-4-2-1 16,3 2-2-16,-6-4 0 0,-2 1 2 0,1 0-4 15,-3 0 2-15,-2-3 1 0,-1 2-2 0,-3-3-1 16,-1-4 3-16,-4 12 2 0,4-12-3 0,-18 15 4 15,2-9-2-15,-5 1 1 0,-4 0-2 0,-6-3 4 16,3-2-4-16,-5 2 1 0,2 0-1 0,3 1-1 16,0-3-5-16,7-1-10 0,2 0-16 0,5 0-21 0,1 0-26 15,3-1-32-15,10 0-36 0,-14-1-43 0,14 1-35 16,0 0-111-16,0 0-359 0,0 0 160 16</inkml:trace>
  <inkml:trace contextRef="#ctx0" brushRef="#br0" timeOffset="34332.61">23442 6625 112 0,'0'0'189'0,"0"0"-9"0,-11-11-9 0,4 10-13 16,-3-1-8-16,-2 1-7 0,-1 4-2 0,0 1-12 15,-4 4-7-15,-1 1-5 0,-1 2-7 0,1-1-8 0,-3 7-9 16,6-6-6-16,-1 2-12 0,6-4-2 15,-1 4-8-15,3 1-11 0,3-4-3 0,2 0-4 16,2 1-6-16,0 0-2 0,2 0-2 0,2-4-5 16,1 3 1-16,2-3-2 0,0 1-3 0,3-2-2 0,0-2-2 15,0 0-2-15,3-3 0 0,-1-1-1 16,1-1-4-16,0-2 0 0,0 0 1 0,1 0-2 16,-2-4 3-16,5-2-1 0,-6 2-1 0,0 0 8 15,3-6-9-15,-7 5 1 0,2 0-2 0,-2-1-2 16,-1 0 0-16,2-1 2 0,-4 4 0 0,1 0-3 15,-4 6-2-15,4-7-3 0,-4 7-2 0,5-6-5 16,-5 6 0-16,0 0-1 0,0 0 4 0,0 0-3 16,0 0-1-16,0 0 3 0,2 25-3 0,-5-16 2 15,3 3-1-15,-1-1 2 0,0 0-2 0,1 6 0 16,-2-1-14-16,2 0-11 0,0 0-26 0,3-2-30 0,-2 1-36 16,3 1-43-16,0-4-29 0,0-2-37 15,1-1-133-15,0-1-389 0,-5-8 173 0</inkml:trace>
  <inkml:trace contextRef="#ctx0" brushRef="#br0" timeOffset="34553.75">23638 6574 64 0,'0'-10'219'0,"3"-1"-9"0,-4 5-8 0,1 6-19 0,1-11-24 15,-1 11-17-15,0 0-11 0,0 0-16 0,0 0-3 16,0 0 5-16,0 0-4 0,-3 38-2 0,0-20-12 15,-1 1-9-15,4 8-6 0,-4 0-8 16,1-1-6-16,5-1-8 0,-4 0-7 0,-1-5 0 16,1 5-9-16,2-9-19 0,0 4-18 0,0 5-23 15,2-7-28-15,-1-2-34 0,-1-5-35 0,0 2-38 0,1 0-34 16,-1-13-147-16,-2 16-357 0,2-16 158 0</inkml:trace>
  <inkml:trace contextRef="#ctx0" brushRef="#br0" timeOffset="35284.61">23509 6735 55 0,'0'0'135'0,"0"0"-9"16,13-7-11-16,-5 6 1 0,-8 1-5 16,20 1-14-16,-8-1-10 0,-12 0-6 0,25 1-2 15,-12-1-6-15,-1 4-5 0,-2-2-7 0,-2 0-6 0,-8-2 0 16,15 5 4-16,-9-2 1 0,-6-3 0 0,12 7 1 15,-6-2-8-15,0-1 4 0,-6-4-11 0,11 10 1 16,-7-7 3-16,-4-3-8 0,10 12-2 16,-5-7 1-16,0 3-7 0,-5-8-5 0,12 12-1 15,-7-8-1-15,1 3-4 0,0-2 3 0,-6-5-2 0,12 5-3 16,-6-2 7-16,-6-3-11 0,14 5-1 0,-14-5 0 16,16 0 1-16,-16 0-3 0,18-5-1 0,-9 5 3 15,-2-4-6-15,1 0-1 0,1-1 0 0,-3-2-2 16,3-1 1-16,-3 0-1 0,0 1 1 15,-1-2 16-15,-1 3-5 0,0-1 2 0,-2-2-1 0,-1 2-2 16,2 0 3-16,-1-1-3 0,-2 8 1 0,0-11 1 16,0 11 0-16,2-8-4 0,-2 8-6 15,0 0 0-15,2-9-7 0,-2 9 0 0,0 0 0 16,0 0-2-16,0 0 3 0,0 0-4 0,0 0 1 0,-2 27 1 16,2-17-2-16,0-1 2 0,-2-1-2 0,5 1 1 15,-1 0 2-15,1 1-1 0,0-1 1 0,-1 3 1 16,3-4-2-16,2 1 3 0,0-2-4 0,1 1 5 15,0-3 3-15,1 1-5 0,2-2 3 16,-1-1 0-16,1-3-1 0,0 1 0 0,-1-2 1 0,2 2 1 16,-2-2-4-16,0-2 2 0,0-2 0 0,-3 0 4 15,2 0-6-15,-3-3-2 0,1 1 0 0,0 0 1 16,0-2-2-16,-2-1 0 0,-1-2 2 0,-2 1-5 16,0 0 2-16,-2-1-1 0,-2 3 0 15,-2-4-1-15,2 3 1 0,-2 1 0 0,-1 0-1 0,0 0-1 16,-2 5 1-16,1-3-1 0,1 1 0 0,0 2 0 15,5 4 7-15,-9-5-8 0,9 5-4 0,-8-5 2 16,8 5-2-16,0 0 1 0,0 0 0 0,0 0 4 16,0 0 1-16,0 0-2 0,0 0 7 0,0 0-3 15,0 0 0-15,0 0 1 0,32 9-1 0,-18-7 1 16,3 0 1-16,-2-1 0 0,-1 2 0 0,-1 0-3 16,1-3 3-16,-1 4-2 0,-2 0-1 0,0 1-1 15,0-1 4-15,-3 3-5 0,-1-1 4 16,1 2-5-16,-2 0 1 0,-1-2 3 0,-1 3-1 0,-1-2 1 15,-1 6 1-15,1-4-2 0,-3 3 5 0,1-1 11 16,-1 1-15-16,0-1-24 0,2 2-23 0,-2-3-33 16,1 1-38-16,-1-11-35 0,2 15-30 0,1-7-161 15,-3-8-372-15,7 10 165 0</inkml:trace>
  <inkml:trace contextRef="#ctx0" brushRef="#br0" timeOffset="35649.75">24475 6723 66 0,'-9'-5'207'0,"3"3"-10"0,6 2-1 15,-11 2-9-15,2 1-16 0,-1 3-12 0,-1-1-11 16,1 1-11-16,0 1-14 0,1 2-11 0,0 0-8 16,-1-1-12-16,2 3-7 0,0 0-8 0,3-2-8 15,1-2-6-15,-1-1-7 0,3 1-5 16,2-7-6-16,-3 13-3 0,1-8-2 0,2-5-8 15,0 0-2-15,-3 10-7 0,3-10-3 0,0 0 1 0,0 0 0 16,0 0-6-16,0 0-4 0,0 0 2 16,0 0-5-16,0 0 3 0,20-12-6 0,-14 6 1 0,-2-1 4 15,1 4-4-15,1-6 0 0,-1 3-3 0,-1 1 0 16,1 0-2-16,-1 1 1 0,-4 4 1 0,8-7-7 16,-5 3-1-16,-3 4-3 0,0 0 4 0,0 0-5 15,0 0 3-15,0 0 1 0,0 0 2 0,9 13 0 16,-9-6 1-16,0-7-1 0,0 21 2 15,2-9 0-15,-2-1 4 0,0 0-1 0,-2 0-3 0,2-11-23 16,2 21-24-16,-1-9-30 0,-1-1-38 0,4-3-36 16,-4-8-33-16,2 15-153 0,-2-15-365 0,5 9 161 15</inkml:trace>
  <inkml:trace contextRef="#ctx0" brushRef="#br0" timeOffset="35895.93">24583 6602 92 0,'3'-13'241'0,"-3"5"-5"16,0 1-14-16,0 7-21 0,1-10-25 0,-1 10-23 15,0 0-12-15,0 0-4 0,0 0 6 0,0 0-10 16,2 25-2-16,0-6-6 0,0 0-10 0,-2 8-6 16,-4-3-8-16,2 3-11 0,1-1-5 0,-1-6-6 15,2 3-1-15,0-2-11 0,-1 6-7 0,-3-7-6 16,3-3-4-16,0 1-17 0,-1 1-19 0,2-3-15 15,0-1-22-15,-2-1-21 0,0-5-38 0,1 2-31 16,1-11-37-16,0 14-26 0,0-14-15 0,0 0-24 16,0 11-131-16,0-11-373 0,0 0 165 0</inkml:trace>
  <inkml:trace contextRef="#ctx0" brushRef="#br0" timeOffset="36172.28">24462 6764 29 0,'-3'-10'136'0,"3"10"-10"0,0 0 4 16,0 0-4-16,0 0-1 0,0 0-9 0,24 0-1 16,-12 0-1-16,-12 0-7 0,33 5-2 0,-11-3-6 15,-1 0-7-15,3-2-3 0,2 0-8 0,-5 0-7 16,0 0-4-16,-8 0-2 0,1 0 2 0,-2-2-6 16,-1 0-4-16,-2 4-9 0,-1-2-3 0,-8 0-4 15,13 2-2-15,-8-1-5 0,-5-1 9 16,9 6-6-16,-5-2 1 0,0 1-2 0,-3 2 3 0,1 0 4 15,1 2 2-15,-1 0-6 0,2 2-1 0,-4-2-5 16,0 3-3-16,0-1-4 0,0 0 0 0,-4 1-21 16,3-1-21-16,-1 0-20 0,-1 0-41 0,-1 1-41 15,4-3-54-15,0-9-45 0,-6 14-140 0,2-8-383 16,4-6 170-16</inkml:trace>
  <inkml:trace contextRef="#ctx0" brushRef="#br0" timeOffset="36336.4">24706 6608 8 0,'-2'-11'158'0,"2"11"-24"0,0 0-22 16,0 0-35-16,0 0-35 0,0 0-36 0,0 0-51 15,0 0-37-15,0 0-90 0,16 22 40 0</inkml:trace>
  <inkml:trace contextRef="#ctx0" brushRef="#br0" timeOffset="36892.18">24907 6763 144 0,'2'5'169'15,"-2"-5"-7"-15,1 8 1 0,-1-8-4 0,-1 12-6 16,1-3-3-16,0 4-9 0,-2-4-11 15,-1 0-15-15,1 1-8 0,-1-1-11 0,3 1-6 0,-2 0-12 16,1-1-4-16,2 0-7 0,-2 1-10 0,2-4-1 16,1 2-3-16,-2-8-9 0,6 11-3 0,-2-6-4 15,0 1-1-15,-1 0-1 0,4-4-6 0,2 1 0 16,-9-3-2-16,15 2-3 0,-10-2-1 0,3 0-1 16,-8 0-5-16,15-6-1 0,-7 5 2 0,-3-5-6 15,4 0 2-15,-4 0-4 0,1-3 3 0,0-2-3 16,1 1-3-16,0 0 1 0,-2-2-3 0,1 1 2 15,-1-3-1-15,3-3-3 0,-2 7-2 0,0 0 2 16,-1 0 2-16,1 2-2 0,-2 2-1 0,-2-1-4 16,-2 7 0-16,8-7 8 0,-4 5-11 0,-4 2 1 15,0 0-2-15,13 2 2 0,-13-2-3 0,7 9 4 16,-2-3-1-16,-1 0 2 0,1 3-1 0,-2 3 2 16,2-2 2-16,-2-1 0 0,-1 1 2 0,-2-1 1 15,0 0-1-15,2-2 0 0,-2-7-1 0,0 10 2 16,0-10 3-16,2 9 5 0,-2-9 5 0,1 5 9 15,-1-5 13-15,0 0-3 0,0 0 1 0,0 0-5 16,0 0 2-16,0 0-7 0,0 0-1 0,0 0-4 16,0 0-2-16,7-24-3 0,-3 14-2 15,1 1-3-15,1 0-5 0,3-3-2 0,1 0-2 0,2 2-3 16,-3 1 2-16,3 0-1 0,-3 4 2 0,-1 1-6 16,3 1 0-16,1 3-1 0,-6 0 2 0,-6 0 5 15,19 6-6-15,-12-1 7 0,3 2-5 0,-2 1-2 16,-1 2 3-16,1-2-2 0,-5 4 6 0,4-1-3 15,-3 1-2-15,-1 5 2 0,1-2-11 0,-2-1-36 16,-2-4-52-16,-2 3-63 0,2-1-58 0,-3-2-200 16,3-10-454-16,-1 16 202 0</inkml:trace>
  <inkml:trace contextRef="#ctx0" brushRef="#br0" timeOffset="37175.89">25673 6606 151 0,'0'-6'260'0,"0"6"-14"0,2-11-17 16,-2 11-23-16,2-6-21 0,-2 6-19 0,0 0-24 16,0 0-7-16,0 0-11 0,0 0-6 0,9 22-9 15,-9-9-1-15,2 5 2 0,-2 2-9 0,0 4-2 16,0 2-6-16,0-4-11 0,-2 2-4 0,0 0-10 15,2-7-2-15,2 4-9 0,-4-4-3 0,0 2-4 16,2 1-7-16,0-2-4 0,0 0 0 0,0-2-13 16,0 0-21-16,-3-5-20 0,6 1-25 0,-3 0-26 15,-3-2-37-15,2 0-40 0,1-10-36 0,-1 16-45 0,1-11-180 16,0-5-437-16,-4 11 194 0</inkml:trace>
  <inkml:trace contextRef="#ctx0" brushRef="#br0" timeOffset="38080.25">25702 6589 168 0,'16'-10'168'0,"2"1"-6"0,-1 2-10 0,2 3-16 16,-6 0-9-16,5 4-11 0,-5 4-11 0,1-2-7 15,-3 4-15-15,0 1-7 0,1 1-5 0,-5-1-7 16,1 6-5-16,-4-2 3 0,2 1-15 0,-6 0 3 15,-5 3-4-15,-2 3-5 0,0-5-6 0,-3 3-1 16,-2-2-3-16,-1 0-1 0,-2-4-9 0,0 1-2 16,1-2 3-16,3-1-8 0,0-2-1 0,2 0 1 15,3-1-5-15,1-1 1 0,5-4-3 0,-8 5 0 0,8-5-1 16,-7 4-6-16,7-4-3 0,-6 4 3 16,6-4 0-16,0 0 0 0,-2 10-1 0,2-10-1 15,0 0 2-15,8 11 0 0,-4-3 3 0,-4-8 0 16,13 10 5-16,-1-4 9 0,3 0 8 0,-4 0-4 0,7-1 2 15,1 1 0-15,-6-3-4 0,5 1-2 0,0 0 0 16,-4 0-1-16,-1-1-2 0,5-2-1 16,-5 0-1-16,-2 0-1 0,3-2 1 0,-3-1 1 15,3 0-2-15,-5 0 1 0,-1-2 0 0,2 0 0 16,-5-1 1-16,1 1-1 0,1-1 1 0,1-4 1 0,-3 1 3 16,0-2-2-16,-1 2 7 0,-1-1-7 15,-2-1-5-15,0 0 3 0,-2 2 6 0,1 8 3 16,1-13 0-16,-1 7 0 0,0 6-2 0,0-11-3 15,0 11-3-15,0 0-4 0,-5-5-2 0,5 5 0 16,0 0-3-16,-20 11 1 0,11-4 0 0,-2 1-2 0,1 1 3 16,4 1 0-16,-5 4 3 0,4-3 0 0,2-2-1 15,1 4 1-15,-1-3-1 0,3 3 1 16,2-2-1-16,2-1 4 0,0-2-4 0,5 2-1 16,1-1 0-16,0-4 1 0,5 0 0 0,4 1-3 0,0 0 1 15,2-5-2-15,3-1 4 0,-2 1 2 0,3-2-5 16,1-2 0-16,3-1 0 0,-7-2 1 15,-2-1-1-15,9-1-3 0,-9 1 0 0,-2 0 3 16,-1-2-2-16,4-1 0 0,-6 0 2 0,1-1 0 16,-4 1 1-16,0-1-2 0,-1 0 0 0,-3 2 4 0,1 0 2 15,-5-1 3-15,2 6 2 0,0-2 4 0,-4 6 1 16,4-10-4-16,-4 10-1 0,0 0-5 0,0 0 1 16,-14-8-5-16,14 8-1 0,-19 2-1 15,2 4 3-15,2 0-3 0,-1-1 3 0,3 1-1 16,3-2-2-16,1 4 0 0,-2 0 2 0,4-1-3 0,0 0 1 15,1 1 0-15,6-8-3 0,-7 11 0 0,7-11 3 16,-2 8-1-16,2-8 0 0,0 0 1 16,-2 11 5-16,2-11-3 0,0 0 0 0,0 0 0 0,0 0 0 15,15 5-2-15,-15-5 1 0,0 0 0 16,16-5 2-16,-16 5-5 0,0 0-3 0,18-2 3 0,-18 2-9 16,10 1 5-16,-10-1-4 0,0 0 1 0,15 6 4 15,-9 2-3-15,-1 1-2 0,0 0 1 0,-1 1 3 16,-1 2 0-16,5 1-3 0,-4 1 3 15,1 2 0-15,0 1 0 0,-5-3 1 0,2 4 0 0,-1-7 2 16,-1 3-4-16,0-3 0 0,-1 6 4 0,-1-2 2 16,-1-5 2-16,-4 5 1 0,-1-1 0 0,-3 0 0 15,-5-2 5-15,0 1-4 0,-6 0-6 0,-3-2-15 16,5-4-9-16,2 1-15 0,-2 0-23 16,2-3-33-16,0-3-42 0,5 1-58 0,1-3-51 15,-1-1-178-15,1-3-456 0,7-1 202 0</inkml:trace>
  <inkml:trace contextRef="#ctx0" brushRef="#br0" timeOffset="38302.54">26569 6793 189 0,'0'0'256'0,"5"-5"-17"15,-5 5-22-15,4-3-19 0,-4 3-22 0,0 0-21 16,0 0-16-16,0 0-8 0,0 0-10 0,6 12-13 15,-6-2-9-15,0 0-10 0,0 0-10 0,0 3-2 16,0 1-8-16,-2 2-7 0,0 0-4 0,2-1-5 16,-2-1-5-16,0-4-18 0,0 2-27 15,-1-3-26-15,3 1-42 0,-2-1-45 0,2-1-44 0,-2 0-54 16,0-3-132-16,2-5-367 0,0 0 162 0</inkml:trace>
  <inkml:trace contextRef="#ctx0" brushRef="#br0" timeOffset="38463.83">26502 6581 92 0,'0'0'135'0,"-3"-8"-18"0,3 8-15 16,0 0-14-16,0 0-28 0,0 0-31 0,0 0-46 15,22 18-40-15,-15-9-35 0,-1-1-99 0,4 1 44 16</inkml:trace>
  <inkml:trace contextRef="#ctx0" brushRef="#br0" timeOffset="39218.28">26785 6759 66 0,'6'5'184'16,"-6"-5"-1"-16,0 0-5 0,0 0-11 0,0 7-5 16,0-7-10-16,0 0 10 0,-8 16-26 0,2-10-4 15,0 2-10-15,3-2-6 0,-3 2-11 0,2 2-8 16,-1 0-7-16,1-2-11 0,1 0-3 0,1 2-11 15,-1-1-7-15,1 0-3 0,2-1-7 0,0-8-4 16,0 13-3-16,5-7-1 0,-3 0-6 0,7 0 1 16,-4-2-4-16,1-1-4 0,5-1-3 0,-3 2 0 15,-2-3-4-15,3-1 2 0,-9 0-4 0,16-1-3 16,-9-1-4-16,3-2 2 0,-2 1-2 0,1-1-1 16,-3-4-2-16,-1-1-1 0,3 3 0 0,-4-4 6 15,0-1-10-15,-2 2-1 0,0-2 0 0,0 0-2 16,1-1-1-16,-1 3 4 0,-2-2-6 0,-2 2 3 15,4 0-2-15,-2-1-2 0,0 10 3 0,0-13 0 16,0 7-2-16,0 6 0 0,2-10-1 0,-2 10-3 16,2-10 3-16,-2 10 0 0,10-5-2 0,-6 4 7 15,-4 1-3-15,13 1-2 0,-2 2-2 0,1 2 2 16,-1 2 0-16,1 0-1 0,-4 2 3 0,3 3 1 16,-2-1-1-16,-1 3 3 0,-2 1-4 0,-2-2 3 15,1-2-2-15,-3 0 3 0,0 0-2 0,2-1 3 16,-4 0 0-16,0-2-1 0,0-2 1 0,0-6 10 15,0 14 10-15,0-14 3 0,-2 8 5 0,2-8 2 16,-2 7 0-16,2-7 8 0,0 0-4 0,0 0 2 16,-7 1 2-16,7-1-3 0,0 0-4 0,0 0-4 15,0 0-3-15,7-25-3 0,-3 17-5 0,4-3 2 16,-2 0-9-16,3-2 3 0,5-1-3 0,-5 2-5 16,0 1 0-16,2-1-2 0,-2 2 3 0,2 2-6 15,1 2-2-15,-3 0 1 0,1 2-3 0,-2 0 2 16,1 1-3-16,-9 3 0 0,13 3-2 0,-4-2 0 15,0 6 2-15,0-3-2 0,3 0 5 0,-2 5 0 0,-3-4 1 16,2 3-1-16,3 0-1 0,-4 0 2 16,1-2 0-16,1-1 2 0,-2 3 0 0,-3-4 11 15,3 1 12-15,-3 0 10 0,6-2-5 0,-4-3 0 16,1 0 2-16,-8 0-1 0,15-4-4 0,-9 1-1 0,5 0-3 16,-4-4 5-16,-2 3 3 0,4-2-17 0,-3-3-1 15,-1 1-1-15,0-1 2 0,2 1 0 16,-3 1-5-16,0-3 3 0,1 0 2 0,-1 5-8 15,-2-1-2-15,-2 6-1 0,5-11 0 0,-5 11-3 16,4-7-2-16,-4 7-4 0,0 0 0 0,0 0-5 0,0 0 6 16,0 0-5-16,0 0 0 0,0 0 3 0,-20 14 4 15,13-4-3-15,-1-2 2 0,1 1 0 16,0 1-2-16,0-2-7 0,-1 2-6 0,0-2-9 16,1 0-9-16,1 2-17 0,2 1-27 0,-1-3-29 0,0 0-39 15,1 1-47-15,0-2-51 0,3 0-217 0,1-7-502 16,0 0 222-16</inkml:trace>
  <inkml:trace contextRef="#ctx0" brushRef="#br0" timeOffset="39508.28">27564 6685 65 0,'0'0'244'0,"0"0"-13"0,0 0-12 0,0-9-12 16,0 9-19-16,0 0-18 0,0 0-17 0,0 0-18 0,0 0-14 15,0 0-13-15,0 0-12 0,0 0-13 0,0 0-23 16,0 0-19-16,0 0-25 0,0 0-40 15,0 0-44-15,0 0-35 0,0 29-39 0,0-20-158 16,0-1-325-16,0 3 143 0</inkml:trace>
  <inkml:trace contextRef="#ctx0" brushRef="#br0" timeOffset="39645.68">27535 6922 129 0,'0'0'204'0,"0"0"5"0,0 10-4 0,0-10-12 16,0 0-13-16,0 0-17 0,0 0-19 0,0 0-15 15,0 9-10-15,0-9-14 0,0 0-27 0,6 5-39 16,-6-5-56-16,0 0-57 0,4 5-64 0,-4-5-140 16,0 0-302-16,0 0 134 0</inkml:trace>
  <inkml:trace contextRef="#ctx0" brushRef="#br0" timeOffset="39797.4">27706 6840 103 0,'0'0'240'0,"4"-3"-15"16,-4 3-23-16,0 0-24 0,0 0-16 0,0 0-18 16,11-2-22-16,-11 2-31 0,9 3-42 0,-9-3-48 15,10 7-51-15,-6-5-52 0,-4-2-126 0,0 0-246 16,0 0 108-16</inkml:trace>
  <inkml:trace contextRef="#ctx0" brushRef="#br0" timeOffset="40658.11">22897 7327 68 0,'0'0'137'0,"-15"0"1"0,8-2-13 15,7 2-2-15,-11 0-5 0,11 0-11 0,-10 0-6 0,10 0-8 16,0 0-9-16,-11-3 1 0,11 3-12 0,0 0-1 16,0 0-6-16,0 0 2 0,-10 0-9 0,10 0-5 15,0 0-6-15,0 0 1 0,0 0-2 0,0 0 2 16,0 0 2-16,0 0 1 0,0 0 4 0,32 7-3 16,-18-5-2-16,7-1 3 0,6 0-6 0,7-1-1 15,3 2-6-15,13-4 0 0,5 2 13 0,2-1-4 16,0 1-8-16,4-1 1 0,3-3-4 0,1 4-2 15,25-4 2-15,-28 2-8 0,3-2-1 0,29-2-4 16,-30 5 0-16,29-3-1 0,-27 0-3 0,29 1 1 16,-4 0-3-16,1 0-4 0,-26-1 4 0,24-4-3 15,4 5 0-15,-4-1 2 0,2-2-5 0,-2 3 1 16,4-6 2-16,0 5-5 0,1-1 3 0,-6 0-3 16,-21 5 7-16,26-6 2 0,-3 2 3 0,-28-1 2 15,28 0-2-15,-26 1 1 0,0 0 2 0,26 2-1 16,-29-2-5-16,-3-1 4 0,2 2-1 0,1 2 0 15,3-5 0-15,-2 2 1 0,0-1-1 0,4 2 0 16,-6 1 0-16,29-6 1 0,-28 4-4 0,3 4 3 16,-2-3-1-16,2-1 1 0,-6 3 0 0,1-1 0 15,-1 1-6-15,-3 2-2 0,-16-4 2 0,12 2 0 16,-16-1 0-16,0 2-2 0,-2 0-3 0,1 0 2 16,-2 0-2-16,-7 0 6 0,-4 0-6 0,-1 0 4 15,-4 0-5-15,-2 0-5 0,-5 0 7 0,-1 0-5 16,-1 0-1-16,-8 0-2 0,15 0 0 0,-11 0 0 15,-4 0 2-15,14 0-2 0,-14 0 3 0,7 0-8 16,-7 0-10-16,0 0-20 0,0 0-32 0,10 0-34 16,-10 0-52-16,0 0-73 0,0 0-78 0,0 0-192 15,5-8-530-15,-5 8 234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36:03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8714 9010 53 0,'-5'-4'69'16,"1"-1"-5"-16,4 5-8 0,-9-7-11 0,6 3 0 15,3 4-6-15,-8-7-2 0,3 4-5 0,5 3 1 0,-13-5-3 16,7 4-4-16,6 1-5 0,-15-3-6 0,7 3 1 15,-1-3-5-15,-2 3 8 0,11 0-14 16,-20 0 4-16,12 0-1 0,-2 0 6 0,-1 0-8 16,11 0 1-16,-17 0-3 0,4 0 1 0,2 3 1 0,0-3-3 15,-1 0 6-15,0 0-4 0,-1 0-6 16,4 0 2-16,-2 0 2 0,11 0-1 0,-15 0 3 0,4 0-2 16,11 0 5-16,-14 0-5 0,14 0 4 0,-11-2 1 15,11 2 2-15,-11 0 6 0,11 0-1 0,-8 2-3 16,8-2 1-16,0 0-2 0,0 0 5 0,0 0 10 15,0 0 15-15,0 0 0 0,47 3 1 0,-14-2 6 16,22-1 7-16,8 0-9 0,33-1 1 0,3 1 2 16,0 0-4-16,5-3-3 0,6 1 1 0,3 0 3 15,0 0-8-15,3-2-4 0,0 4-3 0,-9-3 8 16,-1-1 0-16,-1 4 1 0,-10-4 0 0,-29-1-5 16,26-1 10-16,-28 3-8 0,2-2 1 0,1-3 0 15,-4 4-2-15,-2-5-6 0,-4 5-3 0,-7 1 4 16,-13 0 0-16,-2-3-3 0,-5 3-3 0,-10-1 1 15,-1 2-6-15,-3-1 3 0,-4 0 1 0,-3 1 1 16,2 0-4-16,-4 0 1 0,-7 2-5 0,10-4 2 16,-10 4-4-16,9-2-3 0,-9 2 0 0,5-4 1 15,-5 4-1-15,0 0-8 0,0 0 6 0,4-5-5 16,-4 5-3-16,0 0-16 0,0 0-24 0,0 0-11 16,0 0-21-16,0 0-15 0,0 0-16 0,6 13-26 15,-6-13-21-15,2 15-137 0,-4-5-308 0,2 0 136 16</inkml:trace>
  <inkml:trace contextRef="#ctx0" brushRef="#br0" timeOffset="995.01">12569 8954 21 0,'0'0'38'16,"0"0"1"-16,0 0-6 0,-8-4 0 0,8 4-1 0,0 0-6 16,0 0 2-16,-9-3-3 0,9 3-2 0,-10-1 4 15,10 1-1-15,0 0-5 0,-11-1 5 16,11 1 1-16,0 0 5 0,-11-1-11 0,11 1-1 0,-9 0 3 15,9 0-4-15,0 0-1 0,-9-2-3 0,9 2 5 16,0 0 8-16,0 0 7 0,0 0 3 0,0 0 8 16,0 0 6-16,30 8 8 0,3-6-8 0,19 0 2 15,7 2-1-15,6-2 1 0,39-1-9 0,-1 1-1 16,-1-2-7-16,-1 1-1 0,-4-1-4 0,-3-1-4 16,-29 1 1-16,0-2-8 0,3 4 11 0,-3-2-5 15,-4-2 0-15,-1 1 3 0,-1-1-6 0,-4 2 8 16,-14-2-3-16,-3 2-10 0,-2-2 6 0,-2 0 1 15,-5 0-5-15,-8 1 3 0,-4-2 6 0,1 2-5 16,-9 1 7-16,0 0-6 0,-2-1 1 0,-7 1-2 16,11-2-3-16,-11 2-2 0,9-1-1 0,-9 1 0 15,7-2-5-15,-7 2-3 0,0 0 9 0,9 0-9 16,-9 0-6-16,0 0-2 0,0 0-13 0,11 3-20 16,-9 1-20-16,6 2-22 0,-2 3-28 0,2 1-47 15,-1 2-113-15,5 4-279 0,1-1 123 0</inkml:trace>
  <inkml:trace contextRef="#ctx0" brushRef="#br0" timeOffset="107853.46">17091 17830 34 0,'0'0'52'0,"0"0"8"0,0 0-8 0,0 0 7 0,0 0 1 15,11-1 11-15,-11 1-5 0,0 0 4 0,5-3 0 16,-5 3-9-16,0 0-1 0,6-4-1 16,-6 4-7-16,0 0-1 0,0 0 0 0,0 0-2 15,0 0-5-15,0 0 3 0,0 0-6 0,0 0-3 16,0 0-5-16,0 0-6 0,0 0 0 0,0 0-4 15,0 0-1-15,0 0-4 0,0 0-1 0,0 0 2 16,0 0-5-16,0 0 1 0,-19-11-2 0,19 11 0 16,-18-7-11-16,8 2 3 0,1 3 0 0,-4-3-4 15,1 3 8-15,-4-5 5 0,3 5-16 0,-4-2 12 16,3 2-17-16,3-2 4 0,-4 3-8 0,-1-3 10 16,-2 1-7-16,5-2 8 0,-3 4 3 0,2-1-2 15,-4 1-10-15,5 1 13 0,-3-5-3 0,3 5-4 16,-1-1-1-16,1 0 4 0,1-1-1 0,12 2 2 15,-21-1-8-15,13 0 6 0,8 1 5 0,-19-2-7 16,19 2 11-16,-17 0-19 0,17 0 9 0,-14 0-7 16,14 0 9-16,-13 0 1 0,13 0-6 15,-12 0 6-15,12 0-4 0,0 0 2 0,0 0 2 0,0 0-1 16,-14 0 3-16,14 0-3 0,0 0 3 0,0 0-5 16,0 0 17-16,0 0-1 0,0 0-4 0,0 0 8 15,0 0-11-15,0 0 1 0,0 0 3 0,0 0 4 16,0 0 2-16,0 0 2 0,41 7 1 0,-29-6 0 15,6-2-2-15,10 4 5 0,2-3-6 16,0-4-2-16,0 4 8 0,3-2-7 0,-1-2-2 16,1 4 4-16,4 0-3 0,0-4-4 0,3 0-3 15,-4 3 9-15,3-1-1 0,0-1-5 0,13-2 6 16,-12 0-9-16,12 1-2 0,-14 3 2 0,3-3-6 16,11 1 5-16,-16-3-4 0,4 5 6 0,-2-2-13 15,1 1 11-15,-1-2 0 0,0 2 4 0,0 1-9 16,0-4-2-16,-1 1-1 0,2 1 6 0,-4 3-3 15,1-2 4-15,0 1 0 0,-2-3-1 0,1 3 3 16,2-3-4-16,-4 0-5 0,1 4 9 0,-3-3-5 16,-2-3-1-16,1 6 0 0,-2-1-11 0,-6 0 13 15,-2 2-1-15,1-4 2 0,-1 5 0 0,2-1-5 16,5-1-1-16,1 1 3 0,-7-1-11 0,-1 2 10 16,6-1 7-16,-5 1-8 0,8 1 2 0,-9-2 1 15,1 1 5-15,2-2-5 0,5 1 7 0,0-4-11 16,-6 5 8-16,8-4-15 0,-2 2 15 15,4 0-7-15,-3 0 5 0,2-4-3 0,-3 8 3 16,4-4-4-16,2 3-3 0,-2-1 5 0,0 1-5 0,0 1 4 16,0-3-2-16,-2 2-5 0,-1 0 10 15,0-3-5-15,1 2 1 0,3-4-8 0,-4 2 8 16,3-3-1-16,-5 3-1 0,6 3 2 0,-5-1-6 16,3-1 0-16,-4-1 8 0,-4 0-4 0,4 1 7 15,0-1-4-15,0-4-2 0,1 6 2 0,-7-2 0 16,2-2 0-16,-2 4 0 0,0-1 7 0,2 0-12 15,4 1 2-15,-6-1 0 0,-1 1-2 0,1-4 1 16,-3 1 5-16,2-1-5 0,-3 2 1 0,2 0 5 16,-4-1-8-16,3 1 4 0,2 0 1 0,-2 0-2 15,3 0-1-15,-1 1 2 0,-2-2-5 0,1 2 6 16,0 1 3-16,-1-2-7 0,1-2 6 0,1 4-6 16,0-2 5-16,-1 1-6 0,1-1 2 0,-3 2 4 15,1 0-1-15,0-2-5 0,1 1 4 0,-2 0 5 16,2-2-5-16,-1 2 0 0,-18-1-3 0,32 0 9 15,-18 0 0-15,-1-2-7 0,3 2 4 0,1 0 0 16,-17 0 0-16,28 0 2 0,-28 0-5 0,21-2 4 16,-11 3 5-16,0 0-2 0,-10-1-7 15,17 0-1-15,-8 1 2 0,-9-1-8 0,20-2 11 0,-7 3 2 16,-3-1-2-16,-10 0 3 0,19-1 0 0,-6 0 5 16,-13 1-5-16,22-2 8 0,-11 2-5 0,1 0-3 15,-1-1 3-15,1-1-4 0,-2 0 2 16,-10 2 1-16,27 0-9 0,-13 2 8 0,-1-2-5 15,-1 0-2-15,6 2 3 0,-4-1-1 0,0 2-3 16,-1-2 4-16,8 0 1 0,-7 0 0 0,2-1-2 16,2 3 2-16,-5-3-6 0,1 0 3 0,-2 1 3 15,5 0-7-15,-5-1 1 0,-2 1 3 0,4 0 0 16,-4 1-1-16,3-2 5 0,-13 0 2 0,22 0 1 16,-11 2 3-16,-11-2-4 0,17-2 6 0,-17 2 2 15,17-1-3-15,-17 1 5 0,9 1-1 16,-9-1 3-16,0 0 7 0,0 0-5 0,14 2 1 0,-14-2-3 15,0 0 5-15,0 0 3 0,0 0-3 0,0 0 5 16,0 0-1-16,11-4-5 0,-11 4 0 0,0 0 4 16,0 0-4-16,0 0 0 0,0 0-10 0,0 0 8 15,0 0-1-15,0 0-10 0,0 0 8 0,0 0 1 16,0 0-3-16,0 0-2 0,0 0-1 0,0 0-2 16,0 0-1-16,0 0-1 0,0 0-5 15,0 0 2-15,0 0 0 0,0 0 0 0,0 0-1 0,0 0 1 16,0 0-1-16,0 0-9 0,0 0 8 15,0 0-3-15,0 0 3 0,0 0 2 0,0 0-1 16,0 0-6-16,0 0 8 0,0 0-5 0,0 0 1 16,0 0 2-16,0 0-2 0,0 0-3 0,0 0 2 15,0 0-2-15,0 0 4 0,0 0-6 0,0 0 1 16,0 0 5-16,0 0-4 0,0 0 3 0,0 0-1 16,0 0-3-16,0 0 2 0,0 0-3 0,0 0 4 15,0 0-3-15,0 0-3 0,0 0 3 0,0 0 1 16,0 0-2-16,0 0 1 0,0 0-5 0,0 0 8 15,0 0 1-15,0 0-4 0,0 0 2 0,0 0 0 16,0 0-12-16,0 0 10 0,0 0 4 0,0 0-2 16,0 0-3-16,0 0 0 0,0 0-4 0,0 0-3 15,0 0 1-15,0 0-4 0,0 0 0 0,0 0-3 16,0 0-1-16,0 0-1 0,0 0 6 0,0 0-3 16,0 0 1-16,0 0-3 0,0 0 3 15,0 0-4-15,0 0 4 0,0 0-3 0,0 0 1 16,0 0 4-16,0 0-1 0,0 0-5 0,0 0 6 15,0 0-2-15,0 0 2 0,0 0-5 0,0 0-2 16,0 0 3-16,0 0-10 0,0 0-5 0,0 0-2 16,0 0 3-16,0 0-8 0,0 0-6 0,0 0-11 0,0 0-17 15,0 0-15-15,0 0-16 0,0 0-29 0,0 0-23 16,0 0 4-16,0 0-9 0,0 0-98 16,0 0-276-16,0 0 122 0</inkml:trace>
  <inkml:trace contextRef="#ctx0" brushRef="#br0" timeOffset="133073.97">8538 16519 21 0,'0'0'59'0,"0"0"4"0,0 0-12 16,-5-4-2-16,5 4-2 0,0 0-8 0,0 0-5 15,0 0 2-15,-9 0-5 0,9 0-2 0,0 0-3 16,0 0 1-16,0 0 0 0,-13 1 2 0,13-1 4 16,0 0 1-16,0 0-9 0,-9 0-6 0,9 0-8 15,0 0 2-15,-12 3 7 0,12-3 9 0,-10 1-18 16,10-1 2-16,-12 1-3 0,5-1 5 0,7 0-10 16,-18 1 9-16,8-1-1 0,-1 0-6 15,0 2 14-15,4-2 2 0,7 0 4 0,-16-3 1 0,10 2 2 16,6 1 0-16,-12-1 8 0,12 1 2 0,-7-1-3 15,7 1-2-15,0 0-7 0,-12 0 0 0,12 0-3 16,0 0 5-16,0 0-7 0,-9-2 8 0,9 2-6 16,0 0 3-16,0 0-4 0,0 0 4 0,0 0-5 15,0 0 6-15,0 0-8 0,0 0 4 0,-6-3-6 16,6 3 2-16,0 0 0 0,0 0-6 0,0 0 0 16,0 0 0-16,0 0-5 0,0 0-1 0,0 0 4 15,0 0 8-15,0 0-2 0,29-4 1 0,-16 2 9 16,5-2-5-16,0 2 3 0,2-1 0 0,1 0 4 15,-1 1-3-15,8-2-3 0,2 1 1 0,-1 1-2 16,2 1-11-16,-2-2 11 0,3 2-4 16,1-1 1-16,-1 1-6 0,2-2 6 0,-1 2 1 15,0-1 4-15,0 1-4 0,4 1-4 0,-4-3-5 0,3 2 1 16,0-1 1-16,-1 1-3 0,0 1 6 0,1-1-7 16,4 1 5-16,-3-1-6 0,-1 3 3 15,2-1-3-15,1 2 3 0,12-3 1 0,-13 1 0 16,-1 2 0-16,2-3-4 0,16 4 0 0,-5-1 1 15,-10 0 9-15,14 1-4 0,-1 0 0 0,0 1 0 16,-15-4 4-16,19 1 2 0,-2 0-4 0,-3-1-2 16,0-1 3-16,0 3-3 0,-15-2 0 0,1 1-3 0,-3 0-2 15,3 0 1-15,-2 0 0 0,-2 0-1 16,0 0-1-16,-1-1-2 0,-3 1 4 0,-1-1-6 16,-2 0 6-16,-7 0-7 0,-2 2 6 0,0-3-5 15,-5 1-1-15,2 0 1 0,-3-1-4 0,-3 0 5 16,0 0 1-16,-3 1-4 0,-6-1 3 0,12 2 3 15,-12-2 3-15,9 0 4 0,-9 0 8 16,0 0 5-16,10 0-4 0,-10 0 0 0,0 0-2 0,0 0-2 0,0 0 5 16,6 1-3-16,-6-1-2 0,0 0-2 15,0 0-1-15,0 0 0 0,0 0-7 0,0 0-2 16,0 0 0-16,0 0 1 0,0 0-3 0,0 0 2 16,0 0-3-16,0 0 0 0,0 0-3 0,0 0-3 15,0 0 5-15,0 0 0 0,0 0-6 0,0 0 4 16,0 0-3-16,0 0 0 0,8 1-4 0,-8-1 3 15,0 0-10-15,0 0-4 0,0 0-3 0,0 0-8 16,0 0-8-16,0 0-12 0,0 0-18 0,0 0-15 16,0 0-30-16,0 0-31 0,0 0-36 0,0 0-44 15,0 0-153-15,0 0-403 0,0 0 178 0</inkml:trace>
  <inkml:trace contextRef="#ctx0" brushRef="#br0" timeOffset="134395.12">12118 16606 5 0,'0'0'50'0,"-7"3"2"0,7-3-13 15,0 0 0-15,0 0 9 0,0 0 3 0,0 0-2 16,0 0 6-16,0 0-7 0,0 0 2 0,0 0 7 16,0 0-10-16,0 0 7 0,0 0-20 0,27 14 19 15,-18-12 8-15,5-1 1 0,1 2 4 0,8-1-3 16,8 2-6-16,1-2-1 0,5-1 0 0,4 1 2 16,10-1-9-16,0-1 1 0,9 2-5 0,-6 0 3 15,2 0 2-15,2-2-5 0,1 0 1 0,-1 0-1 16,5-3-3-16,2 6-2 0,-4-3-3 0,1 1-2 15,3-1-1-15,1 0-3 0,-1 0-3 16,-4 1 3-16,-4-2-3 0,2 2-2 0,2-3-1 0,-3 3-10 16,-3 0 10-16,-1-1-5 0,-3 0 5 0,3 2-1 15,-15-1 5-15,14 1-4 0,-17-2 4 16,3 0 2-16,-6 3-5 0,-1-2 1 0,-3 0 6 0,-2 3-11 16,-8-2 3-16,0-2 1 0,-2 0-5 15,-5 0-5-15,-12 0 6 0,16 1 1 0,-16-1-3 16,11 1 6-16,-11-1 7 0,9 2 7 0,-9-2-1 15,0 0-2-15,15 0 8 0,-15 0-3 0,0 0 10 16,0 0-3-16,0 0 6 0,0 0 3 0,0 0 2 16,0 0-1-16,12 0-4 0,-12 0-1 0,0 0-3 0,0 0-4 15,0 0-1-15,0 0-6 0,0 0-5 16,0 0-2-16,0 0-5 0,0 0-1 0,0 0-4 16,0 0-3-16,0 0-1 0,0 0-15 0,0 0-18 15,0 0-32-15,0 0-30 0,0 0-41 0,0 0-40 16,0 0-51-16,0 0-67 0,0 0-161 0,0 0-472 15,9-15 209-15</inkml:trace>
  <inkml:trace contextRef="#ctx0" brushRef="#br0" timeOffset="135054.56">16005 16754 23 0,'0'0'120'0,"2"-6"-11"16,-2 6-8-16,0 0-10 0,0 0 1 0,-10-13-9 15,10 13-8-15,-7-5 7 0,7 5-19 0,-9-5 5 16,3 1-4-16,1 0-3 0,5 4-4 0,-14-6-3 15,8 4 2-15,0-1 0 0,6 3 1 0,-16-4-4 16,10 4 8-16,-3-4-6 0,0 3 4 16,0-2-7-16,0 1 0 0,9 2 1 0,-19-4-3 15,9 2-4-15,-1 2 1 0,-3-2-11 0,3 1 2 16,-2 2-6-16,3-1-2 0,-2 0-3 0,1 2-1 0,1 0-2 16,-1-1 1-16,11-1-5 0,-15 1-1 15,9 1 1-15,6-2 4 0,-13 1 0 0,13-1-3 16,-8 0 1-16,8 0-1 0,0 0 2 0,-10 1 0 15,10-1 3-15,0 0 4 0,0 0-4 0,0 0 1 16,0 0 1-16,0 0 6 0,0 0 6 0,0 0-7 16,38-1-2-16,-6 1-2 0,4-1-1 0,19 2-2 15,3-2-2-15,2-2-3 0,-7 0 1 0,-14 6-1 0,0-2 2 16,19 3 3-16,-1 0 2 0,2-5-2 16,1 2 8-16,4 0-1 0,-4 0 2 0,0 1 5 15,-1-1-5-15,1-1 2 0,-4-1 5 0,-15 1 3 16,-1 0-4-16,-3 1 2 0,0-1-3 0,-3 2-3 15,1-1-1-15,-4-1-2 0,-5 1 4 0,4 1 5 16,-3 0-11-16,-7-4 3 0,2 1 0 0,-2 1-6 16,3 0 1-16,-1 1-5 0,-2 1-4 0,-3-4-2 15,3 2 0-15,-8 2-5 0,1-2 1 0,-3 0-2 16,0 0-5-16,-3 0 4 0,-7 0-3 0,12 0 1 16,-12 0-3-16,9-2 1 0,-9 2 0 0,0 0-3 15,0 0-2-15,11-1-8 0,-11 1-1 0,0 0-10 16,0 0-12-16,0 0-14 0,8-2-22 0,-8 2-19 15,0 0-32-15,0 0-19 0,0 0-30 0,0 0-29 16,0 0-40-16,0 0-37 0,0 0-141 0,0 0-444 16,-28-17 197-16</inkml:trace>
  <inkml:trace contextRef="#ctx0" brushRef="#br0" timeOffset="136250.26">18737 16821 64 0,'8'1'74'0,"-8"-1"4"0,0 0 19 0,0 0 17 0,0 0 10 16,0 0-1-16,0 0-2 0,0 0-4 0,0 0-3 16,0 0-9-16,0 0-2 0,0 0-4 0,0 0 0 15,0 0 2-15,0 0-3 0,0 0-2 0,0 0-2 16,0 0-1-16,0 0-3 0,0 0-6 16,0 0-4-16,0 0-1 0,0 0-6 0,0 0 0 15,0 0-7-15,0 0 2 0,0 0-7 0,0 0-3 16,0 0-5-16,0 0-3 0,0 0-8 0,0 0-2 15,0 0-5-15,0 0-4 0,0 0 0 0,0 0-3 16,0 0-5-16,0 0-1 0,0 0-3 0,0 0 0 0,0 0 2 16,0 0-1-16,0 0 8 0,0 0 9 15,0 0 1-15,0 0 13 0,0 0-5 0,0 0 7 16,0 0-9-16,0 0-4 0,0 0 3 0,0 0-5 16,0 0-6-16,0 0-3 0,0 0-3 0,9-4-4 15,-9 4 1-15,14-2-7 0,0-1-5 0,-1 1 5 16,6 0-1-16,-1 1-8 0,9-1-6 0,0-1-18 15,-1 3-12-15,4-2-12 0,-1-1-16 0,2 1-11 16,1 0-13-16,-3-3-18 0,1 2-7 0,-2 0-9 16,2 0-1-16,1 2-6 0,1-1-1 0,0-3 4 15,0 4 7-15,4 1 5 0,1-1 8 0,1-2 0 16,0 5 2-16,15-1 1 0,-1 0 11 0,1 1 7 16,-1-2-1-16,1 3 11 0,3-3-2 0,0 1 14 15,0 2 12-15,-1 0-9 0,-1-5 14 0,-2 5-4 16,0-3 5-16,-2-1 1 0,-10 1 5 0,-3 0 2 15,0 0 5-15,0-2 11 0,-6 1-2 0,-2 0-7 16,-8 1 12-16,-3-2-1 0,-4 2 0 0,-4-1-2 16,0 1-2-16,-4-2 4 0,-6 2 2 0,0 0-8 15,12-4 4-15,-12 4-7 0,0 0 6 0,0 0-10 16,0 0 10-16,0 0-5 0,0 0 3 0,-40-8 1 16,23 8 1-16,-1 0-1 0,-2-1 3 0,4-2 0 15,-5 5-2-15,9-4 2 0,-1 2-1 0,0 0 6 16,13 0 1-16,-24 0-3 0,11 0 5 0,1 0-4 15,12 0 3-15,-19 0 1 0,9-1 3 0,1-1-6 16,-1 0 2-16,2 1-1 0,8 1 9 0,-14-4 7 16,8 3 24-16,-2-3 7 0,8 4 19 15,-9-5-1-15,4 1 3 0,0 0-1 0,5 4-3 0,-9-8 2 16,4 7-2-16,5 1 3 0,-7-8 9 0,7 8 0 16,-5-6-5-16,5 6 4 0,-5-5-5 0,5 5 3 15,0 0 2-15,0 0-24 0,-5-4 8 0,5 4-3 16,0 0-5-16,0 0 6 0,0 0-5 0,-6-4 1 15,6 4 0-15,0 0-5 0,0 0 1 0,0 0-1 16,0 0-6-16,0 0-2 0,28-4-4 16,-13 6 0-16,4-2-5 0,13 0 5 0,-1 2-4 15,5-2 5-15,2 4-7 0,0 0 6 0,15-3 6 0,2 4-3 16,0-1 0-16,4 0 8 0,2-3-5 0,2 4 3 16,1-3 0-16,1-1 4 0,-4 1 7 15,2 1-8-15,-2 2 14 0,-2-2 0 0,0-1-6 16,-3 2-7-16,-4 1 0 0,-1 0-4 0,-16-2 6 15,0 0 3-15,3-3-5 0,-4 3 4 0,1 0-2 16,-3 2 6-16,1-3-6 0,-2 2 2 0,-2 0-7 16,-2 1 2-16,-4-5-4 0,-3 3 0 0,-1-1-9 15,-1 1 6-15,-1-2-6 0,-4 1 11 0,-3-1-10 0,-2 0 7 16,0-1 2-16,-8 0 3 0,13 0 9 16,-8 2-1-16,-5-2 1 0,12 1-8 0,-6 0 4 15,-6-1 4-15,0 0 4 0,14-1-17 0,-14 1 12 16,9 0-1-16,-9 0 3 0,0 0-3 0,13 0 8 15,-13 0-2-15,0 0 2 0,8 0 1 0,-8 0-2 16,0 0-6-16,0 0-5 0,0 0-3 0,0 0-5 16,7 1-6-16,-7-1-3 0,0 0-3 0,0 0-4 15,0 0 0-15,0 0-12 0,0 0-8 0,0 0-18 16,0 0-34-16,0 0-42 0,0 0-50 0,0 0-60 16,0 0-61-16,0 0-41 0,0 0-16 0,0 0-16 15,-52 2 3-15,15-6-179 0,-19-4-555 0,-12-4 246 16</inkml:trace>
  <inkml:trace contextRef="#ctx0" brushRef="#br0" timeOffset="140021.63">14456 17713 8 0,'0'0'42'0,"0"0"-2"0,-17 0-7 16,17 0-4-16,0 0 2 0,-21 0-12 0,21 0 1 15,0 0-5-15,-23-1 2 0,23 1-6 0,-21-3 13 16,6 5-12-16,15-2 4 0,-22-3-4 0,8 1 5 16,14 2 0-16,-27-1 5 0,10-2-3 15,-1 0-1-15,18 3 10 0,-27 0-2 0,11-1 6 16,0 1 0-16,3-2-3 0,-1 3 9 0,1-1-1 15,13 0 13-15,-29 0 3 0,29 0-9 0,-25 1 5 16,14-1 1-16,11 0-2 0,-18 1-1 0,9-1 8 16,9 0-2-16,-12 3-13 0,12-3 10 0,-11 1-2 15,11-1-6-15,0 0 6 0,-11 2-3 0,11-2 3 16,0 0 1-16,0 0 2 0,-9 4 1 0,9-4 1 16,0 0-7-16,0 0 0 0,0 0 0 0,0 0 1 15,0 0-2-15,0 0-3 0,52-4 0 0,-25 4 1 16,4-3-6-16,5 0 2 0,0 2 3 0,15-4-4 15,-12 2 0-15,17 2-1 0,0 0-6 0,3 0 0 16,1-3 1-16,4 1-8 0,-2 0 0 0,3 5 2 16,0-4 0-16,-4-1-3 0,0 6-3 0,-3 0 5 15,-2-2-3-15,-1-1 7 0,-15 3-2 0,12 1-1 16,-14-2 0-16,0-1 2 0,-4 3 3 16,1-2 0-16,-1 0-1 0,-1 1 1 0,-2-4-5 15,-3 2-2-15,-6-1 4 0,-2 0 15 0,-3 3 1 16,-3-3 0-16,-4 0-3 0,2 0 6 0,-12 0-4 0,13 0 8 15,-13 0 9-15,0 0-1 0,15 0 0 16,-15 0 9-16,0 0 7 0,0 0-2 0,0 0 5 16,0 0-4-16,12-3-11 0,-12 3-8 0,0 0 1 15,0 0-23-15,0 0 6 0,0 0-3 0,0 0-7 16,0 0-1-16,0 0 0 0,0 0-2 0,0 0 0 16,0 0-22-16,0 0-12 0,0 0-19 0,-14-25-24 15,14 25-33-15,0 0-36 0,0 0-32 0,0 0-30 16,0 0-32-16,0 0-67 0,0 0-218 0,0 0-540 15,25 22 239-15</inkml:trace>
  <inkml:trace contextRef="#ctx0" brushRef="#br0" timeOffset="140459.19">17605 17870 12 0,'6'-12'122'0,"-6"12"-16"0,0 0-9 0,0 0-8 16,0 0-9-16,0 0-18 0,0 0-3 0,-20-20 4 15,20 20-2-15,-13-7-1 0,13 7-13 0,-15-5 0 16,15 5 5-16,-13-3-3 0,13 3-8 0,-14-2-4 15,14 2-6-15,-12-4-6 0,12 4 5 0,-14 2-26 16,6 2-95-16,0 4-13 0,0-1 44 16,0-1 72-16,8-6 20 0,-12 3 3 0,8-1 11 0,4-2-13 15,0 0 2-15,0 0-1 0,0 0-10 16,-13 5-3-16,13-5-9 0,0 0 5 0,-5 2 1 16,5-2-4-16,0 0 1 0,0 0-1 0,0 0-3 15,0 0 4-15,0 0-8 0,0 0 1 0,0 0 5 16,0 0-11-16,29 9 7 0,-15-7 0 0,-1 1-2 0,9 0 0 15,0-1 1-15,-3-1-4 0,3 0 5 0,6 1-6 16,0-2-4-16,-8-2-6 0,2 0 2 0,0-3-20 16,-1 1-15-16,0 0-26 0,-2-1-14 15,-2 0-5-15,-2-2-10 0,-5 1-71 0,0-3-178 16,-2 1 79-16</inkml:trace>
  <inkml:trace contextRef="#ctx0" brushRef="#br0" timeOffset="140834.68">17505 17533 97 0,'29'-7'110'0,"-8"7"-6"0,6-4-6 0,5 1-14 16,-1 0-4-16,1-1 9 0,-3 3-11 0,-10-1-17 15,-1 4 2-15,-4-1-18 0,4 0 7 0,0 2-1 16,1-2-2-16,-1 4 5 0,0 2 0 0,-2-3 3 16,5 0 0-16,-2 1 4 0,3 1 1 0,5 2-2 15,1-1 3-15,-9-1 1 0,3 0 4 0,-1-1 5 16,6 1-5-16,-8-2 10 0,1 1-2 0,-1-1 1 16,-3-3-2-16,-2-1 3 0,-2 2-4 0,-2-2-3 15,-10 0-2-15,14 3-2 0,-14-3-3 0,12 1 7 16,-12-1-2-16,0 0-4 0,10 1 1 0,-10-1 0 15,0 0-9-15,0 0-4 0,0 0-3 0,0 0-6 16,0 0-11-16,13-5-11 0,-13 5-13 0,0 0-18 16,0 0-21-16,0 0-24 0,0 0-39 15,0 0-40-15,0 0-46 0,0-14-57 0,0 14-165 16,0 0-433-16,0 0 191 0</inkml:trace>
  <inkml:trace contextRef="#ctx0" brushRef="#br0" timeOffset="141478.49">20150 17794 107 0,'17'-1'149'0,"-6"1"-5"0,-11 0-16 15,19-3-8-15,-19 3-15 0,11-1-14 0,-11 1 2 0,9-2-10 16,-9 2-12-16,0 0-4 0,0 0-9 0,0 0-10 16,7-10-3-16,-7 10-9 0,0 0-9 0,0 0 5 15,0 0-6-15,-16-16-6 0,16 16-2 0,-5-7-8 16,5 7-12-16,-11-10-7 0,11 10-3 16,-17-10-10-16,5 5-1 0,0 0-11 0,0 1-4 15,-4-3-2-15,-2 3 6 0,4 3-12 0,-2-5 10 16,1 3-3-16,0-1 4 0,1 2 2 0,14 2 3 15,-31-5 4-15,16 0 3 0,-1 1-3 0,0 2-1 16,-1-1 9-16,0-2-4 0,1 1-1 0,-1-3 10 16,1 4-7-16,4 1 5 0,12 2 8 0,-24-5 0 15,12 0-1-15,12 5 3 0,-20-5 19 16,11 1-11-16,9 4 26 0,-17-6 14 0,17 6 13 16,-11-6 13-16,6 3 0 0,5 3-4 0,0 0 6 0,-13-4-1 15,13 4 0-15,0 0 2 0,-9-3 0 16,9 3 2-16,0 0 2 0,0 0-9 0,0 0-5 15,0 0-4-15,0 0-6 0,50 4-7 0,-16-5-5 0,19 2 2 16,4 5-5-16,9 0-2 0,34 2-2 0,-11-3-5 16,-22 1-1-16,29 0 3 0,-6-2 0 0,-24-1 2 15,27 2 2-15,-26-7-1 0,-3 5 2 16,2-7 8-16,-3 2-4 0,0 0 9 0,-2-2 7 16,-2 1 8-16,-7-5 0 0,-15 4 5 0,-5 3 13 15,-1-2 10-15,-12 1 5 0,-4-1 14 0,-2 2 1 16,-13 1 2-16,18-3 0 0,-18 3 5 0,14-2-9 15,-14 2-8-15,0 0-8 0,11-4-10 0,-11 4-7 16,0 0-7-16,0 0-9 0,0 0-5 0,0 0-9 16,13-4-10-16,-13 4-22 0,0 0-27 0,0 0-29 15,0 0-43-15,0 0-49 0,0 0-61 0,0 0-49 16,0 0-41-16,0 0-5 0,0 0-1 0,0 0-169 16,-74 14-496-16,41-18 220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9:49:18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28343 1519 126 0,'-3'-8'182'0,"3"8"1"0,-1-11-11 0,1 11-6 16,-2-13-13-16,1 7-2 0,1 6-1 0,-2-9-5 15,2 9-8-15,0 0-12 0,0 0-10 0,0 0-16 0,-4-12-10 16,4 12-7-16,0 0-12 0,0 0-9 16,0 0-5-16,0 0-9 0,0 0-5 0,0 0-3 0,0 0-2 15,0 0-7-15,13 34 3 0,-8-18-3 16,1 0-2-16,0 2 0 0,0 1-5 0,1 3-1 15,2 6 3-15,2-3-3 0,0-2 2 0,0 0-1 16,-2 2 1-16,-1-8-15 0,2 2 9 0,2 3-2 16,-2 0 0-16,-3-5-4 0,2-2 1 0,-2-2-3 15,2 2 0-15,-4-4-1 0,4-1-13 0,-4 0 13 16,1-2 0-16,0 1 0 0,-3-3 2 0,-3-6-2 16,12 8 1-16,-12-8-4 0,6 8-2 0,-6-8 9 15,0 0-2-15,4 4 1 0,-4-4-6 0,0 0 1 16,0 0 3-16,9-24-3 0,-9 12-1 0,6-6-2 15,-2-8-2-15,0 2 3 0,2-3-5 16,1-1 2-16,-2 0 2 0,0-3-5 0,1 1 1 0,0 2-1 16,-1-2-10-16,0-2 9 0,2 7 4 0,0-3-6 15,-2 6 4-15,-2 3 3 0,2 2-5 0,-3 1 1 16,1 6 1-16,-2 4-3 0,-1 6-2 0,3-13-28 16,-3 13-27-16,5-9-21 0,-5 9-2 15,0 0-24-15,0 0-5 0,0 0-44 0,0 0-36 16,14 35-168-16,-13-18-389 0,0 2 173 0</inkml:trace>
  <inkml:trace contextRef="#ctx0" brushRef="#br0" timeOffset="468.22">28831 1749 163 0,'0'0'175'0,"-16"-6"-11"0,16 6-10 0,0 0-3 16,0 0-9-16,-16-1-17 0,16 1-10 16,0 0-11-16,-15 10 1 0,7-3-14 0,1 3 5 15,-3 5-4-15,-1 1-9 0,2 7-9 0,-2-5-5 16,5-1-7-16,-2 0-5 0,3 2-7 0,4 0-5 0,-2 0-6 16,2-2-2-16,2-1 1 0,1 2-8 0,0-6-2 15,2 3 0-15,0-5-3 0,2 1-1 16,2-1-1-16,0-2-5 0,1 2-1 0,-1-3 0 15,2-1 1-15,0-1-2 0,2-1 0 0,-12-4-4 16,19 3 2-16,-12-3 0 0,-7 0-5 0,12-6 0 16,-12 6-4-16,9-8-2 0,-3-2-1 0,-1-2-7 15,-2 0 4-15,0 2 2 0,-3-4-2 0,3 2 1 16,-4-4 1-16,1 1-4 0,1 2-4 0,0 2 2 16,2 0-4-16,-2 0 3 0,-1 11 2 0,5-17-2 15,-2 10 2-15,-3 7-5 0,5-10-4 0,-5 10 8 16,7-4-9-16,-7 4 8 0,11-1-1 15,-11 1-3-15,0 0 2 0,21 7 0 0,-14-2-3 16,-1 3 7-16,1 1-4 0,-1 1 5 0,-1-1-5 16,-1 1 5-16,0 1 3 0,-3 1-2 0,3 4 4 15,-3-4-2-15,2 4 2 0,-3 1 1 0,1-4-13 0,-1-13-33 16,0 23-32-16,1-12-51 0,1 0-62 0,-2-11-138 16,0 17-354-16,0-17 157 0</inkml:trace>
  <inkml:trace contextRef="#ctx0" brushRef="#br0" timeOffset="795.73">29166 1829 91 0,'-12'-2'180'0,"12"2"-7"0,-20 3-7 15,9 0-13-15,0 2-12 0,2 3-10 0,1-3-20 16,-1 3-5-16,3 1-10 0,1 1-11 15,1-3-8-15,2 4-8 0,2 0-7 0,0-11-5 0,3 21-4 16,0-9-3-16,5 3-7 0,0-5-6 16,1 3 1-16,3 0-3 0,1-3-6 0,1 1 4 15,1-2-2-15,-2 0-8 0,-3-1 6 0,1 1-5 16,0-3 0-16,-2 0-6 0,-2-1 0 0,1 0 0 16,-3-1-4-16,-5-4-2 0,7 5 0 0,-7-5 1 15,3 7 3-15,-3-7 8 0,0 0-2 0,0 0-1 16,-15 21 0-16,5-16-1 0,-7 4-6 0,-1-2-11 15,0-2-14-15,-1 1-27 0,1 2-14 0,0-5-27 16,2 0-31-16,2 0-31 0,2-2-39 0,1 2-117 16,11-3-322-16,0 0 142 0</inkml:trace>
  <inkml:trace contextRef="#ctx0" brushRef="#br0" timeOffset="1430.78">29402 1889 205 0,'0'0'206'0,"0"0"-18"16,4-8-12-16,-4 8-9 0,0 0-5 0,0 0-9 15,0 0-11-15,-13 21-13 0,7-13-10 0,1 2-2 16,1 3-10-16,-3 0-5 0,5-2-16 0,-3 1-3 16,2-2-9-16,2 2-6 0,1-2-4 0,0-10-11 15,6 19 0-15,-2-9-15 0,1-2 6 0,0 0-2 16,3-2-6-16,1 1 2 0,1-4-4 0,0 0-6 15,3-1-3-15,-4 0 4 0,4-2 1 0,-13 0 5 16,22-3-6-16,-12 1 5 0,0 0-2 16,-10 2-1-16,14-10-4 0,-10 5-4 0,2-4-3 0,-2-1-2 15,-4-1 1-15,0 11-11 0,-5-29-13 0,-3 14 2 16,-1-2-12-16,0 1 14 0,-3 2-5 0,-1-2 3 16,-1 3 0-16,5 4-3 0,1 0 2 0,-2 0 0 15,2 4-5-15,-1-4 4 0,3 5 2 0,-2 1-4 16,3 0-2-16,5 3-8 0,-10-5 10 15,10 5-7-15,-5-4 0 0,5 4 2 0,0 0 3 0,0 0 0 16,0 0-4-16,0 0-3 0,0 0 0 16,38 4-5-16,-16-3-9 0,-2 0-6 0,12-6 2 15,-2 4 4-15,0-2-3 0,-1-1 5 0,-1-3 5 16,-9 1 2-16,2 2 4 0,-4-3 0 0,1 1 8 16,-6 0 10-16,-3 0 8 0,1-1 9 0,-4 0 0 15,-2 0-1-15,-4 7 6 0,4-15-3 0,-2 6 6 16,-2 9-4-16,-1-17 3 0,1 17 0 0,-4-13-5 15,4 13 0-15,-5-8 1 0,5 8-6 0,-9-7-1 16,9 7-3-16,-11-1-1 0,11 1-11 0,0 0 10 16,-25 10 0-16,18 0-5 0,-2 6 9 0,-2 2 0 15,4 0 3-15,-3 7 2 0,2 4 2 0,0-3 5 16,5 3-3-16,0-2 8 0,2 0-7 0,-2-2 2 16,3 1-4-16,0-7-14 0,1-2 17 0,1 2-15 15,2-2 11-15,-2 0 0 0,2 0 2 0,-2-1 0 16,1-4-7-16,1 0 2 0,-2 0-3 15,2 0-2-15,1 1-18 0,-1-4-21 0,-4-9-24 16,4 17-28-16,-4-17-30 0,8 15-27 0,-8-15-20 16,3 12-30-16,-3-12-40 0,0 0-164 0,0 0-421 15,0 0 188-15</inkml:trace>
  <inkml:trace contextRef="#ctx0" brushRef="#br0" timeOffset="1830.78">29526 2017 101 0,'4'-4'121'0,"6"0"-6"0,1 0-14 16,0-3-6-16,7 2-7 0,3 0-8 0,6-5-16 15,0 3-15-15,4 0-27 0,-1 0-16 0,-2 1-15 16,0-6-12-16,-1 3-5 0,-7 2-1 0,-1-1 3 16,-1-2 1-16,-3-1-20 0,-2 0 7 0,-2-3 15 15,-3 0 20-15,-3 3 7 0,-2-1 10 16,-1 1 7-16,-2 0 18 0,0-5 27 0,2 6 14 0,-2 10 1 15,-6-19 2-15,5 12-1 0,1 7 3 0,-5-11-4 16,5 11 2-16,-7-10-3 0,7 10-6 16,-10-3-3-16,10 3-3 0,0 0 3 0,0 0-12 15,-19 15 2-15,9-2 1 0,-2 3-1 0,1 6-8 16,0 2 7-16,1 1 0 0,3 6 3 0,-1-4-2 16,2 1 2-16,1-1-4 0,5-1-7 0,-5 0-8 15,5-1 4-15,2 0 4 0,1-6-8 0,-1 0 2 16,0-1-4-16,4 0-1 0,-4-3-4 0,1 1-1 15,1 0-6-15,-2 4 3 0,0-2-3 0,-1-3-6 16,-1 2 0-16,0-17 4 0,0 21-11 0,-4-10-6 16,4-11-16-16,-5 22-17 0,0-14-20 15,0 3-22-15,5-11-28 0,-8 10-32 0,8-10-30 16,-8 8-41-16,8-8-209 0,0 0-434 0,0 0 193 0</inkml:trace>
  <inkml:trace contextRef="#ctx0" brushRef="#br0" timeOffset="2002.39">29664 2034 14 0,'0'0'183'0,"0"0"-12"0,6-10-6 16,-6 10-6-16,9-4-12 0,-9 4-14 0,17-8-15 16,-3 7-12-16,-3-3-10 0,10-1-12 0,7 1-8 15,-9 3-34-15,12-4-44 0,-2 4-57 0,1-3-37 16,0-2-128-16,-2 6-240 0,-5-3 106 0</inkml:trace>
  <inkml:trace contextRef="#ctx0" brushRef="#br0" timeOffset="2187.51">30211 1868 147 0,'0'0'207'0,"0"0"-7"0,0 0-8 16,6-8-11-16,-6 8-19 0,0 0-14 0,7-7-17 15,-7 7-10-15,18-4-10 0,-8 1-16 0,4-1-11 16,3 0-11-16,0 2-31 0,1-1-37 0,-2 3-43 16,-3-3-36-16,0 2-44 0,-1-1-34 0,-12 2-102 15,19 3-273-15,-19-3 122 0</inkml:trace>
  <inkml:trace contextRef="#ctx0" brushRef="#br0" timeOffset="2353.21">30261 1923 146 0,'-12'4'204'0,"12"-4"-9"0,-6 5-8 16,6-5-7-16,0 0-20 0,0 0-10 0,-9 3-13 15,9-3-15-15,0 0-6 0,0 0-6 0,0 0-8 16,31 0-12-16,-11 0-23 0,2-5-31 0,12 1-45 16,19-2-50-16,0-4-68 0,-3 2-175 0,-14 0-326 15,2-1 145-15</inkml:trace>
  <inkml:trace contextRef="#ctx0" brushRef="#br0" timeOffset="37684.99">30820 1434 109 0,'0'0'144'16,"3"-5"2"-16,-3 5 3 0,0 0-11 0,0-10-6 15,0 10-12-15,0 0-17 0,0 0-10 0,5-8-7 16,-5 8-13-16,0 0-11 0,0 0-9 0,0 0 1 15,0 0-6-15,0 0-4 0,0 0-4 0,21 17-4 16,-12-8-6-16,0 5 0 0,3 1 0 16,0 0-10-16,-1 1 0 0,7 7 2 0,-1-2-2 15,2 0-3-15,-5-5 5 0,-1 0-6 0,5 3-1 16,-8-3-3-16,3 1 1 0,-1-1-35 0,-3-3 2 16,4-1 0-16,0 1 9 0,-7-3-3 0,3-1 6 15,-1 0-4-15,-2-2-2 0,1 1 7 0,-1 0 3 16,-1-4-6-16,-5-4 7 0,9 10-2 0,-9-10 0 15,8 5 15-15,-8-5 9 0,5 4 14 0,-5-4 1 16,4 3 0-16,-4-3-6 0,0 0 0 0,0 0 2 16,9-22-10-16,-8 12 0 0,0-1 3 0,2-6-12 15,-1-2-2-15,4-6 5 0,-3 7-2 0,3-11-6 16,4 2 5-16,-1-3 6 0,0 2-12 0,3-3-4 16,0 2 10-16,-2 3-5 0,2-1-1 0,-2 2-1 15,-2 9 2-15,-3 2-5 0,2-2 1 0,-2 5 4 16,1 3-6-16,-3-1-7 0,1 3 9 15,-4 6-6-15,4-8-9 0,-4 8-14 0,0 0-6 16,0 0-7-16,0 0-21 0,0 0-7 0,0 0-14 16,11 18-25-16,-9-6-11 0,-2 5-20 0,1 2-104 15,2 0-263-15,-5 7 117 0</inkml:trace>
  <inkml:trace contextRef="#ctx0" brushRef="#br0" timeOffset="37959.93">31369 1611 37 0,'0'0'81'16,"0"0"-7"-16,0 0-9 0,0 0-6 0,0 0 13 16,0 0-4-16,0 0-2 0,2 31 8 0,-2-17-4 15,-1 4-2-15,0 0 1 0,-2 0-12 0,0 6 0 16,0 1-6-16,-1-9-1 0,1 3-7 0,1 0 4 15,2-2-7-15,0-1-2 0,0-1 2 0,-4-6-8 16,3 4-4-16,1 2 4 0,0-3-3 0,1-1-2 16,-1 0-5-16,1-1-2 0,-1-10-6 0,4 15-2 15,-4-15-14-15,1 14-14 0,-1-14-20 0,2 12-29 16,-2-12-31-16,-3 11-109 0,3-11-222 0,-13 9 99 16</inkml:trace>
  <inkml:trace contextRef="#ctx0" brushRef="#br0" timeOffset="38206.24">31383 1520 5 0,'18'-10'107'0,"-8"3"-6"0,4 6-4 15,4 1-16-15,-3-2-5 0,4 5 14 0,-1 4-10 16,-2-2-4-16,0 6-2 0,-2 2-8 0,0-3-6 15,-3 6-3-15,-4 2-3 0,0-4-10 0,-5-2 3 16,-2 5-3-16,-1-1-7 0,-3-2-9 0,-1 0 3 16,-1 1-3-16,-3-2-2 0,-3 0-6 0,-1 0-19 15,-4 0-17-15,1-2-26 0,-4-3-34 0,-1 0-16 16,-4-1-92-16,-2 3-200 0,-1-4 89 0</inkml:trace>
  <inkml:trace contextRef="#ctx0" brushRef="#br0" timeOffset="45485.94">28786 2355 8 0,'-14'0'12'0,"-3"1"-1"16,2-1 0-16,-2-1 9 0,3 1-4 16,3-2 10-16,-1 2 4 0,2 0 3 0,10 0 6 15,-13 0-2-15,13 0 4 0,-11 0-5 0,11 0 6 0,0 0-4 16,-10-1-3-16,10 1 3 0,0 0-5 15,0 0-8-15,0 0 3 0,0 0-1 0,0 0-2 0,0 0-17 16,38-7 8-16,-2 3 1 0,16-3-2 16,2 3 0-16,10-3 1 0,-2 0-4 0,2-2 0 15,28 0 1-15,-33 4-2 0,5-4-3 0,-3 3 8 16,-2-2-16-16,-3 2 14 0,-3 2-6 0,-14-1-2 16,12-1-5-16,-11 0 10 0,-6 5 11 0,4-4-23 15,-6 3 5-15,-3-1-3 0,-7 1 10 0,-2 0-14 16,-1-2 9-16,-6 3-1 0,0-1 1 0,-3 1 2 15,-2 1-10-15,-8 0 12 0,12-3 6 0,-5 2 6 16,-7 1 3-16,0 0-9 0,9-1-6 0,-9 1 3 16,0 0-8-16,7-4-5 0,-7 4-5 0,0 0-5 15,0 0-2-15,0 0-8 0,-19-12 3 0,8 7-17 16,-3 2 14-16,-3 0-5 0,-1 3 11 16,-10-3-12-16,1 3 1 0,7-1-3 0,-8 2-7 0,-2 1-3 15,2 0 4-15,-1-2-1 0,2 2 5 0,-2 3 5 16,0-5 3-16,3 5-1 0,4-4 6 0,0-1 3 15,2 1-7-15,2 0 7 0,-1-1 0 0,1 1 7 16,6 0-4-16,1 2 14 0,3-3-11 0,8 0 8 16,-14 0 2-16,14 0 2 0,-9 1 3 0,9-1 11 15,0 0-9-15,0 0 1 0,0 0 4 0,0 0-10 16,49-3 8-16,-17 2 3 0,4-3-3 0,15-1 7 16,-2 2-16-16,4-2-6 0,2 3-11 0,-4-1-17 15,1 1-50-15,-1 2-88 0,-16 2 39 0</inkml:trace>
  <inkml:trace contextRef="#ctx0" brushRef="#br0" timeOffset="92123.98">27968 1428 116 0,'0'0'120'0,"0"0"-6"0,0-8-11 0,0 8-19 16,0 0-8-16,0 0-5 0,0 0-17 0,0 0 5 15,0 0-13-15,0 0-8 0,0 0-1 0,0 0-7 16,0 0-4-16,0 0 9 0,0 36-8 0,3-17-4 15,-1 11-4-15,1-1 0 0,1 5-1 0,-2 11-4 16,4 1-1-16,-3 1-4 0,1 3 9 0,-4-1-13 16,0 4 8-16,2-4 5 0,-2 3-4 15,-2-1-3-15,0-1-1 0,4 0 0 0,-2 3 1 0,0-2 0 16,4-3 3-16,1 1-5 0,-5-1 2 0,7 0 0 16,-3-16-18-16,-1 3-11 0,2-3-4 0,-1 0-21 15,0-5-12-15,-2-1-20 0,1-7-18 0,1-1-75 16,-2-5-181-16,-2-2 80 0</inkml:trace>
  <inkml:trace contextRef="#ctx0" brushRef="#br0" timeOffset="93254.49">27943 1380 56 0,'0'0'95'16,"10"-11"-8"-16,1 8-7 0,11-1-4 0,16-2-3 15,19-1-11-15,34-9 4 0,9 2-7 0,10-2-3 16,6-3-2-16,10 3-5 0,5-3-5 0,10 0 0 15,10-1-47-15,5-1 3 0,1-3-11 0,-1 1 5 16,2-2 8-16,-1 1 1 0,0 2-17 0,-6-4 8 16,-9 4-5-16,-1-2 15 0,-4 0-10 0,-3 7 0 15,-10-2 4-15,-4 4-2 0,-12 0 2 0,-3 2-7 16,-9 6 7-16,2-7 0 0,-4 4-5 0,-30 5 5 16,2-3-2-16,25 1-2 0,-31-3 4 0,-1 6-2 15,-3-1 0-15,-5-4-8 0,-13 5 6 0,-1 0 0 16,-3 1 3-16,-34 3-2 0,48-6-2 15,-48 6 7-15,37-2-11 0,-37 2 11 0,0 0-4 16,35-3 4-16,-35 3-2 0,0 0-5 0,0 0 8 16,0 0-4-16,0 0 3 0,37-4-7 0,-37 4 10 15,0 0-6-15,0 0 1 0,0 0 2 0,0 0-1 16,0 0-2-16,0 0 7 0,0 0 0 0,0 0 7 16,0 0-4-16,0 0-4 0,31 15 6 0,-31-15-7 15,0 0-1-15,0 0 3 0,0 0 9 0,14 28-13 16,-14-28 8-16,0 0-8 0,10 31 9 15,-8-18-4-15,4 3 2 0,-3 3-7 0,-1-2 2 0,2 8-10 16,-1 0 19-16,5 1-2 0,-4 1 1 16,-2 1-3-16,1 1 2 0,0 0 0 0,-2 1 2 15,3 2-4-15,-2-2 1 0,2 2-11 0,1 2 7 16,1 0-2-16,1-2 0 0,-1 3 4 0,3 13 2 16,0 1-3-16,0-1 7 0,0-3-9 0,-5-10 3 15,6 11-5-15,-5-10 6 0,3 10-3 0,2 0 4 16,-5-10 1-16,3-1-2 0,1 11-6 0,0-14 7 15,-3 1-6-15,1-1 9 0,0-3 1 0,0 2-4 16,-1-1-6-16,0-1 2 0,-2-2 2 0,3 2-6 16,-3-1 6-16,-1 1 2 0,4-3-14 15,-1 0 18-15,-3-7-3 0,-1 1-5 0,2 0 6 16,-4 5-8-16,1-6 6 0,1-1-10 0,-2 3 8 16,-2-5-9-16,1 0 14 0,-1 4-8 0,-2-4-1 15,0 0 10-15,-4 0-13 0,2 0 3 0,-3-2-7 16,1-2 14-16,0 0-14 0,0-2 16 0,-1 1-5 15,-4-2 8-15,-1 2-10 0,-3-4-3 0,-1 3 2 16,-1-2 2-16,1 0-3 0,-2-1-1 0,-7 1-3 16,1 1 5-16,-3-5-3 0,2 4 5 0,-4 0-6 15,-3-1 3-15,3-1 7 0,-4 2-8 0,-4-4-1 16,-14 2 1-16,3 1 0 0,-5 0-2 0,-2 0-5 16,4-2 4-16,-6 0 1 0,0-1-4 0,-6 3-1 15,2-1 6-15,1-3 2 0,-1 5 2 0,-1-2-1 16,-28 3-9-16,26-6 2 0,-29 5 2 0,3-2 2 15,0 6-3-15,-5-8 1 0,-4 2 1 0,-2-1 6 16,-2 2 2-16,-2 0-7 0,-1 0 9 0,0-4-11 16,1 4 11-16,6-2-5 0,2 3-5 0,2-5 5 15,5 3 6-15,25-2 4 0,-25 1-11 16,26 2-1-16,-24 2 3 0,28-2 3 0,-5-5-3 16,-25 7 12-16,31-1-14 0,-2-2 1 0,-3-1 3 15,2 4-6-15,0-9 5 0,-1 4 4 0,0 1-7 16,2-4 1-16,-2-1 13 0,2 1-11 0,4 3-8 15,-1-2 2-15,4-2 3 0,4 0 2 0,11 2-3 16,5-1-1-16,0-4 5 0,4 3 6 0,4-2 1 16,10 3-4-16,0-1-6 0,18 0 2 0,-29-3 6 15,29 3-4-15,-15-1-2 0,15 1 0 0,0 0-2 16,0 0 4-16,-20-1 6 0,20 1-13 0,0 0 4 16,0 0-8-16,0 0 1 0,0 0-13 0,-17-1-8 15,17 1 0-15,0 0-34 0,0 0-13 0,0 0-19 16,0 0-96-16,0 0-202 0,0 0 89 15</inkml:trace>
  <inkml:trace contextRef="#ctx0" brushRef="#br0" timeOffset="93680.09">28108 2381 7 0,'0'0'101'0,"0"0"-13"0,0 0-14 0,0 0-1 15,0 0-13-15,0 0-9 0,0 0-3 0,10 30-4 16,-8-12-2-16,1 6-5 0,3 5 6 15,-3 0-8-15,2 5-5 0,0-1 6 0,-1 15 2 16,-4-3 1-16,2-9 0 0,-2-2-4 0,2 2-3 16,-4-3 15-16,4-2-16 0,-2-1-1 0,0-1-1 15,2-5-6-15,-2 4-2 0,-2-9-2 0,4 5 1 16,-4-5 1-16,0 0 3 0,4-1 7 0,-2-3-13 16,-2 3 8-16,0-6-5 0,2-1-7 0,0 1 4 15,0-12-1-15,0 16-1 0,0-16-1 0,2 14 5 16,2-7 12-16,1 1 3 0,1-2-14 0,4 0 7 15,8 0 8-15,11-1-11 0,4-3-2 0,19-2-7 16,6-2-15-16,7-3-27 0,28-6-33 0,1-4-31 16,12-3-28-16,2-5-106 0,6-5-240 0,10-6 106 15</inkml:trace>
  <inkml:trace contextRef="#ctx0" brushRef="#br0" timeOffset="94368.51">32207 1332 22 0,'0'0'100'0,"0"0"-23"16,0 0-3-16,0 0-7 0,0 0-8 16,0 0-1-16,0 0-9 0,0 0-6 0,0 0-2 15,0 0-4-15,0 0-2 0,0 0-4 0,0 0 5 16,4 33-3-16,-3-25 4 0,-1-8-3 0,4 16-1 16,-3-10-10-16,-1-6 8 0,0 12-8 0,0-12 2 15,0 0-2-15,4 10 7 0,-4-10-14 0,0 0 6 16,0 0-4-16,4 9 1 0,-4-9-6 0,0 0 10 15,6 8-24-15,-6-8 19 0,0 0-5 0,0 0-5 16,2 11 6-16,-2-11 3 0,0 0-5 0,0 0 1 16,3 8 5-16,-3-8 5 0,0 0 13 15,0 0 11-15,0 0 8 0,0 0 15 0,0 0-7 0,13-5-8 16,3-4-2-16,16-7-11 0,21-10-10 16,41-12-2-16,6-8 13 0,12 2-28 0,4-6-38 15,17-10-47-15,1-2-50 0,12 0-147 0,-3-7-287 16,-1-6 127-16</inkml:trace>
  <inkml:trace contextRef="#ctx0" brushRef="#br0" timeOffset="114919.24">9794 2295 8191 0</inkml:trace>
  <inkml:trace contextRef="#ctx0" brushRef="#br0" timeOffset="160594.68">28902 2760 1 0,'0'0'27'0,"0"0"-1"0,-10-1-2 0,10 1-4 16,0 0 5-16,0 0 6 0,0 0-6 0,0 0-2 15,-9-2 3-15,9 2 2 0,0 0-1 0,0 0-1 16,0 0-1-16,0 0 7 0,0 0-2 0,0 0 1 16,0 0-2-16,0 0-4 0,0 0-5 0,24-8-12 0,-12 5 10 15,1-1-5-15,7-1 1 0,7 0 0 16,0 0-2-16,2-1 10 0,-1 2-15 0,0 1 0 15,-1-1 2-15,1 1-10 0,-5 1 2 0,-2-1 2 16,-2 1 2-16,-1 0-9 0,-4 0 9 0,-1 2-3 16,-3-1 2-16,0-2 3 0,-4 3-8 0,-6 0 0 15,11-1 3-15,-11 1-2 0,8-2-6 0,-8 2 1 16,0 0-11-16,0 0-4 0,0 0-14 0,0 0-7 16,0 0-47-16,0 0-95 0,-20 12 42 0</inkml:trace>
  <inkml:trace contextRef="#ctx0" brushRef="#br0" timeOffset="161002.51">29321 2589 13 0,'0'0'54'0,"0"0"-3"0,0 0-7 16,0 0-4-16,0 0-3 0,8 18-13 0,-5-11 7 15,0 2-2-15,0 2-11 0,1-2-1 0,0 1-1 16,-3 3 2-16,2-2-5 0,-1 0 15 16,2-1-13-16,0 0-2 0,0-1-1 0,-1 1-3 15,1-1-3-15,-4-9 6 0,5 13-8 0,-1-7 5 16,-4-6-3-16,4 10 0 0,-4-10 1 0,5 6-2 15,-5-6 20-15,0 0 11 0,8 6-4 0,-8-6-7 16,0 0-1-16,0 0 6 0,19-9-13 0,-11 2 3 16,1-3-8-16,0-2 10 0,3 0-3 0,6-9-5 15,-1 0-2-15,-2 1 0 0,2-2-2 0,-1 0 4 16,1 1-3-16,-7 4-6 0,6-4-2 0,-5 6 10 16,-1-2-8-16,2 2-5 0,-5 5-6 0,0-1 3 15,-1 2-16-15,-1 1-18 0,0 1-21 0,-5 7-17 16,4-9-42-16,-4 9-127 0,0 0 56 0</inkml:trace>
  <inkml:trace contextRef="#ctx0" brushRef="#br0" timeOffset="161331.19">29791 2655 47 0,'10'-7'65'0,"0"-5"4"16,-2 3-13-16,2-1 0 0,-4 0-6 15,-1 1 0-15,-1-1-6 0,-1 1-3 0,-3 9 1 16,-2-17-7-16,2 17-6 0,-2-13 7 0,2 13-8 16,-4-12 4-16,4 12-4 0,-4-7 2 0,4 7 3 15,-12-7-20-15,12 7 2 0,-16 0 2 0,16 0 1 16,-24 7-4-16,13-3-1 0,0 2 3 0,2 3-3 15,0-2 1-15,-1 1-16 0,4 2 12 0,0-3-10 16,3 3-6-16,-3 0 6 0,5 0 3 0,1-10 5 16,3 20-8-16,1-9-4 0,5 2-9 0,2 1-16 15,2-2-15-15,3 1-12 0,1 0-8 0,0-3-55 16,-3 3-126-16,4-2 55 0</inkml:trace>
  <inkml:trace contextRef="#ctx0" brushRef="#br0" timeOffset="161574.6">30131 2730 16 0,'-29'19'23'15,"-3"0"-10"-15,-14-2-1 0,-5 4-17 0,-4-4-6 16,-1-1-9-16,-3-2 4 0</inkml:trace>
  <inkml:trace contextRef="#ctx0" brushRef="#br0" timeOffset="168553.05">31337 1962 24 0,'0'0'46'0,"0"0"-24"16,0 0-19-16,0 0-20 0,0 0-16 0,0 0 8 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40:02.2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7554 1488 40 0,'0'0'47'0,"0"0"15"0,0 0-11 0,0 0 6 0,0 0 8 16,0 0 12-16,9-3-3 0,-9 3 4 0,0 0 13 15,6-7 10-15,-3 3 0 0,-3 4 4 0,5-8 1 16,-5 8-10-16,4-8-4 0,-2 2-7 0,1 0-8 15,-3 6 3-15,5-12-8 0,-6 4 3 0,4 2-5 16,-3 6-4-16,2-13-5 0,0 6-10 0,-3-1-5 16,1 8-1-16,0-16-12 0,0 16 1 15,-5-12-6-15,5 12-4 0,-6-12 0 0,2 7-7 0,-4 0 0 16,8 5-1-16,-17-8 0 0,5 6-6 16,0 0-3-16,-3 4 1 0,-6 0-3 0,-4 4-2 15,-2 1 3-15,-1-1-7 0,2 3 4 0,6 0-3 16,2 1 5-16,-1 1-5 0,1-2 5 0,0 2-3 15,-5 3-2-15,10-5 1 0,-2 5 0 0,5 1-2 0,-1 2 2 16,4-4-3-16,-1 3-1 0,4-1 3 16,2-2-5-16,2 4 4 0,1-1 1 0,4 0-3 15,1 2 5-15,5-3 2 0,-1 2-4 0,8 2 2 16,0-2 0-16,5-2-1 0,1 2 4 0,3-2-7 16,-3 1 1-16,4 3 4 0,0-2-1 0,0 0-3 15,0 2 2-15,-2-3-5 0,0 2 6 0,-6-1-11 16,1 2 0-16,-9-5-1 0,1 0-6 0,-3 1 5 15,-2-2-5-15,1 2 4 0,-7-5 1 16,1 2 5-16,-4-2-3 0,-4 0 0 0,-6-1 4 0,-3 3 1 16,-5-3 2-16,-6 1-3 0,-1-3 8 0,-3 2-6 15,-2-4 6-15,-2-1 3 0,0-1 2 0,-1 0-5 16,2-1 2-16,3-4-5 0,1 4-13 0,2-4-20 16,5 2-5-16,8-3-44 0,-3 1-49 0,5 1-45 15,-2 0-101-15,13 1-298 0,-17-2 132 16</inkml:trace>
  <inkml:trace contextRef="#ctx0" brushRef="#br0" timeOffset="462.29">8088 1653 154 0,'-11'-13'165'0,"-2"2"-17"0,0 5-10 0,-4 0-10 16,-2 2-11-16,-1 4-10 0,-7 7-7 0,-1 1-14 15,0 6-2-15,0 6-11 0,2-1 0 0,0 9-9 16,5 0-2-16,1 1-11 0,3 3-2 0,1-3-7 16,6-1-2-16,2 0-6 0,3-4 2 0,3-4-6 15,3 0-3-15,2-5-2 0,3 1-3 0,1-1-1 16,3-6 2-16,0 1-1 0,1-5-2 0,3 2-4 15,2-4 0-15,0-1 0 0,2-3 0 0,-1-4-2 16,1-4 2-16,-2-2-4 0,2 0-4 0,4-8-1 16,-5-2 4-16,-1 1 27 0,-2-6-4 0,0 4-6 15,-4-2 0-15,-3-4-7 0,-1 4 1 0,2-1-5 16,-4 1 0-16,0 7 2 0,-2 3 11 16,-1 2 8-16,2 2 4 0,-2 2-2 0,1 2-19 15,-2 6 0-15,1-8-2 0,-1 8-5 0,0 0-2 16,0 0-2-16,0 0 1 0,0 0 1 0,1 36 0 15,-2-10-1-15,-2 0-4 0,-1 2 5 0,3-1-2 16,2 1 0-16,-1-4-1 0,2-6-4 0,2 6 2 16,-1-6-10-16,4 2-23 0,-1-4-8 0,3 0-33 15,1-1-30-15,2-2-35 0,-1 1-46 0,0-6-175 16,-1-3-381-16,-1-2 169 0</inkml:trace>
  <inkml:trace contextRef="#ctx0" brushRef="#br0" timeOffset="695.15">8446 1477 87 0,'2'-26'197'0,"2"1"9"0,-1 9-4 0,-2 6-7 15,-2-1-17-15,1 11-19 0,0-11-23 0,0 11-13 16,0 0-17-16,0 0-13 0,0 0-8 16,0 0 11-16,0 0-6 0,-7 55-11 0,4-19-3 15,-3 11-13-15,1-12-4 0,0-1-2 0,1 13-10 16,1-14-1-16,-1 2-5 0,0 1 2 0,1-2-6 15,2-2-2-15,0-2-4 0,-2 0-19 0,2-4-20 16,-2-1-27-16,2 0-25 0,0-8-27 0,-1-2-31 16,2-2-46-16,0-13-41 0,-3 20-112 0,3-20-344 15,-8 10 152-15</inkml:trace>
  <inkml:trace contextRef="#ctx0" brushRef="#br0" timeOffset="1441.93">8223 1730 7 0,'-2'-10'173'16,"2"10"-15"-16,0 0-15 0,0 0-18 0,9-13-5 16,-9 13-16-16,20-4-5 0,1 4-4 0,1-1 0 15,8 0-13-15,2-2-1 0,-2 5-6 0,-1-4-6 16,0 2-6-16,-7 0-1 0,0 0-6 16,-3 0-2-16,-1 2-8 0,-7-1-5 0,2-1-6 15,-13 0 4-15,14 2-11 0,-14-2 0 0,12 4 6 16,-6 1 7-16,-6-5-2 0,6 12 1 0,-2 0 5 15,-2 0 1-15,-1 6-2 0,-1 0 4 0,2 1-5 16,-2 1-2-16,-1-1-3 0,1 0-5 0,0-1-2 16,-2-3-7-16,2 1 0 0,1-3-4 0,3-2 5 15,0-2-5-15,-1 0-3 0,4 0 4 0,-2-4-5 16,1 3-3-16,1-4 4 0,-7-4 0 0,14 5 0 16,-4-7-4-16,-10 2-8 0,21-5 8 0,-10-1-3 15,-2-3-4-15,2-3 1 0,1-2-2 0,-3-2-6 16,1 0 8-16,0-7-4 0,-1-2 2 0,-1 6-3 15,-1-7-2-15,0 0 0 0,-2 8 0 0,-1 1-2 16,1 2 3-16,-1 5 10 0,-3 0-6 0,-1 10 4 16,2-13-4-16,-2 13-6 0,4-9 0 0,-4 9 0 15,0 0-1-15,0 0-4 0,0 0 1 0,0 0 4 16,4 34-1-16,-4-15 3 0,0 7 1 0,0-3-3 16,2 7 3-16,-2-11 2 0,1-2-4 15,1 1 5-15,2-2-4 0,3 0 4 0,0 0-6 16,1-3 9-16,2-1 2 0,4-1 2 0,2-2-2 15,1-2 0-15,0-1-2 0,1-1-5 0,1 0 9 16,-2-6-4-16,0 1 6 0,0-2-1 0,0-4-4 0,0 2-1 16,-1-3 0-16,-2-2 0 0,0-3-3 15,-2 1 3-15,2-7-6 0,-4 1 0 0,2-6 2 16,-4-3 1-16,-3 1-4 0,1-1-1 0,-5 0-2 16,0 7 4-16,-1-6-7 0,-2 7 7 0,-1 4-5 15,-2-3 5-15,-1 5-4 0,2 1 2 0,0 3-5 16,4 8 0-16,-5-8 1 0,5 8-2 0,-7-9-10 15,7 9 10-15,0 0-3 0,-6-7 2 0,6 7 0 16,0 0 1-16,0 0-2 0,0 0 5 0,0 0 0 16,0 0 0-16,0 0 3 0,26 24 1 0,-12-19-7 15,2-1 7-15,11 3 0 0,-5-4 3 0,5-1-5 16,-7 1-7-16,1 1 7 0,-4-1 0 0,0 2 1 16,-4-1 0-16,-2-1-6 0,0 4 4 15,0 0-4-15,-3 2 2 0,2 3 3 0,-2-1 0 0,-1 5 6 16,-3 0 1-16,-1 0-3 0,-2 0 3 0,0 4 4 15,-1-2-7-15,-1 0 6 0,0 1-14 0,-1 0-13 16,1 1-16-16,0-2-20 0,1 1-36 0,2-2-53 16,4-1-47-16,0 1-192 0,0-1-412 15,6-6 182-15</inkml:trace>
  <inkml:trace contextRef="#ctx0" brushRef="#br0" timeOffset="1812.26">9799 1765 151 0,'0'0'183'0,"-10"-10"-15"0,10 10-3 0,-13-4-3 15,13 4-7-15,-22 9-5 0,7 1-12 0,-5 7-13 16,1-1-12-16,-2 5-8 0,7-1-11 0,1-3-10 16,6 0-5-16,-1-1-11 0,3 3-4 15,0-4-6-15,3 0 0 0,2-2-13 0,2-3-1 0,1 0-1 16,3-1-5-16,0 0-3 0,1-2-1 15,4-3-3-15,-2-2-6 0,2 1 5 0,-11-3-4 16,25-4-3-16,-14 0-1 0,2-1-4 0,2-5-1 0,-2-2-1 16,-3-1-1-16,2-2-4 0,-2 1-1 15,-1-4-4-15,-1 1 2 0,-1-1 1 0,-2 0 6 16,-1 5 13-16,0 5 3 0,0 0 0 0,-1 2-6 16,-3 6-2-16,2-12-5 0,-2 12-5 0,0 0 1 15,0 0-6-15,0 0-2 0,0 0-1 0,0 0 0 16,4 28 2-16,-4-12-1 0,0 0-2 0,2 3 5 15,-2-2-2-15,2 7-2 0,0-4-8 0,2-1-40 16,1 0-21-16,0-2-43 0,1 2-48 0,1-3-54 16,2-2-176-16,-5-3-415 0,4-3 184 0</inkml:trace>
  <inkml:trace contextRef="#ctx0" brushRef="#br0" timeOffset="2082.34">10230 1517 168 0,'4'-19'256'0,"-3"4"0"16,0 3-18-16,1 1-19 0,-1 4-22 15,-1 7-26-15,4-10-22 0,-4 10-17 0,0 0-16 16,0 0 5-16,0 0 6 0,0 51 3 0,-2-20-1 16,0 4-7-16,-1 10-8 0,2-10-16 0,0 0-8 15,0 0-4-15,-1 1-7 0,0-4-12 0,3 1 0 16,-1 0-7-16,1-3-10 0,-2-1-2 0,2-2-3 15,1-2-2-15,-1-1-3 0,0-5-17 0,-1-3-27 16,3 1-18-16,-2-2-29 0,1-2-22 0,-2-13-27 16,0 19-24-16,3-10-33 0,-3-9-11 0,0 0-21 15,0 0-42-15,-5 14-156 0,5-14-420 0,0 0 186 16</inkml:trace>
  <inkml:trace contextRef="#ctx0" brushRef="#br0" timeOffset="2358.75">10059 1811 92 0,'-7'-10'183'15,"2"3"-6"-15,1 0-18 0,4 7-10 0,-4-10-8 16,4 10-23-16,0 0-9 0,0 0-8 0,0 0-12 16,21-13-4-16,-1 11-5 0,11 0-6 15,4 1-5-15,5 4-4 0,13-3-4 0,-3 0-7 16,-12 0-4-16,2 0 0 0,-6 2-6 0,-2-1 3 16,-1 0-1-16,-4-1-4 0,-7 0 4 0,-2 3-1 15,-5-5-6-15,-1 2 3 0,-3 2-1 0,-9-2-3 16,12 0-1-16,-12 0-6 0,11 3 3 0,-11-3 3 15,9 9-2-15,-5 1 6 0,-2 0 2 0,-2 4-1 16,1 4 2-16,-4 0-1 0,-1 8 1 0,1-7-17 16,-4 4 9-16,2-4 0 0,-1-1-5 0,3 7-5 15,-2-1-1-15,2-6-25 0,1-2-31 0,-1 1-26 16,3 1-20-16,2-5-37 0,-2 2-35 0,3-4-50 16,0-3-189-16,-3-8-418 0,4 15 185 0</inkml:trace>
  <inkml:trace contextRef="#ctx0" brushRef="#br0" timeOffset="2519.46">10625 1520 1 0,'-3'-7'167'16,"3"7"-20"-16,-5-13-14 0,5 13-11 0,-4-6-19 15,4 6-9-15,0 0-31 0,0 0-26 0,-7 26-49 16,8-10-34-16,4 1-90 0,-4 9-145 0,3-8 65 15</inkml:trace>
  <inkml:trace contextRef="#ctx0" brushRef="#br0" timeOffset="3036.31">10796 1746 83 0,'0'0'198'0,"0"0"-18"0,0 0-14 0,0 0-5 0,5 7-3 15,-5-7-4-15,0 0-4 0,-4 18-16 0,4-18-12 16,-6 26-12-16,3-13-8 0,0 4-10 0,0 0-5 15,0 0-15-15,3 2 0 0,0-1-11 0,2-3-5 16,0 2-7-16,2-5-1 0,0-2-4 0,4 2-2 16,-1-2-2-16,1-3-6 0,1 3-1 15,2-3-2-15,-2-2-4 0,0-1-3 0,1 0 5 16,-10-4-7-16,13 0-9 0,-13 0 0 0,16-6-13 16,-10-1 4-16,-2-2-2 0,0-2-4 0,-2 1 4 15,-6-7-8-15,3 0 2 0,-3 2-4 0,0-5-4 16,-2 2 5-16,-1 0-4 0,4 1 5 0,-5 1-1 15,6 5-2-15,-1-1 6 0,0 1 2 0,3 11 4 16,-3-13-4-16,3 13-2 0,0 0 5 0,6-12-5 16,-6 12 2-16,16 3 4 0,-16-3-9 0,26 15 4 15,-10-3-1-15,-2 0-3 0,3 9 6 0,-2-7-5 16,0 0 8-16,-4 2 1 0,5 0-5 0,-6-5 8 16,-1 4-1-16,-2-7-4 0,0 2 2 0,-2-6 3 15,-1 3 1-15,-4-7 14 0,5 8 18 0,-5-8 12 16,0 0-3-16,0 0-3 0,0 0-2 0,0 0-4 15,0 0-2-15,0 0-7 0,0 0-1 16,0 0-6-16,-2-38 0 0,8 22-1 0,-1 0-4 0,4-1-4 16,6-4-3-16,3-1-1 0,-5 8-4 15,9-5 0-15,-7 8-2 0,5 0 1 0,-5 1-3 16,4 3-2-16,1 1 3 0,-3 4-6 0,2 3 3 16,-6 0 0-16,5 5 3 0,-4 3 2 0,-3-1-18 0,0 5 16 15,0 3-1-15,-4 2-1 0,1 1 3 0,-3 5-16 16,0-1-17-16,-2 5-29 0,-4-3-58 0,-3 2-45 15,3-1-74-15,-3-7-186 0,1 0-454 16,2-5 200-16</inkml:trace>
  <inkml:trace contextRef="#ctx0" brushRef="#br0" timeOffset="3419.99">12309 1459 90 0,'7'-11'253'0,"-1"1"-13"0,-1 0-8 15,-1 1-8-15,-4 9-10 0,5-10-8 16,-5 10-13-16,5-11-21 0,-5 11-23 0,4-6-19 16,-4 6-16-16,0 0-16 0,0 0-9 0,2 25-4 15,-4 3-4-15,0 8 4 0,-4 10-7 0,-3 2-24 16,3 1 16-16,-4-2-10 0,0 1-4 0,3-12-8 16,1 0 0-16,-1-2-17 0,1 0 11 0,0-1-3 15,-1-2-5-15,3 2-2 0,0-1-2 0,-3-1-3 16,3-1-11-16,1-4-30 0,-3 0-35 0,3-8-26 15,-1-1-29-15,-2-1-45 0,3 1-41 0,-1-7-62 16,-4 0-163-16,0-2-449 0,8-8 199 0</inkml:trace>
  <inkml:trace contextRef="#ctx0" brushRef="#br0" timeOffset="3754.73">12226 1609 1370 0,'21'-44'-35'0,"-7"13"71"0,1 5 19 0,0 3-16 15,1 3-1-15,-1 7 5 0,2 0-4 0,2 3 9 16,-1 1 3-16,3 6-4 0,-4 0 4 0,2 2 2 16,0 4-9-16,-2 1-3 0,-2 4-1 0,1 3-5 15,4 9-1-15,-9-4-2 0,0 10-2 0,-1-1-2 16,-4 1-6-16,-6 3 4 0,-2-1-4 0,-10 1 0 16,1-5-3-16,-9 5 0 0,0-6 0 0,-7-1-1 0,2 0-1 15,-4-6-5-15,0-2-2 0,6-2-1 16,3-6-1-16,2-1 1 0,3 0-1 0,1-2 0 15,6-3 2-15,8 0-5 0,-19-6 6 0,12 3-4 16,7 3-2-16,-9-8-3 0,9 8 1 0,-3-8-1 16,3 8 1-16,0 0 0 0,0 0-5 0,0 0-2 15,0 0 1-15,0 0 0 0,0 0-2 0,0 0 0 16,29 33 5-16,-17-18-2 0,5 6 1 0,0 1 2 16,2 2-21-16,0-1-27 0,2 2-45 0,2 1-69 15,-2 1-42-15,-4-1-110 0,1-2-337 0,-3-3 150 16</inkml:trace>
  <inkml:trace contextRef="#ctx0" brushRef="#br0" timeOffset="4062.14">12621 2155 154 0,'9'-6'232'16,"-9"6"-3"-16,18-10-11 0,-11 5-8 0,1-2-26 0,4 0-7 16,3 0-16-16,0-3-26 0,4 1-4 15,4-4-11-15,2 1-15 0,0-2-4 0,-8 5-16 16,10-7-5-16,-4 0-7 0,-3 0-10 0,4-3-4 15,-3 2-4-15,-2-3-9 0,-5-1-7 0,2-2-1 16,-4 0-5-16,-4 6-5 0,-3 1-2 0,-1-1-3 16,-2 2-1-16,0 3-2 0,-2 2-5 0,-2-1-2 15,2 11-11-15,-6-13 8 0,1 8-2 0,-5 1 0 16,-4 4-3-16,14 0-6 0,-32 7 5 0,13 1-4 16,-6 5 1-16,2 1 0 0,7 0 3 0,2-1-3 15,-3 6 1-15,7-4 0 0,4 2-2 0,2 2 6 16,4-3-3-16,4 2 1 0,2-1 1 0,4 0-9 15,7 4-24-15,2-4-30 0,5-1-27 0,3-1-25 16,2-4-30-16,3-1-37 0,-1-3-24 0,1 1-13 16,1-2-107-16,2-1-347 0,-4-6 153 0</inkml:trace>
  <inkml:trace contextRef="#ctx0" brushRef="#br0" timeOffset="4462.17">13281 2049 489 0,'18'-8'-21'0,"-2"-4"25"0,0 0 33 0,5-7 27 16,-11 2 2-16,-1 0 10 0,0 0 5 15,-4 0 4-15,-1 0 2 0,-3 1 13 0,-1-1 3 16,-1 2-7-16,-1 3 5 0,-5 1-2 0,-2 2-4 15,-2 3-5-15,-1 2-4 0,-7 2-12 0,-4 4 8 16,-4 2-5-16,-2 6-2 0,2 1-2 0,0 2-7 16,5 1-4-16,-1 0-5 0,10 0-10 0,-1-1-1 15,3 1-3-15,3-2-6 0,2 5 1 0,4-8-11 16,2 1 5-16,0-10 0 0,8 20-3 0,0-11-4 16,7-2-3-16,2 0-5 0,5-1-12 0,-2-3-3 15,0-2 2-15,1-4-8 0,-2 1 7 0,0-4-3 16,-2 0-1-16,0-1 2 0,-4-3 1 0,1-2 2 15,-6 3-2-15,5-5-3 0,-3 1 0 0,-1 2 7 16,-7-1 4-16,4 2 9 0,-3 3 9 0,2-1-2 16,-5 8-3-16,6-10-2 0,-6 10-6 0,0 0-4 15,5-7 2-15,-5 7-6 0,0 0-1 0,0 0 6 16,2 37 5-16,-8-12-2 0,1 2 3 0,-3 1 1 16,-2 2 5-16,3 3 6 0,-1-5-6 15,-2-1 3-15,1 5 1 0,0-2-1 0,0 2 3 16,2 0-8-16,-1-3 12 0,1-2-1 0,-3-1-2 15,0-4-2-15,3-4-10 0,-3-2 9 0,-3 1 3 16,-2-3-4-16,-8 4-3 0,0-3-1 0,3-3-12 0,-2-1-18 16,2-2-20-16,1-4-26 0,0-1-29 15,0-1-37-15,6-6-52 0,13 3-69 0,-25-8-224 16,17-2-503-16,0-3 222 0</inkml:trace>
  <inkml:trace contextRef="#ctx0" brushRef="#br0" timeOffset="4684.17">13704 1846 259 0,'6'-5'246'0,"-2"0"-19"16,-4 5-22-16,0 0-16 0,0 0-21 0,8-6-18 16,-8 6-10-16,0 0 4 0,0 0-8 15,0 26-8-15,-3-11-15 0,-1 3-11 0,-1 0-8 16,-1 1-8-16,1 4-6 0,1-2-11 15,0-3-4-15,-2 7-6 0,2-7-7 0,2 0-28 0,-1 2-31 16,2-2-33-16,-2 1-36 0,1-1-57 0,2-3-68 16,-2-2-180-16,0 0-411 0,2-13 183 0</inkml:trace>
  <inkml:trace contextRef="#ctx0" brushRef="#br0" timeOffset="4849.33">13832 1556 36 0,'0'0'60'0,"0"0"-50"0,0 0-28 0,0 0-19 0,0 0 8 16</inkml:trace>
  <inkml:trace contextRef="#ctx0" brushRef="#br0" timeOffset="5445.92">14041 1832 78 0,'-16'7'197'0,"0"3"-14"16,-2 2-16-16,3 0-9 0,-1 2-8 0,3 0-19 15,1 1-9-15,3 2-13 0,0-3-8 0,2 1-11 16,3-2-8-16,-1 1-7 0,5-1-5 0,2-2-7 15,1 0-3-15,1 0-7 0,3 0-4 0,4 0-5 16,-2 1-3-16,1-7-3 0,3 5-2 0,-2-5-5 16,0 0 1-16,2-2-4 0,-3 0-3 0,-10-3-2 15,20-4-5-15,-9 2-4 0,-2-4-2 0,0-1 2 16,-2-2-2-16,-2-6-8 0,-3 3 3 16,0-4-2-16,0-3-2 0,-2 2 2 0,0-2 5 15,-2 4 6-15,2-4 2 0,-4 2 3 0,4-1 7 16,-2 4 2-16,2 3 3 0,0-1-1 0,0 2 3 15,0 10-1-15,2-17-6 0,-2 10-1 0,0 7-9 16,13-7 4-16,-3 4-6 0,9 4-6 0,-1 4 2 0,2 2-2 16,0 4-2-16,-2 1-1 0,-2 6-4 0,0-5 2 15,2 9 0-15,-6-5-3 0,0 5 5 16,-3-3 1-16,-2-1-2 0,0 2 3 0,-3-5-1 16,-2-3-3-16,-2 0 2 0,1-5 2 0,-1-7 4 15,2 14 7-15,-2-14 0 0,-7 8 6 0,7-8 0 16,-12 4-6-16,12-4 2 0,-17 0-2 0,17 0-2 15,-16-7-4-15,16 7 5 0,-11-8 1 0,7-2-7 16,3 1-2-16,1 9 2 0,3-27-7 0,6 10 4 16,3-5-6-16,5 0 2 0,7-3 1 0,-1 4-5 15,4 0 1-15,-2 4-2 0,-5 3 0 0,7 1-4 16,-4 1 0-16,-3 6 1 0,-2 1-5 0,1 3 4 16,-1 0-2-16,-1 2-1 0,1 3 3 15,-7 0-4-15,2 4 1 0,-4 2-1 0,1-1 2 0,0 6 1 16,-3 0 0-16,-2-2 2 0,-3 3 1 0,3 2 0 15,-3-2 1-15,-2 0 1 0,-2 2-4 0,-1-2 6 16,0 1 1-16,-1 0-19 0,-1 0-30 0,-1-1-31 16,0-3-59-16,-2-2-81 0,-1 3-215 15,-4-2-466-15,2-3 206 0</inkml:trace>
  <inkml:trace contextRef="#ctx0" brushRef="#br0" timeOffset="5609.72">14740 1879 256 0,'0'0'256'0,"0"-12"-20"0,0 6-19 0,0 6-20 15,0 0-30-15,-2-12-21 0,2 12-28 0,0 0-28 16,0 0-29-16,0 0-52 0,0 0-51 0,0 36-67 16,-1-18-158-16,-4 0-290 0,1-1 128 0</inkml:trace>
  <inkml:trace contextRef="#ctx0" brushRef="#br0" timeOffset="5753.28">14764 2189 205 0,'0'0'253'0,"0"0"-1"0,0 0-6 0,4 8-15 16,-4-8-17-16,0 0-26 0,0 0-31 0,0 0-18 16,0 0-47-16,0 0-48 0,0 0-66 0,0 0-64 15,5 8-88-15,-5-8-117 0,0 0-313 0,0 0 139 16</inkml:trace>
  <inkml:trace contextRef="#ctx0" brushRef="#br0" timeOffset="5899.31">15073 2079 2524 0,'8'-6'43'0,"-2"0"-39"0,-1 1 1 0,-5 5 12 16,7-14 24-16,-3 9 22 0,-4 5 2 0,2-10 11 16,-2 10-12-16,0 0-7 0,5-10-12 15,-5 10-18-15,0 0-38 0,0 0-38 0,0 0-36 16,0 0-28-16,0 0-33 0,0 0-54 0,0 0-205 0,0 0-438 15,0 0 193-15</inkml:trace>
  <inkml:trace contextRef="#ctx0" brushRef="#br0" timeOffset="6265.26">13337 1369 142 0,'0'0'272'0,"1"-7"-19"16,-1 7-27-16,0 0-30 0,0 0-19 0,0 0-24 16,0 0-26-16,0 0-34 0,0 0-26 0,0 0-45 15,0 0-56-15,18 36-64 0,-12-17-168 0,-3-1-289 16,3-2 128-16</inkml:trace>
  <inkml:trace contextRef="#ctx0" brushRef="#br0" timeOffset="7565.14">8474 2457 50 0,'0'0'50'0,"-15"0"-10"0,15 0-1 0,-16-2-9 16,16 2 0-16,-18 1-2 0,4 0 6 0,1-1-12 16,1 2 6-16,0-1-12 0,-2 1-1 0,-2-1 0 15,4 1-4-15,-6-1 8 0,3 2-4 0,0-1 0 16,-6 1 4-16,3-2 5 0,-1 1-6 0,-1 0 2 16,0-1 0-16,1-1 4 0,-1 2 6 0,2 0 5 15,-4-1 5-15,4 1-2 0,-3-2-3 0,-1 0 1 16,1 0-6-16,0 1 3 0,0 2 1 0,-2-3-10 15,4 1 2-15,-4 1-4 0,-4 1-3 0,-2-2-4 16,2 2 1-16,-2-2-4 0,3 2 5 0,4-3 0 16,-1 2 0-16,2-2 5 0,0 2 5 15,1-1-5-15,2 0 12 0,-4-1 0 0,3 2-5 16,0-2 3-16,0 1 3 0,-1-1-11 0,6 0 9 16,0 0 1-16,-4 0-1 0,-1-1 3 0,2 1-7 0,0 0 3 15,4 0 4-15,-1-2 0 0,1 1-5 0,2 1 6 16,-2-1-4-16,1 1-2 0,-2-2-7 15,3 2-3-15,-3-1 3 0,1 0-5 0,0 1-1 0,-1 0 0 16,1-1-2-16,-2 1 0 0,-2-1-1 16,3 0 1-16,-4 2-1 0,4-2-4 0,-2 1 1 15,2 1 7-15,-3-2-8 0,-1 1 6 0,7 0 0 16,-2 1 2-16,1-2 4 0,2 1 2 0,1 1 1 16,9-1-2-16,-10 0 0 0,10 0-5 0,0 0-2 15,-12 0-6-15,12 0 1 0,0 0-2 0,-7 1-2 16,7-1 3-16,0 0-3 0,0 0 2 0,0 0 5 15,18 11 8-15,-7-7 0 0,10 1 3 0,9 1-2 16,2 1 0-16,7-2-2 0,12 2 3 0,6 1-4 16,4-3 3-16,5 1 0 0,28 1-4 0,-2-3-2 15,-1 4-1-15,2-2 1 0,-2-1 0 0,5 2-3 16,-2 0-3-16,2 0-1 0,3-2 0 0,0-2 1 16,0 1-4-16,4-2-1 0,-2 1 1 0,5-2 1 15,-1 1-4-15,2 1 1 0,1-2 1 0,6 4 0 16,-1-6-3-16,9 6 1 0,-1-2 4 0,3-2-6 15,5 2-2-15,2 0 2 0,-2-3 1 0,4 3 0 16,1 3 0-16,-3-3 2 0,4 2-1 0,-3 3 3 16,1-4 1-16,3 3 2 0,7 3 0 0,-2-1-1 15,4 1 0-15,6-3 2 0,4 2 2 16,6-3-3-16,-3 1 2 0,-1-1-4 0,-2-5 3 16,-4 2 0-16,-2 1 3 0,-4 0-3 0,-7 0-3 15,-9-2 7-15,-14-1-8 0,-1 3 0 0,-8-4 4 0,-5 0 5 16,-2 0-3-16,-3 0-2 0,-28 0 5 0,27 0 2 15,-32 2 3-15,-1-2-1 0,-3 1 3 0,-4 0 2 16,2-1 1-16,-6-2-7 0,-15 0-2 0,-2 4 4 16,-3-4 4-16,-2 2 1 0,-8 0 2 0,-2-1 0 15,0 1-2-15,-1-3 0 0,-5 3-1 16,1 0 6-16,0-1-4 0,-1 2 3 0,1-1 9 16,3 0-9-16,3 1-3 0,-6-2 5 0,0 1-11 15,4 0-5-15,-5 1 4 0,0-1-2 0,1 0-2 16,-1 2 8-16,3-2-14 0,-3 0 3 0,-1 1-3 15,1-1 0-15,-4 0-11 0,2 2-25 0,-4-2-16 16,-7 0-27-16,13 1-33 0,-7-1-27 0,-6 0-52 16,0 0-57-16,17-3-275 0,-17 3-552 0,15-7 244 15</inkml:trace>
  <inkml:trace contextRef="#ctx0" brushRef="#br0" timeOffset="7872.46">15521 2143 99 0,'0'0'212'0,"5"-5"-10"15,-5 5-12-15,0 0-16 0,6-4-15 0,-6 4-13 16,0 0-14-16,0 0-13 0,4-4-12 16,-4 4-12-16,0 0-7 0,0 0-15 0,0 0-5 15,0 0-6-15,0 0-4 0,0 0-1 0,9-3-6 0,-9 3 5 16,16 0-3-16,13-3-2 0,7-1-6 0,26-3-14 16,35-8-49-16,-1-2-51 0,1-5-57 15,2-3-227-15,-10-3-382 0,8-4 169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6:54:26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10244 3679 9 0,'0'-10'160'0,"0"10"-6"0,0-13 22 16,0 6 3-16,0 7-1 0,-3-10-5 0,3 10-6 15,0-9-17-15,0 9-11 0,0 0-14 0,-2-10-16 16,2 10-14-16,0 0-7 0,0 0-15 0,0 0-4 16,0 0-11-16,0 0-5 0,0 0-7 0,0 0-5 15,0 0-2-15,0 0-6 0,0 0-2 0,15 26-4 16,-8-16-5-16,0 4-1 0,2 1 5 0,0 4-7 15,-1-2-2-15,2 0-3 0,0 7 2 0,1-1-6 16,0 1 8-16,-2-6-8 0,-3 0 1 0,1-3-6 16,2 0 8-16,-3 1-5 0,2-1-2 0,-2-1-4 15,2-4 4-15,-4 2 2 0,-1-3-5 0,3 0 1 16,-3-1 2-16,1-1 0 0,-1 0 1 0,1-2-3 16,1 1-2-16,-5-6 4 0,3 8-1 0,-3-8 1 15,4 5 3-15,-4-5-2 0,4 4 2 0,-4-4-1 16,0 0 3-16,0 0 2 0,0 0 5 0,9-12 2 15,-5 2-5-15,2 1-5 0,-2-2 4 0,0-8-3 16,5-6 2-16,-1-1-6 0,2 0-1 0,-2-3 2 16,1 0-2-16,-3 0-3 0,1 1 2 0,3-2-1 15,-5 2 4-15,0 2 0 0,0 0 0 0,0 7-2 16,-1 2-26-16,-2 2 6 0,3 0 5 0,-2 3 3 16,-2 2 7-16,2 1-3 0,-3 2 5 0,0 7-2 15,3-10-1-15,-2 5 1 0,-1 5-4 0,2-9 2 16,-2 9 4-16,0 0-8 0,2-8-2 15,-2 8-15-15,0 0-11 0,0 0-6 0,0 0-11 16,0 0-3-16,0 0-10 0,15 9-31 0,-10 0-9 16,-1 0-15-16,2 6-20 0,2 1-7 0,-3 2-9 0,0 6-6 15,0 2-115-15,-1-2-299 0,0 0 133 16</inkml:trace>
  <inkml:trace contextRef="#ctx0" brushRef="#br0" timeOffset="276.27">10744 3873 77 0,'0'0'179'16,"6"-18"1"-16,-6 18 0 0,0 0 3 0,0-5-3 15,0 5-8-15,0 0-15 0,0 0-14 0,0 0-10 16,0 0-17-16,0 0-9 0,0 0-13 0,0 0-11 16,0 0-10-16,0 0-7 0,0 0-12 0,0 0-3 15,0 0-4-15,3 21-5 0,-3-11-5 0,4 1 1 16,-2 0-7-16,1 5-2 0,0-1 2 0,1 0-3 15,-1-3-3-15,-1 1 4 0,0 2-9 0,0-2-1 16,3 3-1-16,-3-4-1 0,-1 1-1 0,0-1 0 16,2-1-5-16,-2 1 4 0,0-1-21 0,2-2-8 15,-1 2-21-15,1-1-19 0,-3-10-26 0,0 18-29 16,0-8-34-16,0-10-32 0,-4 16-26 0,-1-8-113 16,-1-2-339-16,6-6 150 0</inkml:trace>
  <inkml:trace contextRef="#ctx0" brushRef="#br0" timeOffset="548.59">10745 3847 149 0,'6'-7'146'0,"-6"7"-2"0,14-6-8 0,-3 2-10 15,-11 4-12-15,20-2-7 0,-10 2-5 0,3 3-9 16,0 0-10-16,-2 1-2 0,5 6-3 0,-5-2 5 15,0 5 3-15,-4-4-10 0,1 6-1 0,-2 0 0 16,-1 2-7-16,-5-1-4 0,0 0 3 0,-6 0-9 0,-1 0-2 16,1 1-8-16,-3 1 1 0,1-2-3 15,1-1-9-15,-5-1-4 0,2-4-6 0,1 2-5 16,-1-3-8-16,2 1-10 0,-1-3-14 0,0 0-19 16,0 0-19-16,4-4-25 0,5-3-21 0,-9 8-39 15,5-5-51-15,4-3-112 0,0 0-321 0,0 0 141 16</inkml:trace>
  <inkml:trace contextRef="#ctx0" brushRef="#br0" timeOffset="889">11186 3853 219 0,'3'-3'248'0,"-3"3"-9"0,1-8-12 0,-1 8-20 16,0 0-13-16,0 0-20 0,0 0-14 0,0 0-16 15,-18 1-15-15,18-1-12 0,-15 12-13 0,6-3-10 16,2 1-9-16,-2 1-11 0,4 0-6 0,-1 0-6 16,3 2-10-16,1-1-3 0,0-2-4 15,2 1-2-15,2-1-7 0,0 0-2 0,3 0-3 16,2-1-4-16,1 0-3 0,3 0-1 0,-2-2-1 0,2 1-3 16,1 0 1-16,-1-1-6 0,-1-1 2 15,1 1-6-15,-2 2 1 0,-2-5-5 0,0 1 2 0,-2 0 0 16,-1 0 3-16,-4-5-3 0,1 12 1 15,-2-5 4-15,-3 3 0 0,-4-1-2 0,-6 1-1 16,-3-1-5-16,-2 1 4 0,-7 4-2 0,-1-4-4 16,0-1-5-16,0-1-16 0,-1 1-15 0,7-2-19 15,-2-5-29-15,3 1-35 0,1-2-52 0,6-1-49 16,2 0-193-16,11 0-443 0,0 0 197 0</inkml:trace>
  <inkml:trace contextRef="#ctx0" brushRef="#br0" timeOffset="2655.37">11839 3528 133 0,'0'0'151'0,"0"0"-10"16,0 0-2-16,0 0-6 0,0 0-8 0,-24 0-10 16,24 0-6-16,0 0-11 0,0 0-6 0,0 0-14 15,0 0-6-15,0 0-8 0,0 0-6 0,0 0-1 16,0 0-9-16,0 0-8 0,0 0 1 0,0 0 4 15,0 0-11-15,0 0 2 0,19 13 4 0,-8-11-6 16,6 3-3-16,-3-4 4 0,1 0-5 0,3 2 0 16,-1-1 5-16,2 0-10 0,-4 1-2 0,3-1-4 15,1-2 1-15,-6 2-3 0,0 0-5 0,1-1 2 16,-1 1-1-16,-1-1 0 0,-1 2-4 0,-2-1-1 16,1 2 0-16,0-1-2 0,-1 2-2 0,-4-1-12 15,2-2 11-15,-3 3 0 0,-1 0 3 0,-3-5-1 16,3 12 11-16,-4-3 0 0,-2 0 2 0,-1 7 1 15,-5-2 0-15,0 2 2 0,-2 1 1 0,-1 0 1 16,-7 2-3-16,2 2-4 0,-6-1 2 0,4-1-1 16,4-4 0-16,-3 3-3 0,5-3 5 0,1-2-9 15,-1 1-1-15,0 0-19 0,3-2-20 0,0 0-25 16,3-2-27-16,1 5-29 0,2-6-41 0,-1 1-42 16,3 1-124-16,-1-2-344 0,3-9 153 15</inkml:trace>
  <inkml:trace contextRef="#ctx0" brushRef="#br0" timeOffset="2869.36">12244 3925 155 0,'0'0'208'0,"0"0"-14"15,0 0-15-15,0 0-15 0,0 0-12 0,0 0-8 16,0 0-1-16,-20 22-8 0,9-8-7 0,-4 0-14 15,-5 4-10-15,-1 4-10 0,2-2-7 16,-3 1-11-16,0 1-5 0,1-4-15 0,-2 3-28 16,1-2-36-16,-1 0-35 0,3-1-59 0,-1 0-56 0,4-1-163 15,3-5-346-15,-1-1 153 0</inkml:trace>
  <inkml:trace contextRef="#ctx0" brushRef="#br0" timeOffset="3709.16">12701 3534 33 0,'0'-11'203'15,"0"11"-3"-15,0-9-3 0,0 9-7 0,0 0-10 16,1-10-12-16,-1 10-16 0,0 0-16 0,0 0-14 16,-3-7-17-16,3 7-13 0,0 0-9 0,0 0-14 15,0 0-6-15,0 0-7 0,0 0-8 0,0 0-5 16,0 0-4-16,8 23-3 0,-4-13-2 0,3 5-6 16,-3-4 0-16,3 6 0 0,0-1 1 0,2 3-1 15,-3-2 3-15,1 0-3 0,-1 0 1 0,2-1 1 16,-2 2-2-16,1-1 3 0,-3-3-3 0,6 1-1 15,-4 1-3-15,-1-1-2 0,-1 0-1 0,1-2-1 16,-1-2-2-16,4 3-2 0,-6-4 0 0,2-2-1 16,-2 1-2-16,2-4-1 0,-2 0-3 0,1 1 4 15,-3-6-2-15,4 7-1 0,-4-7-3 0,4 6 1 16,-4-6 2-16,3 8 3 0,-3-8 1 0,0 0 14 16,0 0 14-16,3 4 15 0,-3-4 5 0,0 0-12 15,0 0-5-15,8-20-7 0,-3 9 1 0,3-7-5 16,2 0-1-16,-3-8-8 0,3 1 1 0,0-2-4 15,3 2-7-15,-4-3 2 0,3 0-2 0,-1 0-2 16,-3 0-2-16,4 2-3 0,-3-2 2 16,-2 4-6-16,-1 5-27 0,-2 0-1 0,2 1 5 0,2 2-1 15,-7 4 2-15,3 2 5 0,0-2-2 0,-2 6 2 16,0-2 2-16,-2 8 1 0,3-10-2 0,-3 10 2 16,3-9-5-16,-3 9 12 0,2-7-10 0,-2 7 0 15,0 0-5-15,0 0-17 0,2-6-18 0,-2 6-17 16,0 0-7-16,0 0-21 0,0 0-30 0,0 0-25 15,2 22-42-15,-4-13-48 0,2 2-122 0,-2 2-394 16,0-2 174-16</inkml:trace>
  <inkml:trace contextRef="#ctx0" brushRef="#br0" timeOffset="4425.34">13396 3527 70 0,'0'0'169'0,"0"0"-6"0,-9-10-8 16,9 10-16-16,0 0-6 0,-16 4-10 0,7 2-3 15,1-3-3-15,-2 3 0 0,-1 1-9 0,2 2-17 16,-5 3-1-16,3-1-4 0,-2 5-5 0,2-2-5 16,2 4-5-16,-3 5-1 0,3-8-4 0,3 9-5 15,-1-7-7-15,0 2-1 0,5-2-6 0,-1 4 1 16,1-6-4-16,0 4-5 0,2-3 3 0,2-1-13 16,0-3 0-16,-1 0 0 0,3-4-3 0,-1 2-2 15,3-1-3-15,1-1-1 0,0-2 2 0,1 3 0 16,2-5-5-16,1-3-1 0,0 3 0 0,0-3 0 15,0 0-2-15,-11-1 1 0,23 0-1 0,-23 0-2 16,15-4 2-16,-3 0 3 0,-1-1-8 16,1-2 4-16,-1 1-1 0,-2-2-4 0,5-2-1 15,-4-3-1-15,1-1 2 0,1 1 1 0,-5-1-3 0,-3 4 7 16,0 0-10-16,-1 0 2 0,-3 10 4 16,4-17-6-16,-4 9-1 0,0 8 3 0,0 0-6 15,-7-16-3-15,1 13 3 0,6 3 2 0,-11-7-2 0,1 2 1 16,2 1 1-16,-1 3-3 0,9 1-4 0,-14-3 2 15,9 2 0-15,5 1 0 0,0 0-4 16,-13-1 3-16,13 1-4 0,0 0 1 0,-6-2 2 16,6 2 0-16,0 0-5 0,0 0 3 0,0 0-1 0,0 0 5 15,0 0-3-15,0 0 2 0,0 0 4 16,36-4-1-16,-25 1-2 0,3 2 3 0,-1 1-1 16,-3-1 1-16,0-1-2 0,-10 2 0 0,18 0 0 15,-12 0-3-15,2-1 0 0,0 2 1 0,-8-1-2 16,11 4 0-16,-6-3-1 0,2 3 3 0,-7-4 0 15,9 5 3-15,-5-1-4 0,0 1 3 0,-4-5 1 16,7 15 0-16,-4-5 15 0,-3-10 4 0,5 16-4 16,-3-6 0-16,0 2 0 0,0 0-1 0,-2-1 2 15,4-1-4-15,-4 3-1 0,0-13 3 0,0 19-1 16,0-6-3-16,0-5-13 0,2 2-18 0,-2-10-15 16,1 16-25-16,-1-16-34 0,2 11-34 0,-2-11-29 15,2 13-29-15,2-9-25 0,-4-4-112 0,5 8-353 16,-5-8 156-16</inkml:trace>
  <inkml:trace contextRef="#ctx0" brushRef="#br0" timeOffset="4788.52">13911 3633 188 0,'0'0'203'0,"0"0"-6"0,-5-6-20 0,5 6-5 15,0 0-9-15,-16 3-16 0,16-3-13 0,-13 8-11 0,3-4-16 16,1 3-6-16,1 0-12 0,-2 2-6 0,4-1-11 16,-1 1-5-16,1-2-10 0,3 2-3 15,1 0-1-15,2 0-13 0,-2 2-1 0,2-3 3 0,2 3-8 16,0-1-5-16,1 0-6 0,1 2 3 0,3-3-3 16,1-1 0-16,0 1 0 0,1 1-7 15,-3-1-1-15,3-1-3 0,0 2 1 0,-2-3-2 16,0 0 3-16,-1 1-6 0,2-1 0 0,-4-3 1 15,-2 3-3-15,2-3 2 0,0 0-1 0,-4-4 1 0,3 11-3 16,1-8 2-16,-4-3 4 0,0 8 7 0,0-8-4 16,0 0 4-16,-4 13-5 0,1-9 1 15,-3 1 1-15,-2 1-4 0,-2 1-6 0,-1-3-12 16,0 1-12-16,-1-1-19 0,-1 0-23 0,1-1-16 16,3-1-26-16,-1 0-34 0,10-2-34 0,-14 2-186 15,14-2-387-15,0 0 171 0</inkml:trace>
  <inkml:trace contextRef="#ctx0" brushRef="#br0" timeOffset="5115.91">14346 3674 106 0,'-9'1'212'0,"2"2"0"15,-2-2-14-15,9-1-17 0,-13 3-13 0,13-3-16 16,-9 2-24-16,9-2-9 0,0 0-10 0,-5 1-11 16,5-1-2-16,0 0 3 0,0 0-6 15,19 6-1-15,-10-5-3 0,1-1 0 0,7-3-2 0,0 5-4 16,4-5-3-16,1 0-1 0,-4 2-11 0,-2-3 0 16,2 2-2-16,-5-1-1 0,0 2-1 0,-1 1 2 15,-3-2 3-15,-3 0-5 0,-6 2-2 0,12-2-2 16,-12 2-5-16,8-2 0 0,-8 2-12 0,0 0-6 15,9 0-2-15,-9 0-5 0,0 0-21 16,0 0-29-16,0 0-34 0,0 0-40 0,0 0-64 16,0 0-73-16,10-1-57 0,-10 1-153 0,0 0-476 15,0 0 210-15</inkml:trace>
  <inkml:trace contextRef="#ctx0" brushRef="#br0" timeOffset="5606.3">14775 3476 164 0,'-4'-5'233'0,"4"5"-14"16,0 0-14-16,-2-9-24 0,2 9-15 0,0 0-22 15,-4-6-16-15,4 6-18 0,0 0-10 0,0 0-11 16,0 0-10-16,0 0-3 0,16 22-11 0,-11-8 6 16,4 1 0-16,0 2-2 0,1 7-1 15,-4-6-6-15,1 0 3 0,0 1-12 0,2 5 3 0,0-1-1 16,-2-7 0-16,-1 2-5 0,1-4-3 16,-1 3-4-16,-1-5 0 0,1 3-6 0,1-2 0 15,-2-2-6-15,-1 1 0 0,1-1-5 0,-1-2-1 16,-1 2 0-16,0-5-6 0,2 0-1 0,-4 1 1 0,-1-7-1 15,5 8 3-15,-5-8 2 0,0 0 23 0,0 0 19 16,0 0 11-16,0 0 4 0,0 0-5 0,0 0-4 16,17-16-3-16,-12 3-6 0,1-3-10 0,1-2-3 15,4-8-3-15,1 2-9 0,-2-3-1 16,-1-1 0-16,3 1-14 0,-3-3 2 0,0 2-6 16,1 2-1-16,-2 0 3 0,-2 9-2 0,-1-2-7 15,1 2 4-15,-1 5-4 0,-2 1-2 0,1-1-2 16,-2 7 0-16,1-5-2 0,-1 5-3 0,-2 5-24 15,2-7-23-15,-2 7-31 0,5-6-31 0,-5 6-31 16,0 0-21-16,0 0-24 0,0 0-29 0,9 17-45 16,-12-6-224-16,1 4-521 0,0 2 232 0</inkml:trace>
  <inkml:trace contextRef="#ctx0" brushRef="#br0" timeOffset="5913.46">15241 3656 224 0,'0'0'255'0,"0"0"-3"16,0 0-9-16,5-3-5 0,-5 3-25 0,0 0-19 15,0 0-20-15,0 0-16 0,0 0-15 0,0 0-20 16,0 0-12-16,0 0-12 0,0 0-4 0,9 16-1 16,-8-5-6-16,-2 1-2 0,1 1-7 15,0 3-6-15,0 3-3 0,0 0-2 0,0 0-4 16,-4-1-1-16,4 1-10 0,0 0 3 0,-2-1-9 0,0-1-6 15,2-1 1-15,0 0-6 0,-1-4-5 16,1 3 0-16,0-4-5 0,0-11 2 0,-1 20-3 0,1-10 1 16,0-10-4-16,-2 13-3 0,2-13 3 0,2 13-10 15,-2-13-18-15,-2 10-24 0,2-10-16 16,0 0-21-16,3 11-20 0,-3-11-22 0,0 0-25 0,0 0-29 16,0 0-34-16,-3 14-31 0,3-14-216 15,0 0-479-15,0 0 213 0</inkml:trace>
  <inkml:trace contextRef="#ctx0" brushRef="#br0" timeOffset="6192.4">15224 3666 8 0,'3'-7'193'16,"0"-1"-7"-16,4 1-8 0,1 0 3 0,2 0-15 15,0 0-6-15,3 1-16 0,-2 2-14 0,3 1-16 16,-1 1-9-16,1 1-12 0,-3 2-9 0,1 0-15 16,0 0 1-16,-2 4 0 0,-1-1 0 15,0 2 3-15,-5-1 6 0,-1 1 9 0,0 0 1 16,-2 2-3-16,-1-1-1 0,0-7-7 0,-5 18-8 0,-1-11-2 16,1 2-6-16,-4 2-6 0,0-3-2 0,-2-1-27 15,-4 4-18-15,5-4-31 0,-8 1-52 0,1-1-75 16,-2 2-96-16,0-5-165 0,-4 1-443 0,-4-5 197 15</inkml:trace>
  <inkml:trace contextRef="#ctx0" brushRef="#br0" timeOffset="27437.26">9793 5045 111 0,'0'0'129'0,"-13"2"-9"0,5-2-7 0,8 0-8 15,-11 0-9-15,11 0 0 0,-10 1-9 0,10-1-4 16,-9 2-4-16,9-2-5 0,0 0-13 0,0 0-2 0,-9 0-7 16,9 0-7-16,0 0-7 0,0 0-1 15,0 0-1-15,0 0-1 0,0 0 7 0,0 0-13 16,30-9-1-16,-9 2 1 0,6 0-3 0,1-2-6 16,1-3-3-16,3 1-2 0,3 4-5 0,-5 0-14 15,-3-1-19-15,1 1-25 0,-6 2-25 0,0 1-32 16,-4 0-19-16,0 1-93 0,-8 2-233 0,2-1 104 15</inkml:trace>
  <inkml:trace contextRef="#ctx0" brushRef="#br0" timeOffset="27902.02">9987 4934 30 0,'0'0'100'0,"-6"6"2"0,4-1 1 0,2-5-6 16,0 16-9-16,-1-3 7 0,1 2 1 0,0 6 3 16,3-2-6-16,-2 5 3 0,0 1-25 0,2 2-4 15,-2-8 6-15,-2 7-3 0,3-8-2 0,0 0-5 16,-1 0-11-16,3-1-7 0,-3-1 4 0,2 0-4 16,-2 2-4-16,1-4-4 0,1 1-1 0,-2-3-7 15,1-1-1-15,0 0-5 0,-1-2 0 0,1 1 0 16,-2-10-1-16,1 16-2 0,-1-7-4 0,0-9 3 15,0 15-4-15,0-15 3 0,-1 16-11 0,1-16 6 16,-2 14-9-16,2-14 5 0,-1 11-4 0,1-11-6 16,-2 9-2-16,2-9-1 0,0 0 1 0,-7 8-7 15,7-8 4-15,-6 5-8 0,6-5 2 0,-12 1 1 16,12-1-6-16,0 0 5 0,-18 0 0 0,18 0 2 16,-19-1 1-16,6 0-1 0,13 1 3 0,-17-2 2 15,17 2 3-15,-17 0 0 0,17 0-4 16,-13 0 0-16,13 0 2 0,0 0 4 0,-11-2-6 15,11 2 1-15,0 0 3 0,0 0 0 0,0 0-3 0,-14-1 0 16,14 1 5-16,0 0 0 0,0 0 3 0,0 0 1 16,0 0-2-16,0 0 0 0,0 0-5 0,34 13-2 15,-20-15-7-15,3 0-9 0,2 2-16 0,9-6-27 16,-6 3-2-16,5-1-38 0,2-1-16 0,-2 0-110 16,-7 1-249-16,1 1 110 0</inkml:trace>
  <inkml:trace contextRef="#ctx0" brushRef="#br0" timeOffset="28147.39">10328 5286 169 0,'0'-5'175'0,"0"5"1"15,2-7 1-15,-2 7-6 0,0 0-8 0,0-10-11 16,0 10-15-16,0 0-20 0,0 0-14 0,0 0-15 16,0 0-7-16,0 0-13 0,0 0 2 0,0 0-6 0,0 0-4 15,-4 36-5-15,3-21-4 0,-1 1-2 0,0 0-3 16,0 2-6-16,0 0 0 0,-1 0-6 0,2 0-3 15,0-3-2-15,-1 1-2 0,0 0-7 16,1-4 5-16,-1-1-5 0,1 2 0 0,1 3-5 16,-1-5 2-16,1 1-7 0,1-1-13 0,-5-2-21 15,4 3-15-15,0-12-19 0,0 15-15 0,-1-4-23 16,1-11-28-16,-1 13-34 0,-1-6-33 0,1-1-98 0,1-6-314 16,0 0 139-16</inkml:trace>
  <inkml:trace contextRef="#ctx0" brushRef="#br0" timeOffset="28427.19">10278 5361 28 0,'0'0'160'0,"22"2"-8"0,-6-2-10 0,-5 2-3 16,7 3-10-16,1 2-1 0,-5 0-7 0,3 0-8 15,-7 1 1-15,3 1 3 0,-4 1-10 0,0 6-3 16,-3-3 1-16,-1 3-2 0,-2-4-10 0,-4 4-8 16,-3 2-6-16,-3 0-6 0,-4 5-5 0,-2-6-4 15,-4 2-6-15,-4 0-3 0,-2 0-5 0,1-1-7 16,-1-1-1-16,-1-2-9 0,1 0-3 0,5-5-14 16,-7-1-11-16,8-2-21 0,0-2-20 0,4 0-33 15,-1-3-54-15,3-2-37 0,-1 0-199 0,12 0-389 16,-22-5 173-16</inkml:trace>
  <inkml:trace contextRef="#ctx0" brushRef="#br0" timeOffset="160397.19">11426 5363 31 0,'-18'3'110'0,"7"-3"-5"0,0 1-8 0,0 2-7 16,0 0-5-16,-1 0-2 0,-1 2-12 0,3 0-4 16,-3 0-8-16,3 2-4 0,0 1-10 0,-2-1 0 15,3 3-3-15,-1 3 0 0,3-4-1 0,-5 6-1 16,3-1-3-16,1-1-3 0,1 2-2 0,2-3 4 0,-2 2-2 15,3 1 7-15,0-1-16 0,1-1-1 16,1-2-2-16,2 0-5 0,2-1-1 0,-1-1 0 16,1 1-4-16,0-4 1 0,3 1-1 0,0 4-11 15,0-5 15-15,3 0 4 0,-3-2-5 0,1-1 0 16,1 0-4-16,-1-1 4 0,3-1 0 0,-9-1 0 0,13 0 4 16,-13 0 1-16,18-6 3 0,-9-1 9 15,1 0-6-15,1-6-2 0,2 3 3 0,0-6 2 16,-4 0 10-16,1-2-2 0,-1 1-1 0,4-5-3 15,-6-3 0-15,0-2-8 0,-2 2 5 0,1-4-4 16,-2 3-1-16,-1-4 1 0,-3 0-2 0,2 2-2 0,-3-1 2 16,1 3 2-16,-3 0 1 0,0-1-1 15,1 3-6-15,-3 4-1 0,0 1 3 0,3 3 0 0,-2 2 2 16,1 3 4-16,1 1 1 0,0 3 1 16,2 7-8-16,-1-12-5 0,1 12 0 0,-3-8-7 15,3 8 0-15,0 0-5 0,-3-6-2 0,3 6 0 16,0 0-3-16,0 0 4 0,0 0-2 0,0 0-2 15,5 29-3-15,-1-12 4 0,-2 1 1 0,3 8 2 16,-1-1-1-16,1-6-3 0,0 2-1 0,2 4 4 16,-3 2-3-16,2-1 5 0,3-1-3 0,-3-1 4 15,2-8-6-15,-3 1 1 0,3 0 1 0,1-2 0 16,0-1 0-16,-2-2 0 0,0-3 1 0,2 1-1 16,-3-1 1-16,3-1-3 0,-2-1 3 0,3-1 0 15,-4 1 0-15,0-3 1 0,1-1 0 0,3-1-1 16,-5-1 3-16,-5-1 6 0,0 0-2 0,24-3-7 15,-15-1 3-15,4-2-3 0,-4-3 2 0,0 1 1 16,3-5-5-16,1-1 2 0,-2-2 1 0,-5 0 4 16,2 1-4-16,-3-6-2 0,1 3-1 0,-3 0 1 15,-2-2 2-15,2 3-3 0,-2 0-3 0,2 1 3 16,-5 5-3-16,2 0 3 0,0 3 4 0,0 1 2 16,0 7-2-16,0-11-5 0,0 11 0 0,0-7-10 15,0 7 5-15,0 0-2 0,0 0 5 0,0 0-5 16,0 0 2-16,-18 25 4 0,13-9-2 0,-4 1 1 15,5 2-3-15,-2-1 2 0,2-1 4 0,3 0-3 16,1-5 0-16,0 5 0 0,0-3 1 0,5 1-3 16,-1-4 5-16,2 0 0 0,3-2 2 0,1 1 3 15,5-1-4-15,1-2-2 0,2-4 3 0,4-2-7 16,-1-2-1-16,8-2-3 0,-10-1-4 0,4-1 3 16,2-2-4-16,-5-1 2 0,-1-3 2 0,3-4 2 15,-9 4 0-15,1-2 2 0,2-8 1 0,-5 7-1 16,-3-3 4-16,-1-2-1 0,0-4-2 0,-3 5-1 15,-4-7 2-15,4-1 1 0,-6 2 0 0,0-2 2 16,-2 0-2-16,2 7 2 0,0 2 5 0,0 6 8 16,-1-1 8-16,1 2 2 0,0 1 0 0,0 1-4 15,2 8-2-15,-2-8-7 0,2 8-2 0,0 0-8 16,0-8 2-16,0 8 0 0,0 0-4 0,0 0 1 16,8 25 1-16,-6-7 1 0,1 1 1 0,3 8-4 15,-2 7 2-15,0-3 3 0,2 4-2 0,-3-1 1 16,2 0 1-16,-2 2 0 0,1-2 2 0,-4 1 0 15,4-4-2-15,-3 0 4 0,4-1-2 0,-3 0 0 16,1-5 0-16,0 0 2 0,-2-5-3 0,1-2-1 16,0 2 2-16,0-1-13 0,-2-1-11 0,3-3-20 15,-2-3-13-15,1 0-21 0,-1-1-32 0,-1-1-20 16,0-10-37-16,2 13-19 0,-2-7-150 0,0-6-358 16,0 0 159-16</inkml:trace>
  <inkml:trace contextRef="#ctx0" brushRef="#br0" timeOffset="160872.96">12098 5254 61 0,'0'0'125'0,"11"-4"-16"0,-11 4 0 16,0 0-8-16,0 0-7 0,21 7-8 0,-13-1-5 15,-4 2-9-15,4 2-4 0,-4 1-10 0,2 6 4 16,-5-1-11-16,-1 1-6 0,-3 7 0 15,1-7-8-15,-4 1-4 0,-2-1 0 0,-1 1 0 0,1-1 3 16,-2-2-15-16,0-1 7 0,3-5-11 0,0-1 6 16,-2-1-5-16,5 0-3 0,4-7-2 0,-9 6-1 15,9-6 2-15,-7 8 1 0,7-8-6 0,0 0 1 16,-8 4-3-16,8-4 3 0,0 0-9 16,0 0 9-16,0 0-8 0,0 0 6 0,0 0-4 15,0 0-5-15,0 0 8 0,35-7-4 0,-22 4-1 0,0 0 4 16,4-2-2-16,1 0 1 0,-1-1-2 0,4 1 2 15,-2-5 0-15,0 3 4 0,3-1 0 0,-4-1-3 16,0 1 2-16,-3-3-7 0,4-1 15 0,-6 1-1 16,1 0 3-16,1 0 4 0,-5-2 0 15,3 0 11-15,-7 3 3 0,-1-3-4 0,2 3 2 16,-6-2-5-16,3 1 2 0,-4 1 6 0,2 3 6 0,0 2-1 16,-2 5 6-16,0-12-7 0,0 12-6 15,0 0-6-15,0 0-5 0,-8-6-2 0,8 6-7 16,0 0 0-16,-22 22 2 0,10-6 0 0,-2 0-4 0,5 1-1 15,0-1 3-15,0 1-4 0,2 1 2 16,1-3-2-16,4 2-3 0,1-5-17 0,2 5-16 16,0-7-12-16,4 2-32 0,-1-1-32 0,2-2-24 0,6-1-43 15,-3 0-144-15,2-2-338 0,3-1 150 0</inkml:trace>
  <inkml:trace contextRef="#ctx0" brushRef="#br0" timeOffset="161236.47">12586 5363 5 0,'0'0'202'0,"4"-13"-19"0,-4 13-24 0,0 0-19 15,0 0-17-15,0 0-11 0,0 0 5 16,0 0-1-16,0 0-9 0,0 0-11 0,6 34-7 16,-6-22-7-16,0-1-11 0,1 0 0 0,0-1-7 15,0 3-8-15,-1-3-8 0,0-10-1 0,2 15-4 16,-2-15-2-16,0 13-7 0,0-13 9 0,0 0 14 0,2 13 12 15,-2-13 13-15,0 0 12 0,0 0 1 0,0 0-12 16,0 0-5-16,0 0-9 0,0 0-9 16,0 0-7-16,0 0 7 0,0 0-18 0,4-45-9 15,-2 30-6-15,4-2-6 0,0 0 1 0,-1-3-11 16,3 2-11-16,-1 0 3 0,2 3-7 0,2-2-1 16,0 5-2-16,-1 3-4 0,-4 2 0 0,5 2-2 15,-5 3-2-15,7 1 2 0,-13 1 0 0,18 5-2 16,-7 2 1-16,0 2 7 0,-5 0-1 0,6 2 11 15,-3 5-10-15,0-2-4 0,-2 1-19 0,2 1-9 16,-1-3-9-16,-3 4-20 0,3-3-34 0,-2 0-27 16,-2-3-43-16,0-1-39 0,1 1-132 0,-5-4-373 0,6-1 165 15</inkml:trace>
  <inkml:trace contextRef="#ctx0" brushRef="#br0" timeOffset="161926.53">13115 5260 121 0,'-4'-6'202'0,"0"1"-10"0,4 5-10 15,-8-7-19-15,0 5-13 0,8 2-6 0,-14 1-13 16,3 4-5-16,2 1-17 0,-4 6-1 0,-4 1-11 16,5 3-5-16,-2 0 0 0,3-1-9 0,1 1-9 15,1 0-10-15,3-2-9 0,1-1-1 0,3-1-4 16,0 0-8-16,0-1-3 0,4-2-4 0,0 1-1 15,1 0-5-15,3-2-3 0,0 0 0 0,1-3-2 16,5-1 1-16,-1-1-2 0,0 0-2 0,0-3-1 16,8 0-1-16,-6-3-2 0,-2 0 0 0,3-3-2 15,-1-3 0-15,-1 1-3 0,-2 0 0 0,3-5-2 16,-5 0 4-16,-1-1-3 0,1-3-2 16,-1 0-2-16,-5-2 2 0,3-6-1 0,-3 0-3 0,-2 0 3 15,0-3-7-15,0 1 6 0,-2 1-3 0,-1-2-2 16,-1 2-1-16,2-2 1 0,-3 3 2 0,3 0-3 15,0 7 5-15,-2 3 14 0,1 2 16 0,3 4-6 16,-2 0-3-16,0 4-1 0,2 5-4 0,-2-12-7 16,2 12-3-16,0 0-7 0,0-8-6 0,0 8 3 15,0 0-2-15,0 0 2 0,0 34-1 16,2-16-1-16,0 9 1 0,0 1 1 0,-2 3-2 0,3-1 1 16,1 1 1-16,-2 1 1 0,2 0 2 0,1-5 0 15,-1 3-7-15,1-4 5 0,0-7 0 0,3-2 2 16,1 0-2-16,1-1 5 0,-1-1-5 0,1-7 1 15,0 1 1-15,1-2-2 0,0-3 2 0,1 1 4 16,-1-5-1-16,2 2-2 0,-13-2 5 0,31-4 1 16,-17-3-9-16,1-1 1 0,2-1-9 0,-4-3-2 15,3 0 0-15,-3-2-2 0,1-1-2 0,-5 1 2 16,-1-3 0-16,2 0-5 0,-6-1 1 0,1 3 6 16,-3-2-3-16,-2 5 2 0,2 0-2 0,0 0 3 15,0 5 1-15,-2 7-3 0,2-12 7 16,-2 12-9-16,1-10-3 0,-1 10 0 0,0 0 0 0,0 0 3 15,0 0-3-15,0 0 5 0,-5 33-4 0,5-20 6 16,-2 6-1-16,0 0 4 0,2 0 1 0,0 0-2 16,0 1 2-16,0-1 0 0,0-3 1 0,0 1 3 15,0 0-1-15,2 0-3 0,0-1 0 16,-2-5 5-16,2 2-1 0,0 0-3 0,-2-3-5 0,-2 3 3 16,0-3-19-16,-2 2-18 0,-1-1-27 0,-5 3-40 15,0-1-42-15,-1-1-38 0,-5-1-194 0,-1 2-412 16,0-3 182-16</inkml:trace>
  <inkml:trace contextRef="#ctx0" brushRef="#br0" timeOffset="169061.09">14290 5288 16 0,'0'0'35'0,"0"0"-5"0,0 0-2 0,0 0-5 16,0 0 1-16,0 0 0 0,0 0-3 0,0 0-3 15,0 0-2-15,0 0-1 0,0 0-4 0,0 0 1 16,0 0-4-16,0 0 4 0,0 0-1 0,0 0 1 0,0 0-5 16,0 0 13-16,0 0-8 0,0 0 0 15,0 0 0-15,0-10 6 0,0 10-7 0,0 0 0 16,0 0 3-16,0 0-2 0,0 0 1 0,0 0-5 16,0 0 1-16,0 0 0 0,0 0-3 0,0 0 8 15,0 0-10-15,0 0 3 0,0 0 4 0,0 0-5 16,0 0 5-16,0 0-5 0,0 0 0 0,0 0 2 15,0 0-5-15,0 0 1 0,0 0 3 0,0 0 4 16,0 0-5-16,0 0 3 0,0 0 2 0,0 0-3 16,0 0 7-16,0 0 0 0,0 0-5 0,0 0 0 15,0 0 1-15,0 0 12 0,0 0-14 0,0 0 3 0,0 0-2 16,0 0 6-16,0 0-4 0,0 0 2 16,0 0-5-16,0 0 2 0,0 0-2 0,0 0-4 15,0 0 1-15,0 0-3 0,0 0 2 0,0 0 1 16,0 0-2-16,0 0 4 0,0 0-9 0,0 0 5 15,0 0 1-15,0 0 1 0,0 0 1 0,0 0-1 16,0 0-4-16,0 0-1 0,0 0 5 0,0 0 2 16,0 0-8-16,0 0 3 0,0 0-1 0,0 0 0 15,0 0-3-15,0 0 9 0,0 0-7 0,0 0 14 16,0 0-8-16,0 0-3 0,0 0 2 0,0 0 9 0,0 0 0 16,0 0-5-16,0 0 2 0,0 0-1 15,0 0-5-15,0 0 6 0,0 0 0 0,0 0 0 0,0 0 3 16,0 0 1-16,0 0 2 0,0 0 1 15,0 0-3-15,0 0 4 0,0 0-13 0,0 0 9 16,0 0-2-16,0 0-5 0,0 0 2 0,0 0 0 0,0 0-5 16,0 0-1-16,0 0-6 0,0 0 0 0,0 0-2 15,0 0 8-15,0 0 1 0,0 0-3 0,0 0-4 16,0 0 6-16,0 0-4 0,-9 18 1 16,9-18-4-16,0 0 9 0,0 0-1 0,5 13 16 0,-5-13 4 15,4 6 1-15,0-2 5 0,0 1 6 0,-4-5-7 16,10 7 0-16,-3-6 8 0,0-1-3 0,-7 0-1 15,15 2 1-15,-8-2 0 0,4 0-1 0,-11 0 0 16,14-5-5-16,-3 1 1 0,-1 0-1 0,-3 0-4 16,3 1 3-16,-2-5 13 0,-3 4-19 0,2-3-3 15,-2 1 1-15,-3-2-2 0,3 2 1 0,-2-3-11 16,-2 0-1-16,1 3-5 0,-4-5 1 0,1 2 5 16,0-2-2-16,-6 1-8 0,5 1 8 15,-8 0-4-15,3-1 0 0,-1 3-5 0,-2 1-1 0,-1 1 2 16,-1 1-4-16,-3 3 5 0,2-1 2 0,-9 2-2 15,4 6 1-15,0-3-5 0,-3 6 2 0,0 5-7 16,-2 3 12-16,2 1-6 0,3 3 0 0,2 3 9 16,4 3-6-16,-1-2-1 0,5 0 5 0,3-1 7 15,1 4-9-15,4-8 10 0,4-1 1 0,5-1 3 16,0-3 1-16,3 0 3 0,7 2-2 0,2-1-1 16,6-3-2-16,0-2-7 0,2-3-13 0,1-2-26 15,3-5-26-15,-1-2-50 0,1-1-31 0,-3 4-38 16,-4-4-103-16,-10 0-301 0,6-1 133 0</inkml:trace>
  <inkml:trace contextRef="#ctx0" brushRef="#br0" timeOffset="169433.57">14656 5327 73 0,'0'0'166'0,"4"-6"-9"0,-4 6-6 0,0 0-6 0,0 0-4 16,0 0-7-16,0 0 2 0,0 0-4 15,9 19-8-15,-6-13-14 0,-2-1-2 0,3 5-11 0,-2-1-6 16,0-1-11-16,2 0-8 0,-4 1-6 0,1-3-2 16,2 0-12-16,-3-6-3 0,0 0-5 0,1 10-1 15,-1-10-4-15,0 0 3 0,2 7 1 16,-2-7 13-16,0 0 5 0,0 0 2 0,0 0-5 16,0 0-8-16,0 0-6 0,0 0 1 0,0 0-8 0,0 0-6 15,-6-24 0-15,5 15-6 0,1-1-4 0,0-1 2 16,0 1-6-16,2-2-2 0,1 1-3 0,3 1 4 15,-2-3-8-15,-1 4 5 0,2-1-8 0,0 2 3 16,1 0-6-16,-1 4-1 0,1 0-3 16,-6 4 3-16,13-5-4 0,-4 5 6 0,1 0-8 15,1 3 1-15,-2-1 0 0,2 4 1 0,1 0-1 0,-2-1-4 16,-1 2-5-16,1 3-4 0,1-1-8 0,-4 0-6 16,2 2-21-16,-1 1-22 0,-3-2-25 15,3 1-35-15,-5-1-18 0,1 2-28 0,0-2-22 16,0 0-131-16,-3-1-359 0,-1-9 159 0</inkml:trace>
  <inkml:trace contextRef="#ctx0" brushRef="#br0" timeOffset="169669.07">15038 5066 168 0,'-3'-16'227'0,"2"3"-10"0,-4 3 6 16,5 1-14-16,0 9-23 0,0-12-19 0,0 12-17 15,-3-8-21-15,3 8-16 0,0 0-3 0,0 0-12 16,0 0-5-16,8 30-9 0,-4-13-6 0,3 8-5 16,1 0-1-16,-5 3-6 0,4-2-9 0,-1 2-4 15,-2-1-3-15,3 1-3 0,-2-3-6 0,1 0-21 16,-3-1-21-16,1-6-15 0,-2 1-22 0,1 1-35 16,-1-5-38-16,1-4-36 0,-1 0-30 0,1-2-31 15,-2 2-119-15,-1-11-354 0,0 0 157 0</inkml:trace>
  <inkml:trace contextRef="#ctx0" brushRef="#br0" timeOffset="169938.01">14981 5240 5 0,'-2'-9'125'0,"2"9"-2"15,0 0-11-15,18-10-9 0,-9 7-14 0,10-2-2 16,-6 2 14-16,3-1-13 0,3 0-3 0,0 1-11 15,1 0-5-15,-4-1-6 0,2 1-5 0,-5 3-7 16,1 0-9-16,-3-2 0 0,-11 2-5 0,23 2 14 16,-14 0 11-16,-1 0 6 0,2 1 4 0,-2 2 1 15,-1 2-8-15,0 1-4 0,-2-3-3 0,1 7-2 16,0-3-3-16,-3 2-5 0,1 2 1 0,3 4-6 16,-5-2-4-16,3 1-2 0,-2-5-15 0,-1 5-26 15,2 0-22-15,-1 0-31 0,-2-3-37 0,2-1-35 16,-2-5-51-16,-1 6-108 0,1 1-310 0,1-2 138 15</inkml:trace>
  <inkml:trace contextRef="#ctx0" brushRef="#br0" timeOffset="170110.81">15230 5045 21 0,'0'0'74'0,"0"0"-10"0,0 0-28 16,0 0-34-16,21 25-36 0,-9-9-35 0,-1 8 16 15</inkml:trace>
  <inkml:trace contextRef="#ctx0" brushRef="#br0" timeOffset="170723.06">15485 5386 5 0,'4'-9'212'0,"-4"9"-6"16,2-13-7-16,-2 5-13 0,1-2-21 0,-1 0-13 0,0-1 1 15,0 1-10-15,0-1-18 0,0-1-12 16,0-1-9-16,-2 0-10 0,2 1-7 0,-1 4 2 16,-1-1-2-16,0-1-7 0,0 3-4 0,2 7-6 15,-2-12-6-15,-1 6-14 0,3 6 0 0,-8-9-4 16,4 5-4-16,4 4-6 0,-8-6-6 0,8 6 5 15,-7-3-11-15,7 3-5 0,-10-2-5 0,10 2 1 0,0 0-2 16,0 0-7-16,-10 4-5 0,10-4-2 16,0 0-2-16,0 0 1 0,0 0 0 0,0 0 9 15,0 0-12-15,19 17 5 0,-8-15-1 0,1-1-1 16,6-1 1-16,1 3 3 0,2-2-4 0,-2-1 3 16,0 2-4-16,-6 0 0 0,1-1-2 0,-1 2 0 15,0 1-1-15,-1-1 0 0,-3 1 1 0,2 2 2 16,-3 1 2-16,1 0-3 0,-2 1-1 0,1 0 4 15,-2 2 1-15,-2 2-1 0,1 3 1 0,-1-7 0 16,-1 3-2-16,0 0-1 0,1-2 5 0,0 0-4 16,2-2 8-16,-3 3-5 0,-1-4 0 0,3-1-2 15,0 0 1-15,2 0 6 0,-7-5-5 0,16 5 3 16,-5-5 2-16,0 2-2 0,2-4 1 0,-3 1 0 16,7-3 1-16,-3-3 1 0,0 2-6 0,0-4 1 15,0-1 3-15,-3-2 0 0,-1 3 1 0,2-2 0 16,-5 0-4-16,3-3-8 0,-1-3 1 0,-5 4 3 15,2-3 3-15,-2-1-6 0,-3 2-1 0,-1 3 5 16,-2 1-6-16,-1-2 4 0,2 3-1 0,-2-1 2 16,-1 3 0-16,-1 1 3 0,3 2-2 0,2 5 1 15,-7-7-4-15,7 7-4 0,-10 0 4 0,10 0 0 16,-14 12 1-16,5-3 0 0,-1 2-2 0,0 3 2 16,1 1 3-16,2-1 0 0,3 1-1 0,2-1 2 15,0 1-4-15,4-2 3 0,-1-1 1 0,2 5 2 16,3-6 0-16,2-2-2 0,4 0-14 0,3-1-24 15,1 0-33-15,2-5-34 0,4 1-32 0,7-5-27 16,1 0-19-16,-9-1-14 0,7-3-111 0,-10 1-330 16,1-2 146-16</inkml:trace>
  <inkml:trace contextRef="#ctx0" brushRef="#br0" timeOffset="170922.7">16211 5078 8 0,'0'-27'162'0,"-3"1"-1"0,2-1-4 0,0 8 21 16,-2 4 11-16,2 4 11 0,1 0-9 0,-2 3-9 15,2 8-24-15,-2-11-13 0,2 11-23 0,-1-8-15 16,1 8-13-16,0 0-11 0,0 0-1 0,0 0 0 16,6 41-4-16,-2-15-5 0,-1 2-6 0,-1 0-4 15,-1 0-6-15,3-1-7 0,-1 0-3 0,0 2-2 16,0-3-6-16,2 1-12 0,-5-2-21 0,4-6-26 16,2 6-26-16,-2-7-32 0,2 2-45 0,1-6-51 15,-1 0-48-15,-2-1-143 0,1-3-396 0,0-1 175 16</inkml:trace>
  <inkml:trace contextRef="#ctx0" brushRef="#br0" timeOffset="171433.53">16429 5199 35 0,'0'0'188'0,"0"0"-6"15,0 0-7-15,0 0-19 0,0 0-10 0,8 12-15 16,-8-12-14-16,5 9-10 0,-2-5-13 0,-3-4-1 15,9 7-10-15,-3-5-2 0,1 2-3 16,1-3 1-16,4 1-5 0,-1-1-5 0,2-1 1 0,1-3-4 16,-1 3 1-16,-3-3-1 0,1 2 4 0,0-1 6 15,-3-1 8-15,0-1 8 0,-3 0-6 0,1 1-2 16,-6 3-13-16,7-10-5 0,-3 4 2 0,0 3 6 16,-4 3-4-16,6-7-3 0,-6 7-6 0,3-6-9 15,-3 6 4-15,0 0-21 0,6-4-9 16,-6 4-8-16,0 0 0 0,4 15 1 0,0 1-2 15,0 2 0-15,1 8-5 0,0 5 1 0,1 15 2 0,1 2-1 16,-5-1-3-16,5 3 2 0,2 2-8 0,-4-1 8 16,1-1-2-16,2-1-4 0,5-3 3 0,-7 0-1 15,2-1-1-15,-3-11 3 0,0 0-2 16,1-1-1-16,-2 1 0 0,-1-3-2 0,1-4 2 0,-4 0 1 16,1-1-3-16,-2-8-1 0,-1-1 8 0,0-6-1 15,-5 0 0-15,0-1-2 0,-1-3 4 0,-4-3-6 16,0 0-2-16,-5-5-9 0,-2-2-1 0,2-5 1 15,-6-5-3-15,-1-6-2 0,0 0-6 0,2-7 1 16,2 0 4-16,1-4-3 0,0-12 2 16,8 8-3-16,6-2 2 0,4-12-10 0,6 0-2 15,4 1-6-15,5 1-8 0,5 1 0 0,0 2-6 16,-1 12-6-16,2 2-8 0,10-8-4 0,-11 13-8 16,3 1-13-16,2 2-16 0,0 3-11 0,1 0-15 0,0 5-23 15,2-1-18-15,-2 3-13 0,5 2-9 16,-2-2-155-16,0 5-370 0,-1-1 164 0</inkml:trace>
  <inkml:trace contextRef="#ctx0" brushRef="#br0" timeOffset="172034.99">17250 5201 152 0,'0'-9'188'0,"0"9"0"0,0-9-4 0,0 9-15 16,0 0-8-16,0 0-27 0,0 0-15 0,0 0-7 15,0 0-9-15,0 0-12 0,-22 18-4 0,13-5-4 0,0 5-7 16,1-1-6-16,-2 0-8 0,6 0-6 16,1 2-2-16,-3 7-7 0,4-11-4 0,3 1-4 15,-2-3-4-15,2-1 0 0,2-1-4 0,1 0-2 16,1-2-1-16,1 0-5 0,2-2 1 0,-1-2 2 16,1-3-5-16,-1-1-3 0,-7-1 1 0,17-2-4 15,-6-1 0-15,-1-3 1 0,0 1-2 0,-1-4-7 16,-1 1-11-16,0-3 4 0,-2 0-3 0,0-3 3 15,1-3-2-15,-5 4-1 0,2-3-8 0,-8-2 2 16,3 3 0-16,-2-5-1 0,2 5 1 0,-3-3 2 16,2 1-1-16,-1 4 1 0,2 2 2 0,-1 1 10 15,2 3 6-15,0 7-7 0,-1-11 4 0,1 11-3 16,5-8-3-16,2 4 3 0,4 3-1 0,6 1 2 16,3 0-1-16,2 4 4 0,5 2-1 0,-2 3-2 15,3 2-3-15,-3 4 5 0,-1-5 0 0,-7 0-2 16,-1 1-1-16,-2 0-1 0,2 0 4 0,-5-4-2 15,-1 1 0-15,0-1 0 0,-2-1 2 0,0 1 1 16,-3-3 4-16,-5-4 12 0,8 9 17 0,-8-9 16 16,3 5 24-16,-3-5-2 0,0 0-3 0,0 0-9 15,0 0-6-15,0 0 0 0,0 0 5 0,0 0 4 16,0 0-10-16,-25-18-11 0,22 10-2 0,3 8-3 16,-4-20-3-16,4 9-2 0,4-5-5 0,2 0-7 15,0 0-7-15,8-6-3 0,-3 6-5 0,9-3-4 16,-6 6 0-16,1 1-2 0,3 3 7 0,-2 1-8 15,1 3-12-15,-4-1 4 0,0 5 2 0,-1 1-3 16,0 1 0-16,1 3 0 0,1 2-5 0,-3 0 2 16,-2 1-2-16,3 3 6 0,-3-1 0 0,0 4-3 15,1 1 3-15,-5-2 3 0,1-2-3 0,0 6-17 16,-1-6-18-16,0 2-38 0,-2-1-32 0,0 0-49 16,-3-11-63-16,3 23-64 0,-3-14-192 0,0-9-514 15,0 16 227-15</inkml:trace>
  <inkml:trace contextRef="#ctx0" brushRef="#br0" timeOffset="173451.86">18448 4486 158 0,'0'0'153'0,"0"-8"-13"0,0 8-9 15,0 0-16-15,0 0-10 0,0 0-12 0,13 18 0 16,-4-3-4-16,0 2-3 0,1 10-12 0,6 1-1 16,-5 3-9-16,7-2-8 0,-5 1-5 0,2-1-1 15,-1 0-8-15,-2-4-1 0,7-2-5 0,-4 1-2 16,-1-2-3-16,-3-6 0 0,-1-4-5 0,-1 1-5 16,-3-4-2-16,2 1 4 0,-2-3-8 0,-2 2 4 15,0-5 2-15,1 0 13 0,-1 0 20 0,-4-4 14 16,5 5 14-16,-5-5 11 0,0 0 17 0,0 0 3 15,0 0-16-15,0 0-11 0,14-13-7 0,-10 5-12 16,0-4-6-16,1-3-5 0,1-2-4 0,-1-2-5 16,2-8-6-16,0-1-5 0,-1-3-3 0,1-2-6 15,2 1 0-15,-1-2 4 0,2 3-9 0,-1-2-7 16,0 1-1-16,0 2 1 0,0-2-9 0,0 4 15 16,-3 10-2-16,-1 0-10 0,0 2-19 0,0 3-30 15,-2 6-36-15,-1 1-37 0,1 0-25 0,-3 6-10 16,6-2-12-16,-6 2-13 0,12 10-18 0,-3-1-22 15,-3 6-128-15,-1 2-369 0,2 2 164 0</inkml:trace>
  <inkml:trace contextRef="#ctx0" brushRef="#br0" timeOffset="173944.05">19104 4695 110 0,'0'0'199'0,"0"0"-2"0,0 0-8 0,0 0-10 15,0 0-14-15,-22 10-16 0,14-3-8 0,-3 2-6 16,0 4-9-16,-1 3-8 0,3 0-10 0,-2 7-4 16,1-5-6-16,2 0-10 0,1 0-10 0,4 0-10 15,-1-2-3-15,1-1-7 0,3 2-9 0,3-5-2 16,-1 0-3-16,1 0-2 0,2-1-6 0,3-1-4 16,-2 0 0-16,2-1-2 0,1-2 1 15,2 0-4-15,1-1 0 0,-1-2-3 0,1-2-2 16,-1-1-3-16,1 1 1 0,-2-2-2 0,1-2-2 0,0 0-1 15,-1-1-1-15,-1 0 0 0,0-2 2 0,0-1-2 16,0 0-4-16,-4-5-3 0,0 5 5 0,-3-4-4 16,1 2-2-16,-2-3 0 0,-1 2 0 0,0-2-5 15,0 3-1-15,-1-3 4 0,1 11-2 0,-5-14-1 16,4 8 1-16,1 6-2 0,-4-9 6 16,2 2 0-16,2 7-2 0,-1-7-3 0,1 7-1 15,0 0 1-15,0-10-4 0,0 10 2 0,8-7-4 0,-3 3 5 16,5 0-3-16,3 0 0 0,-1 1-1 0,1-1-1 15,3 0 2-15,-1 3-1 0,-5 0-1 16,2 2-2-16,2 1 0 0,-5 1 2 0,2 1-3 16,4 3 3-16,-5 1 0 0,0 0-2 0,-5 1 7 15,3-2-5-15,-3 4-1 0,0-1 2 0,0 0 5 16,-1 1-2-16,-2-1 2 0,2 3 3 0,-5-3-1 0,1 2-1 16,1-1 3-16,-1 0-2 0,2-1-7 0,-4 1-25 15,1-2-22-15,1-9-28 0,-1 16-32 16,-1-6-36-16,2-10-45 0,2 11-24 0,-2-5-142 15,0-6-386-15,0 0 171 0</inkml:trace>
  <inkml:trace contextRef="#ctx0" brushRef="#br0" timeOffset="174230.97">19599 4837 177 0,'0'0'199'0,"2"-9"-20"0,-2 9-17 0,0 0-17 16,0 0-13-16,0 0-10 0,0 0-8 0,0 0-10 15,0 0-9-15,-16 15-9 0,13-7-1 0,-2 2-16 16,2-2-4-16,0 2-7 0,0 0-6 0,4 0-3 16,1 0-5-16,1 1-4 0,0 0-5 0,-1-1-2 15,4 1-6-15,-1-3-1 0,0 2-1 0,1-2-5 16,2 2 0-16,1-3-1 0,-1 2-3 0,-2-1-4 16,1 1 2-16,0-3-3 0,-3 0-2 0,0-1 2 15,-2 2-2-15,1-2-1 0,-3 2 2 0,0-7-3 16,-3 13 1-16,1-8-3 0,-3 4 1 0,-1-4-2 15,-1 2 6-15,-5 0-15 0,2 0-9 0,0-2-20 16,-2 1-18-16,1 0-24 0,3-2-41 0,-1-1-45 16,0 1-149-16,-4-1-336 0,13-3 149 0</inkml:trace>
  <inkml:trace contextRef="#ctx0" brushRef="#br0" timeOffset="174696.81">20262 4753 242 0,'1'-5'284'0,"2"-2"-28"0,-3 7-28 0,1-10-23 15,-1 10-29-15,0-8-18 0,0 8-16 0,0 0-9 16,0 0-23-16,0 0-10 0,19 18-9 0,-11-9-4 15,-2 1-13-15,1 0-7 0,3 5-8 0,-2-4-2 16,-2 3-8-16,0-3-4 0,2 4-2 0,-3-5-8 16,-1-1-3-16,1-1-2 0,-1 1 0 0,-1-3-3 15,0-2-3-15,-3-4 4 0,5 9-3 0,-2-4 4 16,-3-5 19-16,0 0 11 0,4 5 15 0,-4-5 1 16,0 0-1-16,0 0-5 0,0 0-6 0,0 0-5 15,0 0-13-15,2-31-2 0,2 16-7 0,3-3 1 16,3-9-7-16,1 3-5 0,2 1-3 0,4 0-9 15,1-2 1-15,0 5-2 0,-2-2-1 0,-2 8-5 16,0 2-2-16,-1 2-4 0,-1 4-1 0,-1 2-1 16,-1 0 1-16,1 5-4 0,1 2-2 0,-2 2 2 15,3 5 2-15,1 0 0 0,-3 4-1 0,-4-2 3 16,2 5-1-16,-1-1 1 0,-2 0 1 0,1 0-2 16,-1 2 3-16,-2-1 3 0,-2-6-23 0,0 7-21 15,0-2-25-15,-1-1-25 0,-2 0-34 0,1-4-35 16,1 2-48-16,-1-3-24 0,0 0-27 0,2-3-153 15,-2 0-443-15,0-7 196 0</inkml:trace>
  <inkml:trace contextRef="#ctx0" brushRef="#br0" timeOffset="174975.1">20808 4817 50 0,'1'-6'164'16,"-1"6"4"-16,2-8-4 0,-2 8-15 0,0 0-12 15,3-7-16-15,-3 7-9 0,0 0-14 0,0 0-1 16,0 0-3-16,0 0-4 0,14 12-3 0,-10-7-3 15,2 0-4-15,1 1-3 0,0 0-8 0,1-2-9 16,3 1 1-16,0 0-4 0,2-3 5 16,1-2-1-16,-3 1 1 0,7-4-3 0,0 1 3 0,-4-2-3 15,1-2 5-15,-2 1 5 0,-1-1 0 16,0-1 5-16,-3 1 6 0,-1-2 0 0,-2-1 0 16,1 1-8-16,-5-2-6 0,0 1-5 0,-2-2-6 0,-2 0-6 15,-3 0-7-15,-2-5 1 0,0 6-9 0,-1 1-6 16,-4-2-8-16,3 1-18 0,0 5-13 0,-4-1-20 15,2 1-29-15,-2 2-26 0,-5 4-27 0,4 1-36 16,1 0-35-16,4 3-43 0,1 0-192 0,-2 0-453 16,10-5 201-16</inkml:trace>
  <inkml:trace contextRef="#ctx0" brushRef="#br0" timeOffset="175214.84">21254 4517 112 0,'2'-14'262'0,"1"2"-7"0,-2 3-6 16,-1 1-13-16,3 1-3 0,-3 7-18 16,3-11-18-16,-3 11-31 0,2-6-19 0,-2 6-19 15,0 0-13-15,0 0 2 0,6 17-4 0,-2 1-4 16,-1 0-7-16,-1 9-6 0,1-1-15 0,-2 3 2 0,-2 0-2 16,2-1-10-16,2 0 7 0,-3 0-16 15,1-3-9-15,-2 2 3 0,3-8-12 0,-2 0 7 16,1-1-29-16,1 1-23 0,-2-2-27 0,2-2-39 15,-2-3-41-15,-2 1-52 0,-1-2-43 0,1-2-36 16,-1 0-216-16,-3-2-493 0,-2-2 219 0</inkml:trace>
  <inkml:trace contextRef="#ctx0" brushRef="#br0" timeOffset="175370.75">21123 4718 78 0,'0'0'190'0,"14"-12"-4"0,-2 4-11 0,3 2-19 16,4-3-10-16,8 2-16 0,1-3-18 0,3 1-4 0,3 1-24 16,4 0-47-16,1 5-49 0,16-5-61 15,0 1-147-15,-17 5-238 0,17-4 105 0</inkml:trace>
  <inkml:trace contextRef="#ctx0" brushRef="#br0" timeOffset="176131.51">22263 4621 104 0,'3'-6'225'16,"-3"6"-14"-16,0 0-15 0,0 0-22 0,0 0-9 15,0 0-2-15,0 0-2 0,-24 24-6 0,13-10-9 16,-1 2-10-16,1 0-13 0,4 1-9 0,-2 8-14 15,1-7-11-15,3-2-6 0,2 1-10 0,1 0-7 16,2-1 1-16,2 0-13 0,1-4-1 0,1-2-8 16,3 1-5-16,2-2-1 0,0 1 0 0,4-4-4 15,4 2 0-15,-1-2-2 0,-3-3 4 0,6 1-8 16,-6-4-1-16,0-2 0 0,2 0-2 0,-4-1-3 16,2-1 0-16,-4-4-5 0,0 1-1 0,-1-3 2 15,-2 1-5-15,-2-3 0 0,1-3-6 0,-3-1 1 16,-2-1-3-16,-3-1 0 0,-1-1-2 0,0 0-6 15,-1-1 7-15,3 1-9 0,-1 0 1 0,1 3-5 16,2-2 3-16,2 2-1 0,2 2 2 0,-1 5-7 16,0-1-1-16,5 2-2 0,2 1 1 0,3 3 5 15,4 4-7-15,-3 3 1 0,3 4 3 0,2 2 3 16,-2 2-1-16,0-1 1 0,2 8 2 0,-5-2-3 16,0-1 4-16,-1 6-1 0,-3-6 5 0,1 0-6 15,-2 0 4-15,-3-4-1 0,-1 1-1 0,-2-1 3 16,4-1 1-16,-4-2 0 0,-1-1 1 0,0-3 9 15,-2-4 17-15,0 0 9 0,1 11 25 0,-1-11 12 16,0 0 3-16,0 0-5 0,0 0-10 0,0 0-1 16,0 0-5-16,0 0-7 0,-7-25-10 0,7 17-6 15,0-4 11-15,0-6-20 0,6 1-4 0,-1 0-9 16,4-2-12-16,1-5 0 0,1 1 0 0,0 6-2 16,1 1 4-16,-1 0-6 0,-2 5-4 0,2 2 1 15,-2 1 2-15,-1 3-3 0,3 2-1 0,-2 0 0 16,-9 3-1-16,22 1 0 0,-13 3 3 0,0 3 0 15,1 1 1-15,0 6 2 0,-1-1 5 0,1 1-3 16,-2 0 1-16,-2-2-1 0,0-2-20 0,1 4-14 16,2 0-19-16,-1 0-20 0,-3-2-24 0,0 1-43 15,-1-2-59-15,4 1-48 0,-5-2-197 0,3-1-487 16,1-3 216-16</inkml:trace>
  <inkml:trace contextRef="#ctx0" brushRef="#br0" timeOffset="176852.95">23463 4377 92 0,'-4'-6'232'0,"4"6"-22"0,-3-5-6 0,3 5 1 16,0 0-14-16,-2-9-6 0,2 9-11 0,0 0-20 15,0 0-15-15,0 0-16 0,0 0-14 0,-1-7-9 16,1 7-17-16,0 0-12 0,0 0-6 0,0 0-9 16,0 0-11-16,0 0-1 0,0 0-6 0,9 28-5 15,-5-11-2-15,0 2-2 0,1 5 0 0,0 2-2 16,0-1-2-16,0 1 1 0,-1 0-1 0,0-1 0 16,0 1-6-16,1-2 4 0,-3-5-5 0,2-1-4 15,1 0 1-15,-1-2-1 0,0 1 1 0,-1-4-3 16,-1-3 2-16,3 0-1 0,-3 0 5 0,-1-4-9 15,1 0 1-15,-2-6 2 0,5 11 1 0,-3-7 12 16,-2-4 19-16,0 0 19 0,0 0 24 0,0 9 10 16,0-9-6-16,0 0 3 0,0 0-20 0,0 0-9 15,11-33-2-15,-6 17-11 0,4-7 1 0,1-1-15 16,2-6-5-16,1 0 4 0,1 0-9 0,-1-3 0 16,2 1-1-16,0 1-3 0,-1 0-9 0,0 2 1 15,0 2 1-15,-2 5-5 0,-6 5-2 0,2 2 0 16,-2 5-8-16,-2 1-12 0,1 1-28 0,-2 3-21 15,0 0-34-15,-3 5-34 0,2-7-40 0,-2 7-32 16,0 0-18-16,0 0-25 0,5 17-23 0,-5-17-182 16,-4 27-483-16,1-11 215 0</inkml:trace>
  <inkml:trace contextRef="#ctx0" brushRef="#br0" timeOffset="177101.43">23824 4621 42 0,'11'-5'272'0,"-11"5"-12"16,0 0-14-16,0 0-13 0,0 0-21 0,0 0-19 16,0 0-20-16,0 0-20 0,7 5-18 0,-7-5-10 15,1 12-2-15,0-6 4 0,-1 6-3 0,0 6-2 16,0-2-23-16,-1 1-8 0,0 2-6 0,-1-3-6 16,1 2-9-16,-1 0-7 0,3 0-6 15,-4 0-6-15,2 0-8 0,0-2 6 0,1 1-10 16,0-4 0-16,-2-3-10 0,2 3-12 0,0-3-25 0,-1 2-23 15,1-2-28-15,0-3-23 0,0-7-40 0,-2 15-33 16,2-15-45-16,0 0-29 0,0 14-183 0,0-14-444 16,0 0 197-16</inkml:trace>
  <inkml:trace contextRef="#ctx0" brushRef="#br0" timeOffset="177359.36">23865 4630 11 0,'15'-9'199'16,"-2"3"-10"-16,0 2-3 0,1 3-11 0,-2 1-9 16,6 4 0-16,-6 0-4 0,4 2-14 0,-4 2-7 15,-2-1-10-15,4 3-7 0,-6-2-12 16,3 8-4-16,-2-2-5 0,-2 0-3 0,-3-1-7 16,-1-2-7-16,-3 6-8 0,-1-3 1 0,-3 3-1 15,-2-1 1-15,-3 1-6 0,-3-2-2 0,0 1-4 0,-9 2-5 16,7-5-6-16,-2 1-5 0,-1-1 4 0,0-3-25 15,-1-1-17-15,2-3-21 0,-2-1-26 0,2 3-22 16,4-3-34-16,2-1-28 0,1-1-46 0,9-3-52 16,-16 2-202-16,16-2-452 0,0 0 199 15</inkml:trace>
  <inkml:trace contextRef="#ctx0" brushRef="#br0" timeOffset="177696.86">24370 4683 1645 0,'13'-9'144'16,"0"-4"-46"-16,-5 7-29 0,-2 0 6 0,-1 0 14 16,-2 2-10-16,-3 4 1 0,0 0-3 0,4-11-7 15,-4 11-4-15,0 0-6 0,0 0-5 0,0 0-5 16,-24 5-5-16,16 1-6 0,-1 2 4 0,-4 2-3 16,0 4-10-16,6 0-4 0,-3-1-3 0,1 0-1 15,3 3-2-15,3-2 2 0,0-2-8 0,4 1 0 16,2 0-4-16,2 1 2 0,3 1-3 0,4-2 1 15,0 0-3-15,1-1 2 0,1 1-2 0,-1-4 0 0,1 3 0 16,0-1-5-16,-5-3 3 0,-2 2-1 16,1-4-2-16,-2 0 3 0,-2-2-5 0,0 2 3 15,-4-6 1-15,5 9 2 0,-5-9-2 0,-6 10 14 16,1-3-5-16,-6 0 1 0,-5 2 4 0,0-3-4 16,-4 0 5-16,-5 4-4 0,5-5 0 0,-7 1-4 15,6-1-4-15,-1-2-15 0,5 0-20 0,-2-1-31 16,5 0-49-16,1 0-67 0,6-2-89 0,7 0-171 15,-18-5-472-15,18 5 209 0</inkml:trace>
  <inkml:trace contextRef="#ctx0" brushRef="#br0" timeOffset="177856.83">24826 4897 3124 0,'11'-1'123'0,"-1"1"-76"15,-2-1-17-15,-8 1 13 0,9 0 50 0,-9 0 23 16,9-4 13-16,-9 4-18 0,0 0-15 0,7-4-16 15,-7 4-7-15,0 0-9 0,0 0-28 0,0 0-42 16,0 0-53-16,0 0-71 0,0 0-84 0,-14-10-103 16,14 10-257-16,-24 0-620 0,24 0 274 0</inkml:trace>
  <inkml:trace contextRef="#ctx0" brushRef="#br0" timeOffset="189729.06">8989 6647 19 0,'0'0'150'16,"-7"-4"-4"-16,7 4 1 0,0 0-4 0,-7-4-9 0,7 4-9 15,0 0-10-15,-8-2-11 0,8 2-5 16,0 0-10-16,0 0-5 0,-10-2 0 0,10 2-2 16,0 0 2-16,0 0 0 0,-11-1-23 0,11 1-1 15,0 0-6-15,0 0-4 0,0 0-5 0,0 0 0 16,0 0 0-16,0 0-3 0,0 0-8 0,0 0-1 0,0 0-1 16,0 0-2-16,0 0-5 0,0 0-1 15,25-6-1-15,-11 3 0 0,4 0-1 0,5-2-7 16,8-2-2-16,1 3-13 0,-2-2-12 0,1 1-14 15,1-1-26-15,-5 3-11 0,-4 1-27 0,-3 1-18 16,1 0-9-16,-2 0-17 0,-2 1-8 0,-4 1-8 0,0-1-96 16,0 2-265-16,-4 0 117 0</inkml:trace>
  <inkml:trace contextRef="#ctx0" brushRef="#br0" timeOffset="190142.34">9297 6576 50 0,'-8'-2'116'0,"8"2"-15"0,0 0-17 0,0 0-9 16,0 0-4-16,-11 3-7 0,11-3 10 0,-1 12-8 15,1 2 14-15,0 5 9 0,1 0-9 0,-1 9 5 16,0 0-3-16,2 4-7 0,0 2-1 0,3-1-3 0,-3 2 0 16,1-3-7-16,-1 0-5 0,2-3-8 15,0-2-5-15,-1 0-5 0,-3-6 1 0,1-5-5 16,0 4-4-16,1 0-6 0,-2-4-2 0,2 1 3 15,1-3 0-15,-3-5-9 0,0 1 0 0,0-2 1 16,1 1-2-16,-1-9-2 0,-1 12-5 0,1-12 3 0,0 9 3 16,-3-4 2-16,3-5-3 0,-4 6-2 0,4-6-1 15,-7 3-3-15,7-3 3 0,-12 0-4 0,12 0-1 16,-15-3 1-16,7 0-1 0,-3 0 0 16,-1-1-4-16,0 0-1 0,-1 1 1 0,4 0-1 15,-2 0 3-15,1 1-2 0,0 0-2 0,10 2 6 0,-13-2-12 16,13 2 2-16,-9 0 0 0,9 0 2 0,0 0-6 15,0 0 4-15,0 0-1 0,0 0 6 16,0 0-6-16,0 0 2 0,0 0 0 0,0 0 0 16,23 8 4-16,-6-8-14 0,1 1-9 0,5-4-12 15,3-2-23-15,5 1-23 0,-3 0-21 0,4-2-25 16,-2-1-11-16,-1 3-24 0,-3-1-83 0,-5 2-263 0,1-1 117 16</inkml:trace>
  <inkml:trace contextRef="#ctx0" brushRef="#br0" timeOffset="190379.39">9661 6955 101 0,'1'-6'185'16,"1"-1"-4"-16,-2 7 1 0,1-11-1 0,0 5-15 0,-1 6-11 15,0 0-22-15,3-7-12 0,-3 7-19 0,0 0-9 16,0 0-12-16,0 0-6 0,0 0 2 0,2 35-2 16,-2-18-4-16,-1 2-7 0,2 1-2 15,-2 3-1-15,-3 2-7 0,3 0-5 0,0-8 0 16,-2 2-5-16,2 1-8 0,1-2-3 0,1-3-6 0,-1 3 4 15,1-4-3-15,-1 2-5 0,0-3-11 16,-1-2-22-16,2 0-18 0,1-1-26 0,-1 0-13 16,0-5-28-16,-1-5-28 0,2 12-5 0,-2-12-24 15,-2 8-3-15,2-8-14 0,-4 5-94 0,4-5-282 16,0 0 124-16</inkml:trace>
  <inkml:trace contextRef="#ctx0" brushRef="#br0" timeOffset="190608.92">9598 7012 71 0,'12'-7'134'0,"-2"1"1"16,4 2 0-16,1 1-11 0,2 3-3 0,0 1-2 0,0 5-6 15,-2 1-1-15,1 1-9 0,1 3-5 16,-3 2-4-16,0 0-7 0,0 3-3 0,-6 0 1 16,1 0 5-16,-2 3-7 0,-4 1-10 0,0-1-6 15,-2 2 2-15,-2 3-5 0,-3-5-7 0,-4-2-6 16,-1 6-5-16,-5-3-2 0,1-2-3 0,-2 2-4 0,1-3-5 15,1-3-6-15,-3 1-14 0,0-4-24 16,0 3-24-16,0-4-28 0,1 0-40 0,3-5-39 16,2 0-54-16,-4-2-112 0,5 1-334 0,9-4 147 15</inkml:trace>
  <inkml:trace contextRef="#ctx0" brushRef="#br0" timeOffset="190865.03">10277 6899 202 0,'1'-12'302'0,"-1"1"-10"0,0 2-1 0,0-1 2 16,0 10-16-16,-1-12-17 0,1 12-38 16,-1-8-27-16,1 8-24 0,0 0-17 0,0 0-17 15,0 0-19-15,0 0-11 0,0 0-6 0,1 35-8 0,-1-16-11 16,-1 6-6-16,1-4-11 0,0 2-6 0,0 2-4 15,1 1-1-15,-2-6-30 0,1-1-18 16,1 6-26-16,-1-7-34 0,-1 0-35 0,-2 0-28 16,2 0-46-16,-3-2-51 0,4-2-62 0,-3-4-175 15,-3 2-488-15,0-5 216 0</inkml:trace>
  <inkml:trace contextRef="#ctx0" brushRef="#br0" timeOffset="191033">10218 6573 26 0,'0'0'83'0,"15"13"-18"0,-3 1-19 16,2 8-23-16,0 2-27 0,3 4-37 0,0 3-42 15,1 14 19-15</inkml:trace>
  <inkml:trace contextRef="#ctx0" brushRef="#br0" timeOffset="191252.72">10471 7079 126 0,'0'0'238'0,"0"0"-5"0,0 0-8 0,-1-22-18 0,1 22-8 16,3-19-16-16,-2 6-15 0,2 2-13 16,3-4-9-16,2-1-2 0,-2 2-8 0,0 2-11 15,2 2-11-15,0 2-17 0,-3 4-6 0,3-2-18 16,-2 2-2-16,0 1-13 0,3 3-5 0,-9 0-6 15,14 7-6-15,-5-1-4 0,0 1-4 0,-1 1 0 0,-2 2-7 16,1 0 6-16,0 2-9 0,-2-2 0 0,1 3-24 16,-4 0-30-16,2 3-31 0,-1-5-45 15,-2 1-62-15,1 1-66 0,-3-4-187 0,1 1-458 0,-2-2 203 16</inkml:trace>
  <inkml:trace contextRef="#ctx0" brushRef="#br0" timeOffset="191730.68">11833 6692 1706 0,'-7'-18'11'0,"-1"-7"0"16,0 8 15-16,3-2 20 0,-1 8 10 0,1 0 13 16,4 4 11-16,-2 2 2 0,1-1-16 0,2 6-2 15,-4-9-18-15,4 9-5 0,0 0-8 0,0 0 0 16,0 0-4-16,0 0 2 0,2 38 5 0,2-15 1 16,-1 9 11-16,-1 0 1 0,0 0 1 0,0 1-6 15,0 0-2-15,0 2 0 0,0-3-9 0,-2 0-1 16,0-2-1-16,1-3-2 0,-1 0-7 0,1-8-2 15,-1 2 1-15,0-4-20 0,1-2-23 0,1 0-31 16,-4-2-36-16,1 0-37 0,1-4-45 0,-2 1-60 16,-2-4-149-16,0-2-411 0,-3-1 183 0</inkml:trace>
  <inkml:trace contextRef="#ctx0" brushRef="#br0" timeOffset="192254.8">11820 6802 84 0,'13'-13'153'0,"0"2"-14"16,-2 1 4-16,3-1-2 0,0 1-2 0,-4 1 0 16,0 0-10-16,-1 0-2 0,3-3-6 15,-3 3-6-15,-1-1-7 0,-1 0-2 0,1 1-5 16,-4-2-9-16,2 1 5 0,-1-1-1 0,-1 2 2 0,0 2-8 16,-2-1-7-16,-2 0-8 0,0 8-7 0,6-9-6 15,-6 9-9-15,2-8-8 0,-2 8-11 16,0 0-6-16,0 0-5 0,0 0 3 0,0 0-7 15,9 16-1-15,-8-4 0 0,0 7-3 0,1 8-3 16,-1 1 0-16,-1 3 0 0,0-1-1 0,-3-3-1 0,3 5-2 16,0-5-1-16,0 0 2 0,0-3-1 0,0-3 1 15,2-6-1-15,0-2-2 0,0-1 1 0,0-3-2 16,-2 1 2-16,3-5-4 0,-3-5 3 16,2 12 1-16,2-8 1 0,-4-4-1 0,8 5-1 0,-2-3-3 15,2 0 3-15,2-2 2 0,1-2-8 0,0 2 2 16,2-2 1-16,-1 0-2 0,-1 1 2 15,1 0 1-15,1-1 0 0,3-1-3 0,1 0 3 0,0 1-1 16,2-6 0-16,-2 4 1 0,-1-4 0 16,1 3-3-16,-7-1 3 0,7-2-3 0,-6 3 1 0,0-1 5 15,-1-3-2-15,-2 1 2 0,-2 0-1 16,1-2-2-16,-3 1 1 0,-1 0-1 0,0-1 3 0,-3 1-3 16,0 0 0-16,-3 1 3 0,0-2-4 15,-1 3 3-15,-1 2 3 0,1 0-4 0,4 5 0 0,-12-9-1 16,5 7-2-16,-3 2-2 0,-1 1-3 0,-5 7 2 15,1 1 3-15,-5 0-5 0,0 8 2 0,1 2-1 16,6-3 3-16,1 0 0 0,3 1-2 0,3 1-15 16,4-3-19-16,0 1-27 0,4 0-39 15,2-1-45-15,7-1-38 0,0-3-47 0,5 2-157 0,11-6-420 16,2-3 186-16</inkml:trace>
  <inkml:trace contextRef="#ctx0" brushRef="#br0" timeOffset="192950.81">13115 7221 175 0,'0'0'185'0,"0"0"2"0,0 0-9 0,0 0 9 16,2-28-18-16,1 18-11 0,3-4-4 15,1-4-8-15,0-2-11 0,4-3-7 0,-2-2-9 16,5-2-13-16,-1-4-5 0,1 5-9 0,1-4-8 0,1-1-1 15,4-11-12-15,-4 13-9 0,-3-3-1 0,1-2-8 16,-1 1-4-16,-2 0-1 0,-1 2-2 0,-1 4-5 16,1-3-2-16,-2 6-4 0,-4 4 3 15,3 3 0-15,-3 5 11 0,-4 1 5 0,4 1-5 0,-4 3-7 16,0-1-3-16,0 8-5 0,3-9-7 0,-3 9-4 16,0 0-6-16,0 0-3 0,0 0-2 0,0 0-1 15,-22 22-2-15,8-3-4 0,-3 2-14 0,5 3-6 16,1-1-2-16,2 0-4 0,2-4-4 0,6 0-3 15,2 1 1-15,1-2-2 0,10 6-1 0,-2-7 9 16,4 6-8-16,4-1 1 0,0 1 6 0,-7-8 2 16,12 6-2-16,-1-6 2 0,-4 3 0 0,-4-4 5 15,1-1-1-15,-3-2 8 0,-3-3-6 0,-1 4 2 16,-1-2 2-16,-3 0-2 0,1 0 5 0,-4-1 0 16,-1 0 0-16,0 1 5 0,-3-3-3 0,-2-1-7 15,-2 3-12-15,-3-5-13 0,3 4-20 0,-3-2-19 16,2 1-27-16,1-3-25 0,1-3-35 0,0 2-29 15,6-3-153-15,0 0-372 0,0 0 166 0</inkml:trace>
  <inkml:trace contextRef="#ctx0" brushRef="#br0" timeOffset="193339.18">13735 6752 218 0,'0'-5'244'0,"0"5"-10"16,0-10-11-16,0 10-19 0,0 0-17 0,-9-6-13 15,9 6-10-15,-14 10-8 0,1 1-6 0,1 7-12 16,-5 1-9-16,3 5-18 0,1 1-5 0,-3 1-8 16,3-1-12-16,6 0-11 0,1-10-6 0,0 2-8 15,6 0-4-15,-2-1-5 0,2-5-4 0,2 2-10 16,1-3-10-16,0-4-10 0,1 0-10 0,0 0-7 16,1-2-1-16,1-1-4 0,1-1-2 0,-7-2-4 15,18-5-2-15,-9 2-4 0,1-4 6 0,0 0-2 16,-5 0 2-16,1-3 0 0,2-6 2 0,0 1 2 15,-3-2-2-15,-1-2-1 0,-2 3 2 0,1-3 7 16,-1 3 10-16,0 0 1 0,-2 3 0 0,0 4 6 16,0-1 15-16,0 2 1 0,0 8 0 0,3-12-12 15,-3 12-4-15,0-6-9 0,0 6 1 0,0 0-7 16,0 0 4-16,0 0-2 0,0 0 0 0,5 26-3 16,-3-14 7-16,0 5-3 0,0 0 2 0,2 1-2 0,-2-1-2 15,1-1 4-15,3 1 0 0,0-1-2 16,0 0-11-16,1-2-25 0,1 2-23 0,0-8-29 15,-2 0-43-15,1 0-42 0,-1-1-40 0,3 0-44 16,-2-3-130-16,2-3-412 0,-2-2 182 0</inkml:trace>
  <inkml:trace contextRef="#ctx0" brushRef="#br0" timeOffset="193561.71">13973 6641 18 0,'1'-18'239'0,"-1"1"2"0,1 7 4 0,-2 0-3 15,1 5-48-15,0 5-24 0,0-12-20 0,0 12-18 16,0 0-15-16,0 0-8 0,0 0 0 0,0 0 0 16,4 39 1-16,-4-15-7 0,0 7-6 0,0-3-9 15,0 4 1-15,0 1-10 0,0 2-3 0,0-2-10 0,0 0-2 16,2-3-8-16,-2-1-3 0,0-2-8 16,0-3-7-16,2-5-28 0,-2 0-25 0,0-3-34 15,2-3-19-15,0-1-33 0,-2-1-35 0,1 0-44 16,-1-4-43-16,0-7-157 0,-1 11-411 0,1-11 182 15</inkml:trace>
  <inkml:trace contextRef="#ctx0" brushRef="#br0" timeOffset="194199.89">13890 6848 14 0,'6'-4'146'0,"1"-2"-2"0,5 3-5 16,-1-1-4-16,3 0-12 0,-3 1-10 0,2 1-7 15,5 2-15-15,-5 0 1 0,1 1-7 0,-1 3-4 16,6 4 3-16,-6-3-10 0,-2 2-1 0,3 5 9 16,-6-1-8-16,0 1-4 0,2 2-6 0,-1 0 5 0,-4-2 1 15,0-2 0-15,1 2-6 0,-3 0-7 0,1-1-5 16,-2-1-4-16,5-2-6 0,-5-1-4 16,3 0-5-16,-2-1-2 0,-1-1 1 0,-2-5-7 15,6 6 3-15,-3-3-5 0,-3-3 0 0,8 3-1 16,-8-3 1-16,0 0-1 0,14-6-6 0,-8 3 2 15,1 0-6-15,-2-2 7 0,2-3-5 0,-2 0-2 16,-1-3 5-16,2 0-10 0,-1 0 2 0,-1-4-6 16,3-1-1-16,-3 1 1 0,-3 0 1 0,1-3-5 15,0 2-1-15,-2 5 4 0,2-1 1 0,-2 3 11 16,0 3 11-16,0 6-5 0,-2-9-1 0,2 9-7 0,4-8-4 16,-4 8-1-16,0 0 6 0,0 0-10 15,0 0 5-15,0 0-8 0,0 0 2 0,-2 34-3 0,4-23 6 16,0 6-5-16,-2-2 4 0,-1 1-1 15,2-5 1-15,2 1-1 0,-1 1 0 0,-2-4-1 16,2 2 0-16,3-2-1 0,-3 1 2 0,5-1 0 0,-3-2 5 16,-2-2 1-16,3-1 9 0,2 0 1 0,-3-1 10 15,4 1-10-15,0-3 3 0,-8-1-2 0,16-2-1 16,-7-1-2-16,2-1 3 0,-1-1-5 16,2-2 1-16,-3 0-4 0,0-1-3 0,1 0-1 15,-1-2 1-15,-1 0-5 0,-2 1 0 0,0-7-3 0,1 1 0 16,-5-1-6-16,2 2 6 0,0-2-8 0,0 5 4 15,-4-1-3-15,1 2 1 0,-1 4-1 16,2-2 2-16,-2 8-2 0,3-12 0 0,-3 12-4 16,4-9-3-16,-4 9-7 0,1-5 3 0,-1 5-2 0,0 0 0 15,0 0 3-15,0 0 2 0,16 13-1 0,-13-5 5 16,1 0 0-16,0 2 0 0,0 6 2 0,0 0 4 16,-2-5-5-16,1 5 10 0,-1-5-7 15,0 6 2-15,2-2 2 0,-4-3 3 0,3 1-20 0,0-2-32 16,1 1-32-16,-2-1-55 0,3-2-49 0,1 0-216 15,-1-3-435-15,6-2 193 0</inkml:trace>
  <inkml:trace contextRef="#ctx0" brushRef="#br0" timeOffset="194572.99">14841 6795 46 0,'-14'0'238'0,"-4"6"-10"0,2 0-6 0,-2 2-26 0,0 5-9 16,3 1-17-16,-6 7-13 0,3-2-14 0,5-5-14 16,2 2-12-16,1-3-10 0,5 4-15 0,0-5-8 15,4 4-11-15,1-4-1 0,0-2-5 0,2 0-7 16,2-1-7-16,1-2-7 0,2 0-6 0,0-1-4 16,2-3-6-16,2-2-5 0,0-1-9 15,2-3-1-15,-2 2-3 0,0-5 1 0,-1-1-4 16,0 0 3-16,-1-2-4 0,-1 0 6 0,1-3-10 0,-3 1-2 15,2-5 7-15,-4 5-2 0,1-1-3 0,-1-3 1 16,-2 2-2-16,1 2 3 0,-2 1-5 0,1 4 9 16,0-2 1-16,-2 8-3 0,2-9-2 0,-2 9-3 15,2-6-6-15,-2 6 0 0,0 0 0 0,0 0 0 16,0 0-3-16,0 0 1 0,9 21 3 0,-7-9 4 16,-2 1 1-16,4 3-3 0,-3 0 4 0,2-3 0 15,1 3-3-15,0-1 4 0,0-2-33 0,1 4-35 16,1-4-49-16,0 0-68 0,4 0-54 0,-5-4-129 15,4-3-392-15,2-1 174 0</inkml:trace>
  <inkml:trace contextRef="#ctx0" brushRef="#br0" timeOffset="194828.36">15127 6589 33 0,'-1'-6'310'15,"3"-1"-17"-15,-2 7-28 0,-1-11-31 0,1 11-24 16,0 0-28-16,0 0-10 0,0 0-3 0,0 0-7 16,0 31-4-16,-1-5-9 0,2 2-6 0,-4 3-8 15,3 2-13-15,-1 1-4 0,-1-1-15 0,0 1 0 16,0 1-19-16,2-2-1 0,-2-1-12 0,1-3-2 16,-1-1-11-16,-2-1-1 0,1-1-7 0,6-9-7 15,-3 0-24-15,-3-5-27 0,2 1-29 0,2-4-28 16,-2 0-37-16,0-2-38 0,1-7-48 0,1 10-37 15,-1-10-38-15,-3 6-166 0,3-6-463 0,0 0 206 16</inkml:trace>
  <inkml:trace contextRef="#ctx0" brushRef="#br0" timeOffset="195110.48">15020 6823 118 0,'0'0'174'0,"0"0"-19"0,0 0-11 15,0 0-6-15,0 0 1 0,7-6-10 0,4 6-10 16,-11 0-7-16,24 2-8 0,-5-2 0 0,1-4-14 16,2 6-3-16,0 0-11 0,-2-4-8 0,1 4-5 15,-2-1-8-15,-1 1-5 0,0-2-3 0,-5 0-6 16,-2 1-3-16,-1 0-6 0,-1 2-4 0,1 1 5 16,-5 0 14-16,1 3 10 0,0 1 9 0,-1 3 7 15,3 4-4-15,-4-3 0 0,1 0-8 0,0 4-1 16,-3-5-9-16,1 6-4 0,-2-4-3 0,2 3 0 15,-2 1-6-15,-1-1-3 0,1-4-6 0,1 1-18 16,0-3-30-16,-1 2-39 0,0-1-51 0,-1-2-60 16,2-3-72-16,-2-6-151 0,1 11-424 0,0-5 188 15</inkml:trace>
  <inkml:trace contextRef="#ctx0" brushRef="#br0" timeOffset="195279.42">15409 6613 65 0,'13'25'33'0,"-8"-16"-20"16,-1 1-32-16,4 2-20 0,4 0 9 0</inkml:trace>
  <inkml:trace contextRef="#ctx0" brushRef="#br0" timeOffset="195796.61">15618 6867 203 0,'-9'6'207'0,"-3"7"-6"0,3-3-4 16,3 0-9-16,-4 3-10 0,1 2-17 0,-1-3-8 16,3 2-16-16,3-4-9 0,-2 2-20 0,6-2-10 15,-3 1-11-15,3 0-5 0,0 0-10 0,3-1-7 16,1-1-4-16,-2-2-3 0,1-1-5 0,2 2-2 15,1-3-5-15,2 2-5 0,2-5-4 0,0 2 2 16,2-4-10-16,-1 1 6 0,0-2-11 0,-1-4 7 16,0 2-12-16,-3-2-3 0,0-1-3 0,2-1-4 15,-3-1-1-15,0-3 0 0,-3 1 1 0,-1 0-2 16,3-6 0-16,-4 4-4 0,1-5-1 0,0 5-1 16,2-4 1-16,-2 0 1 0,2-1-5 0,0 2 0 15,0 5-4-15,0 0 2 0,0 0 3 0,-2 3-2 16,1 3-1-16,-3 4 0 0,6-6-1 0,-6 6 1 15,0 0 1-15,13 7 6 0,-9-1 1 0,0-1 3 16,1 5-3-16,0 0 9 0,-2 1-3 0,1 0 1 16,-1 1-1-16,0 0 2 0,-1-3-3 0,1 2 2 15,-2-5 0-15,0 1 0 0,-1-7-2 0,2 11 3 16,-2-11 2-16,1 5 6 0,-1-5 11 0,1 7 9 16,-1-7 9-16,0 0 11 0,5 6-5 0,-5-6-5 15,0 0-9-15,0 0 0 0,0 0-10 0,5-18 4 16,-1 10-5-16,0-2-10 0,4-5 1 0,2 1-3 15,0-2-3-15,-2 2-10 0,-2 2-3 0,2 4-1 16,3-5-2-16,-4 8-3 0,-2-1-5 0,2 2-1 16,-4-1-2-16,3 3 0 0,-6 2 0 0,8-1 0 15,-8 1 3-15,0 0-4 0,14 6 6 0,-9 3 3 16,-1-1 0-16,-1 0 4 0,-1 2-30 0,1 0-16 16,1 1-25-16,-3 0-47 0,0 0-51 0,4-1-54 15,-1 1-39-15,-1 0-160 0,2-2-456 0,2-2 202 16</inkml:trace>
  <inkml:trace contextRef="#ctx0" brushRef="#br0" timeOffset="196892.59">17017 7209 131 0,'0'0'234'0,"1"-26"-19"0,6 12-20 0,3-2-22 16,4-6-6-16,-1-3-12 0,-2 3-10 0,3-5-11 16,-1 4-11-16,0-5-5 0,1 5 0 0,0 0-7 15,-5 0-5-15,-1-2-17 0,-1 0 0 0,0-2-13 16,-2 2 11-16,-3 0-10 0,0 7-3 0,-1 0-12 15,-2 1 1-15,-2 1 2 0,2 0 2 0,-2 6-7 16,-3-1-8-16,2 2-6 0,-1 1-3 0,1 2-5 16,0 2-6-16,-1 1-4 0,5 3-4 0,-12-4-7 15,12 4 2-15,-15 4 0 0,5 0-2 0,-1 1-5 16,0 3 1-16,2 1-4 0,1 0-1 0,0 0-3 16,4 0 1-16,0-1 0 0,2 1 1 0,2 1-4 15,0-10 2-15,6 16 1 0,3-12 1 0,2 4-2 16,5-2 1-16,3-2-1 0,-1 0-1 0,5-1 1 15,6-3-2-15,1 0-6 0,-9-2 6 0,0 2-4 16,-2 0-3-16,-5 0 3 0,-3-1 0 0,0 1-5 16,-2 1 0-16,0-1 1 0,-3 2-3 0,-6-2 2 15,12 5-1-15,-7 0 2 0,1 1-1 0,-2 1 6 16,2 0-2-16,-2 2-3 0,1 1 1 0,-1-1 2 16,2 1 1-16,-1 1 1 0,1-1 0 0,0-2-1 15,2 1 4-15,2-2 0 0,-2-1 3 0,2 1-2 16,3-3-1-16,-1-2 1 0,9-2-3 0,-2-2-2 15,0-2-1-15,0 3-5 0,2-4-1 0,-1 0-1 16,-1-4 1-16,-2 0 0 0,1 0 4 0,-4-4 3 16,3 3 0-16,-5-1 0 0,-3 3-2 0,3-6 4 15,-3 0 2-15,-1-1-3 0,0 0 5 0,0 1-6 16,-3-2 2-16,0 1-3 0,-3 2 11 0,-1 2 6 16,-4 1 1-16,2-1 12 0,1 3 0 0,0 8 0 15,1-10 0-15,-1 10-5 0,-6-5-5 0,6 5-3 0,-10 0-4 16,-2 5 1-16,-1 3-1 0,-2 5-5 15,2 2 2-15,2-2 1 0,-1 4-4 0,3 1-4 16,4-4 4-16,4 2-2 0,-3 0 0 0,5 0-2 16,2-4 3-16,1 2-2 0,1-2 5 0,3-3-7 15,4 0-11-15,5-2-5 0,3-3-5 0,7-1 0 0,4-3-7 16,1-6 3-16,-4 3-2 0,1-4 2 16,-2-2-1-16,0 3 2 0,-5-1 5 0,-2 0 0 15,-1 0 2-15,1-1 0 0,-3-2 3 0,-1 0 2 0,-1 2 2 16,-1-4-1-16,-2 0 7 0,-1 0-1 0,-3 4 1 15,-2-3-1-15,1 1 8 0,-4 0 7 16,0 3 3-16,-1-2-6 0,-2 3 0 0,0 6 2 16,-1-13 4-16,1 13 3 0,-6-8-3 0,6 8 2 15,-8-3-2-15,8 3-2 0,-15 3-2 0,4 1-3 0,-5 5 2 16,-2 0 0-16,-4 7 0 0,6-4-1 0,-1-1-2 16,3 0 3-16,6-2-2 0,-3 4-4 15,6-4 4-15,0 0-5 0,2-3 0 0,1 1-1 16,2-7 1-16,-3 9 0 0,3-9 3 0,1 12-3 0,3-5 5 15,1-3-4-15,2 0-3 0,2-3 2 0,0 2-1 16,-2-1-2-16,6-4 6 0,-3 1-4 0,2 2-3 16,-3 1 1-16,1-1 0 0,-2-1-3 0,1 2 1 15,2 2-5-15,-2 0 2 0,0 5 3 0,1 0-4 16,-1-2 2-16,3 8 0 0,-1 0 4 0,-1 2-2 16,1 0 2-16,0 8 3 0,-1-3 0 0,-2 0-4 15,-3-2 1-15,4 5 3 0,-6 2-1 0,-1-2 10 16,-2 0 0-16,-1 1 6 0,-3-7 0 0,0-1 1 15,-5 1-2-15,-2 4 4 0,0-7 6 0,-6 5-8 16,5-8-1-16,-3 2-3 0,1-4 3 0,0-1-15 16,-2-2-19-16,6-3-19 0,-4-2-22 0,2 0-24 15,1-2-27-15,1-1-33 0,0-3-36 0,3 0-44 16,2-1-31-16,0-5-158 0,4-2-445 0,2-6 197 16</inkml:trace>
  <inkml:trace contextRef="#ctx0" brushRef="#br0" timeOffset="197078.77">18238 6782 68 0,'7'-17'207'0,"2"2"-1"16,-4 4-3-16,0 1-1 0,1 1-10 0,-1 2-12 15,-3 2-21-15,-2 5-7 0,8-6-25 0,-8 6 5 16,0 0-4-16,14 9-9 0,-10 0-6 0,1 3-7 16,2 6-8-16,-1 0-5 0,-4 2-7 0,1 1-7 15,-1 7-7-15,1-5-4 0,-2 3-24 16,1-2-26-16,-2-7-35 0,1 1-39 0,-2-2-57 0,2 1-60 15,-1-2-64-15,-3-2-139 0,1-4-408 0,2-9 181 16</inkml:trace>
  <inkml:trace contextRef="#ctx0" brushRef="#br0" timeOffset="197255.76">18366 6538 12 0,'-3'-9'265'0,"0"1"-32"16,2 2-30-16,1 6-30 0,-3-6-25 0,3 6-28 16,0 0-35-16,0 0-40 0,0 0-37 0,0 0-36 15,8 33-37-15,0-18-24 0,2 1-96 0,-1 0-201 16,4-3 88-16</inkml:trace>
  <inkml:trace contextRef="#ctx0" brushRef="#br0" timeOffset="197751.95">18562 6719 184 0,'0'0'190'0,"0"0"-2"0,-6 12 1 0,1-6-6 16,-2-2-8-16,3 2-11 0,-2 3-11 0,0-1-8 16,-1 2-10-16,1 2-9 0,1-2-9 0,0 5-11 15,0 1-9-15,1-5-4 0,0-2-15 0,4 3-3 16,-1-1-11-16,2-2-4 0,0 1 0 0,3-2-10 16,2 0 1-16,1 1-4 0,-1-3-4 0,2-1 6 15,-1 1-2-15,4-3-3 0,0 0-1 0,1-2-5 16,-3-1 0-16,-2 0 1 0,-7 0-5 0,14-3-4 15,-6-1-2-15,-3-2 1 0,5 0-8 0,-3-3 5 16,-1 0-4-16,-2-3-8 0,1 1-2 0,-1 0-2 16,1-2-5-16,-4 2-2 0,2-5 3 0,-2 4-6 15,2-1-3-15,2 0-1 0,-1 2 0 0,0 1 0 16,-2 1-1-16,1 4 2 0,2 1-2 0,-5 4 2 0,7-8-4 16,-3 7 1-16,-4 1 2 0,0 0-2 15,14 6-2-15,-9-2 3 0,0 1-1 0,2 2 5 16,-3 0-1-16,2-1 5 0,-2 1 0 0,1 1 2 15,-1-2-2-15,-2 1 2 0,1-1-1 0,-3-6 7 16,5 7-1-16,-5-7 0 0,3 5 1 0,-3-5-1 16,0 0 8-16,4 5 10 0,-4-5 10 0,0 0-7 15,0 0 0-15,0 0-1 0,0 0-6 0,19-13-1 16,-13 5 0-16,1-1-6 0,3 1 2 0,0-4-5 16,-1 3-5-16,5-2-1 0,-3 1-7 0,0 4-5 15,-1-2-4-15,-1 3 1 0,0-1-4 0,1 2-2 16,-2 2-3-16,-2 0 6 0,-6 2-3 0,12 1 3 15,-5 2-1-15,-2 0-1 0,-1 3 3 0,3-1 2 16,-3 1-1-16,-2 1 0 0,-1 4 5 0,1-2-11 16,-2 0-23-16,0 2-24 0,-2-1-35 0,0 0-53 0,1 2-47 15,1-2-32-15,-2 1-222 0,1-4-486 0,1-7 216 16</inkml:trace>
  <inkml:trace contextRef="#ctx0" brushRef="#br0" timeOffset="198134.23">19724 6461 2428 0,'4'-15'41'0,"-3"4"-16"16,-2-1-3-16,-2 1-14 0,1 1-6 0,-2 1 6 0,0 1 16 16,3 2 6-16,1 6 3 0,-5-9 4 0,2 3-7 15,3 6-2-15,-8-1 0 0,8 1 4 16,-12 7-1-16,1 5 7 0,-4 8-2 0,2 7 7 0,-2 4-3 16,-3 14-1-16,8-10-2 0,-7 11-1 15,7 2-7-15,1-13 2 0,1 14 0 0,5-15-8 0,-3 16 6 16,5-14-5-16,2-4-2 0,-1 3-1 0,2-3-1 15,0-5-2-15,0 2 0 0,-1-3 0 0,1-7-2 16,4 0-5-16,1 1 6 0,-3-5-12 16,0-4-19-16,-2-1-24 0,1 0-22 0,-1-4-25 0,1 0-25 15,-2-1-16-15,-1-5-37 0,0 0-48 0,0 0-223 16,0 0-470-16,0 0 208 0</inkml:trace>
  <inkml:trace contextRef="#ctx0" brushRef="#br0" timeOffset="198504.83">19530 6822 70 0,'19'-7'134'0,"9"-3"-6"0,1 1 0 15,2 2 6-15,0-1-16 0,-2 1-5 0,-1 0-3 16,-1 1-8-16,-5 2-5 0,-1 1-4 0,-1-1-11 16,-1-1-3-16,0 2 6 0,-2 0-1 0,-5 1 3 15,-1 0-9-15,-4 0-1 0,0 1-3 0,-7 1 1 16,12 0 1-16,-12 0 0 0,0 0-8 0,15 1 1 15,-13 1 2-15,-2-2 4 0,4 7 1 16,-2-1-7-16,1 0-11 0,-1 1-1 0,1 0-6 0,0 1-4 16,1 2-4-16,-1-3-4 0,1 1-7 0,0-3 1 15,2 2-4-15,1 0-1 0,0 0 0 0,0-5-5 16,4 0 4-16,0 2-4 0,-1-4-3 0,1 0 1 16,-2-3-3-16,2 2-2 0,0-5 3 0,-2 1-3 15,0-1-4-15,-3-2 1 0,3-1 1 0,-2-1 3 16,-4 0-5-16,0 1-1 0,-3-2-2 0,-1 1 2 15,-2-2-5-15,-2 4 1 0,-4-8-5 0,0 5 5 16,1 2-8-16,-1 0-10 0,-2 3-16 0,1-1-17 16,-2 2-25-16,1 4-23 0,-2 1-21 0,-1 1-34 15,4 2-34-15,1 2-39 0,-3 0-176 0,3-2-428 16,3 3 190-16</inkml:trace>
  <inkml:trace contextRef="#ctx0" brushRef="#br0" timeOffset="198734.99">20141 6619 2016 0,'10'-14'76'0,"0"-4"-31"0,-4 4 5 0,0-4-6 16,0 3 15-16,-1 0 15 0,1 3 17 0,-3 1 11 15,2 2 1-15,-2 3 1 0,-2 0-11 0,-1 6-8 16,4-10-12-16,-2 7-14 0,-2 3-5 0,0 0-9 16,0 0-3-16,8 14 12 0,-4-3-3 0,-2 8 13 15,3 7-10-15,-2 3-1 0,-2-5-5 0,-1 4-4 16,2-1-4-16,-1-3-2 0,-1 2-5 0,0-1 1 15,0-5-8-15,1 0-19 0,-2-3-27 0,1-4-31 16,0 5-33-16,1-3-31 0,0-4-54 0,1-1-44 16,-1-5-45-16,-1 5-218 0,0-10-515 0,0 0 229 15</inkml:trace>
  <inkml:trace contextRef="#ctx0" brushRef="#br0" timeOffset="198943.43">20373 6500 218 0,'1'-7'271'0,"-1"7"-21"0,2-10-28 0,-2 10-23 16,0 0-14-16,0 0-6 0,0 0-4 0,0 0 4 15,1 29-4-15,-4-10-12 0,5 4-20 0,-4 2-13 16,2 2-8-16,-3-1-13 0,0-2-6 0,2 1-14 16,1-1-7-16,1-2-6 0,-2-5-27 0,1 2-29 15,2-3-24-15,2 4-38 0,-1-4-40 0,-1-4-44 16,-1-1-51-16,3-1-35 0,-1-4-204 0,-1 0-451 15,-2-6 199-15</inkml:trace>
  <inkml:trace contextRef="#ctx0" brushRef="#br0" timeOffset="199195.23">20512 6731 26 0,'0'0'171'0,"0"0"3"15,0 0-5-15,0 0-6 0,0 0-17 0,0 0-3 16,13 11-5-16,-6-8-8 0,-7-3-5 0,9 5-13 15,-2-1-4-15,0-4-1 0,4 2 1 0,1-2-4 16,0-2-1-16,1 0-2 0,0 0 7 0,1 0 4 16,-2-2 2-16,-2 1 5 0,0-3 6 0,-2 3 14 15,-1-2 0-15,-2-1-2 0,-1-1-10 0,0 2 3 16,-4 5-25-16,0-16-1 0,-4 9-13 0,-3-1-15 16,-1 0-12-16,-5-2-22 0,-3 2-21 0,0 2-21 15,-3 1-30-15,4 1-31 0,-4 2-32 0,1-1-37 16,6 3-46-16,2-3-52 0,2 3-52 0,1 3-201 15,7-3-521-15,-11 3 232 0</inkml:trace>
  <inkml:trace contextRef="#ctx0" brushRef="#br0" timeOffset="199644.97">20777 6615 11 0,'6'3'239'0,"-6"-3"-18"0,7 4-13 16,-7-4 1-16,0 7 3 0,0-7-10 0,0 14-16 15,-1-3-15-15,1-2-13 0,-2 2-16 0,2-2-19 0,0 1-6 16,2-1-14-16,-1-1-9 0,0 2-12 16,2-1-4-16,2 0-7 0,-1-3-7 0,1 0-3 15,0-2-3-15,0-1-7 0,1 1-5 0,1-2-9 16,2-2-5-16,-9 0-4 0,14 0-4 0,-7-2-3 16,3-2-1-16,-2 1-3 0,0-1-5 0,-2-1-3 15,3-2-2-15,-2 1-4 0,-4-3-6 0,1 1-3 16,0 2-1-16,0-1-3 0,1 0-3 0,-1 1 4 15,-4 6-2-15,4-9 0 0,-4 9-10 0,4-4-6 16,-4 4 4-16,0 0-2 0,0 0 5 0,0 0 3 0,9 13 2 16,-7-7 3-16,-1 1 0 0,2 1 2 0,1 3 8 15,-2-4 9-15,1 4-3 0,-1-5-1 16,2 1 1-16,1-2 1 0,3 1 0 0,0-2 3 16,-1-1 0-16,5-3 1 0,1 0 9 0,-1-2 4 0,-1-3 3 15,3-1 6-15,-3 1 10 0,2 0 8 0,1-4 9 16,1-1 8-16,-6 2-2 0,0-2-11 0,-1 0 0 15,1-1 3-15,-4 1-7 0,3-6-6 16,-4 5 4-16,-2-2-23 0,-1 1-21 0,1-1-20 16,-1 1-20-16,-1-1-21 0,2 5-24 0,-2-3-28 15,0 11-40-15,0-9-30 0,0 9-29 0,0 0 1 0,0 0-12 16,0 0-8-16,0 0-126 0,-21 18-382 0,16-10 169 16</inkml:trace>
  <inkml:trace contextRef="#ctx0" brushRef="#br0" timeOffset="199973.77">21263 6720 44 0,'16'-10'186'0,"0"2"-6"0,0-3 0 0,-2 1 3 15,0-1 2-15,-1 1-9 0,-3 0-14 0,-1 1-3 16,-1 0-7-16,3-5-6 0,-4 4-10 0,-2-1-8 16,0 1-4-16,0 0 1 0,0 0-4 0,-1 2-11 15,-3 1-3-15,-1 7-11 0,2-11-3 0,-2 11-10 16,2-7-9-16,-2 7-11 0,0 0-6 0,0 0-8 15,0 0-6-15,-4-10-10 0,4 10-2 16,0 0-5-16,0 0-11 0,0 0-4 0,-14 19 2 0,13-12-5 16,1 2-3-16,0-9-2 0,-1 14 3 15,2-6-1-15,2 0 0 0,-2 3 0 0,3-3-5 0,1 2 1 16,-1-1 3-16,1 1 0 0,-1-1-3 0,1-1 1 16,-1 1-2-16,-3-2 3 0,1 1-3 0,1-1-1 15,1-1 0-15,-2 2 5 0,-2-2-4 0,2 2-1 16,-2-8-2-16,-4 16-7 0,-1-7-8 0,-3 0-13 15,0-2-24-15,-1 2-21 0,1-2-30 0,-1 0-36 16,-1 1-34-16,5-5-44 0,-2 1-199 0,2-1-451 16,5-3 199-16</inkml:trace>
  <inkml:trace contextRef="#ctx0" brushRef="#br0" timeOffset="200367.47">21964 6459 73 0,'3'-5'268'0,"-3"5"-11"16,-1-8-19-16,1 8-19 0,0 0-8 0,0 0-14 15,-22 8-7-15,6 4-16 0,1 0-1 0,-5 5-9 16,1 3-20-16,2 3-15 0,-1-2-12 0,5-6-11 16,1 0-11-16,3-1-7 0,2-3-7 0,2 0-17 15,-1-1-3-15,2-2-5 0,4-1-2 0,0-7-6 16,4 13-7-16,1-7-3 0,1-3-9 0,1-1-3 15,0 0-10-15,5-2-4 0,-2-2-6 0,2-2 2 16,0-1-8-16,-2 3 1 0,2-5 8 0,-3 1 0 16,0-1-4-16,-1-1-1 0,-1-2-2 0,-2 3 6 15,0-2-3-15,0 0 0 0,-2-2-3 0,2 3 3 16,-1 0-4-16,0 2 0 0,-2 0 4 16,-2 6 1-16,4-8-4 0,-4 8-1 0,0 0-4 0,3-6-7 15,-3 6 13-15,0 0 7 0,0 0 0 0,0 0 9 16,6 23 9-16,-8-12 4 0,2 0-4 0,2 3-2 15,-1-2-5-15,5 5 1 0,-1-2 0 0,4 0 1 16,0 0-11-16,0-2-21 0,-1-2-26 0,3 1-37 16,3 0-52-16,-3-5-72 0,3 0-71 0,-2 1-232 15,1-6-542-15,-1 0 240 0</inkml:trace>
  <inkml:trace contextRef="#ctx0" brushRef="#br0" timeOffset="203994.75">23189 6545 5 0,'3'-17'112'0,"1"0"-7"0,-1 5 5 15,-1 1 9-15,1-1 1 0,-3 3 0 0,0-1-9 16,0 2-8-16,0 8-7 0,-3-11-13 0,3 11-8 16,-6-7-10-16,1 4-6 0,5 3-2 0,-14-1-6 15,1 3 6-15,-2 6-4 0,-3 0-4 0,-1 3-9 16,-3 4-6-16,-1 2-2 0,0-1 1 0,4 3-2 15,0-2-3-15,7-3-2 0,1 2-5 0,3-3-4 16,5 3 1-16,-1-2 0 0,6-2-4 0,3 4-1 16,4-3 1-16,4 2-3 0,5-4-2 0,7 5 5 15,4-2-3-15,1-2 4 0,3 1-8 0,-4-4 0 16,1 1-5-16,-1 0 3 0,-3 0-3 0,-8-3-1 16,-2 0-3-16,-4-2 13 0,1 3-10 0,-3-4 0 15,-5 1 2-15,3 2-1 0,-3-2 2 0,0 0 7 16,-4 0 1-16,-1-5 2 0,-3 14 12 0,0-6-7 15,-6-1-3-15,0 2 2 0,-3-2-2 0,-3 1-3 16,0-4-1-16,-2 3-3 0,0 0-14 0,1 0-19 16,3-3-20-16,0 0-24 0,2-4-50 0,3 0-39 15,-3-2-134-15,2 0-314 0,3-2 138 0</inkml:trace>
  <inkml:trace contextRef="#ctx0" brushRef="#br0" timeOffset="204603.59">23430 6576 2153 0,'12'-13'54'0,"-6"-2"36"0,0 5-28 0,1 1-1 16,-5 3-15-16,2 1-11 0,-4 5-15 0,5-8-7 15,-5 8-6-15,4-4-2 0,-4 4 0 0,0 0-1 16,0 0 3-16,9 17 5 0,-6-6 1 0,0 5 1 16,0 1 0-16,1 2 0 0,0 6-3 0,0-4-2 0,-2 2-1 15,1-4 2-15,-1-2-4 0,2-2 3 16,0 2 0-16,-3-5-1 0,0 1 0 0,1-4 2 15,-2-1-5-15,1 1 4 0,-1-9-2 0,1 9 2 16,-1-9 2-16,3 9 1 0,-3-9-1 0,0 5 2 16,0-5-5-16,0 0 5 0,0 0-3 0,0 0 5 15,1 8 2-15,-1-8-2 0,0 0-15 0,0 0-4 16,0 0-14-16,12-18 0 0,-7 9 1 0,4-4-8 16,0 2-3-16,1-1 0 0,0 1-2 0,2-1 4 15,-2 3 2-15,-3 1 1 0,1 3 14 0,-1 1-15 0,-1 0 2 16,1 4 3-16,-7 0 0 0,11-4 1 0,-11 4 1 15,15 4 3-15,-6-2 0 0,-3 2 2 16,5 0 7-16,0-1 0 0,-1 3 1 0,1-1 2 0,1 0 1 16,0-2 1-16,-1-1 2 0,1 2-3 15,-2-3 3-15,3-1 0 0,-3 3 1 0,0-5 2 0,1 1-1 16,-4 1 4-16,-7 0 0 0,13-6-1 16,-5 3-6-16,-2-1 3 0,-1-1-1 0,-1 0 1 0,-4 5 1 15,8-8-5-15,-8 8 3 0,6-8 2 16,-5 4 0-16,-1 4-7 0,0 0-5 0,5-8 0 0,-5 8 0 15,0 0 5-15,0 0-7 0,9 1 0 0,-9-1 0 16,0 0 2-16,11 8 0 0,-6-5 4 0,0 3 0 16,1-2 3-16,-1 1 1 0,1-1-5 15,0-1 8-15,3 1 0 0,-1-1-1 0,1-2-2 16,-1 0 4-16,0-1-1 0,-8 0 1 0,18-2-2 0,-10-1 4 16,-2-1 4-16,0 1 3 0,1-3-1 0,-2 3 3 15,0-4-4-15,-3 0-2 0,-2 7-7 0,2-13-3 16,-4 5-6-16,2 8-10 0,-5-12-8 0,-2 3-20 15,0 2-14-15,2 3-16 0,-1 0-19 0,-2 1-21 16,8 3-20-16,-11-5-27 0,11 5-15 0,-8-1-100 16,8 1-299-16,0 0 132 0</inkml:trace>
  <inkml:trace contextRef="#ctx0" brushRef="#br0" timeOffset="204824.7">24221 6531 81 0,'5'-6'270'0,"-5"6"-13"15,4-7-21-15,-4 7-12 0,0-7-10 0,0 7-36 16,0 0-13-16,0 0-17 0,-14-6-12 0,14 6-5 16,0 0-10-16,-20 13-11 0,6-3-7 0,2 3-12 15,1 0-6-15,-1 2-8 0,2-2-10 0,5 2-5 16,-2 1-6-16,4-4-5 0,3 1-6 0,0 3-3 16,1-3-5-16,5 1 2 0,1-3-21 0,2-1-12 15,0-1-17-15,6 1-22 0,-5-3-34 0,8 0-31 16,-1-3-32-16,2-1-28 0,0-3-22 0,0-3-27 15,1 2-154-15,-3-4-392 0,-4 0 174 0</inkml:trace>
  <inkml:trace contextRef="#ctx0" brushRef="#br0" timeOffset="205012.31">24408 6481 59 0,'-3'-17'154'0,"2"-1"7"16,2 7 14-16,-1 0 6 0,0 2 4 0,0 3-16 15,0 6-16-15,0-10-19 0,0 10-21 0,0 0-9 16,0 0 3-16,0 0 11 0,0 0-3 0,10 22-11 15,-7-3-10-15,0 7-7 0,-2-2-2 0,0 3-5 16,0-1-7-16,1 1-6 0,-4-1-3 0,4 1-5 16,-2-7-8-16,2 4-30 0,-2 1-26 0,0-7-34 15,-4 0-37-15,6-2-45 0,-2-4-43 0,0-3-54 16,-3 0-131-16,2 2-377 0,1-11 167 0</inkml:trace>
  <inkml:trace contextRef="#ctx0" brushRef="#br0" timeOffset="205250.74">24573 6524 39 0,'0'0'205'0,"2"-7"-20"0,-2 7-22 0,0 0-13 16,0 0-13-16,-13-2-17 0,13 2-2 0,-14 12-13 16,4-4-15-16,0 0-9 0,2 2 1 0,2 2-15 15,-2-3-4-15,2 3-10 0,0-3 0 0,0 2-5 16,4-2-9-16,-1 1-9 0,3-1 3 0,-1-1 0 15,1-1-2-15,0-7-5 0,9 14-2 0,-5-10-4 16,6 3 4-16,0-4-3 0,3-1-3 0,7-1-7 16,2-1-25-16,-3-1-29 0,3-2-44 0,6-1-29 15,0-1-41-15,-7 1-119 0,-6-4-298 0,3 0 132 16</inkml:trace>
  <inkml:trace contextRef="#ctx0" brushRef="#br0" timeOffset="205447.34">24849 6382 183 0,'-2'-8'242'0,"2"8"-9"0,2-11-20 16,-2 11-17-16,1-8-26 0,-1 8-24 0,0 0-15 15,0 0-12-15,0 0-9 0,0 0 2 0,-4 36-8 16,3-11-6-16,0 3-10 0,-1-1-6 0,0-1-10 16,-3 1-4-16,2 0-6 0,1-2-1 0,0-1-23 15,2 1-32-15,-4-5-29 0,2-2-41 0,1 0-32 16,1 0-40-16,0-2-31 0,1-3-26 0,-2-3-117 15,-1 0-334-15,2-4 148 0</inkml:trace>
  <inkml:trace contextRef="#ctx0" brushRef="#br0" timeOffset="206030.52">24907 6720 15 0,'7'-7'156'16,"1"-1"3"-16,-1 0-8 0,5 0-5 0,-2-4 4 16,-1 2-4-16,5-1-8 0,-2 1-8 0,1-2-7 15,-2 1-15-15,3 1-7 0,-5 2-5 0,0-1-1 16,-1 0 4-16,0 3-7 0,-1-2 7 0,-1 0 2 15,2-2-5-15,-4 2-10 0,0 2-5 0,0 0 11 16,-4 0 7-16,0 6-2 0,4-8-10 0,-4 8-10 16,2-8-8-16,-2 8-8 0,0 0-7 0,0 0-12 15,0 0 0-15,0 0-8 0,-32 18 0 0,18-4-6 16,2 0 0-16,-8 3 1 0,7-2-6 0,0 0-4 16,0-1-5-16,5 2 1 0,0-3-2 0,4-3-3 15,2 0 0-15,2-1 1 0,2-2-6 0,3-1 1 16,0 0-3-16,4-3-5 0,5 2-5 0,-1-2-7 15,7-3-4-15,0-2 0 0,0 0-2 0,8-3 0 16,-9 3 1-16,0-4-1 0,-6 2 3 0,1-1 0 16,-1 1 5-16,-2-2-3 0,1-1 4 0,-2 1-4 15,2-1 1-15,-3-2 1 0,0 1 5 0,-2-2-2 16,0-1 9-16,-1 3-9 0,-2-1 2 0,2 1 1 16,0 2 4-16,-4 2 3 0,0-1 0 0,-2 5-2 15,4-9 0-15,-4 9 1 0,0 0-8 0,0 0 1 16,0 0-2-16,0 0 3 0,0 0 1 0,0 0 2 15,0 0 2-15,9 18-3 0,-6-14 2 0,1 1 0 16,-2 0 2-16,3 0 1 0,2-1-1 0,2-1 4 0,2-1 2 16,-1 0-2-16,3-2 3 0,7-2-1 15,-5-1-1-15,4 0 1 0,-1 0 3 0,-1-3-2 16,-6 1-2-16,3 0-2 0,-3 1 11 0,-4-1 2 16,3-2 1-16,0 4 1 0,-4-3-2 0,2 2 5 0,-4 0 4 15,-4 4 6-15,9-7 0 0,-9 7-2 16,4-4-7-16,-4 4-5 0,0 0-5 0,7-4-3 15,-7 4-2-15,0 0 0 0,0 0 7 0,2 17 2 16,-6-5 4-16,-1 3 3 0,1 0-8 0,-2 3 4 16,1-1-4-16,-4 3 0 0,2-2-3 0,0 7 4 0,1-6 1 15,-2-2-2-15,4 2-21 0,0 1-14 16,0-1-23-16,2-1-42 0,-1-1-56 0,-1 1-62 16,4-9-58-16,-2 1-198 0,2-10-496 0,0 17 220 15</inkml:trace>
  <inkml:trace contextRef="#ctx0" brushRef="#br0" timeOffset="206227.37">25571 6286 2154 0,'4'-26'190'0,"2"0"0"0,-4 10-72 0,1 5-45 15,-2 3-31-15,-1-2-14 0,2 6-12 0,-2 4-8 16,3-9-6-16,-3 9 0 0,0 0 4 0,0 0-3 15,4 20 3-15,-4-2-17 0,0 8-33 16,3 3-31-16,-3 3-43 0,1 2-46 0,1-2-47 0,-4 1-159 16,1-1-399-16,1 0 177 0</inkml:trace>
  <inkml:trace contextRef="#ctx0" brushRef="#br0" timeOffset="206568.7">25602 6680 140 0,'8'-8'213'0,"1"-1"-6"0,4-4 4 15,1 0-8-15,1 0-8 0,3-6-7 0,0 0-17 16,-2 6-7-16,3-7-14 0,-4 5-8 0,-2 1-5 16,1-1 2-16,-3-2-15 0,5-5-5 15,-5 8-9-15,-3-1-9 0,0 5-2 0,-3-3-4 0,-1 4-2 16,-2 2 1-16,2 1-7 0,-4 6-14 16,0-11-9-16,0 11-8 0,0 0-3 0,-8-8-10 0,8 8-10 15,-9 1-12-15,9-1-13 0,-17 11-11 0,7-3-2 16,2 1-6-16,0 1-19 0,3 1-4 0,1 0-1 15,-1 5-3-15,5-4 0 0,0 0 2 0,3-1 5 16,1 5 5-16,0-4 7 0,3 2-5 0,2 0 2 16,-2-4 7-16,2 4-3 0,-3-2 2 0,2-2-1 15,-2 1 6-15,1-2-1 0,-3 2 3 0,-2-1 2 16,1 0 1-16,-1 2 5 0,-4-3-3 0,1-2-1 16,-3 4-2-16,-2-1-7 0,-1-1-11 0,-4 0-23 15,2 1-28-15,0-2-23 0,-1-2-34 0,4 0-21 16,-1-1-34-16,3-1-37 0,4-4-124 0,-9 3-378 15,9-3 168-15</inkml:trace>
  <inkml:trace contextRef="#ctx0" brushRef="#br0" timeOffset="207237.31">26299 6540 8 0,'9'-4'267'0,"1"0"-13"0,3-1-9 0,0-1-12 15,-1-1-12-15,-1 2-16 0,5-4-17 0,-1 2-13 16,3 0-17-16,-4-3-15 0,4 3-13 0,-7-1-15 16,1 3-7-16,-1-2-7 0,-1-2-9 0,0 4-6 15,-1-2-3-15,-3 2 8 0,-1 0-2 0,-3 1-4 16,2-2-11-16,1 0-8 0,-5 6-3 0,1-10-3 16,-1 10-5-16,-6-9-1 0,6 9-12 0,-9-6 1 15,-2 3-10-15,-2 4-5 0,-3 3-3 0,-2 3 0 16,1 3-8-16,0 2 1 0,-6 3-2 0,8 0-4 15,3 1 1-15,2-3-6 0,-1-1-5 0,4 4 5 16,2-5-7-16,3 1 1 0,2-1 5 0,4 1-1 16,4-1 8-16,0-2-4 0,7 0 3 0,10 2-3 15,3-6 1-15,3 0 0 0,2-3 0 0,6 0-6 16,-1-5-7-16,0 0-5 0,14-2-3 0,-18-2 3 16,2 0 1-16,1 0-2 0,-5-3 2 0,-5 0-2 15,0-1 4-15,-4 0-4 0,-6 2 3 0,0-3 2 16,0-1 1-16,-3 0 1 0,-5-2 2 0,-1 1-2 15,2 0 11-15,-8 1-6 0,3-3 5 0,-3 7 16 16,0-1 8-16,-2-1 7 0,-2 3-10 0,0 1-5 16,-3 3-3-16,5 4 13 0,-12-8-22 0,4 7 2 15,-3 2-1-15,-3 4 1 0,-1 2-2 0,-4 3 3 16,4 2-8-16,-6 5-1 0,6-4-1 0,3 1 3 16,-1 1 3-16,1-2-6 0,8-3 5 0,0 2-6 15,2-2-5-15,-1 0 4 0,3-1-7 0,3-1 0 16,-1-3 2-16,4 1-2 0,2 2 0 0,0-5-1 15,-1 3-6-15,4-3 2 0,-1 1 2 0,-2-2-4 16,1-1 4-16,1 2-4 0,-4-1 2 0,3-1-2 16,-3 2 7-16,2-1-9 0,0 0 18 0,-3 2-15 15,3 0-5-15,-3 1 2 0,0 1 2 0,0 3-1 16,-1 2 5-16,-2 0 1 0,0 5-1 0,0 4 10 16,-1-2-9-16,1 8 6 0,-2-2-1 0,2 3-1 15,-4-1 2-15,4-1 1 0,0 6 7 0,-2-4-6 16,0 0 1-16,0-8 1 0,0 0 1 0,0-3-12 15,0-1-22-15,-2-3-28 0,2-1-27 0,2 0-32 16,-2-2-46-16,0-2-47 0,0-7-44 0,0 13-46 16,0-13-152-16,0 0-488 0,0 0 216 0</inkml:trace>
  <inkml:trace contextRef="#ctx0" brushRef="#br0" timeOffset="207614.74">27126 6125 2679 0,'9'-16'99'0,"-1"3"-15"0,-2 2-37 0,-2 5-35 16,-1-1-11-16,-1-1-2 0,-2 8-5 0,6-1 5 16,-6 1 13-16,0 0 5 0,7 14 4 0,-5-5 5 0,-2 4-3 15,0 3 0-15,-2 1 6 0,0-2-3 16,-1 2-2-16,3-5-1 0,2-1-2 0,-2-1 4 15,1-1-1-15,-1-3 6 0,0-6 2 0,0 9 11 16,0-9 7-16,-1 10 15 0,1-10 15 0,0 0 18 0,0 0-9 16,0 0-4-16,0 0-12 0,0 0-10 0,0 0-4 15,7-34-6-15,-2 19-4 0,4-1-11 16,2-8-9-16,-1 6 5 0,-2 2-12 0,9-5 15 16,-4 7-27-16,2 0-3 0,-1 2 2 0,-8 6-6 0,-1 1-4 15,3 1-3-15,-3 1 1 0,-5 3-7 16,14 3-3-16,-8 1 7 0,0 2-5 0,-1 5 3 15,2-1 7-15,-4 7-2 0,3 7-2 0,-1 1 5 16,-3 0-10-16,-2-1-28 0,0 3-41 0,0-1-42 16,2 0-57-16,-2-1-77 0,2-6-72 0,-4-1-206 0,0 0-576 15,0-1 255-15</inkml:trace>
  <inkml:trace contextRef="#ctx0" brushRef="#br0" timeOffset="207763.83">27493 6502 3585 0,'4'3'151'0,"2"0"-52"0,1 0-50 15,-3-1 2-15,-4-2 23 0,8 5 30 0,-8-5-11 16,4 3 32-16,-4-3-10 0,0 0-8 0,6 4-9 16,-6-4-11-16,0 0-15 0,0 0-39 0,5 3-50 15,-5-3-73-15,0 0-76 0,0 0-97 0,0 0-102 16,0 0-292-16,0 0-712 0,0 0 315 0</inkml:trace>
  <inkml:trace contextRef="#ctx0" brushRef="#br0" timeOffset="208848.71">12336 8542 189 0,'-10'0'196'0,"0"0"-3"0,-1 1-7 15,-3 1-7-15,3-2-11 0,-1 1-7 16,5-1-10-16,7 0-7 0,-14 1-17 0,14-1-9 16,-8-1-13-16,8 1-11 0,0 0-5 0,-9 1-7 15,9-1-9-15,0 0-3 0,0 0-11 0,0 0-4 0,42 1-5 16,-15-2-3-16,10-4-16 0,-3 0-25 0,4-1-23 15,0 0-28-15,-3 0-24 0,-1 2-38 16,0-1-27-16,-3 4-25 0,-12-1-19 0,-1 2-133 16,-5 2-337-16,-7-2 150 0</inkml:trace>
  <inkml:trace contextRef="#ctx0" brushRef="#br0" timeOffset="209436.69">12542 8506 42 0,'0'0'163'15,"-7"-3"-9"-15,7 3-3 0,0 0-15 0,0 0-14 16,-10 0-10-16,10 0-14 0,-4 7-4 0,3 0-2 16,-2 7 10-16,1 4 3 0,0 7-9 0,0 4-10 15,0-3-4-15,-1 3-6 0,4 0-6 0,1 1-1 16,-4-1 5-16,2-1-3 0,2-1-3 0,2-2-9 16,-2-1-4-16,-2-3-5 0,5-3-2 0,-2-1-10 15,-1-1 0-15,2 1-3 0,-2-5-3 0,-1 0-4 16,2-1-1-16,0-4-3 0,-3 2-2 0,4 1-2 15,-4-3-5-15,0 1-2 0,0-8-3 0,0 9-10 16,0-9 4-16,-7 11-1 0,4-7-5 0,3-4-1 16,-9 4-3-16,6 0-3 0,3-4 3 0,-18 4-1 15,9-5 0-15,-3 1 2 0,1-1 2 0,1-1 1 16,-2 1-3-16,5-2 4 0,7 3 4 0,-13-3 2 16,13 3-2-16,-13-1 3 0,8-2 2 0,5 3-5 15,0 0 0-15,0 0-1 0,-9 0-2 0,9 0-1 16,0 0 3-16,0 0-3 0,0 0 2 0,0 0 0 15,0 0-6-15,36-1-19 0,-23 1-13 0,5 0-14 16,3-2-22-16,1 0-20 0,9-3-25 0,-2 1 3 16,-6 3-6-16,-2-3-3 0,5-2-6 0,-8 2 13 15,3 1 12-15,-2-4 5 0,-2 3 14 0,-6-1 10 16,3-1 21-16,-4 2 22 0,-1-1 24 0,-2-1 14 16,-4 0 14-16,3 1 18 0,-4-2 7 0,3-3 17 15,-3-1 13-15,0 5 19 0,-2-2 3 0,2 0 9 16,0 1 2-16,-2 7 3 0,0-14-2 0,0 14-4 15,0 0-10-15,0-11-13 0,0 11-12 0,0 0-8 16,3-3-5-16,-3 3-10 0,0 0 1 0,0 0-3 16,7 23 3-16,-5-11 2 0,0 4 1 0,-2 3-3 15,5 0-1-15,-3-1-2 0,0 0-5 0,2 1-3 16,-3 1-4-16,3-3-4 0,-4 2 0 0,2 0-6 0,1-2-21 16,-1 2-27-16,0-8-20 0,-1 2-24 0,1-2-29 15,0 1-32-15,-2-3-35 0,2-2-23 16,-2 1-29-16,0-8-128 0,-4 12-376 0,1-7 167 15</inkml:trace>
  <inkml:trace contextRef="#ctx0" brushRef="#br0" timeOffset="209692.72">12772 8918 194 0,'17'-12'217'0,"8"2"-5"0,-6 3-11 16,2 2-15-16,0 4-9 0,2 1-16 0,-1 3-17 15,-2 1-4-15,0 5-13 0,-2-2-5 0,0 5 0 16,0-1-7-16,-6 2-12 0,1 1-7 16,-2 1-2-16,0 1 1 0,-4-2-5 0,0 1-6 0,-4 2-3 15,-1-1-5-15,-2-1-7 0,0 3-3 0,-8-4-4 16,-1 3-2-16,1-1-3 0,-8 0-8 16,0 3-7-16,-4-2-1 0,-5 2-2 0,5-1-19 15,-5-4-17-15,7-4-20 0,-4 3-27 0,2-4-28 0,1 0-34 16,0-1-56-16,2-3-48 0,0 1-246 0,1-2-494 15,3-3 219-15</inkml:trace>
  <inkml:trace contextRef="#ctx0" brushRef="#br0" timeOffset="209883.19">13356 8887 90 0,'6'-3'239'0,"3"0"-19"16,0-3-24-16,3 3-20 0,-2-1-17 0,4 1-17 16,-3 1-20-16,6-1-39 0,-7 3-38 0,4 0-42 15,0-2-52-15,-1 2-29 0,0 3-45 0,-4 1-82 16,-4-1-220-16,3 1 97 0</inkml:trace>
  <inkml:trace contextRef="#ctx0" brushRef="#br0" timeOffset="210044.59">13405 9000 101 0,'-7'5'198'0,"7"-5"-11"0,-6 4-8 0,6-4-11 0,0 0-19 15,0 0-16-15,-3 5-13 0,3-5-8 0,0 0-11 16,0 0-6-16,0 0-13 0,27 1-7 0,-16-3-22 16,8-5-38-16,0 2-50 0,2 1-51 15,10-5-45-15,3 2-122 0,2-3-274 0,14-3 122 0</inkml:trace>
  <inkml:trace contextRef="#ctx0" brushRef="#br0" timeOffset="210262.83">14281 8468 62 0,'0'0'276'0,"-7"-5"-20"0,7 5-17 0,0 0-14 0,-4-6-11 15,4 6-21-15,0 0-26 0,0 0-14 0,0 0-17 16,16-8-10-16,1 8-12 0,4-3-13 0,10-1-14 16,0 0-25-16,-1-2-33 0,-1 3-34 15,0-1-34-15,-7 4-46 0,-4-2-39 0,-1 1-32 0,-5 2-36 16,1 1-115-16,-7-2-332 0,0 0 147 0</inkml:trace>
  <inkml:trace contextRef="#ctx0" brushRef="#br0" timeOffset="210626.99">14489 8450 84 0,'-9'1'180'0,"9"-1"-14"0,0 0-12 0,0 0-18 16,0 0-12-16,-6 6-4 0,6-6 6 0,0 16 3 15,-4-5 12-15,6 6 7 0,-2 1 1 0,-2 10-5 16,2-4-5-16,0-4-3 0,2 7-7 0,-2-3-14 16,0-3-8-16,0 3-12 0,2 3-7 0,-2-3-7 15,0-7-7-15,2-1-9 0,0 0-1 0,-1 0-13 16,0-5-1-16,-1 1-6 0,2 1-3 0,-2-4-5 15,0 1-2-15,1-1 0 0,-1-2-6 0,0 2-5 16,-1-2-7-16,1-7-6 0,-2 11-7 0,2-11-11 16,-4 9-1-16,4-9-5 0,-6 9-4 0,2-6-4 15,4-3-7-15,-12 4 1 0,3-3-7 0,2 0 3 0,-1 0 6 16,-4 1-5-16,3-4 8 0,0 2 2 16,9 0 6-16,-13 0-2 0,13 0 3 0,-10 0 2 15,10 0 1-15,0 0 5 0,-13-1 1 0,13 1 2 16,0 0-3-16,0 0 1 0,0 0 3 0,0 0-2 0,0 0 3 15,0 0-2-15,0 0 4 0,0 0-3 16,0 0 11-16,36-2-21 0,-21-1-21 0,4 2-24 16,-1-2-34-16,4 0-34 0,5-2-22 0,3 2-11 15,-1 1-12-15,2-1-25 0,-4 0-119 0,0-1-341 0,-5 1 151 16</inkml:trace>
  <inkml:trace contextRef="#ctx0" brushRef="#br0" timeOffset="210840.56">14790 8814 115 0,'1'-9'168'0,"-1"-1"2"0,-1-1 0 0,1 11 22 15,-2-13 2-15,2 5-1 0,0 8-10 0,-2-11-1 16,2 11-14-16,-2-9-14 0,2 9-23 0,0 0-14 16,0 0-13-16,0 0-1 0,0 0-8 0,0 0 6 15,0 0 1-15,4 34-1 0,-2-18-9 0,-1 1-9 16,0 1-6-16,2-1-1 0,-1-1-8 0,1 1-11 16,-2-1-1-16,-1 0-9 0,1 0-2 0,3-3-2 15,-3-3-11-15,1-1-13 0,-2 2-25 0,4 0-22 16,-3-4-16-16,-1 3-19 0,0-10-29 0,1 12-22 15,-1-6-24-15,0-6-17 0,0 0-23 0,-2 11-32 16,2-11-192-16,-9 5-435 0,9-5 192 0</inkml:trace>
  <inkml:trace contextRef="#ctx0" brushRef="#br0" timeOffset="211083.19">14805 8774 136 0,'9'-6'224'0,"1"5"-1"0,-1-2-8 0,0 4-10 16,3 1-13-16,-1 2-13 0,0-1-13 0,0 4-1 16,0 0-11-16,3 4 0 0,-1 2-3 0,-1-1-5 15,-5 1-12-15,-1-3-4 0,2 1-1 0,-3 0-5 16,-2 2-14-16,1-2-4 0,-2 2-7 0,1-3-8 16,-4 2-7-16,-1 4-6 0,0-4-5 0,-2-1-5 15,0 0-13-15,-2 3-23 0,-3-1-20 0,1-2-30 16,2-1-24-16,-3-1-35 0,-1-1-36 0,1 0-40 15,-2-1-46-15,1-1-38 0,0 1-229 0,1-6-506 16,1 1 224-16</inkml:trace>
  <inkml:trace contextRef="#ctx0" brushRef="#br0" timeOffset="211780.77">15150 8757 94 0,'0'0'129'0,"3"-6"-2"15,-3 6-1-15,3-5-8 0,-3 5-3 0,0 0-9 0,0 0-5 16,2-10 0-16,-2 10-4 0,0 0-1 16,0 0 3-16,5-5-1 0,-5 5 1 0,0 0 2 15,0 0-5-15,0 0-2 0,0 0-5 0,0 0 0 16,0 0-12-16,0 0-3 0,7-3-2 0,-7 3 3 0,0 0-7 15,0 0-2-15,0 0-1 0,0 0-1 0,0 0-9 16,0 0-1-16,0 0-2 0,0 0-5 16,0 0-6-16,0 0 5 0,0 0-14 0,0 0-3 15,0 0-5-15,0 0-1 0,0 0-6 0,0 0-9 0,0 0-8 16,0 0-11-16,0 0-11 0,0 0-2 0,0 0-11 16,0 0-6-16,0 0-4 0,0 0-10 0,0 0-4 15,0 0-6-15,8 11 4 0,-8-11-13 0,3 7-8 16,-3-7 0-16,2 5 0 0,-2-5 4 0,3 4 7 15,-3-4 3-15,7 3 7 0,-7-3 2 0,11 0 4 16,-11 0 11-16,11 0 8 0,-11 0 8 0,9-1 16 16,-9 1 12-16,11 0 18 0,-11 0 12 0,7-5 12 15,-7 5 9-15,4-3 6 0,-4 3 10 0,0 0 5 16,3-7-1-16,-3 7-6 0,0 0 6 0,0 0-2 16,0 0-6-16,0 0 7 0,0 0-6 0,-7-16-1 15,7 16-4-15,-5-2-2 0,5 2 1 0,0 0-1 16,-15 4-1-16,15-4-2 0,-12 7-4 0,2-1 4 15,2 2-5-15,-1 0 4 0,-1 2 2 0,-2 0-5 16,2 3-4-16,4-3 2 0,-1 0-5 0,1-1-8 16,1 1-3-16,1 0-6 0,2-2 2 0,-1 0-8 15,2 0-2-15,-1-2 1 0,2-6 1 0,4 14-6 16,1-10 4-16,1 2 2 0,5 2-2 0,-2-1-6 16,4-2 8-16,1 0-12 0,-3-1-3 0,3 1 3 15,-3 0-2-15,0-1-4 0,2 1 6 0,-4-2-5 16,1 2-2-16,-3-2 1 0,4 3 0 0,-5-3-2 15,-2 0 2-15,1 1-3 0,-5-4 7 0,7 7-10 16,-7-7 2-16,0 8-10 0,0-8 10 0,-8 9-15 16,2-4-2-16,-3 1-2 0,-2-2-7 0,-4 4-6 15,-2-4-6-15,0 1-10 0,1 2-11 0,3-3-18 16,-2 1-23-16,2-3-28 0,0 1-28 0,2-2-41 16,0-1-40-16,0 0-184 0,1-1-456 0,10 1 202 15</inkml:trace>
  <inkml:trace contextRef="#ctx0" brushRef="#br0" timeOffset="212117.77">15515 8701 65 0,'6'-4'248'16,"-4"0"-9"-16,5 1-14 0,-7 3-18 0,0 0-21 0,0 0-11 15,0 0-12-15,0 0-5 0,0 0-10 0,0 0-12 16,-17 27-14-16,7-13-6 0,1 0-18 15,-2 1-10-15,1-1-7 0,1 2-9 0,3-3-5 16,1-2-9-16,1 1-4 0,-1-1-7 0,4 0 0 0,1-1-7 16,1 1-3-16,5 1-1 0,-1-3-8 0,1 0-4 15,0-2-1-15,-2 1 1 0,6 1-8 16,-4-3 2-16,2 4-1 0,-2-7-3 0,2 4-3 16,-2-2 0-16,-2-1 1 0,0 1-3 0,1 0-4 0,-5-5 4 15,7 7-4-15,-6-2 9 0,-1-5-10 0,5 7 2 16,-5-7-2-16,-1 9 1 0,1-9 0 0,-7 7 1 15,2-1 1-15,-2-1-2 0,-2-1-3 0,-3 1-4 16,1 0-18-16,-1 0-17 0,-3 1-27 0,-3 0-29 16,4 0-40-16,-4-2-57 0,1 1-58 0,-3-1-154 15,2-1-435-15,-1-1 192 0</inkml:trace>
  <inkml:trace contextRef="#ctx0" brushRef="#br0" timeOffset="213082.76">16195 8284 124 0,'0'-11'230'0,"-2"1"-16"0,-1 4-3 0,2-4-5 16,-2 4-6-16,3 6-14 0,-6-8-17 0,6 8-20 16,-8-4-17-16,8 4-10 0,0 0-13 0,-16 22-10 15,3 1-4-15,0 10 1 0,-3 18 3 0,-2 5-7 16,-9 23-9-16,9-22-5 0,-4 22-7 0,15-25-9 16,-2 2-4-16,3-5-6 0,6 1-8 0,-2-4 1 15,6-1-7-15,2-2-4 0,3-10-2 0,6-1-18 16,10 6-22-16,-7-8-31 0,6-4-40 0,3-1-47 15,12 1-50-15,6-6-43 0,-9-5-198 0,15-2-450 16,5-6 199-16</inkml:trace>
  <inkml:trace contextRef="#ctx0" brushRef="#br0" timeOffset="-214139.85">16855 8650 30 0,'0'-11'215'15,"0"-6"-19"-15,1 1 4 0,-1 6 7 0,1 3 0 16,-1-4-9-16,0 4-15 0,0-3-9 0,0 10-5 15,0-11-14-15,0 11-21 0,0-7-12 0,0 7-19 16,0 0-9-16,2-7-17 0,-2 7-9 0,0 0-5 16,0 0-7-16,6 19-7 0,-2-3 8 0,-3 10-1 15,0-1-8-15,3 3-5 0,-2 1 1 0,-1-3-5 16,0 2-3-16,3-2-2 0,0-1 1 0,0 1-7 16,-2-7 5-16,1-1-5 0,-3 0-2 0,2-1-3 0,1 0-3 15,-2-6-1-15,-1 2 0 0,0 5 2 0,1-8-4 16,-1-3 0-16,2 3-4 0,-4-3 1 0,2-7-9 15,3 11-18-15,-2-7-20 0,-1-4-24 16,0 0-30-16,0 11-32 0,0-11-42 0,0 0-39 0,0 0-62 16,0 0-146-16,0 0-441 0,0 0 196 0</inkml:trace>
  <inkml:trace contextRef="#ctx0" brushRef="#br0" timeOffset="-213906.76">17309 8777 102 0,'0'0'196'0,"0"0"-10"15,7-3-9-15,-7 3-13 0,0 0-10 0,9 0-3 16,-9 0-12-16,12 0 0 0,-2 0-7 0,1 0-8 16,1 0-15-16,-1 0-6 0,1-1-11 0,1 1-5 15,-1 0-8-15,0 0-6 0,0 0-6 0,1-2-8 16,-2 2-1-16,1 0-11 0,-1-3-16 0,-4 3-28 15,-7 0-29-15,17 0-47 0,-9 0-42 0,3 0-49 16,-2 0-185-16,-9 0-379 0,13-5 168 0</inkml:trace>
  <inkml:trace contextRef="#ctx0" brushRef="#br0" timeOffset="-213484.11">18130 8356 116 0,'0'-11'285'15,"-1"1"-13"-15,0 3-11 0,1 7-13 0,0-11-14 0,0 11-26 16,0-10-21-16,0 10-16 0,0 0-24 16,2-4-18-16,-2 4-16 0,0 0-11 0,0 0-10 15,14 13-7-15,-6-2-12 0,3 3-6 0,0 0-2 16,7 8-5-16,-9-7-6 0,0 0-4 0,1 2-3 0,1-1-8 15,-2-2 1-15,-1 1-4 0,-1-1-7 0,0-4 1 16,2 0 0-16,-4-1-6 0,1-2-2 0,-1 1-2 16,-1 1-1-16,0-3 2 0,0-1-3 15,-4-5-3-15,4 8 3 0,-4-8 2 0,4 5 9 0,-4-5 21 16,0 0-2-16,5 4 10 0,-5-4 9 0,0 0-9 16,0 0-3-16,0 0-5 0,10-15-7 15,-5 5-1-15,0-7-5 0,2 1-9 0,1-2 3 16,1-7-5-16,1 0 1 0,-2 1-5 0,1-2-10 0,0 2-9 15,-1-2-6-15,1 4-2 0,-3 6-8 0,1-1 0 16,-3 1-4-16,-1 4-6 0,4 3-12 0,-5-2-22 16,1 7-25-16,-3 4-39 0,4-9-44 0,-4 9-19 15,0 0-10-15,0 0 0 0,0 0-10 0,0 0-32 16,7 20-196-16,-8-12-467 0,4 5 208 0</inkml:trace>
  <inkml:trace contextRef="#ctx0" brushRef="#br0" timeOffset="-212963.73">18677 8373 184 0,'0'0'243'0,"0"0"-4"0,4-6-14 16,-4 6-10-16,0 0-16 0,0 0-19 0,0 0-17 16,0 0-6-16,0 0-12 0,0 0-13 0,-17 18-13 15,15-7 1-15,-6 3-4 0,-1 1-5 0,2 2-5 16,-4 1-11-16,2-3-7 0,3 3-4 0,0-2-12 15,3-1 0-15,-1-1-9 0,0-2-8 0,2-1-8 16,1-1 2-16,-1 2-6 0,4-4-6 0,-1 0-6 16,0-3 2-16,2 1-2 0,-1-1-3 0,1 2-2 15,1-2-3-15,-4-5 0 0,9 8-2 0,-2-8-5 16,0 4 5-16,-7-4 1 0,13-2-6 0,-13 2-5 16,17-5 8-16,-10 4-8 0,2-3-6 0,0 0-2 15,-3 1 3-15,0-3-14 0,-2 1-5 0,1 0 0 16,2-3-4-16,-4 2-2 0,0-1 3 0,-3-2-2 15,-1 0-3-15,2 2 3 0,-1 7 3 0,0-12 1 16,0 12 4-16,-1-13-2 0,-2 7 3 0,3 6-2 0,-1-8 10 16,1 8-8-16,0 0-1 0,-1-9 2 15,1 9-2-15,0 0 6 0,-4-9-3 0,4 9 0 16,0 0 0-16,6-6 0 0,-6 6 1 0,8-7-2 16,-3 5 2-16,-5 2 0 0,12-3-2 0,-4 2-1 0,-1-2 2 15,1 2-1-15,-8 1-5 0,17 4 2 16,-9-2 2-16,-1 2-2 0,0 1 2 0,1 1 2 15,-3 1-1-15,1-1 3 0,1 1 3 0,-2 2 2 16,0 0 3-16,-1-1 3 0,-2 1 4 0,2 2-3 16,-1-2 4-16,-1 0-2 0,0 0 1 0,-1-1-2 15,2 2 3-15,-2 0-5 0,0-3 3 0,0 1-22 0,-1-1-22 16,0-7-40-16,-1 13-41 0,1-13-44 16,0 10-49-16,0-10-36 0,1 12-177 0,-1-12-455 15,4 4 202-15</inkml:trace>
  <inkml:trace contextRef="#ctx0" brushRef="#br0" timeOffset="-212639.89">19231 8395 205 0,'0'0'231'0,"5"-9"-13"0,-5 9-14 16,1-5-15-16,-1 5-16 0,0 0-15 15,0 0-13-15,0 0-8 0,-23 11-9 0,17-3-10 0,-5-1-9 16,4 3-13-16,0-2-7 0,0 3-9 0,-5 3-4 15,6-5-10-15,1 3-4 0,-1-4-8 0,3 3 0 16,-1 0-7-16,1-2-7 0,2 3-5 0,1-2-5 16,0 0-3-16,1-3 5 0,4 2-10 15,-1 0 0-15,-1-5-3 0,1 4 0 0,1-1-4 0,-3-1-1 16,5 2-2-16,-2-4-3 0,0 2 1 0,-1-2-2 16,0 1-2-16,-2 1-1 0,2-2 1 0,-4-4 5 15,6 10-8-15,-4-7 1 0,-2-3-2 0,2 9 9 16,-2-9-6-16,0 7 0 0,0-7 0 0,0 0 0 15,-6 15-4-15,-1-11-9 0,0 2-14 0,-5 1-24 16,2 0-31-16,-7 1-36 0,0 0-41 0,0-2-49 16,-1 3-198-16,-1-4-432 0,0 0 192 0</inkml:trace>
  <inkml:trace contextRef="#ctx0" brushRef="#br0" timeOffset="-212267.89">18667 8867 28 0,'-20'2'245'0,"-6"3"-12"15,-2 0-10-15,7-1-9 0,5-1-17 0,2 0-18 16,3-1-17-16,1 0-22 0,3 1-13 0,2 0-13 15,5-3-11-15,-7 5-7 0,7-5-9 0,0 0-7 0,14 10-9 16,8-8-2-16,12-3 4 0,2 2-6 16,17-4 4-16,4-4-5 0,4 2-7 0,-2-5-3 15,1 1 0-15,-1 0 2 0,-5 3-6 0,-3-6-4 16,-13 7-5-16,-2 0 3 0,-4-1-1 0,0 0-6 0,-3 1 4 16,-8 1 9-16,-2 2-2 0,-2-3-6 0,-5 3 18 15,-1 0-18-15,-1-1-1 0,-3 2-3 0,0-1 9 16,-7 2-21-16,11-2-4 0,-11 2-6 15,8-2-16-15,-8 2-25 0,0 0-27 0,0 0-22 0,9 4-37 16,-9-4-43-16,0 0-64 0,0 0-84 0,-17 17-154 16,10-12-493-16,-6 3 218 0</inkml:trace>
  <inkml:trace contextRef="#ctx0" brushRef="#br0" timeOffset="-211678.14">18806 9274 240 0,'-2'-9'251'0,"2"0"-12"0,0 9-16 0,-4-11-14 15,4 11-19-15,-1-8-18 0,1 8-23 0,0 0-16 16,0 0-15-16,0 0-13 0,0 0-11 0,0 0-10 16,19 14-8-16,-9 3-6 0,3 5-3 0,-2 5 0 15,1-2-2-15,-2 4-4 0,0-4-2 0,2 2-1 16,-5-1-4-16,1-3 5 0,1-1-5 0,-1-5-8 16,-2 0-3-16,1-1 1 0,-2-4 3 0,-1-1-1 15,1-1-5-15,1-2-4 0,-1-1-3 0,-1-2-2 16,-2 1 6-16,1-2 6 0,-3-4 10 0,5 7 8 15,-5-7 11-15,0 0-2 0,10-1 5 0,-10 1-12 16,8-10 2-16,-2 3-9 0,1-3-3 0,2-5-7 16,-2-2-4-16,1-1-6 0,2-5 10 0,0-1-18 15,-1-2 0-15,1-1-5 0,0 1-3 0,0-2 2 16,-2 1-9-16,2 0-12 0,-3 3-9 0,0 7-1 16,-2-1-10-16,-2 7-18 0,0 2-16 0,0-1-23 0,-1 3-34 15,-2 7-41-15,3-10-33 0,-3 10-31 0,0 0-20 16,0 0-5-16,0 0-10 0,0 0-196 0,0 0-482 15,-15 24 214-15</inkml:trace>
  <inkml:trace contextRef="#ctx0" brushRef="#br0" timeOffset="-211429.94">19201 9390 191 0,'7'-6'239'0,"-7"6"-3"0,0 0-1 0,0 0-14 0,0 0-17 16,0 0-15-16,0 0-21 0,0 0-14 0,0 0-15 15,0 0-10-15,0 0-2 0,5 13 5 0,-5-3-3 16,0 1 1-16,1 4-5 0,0 2-5 0,-2-2-7 16,1 4-8-16,-1 0-13 0,1-4-1 0,0 2-12 15,0 0-3-15,0-1-13 0,0-4-6 0,0 4-3 16,0-5-6-16,-2 1-12 0,1 1-2 0,1-3-27 16,1 0-17-16,-2 0-23 0,0-1-21 0,1-1-30 15,-1 0-23-15,-2 0-28 0,-1 0-30 0,4-8-42 16,-4 9-15-16,4-9-38 0,-6 8-148 0,2-6-442 15,4-2 196-15</inkml:trace>
  <inkml:trace contextRef="#ctx0" brushRef="#br0" timeOffset="-211212.03">19236 9349 81 0,'14'-9'209'16,"-3"4"-10"-16,1 1-8 0,-1-3-13 0,2 6-11 15,-3 0-13-15,2 2-13 0,-2 2-9 0,0 2-12 16,-3-1-6-16,-1 2-7 0,2 3 0 0,-2-1-6 16,-3 3 2-16,-2 1-10 0,-2 0 2 0,-2 4-17 15,-1-5-4-15,-3 5-10 0,-2-2-2 0,0 1-10 0,-2 1-18 16,-1-3-27-16,-2 1-35 0,1-2-41 16,3 0-48-16,-1-5-52 0,-3 3-211 0,4-5-412 15,-3-1 182-15</inkml:trace>
  <inkml:trace contextRef="#ctx0" brushRef="#br0" timeOffset="-210853.57">19581 8446 224 0,'2'-10'250'0,"0"3"-22"0,-1 1-24 0,-1 6-20 15,6-9-21-15,-2 5-11 0,4 3-9 0,-8 1-10 16,20 7-1-16,-3 2-4 0,8 9-8 0,-3 7-5 16,9 10-8-16,-4 7-3 0,-1 3-5 0,-1 4-10 15,-7-1 4-15,1 4-2 0,-5 2-7 0,-3 3-8 16,-4-4-6-16,-3-2-2 0,-3 0-5 0,-2-2-5 15,-4 2-2-15,-5-1-9 0,-3-4-1 0,0 0 0 16,-4 0-5-16,-1-1 8 0,-4-4-16 0,3-10-6 16,-9 12-8-16,8-13-21 0,-2-3-22 0,-7 10-21 15,7-10-25-15,-2-4-25 0,-1-1-37 0,1-4-36 16,1-2-56-16,1-2-54 0,3-5-140 0,-1-3-452 0,3-1 201 16</inkml:trace>
  <inkml:trace contextRef="#ctx0" brushRef="#br0" timeOffset="-210082.54">20222 7993 137 0,'3'-3'194'16,"-3"3"-7"-16,8-9-7 0,-5 6-8 0,-3 3-15 15,4-5-16-15,-4 5-16 0,10-2-15 0,-10 2-8 16,12 0-12-16,-12 0-9 0,14 2-4 0,-6 2-12 16,1 0-7-16,-2 2 0 0,0 2-13 0,2 3 2 15,-3 1-5-15,0 2-3 0,1 0-1 0,-5 3-6 0,0-1-2 16,-1 0-1-16,0 0 0 0,-2 1-1 16,0-2-2-16,-1 2 2 0,-1-1-3 0,-1-2 2 15,-1-1 6-15,-1 1-3 0,0-3-1 0,-1-3 5 16,1 3 3-16,1-1 1 0,0-2-2 0,1 1 0 0,0-5-3 15,-1 4-2-15,5-8-1 0,-5 6-3 16,5-6 1-16,-4 7-1 0,4-7-1 0,-3 4 0 16,3-4-3-16,0 0 4 0,0 0-4 0,0 0 2 15,-4 4-2-15,4-4 1 0,0 0-3 0,0 0-1 0,0 0-3 16,0 0 3-16,-6 6-1 0,6-6-4 0,0 0 0 16,0 0 5-16,0 0-6 0,0 0-3 15,0 0-1-15,0 0 1 0,0 0-4 0,0 0 4 16,0 0 0-16,0 0-3 0,0 0 0 0,0 0-1 0,0 0-1 15,0 0 0-15,0 0 0 0,0 0 1 0,0 0 13 16,0 0-11-16,0 0 2 0,0 0 5 0,0 0-2 16,0 0 9-16,0 0-2 0,0 0-3 0,0 0 7 15,0 0 0-15,0 0 6 0,0 0-6 0,0 0 0 16,0 0 5-16,0 0-3 0,0 0-2 16,0 0 3-16,0 0-7 0,0 0 2 0,0 0 1 0,0 0-2 15,0 0-5-15,0 0 0 0,0 0-1 0,0 0-2 16,0 0 1-16,0 0-6 0,0 0-5 0,0 0 6 15,0 0-2-15,0 0-5 0,0 0 2 0,0 0-1 16,0 0-3-16,0 0 6 0,0 0-7 0,12 10 8 16,-3-8-3-16,9-4 1 0,11 2-1 0,5-1 3 15,17-2-3-15,2-2 3 0,5-2 0 0,1 1-5 16,-2-2-20-16,2 2-26 0,-4 2-23 0,-4-4-47 16,-10 5-56-16,-3-1-51 0,-1 1-61 0,-5-3-229 15,0 2-551-15,-4-1 244 0</inkml:trace>
  <inkml:trace contextRef="#ctx0" brushRef="#br0" timeOffset="-198170.31">22051 8739 11 0,'0'0'142'0,"0"0"0"0,0 0 0 0,-11 0-10 16,11 0-9-16,-9 0-8 0,9 0-6 0,0 0-9 15,-10 0-5-15,10 0-10 0,0 0-2 0,0 0-8 0,0 0-7 16,0 0-6-16,-10 0-4 0,10 0-10 15,0 0-5-15,0 0 5 0,0 0 3 0,0 0 2 16,0 0 2-16,30 0 2 0,-17 0 2 0,8-1-5 0,7-2-3 16,2 0-1-16,1-1-1 0,0-1-3 0,0 1-5 15,1-1-5-15,-2 0-2 0,0 2-6 0,1-2-5 16,-3 1 0-16,-2 2-1 0,-5-1-2 0,0 1-1 16,-3-1-3-16,-4 3-5 0,-1 0-3 15,-1-1-12-15,0 0-16 0,-4 1-18 0,-8 0-17 0,12-2-18 16,-12 2-23-16,10 2-26 0,-4-1-13 0,-6-1-24 15,7 1-139-15,-7-1-323 0,0 0 144 0</inkml:trace>
  <inkml:trace contextRef="#ctx0" brushRef="#br0" timeOffset="-197889.75">22785 8477 218 0,'2'-6'216'16,"-2"6"-7"-16,0 0-8 0,2-8-14 0,-2 8-20 16,0 0-22-16,0 0-13 0,0 0-17 0,0 0-16 15,0 0-9-15,0 0-10 0,0 0-7 0,6 18-6 16,-7-7-1-16,1 6-1 0,0-1-6 0,0 4-6 16,0-2-2-16,-2 1-4 0,2-1-5 15,0 0-2-15,0-1-7 0,3-1-1 0,-3 0-4 0,1-1 0 16,1 0-9-16,-2-3 2 0,0 1 2 0,0 3-5 15,0-4-14-15,0-2-17 0,-2 1-20 0,4-1-33 16,-2 0-26-16,0 0-32 0,0-2-29 0,1-3-40 16,-1-5-133-16,-1 10-353 0,1-10 156 0</inkml:trace>
  <inkml:trace contextRef="#ctx0" brushRef="#br0" timeOffset="-197654.13">23031 8481 173 0,'4'-3'165'16,"-4"3"-18"-16,8-4-7 0,-8 4-2 0,0 0 0 15,13 9-2-15,-8 0-9 0,0 0-11 0,-1 0-11 16,0 3 2-16,1 7-8 0,1-2-4 0,-5 0-8 16,1 0-11-16,1 1-6 0,-1 0-11 0,-2 1-1 15,0 1-4-15,-2-2-6 0,-1 0-3 0,-4 1-5 16,1-2-2-16,-4 1-7 0,1-1-15 0,-1-1-18 15,-2-3-22-15,0 1-28 0,-3-2-33 0,4 0-27 16,-5-3-40-16,6-1-162 0,-4-3-340 0,2-1 151 0</inkml:trace>
  <inkml:trace contextRef="#ctx0" brushRef="#br0" timeOffset="-197424.57">22694 8551 106 0,'-15'3'167'0,"6"1"-6"0,0 2 9 0,-3 5 1 0,1 3-7 15,0 1-7-15,1 3-19 0,3-1-10 0,-1 0-9 16,4 2-8-16,-1 1-9 0,5-2-9 16,-1 0-10-16,2 0-7 0,3-2-5 0,4 1-8 15,-1-3-4-15,6 2-4 0,0-3-17 0,3-1-34 0,2-1-39 16,3-1-44-16,-3-3-49 0,9 0-62 0,-11-1-111 15,1-2-326-15,-3-3 145 0</inkml:trace>
  <inkml:trace contextRef="#ctx0" brushRef="#br0" timeOffset="-197207.12">22930 8251 90 0,'0'0'210'0,"0"0"-23"15,-5-7-13-15,5 7-23 0,0 0-18 0,-2-6-17 16,2 6-31-16,0 0-33 0,0 0-15 0,0 0-25 16,0 0-21-16,0 0-27 0,0 0-42 0,0 0-110 15,-8 20-202-15,4-15 89 0</inkml:trace>
  <inkml:trace contextRef="#ctx0" brushRef="#br0" timeOffset="-137906.48">12425 9456 40 0,'-13'-3'52'0,"6"0"-13"0,7 3 4 0,-13-3-13 16,8 2-1-16,5 1-4 0,-13-3 1 0,13 3-4 15,-12-1 0-15,12 1-2 0,-9-1 4 0,9 1-13 16,0 0 0-16,-10-2-2 0,10 2 6 0,0 0-6 15,0 0-1-15,0 0-2 0,0 0 0 0,0 0 0 16,0 0-4-16,0 0 0 0,0 0-1 0,0 0-1 16,2 11 9-16,-2-11-11 0,13 8 6 0,-3-2-1 15,0-2 1-15,3 1-1 0,6 1-3 0,2 0 2 16,-2 0-2-16,10 0 3 0,5 0-3 0,2-1 3 0,16 1-1 16,0-2 0-16,4-2 1 0,3 0-1 0,3 1-3 15,-4-2 1-15,6-2 3 0,1 1-1 16,0-2-1-16,0 2-1 0,-2-1 3 0,2 1-3 15,25-5-7-15,-28 3 9 0,1-2 1 0,29 1-2 16,-31-1 2-16,6 1-2 0,-2 1 4 0,0-1-6 0,3 0-4 16,-3 0-6-16,0 0 8 0,0 2-2 15,-1-1 2-15,3-3 3 0,-2 4 2 0,26 0-5 16,-32-1 4-16,2 1-2 0,1 0-1 0,-3 1 1 16,0-4-3-16,2 4 0 0,-3-2 2 0,-4 2-3 0,-3-2 7 15,1 2 2-15,-12 0 0 0,12-4-6 0,2 1-3 16,-5 1 11-16,-10 1 0 0,-1 1 1 15,2-2-5-15,12 0 0 0,-14 0 0 0,0 1-3 16,0 0 2-16,3 1 1 0,-3 0 1 0,2 0 0 16,-1 1-2-16,-2-3 4 0,-1 2-3 0,1 0 3 0,-1-1-7 15,2 1 9-15,-2-3-4 0,-3 4 1 0,1-5-7 16,1 4 6-16,1 0-4 0,-1 0 1 16,3 0-6-16,-4 2 11 0,1-4 0 0,-2 2-2 15,2 0-3-15,-2-2 4 0,2 4 0 0,-1-4-1 0,2 4 0 16,-4-4-3-16,2 4 4 0,-1 0-2 0,1-2 0 15,-4 0-1-15,2 0 3 0,-1-2-1 16,0 4 0-16,-1 0-6 0,0 0 1 0,-1-1 2 0,3-1 6 16,-3 1-1-16,3 0-6 0,2 0 6 0,-2 0-4 15,1-2 0-15,1 1-1 0,2-1 1 0,-3 0 3 16,4 0-1-16,-3 0 3 0,0 1-4 0,2-2 0 16,0 1-3-16,0 0 4 0,-2-1 2 15,4 0 1-15,-3 0-6 0,3-1 3 0,-1 0 1 16,-1-2-3-16,2 0 5 0,1 1 6 0,-5 1-9 0,3 0 0 15,-3-3 5-15,-1 3-13 0,0-1 3 0,3 1 3 16,-2 0 10-16,-2-1-3 0,4-1 0 0,-3 3-1 16,2-1-2-16,-1-1 6 0,0 1-10 15,0-1 4-15,4 0 8 0,-2 1-9 0,0-3 4 0,0 4-4 16,-2 1 1-16,1-5 6 0,-2 3-5 0,-2 2 2 16,-1-2 0-16,0 0-2 0,0 2 4 0,2-3 2 15,0 2-3-15,3-1-1 0,-5-1-3 0,1 0 2 16,1 2 6-16,1-2-2 0,0 1 1 0,2 1-8 15,-4-1 12-15,2 1-10 0,-2 2-1 0,-1-3 3 16,1 1 0-16,-2 1 4 0,2-2-15 0,0 3 7 16,-2-2 4-16,2 0-8 0,-2-1 7 0,2 2-4 15,-1 2 1-15,0-1-4 0,-2-1 10 0,0 0-22 16,-1 2 25-16,1-1-13 0,-6 0 9 0,-2 0-8 16,8 3 3-16,-8-3 0 0,1 3 4 0,1-1-8 15,-2-2 4-15,1 2-14 0,-2-4 20 0,-1 4-11 16,0-1 8-16,0-1 2 0,0 0-12 0,-2 0 5 15,0 1 5-15,-4-2-5 0,1 1-4 0,0 0-5 16,0 0 10-16,-2 0-5 0,-2 0-1 0,3-1 9 16,-5 2-3-16,-7-1-3 0,14-1 8 0,-6 2-12 15,-8-1 8-15,17 0 5 0,-10 0 2 0,1 0-14 16,-8 0 5-16,11-1 3 0,-11 1 2 0,11-2-3 16,-11 2 3-16,11 0-1 0,-11 0-9 0,8 0 3 15,-8 0 1-15,0 0-1 0,9-2-3 0,-9 2 8 16,0 0 1-16,0 0-23 0,0 0-9 0,0 0-5 15,0 0-19-15,0 0-4 0,0 0-14 0,0 0-13 16,0 0-43-16,-12 16-132 0,6-14 59 0</inkml:trace>
  <inkml:trace contextRef="#ctx0" brushRef="#br0" timeOffset="-137380.09">19151 9736 12 0,'0'0'77'0,"-11"1"-15"0,11-1-11 0,0 0 11 16,0 0-20-16,0 0 3 0,0 0-5 0,0 0-3 15,0 0 2-15,42 0-5 0,-20 0 0 16,10-2-4-16,1-1-5 0,1 2 1 0,16-2-6 0,-9 1 2 15,12-2-2-15,2-1 6 0,0 2-16 0,-2 1-6 16,-3 0 2-16,2-1-11 0,-12 3-9 0,12-4-10 16,-14 2-14-16,-3 1-19 0,1 0-41 15,-4-1-106-15,-1-1 47 0</inkml:trace>
  <inkml:trace contextRef="#ctx0" brushRef="#br0" timeOffset="-137189.22">20620 9489 43 0,'4'-3'56'0,"-4"3"-26"0,0 0-23 0,9-3-30 16,-9 3-25-16,6-2 12 0</inkml:trace>
  <inkml:trace contextRef="#ctx0" brushRef="#br0" timeOffset="-136690.87">20906 9237 61 0,'5'-6'106'16,"-1"0"-9"-16,0 0-16 0,-4 6-2 0,5-9-11 16,-1 5-2-16,-4 4-16 0,4-5-3 0,-4 5-7 15,0 0-5-15,6-5 6 0,-6 5-13 0,0 0-2 16,0 0 1-16,5-4 2 0,-5 4-9 0,0 0-22 15,0 0 29-15,0 0-11 0,0 0-9 0,0 0 1 16,0 0 6-16,10-2 6 0,-10 2-9 0,0 0 1 16,0 0-7-16,0 0 6 0,9 6-7 0,-9-6-1 15,0 0-9-15,4 5-1 0,-4-5-3 0,0 0-2 16,0 0 3-16,4 5 0 0,-4-5-1 0,0 0 9 16,0 0-6-16,3 7-2 0,-3-7 7 0,0 0-5 15,0 0 4-15,5 4-6 0,-5-4 7 0,0 0-3 16,0 0-1-16,0 0-2 0,0 0 6 0,0 0-3 15,0 0 6-15,2 5-7 0,-2-5 4 0,0 0-1 16,0 0 1-16,0 0-2 0,0 0 3 0,0 0-1 16,0 0-1-16,0 0 3 0,0 0-4 0,0 0-5 15,0 0 7-15,0 0 0 0,0 0-1 0,0 0 7 0,0 0-7 16,4 5 1-16,-4-5 8 0,0 0-8 0,0 0-1 16,9 4 12-16,-9-4-5 0,13 0-4 15,-3-3-8-15,7-2-13 0,3 1-13 0,7-7-27 16,6-1-66-16,2-6-135 0,13-5 60 0</inkml:trace>
  <inkml:trace contextRef="#ctx0" brushRef="#br0" timeOffset="-117282.25">6010 10455 86 0,'-10'-3'150'0,"-2"0"-3"15,2 0-8-15,0 2 1 0,-2-2-1 0,5 3-2 0,7 0-1 16,-13-2-8-16,13 2-7 0,-9-1-11 16,9 1-13-16,-8-2-5 0,8 2-8 0,0 0-11 15,0 0-9-15,-7-2-4 0,7 2-11 0,0 0-2 16,0 0-5-16,0 0 3 0,0 0 5 0,0 0 1 16,0 0-3-16,37-7-7 0,-16 1-6 0,11 1-8 0,3-5-4 15,2-1-5-15,0 2-7 0,2-1-5 16,-1 0-10-16,-3 1-19 0,0 2-15 0,-2 2-26 15,-2-2-33-15,-3 3-28 0,0 0-34 0,-9 2-24 16,-1 2-102-16,-7 2-307 0,1-1 137 0</inkml:trace>
  <inkml:trace contextRef="#ctx0" brushRef="#br0" timeOffset="-117002.35">6264 10345 98 0,'0'0'140'16,"0"0"-16"-16,-10 1-3 0,10-1 7 15,-4 9 13-15,3 1 5 0,-2 7-10 0,2 1 0 16,-2 7-10-16,2 0-3 0,-1 3-10 0,-2 3-4 16,1-4-12-16,2 4-2 0,-1-1-3 0,0 2-7 0,2-1-9 15,-2-2-6-15,0 0-5 0,1-1-6 16,0-1-5-16,0-1-5 0,-1-1-5 0,2 1-5 15,-1-8-2-15,1 1-2 0,-1 1-8 0,1-1-2 16,-2-2-22-16,2 0-26 0,-1-2-13 0,1 2-41 16,0-1-19-16,0-3-41 0,1-2-32 0,1 1-18 0,-1-2-125 15,0-1-337-15,1-3 149 0</inkml:trace>
  <inkml:trace contextRef="#ctx0" brushRef="#br0" timeOffset="-116334.3">6401 10765 84 0,'0'0'157'0,"9"4"-9"0,-5 2 0 16,5 1-9-16,-4 2-8 0,1 0-13 0,1 1-7 16,-1 1-11-16,-2 1-9 0,2-2-8 0,-2 6-7 15,-1-3-8-15,-1 0-7 0,-1 2-6 0,-2 0-2 0,1-1-7 16,-4-2-3-16,0 2-2 0,1-2-8 15,-4 0-2-15,0-2-1 0,0-2-2 0,1-1-4 16,1-2-1-16,-3 0-1 0,3-2 2 0,5-3-6 16,-9 1-1-16,9-1-3 0,0 0 1 0,-10-8-3 15,10 8-3-15,-3-11 1 0,6 1-5 0,1 0 0 0,-1-1 0 16,6-2-4-16,2-1 2 0,1-1-2 0,3-1-1 16,4 0-3-16,-1-3-3 0,2 2 0 15,3 1-4-15,1 0 11 0,-1 1-13 0,-6 3 9 16,7-2-3-16,-10 4 1 0,4-2 2 0,-4 3-6 0,1 0 4 15,-4 1 1-15,0 1 1 0,-1-1 1 0,1 1-1 16,-4-1 2-16,1 1 2 0,-2-1 2 0,-6 8-1 16,8-9 1-16,-4 5 8 0,-4 4-1 15,5-6 5-15,-5 6-6 0,0 0 0 0,0 0-5 16,0 0 6-16,0 0-4 0,0 0 5 0,0 0 5 0,0 0 8 16,0 0 7-16,-15 35 12 0,7-16 7 15,-5 5-5-15,4 0-2 0,2-5-2 0,0 0-4 16,5-3-6-16,-3 1-2 0,3-1-4 0,4-3 2 15,-1-2-6-15,-1 0 1 0,2 0-2 0,1-2-2 16,1-2 3-16,1 1-4 0,-1-1-2 0,0-3-2 0,1 1 1 16,1-2 0-16,-6-3 2 0,11 4-4 0,-5-3 1 15,-6-1-1-15,13-2 0 0,-13 2-3 0,11-6 2 16,-5 3 0-16,1-3-5 0,-3 0 4 16,2-1-3-16,-1 0 0 0,-1-2-2 0,1 2 1 15,-2-3 0-15,-2 0 0 0,3 4-2 0,-3 0 1 0,2-1-3 16,-1 0 5-16,-2 7-10 0,1-8-3 0,-1 8 2 15,3-7 1-15,-3 7-5 0,0 0 0 16,0 0 2-16,0 0 4 0,0 0-2 0,0 0-1 16,13 13 0-16,-9-4 2 0,-2 1-1 0,2 1 2 0,0-2-1 15,-2 2 14-15,5 1-10 0,-4 0-12 0,1-2-30 16,0 2-29-16,-1 1-31 0,1-2-26 16,0 0-33-16,1 2-17 0,0-2-23 0,-2-1-124 15,0 0-350-15,0-4 155 0</inkml:trace>
  <inkml:trace contextRef="#ctx0" brushRef="#br0" timeOffset="-115718.61">6966 10881 57 0,'1'-9'198'0,"-1"9"-17"0,2-8-18 0,0 3-20 0,-2 5-15 16,0 0-16-16,0 0 0 0,0 0 1 0,0 0 0 15,0 0 1-15,15 15-1 0,-12-4 3 0,1-1-5 16,-2 2-7-16,1-2-9 0,-1 0-6 0,1 2-8 15,-2-2-6-15,3 1-8 0,-3-4-6 16,2-1-4-16,-3-6-9 0,1 9 0 0,-1-9 5 16,3 7 10-16,-3-7 12 0,0 0 8 0,0 0 7 0,0 0-4 15,0 0-6-15,0 0-9 0,0 0-1 0,0 0-14 16,0 0-8-16,0 0-7 0,0 0-3 0,-2-34-2 16,5 22-13-16,1 0-12 0,-2-4-7 0,4 0-8 15,-1-4-2-15,2 1-4 0,1 1-5 16,0 0-1-16,1 1 1 0,1 4-3 0,-1 4 2 0,-3 1-3 15,1 2 2-15,1-1 0 0,-1 2 4 16,-2 4-1-16,-5 1 2 0,14 1 1 0,-8 3 0 0,5 1 1 16,-4 2 2-16,6-1 0 0,-5 3 1 0,1-2 0 15,0 0 4-15,1 0-3 0,-1-2 4 0,1 1 1 16,-1-2 2-16,0 0-1 0,0 1 0 0,0-3-4 16,0 2 3-16,-1-3 5 0,0 0-3 0,-8-1 1 15,14-1 4-15,-6 1-1 0,-8 0-3 0,15-6 2 16,-9 3-1-16,0-1-3 0,-1-2 5 0,-5 6-4 15,9-9 4-15,-7 4-3 0,4-5-3 16,-4 5-2-16,-2 5 2 0,4-14-7 0,-4 14-3 0,3-13-6 16,-3 13 1-16,1-13-4 0,0 5 1 0,-1 8 3 15,2-10 2-15,-2 10-4 0,0 0 3 0,-3-10-2 16,3 10-2-16,0 0 4 0,0 0 1 0,0 0 3 16,0 0-1-16,0 0 1 0,0 0 0 15,-6 27 0-15,6-18 2 0,1 1 1 0,-1-1-2 0,0 2 1 16,0-2 4-16,0 1 5 0,2 2-4 0,0-2 2 15,-1 2 3-15,2-2-2 0,-3 2 8 16,2-1-2-16,-1 1 3 0,-1-2 4 0,3 0 5 0,-1 2-2 16,0-2-2-16,-1 1 2 0,-1 0-5 0,1 0-10 15,0-1-11-15,-2 1-16 0,0 0-24 0,0 0-21 16,-1 0-35-16,-1-1-35 0,0 0-36 0,1 0-55 16,-2-1-126-16,4-9-388 0,-5 14 172 0</inkml:trace>
  <inkml:trace contextRef="#ctx0" brushRef="#br0" timeOffset="-115412.83">7620 10514 2 0,'-4'-10'265'0,"2"3"-9"0,-2 4-12 0,4 3-27 0,-4-11-26 16,4 11-18-16,0 0-3 0,0 0 12 0,-9 22 1 15,7 5 0-15,-3 3-12 0,2 4-12 0,-1 11-8 16,0 3-2-16,1-14-14 0,-1 1-8 0,0 1-12 16,1-2-7-16,3 0-1 0,-2-2 3 0,2 0-5 15,0 0-10-15,1-4-14 0,0 0-10 0,-2-3-5 16,2-5-3-16,-2-1-6 0,1 0-7 0,0 1-1 16,-1-2-6-16,-2-2-8 0,3 1-7 0,3-6-15 15,-7 1-23-15,4-2-26 0,-1 1-26 0,-3-1-23 16,1-1-23-16,-1-1-28 0,4-8-38 15,-6 11-37-15,6-11-39 0,-9 8-42 0,9-8-173 0,-13 4-504 16,13-4 223-16</inkml:trace>
  <inkml:trace contextRef="#ctx0" brushRef="#br0" timeOffset="-114893.52">7432 11046 135 0,'0'0'219'16,"12"-11"-30"-16,-4 4-3 0,3 1-1 0,6-5-14 15,1 0-17-15,5-3-11 0,0 1-15 0,1 0-15 16,3 1-10-16,-3 0-10 0,2-1-9 16,-6 3-9-16,-2 2-9 0,2-2-3 0,-2 1-2 0,-2-1-13 15,0 2-1-15,-2 0-2 0,-1-2-10 0,-5 2-3 16,-1-1-6-16,0 2-4 0,-1-1-3 0,-3 1-3 16,-1-1-2-16,-1-1 0 0,-1 9-3 0,-2-13-5 15,-1 7 5-15,-2 0-5 0,0 0-3 0,5 6 2 16,-11-7-1-16,3 5 0 0,-1 1-3 0,9 1 0 15,-17 5 0-15,6 0 2 0,1 1 2 0,-2 5 0 16,0 3 2-16,0-1 1 0,2 3 1 0,1-2-1 16,1 3 1-16,2 0 1 0,0-2-3 0,5 0 2 15,1-3 0-15,1 1 0 0,1-3-1 0,0 2 2 16,1-4 1-16,1 1 0 0,2 1 1 0,1-3 0 16,0-2-1-16,2 2 2 0,0-2 1 0,0-3-2 15,1 1 1-15,-2-2 1 0,1-2-2 0,2 0-1 16,-2-1 1-16,2-2-1 0,-3 1 0 0,1-4-5 15,1 1 2-15,-2-2 0 0,-1 0 2 0,0-3-5 16,1 2-1-16,2-9-8 0,-1 3-8 0,0-1-2 16,0-1-2-16,1 2-3 0,1-3-4 0,-4 2 0 15,1 5 4-15,0 1 1 0,-2 0-1 0,-2 5 1 16,1-1-1-16,0 3 4 0,-5 3 1 0,9-3-1 16,-9 3 8-16,10 5 13 0,-5 2 3 0,-2 0 2 15,2 2 0-15,0 2 1 0,-2 0 2 0,-1 2-3 16,1 1-1-16,-1 3-1 0,1-2 0 0,-2 1 4 15,1 0-1-15,-1 0-4 0,-2-1-11 0,1-2-20 16,0 4-47-16,-3-1-48 0,3-1-62 0,-3 2-214 16,1-3-426-16,-1-2 188 0</inkml:trace>
  <inkml:trace contextRef="#ctx0" brushRef="#br0" timeOffset="-114435.09">8514 10730 176 0,'-11'-3'209'0,"1"-2"2"0,-1 3-16 0,0-1-15 0,-1 5-14 15,0 0-11-15,-1 7 2 0,-2 3-10 0,3 4-4 16,2-1-4-16,-4 9-10 0,5 1-5 0,1-1-15 16,5-3-4-16,0 2-4 0,1 2-5 0,2-7-10 15,2 2-8-15,4-2-5 0,2-2-3 0,3 1-10 16,0 0-1-16,0-2-3 0,6-5 13 0,-2 2-6 16,5-5-25-16,-4 1-26 0,5-1-33 0,0-2-31 15,-1-3-46-15,-1-1-45 0,1-2-35 16,2-1-35-16,-3-2-36 0,-2 0-127 0,-1-4-406 0,1 0 179 15</inkml:trace>
  <inkml:trace contextRef="#ctx0" brushRef="#br0" timeOffset="-114058.55">8759 10532 119 0,'-1'-11'201'0,"-1"1"-2"15,1 3-7-15,0 0-20 0,1 7-16 0,0 0-22 16,0 0-7-16,0 0-6 0,0 0 4 0,2 29 0 15,1-4-1-15,-2 7-4 0,2 3-8 0,-1 12 2 16,0 5-11-16,-1-6-6 0,-1-12-9 0,0-1-9 16,1-1-6-16,0-1-11 0,1-5-5 0,0-2-2 15,1-5-6-15,-3-3-6 0,1-4 0 0,2-1-9 16,-3-1-2-16,1-2-2 0,-1-8-3 0,1 10 2 16,-1-10 1-16,2 8 6 0,-2-8 14 0,0 0 1 15,0 0-3-15,0 0-3 0,0 0-4 16,0 0-8-16,0 0-6 0,5-26-1 0,1 11-19 0,2-3-8 15,2-7-6-15,3 1-10 0,1-1 1 0,1 3 4 16,0-1-3-16,2 1-1 0,-5 11 0 0,-1-1 5 16,0 3-4-16,-3 3 2 0,1 1-2 0,-2 2 2 15,1 3 1-15,-8 0 6 0,15 3-7 0,-5 2 3 16,-1 3 1-16,-2-1 2 0,0 3 1 0,2 1 3 16,0 4-4-16,-3 0 1 0,-2-3-16 0,1 2-25 15,1 2-24-15,-3-4-38 0,2 4-31 0,0-5-46 16,2-1-50-16,-4 2-161 0,0-2-430 0,5-3 191 15</inkml:trace>
  <inkml:trace contextRef="#ctx0" brushRef="#br0" timeOffset="-113446.15">9266 10705 45 0,'0'0'234'16,"-14"-8"-6"-16,7 5-11 0,7 3-9 0,-17 5-3 15,3 4-9-15,2 5-3 0,0 3-13 0,-1 6-7 16,1 1-17-16,1 0-10 0,4-6-10 0,0 7-10 16,3-7-12-16,1 1-10 0,6-2-8 0,-2 0-11 15,2 0-8-15,-1-5-2 0,5 2-6 0,-2-4-10 16,1-1 0-16,3-1-7 0,0-1-2 0,0-3-8 16,1 0-1-16,-2-3-2 0,0-1-2 0,-8 0-5 15,20-3-1-15,-11-3-6 0,1 2 2 0,2-1-5 16,-3-3-6-16,-3-1 3 0,3-1-7 0,-3 0 3 15,2-2-13-15,-4 0-2 0,2-2-1 0,-1-2-3 16,-1 2 2-16,0-2-7 0,-1 0-4 0,-2 4 3 16,1 2-1-16,0-2 6 0,-2 1-2 0,0 11 1 15,1-11-2-15,-1 11-1 0,0 0 1 0,0 0 3 16,1-14-12-16,-1 14 1 0,0 0 3 0,0 0 2 16,0 0 3-16,0 0 2 0,6 25 1 0,-4-13 8 15,1-4 5-15,-1 4 6 0,-1 4 2 0,2-3-6 16,-1-2 1-16,2 0 2 0,0 0-1 0,1-1 1 15,-1 3-1-15,1-4 2 0,2 1 4 0,-2-3-5 16,-1-1-4-16,-1-1 3 0,3-1-2 0,-1 0 0 16,1 1 0-16,-6-5 4 0,10 5-6 0,-3-5 3 15,-7 0-1-15,11-1 2 0,-11 1-4 0,10-6-1 16,-5 2-1-16,1-2 0 0,-3 3-6 0,4-8-10 16,-3 3-3-16,1-3-3 0,-1 1-9 0,1-5-7 15,-1 2 0-15,-1-3-1 0,1 0-12 0,2 1 5 16,-2 0-1-16,3-1 7 0,-3 4 0 0,1 2 6 15,-1-1 2-15,-1 6 1 0,0 0-3 0,-3 5 2 16,5-8 4-16,-5 8 2 0,0 0-2 0,12 3 6 16,-12-3 3-16,7 10 9 0,0-1 1 0,-4 1 2 15,1 0 1-15,0 2 3 0,-3-1-1 0,5 5 2 0,-3 0-2 16,1-1 1-16,0-2-2 0,0-2-5 16,-2 1-18-16,2 1-32 0,0-3-38 0,1 0-44 15,2 0-43-15,1-1-41 0,1-1-193 0,2 0-448 16,1-3 198-16</inkml:trace>
  <inkml:trace contextRef="#ctx0" brushRef="#br0" timeOffset="-113080.23">9853 10777 89 0,'-9'-9'258'0,"0"2"0"0,1 2-7 15,-1 0-16-15,-1 0-16 0,10 5-17 0,-15 3-7 16,6 3-9-16,-3 2-10 0,2 6-10 0,0-1-5 15,-1 4-14-15,0-1-17 0,3-2-13 0,2 3-19 16,2-4-6-16,3-2-10 0,1 2-5 0,0 0-4 16,3-2-6-16,-1 1-6 0,3-3-9 0,-1 0-9 15,0-3-12-15,0-1-8 0,0 1-10 0,-4-6-12 0,9 5-5 16,-3-4-3-16,-6-1-4 0,0 0-6 16,17-6 0-16,-11 3-1 0,0-2 0 0,1-3-1 15,-3 1-1-15,-1-3-2 0,1-2-9 0,1 2-3 16,-2-2 1-16,-2 0 2 0,3 0 3 0,-2 1 9 15,1 1-5-15,1 0 2 0,-3 3 1 0,1 0 5 16,-2 7 0-16,3-8 3 0,-3 8-3 0,0 0 6 0,6-4-3 16,-6 4 5-16,0 0 6 0,0 0 2 15,13 15 7-15,-9-8-2 0,0 0-1 0,1 3 1 16,2-1-1-16,0 1 1 0,0 0-11 0,0-1-26 16,0 3-48-16,3-2-58 0,-1-1-51 0,0-2-58 15,0 1-146-15,4 0-424 0,-3-3 189 0</inkml:trace>
  <inkml:trace contextRef="#ctx0" brushRef="#br0" timeOffset="-112841.85">10183 10682 139 0,'0'0'256'0,"-16"-7"-8"0,16 7-24 0,-16 2-7 16,4 3-12-16,3 3-12 0,-5 7-9 0,-2 6-15 15,-2 0-11-15,7-3-15 0,0 5-14 0,0 2-10 16,5-6-12-16,1-1-8 0,4 1-7 0,2-2-18 16,3 1-3-16,0-3-5 0,4 1-8 0,3-1-3 15,1-3-5-15,2 1-23 0,0-5-28 0,2-2-29 16,2-1-37-16,3-3-41 0,-1-2-51 0,1-2-46 16,0-1-39-16,-2 1-135 0,-2-4-409 0,0 0 181 15</inkml:trace>
  <inkml:trace contextRef="#ctx0" brushRef="#br0" timeOffset="-112614.2">10395 10440 33 0,'0'0'254'0,"-3"-8"-26"16,3 8-17-16,0 0 0 0,0 0-3 0,0 0-4 15,0 0-9-15,0 40 0 0,0-15-17 0,0 6-12 16,-1 0-16-16,5 1-15 0,-7 1-9 0,6-1-10 15,-3 2-14-15,0-2-7 0,-3-3-12 0,6 1-3 16,-1-1-12-16,1-3-2 0,-1-2-7 0,2 1-18 0,-2-6-23 16,-1-3-29-16,0 1-34 0,0-1-39 15,-1-4-58-15,2 0-53 0,-4-2-47 0,1 3-176 16,1-13-451-16,-2 15 200 0</inkml:trace>
  <inkml:trace contextRef="#ctx0" brushRef="#br0" timeOffset="-112448.59">10350 10759 1810 0,'0'-10'32'15,"0"10"12"-15,-1-16-10 0,1 16-12 0,0-12-5 16,0 12-9-16,1-11-4 0,-1 11-3 0,0 0 0 16,5-9-6-16,-5 9-23 0,0 0-29 0,21 2-33 15,-21-2-39-15,23 12-149 0,-13-4-300 0,3 4 133 16</inkml:trace>
  <inkml:trace contextRef="#ctx0" brushRef="#br0" timeOffset="-111382.15">10603 11011 171 0,'0'0'272'0,"0"0"-4"0,0 0-8 16,8 4-18-16,-8-4-11 0,0 0-18 0,0 0-22 15,9-12-18-15,-4 5-10 0,0-2-9 0,1 1-22 16,2-2-8-16,-2-1-11 0,5-2-16 0,-5-3-10 15,3 2-5-15,0-2-14 0,-4-2-10 0,3 2-7 16,-2-3-8-16,-3 1-15 0,2-1-1 0,-3 0-7 16,1-7 3-16,-2 9-8 0,0 2 1 0,-2 0-8 15,-1 2 9-15,-1 3-10 0,-2-1 0 0,-3 1-3 16,2 2-2-16,-2 2-2 0,-1 1 2 0,-1 1-5 16,0 2 0-16,-3 3 3 0,0 1-5 0,2 3 2 0,-5 4 2 15,4 4 1-15,1 1 5 0,-5 7 8 16,7-4 2-16,-3 7 1 0,5-7 3 0,2 2 2 15,-1-2-1-15,5 2 0 0,0-2 1 0,2 0 8 0,3 0-5 16,0-3 4-16,2 2 2 0,1-5-10 16,1-2 0-16,0 1-4 0,4 1 3 0,-1-1-2 15,-1-3-2-15,2-4 1 0,1 2 0 0,3-1 2 16,0-2-5-16,2 0 0 0,-1-5 1 0,1 2 2 16,-1-1-7-16,-3-2 2 0,-1 0 0 0,-2-1 1 15,7-2-5-15,-4 0-1 0,0-4 0 0,-1 1 1 0,0-2-8 16,-2 1-5-16,1-3-6 0,-2 0-1 15,-2-2-7-15,1-1-5 0,1 0 3 0,-4 0-1 16,-1-1 1-16,-1-1-9 0,1 1 7 0,-3 1-2 16,-1 1 6-16,-1 0 2 0,-1 5 2 0,-1 0-1 0,0 0 0 15,2 11 0-15,-3-16 3 0,-2 8 7 0,5 8-2 16,-2-11-3-16,2 11 4 0,-4-8-1 0,4 8 2 16,0 0-2-16,0 0 3 0,-2-10-5 15,2 10 2-15,0 0 0 0,0 0 1 0,0 0-3 16,0 0 2-16,0 0-2 0,0 0 5 0,25 5-3 0,-25-5 0 15,18 5 4-15,-6 2 0 0,0-4-2 16,0 4 0-16,1 2-1 0,-2-2 5 0,-2 2-5 16,1-1 1-16,-1-1 5 0,0 4-5 0,-3-3 1 15,3 7 5-15,-1 0 0 0,-3-5 7 0,-4 6 0 16,3 0 7-16,-3-5 3 0,1 1 6 0,-1 1-3 0,1 0 4 16,1-3-1-16,-3 1-4 0,0-1-3 15,0 0-4-15,1-3 2 0,0 0 0 0,-1-7-1 0,3 12 0 16,1-6 1-16,-2-1-4 0,2-1 6 15,-4-4 0-15,8 6-3 0,0-5 3 0,-1 2 4 16,-7-3 0-16,14-1 4 0,-4-2-6 0,1-1 22 0,-1 1-24 16,3-4 13-16,-3 0-14 0,0-1 1 15,2-1-3-15,-2-5-5 0,0 3-6 0,2-3-7 0,-4-1 1 16,0 2 3-16,1-4-10 0,-4 0-4 0,0 1-3 16,-1 3 4-16,-1-4-2 0,-2 6-1 15,-1 0 4-15,3 0 1 0,-3 1 1 0,0 3-1 0,0 7 1 16,-3-11 1-16,3 11-3 0,0 0 3 0,0-8-7 15,0 8 7-15,0 0-2 0,0 0 5 0,0 0 1 16,-10 30 7-16,6-19 3 0,-2 6 3 0,2-5-3 16,1 3 1-16,1 1 2 0,2-5 3 15,-1 2-1-15,3-1-1 0,-1-2 5 0,6 1-6 0,-2-1 7 16,0-2 4-16,3-2 8 0,3 1 0 0,-1-3 12 16,3-2 4-16,2 0-13 0,3-5-1 15,2 1-2-15,0-1-8 0,-1-3 11 0,0 2-5 16,-1-3-13-16,0-2 6 0,0 0 0 0,-3 2 1 15,-1-3-3-15,-5 4-6 0,2-4 0 0,-1-2 11 0,-2 1-12 16,-2-3 19-16,-4 2-24 0,3-1 0 0,-5 2 3 16,2 2-8-16,-1-3 2 0,-1 12-6 0,-1-15 5 15,1 15-3-15,0-10-4 0,0 10 10 0,0 0-15 16,0 0 4-16,0 0-3 0,0 0 0 0,0 0 3 16,0 0-1-16,0 0-1 0,-8 30 12 0,7-17 10 15,0 3 3-15,1 2-4 0,-3-1-8 0,2 2 1 16,1 0 3-16,1-2 0 0,-3 2-3 0,0 2 8 15,2-1-7-15,0-1-8 0,2-1-18 16,-4 0-20-16,4-1-18 0,-2-5-27 0,-2 4-38 0,2-1-46 16,-2-1-49-16,-1-4-62 0,-2 2-220 0,0-2-546 15,-3 0 242-15</inkml:trace>
  <inkml:trace contextRef="#ctx0" brushRef="#br0" timeOffset="-110940.02">11794 10464 201 0,'-1'-12'325'0,"1"12"-6"16,1-8-6-16,-1 8-21 0,0 0-20 0,0 0-33 15,-1-9-27-15,1 9-19 0,0 0-25 0,0 0 29 16,10 23-9-16,-7-4-8 0,-1 5-16 0,3 7-9 15,0-1-10-15,-2 3-21 0,0 1 9 0,1-1-9 16,-2-1-5-16,-8-1-15 0,4 0-8 0,1 0-6 16,-2-2-6-16,3-2-11 0,-5-1-2 0,2-1-12 15,3-6-5-15,-2-1-6 0,7-1-5 0,-5-1-16 16,0-5-36-16,0 1-38 0,0-2-34 0,0-3-33 16,0-7-30-16,0 13-30 0,0-13-22 0,-3 9-21 15,3-9-18-15,0 0-32 0,-3 4-38 0,3-4-200 16,0 0-545-16,0 0 242 0</inkml:trace>
  <inkml:trace contextRef="#ctx0" brushRef="#br0" timeOffset="-110685.14">11694 10747 30 0,'-2'-12'180'0,"3"5"-7"0,-1 7 2 0,5-10-1 16,-1 6-3-16,1-1-12 0,2 0-8 0,5 2-15 15,5 1-11-15,3-3-11 0,0 2-8 0,0 1-10 16,8-2-8-16,-6 2-9 0,1-2-6 0,3 3-5 15,-6-2-10-15,3 3-5 0,-5 0-4 0,0-2-7 16,-5 2-4-16,-1 0-3 0,1 0-5 0,-1 2-3 16,-2 0 0-16,-3 0 11 0,5 5 9 0,-7 1 4 15,3 2-1-15,-3 3 10 0,-2-2 6 0,0 1 6 16,-1 6-5-16,1-1-3 0,-3-2-6 0,0 2-6 16,-3-2-6-16,3 0-1 0,-2 1-4 0,2-2-28 15,0-3-28-15,0 1-30 0,-3 1-44 0,1-3-57 16,2 0-60-16,-2 0-249 0,0 0-492 0,2-4 218 15</inkml:trace>
  <inkml:trace contextRef="#ctx0" brushRef="#br0" timeOffset="-110023.18">12351 10641 177 0,'0'0'248'0,"0"0"2"0,0 0-6 15,0 0-9-15,-25-12-1 0,25 12-13 0,-14 0-18 16,4 2-8-16,3 4-9 0,-4 0-11 0,3 4 5 16,-5 2 0-16,3 5-13 0,1 1-11 0,-3 4-3 15,2 1-25-15,0 1-5 0,5-7-6 0,-1 2-21 16,3 6-8-16,0-8-7 0,3-5-9 0,2 5-5 16,-1-6-5-16,4 1-4 0,-1-1-4 0,2-2-9 15,3-1 0-15,2-2 3 0,2 0-3 0,0-2-6 16,5-4 3-16,0 0-7 0,1 0-5 0,3-4 4 15,-4-3 1-15,2 1-10 0,-4-2-4 0,0-2-6 16,1 2-3-16,-1-2-13 0,-3-3-6 0,1 1-11 16,-1-3-10-16,-3 1-6 0,-1-1-13 0,-1-3-7 15,1-5 1-15,-1 4-2 0,-2 0 6 0,-3 3 0 16,-1-2 7-16,2 4 6 0,-2 3-1 0,-2 1 8 16,2 1-1-16,-2 3 8 0,0 6-4 0,0-12 6 15,0 12-1-15,2-7 5 0,-2 7-4 0,0 0 6 16,0 0-4-16,0 0 7 0,0 0-3 0,0 0 0 15,0 0 2-15,-9 26 14 0,5-10-10 0,0 0 6 0,2 1 0 16,2-1-5-16,-4 1 3 0,3 1-2 0,6-1 2 16,-9 1-3-16,4-1 6 0,4 1-5 15,-2-6 2-15,3 3 5 0,1 1-6 0,-2-4 6 16,-2-1-2-16,10 2 2 0,-8-1 1 0,1-3-5 16,1 2-1-16,-3-3 4 0,3 2 1 0,-3-2-3 0,-2-1 1 15,1-1 0-15,-2-6 6 0,2 12-2 16,-2-12 0-16,0 10 7 0,0-10-8 0,-8 10-3 15,4-6-16-15,-3 0-25 0,-2-1-22 0,1 1-35 16,-6 0-47-16,1-1-63 0,1-3-60 0,-7 0-225 16,4 0-534-16,4 0 236 0</inkml:trace>
  <inkml:trace contextRef="#ctx0" brushRef="#br0" timeOffset="-109801.14">12978 10758 106 0,'9'-2'285'0,"-9"2"-15"16,0 0-11-16,11-1-17 0,-11 1-21 0,0 0-22 16,0 0-22-16,5-2-18 0,-5 2-15 0,0 0-30 15,0 0-35-15,0 0-45 0,0 0-48 16,0 0-53-16,0 0-69 0,0 0-210 0,0 0-374 0,-13 15 166 15</inkml:trace>
  <inkml:trace contextRef="#ctx0" brushRef="#br0" timeOffset="-109196.75">7412 11775 103 0,'-9'2'132'0,"9"-2"4"16,0 0 10-16,0 0 1 0,0 0-7 0,32 11-9 0,4-9-5 15,17-1-7-15,13-2-6 0,37-2 7 16,7-5-9-16,11-2-5 0,-2-4-5 0,13-1-6 0,6 1 2 16,13-3-12-16,3 0-9 0,5 0-5 15,2 0-5-15,1 3-1 0,4-2-7 0,1 3-3 16,0 2-4-16,-5 3-2 0,3 1 2 0,4 0 6 0,-4 4 4 16,-6 1-4-16,-3-3 1 0,-2 6-1 15,-1-3 6-15,-2-1-2 0,-2 3-3 0,-7 3-3 16,-1-6-7-16,-13 4-2 0,-2 2-7 0,-1-4 2 15,-2 1-8-15,-9 0 2 0,-1-2-4 0,-6-2 2 16,-3 3 0-16,-8-4 4 0,-2 5-4 0,-31-3 6 0,4-3 0 16,-2 2 1-16,-4 1-8 0,-4-1-2 0,-18 1-1 15,0-2-1-15,-5 4-2 0,-3-5-3 16,-5 4 0-16,-9-1-14 0,-3 3-18 0,-1-1-13 16,-5 0-19-16,-8 1-24 0,10-4-33 0,-10 4-48 15,0 0-56-15,0 0-60 0,0 0-232 0,0 0-534 0,-43 9 237 16</inkml:trace>
  <inkml:trace contextRef="#ctx0" brushRef="#br0" timeOffset="-107973.93">24382 10186 1723 0,'1'-18'4'0,"2"1"20"0,-4 1-14 0,1 6-3 16,0 0 4-16,-2 1 8 0,2 0 2 0,0 9 12 0,2-11 2 15,-2 11 1-15,0-8-8 0,0 8-3 0,0 0-5 16,0 0 1-16,0 0-3 0,0 0 5 0,0 0-1 16,0 0 17-16,6 29-1 0,-3-11 5 0,1 8-1 15,0 4 5-15,-2 2 2 0,2 2 1 0,0 1-4 16,-1 1 0-16,3 11 2 0,-3-12-1 0,4 11 0 16,-2 0 12-16,0-2-3 0,0 6 10 15,-2 0 4-15,1 0-3 0,-2 1-1 0,5-5 5 0,-2 4 0 16,-3 0 3-16,2 3 3 0,0-3-5 0,3 1 1 15,4 0-4-15,-5-3-3 0,-1 2-4 0,4-5-4 16,-4-11-7-16,2 12 3 0,2 8-4 0,-4-5 5 16,5-1-7-16,-4-15 0 0,7 15-4 0,-8-14-3 15,-1 2-1-15,0-3-2 0,2 2 0 0,2 1-7 16,-4 0 3-16,1-2-8 0,0 1 0 0,-1-2 12 16,-2 1-7-16,2-3 0 0,-1 0-6 0,-1 1 4 15,-2-1 2-15,3 0-3 0,-3-4 0 0,0 1 1 16,-1-2 0-16,-1 3 8 0,1-2-14 0,1 0-3 15,-4-1-4-15,0-2-2 0,3 4 9 0,0-2-3 16,-3-6-3-16,1-3 5 0,3 4-4 0,-3-1 4 16,0-1-6-16,0 0 6 0,1-2-5 0,2 2-3 0,-2-2-4 15,2-1 2-15,0-3-2 0,0-1-4 16,2 2 0-16,-2 3 1 0,1-6-5 0,3 2 6 16,-1-2-3-16,0-2-4 0,-1 2 4 0,0-2 3 0,0 3-4 15,-1-3-8-15,1 2 6 0,0-3 5 0,0 2 0 16,-2-5 1-16,3 3-7 0,-2-1 2 15,0 0-3-15,1-1 3 0,-2-6-3 0,2 11-11 16,-1-6-7-16,-1-5-9 0,2 9-16 0,0-2-8 0,-2-7-9 16,2 11-10-16,-1-4 13 0,1 2-23 0,1 0-36 15,-2 1-37-15,-1 1-25 0,2 0-25 0,-2 1-22 16,0 0-33-16,0 0-31 0,0 1-244 16,-2-4-577-16,0 4 256 0</inkml:trace>
  <inkml:trace contextRef="#ctx0" brushRef="#br0" timeOffset="-106960.33">24614 11722 5 0,'0'0'96'0,"5"-9"3"0,-3 3 6 0,-2 6-25 15,4-12-2-15,-1 9-16 0,-3 3 28 0,2-9-6 16,-2 9-7-16,1-8-12 0,-1 8-10 0,0-8 14 16,0 8-4-16,0 0 5 0,2-9-8 0,-2 9-3 15,0 0-12-15,0 0 5 0,0 0-1 0,0-9-6 16,0 9-4-16,0 0-3 0,0 0-1 0,0 0 0 15,0 0-4-15,0 0-5 0,0 0-5 0,0 0 1 16,2-7-4-16,-2 7-3 0,0 0 0 0,0 0-3 16,0 0-3-16,0 0-2 0,0 0-1 0,0 0 3 15,0 0-4-15,0 0 10 0,-4 23 1 0,3-13 8 16,1 0 7-16,0 2 0 0,1 5 4 0,-2 1-1 16,2 1-5-16,-2-1 8 0,4 9-4 0,-5-1 9 15,6-2-7-15,-4 3 1 0,0-3 3 0,0-3 0 16,0 2-5-16,0 2-1 0,2 3 7 0,-2-5 3 15,1 3-8-15,-1 0 7 0,-1 0-5 0,-1 0 0 16,4-3-1-16,-4 5-3 0,4-2 0 0,-1-6 0 16,-1 6-5-16,1 2 10 0,0-1 2 0,-1 2-4 15,3 0 2-15,-2 0 1 0,3 2 0 0,-4 1 32 0,3 0-8 16,-2-2-3-16,5 2-7 0,-1 0-6 0,-2-3 1 16,1 0 7-16,-3 3-2 0,3-4 5 15,0 0-6-15,-2-3-11 0,2 1-8 0,-1-2 0 16,0 0 7-16,-1-4-5 0,0-1 1 0,-2 0 5 15,3 4-3-15,-1 2-5 0,-2-5 10 0,2 3-13 0,-1 3 15 16,-1-7-16-16,3 7 1 0,-1-3-4 16,1-2-2-16,-1-2-1 0,2 5 0 0,0 0-2 15,0-4 5-15,1 4-5 0,0 2 2 0,-2-2 0 16,-1-3-12-16,2 2 22 0,-3-3-4 0,4 1 0 0,-5-2-3 16,3 5 1-16,-2 1-1 0,0-6-6 0,2-2 4 15,-3 2 0-15,1-4 0 0,-1 2-5 0,2-5 3 16,0 3-6-16,-2-3 8 0,0 0-13 15,2-1 1-15,-4-1-4 0,4-3-5 0,-2 0 3 16,1 1 6-16,-1-8 6 0,2 12-15 0,-2-7 5 0,0-5-6 16,2 9-2-16,-2-9-1 0,1 8-1 0,-1-8-19 15,0 0-16-15,1 10-35 0,-1-10-24 0,0 0-30 16,0 0-21-16,-1 8-23 0,1-8-28 16,0 0-28-16,0 0-34 0,-5 9-51 0,2-6-228 0,3-3-582 15,0 0 258-15</inkml:trace>
  <inkml:trace contextRef="#ctx0" brushRef="#br0" timeOffset="-105783.83">22688 13547 44 0,'-22'2'97'0,"2"1"-8"0,1-2-1 16,-1 3-1-16,1-2-11 0,1 1-5 0,0-2-4 16,-1 2 1-16,0 0-10 0,-2 0-5 0,2 1-7 15,-1 1-1-15,-1-1-10 0,1 0 3 0,-2-2-3 16,2 2-2-16,0-1 3 0,0 1 5 0,-2 1-2 15,4-1 6-15,-2-1-3 0,2 1 0 0,-2 1 1 16,-1-2 1-16,2 1-5 0,0 0 7 0,0-1-6 16,1 1 4-16,0-2 1 0,5-2-2 0,2 1-3 0,0 1 4 15,0-1 6-15,1-1-3 0,2 1 4 16,8-1-5-16,-10 1 1 0,10-1-6 0,-9 0-5 16,9 0 1-16,0 0-5 0,-12 1-4 0,12-1-1 15,0 0-5-15,0 0-2 0,0 0 0 0,0 0-3 16,0 0 0-16,0 0 8 0,0 0 3 0,0 0 3 15,0 0 0-15,0 0-3 0,35 1 2 0,-15-4 1 16,8 1 4-16,3-1 5 0,5-3 2 0,14-2-2 16,2 2-3-16,0-2-2 0,5-2-18 0,3 3-1 0,0-2 1 15,-3 1-2-15,5 0-1 0,3 1 0 0,0-4 0 16,-2 5-1-16,3 0 0 0,24-4 0 16,-29 4-4-16,4 0 4 0,0-1 2 0,29 2-4 0,-37 1 2 15,7 1-6-15,-3 1 5 0,-2 0-4 16,-1 1-1-16,3-2 0 0,0 2 8 0,3 0-9 0,-2 0 1 15,1 1 2-15,4 1-4 0,-2-1-4 0,26-1 5 16,-31 2 1-16,0-1-2 0,1 1 10 0,1 1-8 16,0 0 0-16,2-1 1 0,1 0-2 15,1 0 2-15,0 1-1 0,29 0 0 0,-30-1 0 16,0 1 1-16,28-1-3 0,-31-1 1 0,3-3-1 16,27 2 1-16,-31-1 1 0,0 0 2 0,3-1 1 0,0-1-2 15,0 3 1-15,-1-1-2 0,-2-1 3 0,-1 1 2 16,2-1 0-16,0 1 0 0,-3 1 0 15,2 1-1-15,-1-3 3 0,3 2-7 0,-3 1 8 16,1-2 0-16,-2 0 0 0,1 0-2 0,-1-1-3 16,-3 3 1-16,3 0 1 0,-4-3-1 0,4 1 1 0,-7-1 2 15,6 3-1-15,-2-2 2 0,-5 0-5 0,1-2-2 16,-12 1 5-16,15 1 0 0,-3-2 0 16,-1 3 2-16,-12-2-1 0,12-1 1 0,-10 1-1 15,-3 0-2-15,18-1 0 0,-7 2 2 0,3-2-3 16,2 0-2-16,-16 0 4 0,16 3-2 0,-16-2-2 0,14-4-1 15,-14 7 2-15,2-3-4 0,16 0-5 0,-18 1 2 16,3-3 0-16,-3 2 8 0,14-2-3 0,-13 3-2 16,-2-1 0-16,3 0 6 0,0 2 0 15,-3-1-3-15,1-1 0 0,0 2-1 0,-6 1 3 16,1-2-5-16,-2 1 8 0,-2 1-5 0,-1-1 2 0,-7 1-1 16,-7 0-3-16,0-1-2 0,-4 1 1 0,-2 0-2 15,1-2-4-15,-9 2-2 0,11 0-5 16,-11 0-12-16,7-1-10 0,-7 1-22 0,0 0-35 15,0 0-39-15,0 0-36 0,0 0-57 0,0 0-52 16,-42 5-199-16,13-5-509 0,0 0 225 0</inkml:trace>
  <inkml:trace contextRef="#ctx0" brushRef="#br0" timeOffset="-105331.35">28211 13075 126 0,'0'0'208'16,"0"0"7"-16,-9-4-10 0,9 4-12 0,-8-2-17 16,8 2-15-16,0 0-15 0,-8-2-19 0,8 2-12 15,0 0-18-15,0 0-9 0,0 0-8 0,0 0-4 16,0 0-6-16,0 0-7 0,0 0 17 0,14 25-5 16,-3-19-3-16,5 3-4 0,4 1-3 0,0-4-7 15,7 4-1-15,1 0-3 0,0 0-3 0,-2-4-2 16,-1 4-10-16,-4-3 1 0,-1 2-1 0,-2-2-5 15,2 1-1-15,-4 0-5 0,0 0-2 0,-3 2-8 16,-3-3-18-16,-2 3 0 0,-1-1 2 0,-4 2 3 16,-1 1-1-16,-4 1 8 0,-3 4-2 0,-2 1-1 15,-9 3 4-15,0 1-4 0,-6 3-3 0,2-3 3 16,-2-1-3-16,-3 1-18 0,0-2-29 0,2 3-32 16,2-1-43-16,0-2-48 0,12-2-47 0,0-1-206 15,4 1-452-15,3-7 200 0</inkml:trace>
  <inkml:trace contextRef="#ctx0" brushRef="#br0" timeOffset="-104779.33">28826 13414 112 0,'3'-6'270'0,"1"1"-19"16,-4 5-31-16,5-7-20 0,-5 7-26 16,8-1-16-16,-8 1-15 0,0 0-2 0,5 16-6 15,-2-2-6-15,1 4-12 0,2 0-5 0,-1 7 0 0,0 0-16 16,3 3-11-16,-1-1-7 0,0-5-10 16,-3 3 0-16,2-7-9 0,-1 0-4 0,0 1-7 15,0-5 4-15,-1 2-11 0,-1-5-2 0,1 0-3 16,1 0-1-16,1-1-3 0,1-2 2 0,-5-2-1 0,5-2 12 15,0 1 9-15,-1-3 4 0,-6-2-6 0,13 0 3 16,-5 0 4-16,2-5-3 0,0-1-4 16,-1-2-4-16,4-5 0 0,-4 1-6 0,2-3 0 15,2-2-8-15,0-5-6 0,0-3-25 0,-2 1-7 16,2-1 3-16,0-1 1 0,-1-3-4 0,4 2-2 0,-6 0-10 16,2 0-1-16,-3 3-11 0,-2 8-13 0,-1-1-4 15,-2 6-11-15,-1 2-18 0,0 1-21 16,-1 2-27-16,0 1-33 0,-2 5-32 0,3-8-28 15,-3 8 6-15,0 0 26 0,8-1 2 0,-8 1-10 16,0 0-5-16,9 13-102 0,-5-6-321 0,2 1 142 0</inkml:trace>
  <inkml:trace contextRef="#ctx0" brushRef="#br0" timeOffset="-104396.33">29433 13455 34 0,'0'0'179'0,"0"0"7"0,7-2-2 0,-7 2-4 16,0 0-6-16,0 0-6 0,0 0-14 0,0 0-14 0,0 0-13 15,0 0-9-15,0 0 0 0,0 0-2 0,-16 20-1 16,7-7-14-16,-3 0-4 0,2 4-4 16,-5 3-7-16,1-4-2 0,3 1-6 0,2-1-15 15,2 0 3-15,-1 1-9 0,3-1-11 0,2-4 2 16,2 0-8-16,0-2-9 0,1 1 1 0,2 0-4 0,4-2-2 16,-1 0-2-16,2 0 1 0,1-3 0 0,1-1 0 15,4-1-5-15,-3-2 1 0,2 1-4 16,0-3 2-16,0-1-4 0,-1-1-2 0,1-4 1 15,1 3-3-15,-1-4-2 0,-1 0 2 0,-4 0-7 16,3 0 6-16,-1-3-4 0,-1 2-4 0,-1-3-5 0,-4 2 1 16,5-1-1-16,-3 1 3 0,-2 0-2 0,-1 3 1 15,1 2-4-15,-3 4 2 0,4-6-3 0,-4 6-4 16,0 0 0-16,0 0 2 0,0 0-1 16,0 0 5-16,0 0 0 0,0 0-2 0,0 0 4 15,-4 26-3-15,0-17 3 0,0 3-2 0,1-2 0 0,0 2 0 16,-1 1 0-16,-1-1-4 0,2-1-22 0,1 3-14 15,-2-4-21-15,2 1-27 0,0 0-24 0,3-2-55 16,0-2-24-16,2 0-19 0,-2-2-154 16,3 0-397-16,-4-5 175 0</inkml:trace>
  <inkml:trace contextRef="#ctx0" brushRef="#br0" timeOffset="-104084.18">29854 13475 157 0,'0'0'189'0,"-7"-2"-8"0,7 2-12 16,0 0-13-16,-23 10-17 0,15-3-9 0,-1 1-8 15,1 2-15-15,-2 3-10 0,1 1-13 0,3-2-2 16,1-1-12-16,0 7-6 0,0-3-7 16,3 1-4-16,2-2-4 0,3 1-2 0,-1 0-6 15,3-4-5-15,-2 6-8 0,2-6 0 0,2 0-3 0,-1-1 0 16,-1-1-10-16,3 1 7 0,-3-1-4 0,0-1-2 15,-1 1-3-15,-2 1-6 0,2-3 7 0,-2 4 1 16,-2-4 1-16,0 1 7 0,0-8 4 0,0 15 1 16,-4-11 1-16,1 3 7 0,-3-2-5 15,-2 1-2-15,-1 1-1 0,-1-1-3 0,-2-2-5 0,-2 0-3 16,3 1-23-16,-3-1-22 0,-2-1-35 0,-3 1-32 16,2-1-43-16,0-2-46 0,-1 1-159 0,-4-2-369 15,2 0 164-15</inkml:trace>
  <inkml:trace contextRef="#ctx0" brushRef="#br0" timeOffset="-103144.72">24280 10118 11 0,'0'0'119'0,"5"-10"-13"16,-5 10-2-16,4-8-2 0,-2 2 3 0,-2 6-9 0,7-8 15 16,-7 8-14-16,1-5-9 0,-1 5-7 0,0 0-12 15,5-6-3-15,-5 6-11 0,0 0-1 0,0 0-5 16,0 0-5-16,0 0-5 0,0 0 1 0,0 0 13 16,-6 25 3-16,-1-16 1 0,1 2-1 0,-5 2-6 15,0 3-1-15,-1-2-11 0,1 0-5 0,2 0 0 16,-1 0-8-16,3-3 0 0,-1 2 3 0,1-2-3 15,1 0-11-15,-1-1-21 0,0 0-22 16,2 1-39-16,1-3-35 0,0-1-32 0,0 3-26 0,3-5-86 16,1-5-265-16,-2 8 118 0</inkml:trace>
  <inkml:trace contextRef="#ctx0" brushRef="#br0" timeOffset="-102954.5">24382 10118 57 0,'7'-5'150'0,"-7"5"-8"0,0 0 1 16,7-2-2-16,-7 2-15 0,0 0-8 0,12 7-10 15,-5-3-6-15,-3 1-18 0,3 4-5 0,0 0-9 16,2 2-8-16,0 2-6 0,0 0-22 0,1 2-25 16,2-1-24-16,0 1-34 0,-1-1-38 0,-1-1-41 15,-2-2-73-15,3 2-217 0,-2-4 96 0</inkml:trace>
  <inkml:trace contextRef="#ctx0" brushRef="#br0" timeOffset="-102653.73">24794 9746 35 0,'0'0'162'0,"-7"-4"-10"0,7 4-20 0,0 0-8 16,0 0-14-16,0 0-15 0,16-10-7 15,-4 6-12-15,1 0 3 0,5-1-9 0,0 0-14 16,3 1-8-16,7-3-3 0,-7 3-15 0,0-1-23 0,7 1-17 15,-9 0-23-15,-2 1-23 0,-3 1-17 16,-4 0-17-16,-2 1-85 0,-1 0-189 0,-7 1 84 0</inkml:trace>
  <inkml:trace contextRef="#ctx0" brushRef="#br0" timeOffset="-102306.88">24979 9695 33 0,'0'0'104'0,"-4"8"7"0,3-2 8 15,-3 0-3-15,1 5 6 0,2 0 0 0,-1 1-7 0,0 4-3 16,0 1-1-16,0 2-3 0,0 0-6 0,0 0-4 16,-1 5-8-16,3-5-11 0,-1-1 0 0,1 0-6 15,1-1-5-15,-1 0-10 0,0-1-4 0,0-1-7 16,1-2-2-16,1 0-4 0,-2-2-7 0,-2-2-2 16,2 1 3-16,0-3-5 0,-2 2-4 0,0-3-5 15,2-6 3-15,-6 11 0 0,1-6-2 0,0 0-5 16,-3-2-1-16,-1 1 5 0,1-1-2 0,-2-1-5 15,3-2 1-15,-3-2-2 0,10 2 1 0,-17-3-5 16,12 0 5-16,5 3-6 0,-11-4 3 0,6 1-2 16,5 3-2-16,-6-6-3 0,6 6 2 0,0 0 0 15,-3-9 3-15,3 9-6 0,0 0 0 0,14-8-1 16,-4 5-1-16,1 0 0 0,3 2 1 0,3 0 1 16,0-1 1-16,4 1-10 0,0-1-15 0,1 1-21 15,0 1-19-15,0-1-26 0,0 1-28 0,5-2-10 16,-7 2-25-16,0 0-20 0,-1-2-116 0,-6 1-308 15,1 0 137-15</inkml:trace>
  <inkml:trace contextRef="#ctx0" brushRef="#br0" timeOffset="-102092.42">25305 9907 55 0,'2'-8'134'0,"0"-1"12"0,0 1-1 16,-2 1 5-16,0 7 2 0,0-12-2 15,3 7 0-15,-3 5-13 0,1-9-10 0,-1 9-17 16,0 0-12-16,0 0-19 0,0 0-3 0,0 0-7 15,0 0-6-15,0 0-5 0,0 0-6 0,5 20 0 0,-1-9-8 16,-4 1 1-16,4 3-3 0,-3 4 0 0,4-2-11 16,-1 1 1-16,0 2-2 0,1-1-2 0,-1 0-5 15,-3-1-18-15,3 0-14 0,3-4-23 16,-4 2-24-16,0-5-20 0,0 0-28 0,-1 0-24 0,0-3-27 16,-2-1-140-16,-2 2-318 0,2-9 141 0</inkml:trace>
  <inkml:trace contextRef="#ctx0" brushRef="#br0" timeOffset="-101844.33">25462 9845 154 0,'15'1'190'0,"2"2"-12"0,-4-1-9 0,1 3-9 16,-1 0-12-16,1 5-11 0,-1 0-18 0,-2 3-4 15,-2-2-9-15,-3-1-6 0,3 4-10 0,-5 0-8 16,-2 2-3-16,-2-1-4 0,-4 4-8 0,-2-2-5 16,-11 6-5-16,0-1-7 0,-8 0-3 0,-2-2-3 15,-7 0-4-15,1-1-8 0,0-1-18 0,-1-1-35 16,0-2-22-16,-2 2-27 0,2-3-41 0,-1-2-46 16,2-1-163-16,4-1-344 0,0-3 152 0</inkml:trace>
  <inkml:trace contextRef="#ctx0" brushRef="#br0" timeOffset="-99092.33">29618 13963 25 0,'0'0'35'15,"0"0"-6"-15,0 0 2 0,0 0-11 0,0 0-1 16,0 0-7-16,0 0 11 0,0 0-6 0,0 0-3 16,0 0-5-16,0 0 1 0,0 0-3 0,0 0 0 15,0 0-3-15,0 0-1 0,0 0-3 0,0 0-1 16,0 0-7-16,0 0-3 0,0 0-4 0,0 0-2 16,0 0-19-16,0 9-38 0,0-9 16 0</inkml:trace>
  <inkml:trace contextRef="#ctx0" brushRef="#br0" timeOffset="-91650.18">27169 13982 13 0,'2'-6'126'0,"-2"6"-7"16,4-11-2-16,-4 11-2 0,2-11-4 0,3 5 2 15,-5 6-8-15,0-8 3 0,0 8-4 0,3-8-4 16,-3 8-5-16,0 0-7 0,2-7-6 0,-2 7-5 16,0 0-9-16,0 0-8 0,2-7-5 0,-2 7-6 15,0 0-6-15,0 0-5 0,0 0 0 0,0 0-9 16,0 0-2-16,0 0-2 0,0 0-4 0,0 0 1 15,0 0-4-15,0 0-2 0,-14-3-5 0,14 3 1 16,0 0-1-16,-11 0 0 0,11 0-2 0,0 0-1 16,0 0 1-16,-11 0-5 0,11 0 2 0,-9 0-1 15,9 0-1-15,0 0-3 0,0 0 8 0,-11 3-7 16,11-3-3-16,0 0 4 0,0 0-5 0,0 0 4 16,0 0-2-16,0 0 0 0,0 0-1 0,0 0 2 15,0 0 5-15,35-1-2 0,-21-2-4 0,2 1 0 16,2-1 1-16,-5 2-8 0,6-2-20 0,-4 3-18 15,1-4-21-15,1 3-16 0,2-1-16 0,-6-1-19 0,1 1-14 16,-3 0-14-16,2 0-86 0,-4 1-248 0,-4-1 110 16</inkml:trace>
  <inkml:trace contextRef="#ctx0" brushRef="#br0" timeOffset="-91396.59">27306 13776 92 0,'-10'-7'152'16,"10"7"-2"-16,-6-5-4 0,6 5-14 0,0 0-13 15,-4-5-12-15,4 5-8 0,0 0-14 0,0 0 0 16,0 0-16-16,0 0-4 0,0 0-5 0,-7 13-2 16,7-13 4-16,0 17 3 0,0-8-10 0,0 2-4 15,0 1-6-15,0 0-3 0,2 2-3 0,0-3-4 16,-2 6-5-16,3-4-4 0,-1 3 0 0,-2-6-7 15,2 3 5-15,0 0-23 0,0-3-15 0,0 3-23 16,0 0-35-16,0-2-26 0,2 1-32 0,-2-2-135 16,-2 3-287-16,0-1 127 0</inkml:trace>
  <inkml:trace contextRef="#ctx0" brushRef="#br0" timeOffset="-91002.29">27582 13753 100 0,'0'0'152'0,"0"0"-12"16,5-8-3-16,-5 8-8 0,0 0 4 0,0 0 2 15,0 0-17-15,0 0-2 0,13 13-9 0,-9-7-17 16,0 2-5-16,-1 0-3 0,0 1-12 0,1 0-6 15,1 1-5-15,-1 1 0 0,0 0-5 0,-2-2-8 16,3 1-5-16,-3-1 2 0,3-1-4 16,0-1-8-16,-1-1 0 0,-2 1 0 0,5-2-6 0,-3 2-3 15,-2-3-2-15,-2-4 0 0,8 7 0 0,-6-2-1 16,-2-5-7-16,6 5 0 0,-6-5 1 0,7 5 0 16,-7-5-2-16,0 0 1 0,0 0 2 0,12-5-5 15,-12 5-2-15,11-8 3 0,-5 1-2 0,1-2-1 16,0 0-5-16,1-6 4 0,1 2-2 0,-2 2 4 0,3-2-6 15,0-3-2-15,-1 0-14 0,-1 1-9 16,0 0-2-16,1-3-16 0,-2 5-17 0,-3 0-24 16,-1 2-22-16,-1 1-37 0,-1 2-24 0,-1 8-122 15,-6-9-308-15,6 9 136 0</inkml:trace>
  <inkml:trace contextRef="#ctx0" brushRef="#br0" timeOffset="-90664.36">27939 13836 109 0,'6'-6'154'0,"2"-2"-9"0,3 2-12 0,-2-3-6 16,3 1-10-16,0-2-4 0,-3 0-5 0,0 2-5 15,-2 0 5-15,-2 2-5 0,-1 3-3 0,0-4-8 16,-1 1-10-16,-3 6-7 0,2-7-8 0,-2 7-9 15,0 0 0-15,-9-14-9 0,9 14-7 0,-7-6-4 16,1 3-4-16,6 3-2 0,-14 3-7 0,3 1-3 16,3 1-7-16,-4 0 4 0,2 4 2 0,-3 1 0 15,0 4-3-15,1 1-2 0,-1 1-1 0,4 1-1 16,4-3 0-16,1 0-3 0,0-1-1 0,4 0 1 16,5 3 1-16,-2-6-3 0,2-1 2 0,3 2-5 15,3-2 2-15,4 0 0 0,3-4-1 0,13 3-10 16,-2-5-15-16,-2-2-27 0,2 1-26 0,1-5-43 15,-2-3-45-15,-7 3-30 0,-1 3-102 0,-2 0-314 16,0-3 140-16</inkml:trace>
  <inkml:trace contextRef="#ctx0" brushRef="#br0" timeOffset="-88513.34">21862 13437 126 0,'0'0'147'0,"1"-7"-11"0,-1 7-16 0,0 0-9 15,0 0-10-15,2-7-10 0,-2 7-10 0,0 0-9 16,0 0-5-16,0 0-13 0,0 0-3 0,0 0-7 16,0 0 0-16,0 0-5 0,0 0-2 15,0 0 0-15,-19 14-2 0,15-10-1 0,4-4 0 16,-8 9-6-16,5-5-3 0,3-4-3 0,-7 8-4 0,2-6 0 16,5-2 2-16,-7 7-5 0,7-7 8 15,-4 4-9-15,4-4 0 0,0 0-2 0,-6 2 3 0,6-2-3 16,0 0 0-16,0 0-4 0,0 0 1 15,-5 4-3-15,5-4 3 0,0 0-19 0,0 0-19 16,0 0-17-16,0 0-25 0,0 0-14 0,0 0-25 0,25-1-17 16,-17 2-84-16,-8-1-228 0,13-2 101 0</inkml:trace>
  <inkml:trace contextRef="#ctx0" brushRef="#br0" timeOffset="-87986.11">21463 13669 46 0,'-9'-1'101'16,"-1"-2"-9"-16,0 1-1 0,0 1-3 0,1-2-5 15,-1 1-4-15,0-1 1 0,2 2 3 0,8 1-4 16,-14-4 5-16,7 2 3 0,7 2 1 0,-11-4 4 16,11 4-4-16,-9-2-4 0,9 2-5 0,0 0-5 0,-8-2-7 15,8 2-5-15,0 0-13 0,0 0 1 16,0 0-7-16,0 0-5 0,0 0 1 0,0 0-7 15,22-8-14-15,-9 7 7 0,-1 0 0 0,8-1-1 16,1 0-5-16,9 2-1 0,-2-3 0 0,4 0-1 0,2-1-3 16,-1 1 2-16,2 0-2 0,-2 1 1 15,2-1-1-15,-1-3 1 0,-1 4 3 0,-1 0-10 16,4 1 3-16,-1-3-2 0,2 3 0 0,-5-1 2 16,1 1 1-16,0-2-2 0,-3 0-4 0,-1 0 2 15,-7 2-4-15,-4-1 3 0,2 1 2 0,-3 0-9 0,-3 1 4 16,-3-2-1-16,3 2 2 0,-2 0 2 15,-2 0-3-15,0 0-2 0,0-1 4 0,1 1 0 16,-3-2-1-16,3 2-2 0,-1 0 0 0,-1-2-7 16,-9 2-17-16,15-1-13 0,-8 1-19 0,-7 0-18 15,14-3-26-15,-8 2-23 0,-6 1-14 0,10-1-24 0,-10 1-110 16,7-3-291-16,-7 3 129 0</inkml:trace>
  <inkml:trace contextRef="#ctx0" brushRef="#br0" timeOffset="-87254.61">21434 13637 70 0,'0'9'89'0,"0"-9"-9"16,0 0 10-16,10 8-8 0,-1-4 4 0,1 0 0 16,2-1-6-16,6 0-2 0,-2-2-8 0,6 3-6 15,0-1-3-15,8-3 8 0,0 3 2 0,3-3-1 16,0 0-6-16,1-3-1 0,-1 2-4 0,-1-1-6 15,1-3-4-15,0 2 3 0,-1-2-1 16,3 0 0-16,0 0 4 0,0-1-3 0,-2 3-5 0,2-2-3 16,-3 0-5-16,0 0-1 0,-1 0-1 0,0-2-9 15,-1 1-1-15,-1 0 0 0,0 2-4 0,-2-1-1 16,-6 1-1-16,-2 1-5 0,-4 0 0 0,2 1-2 16,-2 0 3-16,-3-1-4 0,0 2-4 0,-2-1 3 15,-2 0-2-15,-8 2-3 0,13-2 1 0,-13 2-1 16,10 0-4-16,-10 0-3 0,8-1-1 0,-8 1-2 15,0 0-6-15,0 0-7 0,0 0-5 0,0 0-15 16,0 0-14-16,0 0-15 0,0 0-22 0,-35 11-10 16,23-9-20-16,-5 3-8 0,-1-2-6 15,-2 1-106-15,-9 1-257 0,1-1 113 0</inkml:trace>
  <inkml:trace contextRef="#ctx0" brushRef="#br0" timeOffset="-87058.2">21766 13631 21 0,'0'0'105'0,"26"-1"-11"0,-26 1-2 0,18 2-8 16,-3-2 2-16,4-2-5 0,2 2-3 0,0-3-1 16,9 0-13-16,4 2-19 0,1-1 14 0,1-2-18 15,-1 1 0-15,1 0-30 0,-3-1-23 0,-1 1-26 16,-5 0-31-16,-6 2-75 0,-10 1-155 0,2-2 69 15</inkml:trace>
  <inkml:trace contextRef="#ctx0" brushRef="#br0" timeOffset="-86481.11">21445 13331 119 0,'0'0'105'0,"2"-6"-3"0,-2 6-5 16,0 0-2-16,0 0-4 0,0 0-2 15,0 0-8-15,-20 19-8 0,10-10 5 0,1 0-10 16,-4 1-4-16,0 0 4 0,-2 3-8 0,1-3 3 0,0 2-6 15,0-2-2-15,0 0-4 0,0 2-3 16,0-2-6-16,1 2 2 0,-1 0-3 0,0 0-3 0,0 0-12 16,0 0 5-16,-1-1 0 0,3 2-3 15,-1-3-2-15,3-1-1 0,1 0-7 0,3-1-2 16,-3 1 1-16,3-1 0 0,-1 0-6 0,3-1-1 16,0-1-3-16,4-6-1 0,-3 10 5 0,1-5-4 0,2-5 5 15,4 12-5-15,-4-12 0 0,3 11-1 0,-1-4 5 16,5-1-2-16,0 3-7 0,2-2 4 0,2 0-1 15,0 1 0-15,6 2-2 0,-1-2 3 16,3 2-2-16,6 0 1 0,1 0 1 0,3 1-2 16,-1-3-2-16,1 2-1 0,2 0-6 0,2-2-20 0,-1 2-20 15,0 0-23-15,0-1-27 0,1 1-33 0,-2 2-31 16,-3 3-90-16,-6 0-270 0,3-1 120 0</inkml:trace>
  <inkml:trace contextRef="#ctx0" brushRef="#br0" timeOffset="-83502.88">24822 13822 42 0,'0'0'131'0,"0"0"-11"0,-3-11-10 16,3 11 0-16,0 0-9 0,-1-9 6 0,1 9 0 15,0 0-9-15,-3-8 0 0,3 8-12 0,0 0 0 0,-2-5-8 16,2 5-4-16,0 0-8 0,-8-5-7 16,8 5-2-16,0 0-3 0,-4-4-8 0,4 4 2 15,0 0-10-15,0 0-1 0,-11-1-3 0,11 1-3 16,0 0-2-16,-10 5-4 0,10-5-3 0,-10 3 5 0,10-3 3 15,-7 8-12-15,-1-3 4 0,3 2-6 16,-2-3 0-16,0 2 3 0,3 0-3 0,-1-1-4 16,1 1-2-16,-1 1 4 0,0-1 3 0,3 0-4 15,-2 1 2-15,0 2-4 0,1-1 9 0,3 0 1 16,-2 2-1-16,-2 0 2 0,1 0 2 0,2 0-4 0,1-1-2 16,-1 1-1-16,1 0-2 0,1-1 5 0,2 1-4 15,-1-1-17-15,1 0 7 0,-1 1-7 0,4 0 6 16,-1-3-4-16,1 1 4 0,-2 0 4 0,2-5-7 15,-2 4 4-15,1-2 0 0,2-1 1 16,2 0 2-16,-3 0 0 0,4 1-3 0,1-2 2 0,-3 1 0 16,3-2-1-16,-1 0 0 0,0-2-1 0,0 0 2 15,-1 0 1-15,3 0-3 0,-2-1 0 0,1-2 0 16,1 1 1-16,-3-1-3 0,2-1 0 16,1-1-2-16,-2 1 4 0,0-1 1 0,-1-1-1 0,2-1 0 15,-3 1 2-15,0-1-3 0,1-2 3 0,-1 2-3 16,-1-3 1-16,1 1 2 0,0-1-1 0,-3-1 5 15,1 1-6-15,-1-2 2 0,-3-2-5 16,1 5 3-16,1-3 0 0,-4-1-1 0,0-2-5 16,-2 3 1-16,0 1 1 0,1 1 0 0,-1 0 1 15,-2 0 3-15,-1-3 1 0,1 5 2 0,-1-2-4 0,-2 1 0 16,3-1-2-16,-6 3 2 0,4-2 3 0,-2 2 2 16,-1 1-2-16,-1 2 0 0,1-2-3 0,-1 2-2 15,-3 1 2-15,2 3-3 0,-3-3-2 0,2 2 7 16,-1 1-6-16,-2 2 3 0,2 0-4 15,-2 1 1-15,3 1-2 0,-4 2 2 0,5 1-1 0,-4 0-3 16,-1 3-8-16,5-4-18 0,1 3-24 0,-1-2-19 16,-1 5-31-16,3-4-40 0,3 0-34 0,-1 1-183 15,0 1-389-15,0-3 172 0</inkml:trace>
  <inkml:trace contextRef="#ctx0" brushRef="#br0" timeOffset="-76661.63">24474 10810 29 0,'0'0'57'0,"-5"-5"-7"15,5 5 0-15,0 0 0 0,0 0-8 0,0 0-1 16,-9-2 3-16,9 2-2 0,0 0-10 0,0 0-2 16,-6-4 2-16,6 4 1 0,0 0-16 0,-9-2 8 15,9 2 0-15,0 0 6 0,0 0-1 0,-12 0-2 16,12 0 4-16,0 0 0 0,-10 0-6 0,10 0-6 16,-5-5 5-16,5 5 9 0,0 0-11 0,0 0 4 15,-16 2 3-15,16-2-6 0,-8 3 2 0,8-3 1 16,-8 2-1-16,8-2 4 0,0 0-10 0,-9 0 6 15,9 0-3-15,0 0 1 0,-13 0 4 0,13 0-8 16,0 0 10-16,-11 1-6 0,11-1-4 0,-9 1-2 16,9-1-5-16,0 0 6 0,-10 0-3 0,10 0 0 15,-7 3-1-15,7-3-1 0,0 0-3 0,0 0-4 0,0 0 3 16,0 0 1-16,-10 1-5 0,10-1 3 16,0 0 5-16,0 0 9 0,0 0 2 0,0 0-1 15,0 0 5-15,0 0-6 0,33 0 2 0,-20-2-2 16,-4 3-4-16,5-1-8 0,3-1-22 0,1 1-11 0,-4-2-19 15,6 2-28-15,0 0-34 0,0 2-134 0,-2-4-257 16,-4 2 114-16</inkml:trace>
  <inkml:trace contextRef="#ctx0" brushRef="#br0" timeOffset="-76329.13">24905 10707 44 0,'-9'-4'150'0,"9"4"-7"0,-5-3-9 0,5 3-7 15,0 0-13-15,0 0-14 0,0 0-14 0,0 0-9 16,0 0-2-16,0 0-13 0,16-11 0 0,-3 7-9 16,-1 2-3-16,3-2-7 0,0 2-6 0,2 0-3 15,3-1-4-15,-4 0-23 0,2 2-7 0,-5-2-12 16,5 3-28-16,-5-1 0 0,-1-1-18 0,-4 2-16 16,-1 0-10-16,-7 0-6 0,14-2 0 0,-14 2 0 15,9-1-52-15,-9 1-153 0,8-1 67 0</inkml:trace>
  <inkml:trace contextRef="#ctx0" brushRef="#br0" timeOffset="-75930.2">25135 10658 444 0,'0'0'-33'0,"0"0"13"0,0 0 0 15,0 0 13-15,0 0 12 0,0 0 8 16,0 0 14-16,0 0 3 0,0 0 9 0,-15-12 11 16,15 12 2-16,0 0 0 0,-7-4 6 0,7 4 3 15,0 0 2-15,-9-3-2 0,9 3-10 0,0 0-6 0,0 0 3 16,0 0-11-16,0 0 0 0,0 0 22 0,-13 9 10 16,11-3-3-16,0 4-5 0,-4-1-1 15,4 3-2-15,0 0-7 0,-2-2 2 0,2 5-4 16,0-2-4-16,0-3 5 0,0 3-2 0,1 0-9 0,-1-2-5 15,2 1 0-15,-3 1 5 0,2-4-10 16,1 1 2-16,0 0-9 0,0 0 1 0,-1-2 2 0,2 0-4 16,-1-8-6-16,0 13 6 0,0-13-6 15,-1 11-5-15,1-11 6 0,-1 7-1 0,1-7-6 0,-3 10 2 16,3-10-3-16,-3 5 3 0,3-5-1 0,-6 4-3 16,6-4-4-16,-7 3 5 0,7-3 0 0,-9 3-2 15,9-3 0-15,0 0-3 0,-14-1 8 16,14 1-6-16,0 0-1 0,-15-3 0 0,15 3-1 0,-8-2-2 15,8 2 1-15,-6-4-4 0,6 4 5 0,0 0-3 16,-10-1 1-16,10 1 0 0,0 0-1 16,0 0-4-16,0 0 0 0,-5-3-2 0,5 3-5 15,0 0 4-15,0 0-3 0,0 0 5 0,0 0 3 0,0 0-5 16,0 0-5-16,0 0-15 0,29 4-1 0,-18-5-3 16,0 1-3-16,5 0-8 0,3 0-12 0,-2-2-16 15,1 2-6-15,1 0-5 0,0-1-21 0,0 2-10 16,-2-2-24-16,-1 0 2 0,-3-2-80 0,-2 2-230 15,1-1 102-15</inkml:trace>
  <inkml:trace contextRef="#ctx0" brushRef="#br0" timeOffset="-75692.36">25318 10809 99 0,'0'0'124'16,"-2"-12"2"-16,2 12 3 0,0-9-1 0,0 9 6 15,0-10-4-15,0 10-7 0,0-10-8 0,0 10-12 16,0 0-16-16,0 0-6 0,-1-9-8 0,1 9-5 15,0 0-7-15,0 0-3 0,0 0-2 0,0 0-3 16,-2 27-2-16,0-19-6 0,2 3 0 0,0-2-3 16,0 3-7-16,0-3 0 0,-2 2-3 0,2 0-2 15,-2 0-3-15,2-2-2 0,0 1-5 0,2-1 3 16,-4 2-5-16,2-3 3 0,0 3-10 0,0-4-15 16,0 1-15-16,0-8-20 0,0 14-18 0,0-7-21 15,0 0-19-15,0-7-27 0,0 13-20 0,-2-8-131 16,2-5-297-16,-8 9 131 0</inkml:trace>
  <inkml:trace contextRef="#ctx0" brushRef="#br0" timeOffset="-75408.19">25322 10828 29 0,'6'-2'135'0,"-6"2"-9"0,14 0-3 0,-5 2-7 15,-4 0-5-15,2 3-3 0,0 1-10 0,1 0 0 16,1 0-5-16,-3 1-7 0,2 2-3 0,-3-2-8 16,1 2-7-16,0-3 0 0,-3 0-5 0,2 2-12 15,-3-1 8-15,0-2-3 0,1 2-7 16,-3 0-4-16,0-7-6 0,0 12 1 0,0-12-7 0,-5 11-5 16,-3-3 1-16,3-5 1 0,-4 5-9 0,2-3 1 15,-1 0 3-15,-1 1-7 0,1-1-6 0,-1 0-8 16,0-3-16-16,4 2-17 0,-5 1-18 15,3-1-18-15,0-1-38 0,0 0-18 0,1-1-37 0,-1 1-93 16,7-3-273-16,-12 1 121 0</inkml:trace>
  <inkml:trace contextRef="#ctx0" brushRef="#br0" timeOffset="-74797.33">25596 10868 50 0,'0'0'42'0,"0"0"-3"16,6-3-8-16,-6 3 1 0,0 0-8 0,0 0 0 16,8-3-2-16,-8 3-5 0,0 0-6 0,0 0-8 15,0 0-3-15,13 0 0 0,-13 0 0 0,0 0-5 16,9 0 1-16,-9 0 5 0,0 0-1 0,10 0 3 16,-10 0 2-16,0 0 0 0,8-2 9 0,-8 2 1 15,0 0 5-15,7-2 6 0,-7 2 2 0,0 0 12 0,0 0 2 16,6-5 9-16,-6 5-5 0,0 0-1 15,0-8 18-15,0 8-3 0,0 0-3 0,0 0 7 0,0 0 5 16,0 0-4-16,-6-12 3 0,6 12-9 16,-6-4-5-16,6 4-2 0,0 0-4 0,0 0-3 0,-15 3-2 15,15-3-3-15,-9 3-7 0,9-3-5 16,-10 7 1-16,6-3 3 0,1 1 4 0,3-5-14 16,-8 8 3-16,5-3-6 0,3-5 5 0,-3 11-6 15,3-11-4-15,0 7 6 0,0-7-5 0,2 8 0 0,-2-8 0 16,2 9-3-16,3-4-8 0,-5-5 8 0,7 6-6 15,-4-1 3-15,1 0-1 0,1-1 0 0,-5-4 2 16,8 7-3-16,-4-5-2 0,0 4 5 0,-4-6-4 16,6 4 2-16,-6-4-6 0,5 5-1 0,-5-5 3 15,0 0 3-15,4 5 1 0,-4-5-2 0,0 0-3 16,0 0 2-16,0 0 1 0,-11 9 2 16,11-9-3-16,-12 3-5 0,7-1 4 0,-3 0-5 0,2 1 14 15,6-3-21-15,-10 3-9 0,10-3-21 0,-7 2-24 16,7-2-11-16,-7 2-30 0,7-2-29 0,0 0-119 15,0 0-271-15,-6 3 120 0</inkml:trace>
  <inkml:trace contextRef="#ctx0" brushRef="#br0" timeOffset="-74474.48">25902 10832 61 0,'0'0'148'0,"0"0"-10"0,0 0-13 16,0 0-5-16,0 0-7 0,-23 0-6 0,23 0-10 16,-15 8-13-16,6-3-10 0,-1 1-3 0,2 0-4 15,1-1-5-15,-2 2-6 0,6 1-8 0,-1 1-5 16,2-1-3-16,-1-1-5 0,3 0-5 0,0-7 2 16,3 14-15-16,-1-5 11 0,0-1-6 0,2-1-5 15,0 0 6-15,2 0 0 0,-2-2-12 0,1 2 3 16,-1 2-3-16,1-4 6 0,-1 0-8 0,1 0 5 15,-1 0-2-15,1-1-5 0,-3 1 1 0,0 2-4 16,-2-7 2-16,5 8-3 0,-5-8-3 0,0 10 6 16,0-10-2-16,-4 10 4 0,4-10-5 0,-9 10 5 15,2-3-5-15,-3-1-16 0,-1-1-17 0,1 0-22 16,-2 2-18-16,-1-2-32 0,-4 0-36 0,2 3-100 0,-3-4-257 16,-2 0 114-16</inkml:trace>
  <inkml:trace contextRef="#ctx0" brushRef="#br0" timeOffset="-65906.01">24470 10792 16 0,'0'-9'48'16,"0"9"3"-16,0 0-6 0,0 0 2 0,0-8-8 15,0 8 0-15,0 0 2 0,0 0 1 0,0 0-2 0,0 0-9 16,0 0 3-16,0-11-9 0,0 11 6 16,0 0-6-16,0 0 4 0,0-6 0 0,0 6-5 15,0 0 4-15,0 0-5 0,0 0 0 0,0 0 5 16,0 0-3-16,0 0 0 0,0 0 0 0,0 0-3 0,0 0 1 15,0 0 3-15,0 0-13 0,0 0-7 0,0 0 1 16,-3-9 9-16,3 9 1 0,0 0-4 0,0 0-1 16,0 0-5-16,0 0-5 0,0 0 6 15,0 0 0-15,0 0-2 0,0 0-2 0,0 0-2 0,0 0-2 16,0 0-3-16,0 0 7 0,0 0-1 0,0 0-1 16,0 0-6-16,0 0 4 0,0 0 4 0,0 0 0 15,0 0-8-15,0 0 5 0,0 0 1 16,0 0-3-16,0 0 5 0,-11 16 6 0,11-16-7 0,0 0 3 15,0 0 7-15,-3 6 1 0,3-6-1 0,0 0-1 16,0 0 5-16,0 0 0 0,0 0 9 0,0 0-9 16,0 0 1-16,0 0 6 0,0 0 2 0,0 0-1 15,-4 6-5-15,4-6-3 0,0 0 2 0,0 0-2 16,0 0 8-16,0 0-4 0,0 0 0 0,0 0-5 16,0 0 6-16,0 0-8 0,0 0-5 0,0 0 5 15,0 0 0-15,0 0-6 0,0 0 6 0,0 0-9 16,0 0 0-16,0 0-1 0,0 0 4 0,0 0-2 15,0 0-9-15,0 0 9 0,0 0 4 0,0 0-8 16,0 0-5-16,0 0 2 0,-5 4 4 0,5-4 0 0,0 0 3 16,0 0-7-16,-4 5 2 0,4-5 1 15,0 0 4-15,-5 5 0 0,5-5-8 0,0 0 4 16,-5 5-3-16,5-5 2 0,0 0-2 0,0 0-3 16,-4 4 1-16,4-4 3 0,0 0 4 0,0 0-12 0,0 0 11 15,0 0 4-15,0 0-8 0,0 0 2 16,0 0 3-16,-3 7-3 0,3-7-1 0,0 0-3 15,0 0 0-15,0 0 4 0,0 0-1 0,0 0 6 0,0 0-4 16,0 0-4-16,0 0 0 0,0 0 1 0,0 0 5 16,0 0-7-16,0 0 1 0,0 0 5 0,0 0-1 15,0 0-7-15,0 0 7 0,0 0-2 0,0 0 5 16,0 0-7-16,0 0 2 0,0 0-1 0,0 0-1 16,0 0 2-16,0 0-5 0,0 0 0 0,0 0 10 15,0 0-4-15,0 0 0 0,0 0 1 0,0 0-5 16,0 0 2-16,0 0-2 0,0 0 3 0,0 0 3 15,0 9 0-15,0-9-3 0,0 0-3 0,0 0 5 16,0 0-2-16,0 0 6 0,0 0-6 0,0 0 0 16,0 0-5-16,0 0 7 0,0 0-2 0,0 0 5 15,0 8-4-15,0-8-3 0,0 0 1 0,0 0-1 16,0 0-10-16,0 0 15 0,0 0 4 0,0 0-7 16,0 0-3-16,0 0 10 0,0 0-9 0,-1 9 2 15,1-9-4-15,0 0 3 0,0 0 2 0,0 0 0 16,0 0-2-16,0 0 3 0,0 0-2 0,0 9-6 15,0-9 11-15,0 0-1 0,0 0-17 0,0 0 19 16,0 0 0-16,0 0-2 0,0 0-3 0,2 7 2 16,-2-7 2-16,0 0-2 0,0 0-5 0,0 0-1 0,0 0 8 15,0 0-3-15,0 0-2 0,0 0-1 0,0 0-3 16,0 0 4-16,0 0 12 0,0 0-11 0,0 0 8 16,0 0 1-16,0 0 2 0,0 0 4 15,0 0-2-15,0 0 2 0,0 0 3 0,0 0-4 0,0 0 1 16,0 0-4-16,0 0-2 0,0 0 0 0,0 0 1 15,0 0-2-15,0 0 5 0,0 0-3 0,0 0-3 16,0 0 3-16,0 0 7 0,0 0-8 0,0 0 2 16,0 0 2-16,0 0-5 0,0 0 3 0,0 0 3 15,0 0-5-15,0 0 5 0,0 0-3 0,0 0-1 16,0 0 4-16,0 0-4 0,0 0 4 0,-15-14-3 16,15 14-1-16,0 0 1 0,0 0 2 0,0 0-7 15,0 0 1-15,0 0 6 0,0 0 0 0,0 0-8 16,0 0 2-16,0 0-2 0,0 0 3 0,0 0-3 15,0 0-1-15,0 0-5 0,0 0 5 16,0 0 0-16,0 0-4 0,0 0 4 0,0 0-2 16,0-9 5-16,0 9-6 0,0 0 2 0,0 0-4 0,0 0 8 15,0 0-5-15,0 0 3 0,0 0-7 0,0 0 5 16,0 0-1-16,0 0 1 0,0 0-2 0,0 0-2 16,0 0 2-16,0 0-3 0,4-12 5 0,-4 12-1 15,0 0-6-15,0 0 8 0,0 0-1 0,0 0 0 16,2-7 0-16,-2 7-1 0,0 0 3 0,0 0-1 15,0 0-1-15,0 0-4 0,0 0 6 0,3-6-2 16,-3 6 0-16,0 0 1 0,0 0 0 0,0 0 0 0,0 0-1 16,0 0 3-16,0 0-3 0,0 0-5 15,0 0 1-15,0 0 3 0,0 0-1 0,0 0-2 16,0 0-1-16,0 0-5 0,0 0 11 0,0 0-2 16,0 0-1-16,0 0 1 0,0 0 4 0,0 0-1 0,0 0 2 15,0 0 2-15,0 0-3 0,0 0 3 16,0 0 0-16,0 0 2 0,0 0-2 0,0 0-2 15,0 0-8-15,0 0 12 0,0 0-4 0,0 0 1 16,0 0-1-16,0 0-2 0,0 0-1 0,0 0-2 0,0 0 2 16,0 0 0-16,0 0-6 0,0 0 4 0,0 0 1 15,0 0-1-15,0 0 1 0,0 0 2 0,0 0 0 16,0 0 1-16,0 0 1 0,0 0 0 16,0 0 1-16,0 0 1 0,0 0-3 0,0 0 5 0,0 0-6 15,0 0 4-15,0 0-9 0,0 0 10 0,0 0-5 16,0 0-1-16,0 0 1 0,0 0 0 0,0 0-1 15,0 0 0-15,0 0-1 0,0 0 3 0,0 0-3 16,3-7 2-16,-3 7-2 0,0 0 1 0,0 0 0 16,0 0 0-16,0 0 3 0,0 0-7 0,0 0 0 15,0 0 4-15,0 0-1 0,0 0-3 0,0 0-1 16,0 0 3-16,0 0-3 0,0 0 0 0,0 0 0 16,0 0 2-16,0 0-4 0,0 0-1 0,0 0 0 15,0 0 4-15,0 0-2 0,0 0-1 0,0 0 1 16,0 0-1-16,0 0 2 0,0 0 1 0,0 0 0 15,0 0-1-15,7 16-1 0,-7-16-3 0,0 0 3 16,0 0-2-16,2 6 2 0,-2-6 1 0,0 0-1 16,0 0 1-16,3 5 2 0,-3-5-4 0,0 0 5 15,7 5-1-15,-7-5-3 0,4 4 3 0,-4-4-5 16,0 0 2-16,2 7-1 0,-2-7 2 0,0 0-4 16,3 9 3-16,-3-9-1 0,1 6 5 0,-1-6-7 0,0 0 4 15,1 7 0-15,-1-7-3 0,3 8 4 16,-3-8 1-16,0 8-2 0,0-8-1 0,0 8-3 15,0-8 1-15,1 7 5 0,-1-7 1 0,1 9-3 16,-1-9 2-16,0 0-2 0,-1 11 1 0,1-11-2 16,1 9 1-16,-1-9 1 0,0 0 0 0,2 10-4 15,-2-10 3-15,0 0 2 0,-3 7 1 0,3-7-3 16,0 0 0-16,0 10-8 0,0-10 10 0,0 0 2 16,0 0-2-16,-1 12-1 0,1-12-1 0,0 0 1 0,0 0-3 15,1 7 4-15,-1-7-4 0,0 0 2 16,0 0 2-16,0 7 0 0,0-7-2 0,0 0 0 15,0 0 1-15,-2 10-2 0,2-10 2 0,0 0-1 16,0 0 0-16,-2 8 0 0,2-8 0 0,0 0 0 0,-1 7 0 16,1-7 1-16,0 0 1 0,0 10-4 0,0-10 7 15,0 0-9-15,-1 8 5 0,1-8-1 0,-3 7 4 16,3-7-3-16,0 0 0 0,-1 10 0 0,1-10 0 16,0 0-1-16,-3 7-2 0,3-7 1 0,0 0 0 15,-1 7 2-15,1-7-1 0,0 0 1 0,0 0-2 16,0 10 2-16,0-10 0 0,0 0 4 0,-4 7-3 15,4-7-1-15,0 0-2 0,-1 8 2 16,1-8 0-16,0 0 1 0,-1 7 3 0,1-7-3 16,-2 7-1-16,2-7-1 0,0 0 0 0,-1 9 2 0,1-9-1 15,-1 6-2-15,1-6 8 0,0 0-4 0,-1 10 0 16,1-10-2-16,0 8-1 0,0-8 0 0,-2 8 3 16,2-8-4-16,0 9 1 0,0-9 5 0,-2 8-3 15,2-8-5-15,0 9 6 0,0-9-6 0,-3 8 3 16,3-8 3-16,0 9-5 0,0-9 4 0,-2 8-2 15,2-8 1-15,-2 6 3 0,2-6-3 16,-1 8-2-16,1-8 1 0,0 0 3 0,0 10-4 16,0-10 0-16,0 0 2 0,-1 7 0 0,1-7 0 0,0 0 0 15,0 0-3-15,-2 10 4 0,2-10-2 0,0 0 0 16,0 8 0-16,0-8 3 0,0 0-1 0,-3 7 0 16,3-7 0-16,-3 7-1 0,3-7 1 0,-4 6-2 15,4-6 0-15,0 0 1 0,-1 9 1 0,1-9-5 16,-2 7 0-16,2-7 6 0,0 0-3 0,-3 10 6 15,3-10-7-15,-1 6-1 0,1-6 6 0,0 0-5 16,-3 7 1-16,3-7 0 0,0 0 0 0,0 0 0 16,-1 9 1-16,1-9 1 0,0 0 1 0,-3 9-4 0,3-9 2 15,0 0 0-15,-1 6-2 0,1-6 0 16,0 0-1-16,-2 6 4 0,2-6-3 0,0 0 3 16,-3 7-1-16,3-7 0 0,0 0-1 0,-3 8-2 15,3-8 5-15,0 0-1 0,-4 9-2 0,4-9 7 16,0 0-6-16,-3 8 0 0,3-8-2 0,0 0 4 15,-1 9-5-15,1-9 2 0,0 0 0 0,-4 8 0 16,4-8 0-16,-2 7 0 0,2-7 2 0,0 0 0 16,-2 7-4-16,2-7 2 0,0 0-3 0,-3 8 4 0,3-8-2 15,0 0 1-15,0 8 0 0,0-8 1 0,-4 5-1 16,4-5 2-16,0 0 0 0,-2 8 1 0,2-8 2 16,0 0-5-16,-3 7-4 0,3-7 7 15,0 0-2-15,-3 9 1 0,3-9-5 0,0 0 2 16,-1 9 1-16,1-9-2 0,-4 5 2 0,4-5-5 15,0 0 4-15,-3 10 1 0,3-10 2 0,0 0 0 16,-2 8-3-16,2-8 4 0,-2 7-4 0,2-7 3 16,0 0 0-16,-3 9-1 0,3-9-2 0,-4 8 1 15,4-8 0-15,-3 7 3 0,3-7-2 0,-3 7-1 0,3-7 1 16,-3 5 1-16,3-5-1 0,-3 7 1 0,3-7-4 16,-3 5 2-16,3-5-1 0,-5 5 2 0,5-5 2 15,-3 8-2-15,3-8-3 0,0 0 3 16,-3 8 0-16,3-8-1 0,-4 6 0 0,4-6-1 0,0 0-5 15,-4 9 9-15,4-9 0 0,-3 5-3 0,3-5 3 16,-2 8-3-16,2-8-1 0,-4 6 1 0,4-6 4 16,0 0-9-16,-4 10 6 0,4-10 0 0,0 7-1 15,0-7 1-15,-6 7-1 0,6-7 2 0,0 0-3 16,-1 9-1-16,1-9 2 0,-3 6 2 0,3-6-1 16,-4 6-1-16,4-6-1 0,-2 8 5 0,2-8-2 15,-3 5-2-15,3-5 2 0,-3 7-4 0,3-7 2 16,0 0 1-16,-2 9 1 0,2-9-1 0,-3 4-2 15,3-4 4-15,0 0-6 0,-4 8 5 0,4-8-1 16,0 0-2-16,-3 7 0 0,3-7 8 0,0 0-9 16,-3 6 0-16,3-6 1 0,0 0 1 0,-2 8 0 15,2-8 0-15,0 0-1 0,-6 6 5 0,6-6-3 16,-2 7-1-16,2-7-1 0,-3 6-1 0,3-6 4 16,0 0-3-16,-2 6-1 0,2-6 5 0,-4 6-6 15,4-6 5-15,0 0-2 0,-5 8 2 0,5-8 0 16,-3 6-2-16,3-6-4 0,0 0 5 0,-2 10-1 15,2-10-3-15,-4 5 2 0,4-5 3 0,0 0 13 16,-4 7 0-16,4-7-1 0,0 0 0 0,-3 8-6 16,3-8 0-16,0 0 1 0,-1 7 0 0,1-7-2 15,0 0-1-15,-2 8-1 0,2-8-1 0,0 0 2 16,-4 7 0-16,4-7-4 0,-3 4 2 0,3-4 1 16,-4 5 1-16,4-5-4 0,0 0 2 0,-5 9 9 15,5-9-11-15,-3 4-3 0,3-4 2 0,0 0 0 16,-4 7-1-16,4-7 0 0,-3 7 3 0,3-7-3 15,0 0 3-15,-3 8-1 0,3-8-1 0,-3 6-3 16,3-6 3-16,-4 7-1 0,4-7 0 0,-4 5-1 16,4-5 1-16,0 0 0 0,-3 9-1 0,3-9 1 15,-5 5-1-15,5-5-1 0,0 0 2 0,-3 6-2 16,3-6 1-16,0 0 1 0,-6 7 1 0,6-7-2 16,-2 4 1-16,2-4 2 0,0 0-2 0,-4 10 1 15,4-10 1-15,-3 5-2 0,3-5-1 0,0 0-1 16,-2 5 6-16,2-5-5 0,0 0 2 0,-4 5-1 15,4-5 0-15,0 0 1 0,-6 7 1 0,6-7-2 16,-4 4 0-16,4-4-3 0,0 0 5 0,-3 7-3 16,3-7 3-16,-4 6-4 0,4-6 4 0,-5 4-3 0,5-4 2 15,0 0-2-15,-2 7-1 0,2-7 1 0,-3 6 2 16,3-6-1-16,-4 5 1 0,4-5-2 16,0 0 0-16,-5 7 2 0,5-7-1 0,0 0-1 15,-1 7 1-15,1-7-1 0,0 0 1 0,-5 8 1 16,5-8 0-16,-4 4-3 0,4-4 2 0,0 0 1 15,-5 6 3-15,5-6 1 0,0 0-5 0,-5 8-1 0,5-8 2 16,-4 5 0-16,4-5 0 0,-3 7 0 0,3-7 0 16,0 0 0-16,-5 5-2 0,5-5 0 15,-3 5 0-15,3-5-1 0,0 0 0 0,0 0 3 16,-4 8 3-16,4-8-3 0,0 0 0 0,-3 8-1 0,3-8-1 16,0 0 0-16,-4 6-1 0,4-6 3 0,0 0 3 15,-4 7-7-15,4-7 3 0,0 0 0 16,-2 9 0-16,2-9-1 0,0 0 2 0,-4 3-1 15,4-3-1-15,0 0 1 0,-5 7-2 0,5-7 3 0,0 0 0 16,-4 9 1-16,4-9-3 0,-2 5 1 0,2-5 3 16,-7 7-5-16,7-7 1 0,-4 7 2 15,4-7-1-15,-5 6-1 0,5-6 4 0,-4 8-5 16,4-8 0-16,-6 5 1 0,6-5 3 0,-3 6-4 16,3-6 2-16,-5 11 2 0,3-8-2 0,2-3 3 0,-4 8-5 15,4-8 0-15,-5 8 2 0,5-8-1 0,-4 7-1 16,3-1 5-16,1-6-4 0,-7 4 0 15,7-4 2-15,-3 8 0 0,3-8-1 0,-4 7 1 16,4-7-1-16,-5 7 0 0,5-7 5 0,-4 6-6 0,4-6 0 16,-4 7 1-16,4-7-2 0,-5 6 3 0,5-6 0 15,-5 6 0-15,5-6-1 0,-5 6 1 0,5-6-1 16,-4 5 1-16,4-5 4 0,-5 7-4 0,5-7 1 16,-4 6-4-16,4-6 2 0,-5 7 1 0,5-7 3 15,-4 6-4-15,4-6-3 0,-7 6 2 0,5-2 0 16,2-4 2-16,-5 8-1 0,2-3-1 0,3-5 3 15,-5 7-1-15,1-3 1 0,4-4 0 0,-4 5 0 16,4-5 0-16,-6 9-3 0,6-9 2 0,-2 6-3 16,2-6 1-16,-6 9-2 0,2-5 3 0,4-4-2 15,-3 6 1-15,3-6 0 0,-6 7 1 0,6-7 1 16,-3 4-1-16,3-4 1 0,-5 6 1 0,5-6-2 16,-3 6-2-16,3-6 0 0,-8 7 1 0,6-2 1 15,-3-1 0-15,5-4 1 0,-8 10-4 0,2-7 3 16,6-3-1-16,-7 8 3 0,3-3-5 0,-1-1 1 15,5-4 4-15,-6 7-4 0,6-7 2 0,-8 9-2 16,5-6 1-16,-1 2 3 0,4-5-2 16,-6 7 2-16,3-3-2 0,3-4 1 0,-6 6-2 0,6-6 2 15,-3 5 1-15,3-5-3 0,-5 6 1 0,5-6 0 16,-7 6 0-16,7-6 5 0,-6 6-8 0,3-2 3 16,3-4 0-16,-5 6 2 0,5-6-1 0,-3 6 2 15,3-6-3-15,-7 5 0 0,7-5 0 0,-5 8-1 16,1-5 2-16,4-3-1 0,-5 8-2 0,5-8 4 15,-7 6-4-15,4-3 5 0,-1 4-3 0,-3 0-1 16,1 1-3-16,-2 1 5 0,2 0 5 0,-3 1-6 16,4-2-1-16,-3-1 2 0,4 0-2 0,-2-2 3 15,1 1-4-15,1 1 2 0,0-3 0 0,-1 1 1 16,3 1 0-16,2-6-2 0,-7 10-2 0,3-6 4 16,-1 0-2-16,5-4 1 0,-5 9 0 0,5-9 1 15,-5 7-3-15,5-7 1 0,-4 6 2 0,4-6-1 16,-4 3 0-16,4-3 4 0,-4 6-4 0,4-6 0 15,-3 7-1-15,3-7-1 0,-4 4 0 0,4-4 4 16,-6 5-5-16,6-5 3 0,-4 5 3 0,4-5-5 16,-4 5 1-16,4-5 4 0,-4 4 0 0,4-4-3 15,-7 7 2-15,7-7-1 0,-7 6-2 0,7-6 4 16,-6 4-4-16,6-4 2 0,-6 5-2 0,3-2 6 16,-1 4-6-16,-1 2-2 0,-3-2 2 0,2 1 0 15,-2-1 0-15,1 0-1 0,4 0-1 0,-4-4 3 16,2 2-1-16,1 0-1 0,0 1-2 0,4-6 5 15,-6 6 1-15,2-1-1 0,4-5-1 0,-9 6 2 16,7-1-2-16,2-5 0 0,-7 7 3 0,4-4-4 16,3-3-1-16,-7 7 4 0,7-7-3 0,-5 4 4 15,5-4-3-15,-6 6-2 0,6-6-1 0,-4 6 2 0,4-6 1 16,-5 4-1-16,5-4 7 0,0 0-5 16,-5 6-3-16,5-6 1 0,-6 5 3 0,6-5-4 15,-7 7 2-15,3-3 1 0,4-4 1 0,-8 8-2 16,4-5-2-16,4-3 1 0,-7 7 3 0,3-4-1 15,-4 2-3-15,1 2 0 0,-2 2 0 0,0 0 1 16,-1-4-1-16,2 4 1 0,-1-3 0 0,0 2 4 0,1-2-3 16,3-1-1-16,-3 1-1 0,3 0 2 15,-1-1-1-15,2-1 1 0,-1 1 2 0,1 0-4 16,-2-1 5-16,6-4-2 0,-9 7-2 0,5-5 0 0,4-2 3 16,-6 8-3-16,6-8 1 0,-5 4 1 0,5-4-2 15,-4 4 1-15,4-4 0 0,0 0 0 0,-7 7 0 16,7-7 0-16,-6 3 0 0,6-3-3 15,-4 8 3-15,4-8 0 0,-5 6 0 0,5-6 0 16,-5 4 0-16,5-4 0 0,-7 3 0 0,7-3-1 0,-5 6 0 16,5-6 1-16,-5 4 3 0,5-4 1 0,-5 9-6 15,0-4 2-15,0 4-3 0,-4 0 3 0,0 1 1 16,1-2-2-16,-1 2 0 0,3-1 2 0,-3-1-3 16,4-1 2-16,-1 2-1 0,2-4 0 0,-3 2 1 15,1-2-2-15,1 2 4 0,1-2-2 0,1 1-1 16,3-6 0-16,-7 9 7 0,3-5-9 15,4-4 3-15,-6 7-2 0,6-7 2 0,-8 8 3 0,5-4-5 16,-2 2 0-16,0 2 2 0,0 0 1 0,-3 0-2 16,1-1 2-16,2-1-1 0,-1 0 0 15,1 0 0-15,3-1-1 0,-3 0-1 0,1 2 0 0,1-2 0 16,3-5 5-16,-7 10-3 0,4-6 0 0,-2-1 0 16,5-3 3-16,-8 10-2 0,5-5 0 15,3-5-2-15,-7 9 1 0,4-4-1 0,0-1 8 0,3-4-7 16,-7 9 0-16,3-5-1 0,1 2 1 15,3-6 1-15,-8 8-2 0,5-3-1 0,3-5 2 0,-6 9-3 16,2-6 3-16,4-3-2 0,-10 7 2 0,10-7-1 16,-5 7 1-16,2-4 0 0,3-3 0 0,-6 8 0 15,1-6 2-15,5-2-3 0,-7 6 2 0,2-3-1 16,5-3 1-16,-7 7-2 0,7-7 2 0,-9 6-1 16,6-2-1-16,3-4-2 0,-8 4 2 0,8-4 0 15,-7 6-1-15,7-6 4 0,-5 6-3 0,0-3 2 16,5-3 0-16,-10 6-2 0,10-6 1 0,-8 6 0 15,8-6 0-15,-7 6 0 0,3-4 0 0,4-2 0 16,-3 5 1-16,3-5 0 0,-6 4 2 16,6-4-3-16,0 0-1 0,-7 5 0 0,7-5 2 0,-6 4-2 15,6-4 1-15,-6 4 1 0,6-4 1 0,-6 4-1 16,6-4 2-16,-8 3-2 0,8-3-3 16,-7 5-1-16,7-5 4 0,-7 3 1 0,7-3-3 15,-5 4-1-15,5-4 2 0,-5 3 0 0,5-3-1 0,0 0-3 16,-7 3 3-16,7-3 0 0,0 0-1 0,0 0 2 15,-5 5-2-15,5-5-1 0,0 0 3 0,0 0 1 16,-7 5-1-16,7-5 8 0,0 0-3 0,-7 3-7 16,7-3 1-16,0 0 0 0,-5 5 2 0,5-5 2 15,-5 4-21-15,5-4 0 0,-5 4 5 0,5-4 2 16,-8 1-4-16,8-1 4 0,-7 5 3 0,7-5-2 16,-8 3 1-16,8-3 3 0,-8 5 5 0,8-5-6 15,-8 3 0-15,8-3 3 0,-8 3-2 0,8-3 2 16,-8 5 1-16,8-5 0 0,-8 3 2 0,8-3-2 15,-11 4 3-15,11-4-3 0,-10 2 3 0,10-2-3 16,-8 2 2-16,8-2-3 0,-8 5 7 0,8-5-8 16,-7 2 7-16,7-2-1 0,0 0-5 0,-12 3-2 15,12-3 7-15,-10 3-2 0,6-1 1 0,4-2-3 16,-8 2 5-16,8-2-3 0,-7 3 5 0,7-3-2 16,0 0-3-16,-10 0 1 0,10 0-2 0,0 0 2 15,-11 2-2-15,11-2 4 0,-6 1-1 0,6-1-5 16,-8 1 2-16,8-1 3 0,-9 1-2 0,9-1 0 15,0 0 2-15,-12 3-1 0,12-3 0 0,-7 1-2 16,7-1 3-16,0 0-1 0,-12 1 0 0,12-1 0 16,0 0-1-16,-11 0 6 0,11 0-2 0,0 0-3 15,-10 2 0-15,10-2-2 0,0 0 5 0,-9 3-3 16,9-3 4-16,-9 1-6 0,9-1 2 0,-8 2-4 16,8-2 12-16,-7 3-8 0,7-3-3 0,-10 1 2 15,10-1 0-15,-11 1-1 0,11-1 2 0,-9-1-3 16,9 1 5-16,-11 3-3 0,11-3 3 0,-9 0-3 15,9 0 1-15,-8 1 0 0,8-1 2 0,0 0-2 16,0 0 1-16,-14 0-1 0,14 0 2 0,0 0 1 16,-8 0 0-16,8 0-2 0,0 0-1 0,0 0 4 15,-11-1-4-15,11 1-1 0,0 0 0 0,0 0 1 16,-10 0 1-16,10 0 0 0,0 0 1 0,0 0-1 16,0 0-3-16,-10 1-1 0,10-1 3 0,0 0-3 15,0 0 1-15,-8 1 1 0,8-1-2 0,0 0 2 16,0 0-1-16,0 0-1 0,-12 0 5 0,12 0-6 15,0 0 1-15,0 0 4 0,0 0-2 0,0 0-2 16,0 0 5-16,0 0-4 0,-10-2 1 0,10 2 2 16,0 0-1-16,0 0 0 0,0 0 1 0,0 0 1 15,0 0 1-15,0 0-2 0,0 0 0 0,0 0 7 16,-8 2-8-16,8-2-2 0,0 0 2 0,0 0 6 16,0 0-3-16,0 0-3 0,0 0 5 0,0 0-9 15,0 0 0-15,0 0 1 0,0 0-14 0,0 0-14 16,0 0-21-16,0 0-17 0,0 0-14 0,0 0-9 15,-6 4-18-15,6-4-27 0,0 0-28 0,0 0-14 16,0 0-131-16,-5 7-334 0,5-7 148 0</inkml:trace>
  <inkml:trace contextRef="#ctx0" brushRef="#br0" timeOffset="-64856.69">23447 12789 11 0,'-3'7'15'0,"3"-7"0"15,-4 7-3-15,4-7 1 0,-3 8-1 0,3-8-3 16,-6 9 3-16,2-4 1 0,2 0 4 0,-3 1-2 15,5-6 4-15,-5 10-5 0,1-5 11 0,0 1-3 16,2 0-7-16,2-6 10 0,-7 12-11 0,3-8 1 0,-1 0 11 16,2 3-5-16,3-7 0 0,-8 11-7 15,4-4 8-15,0 1-7 0,-1 0 3 0,-1 1-7 16,-1-2 1-16,0 2-1 0,1 0-1 0,-1-1 3 16,-1 3-2-16,2-1-5 0,-1-2 2 0,0 0 0 15,-1 0 5-15,0 0 3 0,1-1-6 0,0 0 5 16,1 3-3-16,-4-4 2 0,1 2-1 0,0-2-1 15,-3 3-5-15,3 0 3 0,-1-3-1 0,0 3-2 16,1-1-1-16,-1 1 1 0,-4 0 2 0,5 1 2 16,-5 1-6-16,3-3-6 0,-2 3 6 0,0 2-3 15,0-2-1-15,-1 1 2 0,-2 2 5 0,-4 4-7 16,6-5-1-16,-1 1-9 0,2-2-4 0,-3 1-5 16,2 1 9-16,-1-2-12 0,1 2-6 0,-3-3 4 15,3 3 1-15,-2-3 2 0,2 0-1 0,-3 2-4 16,2-1 10-16,-1-3 3 0,1 2-4 0,0 0 5 15,1-2-5-15,2-3 2 0,-2 4 3 0,2-3 6 16,-3 2-3-16,4-2 1 0,0 0 0 0,-4 0-1 16,0 1-3-16,2-2 8 0,-1 4-4 0,-1-3-6 15,0 1-2-15,2-4-5 0,1 2 1 0,-1-1-5 16,3 1 1-16,1-3-18 0,0 2-43 0,0-1 19 16</inkml:trace>
  <inkml:trace contextRef="#ctx0" brushRef="#br0" timeOffset="-63105.28">22442 13504 56 0,'0'0'79'0,"0"0"12"0,0 0-18 16,1-10 5-16,-1 10-2 0,0 0-1 0,0 0-1 15,-1-8 2-15,1 8-4 0,0 0 3 0,0 0-7 16,0 0 0-16,0 0-6 0,0 0 1 0,0 0-17 0,0 0-2 16,0 0-9-16,0 0 4 0,1-9-11 0,-1 9-4 15,0 0 3-15,0 0-3 0,0 0 4 0,0 0 1 16,0 0 6-16,-5 24-3 0,5-24-3 0,-1 13 1 15,-3-4 2-15,3 2 1 0,0 0 1 16,0-2 0-16,1 3-5 0,-3 1 0 0,3-1 11 0,-1 1-5 16,-1-2 1-16,1 5-13 0,0-4 5 0,0 2 8 15,2 1-2-15,-4-3 1 0,2 1-7 16,0-1 4-16,-1-1-8 0,2 0-5 0,0-1 2 16,-1-2 2-16,2 0-4 0,-1-8-1 0,-1 15-2 0,1-10-2 15,0-5-1-15,0 12-1 0,0-12-1 0,-1 8 0 16,1-8-3-16,0 0-5 0,0 0 6 0,1 10 1 15,-1-10-1-15,0 0 3 0,0 0 4 0,0 0-5 16,0 7 4-16,0-7 5 0,0 0 8 16,0 0-10-16,0 0 3 0,0 0 2 0,0 0-4 15,0 0 3-15,0 0-4 0,0 0-4 0,0 0 1 0,0 0-2 16,0 0-2-16,0 0-2 0,0 0 1 0,-3-30-5 16,2 23 3-16,1 7-3 0,-2-18 1 0,0 9 3 15,0-2-5-15,1 0 1 0,-1 1-1 0,0-1-2 16,2 1 2-16,-1-3-4 0,-1 1 3 15,2 2-2-15,-1-2 2 0,0 2 2 0,-1-1 2 0,0 1-6 16,1 3 0-16,1-1-4 0,0 8 7 0,-3-16-8 16,2 10 6-16,-1-1-3 0,0-2 3 0,2 9-5 15,-3-13-2-15,3 13 1 0,-1-9 5 0,1 9-1 16,-1-9-1-16,1 9-1 0,0 0 0 0,-3-8 0 16,3 8-3-16,0 0 1 0,0 0-2 0,0 0 1 15,0 0 0-15,0 0 0 0,0 0 4 0,0 0-2 16,0 0-2-16,0 0 2 0,0 0 0 0,10 20 0 15,-10-20 1-15,3 8 2 0,-2-3-2 0,2 1-2 16,-3-6 3-16,2 13-2 0,1-7 6 0,-3-6-5 16,3 9 3-16,-2-5-2 0,-1-4 1 0,4 9 1 15,-4-9-3-15,1 7 2 0,-1-7 4 0,2 7-2 16,-2-7-2-16,4 5 3 0,-4-5-3 0,0 0 0 16,1 8 4-16,-1-8-5 0,0 0 8 0,0 0-1 15,0 0 4-15,0 0-6 0,0 0 6 16,0 0-6-16,0 0 0 0,0 0-2 0,0 0-1 0,0 0-2 15,0 0 4-15,0 0 3 0,0 0-5 0,6-23-3 16,-6 23 3-16,-2-11 4 0,2 11-6 0,-1-14 3 16,1 7-5-16,0 7 3 0,-1-13-1 0,-1 6-3 15,2 7 3-15,0 0 1 0,0-12 3 0,0 12-2 16,0-8-2-16,0 8 1 0,0 0-3 16,0 0 0-16,-1-9 5 0,1 9-8 0,0 0 3 0,0 0 1 15,0 0-3-15,0 0 0 0,0 0 2 0,0 0-3 16,0 0 2-16,0 0 2 0,0 0 5 0,0 0-6 15,0 0 1-15,1 29-1 0,-1-22 0 0,0-7-3 16,0 9 4-16,0-9 2 0,-1 11-2 0,1-11-1 16,1 9 0-16,-1-9 2 0,-1 10 4 0,1-10-6 15,0 10-14-15,0-10-21 0,0 11-32 0,-1-5-49 16,1-6-56-16,-3 11-187 0,3-11-391 0,-6 7 173 16</inkml:trace>
  <inkml:trace contextRef="#ctx0" brushRef="#br0" timeOffset="-55449.45">23706 13894 104 0,'-13'-4'98'0,"8"2"1"0,5 2 9 0,-9-2-14 15,9 2 8-15,-6-4 2 0,6 4 3 0,-9-3-8 16,9 3-1-16,0 0-8 0,-10-3-4 0,10 3-5 15,0 0-6-15,0 0-9 0,0 0-6 0,0 0-4 16,0 0-3-16,-7-4-8 0,7 4 0 0,0 0 0 16,0 0-2-16,0 0-15 0,0 0-1 0,0 0 1 15,0 0-5-15,0 0-1 0,0 0 0 0,0 0-2 0,0 0-8 16,25-3-11-16,-15 0-1 0,1 3-21 0,3 0-19 16,-1-1-26-16,1-1-11 0,-2-1-33 15,1 1-22-15,4 1-118 0,-4-1-269 0,-1 4 119 16</inkml:trace>
  <inkml:trace contextRef="#ctx0" brushRef="#br0" timeOffset="-55100.71">23906 13707 96 0,'0'0'117'0,"0"0"-7"0,0 0-9 16,0 0-2-16,0 0 4 0,6 20-11 0,-6-10-4 16,1 0-10-16,-2 0-10 0,1 4 2 0,0-3-9 15,1 6-6-15,-1-2-3 0,0 2-9 0,3-4-1 0,-2 0 1 16,0-1-12-16,1-2 2 0,-1 0-7 16,0-1 6-16,0-3-10 0,2-1 5 0,-3-5 0 15,4 9 14-15,-4-9 10 0,2 6-4 0,-2-6 0 16,0 0-3-16,9 0-4 0,-9 0 0 0,0 0-7 15,12-12-3-15,-6 4-2 0,1 0-6 0,-1-2 1 0,3 3 0 16,-3-4-4-16,3-4 0 0,-1 5-2 0,2-6-5 16,0 2 2-16,1-2-2 0,-1 1-7 0,0-1-16 15,-2 7-17-15,-2 1-20 0,-1 0-29 16,2 1-35-16,-2 1-27 0,-1 1-26 0,-4 5-86 0,7-3-271 16,-7 3 120-16</inkml:trace>
  <inkml:trace contextRef="#ctx0" brushRef="#br0" timeOffset="-54797.26">24234 13823 76 0,'5'-6'152'0,"0"2"-11"0,0-4-11 0,3 2-9 15,-3-1-10-15,2 0-2 0,-4 2-2 0,1 0 0 16,0 1-10-16,1-3-7 0,-5 7-12 0,0-9-9 15,0 9-8-15,-5-10-7 0,5 10-2 0,-8-4-8 0,8 4-1 16,-11-4-5-16,2 4-7 0,-1 0-2 16,-1 4-5-16,-1 0 6 0,0 2 3 0,3 1-2 0,-2 1-2 15,3 2-4-15,-1-1-2 0,3 0-3 16,-1-1 2-16,5 3-3 0,-2-1-1 0,3-2 0 16,1 2-6-16,2-1 4 0,2 1-1 0,5-1-5 0,0-3 1 15,3 0 1-15,7-2-13 0,1-1-21 0,1-1-33 16,2-1-33-16,3-2-25 0,-4 2-38 15,-3 1-129-15,-7-1-303 0,1 1 134 0</inkml:trace>
  <inkml:trace contextRef="#ctx0" brushRef="#br0" timeOffset="-53560.49">22484 13447 73 0,'0'0'91'0,"0"0"-5"0,-5-6-3 16,5 6-8-16,0 0 1 0,-6-5-8 0,6 5-10 16,-4-6-7-16,4 6-10 0,-5-7 9 0,5 7-7 15,-5-5 5-15,5 5-9 0,-4-7-1 0,4 7-6 16,-4-6 7-16,4 6-14 0,-5-6 0 0,5 6 0 15,-5-4-4-15,5 4-9 0,0 0 3 0,0 0-5 16,-6-5 3-16,6 5 4 0,0 0-4 0,0 0-1 16,0 0 5-16,-5-5-12 0,5 5-1 0,0 0-2 15,0 0 3-15,0 0-3 0,0 0 5 0,0 0-6 16,0 0-7-16,0 0 9 0,0 0-1 0,0 0 3 16,0 0-1-16,-12 10-4 0,12-10 4 0,0 0 1 15,0 0-3-15,-7 3 10 0,7-3-7 0,0 0-3 16,0 0-4-16,-7 3 2 0,7-3-4 0,0 0 4 15,0 0 1-15,0 0-1 0,0 0-6 0,-8 2 7 16,8-2 9-16,0 0 0 0,0 0-1 0,0 0 1 16,0 0-4-16,0 0-1 0,0 0 0 0,0 0 3 15,0 0 10-15,0 0-6 0,-5 8-7 0,5-8 7 16,1 11 10-16,-1-11-1 0,-1 17-11 0,1-6 24 16,-1 1-7-16,2 5 1 0,-1-2-6 0,0 2 2 0,0-1 1 15,0 1-3-15,0 2 4 0,0-1 8 16,1-1-3-16,-1 3-3 0,0-4 6 0,3 1-7 15,-3 0 0-15,0 2 2 0,1-3 1 0,1-1-5 16,0-2-4-16,-1-1 0 0,-1 0-2 0,2-1 2 16,-1 0-3-16,3 1 7 0,-4-2 1 0,0-2-3 0,0 1-2 15,0-2-4-15,1 0-2 0,-1-7 0 16,0 13-1-16,1-7 0 0,-1-6-2 0,-1 10-2 16,1-10 0-16,0 10-6 0,-1-3-18 0,1-7-24 15,-5 10-20-15,3-3-37 0,2-7-23 0,-5 8-31 16,1-1-138-16,-3-2-311 0,2 0 138 0</inkml:trace>
  <inkml:trace contextRef="#ctx0" brushRef="#br0" timeOffset="-52438.44">21673 14308 105 0,'0'0'147'0,"-1"-7"-21"0,1 7-7 0,0 0-17 16,0 0-9-16,0 0-5 0,0 0-4 0,0 0 0 15,0 0 4-15,0 0-17 0,10 21 0 0,-6-9-8 16,1 1-6-16,0 0-4 0,1 2-2 0,2 0-9 15,-3-1 3-15,2 3-3 0,0-2-6 0,1 1 0 16,-3-3-4-16,3-1 5 0,-3 0-7 0,1 1-8 16,0-3 0-16,-2 1 0 0,3 0-1 0,-3-2-6 15,1 0-1-15,0 0 1 0,-2-2-5 0,1 1 0 16,-1-2 0-16,1-2-1 0,-4-4-1 0,4 8 1 16,-4-8-3-16,5 8 2 0,-5-8 2 0,4 2 5 15,-4-2-6-15,0 0 2 0,0 0-5 0,10-10 5 16,-10 10 5-16,6-13-5 0,-3 3 0 0,1-2 1 15,0-4-4-15,-1 1 0 0,4-1-4 0,-4-3 0 16,1 1 4-16,-1-3-3 0,3-3-2 0,-1 1-2 16,-2-2 4-16,1 5-1 0,-1-3 0 0,3 4 2 15,-4 0-5-15,1 2 0 0,1 1 3 0,-3 5-3 16,2-1-5-16,-1 4 1 0,1-2-5 0,-1 6-15 16,-2 4-10-16,0 0-8 0,5-6-15 0,-5 6-4 15,0 0-21-15,0 0-24 0,10 18-17 0,-6-6-22 16,-1-1-90-16,-2 6-253 0,1-2 112 0</inkml:trace>
  <inkml:trace contextRef="#ctx0" brushRef="#br0" timeOffset="-51820.55">22107 14430 19 0,'0'0'158'0,"0"0"-17"0,0 0-7 0,-12 0-5 16,12 0-9-16,0 0-5 0,-14 13-7 0,8-6-6 16,0 2-6-16,0-1-5 0,-1 7-11 0,2-4-2 15,-3 4-7-15,3 1-1 0,0 1-8 0,0-1-1 16,3-1-6-16,-2 2-7 0,1-2-2 0,3 2-1 16,3-2-5-16,-2-4-7 0,0 0-3 0,1-1-1 15,0-1-3-15,2 1-3 0,1-1 0 0,0-1-2 16,-1-1 0-16,1-4-4 0,0 3 1 0,2-4-2 15,-1 2 0-15,0-2-1 0,2 0 1 0,-8-2-2 16,19-2-1-16,-11 1-3 0,1-1-1 0,1-1 1 16,-2 1-1-16,1-6 1 0,0 4-5 0,-3-2 3 15,0 2 2-15,1-4-6 0,-2 1 1 0,-1 3 1 16,-2-3 1-16,1-2-8 0,-1 3-1 0,0-1-2 16,-2 7 6-16,-4-17-6 0,1 9 0 0,0 1 1 15,-1 4 1-15,0-4-2 0,4 7 3 0,-8-9 5 16,3 5-3-16,5 4-6 0,-10-5 4 0,10 5-3 15,-8-4 2-15,8 4-3 0,-9-1 5 0,9 1-4 16,0 0 0-16,0 0 3 0,0 0-2 0,-11 4 1 16,11-4-2-16,0 0 1 0,0 0 1 0,0 0-4 15,0 0 7-15,0 0 0 0,0 0 0 0,31 1 0 16,-21-2 2-16,0-1-3 0,0 0 1 0,3-1 1 16,-4 3 3-16,1-2-3 0,-1 2-3 0,0-4 0 15,-9 4-4-15,13-1 2 0,-6 1-2 0,-7 0 1 16,11 0 1-16,-11 0 5 0,0 0-2 0,11 1-5 15,-11-1 2-15,8 6 6 0,-6-3-5 16,-2-3 1-16,4 10 6 0,-3-3-4 0,1-2 5 0,0 3 0 16,-2 0 0-16,2-1 0 0,-2-7 1 0,0 17-3 15,1-10 1-15,0 1-1 0,-1-1 3 0,0 3-2 16,0 0 1-16,1-1 1 0,-2 1-5 0,1 0-24 16,-1-1-27-16,1-9-24 0,0 16-28 0,0-9-16 15,0 0-30-15,0-7-23 0,1 13-100 16,-1-6-292-16,0-7 130 0</inkml:trace>
  <inkml:trace contextRef="#ctx0" brushRef="#br0" timeOffset="-51466.53">22506 14527 72 0,'0'0'151'0,"0"0"-12"15,0 0-11-15,0 0-18 0,-18 10-1 0,14-6-12 16,-1 2-14-16,1 3-2 0,-1 0-9 0,0 2-6 16,2-2-12-16,0 2-1 0,2 0-7 15,1-1-6-15,0-2-1 0,0-8-3 0,2 15-9 16,1-8-1-16,2-1 0 0,-1-2 2 0,1 4-5 0,-1-3-9 16,-1 2 6-16,3-2 3 0,-1 3-4 15,0-3-8-15,-2 0 0 0,1-1-3 0,-4-4-4 16,8 7 7-16,-4-3-5 0,-4-4-1 0,5 8-6 0,-5-8 4 15,5 8-3-15,-5-8 10 0,1 6 10 16,-1-6 7-16,0 0-8 0,0 0 13 0,-8 13-4 0,8-13-4 16,-9 5 2-16,6-2-5 0,-4 0-3 0,0 0-2 15,1 1 0-15,-2 0-15 0,0 1-15 0,-2 1-20 16,4-3-26-16,6-3-23 0,-9 4-24 16,9-4-22-16,-7 4-117 0,7-4-265 0,-4 4 117 15</inkml:trace>
  <inkml:trace contextRef="#ctx0" brushRef="#br0" timeOffset="-51172.41">22697 14407 197 0,'0'0'189'0,"-2"-12"-19"16,2 12-10-16,0 0-10 0,0 0-3 0,0 0-12 15,-21 18-5-15,14-9-15 0,-1 5-3 16,-2 2-9-16,4 1-6 0,-3 7-8 0,2-6-5 16,2 1-8-16,-1 1 0 0,2-1-9 0,2-1-4 15,-1-1-5-15,3 1-5 0,0-6-10 0,0 4 2 16,3-7-3-16,-1 2-5 0,2 0-1 0,0-1-8 16,2-2 1-16,-1 1-2 0,2-2-3 0,-1 0-1 0,-1-2-1 15,3-2-21-15,-2 1-28 0,3 1-27 16,0-3-36-16,1 2-36 0,-2-1-36 0,0-1-27 15,-1-2-141-15,-7 0-358 0,13 0 158 0</inkml:trace>
  <inkml:trace contextRef="#ctx0" brushRef="#br0" timeOffset="-50816.52">22858 14518 166 0,'-3'-10'211'0,"3"10"-20"0,0 0-17 0,0 0-10 16,0 0-13-16,0 0-13 0,0 0 2 0,-9 19-16 16,8-9-9-16,-2 0-13 0,1 1-13 0,0-1-4 15,2 2-6-15,2-3-7 0,-1 2-7 0,-1-2-7 16,4 0-3-16,0-1-6 0,-1 0-5 0,0-2 1 16,4 4-6-16,-4-6-2 0,2 0 2 0,2 0-8 15,-1-1-2-15,-6-3-1 0,18 1-3 0,-10-1 0 16,2-1 1-16,-1-2-4 0,0 0-3 0,-3 1 4 15,3-2 1-15,0-2 0 0,-3-2-3 0,2 2-2 16,-3-3-2-16,-1 0-1 0,-1-4-4 0,-1 4 5 16,1-2-5-16,-6 1 2 0,1-1-3 0,-2 3 0 15,0-4-4-15,-1 5 2 0,-2-3-6 0,2 1-6 0,-2 2-8 16,2 1-8-16,-3 2-9 0,-2-1-11 16,3 2-10-16,0 2-16 0,7 1-22 0,-13 0-7 15,13 0-27-15,-14 5-27 0,9-1-24 0,0 0-169 16,5-4-368-16,-8 9 163 0</inkml:trace>
  <inkml:trace contextRef="#ctx0" brushRef="#br0" timeOffset="-50590.15">23103 14434 17 0,'0'0'209'0,"3"-7"-10"0,-3 7-13 15,3-5-17-15,-3 5-10 0,8-5-17 0,-8 5-16 16,8-4-7-16,-3 0-19 0,-5 4-3 0,9-2-10 16,-2-2-10-16,1 1-6 0,0 1-9 0,0-1-8 15,-8 3-22-15,13-1-24 0,-13 1-33 0,11-2-20 16,-11 2-21-16,9 0-24 0,-9 0-15 0,0 0-9 16,9 2-13-16,-9-2-97 0,0 0-243 0,0 0 108 15</inkml:trace>
  <inkml:trace contextRef="#ctx0" brushRef="#br0" timeOffset="-50378.66">23126 14404 39 0,'-4'4'109'15,"4"-4"6"-15,0 0 10 0,-3 9 2 0,3-9 6 16,-2 13 1-16,1-3 9 0,-1 0-2 0,-1 3-8 16,0-1-7-16,2-1-3 0,0 2-11 0,-1 0-7 15,1 3 0-15,-2-1-9 0,2-1-17 0,0-3-6 16,1 2-6-16,-3-1-4 0,3-1-10 0,0 0 6 15,2-1-13-15,-2-1 0 0,-2 2-8 0,2-2-2 16,2 0-24-16,-2-2-35 0,1 0-36 0,0 1-31 16,-1-8-31-16,0 11-34 0,0-11-33 0,0 11-113 15,0-11-325-15,-2 10 144 0</inkml:trace>
  <inkml:trace contextRef="#ctx0" brushRef="#br0" timeOffset="-50205.3">23088 14589 161 0,'0'0'167'0,"3"-5"-11"0,3 1-15 15,-6 4-12-15,11-7-20 0,-2 5-5 0,-1-1-7 16,-2 2-11-16,2-1-21 0,3-1-32 16,-2 2-30-16,4 0-44 0,0-1-23 0,-3 0-32 15,0 2-79-15,2-2-191 0,-3 0 85 0</inkml:trace>
  <inkml:trace contextRef="#ctx0" brushRef="#br0" timeOffset="-49938.56">23337 14447 8 0,'0'0'229'0,"0"0"-8"0,-2-10-18 0,2 10-21 0,0 0-17 15,0 0-22-15,0 0-13 0,0 0-8 0,0 0 5 16,0 0-14-16,0 0 1 0,3 25-11 15,-3-16-3-15,-1 4-1 0,1-2-2 0,0 1-10 16,0-2-5-16,-2 5-5 0,2-4-9 0,0 2-6 16,0-3-7-16,0 1-2 0,0-1-7 0,0 1-1 0,0-2-10 15,2 2-5-15,-2-3 1 0,1 0-3 0,-1-1-4 16,1 2-3-16,-1-9-8 0,3 12-13 16,-3-6-22-16,0-6-18 0,1 11-26 0,1-5-21 15,-2-6-29-15,1 10-14 0,-1-10-33 0,2 4-31 16,-2-4-156-16,0 0-378 0,0 0 168 0</inkml:trace>
  <inkml:trace contextRef="#ctx0" brushRef="#br0" timeOffset="-49728.07">23375 14440 149 0,'0'0'197'0,"7"-6"-17"0,-7 6-19 0,6-6-13 16,-6 6-14-16,11-3-11 0,-4 0-18 0,-7 3-10 16,13 0-9-16,-13 0-11 0,14 1-19 0,-8 1-20 15,-6-2-21-15,10 5-21 0,-3-1-53 0,-2 1-25 16,-5-5-21-16,6 8-113 0,-3-1-236 0,-3-2 104 16</inkml:trace>
  <inkml:trace contextRef="#ctx0" brushRef="#br0" timeOffset="-49557.26">23365 14580 90 0,'0'0'197'16,"0"0"-10"-16,0 0-17 0,0 0-15 0,0 0-22 16,0 0-11-16,0 0-15 0,0 0-10 0,0 0-13 15,19-15-29-15,-10 13-33 0,-9 2-44 0,17-3-27 16,-11 2-41-16,3-1-120 0,-1 1-227 0,-1-1 100 15</inkml:trace>
  <inkml:trace contextRef="#ctx0" brushRef="#br0" timeOffset="-49334.25">23655 14311 157 0,'0'0'219'0,"17"5"-9"0,-14-1-8 0,6 4-16 0,-2 3-13 16,-1 4-10-16,2 0-16 0,-2 1-7 0,-4 3-17 15,0 0-12-15,-3 5-5 0,2 1-15 0,-5 2-8 16,-5 0-24-16,-3 1-30 0,-5 3-36 0,-9 8-43 16,1-1-74-16,-3 0-69 0,1-10-112 0,-5 7-329 15,-5-2 146-15</inkml:trace>
  <inkml:trace contextRef="#ctx0" brushRef="#br0" timeOffset="-39572.32">25548 9885 12 0,'0'0'18'0,"0"0"6"0,0 0-2 15,0 0-2-15,0 0 0 0,0 0-1 0,0 0 2 0,0 0-3 16,0 0 0-16,0 0 1 0,0 0-3 0,0 0-6 16,0 0 2-16,0 0-2 0,0 0 6 15,-6-10-5-15,6 10-3 0,0 0-5 0,0 0 2 16,0 0-1-16,0 0 2 0,-7-4-4 0,7 4 2 0,0 0 1 15,0 0-8-15,-4-3 12 0,4 3-8 0,0 0 4 16,0 0-1-16,0 0 1 0,-6-5 2 0,6 5-1 16,0 0 5-16,0 0 1 0,0 0-5 15,-7-4 3-15,7 4 1 0,0 0 0 0,0 0-2 0,0 0-7 16,-8-3 8-16,8 3-9 0,0 0-3 16,-6-4 8-16,6 4-1 0,0 0-2 0,-9-2 0 15,9 2 3-15,0 0-6 0,0 0 7 0,-12-1-10 0,12 1 4 16,0 0-1-16,-8-2 1 0,8 2-5 0,0 0 10 15,0 0-8-15,0 0 1 0,-11 2 4 0,11-2-6 16,0 0 6-16,0 0-3 0,-12-2 4 0,12 2-6 16,0 0 3-16,0 0-3 0,-9-1 1 0,9 1 2 15,0 0 1-15,-10-1 3 0,10 1-8 0,0 0 1 16,-13 1 2-16,13-1-3 0,-8 0 4 0,8 0 1 16,-9 3-1-16,9-3 0 0,-9 1 1 0,9-1 3 15,-9 0-2-15,9 0-1 0,-9 1 0 0,9-1 1 16,-10 3-3-16,10-3 2 0,-8 1 8 0,8-1-7 15,-9 3 0-15,9-3-3 0,-10 0 8 0,10 0-4 16,-11 1-3-16,11-1 4 0,-8 4 4 0,8-4 0 16,-9 2-2-16,9-2 3 0,-7 3 4 0,7-3-7 0,0 0 0 15,-9 1 5-15,9-1-6 0,0 0-8 16,0 0 3-16,-9 2 1 0,9-2 0 0,0 0 2 16,0 0 0-16,0 0 0 0,-4 3-3 0,4-3-10 15,0 0-8-15,-5 8-27 0,3-2-49 0,2-6-100 0,-4 16 44 16</inkml:trace>
  <inkml:trace contextRef="#ctx0" brushRef="#br0" timeOffset="-29116.49">24492 10805 1 0,'0'0'12'0,"0"0"-3"16,0 0-3-16,0 0 2 0,0 0-2 15,0 0-1-15,9-2 4 0,-9 2 0 0,0 0-6 16,0 0 1-16,0 0-7 0,0 0 6 0,12 2-3 15,-12-2-2-15,0 0 3 0,0 0 0 0,3 9 0 16,-3-9 2-16,0 8-1 0,0-8 2 0,2 11-1 16,-2-11-6-16,-4 13 2 0,1-5 0 0,2 2 1 0,-3-2 0 15,0 3-14-15,-1-1 9 0,0 0-6 16,0-1-11-16,1 1 6 0</inkml:trace>
  <inkml:trace contextRef="#ctx0" brushRef="#br0" timeOffset="-24344.59">22404 13518 27 0,'0'0'39'16,"0"0"-4"-16,-5-4 0 0,5 4 0 0,0 0-6 15,0 0 4-15,-4-5-1 0,4 5 1 0,0 0-3 16,0 0-5-16,0 0 0 0,-5-7-1 0,5 7 0 15,0 0-6-15,0 0-4 0,0 0 2 0,0 0-1 16,0 0 6-16,0 0-13 0,-5-4 9 0,5 4-3 16,0 0-2-16,0 0 4 0,0 0-2 0,0 0 2 15,0 0-7-15,0 0 1 0,0 0-5 0,0 0 3 16,0 0-4-16,0 0 1 0,0 0 8 0,0 0-8 16,0 0 4-16,0 0-2 0,0 0 0 0,0 0 2 15,0 0-7-15,0 0 3 0,0 0 1 0,0 0 1 16,0 19-3-16,0-19 5 0,0 0 2 0,1 11-11 15,-1-11 11-15,1 9 10 0,-1-9-4 0,4 10-12 16,-3-7-2-16,-1-3 9 0,4 12-8 0,-2-8 4 16,-2-4 1-16,1 10 0 0,-1-10-3 0,2 10 0 15,0-5 2-15,1 2 0 0,-3-7 3 0,3 11-3 16,-2-6-7-16,-1-5 7 0,1 11-5 0,1-6 6 16,-2-5-3-16,0 10-14 0,0-10 16 0,2 8 5 15,-2-8-2-15,3 9 6 0,0-4-6 0,-3-5-2 16,2 7-7-16,-2-7 10 0,4 10-3 0,-4-10 1 15,1 5-9-15,-1-5 9 0,0 0-8 0,3 7-8 16,-3-7 15-16,0 0-7 0,0 0 3 0,0 0-7 16,2 7 5-16,-2-7-1 0,0 0 5 0,0 0 12 15,0 0-4-15,0 0-13 0,0 0-2 0,0 0-1 16,0 0 10-16,0 0 0 0,0 0 5 0,0 0 0 16,0 0 6-16,0 0 1 0,0 0-3 0,0 0-2 15,0 0 0-15,0 0-4 0,0 0 3 0,0 0-5 16,0 0 2-16,0 0-5 0,0 0 4 0,0 0 0 15,0 0-6-15,-1-25 4 0,1 25-3 0,0 0-5 0,3-10 4 16,-3 10 3-16,0-8-5 0,0 8-5 16,0-8 3-16,0 8 4 0,0-8-1 0,0 8-4 15,0 0 8-15,0-12-7 0,0 12-1 0,0 0-4 16,2-5 5-16,-2 5 10 0,0 0-8 0,0 0 12 16,0 0-8-16,1-9-6 0,-1 9-3 0,0 0-1 15,0 0 1-15,0 0-4 0,0 0 2 0,0 0-9 16,0 0 10-16,0 0-7 0,0 0 7 0,5-6 2 15,-5 6-5-15,0 0-5 0,0 0 9 0,0 0 2 16,0 0-1-16,0 0-6 0,0 0 5 0,0 0 10 16,0 0-20-16,0 0 9 0,0 0-2 0,0 0-5 0,0 0 9 15,0 0-8-15,0 0-5 0,0 0 20 16,0 0-12-16,0 0 7 0,0 0-9 0,0 0-2 16,0 0 2-16,0 0 2 0,0 0 1 0,0 0 3 15,0 0-1-15,0 0-2 0,0 0 3 0,0 0-5 16,0 0 3-16,0 0 7 0,0 0 0 0,0 0-6 15,0 0 3-15,0 0 0 0,0 0 3 0,0 0-1 0,0 0 5 16,0 0-14-16,0 0 7 0,0 0-1 16,0 0 3-16,0 0-10 0,0 0 10 0,0 0-1 15,0 0-5-15,0 0 8 0,0 0-17 0,0 0 18 16,0 0-2-16,0 0-5 0,0 0 9 0,0 0-11 16,0 0 1-16,0 0 5 0,0 0 2 0,0 0-14 15,0 0 15-15,0 0-10 0,0 0 4 0,0 0 2 16,0 0-2-16,0 0-1 0,0 0 1 0,0 0 1 15,0 0-9-15,0 0 4 0,0 0 5 0,0 0 1 16,0 0 2-16,0 0 1 0,0 0-4 0,0 0 4 16,0 0-13-16,0 0 7 0,0 0-3 0,0 0 6 15,0 0 3-15,0 0-8 0,0 0 7 0,0 0-3 16,13 8-3-16,-13-8 1 0,0 0 2 0,0 0 2 16,0 0 8-16,0 0-6 0,0 0-1 0,0 0-12 15,0 0 14-15,0 0 1 0,0 0-7 0,0 0 1 16,0 0-1-16,0 0-4 0,0 0 3 0,0 0 1 15,0 0 6-15,0 0-4 0,0 0 7 0,0 0-3 16,0 0 1-16,0 0-6 0,0 0 11 0,0 0-15 16,0 0 1-16,0 0-5 0,0 0 10 0,0 0 8 15,0 0-12-15,0 0 10 0,0 0-11 0,0 0 0 16,0 0 3-16,0 0-8 0,0 0 5 0,0 0 4 0,0 0 1 16,0 0-1-16,0 0 0 0,0 0-17 15,0 0 10-15,0 0 9 0,0 0-7 0,0 0 4 16,0 0 4-16,0 0-8 0,0 0 2 0,0 0-4 15,0 0 9-15,0 0-9 0,0 0 1 0,0 0-4 16,0 0 7-16,0 0 2 0,0 0 2 0,0 0-3 16,0 0 2-16,0 0-6 0,0 0 7 0,0 0-4 0,0 0-3 15,0 0-1-15,0 0 8 0,0 0-3 16,0 0-3-16,0 0-4 0,0 0 3 0,0 0 4 16,0 0-5-16,0 0 3 0,0 0-6 0,0 0 2 15,0 0 4-15,0 0 3 0,0 0-1 0,0 0-4 16,0 0 8-16,0 0-8 0,0 0 1 0,0 0-1 15,0 0 7-15,0 0-12 0,0 0 9 0,0 0-2 16,0 0 3-16,0 0 0 0,0 0 0 0,0 0 3 16,0 0-6-16,0 0 1 0,6 4 4 0,-6-4-2 15,0 0 1-15,0 0-7 0,0 0 7 0,3 5-5 16,-3-5-2-16,0 0 4 0,0 0-2 0,0 0-10 0,0 0 15 16,0 0-5-16,0 0 5 0,0 0-6 15,0 0 0-15,0 0 1 0,0 0-7 0,0 0 8 16,0 8-2-16,0-8 1 0,0 0-1 0,0 0-4 15,0 0 1-15,0 0 12 0,0 0-8 0,0 0 4 16,0 0-3-16,0 0 0 0,0 0-4 0,0 0 7 0,0 0 4 16,0 0-4-16,0 0 1 0,0 0-2 0,0 0 1 15,0 0-11-15,0 0 5 0,0 0 2 16,0 0 6-16,0 0-4 0,0 0 6 0,0 0-8 16,0 0 8-16,0 0-10 0,0 0 6 0,0 0-5 15,0 0 9-15,0 0-7 0,0 0-7 0,0 0 6 16,0 0-3-16,0 0 11 0,0 0-4 0,0 0 0 15,0 0 4-15,0 0-8 0,0 0 10 0,0 0-7 16,0 0 1-16,0 0-1 0,0 0 0 0,0 0 0 16,0 0 3-16,0 0-2 0,0 0 1 0,0 0 2 15,0 0-4-15,0 0-1 0,0 0 5 0,0 0-5 16,0 0-4-16,0 0 8 0,0 0-2 0,0 0 3 16,0 0-1-16,0 0-1 0,0 0 2 0,0 0-3 15,0 0 3-15,0 0 1 0,0 0-3 0,0 0-17 16,0 0 16-16,0 0-4 0,0 0 4 0,0 0 5 15,0 0 8-15,0 0-11 0,0 0-9 0,0 0 6 16,0 0 1-16,0 0-6 0,0 0 7 0,0 0-3 16,0 0 0-16,0 0-4 0,0 0-2 0,0 0-8 0,0 0-2 15,0 0-16-15,0 0 1 0,0 0-1 16,0 0 2-16,0 0-15 0,0 0-2 0,0 0-6 16,-6 11-44-16,6-11-106 0,0 0 46 0</inkml:trace>
  <inkml:trace contextRef="#ctx0" brushRef="#br0" timeOffset="-21223.25">10285 12918 120 0,'-3'-4'167'16,"3"4"4"-16,-4-9-7 0,4 9-12 0,-3-11-4 16,3 11-3-16,-3-9-6 0,3 9-8 0,0 0-9 15,-2-10-12-15,2 10-13 0,0 0-9 0,0 0-9 16,0 0-4-16,0 0-6 0,0 0-5 0,0 0-7 16,21 11 7-16,-13-3 3 0,5 3-11 0,-3 2-7 15,3 2-4-15,-2 1-3 0,0 1-2 0,2 4-1 16,0 0-3-16,-1-3-4 0,-3-1-4 0,-2-1 0 15,4 1-3-15,-3-3-3 0,2 0-2 0,-3 0-1 16,1-5-16-16,-2 0-2 0,1-1-1 0,-1 1 3 16,-2-4 0-16,0 1 0 0,1-1-1 0,0-1 9 15,-5-4 9-15,6 5 14 0,-6-5-1 0,0 0-5 16,13-3-2-16,-8-6-6 0,3-2-1 16,1-4-5-16,0-2 3 0,3-8-2 0,-3 3 2 0,1-4-4 15,0 0 1-15,-4 2-3 0,2-3 3 0,-2 3-8 16,2-4 2-16,-3 1-3 0,0 1 6 0,0-2-6 15,0 2-2-15,-2 7 0 0,-2 1 4 0,2 3-2 16,-3 3-2-16,1 5-7 0,1-3-11 0,-2 4-20 16,0 6-17-16,0 0-15 0,2-8-4 0,-2 8-7 15,0 0-18-15,0 0-24 0,-9 22-19 0,8-9-26 16,-1 2-25-16,1 3-15 0,-2 6-104 0,3-5-334 16,2 6 148-16</inkml:trace>
  <inkml:trace contextRef="#ctx0" brushRef="#br0" timeOffset="-20664.68">10967 12953 137 0,'-1'-10'186'0,"1"10"2"0,0 0-10 16,-5-10-7-16,5 10-14 0,-5-3-12 0,5 3-17 15,0 0-11-15,-17 0-9 0,17 0-4 16,-13 3-12-16,7 5 1 0,-3 1-14 0,-1 3-1 0,0 2-9 15,0 0-2-15,-1 1-5 0,3 5-6 0,1-2-4 16,-1-1-2-16,3 2-7 0,1 0 1 0,0-3-6 16,4 2-3-16,0-3-2 0,2 4 0 0,0-4-3 15,2 1-2-15,0-4-1 0,1-2-3 0,3 1 0 16,-1-2-6-16,0 1 4 0,1-4-5 0,2 3-2 16,-1-4-1-16,2 2 1 0,1-4-1 0,-3 1-2 15,4-1-2-15,-1-1-1 0,-2-1 1 0,1-2-1 16,-1 0 0-16,-3 0 0 0,-7 1 2 0,16-4-2 15,-11 1 0-15,1-1-4 0,-1-2 6 0,1 1-13 16,-4-1 3-16,3-2-3 0,-1 3-2 0,-3-5-10 16,-1-1 6-16,0 11-4 0,-2-16 4 0,-3 8-6 15,4 2 1-15,-2-1 5 0,-1 0 4 0,1 2-5 16,3 5 3-16,-7-9 3 0,5 4 0 0,2 5 0 16,-3-6-2-16,3 6-1 0,0 0 2 0,-4-9-1 15,4 9-1-15,0 0 1 0,0 0 1 0,6-7-2 16,-6 7 3-16,16-5 0 0,-6 1 1 0,3 2-1 15,-2 1 1-15,2 1-3 0,1-1 5 0,-1 2-5 16,1 0 4-16,-3-1-5 0,2 2 6 0,-3 1-4 16,1 1 1-16,-3 2-1 0,1 0 5 0,-2 0-5 15,-1 1 2-15,0 0-3 0,1 3 3 0,-3 0 1 16,-2-1 5-16,2 1-2 0,-3-1 5 0,2 2-5 16,-2-2 1-16,2 1-1 0,-3 1 3 0,1-1-1 15,0-1 1-15,1 2-2 0,-1-1-19 0,-1 0-29 16,2 0-21-16,0 1-22 0,0-3-32 0,1-1-17 15,1-1-33-15,2 2-13 0,-2-4-136 0,2 2-344 16,-6-6 152-16</inkml:trace>
  <inkml:trace contextRef="#ctx0" brushRef="#br0" timeOffset="-20338.77">11467 13063 78 0,'-3'-9'161'0,"3"9"-8"0,-6-8-7 16,6 8-15-16,-5-2-8 0,5 2-14 0,0 0-8 16,0 0-4-16,-18 9 0 0,13-4-14 0,1 3-5 15,-2 1-5-15,1 0-14 0,1-2-5 0,-1 2-7 16,3 0-4-16,1 0-1 0,1 0-6 0,1 1-2 16,2-1-5-16,3 1-2 0,-4-2-3 0,1 3 3 15,3-4-13-15,-1 2 7 0,1-1-7 0,-1 1-1 16,0-3 1-16,3 2 0 0,-5-3-2 0,3 1 2 15,-1 0-2-15,1-2 2 0,-3 3-6 0,1-2 3 16,-2 0-2-16,-2-5 1 0,4 11 2 0,-3-6-3 16,-1-5 10-16,-2 15-6 0,-2-6-2 0,1-1-2 15,-5 2 5-15,-1-2-7 0,-1 5-19 0,-2-2-15 16,4-2-16-16,-1-2-16 0,2 2-29 0,-2-3-27 16,2-1-23-16,-2 1-136 0,2 0-298 0,0-1 132 15</inkml:trace>
  <inkml:trace contextRef="#ctx0" brushRef="#br0" timeOffset="-20046.5">11763 12968 18 0,'0'0'242'0,"-2"-13"-4"0,2 8-3 0,0 5-13 15,-3-10-20-15,3 10-23 0,0 0-21 0,0 0-19 16,0 0-4-16,0 0-5 0,0 0 2 0,-14 22-16 16,8-5-4-16,0 9-5 0,0 0-6 0,1 1-11 15,0-3-5-15,3 3-6 0,-1-6-9 0,3 3-3 16,0-6-7-16,0 1-4 0,3-1-11 0,2 0 0 16,-3 0-3-16,3 0-4 0,2-2-19 0,1 0-24 15,1-2-17-15,-2 1-24 0,1-5-20 0,1 3-28 16,-2-5-29-16,2 2-45 0,-2-3-32 0,2 0-29 15,-2-1-140-15,1 0-398 0,-3-2 176 0</inkml:trace>
  <inkml:trace contextRef="#ctx0" brushRef="#br0" timeOffset="-19714.63">11963 13139 116 0,'0'-11'211'0,"0"11"-23"0,0 0-19 0,1-6-6 15,-1 6 2-15,0 0-15 0,0 0 0 0,0 0-8 16,0 0-13-16,-4 34-5 0,4-24-6 0,0 2-15 16,0 0-7-16,3-1-7 0,2-1-9 0,-3 1-9 15,4-3-5-15,-1 1-5 0,3-1-6 0,0-5-7 16,3 4 0-16,0-5-5 0,1 1-1 0,0-5-7 16,1 1-2-16,6-3-4 0,-2-1 2 0,-4 2-6 15,3-4 1-15,-5 0-6 0,-1 1 0 16,0-2 0-16,-1 0-1 0,-3 1-1 0,1-3 0 15,-5-1-3-15,3 1 1 0,-8-1-3 0,1-1-3 0,0 1-1 16,-5 0 0-16,1-4 0 0,-1 0 0 0,-4 6-4 16,0-3 0-16,-1 4-5 0,-1 1 3 0,4 3-6 15,-5-1-6-15,3 3-13 0,-2 1-9 0,-1 5-15 16,-3 2-24-16,2 1-31 0,2 2-54 16,3-1-37-16,2 6-44 0,-2-1-125 0,5-3-389 0,0-1 173 15</inkml:trace>
  <inkml:trace contextRef="#ctx0" brushRef="#br0" timeOffset="-19306.38">12305 13001 157 0,'0'0'247'0,"2"-11"-11"0,0 6-12 15,-2 5-20-15,5-12-22 0,-1 7-16 0,3-1-17 16,1-1-15-16,2 2-17 0,-2 0-10 15,3 0-10-15,1 0-13 0,-1 1-18 0,1 3-18 16,-3-2-22-16,0 0-25 0,-1 3-22 0,-8 0-22 0,0 0-29 16,20 2-21-16,-20-2-23 0,11 2 2 0,-11-2-3 15,0 0 11-15,8 5-7 0,-8-5 0 0,0 0 9 16,0 0 6-16,0 0 14 0,0 0 2 0,-19 7 11 16,19-7 14-16,-15 1 11 0,2-2 16 15,3 2 12-15,-1-1 12 0,0 0 10 0,2 0 13 16,9 0 8-16,-21 0 20 0,13 0 16 0,2 2 2 0,6-2-1 15,-13 0-8-15,13 0-12 0,-8 3 18 0,8-3 32 16,-5 13 15-16,4-3-2 0,1 2-10 16,-1 5 7-16,-1 3 5 0,2 5-3 0,-2-1-3 15,2-5 1-15,0 0-2 0,0 1-6 0,0-1-16 16,0-1-9-16,0 0-1 0,0 0-13 0,0 0-4 0,2 1-3 16,-2-2-2-16,2-1-8 0,-1-1-5 0,0-3-29 15,0-2-41-15,-1 3-27 0,-1-2-40 16,0-1-58-16,1-1-44 0,-1-2-161 0,-3 0-397 0,4-7 175 15</inkml:trace>
  <inkml:trace contextRef="#ctx0" brushRef="#br0" timeOffset="-19124.81">12309 13216 129 0,'5'-4'181'0,"-5"4"-17"0,10-5-13 0,-3 2-13 0,1-1-6 15,2 3-15-15,-1-3-17 0,3 3-16 0,-2 1-38 16,2-3-43-16,6 1-21 0,0-4-29 0,-5 3-28 16,-2 1-17-16,1 0-78 0,1 1-182 15,-1-1 81-15</inkml:trace>
  <inkml:trace contextRef="#ctx0" brushRef="#br0" timeOffset="-18882.57">12584 13062 67 0,'2'-16'158'0,"2"10"8"0,-4 6 9 0,2-11 5 0,-2 11-3 15,2-8-6-15,-2 8-15 0,0-7-22 16,0 7-21-16,0 0-3 0,0 0 0 0,0 0 8 16,0 0 1-16,0 0 5 0,5 29-3 0,-3-17-1 0,-4 2-10 15,6 4-3-15,-4-5-8 0,0 5-3 0,0-2-9 16,0 1-9-16,0-2-8 0,-2-3-4 0,4 0-7 16,-2-2-4-16,0 1-10 0,2-1 0 15,0 0-4-15,0-1-7 0,-2-2-2 0,3 3-1 16,-2-4-4-16,1 0 1 0,-2-6-19 0,2 10-19 0,-2-10-16 15,0 7-20-15,0-7-20 0,2 7-19 0,-2-7-23 16,0 0-24-16,4 7-22 0,-4-7-28 16,0 0-17-16,0 0-29 0,0 0-139 0,0 0-399 15,0 0 177-15</inkml:trace>
  <inkml:trace contextRef="#ctx0" brushRef="#br0" timeOffset="-18731.68">12625 12979 45 0,'5'-13'147'0,"-5"13"-15"0,6-9-11 16,-6 9-11-16,12-5-16 0,-12 5-4 0,14-2-13 15,-14 2-18-15,20 2-19 0,-9-1-35 0,-11-1-41 0,21 5-42 16,-11 0-57-16,-1 0-146 0,-2 0 66 16</inkml:trace>
  <inkml:trace contextRef="#ctx0" brushRef="#br0" timeOffset="-18560.68">12697 13203 242 0,'0'0'235'0,"0"0"-20"0,0 0-23 16,0 0-15-16,0 0-15 0,0 0-21 0,29-12-11 16,-17 8-14-16,-1 0-18 0,0 0-27 0,3-3-30 15,3 1-33-15,-3-1-38 0,2 1-45 0,0-1-45 16,-3 2-37-16,-4 1-84 0,-2 0-262 0,2-2 116 0</inkml:trace>
  <inkml:trace contextRef="#ctx0" brushRef="#br0" timeOffset="-18342.15">12958 12878 176 0,'4'5'214'0,"1"3"-9"0,1 2-11 0,1 3-6 15,0 3-16-15,-4 4-11 0,5 3-7 0,-3 2-8 16,-1 1-14-16,-2 0-13 0,-2-7-12 0,-2 7-11 16,2 0-7-16,0-7-8 0,-4 5-12 0,2-3-4 0,-1-2 0 15,-5 5-4-15,3 0-33 0,-2-7-29 16,-2 7-31-16,-2-6-48 0,1-2-57 0,0 0-69 16,-5-2-139-16,2-2-373 0,5-2 165 0</inkml:trace>
  <inkml:trace contextRef="#ctx0" brushRef="#br0" timeOffset="-18120.29">13425 13039 205 0,'0'-10'217'0,"0"10"-18"0,0 0-24 16,5-5-20-16,-5 5-12 0,10-2-15 0,2 1-13 16,-1-1-28-16,3 1-33 0,-1 0-35 15,0-1-51-15,-1 1-54 0,-1 2-145 0,-4 1-248 0,0 0 110 16</inkml:trace>
  <inkml:trace contextRef="#ctx0" brushRef="#br0" timeOffset="-17960.47">13398 13207 182 0,'0'0'286'16,"-6"4"0"-16,6-4-6 0,0 0-16 0,0 0-25 15,0 0-25-15,0 0-25 0,0 0-17 0,29-10-19 16,-14 6-22-16,1-1-38 0,2 0-37 0,2-2-56 16,1 2-67-16,6-4-89 0,-8 6-231 0,2-3-420 15,-4 2 186-15</inkml:trace>
  <inkml:trace contextRef="#ctx0" brushRef="#br0" timeOffset="-16046.43">22428 13595 41 0,'0'0'35'0,"0"0"-3"0,0 0-4 0,0 0-1 15,0 0-7-15,0 0 0 0,0 0 1 0,0 0-5 16,0 0-2-16,0 0-11 0,0 0-12 0,0 0-12 15,0 0-18-15,0 0-40 0,0 0 18 0</inkml:trace>
  <inkml:trace contextRef="#ctx0" brushRef="#br0" timeOffset="-13593.75">14338 12830 56 0,'0'0'173'15,"-6"-7"-10"-15,6 7-11 0,0 0-9 0,-2-5-19 16,2 5-12-16,0 0-8 0,0 0-15 0,0 0-5 16,0 0-1-16,0 0-4 0,23 12-5 0,-13-5-7 15,-2 2 0-15,3 3-5 0,2 3-4 0,1 6-9 16,-1 1 5-16,-1-7 1 0,-3 4-7 0,2 4-2 15,1 0-7-15,-4-5 0 0,1-2-5 0,0 0-2 16,-2-2 9-16,1-1-4 0,-3-2 1 0,0-3-8 16,0 1 1-16,-1-3-6 0,1 2-1 0,-1-2-2 15,0-1 0-15,-4-5-2 0,7 7 8 0,-5-3 11 16,-2-4 13-16,5 3 1 0,-5-3-4 0,0 0-2 0,11-10-8 16,-4 1-3-16,-3-1-2 0,7-5-6 0,-3 0-1 15,4-8-3-15,-2 5 1 0,3-7-3 16,-2 0-2-16,1 1-5 0,-2-2 0 0,-3 2-2 15,3-1-1-15,-3 0 0 0,-3 4-2 0,4-2-2 16,-3 5 1-16,0 0-2 0,0 1-1 0,-1 6 3 16,-2 2-3-16,0 3-3 0,0-3-23 0,-2 9-30 15,4-10-23-15,-4 10-7 0,0 0-7 0,0 0-10 16,0 0-21-16,0 0-22 0,0 0-20 0,-1 34-22 16,-1-17-155-16,1 2-363 0,-1-2 161 0</inkml:trace>
  <inkml:trace contextRef="#ctx0" brushRef="#br0" timeOffset="-13332.78">14833 13043 99 0,'0'0'208'0,"0"0"-4"0,0 0-11 0,0 0-16 0,0 0-14 16,0 0-24-16,0 0-15 0,0 0-11 15,0 0-3-15,1 8-4 0,-1-8-6 0,0 16-7 16,-1-4-7-16,1-2-4 0,0 2-6 0,-1 5-1 15,1-5-5-15,0 3-6 0,0 1-7 0,0-4-3 16,0 1-6-16,0-1-23 0,0 1-2 0,0-1-4 0,1 0 1 16,0 0 1-16,-1 1-3 0,2-2-2 15,0 1-6-15,1-2-18 0,-2 0-12 0,0-1-23 16,1 1-20-16,-1-3-26 0,0 1-14 0,-1 1-27 16,0-4-22-16,2 3-9 0,-2-8-22 0,-2 13-91 15,1-8-297-15,1-5 133 0</inkml:trace>
  <inkml:trace contextRef="#ctx0" brushRef="#br0" timeOffset="-13090.92">14851 12994 156 0,'10'-7'159'0,"1"-1"-8"0,-1 4-9 0,0 0-10 16,-1-1-2-16,0 2-18 0,1 3-13 0,0 0-6 15,-3 1-7-15,-7-1-9 0,16 2-4 0,-11 0-7 16,0 1-7-16,-2 3-4 0,1 0-7 0,-2 0-8 16,0 3-1-16,-2-2-2 0,0-7-4 0,-4 19 0 0,0-7-9 15,0-4-1-15,-1-1-7 0,-2 1-15 16,1 2-22-16,-1 0-29 0,-2-2-23 0,1 1-29 16,2-2-25-16,-1 1-126 0,-2-1-272 0,3-3 121 15</inkml:trace>
  <inkml:trace contextRef="#ctx0" brushRef="#br0" timeOffset="-11984.59">15314 12796 107 0,'0'0'132'0,"0"0"-12"0,0 0-9 0,0-7-16 0,0 7-3 16,0 0-9-16,0 0-2 0,0 0-9 0,0 0 8 16,0 0-15-16,0 0-3 0,0 0-7 15,0 0-2-15,0 0-3 0,0 0-4 0,0 0-3 16,0 0-2-16,0 0-5 0,0 0 1 0,0 0-3 0,0 0-3 16,0 0-3-16,0 0 3 0,0 0-9 0,0 0 4 15,0 0-9-15,0 0 0 0,0 0 4 0,0 0 0 16,0 0-4-16,0 0-1 0,0 0-4 0,0 0 0 15,0 0 3-15,0 0-5 0,0 0-4 0,0 0-1 16,0 0 3-16,0 0-2 0,0 0 1 0,0 0 1 16,0 0-2-16,0 0 1 0,0 0-2 0,0 0-1 15,0 0 0-15,0 0-4 0,0 0 5 0,0 0-3 16,0 0 0-16,0 0 0 0,0 0-1 16,0 0-1-16,0 0 1 0,0 0 2 0,0 0 0 0,0 0-1 15,0 0-1-15,0 0-1 0,0 0 1 0,0 0 2 16,0 0-5-16,0 0 1 0,0 0-1 0,0 0 5 15,0 0-4-15,0 0-1 0,0 0 6 16,0 0-4-16,0 0-1 0,0 0 0 0,0 0 0 0,0 0 0 16,0 0 4-16,0 0 1 0,0 0-6 0,0 0-1 15,0 0 5-15,0 0-3 0,0 0 1 0,0 0 1 16,0 0-4-16,0 0 4 0,0 0-1 0,0 0 0 16,0 0 0-16,0 0 4 0,0 0-3 0,0 0-1 15,0 0 1-15,0 0 1 0,0 0 2 0,0 0 7 16,0 0-2-16,0 0 4 0,0 0 10 0,0 0-8 15,0 0 2-15,0 0 3 0,0 0-1 0,0 0 3 16,0 0-2-16,0 0-1 0,0 0-2 0,0 0 0 16,0 0-5-16,5-7 3 0,-5 7-6 0,0 0 0 15,0 0 0-15,0 0-4 0,-3-10 12 0,3 10-11 16,0 0 0-16,0 0-4 0,0-12 1 0,0 12 0 16,0-9 2-16,0 9 0 0,0 0 2 0,0-8 1 15,0 8-2-15,0 0 2 0,0-11 5 0,0 11 2 16,0 0-1-16,-2-8 1 0,2 8 1 0,0 0-1 15,2-9 1-15,-2 9-2 0,0 0 1 0,0 0-2 16,0-10 10-16,0 10-11 0,0 0 0 0,0 0-3 16,0 0-1-16,0 0-3 0,0 0 0 0,0 0 1 15,0 0-1-15,0 0-2 0,0 0 2 16,10 2-5-16,-10-2 5 0,0 0-3 0,0 0 0 0,7 16 0 16,-3-9 2-16,-2 2-2 0,0 0 6 0,3 3-1 15,-4 1 4-15,1 3-1 0,2 0 6 0,-2 1-3 16,0 1 3-16,-1 0-6 0,-1 0 4 0,1 0-1 15,-2 0-4-15,1 0 4 0,-1 2-3 0,1-1-2 16,0 0 0-16,1-2-1 0,0 1-1 0,-1-1 0 16,3 0-13-16,0-2-20 0,-2-3-22 0,1 4-20 15,2-1-20-15,-2 0-35 0,0-1-31 0,0 1-26 16,-2 1-151-16,-4 0-359 0,0-2 159 0</inkml:trace>
  <inkml:trace contextRef="#ctx0" brushRef="#br0" timeOffset="-10638.57">14126 12775 45 0,'7'-12'122'0,"-1"2"-6"0,-1 0 5 0,-3 3-10 0,2 1-12 15,2 3 6-15,-6 3-30 0,0 0 0 16,0 0 3-16,15 16-6 0,-11 1-9 0,1 13-2 0,-4 5-3 15,3 12-8-15,-4 11-5 0,-5 0 7 0,0 2-17 16,-4 24-25-16,1-25-25 0,3 22-34 0,-2-24-36 16,0-2-123-16,-1 1-224 0,1-2 99 15</inkml:trace>
  <inkml:trace contextRef="#ctx0" brushRef="#br0" timeOffset="-5830.67">6971 13836 6 0,'0'0'113'0,"-6"-10"11"0,3 3-4 16,-2 2-11-16,1-1-1 0,-1 0 3 0,0 1-4 15,0 0-18-15,-2 2-4 0,1-2 5 0,6 5-5 16,-10-7-6-16,2 7-1 0,8 0-9 0,-11-4-8 16,4 4-1-16,7 0-11 0,-15 6 4 15,6 1 1-15,2 2-3 0,-4 7 2 0,1 7-5 0,-2 2 0 16,0 4 0-16,1 0-1 0,5 2 1 0,-3 0-6 15,1 1 1-15,4 1-7 0,-2-1 1 0,2 0-6 16,2 0 2-16,-2-5-7 0,3 1 0 0,1-1-2 16,-2-2-6-16,4-6-2 0,-2 1-2 15,5-2 2-15,-7 3-2 0,4-3-3 0,-2 1 2 16,0 1-7-16,2-4-15 0,-2 3-19 0,-1-6-16 0,0 4-29 16,-3-1-35-16,1 2-27 0,0-2-21 0,-3 0-152 15,1 1-334-15,-3-3 149 0</inkml:trace>
  <inkml:trace contextRef="#ctx0" brushRef="#br0" timeOffset="-4784.43">6733 14217 121 0,'9'-6'148'16,"2"0"-10"-16,0 3-8 0,0 2-11 0,2 1-6 15,0 0-3-15,0 1-10 0,5 2-8 0,-3 4-5 16,2 0-9-16,-3 0-7 0,1 3-1 0,-5-2-5 16,-1-1-6-16,5 4-3 0,-5-3-9 0,0 2-3 0,1 0-5 15,-4-2-3-15,0-1-5 0,-2 3 5 16,-2-5-10-16,1 2 2 0,-3-7-6 0,0 12 1 16,0-12 2-16,0 8-2 0,0-8-6 0,2 6 2 15,-2-6-2-15,0 0 0 0,-5 7-2 0,5-7 0 16,0 0-1-16,0 0-2 0,0 0 2 0,0 0-16 0,0 0-1 15,-3-26-5-15,6 12-4 0,5-2-2 16,0-2-1-16,4-4-5 0,2-1 2 0,-1 0 1 16,5 3 3-16,-4-1 0 0,0 6 4 0,-4 3 0 15,0 2 1-15,0 1-1 0,-4 4 4 0,0 0-6 16,0 1-2-16,-6 4 9 0,10-3 0 0,-10 3-5 16,9 1 10-16,-9-1 9 0,6 11 5 0,-3-3 0 15,-2 3 14-15,0 1-3 0,1 3-1 0,-4 1 6 0,2 0-2 16,0 1 3-16,0-2-6 0,0-3-1 15,2 0 0-15,-2-2-6 0,1 2 3 0,1 0-3 16,3-3 3-16,0 1-9 0,1-1 3 0,-1 0 2 16,3-1-2-16,0-3-2 0,0 1-1 0,-2-3 0 15,2 0 0-15,0-3-1 0,-1 1 1 0,-7-1-6 16,16-3-2-16,-7 3-7 0,-3-3-6 0,-1-1 5 16,0 1-3-16,1-2-3 0,-6 5-6 0,3-13-7 15,-1 7-1-15,-4-5 2 0,1 0-3 0,-3-1 9 16,0-2 3-16,-2-1 0 0,-2 1-1 0,-1 0 9 15,2-1-9-15,-1-1 7 0,0 3 1 0,2-2-4 16,0 4 4-16,3 1-2 0,-1 0 2 0,2 1-4 16,2-1 1-16,0 10 0 0,1-12 4 0,1 6-10 15,4 2 5-15,1 4 4 0,3-4-3 0,1 4 6 16,0 1 3-16,2 4 3 0,2 3 0 0,2 1 5 16,1 2-7-16,-4 1 10 0,4 1-1 0,-4 0-1 15,-1 0 2-15,10 2-4 0,-11-4 3 0,0 3-4 16,-4-4 4-16,3 2-7 0,-3-3 2 0,-1 0 4 15,0-1 3-15,-2 0 1 0,0-4-3 0,-1 1 8 16,-4-5 4-16,5 8 14 0,0-5 6 0,-5-3 0 16,0 0 6-16,0 0-9 0,0 0-5 0,0 0 0 15,-19 3-2-15,19-3 1 0,-10-8-5 0,6 2-3 16,0 1 0-16,0-6-4 0,3 1-4 0,-2-3 1 16,3-5-3-16,0-1-3 0,3 0 2 0,2 0-5 15,4-6-2-15,-1 7-4 0,4 2 0 0,0-2 8 16,2 4-8-16,-1 3 1 0,-3 4-5 0,1 2-2 15,1 2 9-15,1 3-12 0,1 1 5 0,2 4 1 16,-2 4-1-16,3 3 1 0,-3 1-5 0,0 1 7 16,2 0-2-16,-4 1 0 0,-2 1-1 0,-1-1 1 15,-2 0 0-15,-1-3 1 0,-1-1 0 0,0 0 0 16,-2-3 5-16,-2 3-6 0,1-3 4 0,-2-2-1 16,0-6-2-16,-2 10 5 0,2-10-4 0,-6 8-1 15,6-8-4-15,-6 3 5 0,6-3-4 0,0 0 4 16,-9-1-7-16,9 1-6 0,0 0 4 0,-9-14 0 15,6 4 0-15,3 0-3 0,0-2-4 0,3-4 1 16,3-1 0-16,-1-1 0 0,2 1-2 0,1 1 3 16,0 2-1-16,-1 3 0 0,-1-1 1 0,3 4 2 15,-1 1-1-15,-1 2 2 0,5 2-1 0,-2 1 0 16,-1 2 3-16,2 3-2 0,-2 2 4 0,2 2 4 16,0 1-5-16,1 6 5 0,-2-2 4 0,1 2-4 15,0 0 6-15,-2 1-3 0,-1-1-3 0,0 1 5 16,0 1-1-16,-1-3 3 0,1 4-23 0,-2-7-29 15,1 2-40-15,-1-3-49 0,1 2-53 0,-1 1-157 16,-1-3-372-16,2-1 166 0</inkml:trace>
  <inkml:trace contextRef="#ctx0" brushRef="#br0" timeOffset="-4043.79">8282 14176 171 0,'11'-7'181'0,"0"0"-13"0,-1-2-14 15,6 1-15-15,-1-2-9 0,-1 1-19 16,1 0-2-16,-1 0-11 0,-2 1-9 0,-2-1-6 16,-1 0-6-16,1 3-5 0,-3-4-4 0,2 2-7 0,-4 0-6 15,1-1-4-15,-2 4-2 0,-4-3 1 0,2 1-6 16,-2 7 6-16,-1-13-11 0,1 13 1 15,-5-12-1-15,0 6-2 0,1 1-4 0,4 5 0 16,-17-4-5-16,9 2-3 0,-1 2 9 0,-2 3-1 16,-3 1-2-16,0 4 0 0,0 5 3 0,-5 4-2 15,4-4-1-15,6 6 0 0,-3 2-3 0,0 2 2 0,5-5 0 16,1 0-3-16,2-1-3 0,4-1 0 16,0 0-1-16,1-5-5 0,4 0-2 0,0 1 0 15,4 0 0-15,7 0-2 0,-1-5 3 0,3 1-2 16,1-2-2-16,0-4-3 0,4-1-1 0,4-1 3 15,-4 0-1-15,-2-3-5 0,5-1 2 0,1-3-2 16,-6 1-5-16,3-4-2 0,-2 3-2 0,-2-2-2 16,4-4 1-16,1 1-1 0,-9 1-1 0,0-1-1 0,-1 1 0 15,-1-3 0-15,0 1-2 0,-5-1 1 16,1-2-1-16,-1 2 8 0,-1 0-8 0,-3 3 2 16,-1 1 1-16,0 1 0 0,-3 1 7 0,0 2 7 15,-1 6-1-15,3-12 2 0,-3 12 0 0,-8-8-2 16,8 8 2-16,-9-2-1 0,9 2 1 0,-18 7 3 0,8 0 7 15,-4 2-7-15,0 1 4 0,1 2-4 0,-1 0-1 16,1 2 1-16,2-1-3 0,3-1-1 16,2-2-3-16,1 3 2 0,1-3-1 0,1 0-1 15,1 2 0-15,2-2 1 0,0-1-2 0,1 0 7 16,1 2-8-16,0-5 1 0,2 3-2 0,1-1 1 0,0-1-2 16,1 1-1-16,0 0 2 0,2-1-5 0,0 1 6 15,-2-1-3-15,4 3 2 0,-2-3 1 16,0 3 1-16,5 3-4 0,-4-1-2 0,0 3 4 15,-2 0-3-15,3 3 4 0,-3-2-2 0,-2 2-1 16,1 5 0-16,-2-4 1 0,0 2-2 0,0 3 1 16,-3-5 0-16,0 6 0 0,1-5 0 0,-1-1-2 0,0-1-1 15,2-2-1-15,-2-5 2 0,0 1 1 16,1-3 2-16,0-1-3 0,0-1 4 0,-1-2-1 16,-1-5 0-16,1 10 2 0,-1-10 3 0,1 7-4 15,-1-7-2-15,0 0-14 0,0 0-26 0,0 0-29 16,0 0-26-16,0 0-30 0,14-22-33 0,-9 11-29 15,1-6-31-15,-3 0-144 0,1 1-390 0,3-4 173 16</inkml:trace>
  <inkml:trace contextRef="#ctx0" brushRef="#br0" timeOffset="-3694.79">8896 13792 28 0,'0'0'227'0,"0"0"-15"16,9 26-8-16,-7-14-14 0,0-1-9 0,-1 5-14 15,0-4-11-15,2 0-12 0,-3 0-12 0,1-1-16 16,1-2-6-16,1 0-9 0,-2-1 3 0,0-4-16 16,-1-4 2-16,2 10 6 0,-2-10 9 0,2 8 0 15,-2-8 0-15,0 0-4 0,0 0-9 0,0 0-11 16,0 0-6-16,0 0-11 0,0 0-4 0,8-27-7 15,-4 15-5-15,2-5-6 0,2 0-3 0,-2 0-8 16,2 2-2-16,0-5-4 0,2 4-3 0,-1 2-6 16,-1 3-3-16,-2 1 3 0,0 2-7 0,2 1-9 15,-2 3 2-15,-6 4-2 0,14-1 1 0,-14 1-3 16,18 7-7-16,-10 2-11 0,-2 1-9 0,3 7-23 16,-1-2-16-16,0 11-25 0,0 0-38 0,0 1-42 15,0 2-53-15,2-2-27 0,-4 3-151 0,2-2-438 16,2-1 193-16</inkml:trace>
  <inkml:trace contextRef="#ctx0" brushRef="#br0" timeOffset="-3459.97">9540 14064 212 0,'-2'-7'257'0,"4"0"-2"0,-2 7-7 0,-2-11-15 16,2 11-27-16,-1-8-19 0,1 8-22 0,0 0-18 15,0 0-15-15,0 0-14 0,0 0-3 16,0 0-8-16,3 30-8 0,-2-14-12 0,-1 0-8 16,0 2 4-16,0 1-8 0,-1 0-18 0,1-1-1 0,-2 1-9 15,1-3-5-15,1 1-5 0,0-1-9 16,0-1-31-16,0 1-26 0,0-3-47 0,-2-1-45 16,0-1-64-16,-1-1-50 0,0 0-170 0,-1-1-437 15,4-9 195-15</inkml:trace>
  <inkml:trace contextRef="#ctx0" brushRef="#br0" timeOffset="-3278.23">9421 13939 14 0,'-3'-9'196'0,"3"9"-26"16,0 0-13-16,-2-12-21 0,2 12-15 0,0 0-17 15,0 0-37-15,0 0-34 0,0 0-43 0,0 0-44 16,0 0-33-16,17 21-55 0,-12-16-152 0,1 3 67 16</inkml:trace>
  <inkml:trace contextRef="#ctx0" brushRef="#br0" timeOffset="-3055.27">9709 13985 173 0,'6'4'212'0,"3"-2"-8"0,-2 1-4 15,1 2-3-15,4 4-15 0,-5 0-13 0,4 2-12 16,0 2-13-16,-2 2-9 0,-1 0-11 0,1 3-13 16,-4-3-11-16,0 3-3 0,-4 0-4 0,0 1-8 15,-2 7-10-15,-2-7-8 0,0 6-5 0,-6-3-5 16,1-3-7-16,0 0-3 0,-6 3-6 0,3-1-7 16,-2-4-19-16,2-2-10 0,-2 0-17 0,-1-1-25 15,1 2-24-15,0-3-33 0,0-1-15 0,2 1-27 16,0-6-30-16,3 1-28 0,-1-3-145 0,-1 0-365 15,1-1 162-15</inkml:trace>
  <inkml:trace contextRef="#ctx0" brushRef="#br0" timeOffset="-2834.05">9329 14172 4 0,'-14'7'212'0,"9"0"2"0,1 5-8 16,0-1-12-16,0 6-14 0,2 1-16 0,0-1-8 16,2 2-19-16,-1 0-8 0,1 0-15 15,3 2-9-15,1-3-8 0,2 1-8 0,-1-2-13 0,1-1-5 16,5 0-18-16,-2-4-27 0,0 1-41 0,-1-4-55 16,3-1-62-16,-2-2-54 0,-2 0-118 0,2-1-330 15,-1-3 146-15</inkml:trace>
  <inkml:trace contextRef="#ctx0" brushRef="#br0" timeOffset="-2625.18">9550 13844 11 0,'-4'-8'266'15,"4"8"-25"-15,-1-8-24 0,1 8-22 0,0 0-19 0,0 0-20 16,-1-9-19-16,1 9-27 0,0 0-28 0,0 0-25 16,0 0-47-16,0 0-54 0,0 0-55 15,16 12-154-15,-16-12-274 0,10 8 122 0</inkml:trace>
  <inkml:trace contextRef="#ctx0" brushRef="#br0" timeOffset="-1528.78">12909 9131 39 0,'-3'-7'89'15,"3"7"-14"-15,0 0-11 0,0 0-24 0,0 0-21 16,0 0-21-16,0 0-52 0,0 0-59 0,0 0 26 0</inkml:trace>
  <inkml:trace contextRef="#ctx0" brushRef="#br0" timeOffset="471.41">11063 14051 57 0,'0'0'136'16,"0"0"-15"-16,0 0-7 0,0 0-5 0,0 0-16 15,0 0-5-15,0 0-12 0,24-8-6 0,-6 4 3 0,2-1-8 16,5-2-8-16,4 0-10 0,0 2-19 15,-1-2-14-15,1 0-31 0,-1 0-35 0,-7 2-14 0,1 2-29 16,-5 1-58-16,-5-1-166 0,-2 3 73 16</inkml:trace>
  <inkml:trace contextRef="#ctx0" brushRef="#br0" timeOffset="855.26">11282 14004 86 0,'0'7'134'0,"-4"3"3"0,3 3 0 0,1 2-4 0,0 4-5 16,0 0-5-16,1 8-12 0,3-1-7 0,-4 0-6 15,2 0-11-15,2-7-10 0,-3 0 0 16,2 0-9-16,-1-1-8 0,2-3-4 0,0 2-7 16,0 1-3-16,-1-7-6 0,-1 1-4 0,2-3-2 15,-3 1-6-15,4 0-1 0,-5-4-3 0,2 1-1 16,-1 0-6-16,-1-7-9 0,1 8-8 0,-1-8-4 15,-1 10-2-15,1-10-9 0,-9 5-5 0,9-5-8 16,-12 2 0-16,2 0-3 0,-1-2 6 0,-2 0 2 16,2 0 0-16,-3-1 0 0,1 0 5 0,1 0 0 15,-1 0 3-15,3 0 2 0,10 1 7 0,-17-2 3 16,12 1 6-16,5 1 2 0,-8-1-4 0,8 1 0 16,0 0 2-16,0 0 3 0,0 0 4 0,0 0-3 15,0 0 3-15,0 0-4 0,0 0-1 0,33 2 6 16,-15-3 4-16,2 2-10 0,3-3 2 0,5-1-10 15,3-1-16-15,-3 1-20 0,3 0-23 0,-1 0-25 16,-1 1-10-16,0-2-13 0,-9 3-5 0,2-3-87 16,-4 1-220-16,1 1 98 0</inkml:trace>
  <inkml:trace contextRef="#ctx0" brushRef="#br0" timeOffset="1064.58">11633 14343 125 0,'0'0'10'16,"3"-11"8"-16,-2 5 7 0,-1 6 13 0,1-14 5 15,-1 6 6-15,0 8 7 0,-1-13 10 0,1 6 12 16,0 7 13-16,0-12 3 0,0 12 5 0,-2-10-1 15,2 10-11-15,0 0-6 0,0 0-9 0,1-8-3 16,-1 8-12-16,0 0 27 0,0 0 1 0,0 0-5 16,10 25-7-16,-10-13-1 0,2 4-3 0,-2 2-5 15,2 0-3-15,0 0-7 0,-2 0-1 0,3 1-7 16,0-1-4-16,-1 0-6 0,-1 0-3 0,2-1-2 16,-2-1-8-16,3 1-12 0,0-2-28 0,-3-2-21 15,0-4-33-15,1 2-39 0,-1-2-19 0,0-2-13 16,-1-1-15-16,3 2-95 0,-3-8-272 0,0 0 120 15</inkml:trace>
  <inkml:trace contextRef="#ctx0" brushRef="#br0" timeOffset="1341.37">11703 14286 84 0,'12'0'192'15,"-1"-2"-8"-15,1 4-18 0,0 2-1 0,-1 2-10 16,-1 0-11-16,2 1-10 0,0 2-14 0,0 5-6 16,-2-6-7-16,-1 6-5 0,0-2-7 0,-3-1-8 15,-1 3-7-15,-1 2-7 0,-1-5-7 0,-6 6-5 16,1-2-3-16,-2-3-7 0,-1-1-3 16,-3 4-8-16,3 2 2 0,-4-1-6 0,-5-1-2 0,1 1-5 15,-1-2-2-15,1 2-1 0,-3-5-6 0,3 0-7 16,-1 0-18-16,1-5-19 0,4-1-22 15,-2-1-28-15,5 0-24 0,-1-1-57 0,1-3-40 16,6 0-131-16,-10 2-354 0,10-2 157 0</inkml:trace>
  <inkml:trace contextRef="#ctx0" brushRef="#br0" timeOffset="1516.33">12111 14295 56 0,'12'-5'152'0,"-1"1"-16"0,2 0-10 0,0 2-22 15,1 1-43-15,-2-1-32 0,1 2-53 0,0 2-83 0,-6 1-116 16,-1-1 52-16</inkml:trace>
  <inkml:trace contextRef="#ctx0" brushRef="#br0" timeOffset="1685.05">12106 14460 138 0,'-4'3'250'0,"4"-3"-6"0,0 0-15 15,0 0-19-15,0 0-22 0,0 0-18 16,0 0-18-16,0 0-18 0,0 0-13 0,0 0-17 16,0 0-32-16,30-11-30 0,-18 7-35 0,7 1-37 15,-1-3-52-15,0 2-46 0,3-1-27 0,-2 1-123 16,-1-1-301-16,2 0 133 0</inkml:trace>
  <inkml:trace contextRef="#ctx0" brushRef="#br0" timeOffset="2032.03">12628 14194 185 0,'0'0'200'0,"-2"-8"-19"15,2 8-11-15,0 0-6 0,0 0-6 0,0 0-3 16,-14 15-2-16,7-7-5 0,1 8-8 0,1 0-10 15,-3 1-13-15,2 1-9 0,2-2-11 0,2 1-9 16,1 0-5-16,1 0-7 0,0-6-6 0,1 5-7 16,1-4-6-16,5-2 1 0,0 0-5 0,4-1-6 15,1-4-3-15,5-2 2 0,3 1-7 0,0-1-4 16,1-2 0-16,1-2 6 0,5-4-12 0,-7 0-5 16,7-3-2-16,0-2 0 0,-6 3-3 0,-4-2-2 15,4 0-1-15,-8-3 1 0,3 0 4 0,-1 0-9 16,-3-2 1-16,-3 0-3 0,-5 3 2 0,-2-5-3 15,-2-2 5-15,-6 2-3 0,-1 0-1 0,-7 0-3 16,-7-2-1-16,-2-1-3 0,-9 6 0 0,1 2 2 16,-3 4-6-16,-2 2 2 0,-1 2-1 0,2 4 1 15,-3 5 7-15,2 1-7 0,3 5-22 0,1 3-23 16,3 2-30-16,4 0-43 0,2 3-56 0,12-4-65 16,1 1-193-16,4 1-468 0,2-1 208 0</inkml:trace>
  <inkml:trace contextRef="#ctx0" brushRef="#br0" timeOffset="8093.35">10029 14217 4 0,'0'0'91'0,"-1"-10"-3"0,1 10-6 0,0 0 0 15,0 0-2-15,-1-9-11 0,1 9 4 0,0 0-15 16,-3-10 10-16,3 10-9 0,0 0 4 0,0 0-2 16,0 0-7-16,0 0-1 0,0 0-8 0,0-9 0 15,0 9-11-15,0 0-4 0,0 0-1 0,0 0 1 16,0 0-3-16,0 0-4 0,0 0 1 0,0 0-1 15,0 0-2-15,0 0-2 0,0 0 3 0,18 16-11 16,-13-10 4-16,-1 2 12 0,4 0-16 0,-5 1 4 16,1 2-2-16,0 1 1 0,0 0-8 0,0 0 1 15,0 1 0-15,-2 0 5 0,5 4-4 0,-5-6-3 16,1 3-4-16,1 2 10 0,-2 0 4 0,-1 0-2 16,1-5-10-16,0 5 0 0,0-4-1 0,-2 0-1 15,0 2 2-15,2 1 1 0,-3-3-3 0,3 0 1 16,-2-1-16-16,2-3-5 0,-2 4-4 0,1-4-13 15,-1 0-12-15,4-3-22 0,-4-5-15 0,0 13-13 16,0-8-98-16,0-5-212 0,-4 12 94 0</inkml:trace>
  <inkml:trace contextRef="#ctx0" brushRef="#br0" timeOffset="8395.65">10049 14175 81 0,'7'-8'96'16,"1"1"-3"-16,-1 2-8 0,2 2 1 0,0 1-9 16,2 1 0-16,-2 1-7 0,2 1-2 0,-2 2-2 15,-1-1-1-15,-2 3-9 0,2 2-2 0,-3 1-6 16,1-1-5-16,-1 1-6 0,-1 3-5 0,-1-3 1 15,-1 4 2-15,0-2-7 0,1 2-4 0,-3-4 0 16,0 2 2-16,0-1-1 0,-1 3 0 0,-1-2-14 16,-1-1 0-16,1 1-1 0,-2-1-6 0,0 1-19 15,0-1-9-15,0-3-20 0,-1 3-19 0,0-1-25 16,1-1-19-16,-2 0-69 0,1 1-188 0,-1-2 83 16</inkml:trace>
  <inkml:trace contextRef="#ctx0" brushRef="#br0" timeOffset="9025.78">10298 14273 34 0,'0'0'142'0,"0"0"-8"0,0 0-2 0,0 0-3 15,2 17-8-15,-2-9-14 0,0-8-7 0,-2 18-13 16,0-9-1-16,1 0-8 0,0 0-8 0,1 2-13 15,0-2 2-15,0 0-13 0,2-4-1 0,0 3-4 16,0-2-9-16,-2-6 7 0,7 11-8 0,-4-8 5 16,3 3-7-16,-1-4-6 0,-5-2-2 0,10 3 8 15,-3-3-14-15,-7 0-2 0,12-2 3 0,-5 0 2 16,1-1-4-16,-8 3-5 0,12-6 2 0,-6-2 0 16,-1 4-2-16,-1-2 2 0,3-2-7 0,-5 1 6 15,1 0-3-15,1 1-1 0,-2-4-3 0,-1 3 3 16,-1 7-2-16,4-12 4 0,-2 6-2 0,-2 6 0 15,1-9 9-15,-1 9-16 0,1-6 9 16,-1 6-6-16,0 0 0 0,0 0 0 0,0 0 0 16,0 0 1-16,0 0-4 0,0 0 3 0,0 0-5 0,10 19 5 15,-7-9-1-15,-1-5 0 0,0 1-1 0,0 1-2 16,2-1 5-16,1 0-3 0,-1 1 5 16,5 0-7-16,-4-2 2 0,1-1 7 0,3 0-5 15,3-2 6-15,-3 2-9 0,-1-4 5 0,3-2-2 16,-2-1-1-16,3 0 3 0,0-3 1 0,-3 1-1 15,0-2-3-15,3 0 4 0,-2 0 1 0,-2-3 1 16,-2 1 1-16,2-3-8 0,-5 1 4 0,3-4 6 0,-3 4 0 16,0-5 0-16,-2 3-3 0,2-4 5 0,-2 2-1 15,-1 0-2-15,3-2 5 0,-6 0-4 16,3 0 4-16,0 2 5 0,-1 2 0 0,0 2 0 16,-1 0-7-16,2 1-1 0,0 10 0 0,0-13-3 0,0 13 0 15,2-9 2-15,-2 9-2 0,0 0 0 16,0 0-5-16,0 0 10 0,15 16 1 0,-13-3-2 15,2-2-2-15,1 6 6 0,-2 2 4 0,1 5-5 16,0-5-1-16,-2 1-2 0,-1-1 5 0,1 0-4 16,-2-1 0-16,0 0-2 0,0 2-5 0,0-4 3 15,0 0-11-15,1 1-19 0,-1-4-29 0,1-1-28 0,-1-2-43 16,1 2-36-16,-2-2-31 0,0-1-116 0,-3 0-329 16,-1-1 146-16</inkml:trace>
  <inkml:trace contextRef="#ctx0" brushRef="#br0" timeOffset="9188.43">10662 14224 59 0,'6'-3'96'15,"2"0"-12"-15,-2 2-31 0,-6 1-19 0,0 0-33 16,13 5-56-16,-12 0-59 0,-1-5 26 0</inkml:trace>
  <inkml:trace contextRef="#ctx0" brushRef="#br0" timeOffset="9414.54">9829 14808 84 0,'0'0'183'0,"0"0"-12"15,0 0-13-15,-11 12-15 0,5-2-12 0,-5 5 16 16,-2 9-20-16,-5 5-41 0,-1 0-38 0,-4 2-58 16,-4 6-62-16,-1 3-128 0,7-12-215 0,-2 0 95 15</inkml:trace>
  <inkml:trace contextRef="#ctx0" brushRef="#br0" timeOffset="23427.16">16193 15134 1115 0,'-12'-16'19'15,"3"1"35"-15,2 1 11 0,0 4 33 0,0 0 10 16,2 1-11-16,-1 0-13 0,1 2-11 0,1-1-1 16,2 4 4-16,2 4-1 0,-5-10-4 0,5 10-10 15,-5-7-7-15,5 7-9 0,0 0-2 0,0 0 1 16,0 0 2-16,18 16-3 0,-9-2-1 0,-1 1 0 15,7 8 2-15,-3 2 7 0,1-2-8 0,-4-4-4 16,1 4-4-16,0 2 1 0,1-1 6 16,-2 1-9-16,-2 0-2 0,-2-7-6 0,1-1 0 0,0 0-3 15,-1-2-3-15,-4-4-2 0,4 0 0 0,-1-2 5 16,0 1 20-16,-1-3 0 0,0-2 1 0,-3-5-4 16,4 7 12-16,-4-7 10 0,4 5 9 0,-4-5-3 15,0 0-6-15,0 0-7 0,14-9-6 0,-7 0-1 16,0-5-2-16,5-2-7 0,-5-3-6 0,2 3 7 15,3-10-9-15,2 3-5 0,-2-2 0 0,0 3-11 16,1-4 4-16,1 0-4 0,-4 3 2 0,3 0-2 16,-4 4 0-16,1 1-4 0,-2 3 2 15,-4 3-3-15,2 0-6 0,-1 4-8 0,-2 0-10 16,-1 4-33-16,-2 4-31 0,5-10-27 0,-5 10-11 16,0 0-3-16,0 0-22 0,0 0-35 0,0 0-17 0,0 0-21 15,-1 32-15-15,0-18-181 0,1 3-444 0,0-4 196 16</inkml:trace>
  <inkml:trace contextRef="#ctx0" brushRef="#br0" timeOffset="23707.16">16586 15287 67 0,'0'0'218'0,"0"0"-8"0,0 0-11 0,0 0-18 15,0 0-16-15,4 6-9 0,-4-6-1 0,0 7-6 16,0-7 1-16,1 16-6 0,-1-4-5 0,2-1-9 15,-4 6-8-15,2-3-2 0,2 3-8 0,-2-2-4 16,0 1-6-16,0 0-9 0,1 1-9 0,-1-4-8 16,1 3-7-16,-2-5-6 0,2 3-6 0,1-1-7 15,-2-1-4-15,1-1-4 0,-1 2-3 0,1-4-2 16,-1-2-3-16,-1 3-4 0,2-1-1 0,0-4-6 16,-1-5-3-16,3 13-4 0,-2-7-11 0,-1-6-18 15,3 9-18-15,-3-9-18 0,1 8-18 0,-1-8-26 16,2 5-25-16,-2-5-29 0,0 0-22 0,0 0-21 15,0 0-31-15,0 0-170 0,0 0-423 0,0 0 188 16</inkml:trace>
  <inkml:trace contextRef="#ctx0" brushRef="#br0" timeOffset="23963.57">16608 15234 112 0,'9'-12'217'0,"-1"3"-12"0,-1 0-14 16,4 3-13-16,0 1-14 0,-1 1-7 0,1 1-14 16,-1 5-9-16,-1-2-11 0,2 1-2 0,-1 3-13 15,-1 0-5-15,0 1-12 0,-1 1 3 16,-3-1-8-16,-1 3-10 0,-3-3-1 0,3 4-8 16,-4 0-8-16,-1 1-4 0,-3 2-4 0,0-1-4 0,-1 6-8 15,-4-4-1-15,1 1-3 0,1 0 0 16,-5 0-9-16,2 0-22 0,-3-2-23 0,-1-1-33 15,4-4-37-15,-5 2-34 0,4 0-69 0,-1 1-202 16,-1-6-425-16,1 1 188 0</inkml:trace>
  <inkml:trace contextRef="#ctx0" brushRef="#br0" timeOffset="24135.57">16704 15307 153 0,'0'0'173'16,"0"0"-10"-16,4-9-36 0,-4 9-50 0,0 0-44 15,0 0-66-15,0 0-83 0,0 0-125 0,0 0 56 16</inkml:trace>
  <inkml:trace contextRef="#ctx0" brushRef="#br0" timeOffset="26328.6">11673 15520 44 0,'0'0'167'0,"0"0"-18"0,0 0-4 0,0 0-1 16,0 0 3-16,0 0-3 0,4 47-6 0,-4-15-4 15,0 16-4-15,0-1-7 0,-4 4-10 0,2-1-13 16,0 3-3-16,1-4-13 0,-2-2-8 0,3-1-6 16,1-9-12-16,1-2 1 0,1 10-7 0,-3-14-3 15,2 1-8-15,0-1-30 0,1-2-9 0,1 0-24 16,1-2-30-16,2-4-43 0,0 3-42 0,-2-10-44 15,-2-1-118-15,2-2-323 0,0-6 143 0</inkml:trace>
  <inkml:trace contextRef="#ctx0" brushRef="#br0" timeOffset="27401.16">11677 15103 63 0,'26'-17'104'0,"3"4"-15"0,6-1 12 16,15-7-16-16,1 6-14 0,3-1 9 0,5 1-10 15,6 0-2-15,23-7-11 0,-27 7-5 0,26-5 0 16,1 2-1-16,-2-1-4 0,10-1-6 0,1-3 4 15,9 3-6-15,7-2-1 0,-1-4-2 0,3 3-12 16,0-1-1-16,6-1 2 0,0 2-5 0,7 0 2 16,2 3-4-16,-2 1-5 0,-4-2-2 0,-5 7 1 15,7-3 0-15,-1 2 2 0,4-1-3 0,-1 5-4 16,2-2-1-16,-3 3-5 0,2 0 9 0,-8-5-8 16,2 8 0-16,1-5-3 0,-3 5 7 0,-1-3-3 15,-3 7 2-15,0-3-4 0,-7 1 6 0,0-2-7 16,-1 3 8-16,-3 0-7 0,0 3 4 0,-3-2-4 15,-3 1 3-15,-7 2-3 0,2-5 5 0,-29 5-10 16,29 0 8-16,-4 0-2 0,-26 0-1 0,27 0-1 16,-28 2 8-16,0 1-2 0,1-3-3 0,0 3 0 15,-1-3-3-15,-4 3-3 0,3 1 6 0,-6-1 0 16,0-1-6-16,-3 0 3 0,1 1-3 0,-5 0 7 16,-12 2-3-16,-2-1 2 0,-2-4-3 0,-1 5 3 15,-3 1 0-15,-3-1-4 0,-5-1-1 0,-3 0 2 16,-1 0 0-16,-6 0-4 0,0-1 2 0,-3 3-1 15,-2-2 4-15,-7-4-3 0,10 9-2 0,-4-3 0 16,-2 0 4-16,-4-6-3 0,3 15 7 0,-2-2 4 16,0 3 7-16,-1 1-4 0,0 1 7 0,-1 7-6 15,0 1 10-15,1 3-6 0,-2 2 9 16,0 2 0-16,1 2 4 0,-1 12-1 0,-3-2 5 0,4-9-5 16,-4 12 9-16,4-3 0 0,-2-12 4 0,2 0-5 15,-1 2-2-15,0-3 0 0,2 14 4 0,-3-15-7 16,2 5-1-16,-2 0 2 0,3 1 3 0,2 8 0 15,-1-9 3-15,5 7 3 0,-2-8-7 16,1-1-2-16,3-3-5 0,0 4 1 0,-3-3-2 16,1 0-1-16,-1 0-1 0,2 0-5 0,-1-2-3 15,-1 2 1-15,2-4-1 0,-2-1-2 0,-3-3 1 16,5 2-2-16,-4-2 2 0,0-4-4 0,0-1 1 16,-2 0-4-16,-1-2 1 0,-1 0-3 0,1-1 4 0,-2-5-1 15,1 0-4-15,-3 5 4 0,-2-1-3 16,-2-5 4-16,-5 2-4 0,-1 1 0 0,-2-2 0 15,-1 1 2-15,-5 1-2 0,-5-3-5 0,6-4 4 16,-7 3-1-16,-2-2-6 0,-3 4 5 0,-17-2-11 16,2 1 5-16,-7-1-5 0,-3 2 5 0,-4 0-6 15,-2-1-1-15,-27 0-2 0,3 3 6 0,24-4-6 16,-27 2 5-16,3 2-4 0,1 1 3 0,-4-2-1 16,-1 0-2-16,0 5-1 0,-4-2 5 0,-4 1 2 15,-7 0-4-15,-1 1 2 0,-2 0 1 0,-4 1-1 16,5 2 3-16,-4 2 0 0,-2-6-2 0,-4 4 2 15,-6 0-1-15,-1 0-2 0,0 1 6 0,-5-1-7 16,1 1 6-16,-3-4-5 0,-6-2 5 0,-1 6-1 16,1-2 2-16,0-3-5 0,2 0 7 0,-7-2-3 15,0-2 2-15,0 5-3 0,1-4 9 0,1 3-2 16,3-4 4-16,9 1 1 0,-8-2-2 16,8 2-1-16,3-7-2 0,11 5 2 0,2-5 3 15,13-3-1-15,4 5 1 0,-1-10-3 0,3 0 5 0,30 0-2 16,-2 4 4-16,1-6-7 0,2 0 6 0,5-1 5 15,2 1-4-15,7-3 0 0,-1 1 2 0,18-1-3 16,4 0-1-16,-1 0 0 0,11-1-2 0,1 1-2 16,6 1 3-16,3-1-10 0,-1-1-14 15,7 1-23-15,3 7-15 0,0-18-22 0,0 18-22 16,17-22-31-16,-3 7-24 0,4 5-33 0,2-4-149 16,-1 2-359-16,8-2 159 0</inkml:trace>
  <inkml:trace contextRef="#ctx0" brushRef="#br0" timeOffset="151779.04">13867 15188 95 0,'0'0'124'16,"0"0"-14"-16,0 0-11 0,0 0-9 0,0 0-1 15,0 0 7-15,0 0 0 0,0 0-8 0,12 34 3 16,-5-19-18-16,-3 4-1 0,3 1-1 0,2 3-7 16,-2 2-2-16,3-1-4 0,-5-5-5 0,2-1 19 15,0 6-3-15,-2-7-9 0,-1 1-3 0,2-1-7 16,-1-1-2-16,-1 0-3 0,4-1-2 0,-4 1-4 15,0-4 1-15,1-1-10 0,-1 1-1 0,-2-2-5 16,3 0 0-16,-1-1-5 0,-1-4 1 0,-1 1-1 16,0 0-3-16,-2-6 0 0,5 8-2 0,-5-8 4 15,4 5 9-15,-4-5 7 0,0 0 4 0,0 0 0 16,0 0-2-16,14-11-2 0,-12 1 1 0,3-1-6 16,-1-3 0-16,3-1-5 0,-3-5-2 0,0 1-2 15,4-9-1-15,-2 1-5 0,1-1 2 0,-3-2-2 16,2 1-3-16,-2 2 2 0,2-1-4 0,0 2 1 15,-3 0-2-15,1 0 0 0,0 7-5 0,-1 0 0 16,4 2 2-16,-3 2-1 0,-1 3-1 0,-1 3-1 16,0 2-2-16,0-1-7 0,2 2-20 0,-4 6-17 15,0 0-4-15,3-6-2 0,-3 6-33 0,0 0-30 16,0 0-24-16,0 0-27 0,2 29-24 0,-2-13-117 16,0 0-331-16,2 0 146 0</inkml:trace>
  <inkml:trace contextRef="#ctx0" brushRef="#br0" timeOffset="152235.15">14395 15335 107 0,'0'0'202'0,"0"0"-11"0,0 0-13 15,0 0-12-15,-24 0-15 0,24 0-12 0,-16 13-9 16,7-5-6-16,-5 6-15 0,4 2 3 0,-1 0-8 0,0 7-11 15,1 1-5-15,1 0-11 0,1 1-5 16,2-6-9-16,2-1-1 0,0 1-9 0,1 0-6 16,5-1-7-16,-1 0-1 0,0 0-4 0,0-2-4 15,1-5-1-15,2 1-7 0,2 1 1 0,0-4-3 16,-2 0 1-16,3-1-4 0,-3-2-2 0,2-1 1 16,0-1-3-16,1-1 4 0,-1 0-2 0,-6-3-1 15,9 1-2-15,-9-1-1 0,12-4-4 0,-12 4 5 16,11-7-3-16,-7 0 1 0,-2 4 1 0,4-4-7 15,-4 1 0-15,2-3 2 0,-4-2-2 0,5 1 0 16,-2 0-2-16,-2 0 4 0,3 1-4 0,-2-2-1 16,1 4 0-16,0 2 1 0,-2-3-1 0,-1 8-3 15,4-10 1-15,1 5-1 0,-1 0-3 0,-4 5 3 16,7-4 1-16,-7 4-1 0,9 0-1 0,-9 0-2 16,12 4 1-16,-8 1 1 0,1 0-3 0,-3 0 2 15,4 4 0-15,0 0 2 0,-5 1 2 0,6-1-4 16,-3 3 1-16,-1-2-1 0,-1 3 2 0,0-2 0 15,2 0-6-15,-3 1-20 0,0-1-13 0,1 2-16 16,-1-3-29-16,-2 2-34 0,2-3-44 0,-1 1-31 16,0 0-147-16,0-3-370 0,0-1 165 0</inkml:trace>
  <inkml:trace contextRef="#ctx0" brushRef="#br0" timeOffset="152584.16">14755 15380 47 0,'-4'-5'199'0,"4"5"-14"15,-11-5-15-15,3 5-16 0,8 0-15 16,0 0-14-16,-18 6-10 0,9 1-12 0,3 2-9 16,-3 6-12-16,5-4-7 0,-1 2-4 0,1 3-9 15,0 0-7-15,3-4-8 0,1 3-2 0,4-3-6 16,-2 1-2-16,3-2-9 0,-1 0 1 0,3 0-4 15,-2 1 0-15,-1-2-5 0,5-1-1 0,-2 1 0 16,0-2-2-16,-1 0-5 0,3-1-1 0,-6-1-2 16,3-1-1-16,-1 1 2 0,-1-1-6 0,0 1-1 15,1-2-6-15,-5-4 6 0,5 7-12 0,-5-7 6 16,2 7 5-16,-2-7-3 0,0 0 4 0,-6 12 0 16,2-9 0-16,-2 3-6 0,1-1 1 0,-5-1 2 15,0 2 6-15,2-1-8 0,-1 0 4 0,-3-1-10 16,1 0-15-16,2 0-26 0,0 0-20 0,-2-2-33 15,5 1-37-15,6-3-143 0,-13 1-306 0,13-1 135 16</inkml:trace>
  <inkml:trace contextRef="#ctx0" brushRef="#br0" timeOffset="152805.67">15326 15349 2 0,'0'0'268'0,"0"0"2"16,0 0-13-16,-6-21-10 0,6 21-16 16,0 0-25-16,0 0-21 0,0-15-17 0,0 15-21 15,10-6-10-15,-1 1-14 0,1 1-16 0,2 1-9 16,1 1-11-16,2-1-19 0,2 0-34 0,-1 5-28 16,-3-2-40-16,-13 0-44 0,26 2-41 0,-16 2-39 15,-10-4-26-15,21 7-21 0,-15-2-106 0,-6-5-336 16,5 11 149-16</inkml:trace>
  <inkml:trace contextRef="#ctx0" brushRef="#br0" timeOffset="152947.37">15298 15486 29 0,'0'0'209'16,"-9"4"0"-16,9-4-6 0,0 0-15 0,0 0-17 16,0 0-6-16,0 0-19 0,0 0-12 0,0 0-12 15,0 0-13-15,46-4-7 0,-24 3-28 0,6-8-48 16,4 0-73-16,1 0-77 0,-1 0-162 15,0 0-311-15,-1-3 138 0</inkml:trace>
  <inkml:trace contextRef="#ctx0" brushRef="#br0" timeOffset="164095.66">16166 16830 15 0,'0'0'73'16,"0"0"5"-16,17-6-9 0,-5 3 7 0,5 0-3 15,2-3-11-15,3 1-6 0,6-3-4 0,0-1-2 16,3 0-3-16,-3 2 1 0,1-2-4 0,1 1-24 15,-2-1-18-15,-1 2-8 0,-7 4-23 0,-2-2-26 16,-1 1-58-16,-5 0-122 0,1 1 54 0</inkml:trace>
  <inkml:trace contextRef="#ctx0" brushRef="#br0" timeOffset="164509.53">16448 16735 67 0,'0'0'183'0,"3"19"2"15,0-1-14-15,-3-1-17 0,1 9-8 0,4 0-14 16,-3 3-8-16,0-4 23 0,-1 2-17 0,1-8-7 16,1 6-10-16,-3-5-15 0,3 6-2 0,-2-7-10 15,3 7-11-15,-2-3-8 0,2-5-4 0,-1 2-5 16,-2-4-11-16,0 2 1 0,1-2-38 0,-2-4-1 15,2 1 1-15,-2 0 1 0,1-4-19 0,-1-9-4 16,2 18-13-16,-2-18-8 0,0 12 0 0,0-12-7 16,0 0 0-16,0 11-1 0,0-11-8 0,0 0 2 15,-12 3-5-15,12-3-13 0,0 0 14 0,-20-2 0 16,20 2-1-16,-18-8 10 0,9 6 8 0,-1-1 0 16,10 3 1-16,-16-7 12 0,10 4 3 0,6 3 11 15,-14-6 5-15,14 6 9 0,-8-5 1 0,8 5 3 16,-8-4 4-16,8 4-4 0,0 0-5 0,0 0-1 15,0 0 4-15,0 0-5 0,0 0 3 0,19-17-1 16,-8 12 0-16,0 1 8 0,6 0-13 16,0-4 6-16,3 3-13 0,-2-1-21 0,1 2-22 15,2-2-25-15,-5 2-19 0,5 0-18 0,-3 0-109 0,1-1-239 16,-1 1 106-16</inkml:trace>
  <inkml:trace contextRef="#ctx0" brushRef="#br0" timeOffset="164758.61">16799 16966 73 0,'3'-8'200'0,"-3"8"-7"0,0 0-12 15,0 0-13-15,0 0-19 0,2-13-16 0,-2 13-10 16,0 0-18-16,0 0-3 0,0 0 13 0,0 0 2 16,0 0-10-16,0 0-7 0,9 39-12 0,-8-26-7 15,0-1-5-15,0 4-11 0,1 0-3 0,-1 1-5 16,0-1-7-16,1 1-3 0,-2-1-7 0,1-3 2 15,0-1-8-15,2 4-6 0,3-1 2 16,-3-3-2-16,-1 0-14 0,2 3-17 0,-1-4-24 0,-2 1-22 16,1-2 2-16,0 3-15 0,-2-13-29 0,4 21-29 15,-4-9-26-15,0-3-29 0,0-9-140 0,-2 19-341 16,2-19 151-16</inkml:trace>
  <inkml:trace contextRef="#ctx0" brushRef="#br0" timeOffset="165025.29">16981 16971 25 0,'18'2'174'0,"0"4"-18"16,-3-1-6-16,1 4-10 0,-5 3-15 0,1 4-8 15,-2-1-8-15,-4 2-14 0,-2 0-7 16,-1 2-3-16,-2-1-12 0,-2 7-10 0,-2 0-2 15,1-9-10-15,-2 4 2 0,-5-4-8 0,3 2-8 16,-2 0-3-16,0-4-1 0,-3 2-3 0,0-3-4 16,1 1-3-16,-2-3 0 0,0 1-2 0,5-4-2 15,-3-3-4-15,4-2-1 0,-4 3-18 0,10-6-16 0,-14 6-29 16,14-6-34-16,-13 1-50 0,13-1-133 0,0 0-289 16,-22-9 128-16</inkml:trace>
  <inkml:trace contextRef="#ctx0" brushRef="#br0" timeOffset="165187.99">17288 17007 71 0,'19'-8'171'16,"-10"6"-14"-16,-9 2-14 0,17-4-31 0,-17 4-34 15,0 0-28-15,16 1-54 0,-16-1-40 0,8 8-79 16,-8-8-133-16,0 0 60 0</inkml:trace>
  <inkml:trace contextRef="#ctx0" brushRef="#br0" timeOffset="165336.44">17337 17170 49 0,'-7'9'213'0,"7"-9"-1"0,0 0-8 16,0 0 0-16,-5 8-15 0,5-8-14 0,0 0-13 0,0 0-18 15,0 0-12-15,0 0-11 0,0 0-12 16,0 0-22-16,0 0-28 0,0 0-47 0,36-17-47 15,-25 12-88-15,1-2-68 0,-3 0-97 0,5-1-311 16,-3 0 139-16</inkml:trace>
  <inkml:trace contextRef="#ctx0" brushRef="#br0" timeOffset="165742.9">17978 16580 37 0,'0'0'191'0,"-10"0"-19"0,10 0-12 0,0 0-26 0,0 0 2 16,0 0-13-16,0 0-12 0,0 0-13 0,32-7-6 15,-5 4-8-15,-6-1-11 0,11-2-3 0,0 0-17 16,0 3-15-16,-2-3-25 0,-9 2-27 0,0 2-23 16,-1-2-40-16,-2 4-37 0,-5 0-111 0,-3-1-242 15,-10 1 108-15</inkml:trace>
  <inkml:trace contextRef="#ctx0" brushRef="#br0" timeOffset="166127">18188 16549 42 0,'0'0'180'16,"0"0"-7"-16,-9 4 2 0,9-4 3 0,-1 12 3 15,1-1-6-15,1 8-11 0,0-1-9 0,-1 2-10 16,1 10-9-16,-1-3-11 0,2 2-12 0,-5-3-11 16,-1 3-5-16,3 0-6 0,-2 0-5 0,0-4-10 15,0 3-6-15,0-9-7 0,3 6-8 0,-1-7-5 16,2-1-5-16,1-1-1 0,-4-3-8 0,4 2-1 15,-2-4-6-15,2 1-1 0,-2-2-3 16,0-10-4-16,-1 17 1 0,1-17-5 0,-3 12-6 0,3-12 0 16,-5 7-11-16,5-7-7 0,-8 9-2 0,8-9-1 15,-11 2-5-15,11-2 1 0,0 0-7 0,-19-5 0 16,19 5 10-16,-9-6-7 0,9 6 3 0,-8-5 2 16,8 5 2-16,0 0 1 0,-6-11-4 15,6 11 1-15,0 0 4 0,4-13-2 0,-4 13 3 0,9-9 1 16,-9 9 0-16,15-8-3 0,-6 4 5 15,1-1-1-15,-10 5-2 0,23-6 0 0,-7-1-6 16,2 3-9-16,1-1-17 0,-3 0-17 0,3 0-16 0,-1-1-23 16,2 1-17-16,-3 1-40 0,1-1-14 15,0-1-13-15,0 3-114 0,0-2-317 0,-3-2 140 16</inkml:trace>
  <inkml:trace contextRef="#ctx0" brushRef="#br0" timeOffset="166353.14">18493 16887 112 0,'12'-16'26'0,"-12"16"15"16,9-19 19-16,-3 12 36 0,-6 7 9 0,6-18 0 15,-6 18 17-15,3-16 12 0,-3 16 11 0,1-12 9 16,-1 12 0-16,0 0-9 0,4-9-16 0,-4 9-16 16,0 0 1-16,0 0 8 0,0 0-3 0,0 0-12 15,0 0-3-15,0 0-5 0,0 0-5 0,-1 47-5 16,-1-30-5-16,0-1-11 0,-1 1-7 0,1 0 0 16,1 1-23-16,-1 0 8 0,2 0-5 15,0-3-5-15,2 2-5 0,-2-1-4 0,1-1 5 16,-1-15-9-16,4 23-8 0,-3-10-16 0,1-3-22 0,0 0-18 15,-2-10-16-15,6 20-27 0,-3-12-26 0,-3-8-22 16,6 10-36-16,-6-10-45 0,4 10-180 0,-4-10-421 16,0 0 186-16</inkml:trace>
  <inkml:trace contextRef="#ctx0" brushRef="#br0" timeOffset="166612.17">18598 16851 120 0,'12'-7'217'0,"4"1"-11"0,-3 3-15 0,6 2-19 15,-19 1-7-15,26 3-18 0,-11 4-11 0,-4 0-14 16,2 7-3-16,-5-6-8 0,2 8-11 0,-6-1-2 16,0 2-12-16,-2 0-4 0,-2-1-16 0,-1 3-2 15,-3-4-4-15,-3 2-8 0,-1 0-1 16,0-1-4-16,-1 3-10 0,-5 3 1 0,4-6-9 15,0 1 2-15,-4-2-8 0,2-1-3 0,-2 2-23 0,1-3-28 16,-1-2-28-16,5-5-37 0,0 2-37 0,3-4-63 16,0 1-150-16,6-5-374 0,0 0 166 15</inkml:trace>
  <inkml:trace contextRef="#ctx0" brushRef="#br0" timeOffset="166945.14">19004 16831 224 0,'0'0'229'0,"0"0"-15"0,-12-13-18 0,12 13-19 15,0 0-13-15,-29 3-23 0,29-3-13 0,-20 13-7 16,6-2-14-16,-1 0-23 0,2 3 3 0,3-5-14 16,1 6-1-16,4-3-11 0,1 0-7 0,2 0-4 15,2-12-2-15,4 27-7 0,-2-15-3 16,4-1-1-16,2-1-7 0,2 0-4 0,4-1-1 15,1 1-6-15,-1 0 4 0,-1-3-9 0,-1-2-1 0,1-1 2 16,-2 2-4-16,-1-2 1 0,-2 1-9 0,-1-2 5 16,-7-3-5-16,9 8 3 0,-9-8-1 0,7 6-3 15,-7-6 5-15,0 0 1 0,-11 18-4 16,1-8 4-16,-6-2-7 0,-3 3 1 0,1-2 3 16,-8 2-4-16,8-4-6 0,0 2-19 0,2-3-14 15,3-2-15-15,0-1-24 0,2 0-21 0,11-3-27 16,-18 5-24-16,11-3-46 0,7-2-111 0,0 0-331 15,0 0 147-15</inkml:trace>
  <inkml:trace contextRef="#ctx0" brushRef="#br0" timeOffset="167271.69">19370 16777 148 0,'5'-11'201'0,"-5"11"-13"16,0 0-19-16,0 0-12 0,0 0-7 0,0 0-9 15,0 0-15-15,0 0-9 0,0 0-17 0,-42 23-6 16,33-15-10-16,3 2-7 0,-1-1-8 0,2 2-12 16,0 5-4-16,1-5-2 0,5 5-6 15,2 1 1-15,-1-1-11 0,5-1-2 0,1-2-2 16,2 1-6-16,1 0 0 0,2-3-4 0,4-1-1 16,-2 2 1-16,-1-2-2 0,1-3-4 0,1 5 0 15,-2-4-3-15,-3-1-4 0,-1-2 1 0,0 3-1 16,0-2-1-16,-10-6-2 0,10 10 2 0,-10-10-5 15,4 11 2-15,-4-11 4 0,0 0-1 0,-13 21-2 16,-2-9 2-16,-1-2 0 0,-7 4 2 0,-1 0-7 16,0-1 2-16,-1-3-2 0,0 1 3 0,-3 1-4 15,2-2-20-15,-1 0-27 0,6-3-28 0,-6 0-38 16,6-1-45-16,1-1-184 0,-8-2-370 0,11 0 165 16</inkml:trace>
  <inkml:trace contextRef="#ctx0" brushRef="#br0" timeOffset="167702.06">20334 16283 1408 0,'0'-17'-8'0,"-4"5"57"0,-1 5-14 15,-2 3-3-15,-4 4 10 0,-5 6 23 0,0 4 12 16,-6 7-3-16,0 8 10 0,-6 13 8 0,5 3 12 16,1 8-2-16,2-2 0 0,1 3 27 0,2 3-1 15,5 2-6-15,1 0-7 0,3 3-10 0,7 0-5 16,0-6-14-16,5-1-7 0,1-3-8 0,5-4-7 16,2-10-3-16,2-2-4 0,2-2-10 0,2 1-21 15,7-4-28-15,-1-2-13 0,1-5-36 0,3 1-39 16,-2-7-45-16,0-3-58 0,-1 0-81 15,-7-6-174-15,-1-2-486 0,2 0 215 0</inkml:trace>
  <inkml:trace contextRef="#ctx0" brushRef="#br0" timeOffset="168591.25">20869 16286 75 0,'0'0'152'0,"0"0"-5"0,0 0-6 0,0 0-7 15,0 0-7-15,0 0-3 0,0 0-7 0,0 0-9 16,0 0-12-16,0 0-5 0,0 0-12 0,-3-15-7 0,3 15-7 16,0 0-5-16,0 0 6 0,-5-14 2 15,5 14-9-15,-2-9-7 0,2 9-7 0,-1-13-1 16,1 13-7-16,-2-15 3 0,2 6-5 0,0 9-1 16,-2-16 1-16,2 16-9 0,-2-14 5 0,2 14 1 15,2-19-4-15,-2 19 9 0,0-10 3 0,0 10-4 16,0 0-2-16,0-12-11 0,0 12-5 0,0 0-2 15,0 0 9-15,0 0 1 0,0 0 10 0,17 37 1 16,-10-9 6-16,-1-2-2 0,0 1 4 0,-1 5 2 16,0 0-5-16,1 0 3 0,-2 0 29 0,0-2-9 15,0-1 0-15,1-2-9 0,0-1-1 0,0 1-2 16,-3-8-6-16,1 0-4 0,1-1-4 0,0 0-4 16,1-1-2-16,-3 1-3 0,6 0 0 0,-6-6-3 15,1 1-9-15,0-1 5 0,-1-1-11 0,1 0-20 16,1-1-22-16,-3-4-22 0,0 2-28 0,-1-8-31 15,4 13-33-15,-4-13-35 0,0 0-53 0,6 6-215 16,-6-6-484-16,0 0 214 0</inkml:trace>
  <inkml:trace contextRef="#ctx0" brushRef="#br0" timeOffset="168845.37">21252 16466 208 0,'12'-6'221'0,"-5"4"-7"0,4-2-13 16,0 1-10-16,7-3-14 0,0 2-8 0,0 1-8 16,2 0-9-16,-2-1-13 0,3 3-12 0,-2 0-12 15,-2 1-5-15,0 0-10 0,-2 0-5 0,-3-2-10 16,-1 4-9-16,-2-4-11 0,-9 2-5 0,12 2-3 16,-12-2-7-16,10 0-3 0,-4 1-8 0,-6-1-2 15,0 0-2-15,10 0-2 0,-10 0-1 0,0 0-4 16,0 0-2-16,0 0-20 0,0 0-19 0,0 0-30 15,0 0-39-15,0 0-45 0,0 0-47 0,14-3-65 16,-14 3-158-16,0 0-429 0,8-5 190 0</inkml:trace>
  <inkml:trace contextRef="#ctx0" brushRef="#br0" timeOffset="169303.08">22113 16011 37 0,'0'0'244'15,"0"-8"-19"-15,0 8-13 0,0 0-21 0,5-8-26 16,-5 8-14-16,0 0-18 0,0 0-8 0,0 0-10 15,14 17-6-15,-9-7-3 0,1 6-5 0,2 0-2 16,-2 2-10-16,1 0-6 0,-1 0-7 0,-1 1-5 16,0 1-2-16,0 4-7 0,2-6-7 0,-2-2-6 15,0 0-4-15,1-2-2 0,0 2-3 0,-1-6-2 16,2 0-7-16,0 2 3 0,-1-5-9 0,1 4 1 16,-1-7-3-16,-2 0 2 0,1 2-3 0,0-3 10 15,-5-3 5-15,13 2-2 0,-13-2-1 0,15-8-3 16,-5 1-2-16,0-6-1 0,2 1 0 0,1-2-6 15,2-9 1-15,-2 0-1 0,1-7-3 0,0 5-2 16,0-5 4-16,-2-2-9 0,-1 0-3 0,0 4 1 16,1-3 0-16,-2 5-2 0,-2 1 1 0,-2 5-3 15,-2 5-3-15,0 1 3 0,-1 2-4 0,-3 6-2 16,0 6-15-16,0-13-11 0,0 13-21 0,0 0-9 16,0 0-15-16,0 0-34 0,0 0-34 15,0 0-52-15,-27 21-44 0,22-10-180 0,-2 4-449 0,2 1 199 16</inkml:trace>
  <inkml:trace contextRef="#ctx0" brushRef="#br0" timeOffset="169765.06">22691 16072 167 0,'0'0'249'16,"0"0"-9"-16,0 0-15 0,0 0-17 0,0 0-24 15,0 0-15-15,-12-8-16 0,12 8-14 0,0 0-1 16,-21 19-7-16,10-8-14 0,-1 3-3 0,2 0-4 16,-1 4-16-16,3 1-6 0,-4 2-8 0,3-3-4 15,4 0-6-15,1 0-10 0,2 1 0 0,-1-2-9 16,2-1-1-16,1 0-6 0,1 0-6 0,2-6-2 16,-1 1-8-16,1 0 3 0,1-2-8 0,1-1 3 15,1 1 0-15,-2-5-5 0,3 2 2 0,-2-4-4 16,2 0 0-16,2 0-4 0,-1-1 13 0,-8-1-8 15,18-4-6-15,-8 1 0 0,-10 3-2 0,14-6-1 16,-4-1 0-16,-3 0-2 0,-1 0 0 16,-1-1-5-16,2-2 1 0,-1 2 10 0,-1-4-12 15,-1 0 3-15,0 4-2 0,0-3-2 0,1 4 4 16,-5 7 2-16,7-13-5 0,-3 9-4 0,-4 4 4 16,3-10-6-16,-3 10-5 0,0 0 2 0,0 0 0 15,10-3 9-15,-10 3-9 0,0 0 1 0,0 0-3 16,0 0 4-16,14 17 0 0,-11-10 3 0,-1 2-2 15,-2-9 1-15,4 15 0 0,-3-7 0 0,-1 3 4 16,2-2-3-16,-2 2 3 0,0-11 1 0,1 21-8 0,-1-12-19 16,0-9-21-16,-1 14-27 0,1-14-32 15,2 14-27-15,-2-14-41 0,1 10-35 0,-1-10-25 16,4 11-180-16,-4-11-444 0,0 0 197 0</inkml:trace>
  <inkml:trace contextRef="#ctx0" brushRef="#br0" timeOffset="170090.08">23025 16139 83 0,'2'-20'213'0,"-2"20"8"0,-1-14-11 0,1 14-20 16,0 0-18-16,0 0-16 0,-7-13-14 16,7 13-12-16,0 0-5 0,0 0-14 0,0 0-12 15,-37 23-9-15,29-14-7 0,0 2-8 0,-1 2-7 0,4-1-7 16,0 4-10-16,2-4-3 0,1 1-1 0,3-2-9 15,2 7-1-15,-1-7-4 0,4 4-4 16,1-3 0-16,-1 3-5 0,1-5 0 0,-1 1-4 16,1-4-2-16,-1 4 0 0,0-2-3 0,3 3-1 15,-3-4-4-15,-1 0-3 0,1 0 4 0,-2 1-4 16,0-2-2-16,-2-4 3 0,1 4-3 0,-2 0 2 16,-1-7-3-16,-1 13 0 0,-2-5 3 0,-3 0 0 15,-3-1-2-15,-1 0 1 0,1 2-3 0,-8-2 3 16,2 3-6-16,2-3-23 0,-4-2-22 0,2 3-22 15,0-1-47-15,-2-2-43 0,6-1-58 0,-7 0-145 16,5 0-389-16,0-2 173 0</inkml:trace>
  <inkml:trace contextRef="#ctx0" brushRef="#br0" timeOffset="170543.95">22281 16871 163 0,'0'0'232'0,"-10"-1"-22"0,10 1-11 0,0 0-16 16,0 0-6-16,26-8-12 0,5 4-12 0,19-6-11 16,7 1-6-16,10 0-10 0,30-6-10 0,-1 3-4 15,0-5-6-15,1 2-11 0,2-1-1 0,-5-1-15 16,1 1-2-16,-8 2-10 0,-25 5-2 15,0-2-9-15,-5 6 1 0,-6-7-1 0,-12 6-14 0,-1 0-2 16,-6 1-7-16,-9 5-1 0,-1-5-1 0,-9 3-4 16,-1 2-2-16,-3-3-2 0,-9 3 0 0,18-1-2 15,-18 1-2-15,10-2 0 0,-10 2-6 0,0 0-3 16,0 0-7-16,0 0-13 0,0 0-29 0,0 0-20 16,-37 18-48-16,17-10-61 0,-6 5-49 0,-4 0-222 15,-4 0-473-15,0 0 210 0</inkml:trace>
  <inkml:trace contextRef="#ctx0" brushRef="#br0" timeOffset="171223.37">22502 17154 239 0,'0'0'228'0,"0"0"-14"0,-1-7-23 16,1 7-20-16,0 0-22 0,0 0-10 0,0 0-11 15,0 0-9-15,0 0-4 0,21 19-6 0,-13-5-6 16,4 1-7-16,-4 1-8 0,4 7 2 0,-1-5-1 16,-5 0-15-16,3 0-1 0,-1 0-5 0,-2 1-5 15,-1-5-6-15,2 5-1 0,-2-1-6 0,2-4-1 16,-6-2-4-16,2 1-6 0,1-4-3 0,0 0-1 16,-2-1-5-16,2 0-1 0,-4-8-1 0,5 12-7 15,-5-12-2-15,4 9 4 0,-4-9-4 16,4 6 4-16,-4-6 3 0,0 0-1 0,0 0 3 15,0 0-5-15,0 0 2 0,23-15 0 0,-15 5 4 16,-2-4-7-16,3-1 0 0,-1-5-2 0,6-5-7 0,-4 0 5 16,1-2-7-16,2-3 3 0,0-1-1 0,1 1 0 15,-2-1-4-15,0 3-1 0,-3 1 1 0,0 3-1 16,-6 6 0-16,4 3-2 0,-3 3 3 16,-3 2-7-16,-1 10 1 0,6-15 5 0,-6 15-6 15,2-13-4-15,-2 13-6 0,0 0-20 0,0 0-20 16,0 0-7-16,0 0-8 0,0 0-15 0,0 0-25 15,0 0-31-15,0 0-23 0,0 0-28 0,7 38-25 16,-5-26-17-16,6 4-141 0,-3 2-399 0,1-4 177 16</inkml:trace>
  <inkml:trace contextRef="#ctx0" brushRef="#br0" timeOffset="171640.99">23039 17248 101 0,'0'0'198'0,"0"0"-12"16,0 0-8-16,-10-15-12 0,10 15-16 0,0 0-6 16,0 0-3-16,-19 5-11 0,19-5-3 0,-14 13-14 15,3-3-3-15,1 2-2 0,2 4-6 0,-2 0-1 16,1 1-7-16,0 2-8 0,3-2-4 0,0 2-6 16,2-2-6-16,-1 1-10 0,1-3-4 0,1 1-5 15,2-5-7-15,1 2-2 0,0-3-4 16,3 0-3-16,-3-10 0 0,3 16-4 0,0-10-2 0,1 2 6 15,-4-8-11-15,9 9-2 0,-3-7-1 0,-6-2 2 16,13 1-2-16,-13-1-1 0,14-1-4 16,-14 1 1-16,11-3-1 0,-11 3-7 0,16-10 3 0,-10 6 2 15,2-1-4-15,0-4 1 0,-2-1-2 0,3 4-3 16,-3-4-2-16,2 4 4 0,-3-3-1 0,-5 9-6 16,9-11 6-16,-9 11 1 0,6-10 1 15,-6 10-1-15,7-6-1 0,-7 6-6 0,5-5 3 0,-5 5-1 16,0 0-1-16,0 0-3 0,0 0 3 15,0 0 6-15,0 0-8 0,6 21 0 0,-6-21 5 16,0 15-1-16,-1-5-1 0,1-10 1 0,0 19-2 16,0-10-6-16,-2 1-22 0,2-10-26 0,-2 18-24 15,1-9-37-15,1-9-47 0,1 21-32 0,2-15-41 16,-3-6-169-16,2 11-435 0,-2-11 192 0</inkml:trace>
  <inkml:trace contextRef="#ctx0" brushRef="#br0" timeOffset="171971.16">23264 17367 146 0,'1'-7'193'16,"-1"7"-17"-16,0 0-21 0,0 0-9 0,0 0-8 16,0 0-5-16,0 0-10 0,0 0-8 0,0 0-11 15,-20 26-11-15,15-17-6 0,0 2-11 0,0-2-7 16,1 3-5-16,1 0-4 0,2 0-9 0,0-2-4 15,1-10-4-15,0 15-6 0,1-4-1 0,3-4-4 16,-4-7-6-16,6 15-2 0,-2-7-1 0,2-2-6 16,-6-6-2-16,7 12 2 0,-2-8 0 0,-5-4 2 15,6 9-4-15,-6-9-1 0,9 6-5 0,-9-6-4 16,6 5 2-16,-6-5 2 0,0 0 0 0,3 10 4 16,-3-10 7-16,0 0-2 0,0 0 3 0,-5 15 3 15,5-15-7-15,-13 13 0 0,4-7 2 0,1 4-3 16,0-1-3-16,-1-1-10 0,1 0-14 0,0 1-35 15,1-3-33-15,2-1-31 0,5-5-37 16,-8 5-62-16,8-5-113 0,0 0-349 0,0 0 156 16</inkml:trace>
  <inkml:trace contextRef="#ctx0" brushRef="#br0" timeOffset="172217.93">23476 17181 239 0,'3'-8'230'0,"-3"8"-7"0,0 0 10 0,0 0-16 0,0 0-14 15,-12 31-1-15,7-12-14 0,-4 6-15 16,-2 2-15-16,2 0-6 0,1 1-11 0,-2-3-12 16,3 0-15-16,0 2-11 0,3-9-5 0,0 0-7 15,3 2-12-15,-2-4-10 0,2-1-6 0,5 2-4 16,-2-6-11-16,1 0-22 0,1-2-40 0,-2-2-31 15,3 3-21-15,-5-10-54 0,16 10-55 0,-9-5-46 0,1-2-213 16,-8-3-468-16,17 2 208 0</inkml:trace>
  <inkml:trace contextRef="#ctx0" brushRef="#br0" timeOffset="172521.45">23590 17395 184 0,'0'0'212'0,"0"0"-1"0,0 0-14 0,0 0-13 16,0 0-9-16,0 0-15 0,5 27-16 0,0-18-11 16,3-2-15-16,-2 0-7 0,3-1-12 0,-1-1-11 15,1-1-6-15,-9-4-3 0,20 3-13 16,-7-4-4-16,-2 0 3 0,-11 1 0 0,22-7 1 16,-14 4 2-16,2 0 4 0,-10 3 4 0,15-10-12 15,-7 3-2-15,-5 1 5 0,-3 6-5 0,7-13 3 16,-7 13-7-16,4-18 6 0,-4 18-9 0,-2-18-4 15,2 18-9-15,-9-19-2 0,4 10-8 0,-3 2 4 16,8 7-11-16,-15-15-2 0,6 11-5 0,9 4 1 16,-21-3-7-16,11 3-3 0,10 0-14 0,-23 6-27 15,13-1-31-15,-1 3-37 0,1-3-32 0,10-5-56 16,-11 15-65-16,6-7-205 0,5-8-497 0,0 0 220 16</inkml:trace>
  <inkml:trace contextRef="#ctx0" brushRef="#br0" timeOffset="172931.17">23926 17248 241 0,'0'0'293'0,"0"0"-16"0,0-10-16 0,0 10-22 16,0 0-25-16,8-12-20 0,-2 7-23 0,5-1-14 15,2 0-15-15,4 0-15 0,0 1-12 0,2 0-13 16,-4 2-8-16,3-2-10 0,-5 3-24 0,-1 0-24 15,0 1-31-15,-3-2-28 0,-9 3-24 0,20-1-35 16,-20 1-28-16,0 0-18 0,0 0-8 0,18 3-16 16,-18-3-5-16,3 6 1 0,-3-6 3 0,0 0 11 15,0 0 12-15,0 0 18 0,-21 18 21 0,21-18 13 16,-12 6 16-16,2-4 15 0,10-2 17 0,-17 8 25 16,17-8 11-16,-15 3 28 0,8-2 20 15,7-1 22-15,-12 3 22 0,12-3 11 0,-11 2 1 16,11-2 2-16,0 0-2 0,-10 3-2 0,10-3 3 15,-8 4 4-15,8-4-1 0,-6 10 0 0,-1 1 0 16,5 0 0-16,-3 1-2 0,-2 2-5 0,3 2-2 16,-2-1-8-16,-1 0-9 0,3 0-1 0,1 2-14 15,2-5-6-15,-2 0-4 0,2 0-2 0,0 5-9 16,-1-6-5-16,1-1-5 0,1-10-29 0,0 21-32 16,0-11-29-16,1 1-33 0,-1-11-32 0,4 12-55 15,-1-3-58-15,-3-9-47 0,0 0-153 0,0 0-462 16,0 18 204-16</inkml:trace>
  <inkml:trace contextRef="#ctx0" brushRef="#br0" timeOffset="173097.13">23955 17448 95 0,'0'0'236'0,"0"0"-15"0,6-7-19 0,-6 7-15 15,10-4-20-15,0 0-18 0,0 2-11 0,2-2-16 0,2 2-15 16,1-3-20-16,3 0-35 0,-5 3-33 15,6-2-32-15,-6 2-42 0,2 0-33 0,2-2-32 16,-3 0-24-16,-1 2-83 0,1 0-247 0,-4-1 110 16</inkml:trace>
  <inkml:trace contextRef="#ctx0" brushRef="#br0" timeOffset="173466.84">24217 17371 494 0,'0'0'-10'0,"4"-10"8"0,-4 10 15 16,0 0 34-16,5-18 18 0,-3 11 28 0,-2 7 16 16,1-12 19-16,-1 12 10 0,1-11 11 0,-1 11 3 15,0 0-1-15,0-11-9 0,0 11-9 0,0 0-15 16,0 0-10-16,0 0-1 0,0 0-3 0,0 0 8 15,0 0-4-15,0 0-3 0,0 0 2 0,5 39-1 16,-3-22-5-16,-4-1-2 0,2 0-7 16,-2 1-6-16,2 2-4 0,-2-2-14 0,1 0-5 15,1-2-8-15,0-3-4 0,-1-2 0 0,1-10-9 16,-1 16-3-16,1-16-3 0,1 12-3 0,-1-12 0 16,0 10-6-16,0-10-1 0,0 0-4 0,0 0-4 15,0 12 1-15,0-12-10 0,0 0-15 0,0 0-11 16,0 0 1-16,0 0-10 0,0 0-10 0,0 0-3 15,0 0-4-15,-9-31-12 0,8 21-3 0,1 10 0 16,0-29 2-16,0 13-12 0,1-2-3 0,0-8-1 16,3 3 3-16,2-5 5 0,0 1 3 0,3-3 3 15,-1 1 13-15,3 3 12 0,-1 0 9 0,0 7 6 16,-1 2 14-16,-1 1 7 0,-1 2 3 0,2 4-1 16,-4 1 3-16,-5 9-2 0,11-13-3 0,-4 7 1 15,3 1 0-15,-10 5-2 0,17-6 1 0,-17 6-1 16,15 0-15-16,-15 0-28 0,0 0-27 0,22 5-39 15,-22-5-34-15,13 8-30 0,-7-1-35 16,-2-1-150-16,-4-6-385 0,5 18 171 0</inkml:trace>
  <inkml:trace contextRef="#ctx0" brushRef="#br0" timeOffset="173608.43">24351 17331 160 0,'0'0'200'0,"0"0"-4"0,0 0-7 16,-7 7-15-16,7-7-12 0,0 0-16 0,0 0-16 15,0 0-13-15,0 0-21 0,0 0-24 0,0 0-37 16,0 0-40-16,0 0-40 0,47-14-59 0,-30 7-151 16,-7 1-274-16,2-2 121 0</inkml:trace>
  <inkml:trace contextRef="#ctx0" brushRef="#br0" timeOffset="173813.27">24593 17047 61 0,'0'0'251'0,"0"0"0"0,17 13-10 16,-11-1-12-16,-1 5-4 0,3 1-5 0,-6 8-18 15,-3 3-14-15,1-1-18 0,-2 3-17 0,-1 0-11 16,-3 0-15-16,-1-5-12 0,3 4-8 0,-7-2-16 16,-6-2-5-16,4 1-34 0,2 0-27 0,-7-6-30 15,4 0-33-15,-5-2-34 0,-2 1-49 0,4-3-68 16,-4 1-230-16,-3-5-453 0,4-6 201 0</inkml:trace>
  <inkml:trace contextRef="#ctx0" brushRef="#br0" timeOffset="174448.58">23476 16679 42 0,'0'0'160'0,"0"0"-13"0,0 0-12 0,50-8-3 15,-22 3-6-15,3 0-17 0,-1 1-7 0,6-5-9 16,3 2-6-16,-2-1-9 0,12-2-5 0,-10 2-4 16,-1 1-6-16,-3-2-10 0,-1 0 7 0,-3 5-9 15,-12-1-3-15,1 0-2 0,-7 2-9 0,0 3 3 16,-5-3 1-16,-1 3 5 0,1-2 2 0,-8 2-1 16,9-1-7-16,-9 1-8 0,0 0-2 0,0 0 2 15,0 0-10-15,0 0-25 0,0 0-18 0,0 0-22 16,-27 9-25-16,27-9-52 0,-13 7-42 0,8-4-117 15,5-3-302-15,-7 7 134 0</inkml:trace>
  <inkml:trace contextRef="#ctx0" brushRef="#br0" timeOffset="174858.69">24646 15753 50 0,'16'-6'203'16,"-8"6"-1"-16,11 1-8 0,3 4-10 0,5 2-6 15,5 6-11-15,15 7-11 0,-5 5-9 0,1 1-9 16,2 6-9-16,-6 5-12 0,1 0-11 0,-4 6-5 16,-1 4-6-16,10 22-7 0,-20-15-5 0,7 27-4 15,-16-22-9-15,9 24-1 0,-10 1 2 0,1-3-8 16,3 1 1-16,-4 1-4 0,-7-1 1 0,-6-23-5 16,3 24-6-16,-7-23 30 0,0 23-17 0,-7-27-4 15,-1 0-1-15,-5-2-20 0,-3 0 10 0,0-4-8 16,0-4 1-16,5-14-5 0,1-1-3 0,-1-3-4 15,-6-1-23-15,5 0-16 0,-3-4-27 0,-5-1-25 16,4 0-36-16,1-9-74 0,-7 2-61 0,0-3-54 16,-8-5-149-16,6-2-472 0,3-3 209 0</inkml:trace>
  <inkml:trace contextRef="#ctx0" brushRef="#br0" timeOffset="175366.41">25297 15480 168 0,'8'-4'192'16,"-2"0"-15"-16,-6 4-13 0,9-5-12 0,-9 5-12 15,16 3-7-15,-11 0-13 0,1 3-1 0,1 1-15 0,-1 1-2 16,4 6-7-16,-4 2-4 0,-5-3-4 16,1 4-11-16,-2 2-5 0,-1-1 23 0,-3 2-12 15,-3 3-3-15,0 2-3 0,-2-7-7 0,-3 6 0 16,-1-3-7-16,2-6-1 0,0 1-2 0,0-2-4 16,2-5-4-16,0-1-1 0,2 1-7 0,2-3-2 15,2-2-6-15,0 1-4 0,3-5 2 0,-2 7-3 16,2-7-1-16,16 4 0 0,0-5-5 0,13-1-2 15,9-2 2-15,13-3-6 0,1 0 2 0,4 2-1 16,2-4-10-16,-1 2-30 0,1 0-30 0,-6 3-46 16,-12 1-48-16,-4 0-89 0,-3 3-210 0,-1-1-479 15,-12 1 213-15</inkml:trace>
  <inkml:trace contextRef="#ctx0" brushRef="#br0" timeOffset="175912.08">25958 16419 50 0,'-14'-3'214'0,"5"0"-14"15,1 2 0-15,8 1-9 0,-9-4-8 0,9 4-16 16,-10-3-16-16,10 3-15 0,0 0-16 0,0 0-7 16,17-11-14-16,-2 6-9 0,7-1-8 0,10-2-7 15,1-1-7-15,5 2-4 0,1-1-15 0,-1 1-29 16,11-3-29-16,-12 3-41 0,-1 2-35 0,-1-2-45 16,1 1-50-16,-7 2-123 0,1 2-329 15,-5 0 145-15</inkml:trace>
  <inkml:trace contextRef="#ctx0" brushRef="#br0" timeOffset="176219.15">26622 16054 34 0,'0'0'214'0,"16"-2"-7"0,-16 2-17 15,14 5-3-15,-5 0-7 0,0 4-10 16,-3 3-17-16,-1-2-11 0,-1 6-12 0,-4 4-6 15,-4 5-8-15,-3 0-9 0,-1 1-11 0,-6 1-7 16,1-2-10-16,-4 2-5 0,2-5-9 0,-3 3-7 16,0-2-4-16,0 0-5 0,-2-3-4 0,6-5-4 15,3-2-6-15,0-4-2 0,6-2-4 0,-1-1-3 16,-1 0 3-16,5-2-6 0,2-4-3 0,-4 6 1 16,4-6 0-16,0 0-3 0,0 0 7 0,0 0-12 15,15 2 4-15,3-6-3 0,2 1-2 16,7-6 3-16,2 1-19 0,3 3-15 0,1-2-25 0,1-3-19 15,-1 3-23-15,-1 0-35 0,-1 0-44 0,2 1-44 16,-5 0-165-16,-10 3-406 0,5-1 180 0</inkml:trace>
  <inkml:trace contextRef="#ctx0" brushRef="#br0" timeOffset="176658.95">26683 15928 115 0,'-29'1'197'0,"1"4"-7"0,-2 1-8 0,1 4-11 16,0 3-7-16,-1 4-11 0,1 3-5 0,-9 11-7 15,14-3-3-15,-10 9-4 0,3 0-12 0,5 2-1 16,-1 1-5-16,11-8-13 0,1 0-4 0,1 3-6 15,7-2-9-15,1 0-5 0,4-1-4 0,2-1-7 16,2 0-2-16,7-4-9 0,0 1-2 0,2-3-5 16,5-3-2-16,0 0-2 0,8-4-4 15,-1-1-5-15,1 0-1 0,10-5-3 0,3-5-6 0,13 3-1 16,2-5-2-16,0-6-1 0,0-4-1 0,2-1 1 16,-5-4-6-16,-13-2 0 0,13-2 2 0,-12-1-4 15,-4-2-3-15,1-3 1 0,-3-4-4 0,-3-2-1 16,5-11 0-16,0-4-8 0,-10 0-8 0,-5-2-3 15,0 0-2-15,-5-4-3 0,-3 0-5 0,-6-2 4 16,-8 1 3-16,-8 1-2 0,-1 13 0 0,-16-9-4 16,-5 3 5-16,-11 9 1 0,-9 6-2 0,-9 5 2 15,-32 1-2-15,1 9-7 0,0 11-5 16,-5 9-16-16,5 9-20 0,-3 6-32 0,1 13-42 16,4-2-60-16,4 8-237 0,1 5-471 0,5 1 208 15</inkml:trace>
  <inkml:trace contextRef="#ctx0" brushRef="#br0" timeOffset="177947.01">15936 16758 121 0,'-4'-9'119'0,"4"9"-11"16,0 0 0-16,0 0 4 0,0 0-3 0,0 0 0 15,10 47-5-15,-8-19-1 0,-1 5 0 0,-1 14-6 16,1 3-7-16,-5-1 29 0,2 6-5 0,-2-1-10 16,4-4-6-16,1-3-7 0,4-11-13 0,-1 9-1 15,1-11-13-15,4-3 0 0,-5 2-3 0,1 1-6 16,0-2-8-16,0-2 1 0,-1-3-8 0,-1 0-6 16,3 1 4-16,-3-1-7 0,-2-7-5 0,3 8-12 15,-3-11-37-15,2-1-18 0,0 1-23 0,5-7-51 16,-3 1-39-16,0-3-41 0,-1-2-121 15,-4-6-342-15,12 5 152 0</inkml:trace>
  <inkml:trace contextRef="#ctx0" brushRef="#br0" timeOffset="178880.77">16273 16816 47 0,'0'0'76'0,"-19"-1"-5"16,19 1-13-16,0 0 2 0,0 0-4 0,0 0-2 15,0 0-2-15,0 0 5 0,0 0-17 0,0 0 17 16,0 0-14-16,0 0-4 0,48-10-3 0,-22 2-1 16,5 1-11-16,0 0-23 0,1 0-19 0,-2 2-24 15,0-1-29-15,-2-1-42 0,-9 4-122 16,-1-1 54-16</inkml:trace>
  <inkml:trace contextRef="#ctx0" brushRef="#br0" timeOffset="179562.53">16493 16781 50 0,'0'0'72'16,"0"0"-9"-16,0 0 2 0,0 0 3 0,0 0 1 15,0 0 2-15,0 0 1 0,0 0-1 0,-13 26 14 16,13-26-15-16,-3 20 0 0,0-9-2 0,2 5 4 16,-1-4-1-16,2-12-4 0,0 28-3 0,2-16-7 15,-1 5 7-15,0-1-1 0,1 1-10 16,-2 0-2-16,1-2-1 0,-1-1-6 0,2 1 2 0,1 2-9 15,-2-2 1-15,1 2-1 0,-1-2-5 16,1-3 1-16,0 1 1 0,3 1-3 0,-4-2-6 0,0 0-2 16,2 0 5-16,-3 0-4 0,1 0-2 15,0 3-2-15,-1-2-1 0,4-1 0 0,-3-1-5 16,1 2 1-16,-2-3 0 0,0 0-2 0,0 1 0 16,0-11-4-16,0 14 0 0,0-14 2 0,0 11-3 15,0-6 4-15,0-5-9 0,0 0 5 0,-2 12-2 16,2-12 0-16,0 0 2 0,0 0-6 0,0 0 6 15,-2 13 1-15,2-13-3 0,0 0 6 0,0 0-10 16,-10 4 3-16,10-4 1 0,0 0-2 0,0 0 0 16,-16-1 2-16,16 1-3 0,0 0 3 0,-18-8-2 15,18 8-4-15,-12-6 3 0,12 6 0 0,-13-7 0 16,5 3-2-16,8 4-3 0,-11-6-2 0,3 4 4 16,8 2 0-16,-13-5-5 0,13 5 2 0,-11-3 1 15,11 3 1-15,-12-5-3 0,12 5 4 16,-9-4 2-16,9 4-7 0,0 0 4 0,0 0-1 15,-11-2 0-15,11 2 1 0,0 0-3 0,0 0 5 16,0 0-2-16,0 0 1 0,-9-4-4 0,9 4 2 16,0 0-3-16,0 0 0 0,0 0 7 0,0 0-2 15,0 0 5-15,0 0-2 0,36-11 2 0,-18 7-1 0,-1-1-1 16,3-1 2-16,0 0 1 0,7-1-1 0,-5 0-2 16,6 1-2-16,-9-3-16 0,8 5-13 0,-7-2-31 15,-1 1-27-15,2 2-31 0,-1-1-42 16,1 2-139-16,-2 0-321 0,-5 2 142 0</inkml:trace>
  <inkml:trace contextRef="#ctx0" brushRef="#br0" timeOffset="183596.96">15954 16612 65 0,'9'-17'74'0,"-2"12"-8"0,2 0 2 0,2 1 3 16,3-1-4-16,2-1-11 0,5-1-5 0,-3 0-8 15,2 0 7-15,8-3 0 0,0 3-4 16,2-3 0-16,-1 0-3 0,6 0-5 0,-2 1-10 16,4 0 9-16,11-3-10 0,-12 1-5 0,3 2 2 15,12-5-1-15,-3-2-3 0,2 2 1 0,1 1-7 16,0-2 2-16,2 1-4 0,3-1-3 0,1 3-1 15,1-2 8-15,1 0-10 0,3 2 8 0,0-2-4 16,26-4-2-16,-28 8-5 0,3 1-2 0,3-2 8 16,-1 0-6-16,25-7-3 0,-26 7 0 0,29-6 0 15,-28 7-7-15,28-6 0 0,-2 2 6 0,-2-2-7 16,1 0 6-16,-3 2-4 0,-23 3 2 0,24-2 0 16,3-3 2-16,1 2-13 0,-3-4 9 0,3 2-4 15,-1 3 8-15,-2 1 0 0,1-2-8 0,-1-4 1 16,-25 7 6-16,31-9 4 0,1 4-2 0,-2-2 0 15,0-1 2-15,0 1-6 0,2-2 6 0,-4 2-9 16,1-1 6-16,-3-5-3 0,-2 6 4 0,-24 5-1 16,30-9 2-16,0 2 0 0,-5 0 2 15,1 0 1-15,-2-2-2 0,-24 11 0 0,28-7-5 16,-4-1 4-16,-27 8 2 0,29-10-2 0,-28 6-2 16,28-5 13-16,-26 6-6 0,25-7-10 0,-25 7 4 15,24-6 1-15,-24 6-3 0,24-8 1 0,-26 7 6 16,-1 2-6-16,26-11 3 0,-29 8-7 0,4 2 7 15,1-2 2-15,2-2-4 0,-5 2 6 0,5 2-5 16,-2 1 3-16,-1-4-3 0,3 4 4 0,-3-4-4 16,-2 5 0-16,-1-4-3 0,-3 2 5 0,3 1 6 15,0 0-8-15,-3-1 3 0,1 2 6 0,-1 0-2 16,1 1-2-16,-2 0-3 0,0 0-1 0,1 2 1 16,-1 0-1-16,-3-2 3 0,1 3-11 0,0-4 7 15,0 2-3-15,-5-2 7 0,-11 6-7 0,3-3 2 16,9-1 2-16,2 2-1 0,-13 1 7 0,0-1 8 15,1 1-18-15,11-3 4 0,-12 3-2 0,0 0 5 16,0-1-5-16,1 1 8 0,12-4-4 0,-13 6 2 16,-1-1-5-16,3-3-6 0,-3 5 7 0,-1-1-2 15,1-1 3-15,0 2-8 0,-1 1 4 0,-3-1 7 16,1 0-6-16,-6 4 3 0,3-3-1 16,-3 1-3-16,-1 1-2 0,-5 0 10 0,-1 2-5 15,6-2 3-15,-7 2-12 0,0-1 4 0,3 0 8 0,-5-1-9 16,2 1 4-16,1 0 5 0,-2-2 1 0,-19 2-3 15,37-1-2-15,-20 1 3 0,3 0 0 16,-2-1-3-16,3-1 0 0,-2 4 0 0,-1-2-12 0,2 1 10 16,-1-1 2-16,2-1 2 0,-1 2-7 15,-3 0 5-15,2 1-5 0,1-1 4 0,-20-1-1 16,30 0-1-16,-17 2-4 0,1 1 5 0,-14-3-3 16,25 1 4-16,-25-1-3 0,23 1-3 0,-23-1 0 15,19 3-4-15,-19-3 4 0,15 3 4 0,-15-3-5 16,0 0 5-16,18 6-8 0,-18-6 10 0,0 0-9 15,13 8 2-15,-13-8 2 0,12 5 3 0,-12-5-5 16,0 0 2-16,15 10 3 0,-15-10-4 0,18 7-2 16,-8-2 5-16,-10-5 2 0,24 8 2 15,-12-5-4-15,6 3 2 0,-5-2 5 0,1 0-2 0,5 0-7 16,-1-1 1-16,0 2 4 0,1-4-5 0,1 2-11 16,-3-1 27-16,4 1-24 0,0-2-3 0,0 0-8 15,-1 0 5-15,1 0 0 0,-1 1 2 0,-2-2-3 16,-18 0 0-16,28 3 17 0,-15-2-15 15,-13-1-1-15,25 3 6 0,-25-3 0 0,24 2 11 16,-24-2 1-16,19 2 2 0,-19-2-4 0,17 3 3 0,-17-3-3 16,15 3 1-16,-15-3 8 0,16 3-2 15,-16-3 1-15,18 2-2 0,-18-2 1 0,18 1 0 16,-18-1 5-16,20 3-2 0,-20-3 0 0,14 3 5 16,-14-3-9-16,0 0 7 0,27 1-9 0,-27-1-3 15,0 0 0-15,18 3 8 0,-18-3 19 0,13 4-21 16,-13-4-2-16,0 0 0 0,21 3 1 0,-21-3 17 15,21 5-17-15,-9-2 8 0,-12-3-10 0,20 3-2 16,-20-3 2-16,18 2-4 0,-18-2 2 0,21 8 1 16,-10-4 1-16,-11-4 3 0,16 8-2 0,-16-8 2 15,13 9 3-15,-13-9-1 0,13 10 5 0,-13-10-4 16,6 12 2-16,-6-12 8 0,6 12-8 0,-6-12 4 16,2 17-2-16,-2-17-4 0,0 0-1 0,0 25 4 15,0-25-1-15,-2 15-2 0,2-15 3 0,0 0 2 16,-2 21-2-16,2-21 4 0,2 16-8 15,-2-16 1-15,2 17 6 0,-2-17-3 0,4 15 5 16,-4-15 7-16,0 0-6 0,5 20 4 0,-5-20-4 16,2 13 3-16,-2-13-1 0,4 13 2 0,-4-13 0 15,8 17-4-15,-8-17 3 0,6 17-5 0,-6-17 0 16,5 18-4-16,-3-8 3 0,-2-10-1 0,6 19-2 16,-4-7 10-16,-2-12-14 0,3 20 3 0,-3-20-3 15,7 24 2-15,-5-14-1 0,-2-10 0 0,3 23 5 16,-1-12-3-16,-2-11 3 0,0 25-9 0,0-12 6 15,0-13-5-15,-2 23 7 0,0-10-7 0,1 0 5 16,1-13-4-16,-4 28-1 0,4-16-3 0,-5 1 7 16,5-1-1-16,-2 2 0 0,2-14-2 0,-1 23 5 15,-1-8-4-15,2 4-2 0,0-3-1 0,0 2 3 16,-2-5 3-16,4 2 0 0,-2 2 1 0,0-1 5 16,-2 1-5-16,2-1-3 0,-2 3 2 0,2-4 0 15,0 2-2-15,-2-1-3 0,4 0 3 0,-2 1-3 16,0 2 8-16,2-2-6 0,-2 0-2 0,2-1-3 15,-2 3 0-15,5-4 0 0,-5 2 16 0,2-2-11 16,1 3 2-16,1-1 1 0,-4 0-1 0,1 2 3 16,1-2-2-16,0-1-2 0,0 2 3 15,0-1-3-15,2 0 8 0,-4 1-9 0,0 1 1 0,0-4 1 16,1 3 1-16,-2-1-5 0,2 1 12 0,-1 1-6 16,0 0 0-16,0 2 4 0,0-2 1 0,0 1-11 15,0-1 6-15,-1 7 0 0,-1-6-1 0,0-3-5 16,2 8 9-16,-4-7-5 0,4 0-2 15,-4 1 1-15,3 0-2 0,-1 7-4 0,-5-10 0 16,7 4 2-16,-3-2 0 0,1 0-1 0,-2 1 3 16,2 5-3-16,-3-3 0 0,-1-3 0 0,-1 2 1 15,4-1 3-15,-3 6 4 0,1-1-10 0,1 2 7 0,-2-8-6 16,0 5 6-16,2-3-4 0,0 6 2 16,1-7-3-16,1 0-7 0,-2 6 6 0,0-1 4 15,1-3-1-15,1-2-1 0,0 1-1 0,-3 0-1 16,2-1 3-16,1 6 0 0,-2-5-6 0,-1-2 5 15,1 1-1-15,2-1 4 0,-2 1-8 0,1-2 4 16,-2 2-2-16,3-2-34 0,0 1 10 0,0-3-6 16,2 2 7-16,-4 0 4 0,3 0 0 15,-3-1 0-15,4 0 1 0,-2 2 8 0,0-2-8 0,2-5 9 16,-1 6 2-16,1-1-5 0,-1 3 9 0,1-4-2 16,-2 0 1-16,1 1 3 0,1-4-4 0,-2 5 3 15,-1 0-2-15,1-2-2 0,0 2 5 0,-1 1 4 16,1-3-8-16,-4 2 1 0,3-4 1 0,-3 1-2 15,2-1 5-15,-1-2 1 0,2 1-6 0,-1-1 9 16,1 5-2-16,-1-4-4 0,2 0 2 0,-2 3-1 16,-1-3 7-16,0-2-5 0,1 3 3 0,-1-1-3 15,1-1-9-15,-2 2 5 0,3-1 0 16,-4 3 4-16,2-4 0 0,1 1 0 0,-2-4-3 16,1 2 6-16,-1 0 31 0,-2-1-1 0,2 1-1 15,-3 1-7-15,-3 0-2 0,3 2-3 0,1-5-2 16,-3 0 0-16,1 0-1 0,10-8-8 0,0 0 3 15,-34 28 5-15,34-28-6 0,-22 17 1 0,22-17-3 16,-24 15 2-16,24-15-7 0,-29 13 6 0,29-13-5 16,-25 16 3-16,25-16 2 0,-38 14-5 0,38-14-1 15,-41 13-1-15,21-6 3 0,20-7 8 0,-41 11-1 16,41-11-2-16,-49 12 0 0,29-6 3 0,20-6-1 16,-47 11-3-16,18-4-3 0,-3-2 1 0,32-5-2 15,-60 10-1-15,28-5 0 0,-1 0 7 0,-2 2 1 16,-1-2-8-16,-3-3 2 0,2 2 1 0,-2 1-11 15,0 1 8-15,-11-2 0 0,1 3-1 0,-1-2-1 16,10-1 5-16,-10 2-5 0,-1-1 0 0,-4 0 3 16,4-3 0-16,0 2-1 0,-1 1-2 0,-3 0 5 15,0-2 3-15,1-1-5 0,-4 6 2 0,3-7 0 16,-1 2 2-16,-1 2-4 0,2 0 3 16,-2-3 0-16,4 0 4 0,-3 1-4 0,-1 0-8 15,4-1 2-15,-1 0 3 0,-2 2 0 0,-4 2-1 16,1-3-2-16,3-2-5 0,-3-1 9 0,4 3-5 15,-3-3 0-15,-2 1 5 0,2-1-6 0,-1 3 0 16,1-2 1-16,0-2 3 0,-1 1 1 0,6-1-1 16,-3 4-2-16,-3 0-1 0,1 2 3 0,-1-7-2 15,1 5 0-15,1 1-2 0,3-3 0 0,-5 1-1 16,3-1-2-16,2-1 2 0,1 1-1 0,0-1-1 16,-2 2-1-16,3-2 6 0,-3 3-7 15,1 1 5-15,-1-3-2 0,0 1 6 0,-1-1-4 0,6 3 1 16,-7-2 2-16,1 0-3 0,-1-1-2 15,2 4 7-15,2-5-4 0,0 2 0 0,0 1-2 16,13-1 2-16,-14 1-1 0,3 1-1 0,1-1 1 16,11-1-4-16,-15 0 8 0,2 3-5 0,-1-4 1 15,1 1-4-15,0 4 5 0,-2-4-3 0,-2-1-3 16,6 4 5-16,-6-5-2 0,4 0 4 0,1 3-3 16,-4 0-3-16,0 0 3 0,1-2 1 0,-2 5 3 15,-2-5-6-15,0-2 2 0,-2 3 1 0,-1 2 1 16,1-2 0-16,0 0-6 0,0 2 7 0,-2-3 0 15,1 2 3-15,-3-1 2 0,5-2-3 0,0 2 1 16,-3-1-1-16,-1 2 0 0,7-3-2 0,-2 1 1 16,0 1-28-16,3-2 1 0,-2 2 4 0,2-4 3 15,2 0-2-15,0 4 6 0,-3-2 0 0,0-3-1 16,2 0 2-16,3 3-2 0,0 1 1 0,0-3 4 16,0 0 1-16,13 1 2 0,-14-4 2 0,12 3-3 15,-11-6-1-15,0 5 4 0,12 0 2 16,-12-1-3-16,0 0 1 0,12 1-1 0,1 0 1 15,-1-2-1-15,0-1-1 0,-12 0 3 0,0 1 0 16,14-1 1-16,3 2-1 0,-4-3 2 0,-1 0 3 16,0 1-4-16,3 0 0 0,-1 2 1 0,0-4-3 15,4 3 1-15,0-4 2 0,1 3-1 0,32 6-6 16,-65-12 4-16,34 6 3 0,-1-1-1 0,-1 3 0 16,33 4-4-16,-62-10 1 0,32 4 6 0,-1 3-4 15,31 3-1-15,-53-5 0 0,21 1 4 0,32 4-1 16,-59-7 1-16,59 7-2 0,-50-3-1 15,22 0 2-15,28 3-2 0,-55-5 3 0,55 5-4 0,-49-4-6 16,21 2 6-16,28 2 6 0,-51-5-2 16,51 5-1-16,-48-3-2 0,48 3-1 0,-40-5 2 15,40 5 1-15,-37-4-4 0,37 4-1 0,-34-5 2 16,34 5 2-16,-33-8-4 0,33 8 0 0,0 0-3 16,-43-8 1-16,43 8 0 0,0 0 4 0,-31-12-4 15,31 12 0-15,0 0 3 0,-25-11 2 0,25 11-1 16,0 0 0-16,0 0-5 0,-27-13-1 0,27 13 9 15,0 0 3-15,0 0-4 0,0 0-1 16,-30-16 0-16,30 16 2 0,0 0 0 0,0 0-3 0,0 0 3 16,-24-15-6-16,24 15 6 0,0 0 2 0,0 0-4 15,0 0-1-15,-28-15-2 0,28 15 5 16,0 0 0-16,0 0 2 0,-26-12-2 0,26 12-5 16,0 0 8-16,0 0 0 0,-29-12-1 0,29 12-5 15,0 0-2-15,0 0 5 0,0 0 3 0,-34-10-4 16,34 10 2-16,0 0-1 0,0 0 3 0,-34-11-1 15,34 11 4-15,0 0-2 0,-32-7-1 0,32 7 1 16,0 0-4-16,-36-8 6 0,36 8-1 0,0 0-2 16,-35-7-4-16,19 5 5 0,4 1 1 0,-4-3-4 15,-2 0 7-15,-1 2-6 0,19 2-2 0,-34-4-2 16,20 4 2-16,-3-4 3 0,-3 1-5 0,3 1 4 16,-2 1-1-16,19 1-2 0,-31-4-3 15,20 3 5-15,-3 0-2 0,14 1 0 0,-23-3 2 16,23 3-5-16,0 0-2 0,-21-2-9 0,21 2-15 15,0 0-25-15,0 0-27 0,-20-2-21 0,20 2-18 16,0 0-17-16,0 0-100 0,-11-2-256 0,11 2 114 16</inkml:trace>
  <inkml:trace contextRef="#ctx0" brushRef="#br0" timeOffset="184124.64">15963 17731 24 0,'-9'-12'58'0,"9"12"3"0,0 0-16 16,0 0 8-16,0 0-18 0,0 0 1 0,-10-8 3 16,10 8-5-16,0 0 17 0,0 0-5 0,0 0 7 15,0 0-5-15,0 0 6 0,0 0 4 0,0 0 2 16,-2 43 1-16,2-43 0 0,2 23-2 0,-1-7-10 16,0 0-2-16,-1-16-2 0,3 32 1 0,-3-15-4 15,0-1-4-15,0-1-11 0,0-15 7 0,2 30-3 16,-2-15-3-16,0-15-4 0,0 23-5 0,2-11 4 15,-2-12-5-15,0 22 5 0,0-22-7 0,0 0-4 16,0 0-11-16,-6 48-17 0,6-48-18 16,0 0-17-16,-5 31-17 0,5-31-14 0,0 0-17 15,0 0-87-15,0 0-200 0,0 0 90 0</inkml:trace>
  <inkml:trace contextRef="#ctx0" brushRef="#br0" timeOffset="197586.95">22355 13544 12 0,'0'0'15'0,"0"0"-6"0,0 0 0 16,0 0 2-16,0 0 0 0,0 0-3 0,0 0 0 15,0 0-3-15,0 0 1 0,0 0 1 0,0 0-2 16,0 0 2-16,0 0-2 0,0 0 2 0,0 0 0 16,0 0 0-16,0 0-3 0,0 0 0 0,0 0 2 15,0 0-2-15,0 0 5 0,0 0-7 0,0 0-2 16,0 0 0-16,0 0 3 0,0 0-3 0,0 0 5 16,0 0-1-16,0 0-3 0,0 0 1 0,0 0-3 15,0 0 4-15,0 0-4 0,0 0 2 0,0 0 5 16,0 0-6-16,0 0 2 0,0 0 2 0,0 0-2 15,0 0 1-15,0 0-1 0,0 0 0 0,0 0-2 16,0 0-3-16,0 0 5 0,0 0-1 0,0 0 1 16,11-4 3-16,-11 4 1 0,6-3-7 0,-6 3-4 15,9-3 1-15,-9 3 1 0,8-3-3 0,-8 3 7 16,7-1-3-16,-7 1-3 0,7-3 2 0,-7 3 2 16,7-4-2-16,-7 4 1 0,7-5-1 0,-7 5 2 15,4-4-3-15,-4 4 3 0,5-6-4 0,-5 6 4 16,2-7 0-16,-2 7 3 0,4-6-5 0,-4 6 2 15,0 0 7-15,6-8-9 0,-6 8 2 0,0 0 11 16,4-7-9-16,-4 7-3 0,1-5 2 0,-1 5-4 16,4-7 0-16,-4 7 5 0,0 0-1 0,0 0 8 15,3-7-2-15,-3 7 2 0,0 0-4 0,0 0-3 16,0 0-1-16,-1-10 5 0,1 10-1 0,0 0 0 16,0 0-4-16,0 0 3 0,-4-10-3 0,4 10 2 15,0 0 0-15,0 0-3 0,-4-5 6 0,4 5-2 16,0 0 0-16,0 0-6 0,-4-6 1 0,4 6 4 0,0 0 2 15,0 0 0-15,0 0 1 0,0 0-2 16,-6-4-1-16,6 4 2 0,0 0-3 0,0 0 1 16,0 0-1-16,0 0 7 0,0 0-6 0,0 0 3 15,0 0-3-15,0 0 2 0,0 0-3 0,0 0-3 16,0 0 3-16,0 0-1 0,0 0 0 0,0 0 0 16,0 0-2-16,0 0 2 0,0 0 1 0,0 0-5 15,0 0 9-15,0 0-7 0,0 0-1 0,0 0 1 16,0 0 5-16,0 0-3 0,0 0-1 0,0 0 3 15,-8 11-1-15,8-11 1 0,0 0-2 0,0 0 1 16,0 0 0-16,0 0-1 0,0 0 2 0,1 12 1 16,-1-12 7-16,0 0-4 0,0 0 3 0,0 0-3 15,0 0-4-15,-1 8 5 0,1-8-2 0,0 0 0 16,0 0 5-16,0 0-3 0,0 0-2 0,0 0 1 16,0 0-2-16,0 0 1 0,0 0 3 0,0 0-2 15,0 0 13-15,0 0 0 0,0 0 1 0,0 0-2 16,0 0 0-16,-4 5-1 0,4-5 0 0,0 0-5 15,0 0 5-15,0 0 1 0,0 0-3 0,0 0 1 16,0 0 4-16,0 0-8 0,-16-8 2 0,16 8-2 16,0 0-3-16,-5-7-1 0,5 7-1 0,-4-8-1 15,4 8-2-15,-3-6 2 0,3 6-2 0,-4-6 5 16,4 6 0-16,0 0-9 0,-4-9 4 0,4 9-7 16,0 0 9-16,-2-7-6 0,2 7 0 0,0 0 1 15,0 0 3-15,-3-8-1 0,3 8-1 0,0 0-2 16,0 0-3-16,0 0 7 0,-2-5-8 0,2 5 2 15,0 0-1-15,0 0 4 0,0 0 3 0,0 0-5 16,0 0 4-16,0 0 5 0,0 0-11 0,0 0-1 16,0 0 4-16,0 0-5 0,0 0 1 0,0 0-1 15,0 0 3-15,0 0-2 0,0 0 1 0,0 0-3 16,0 0 6-16,0 0-4 0,0 0 5 0,0 0-2 16,14 13-4-16,-14-13 5 0,4 6-4 0,-4-6 0 15,5 8 1-15,-3-3 1 0,1 1 5 0,-3-6-3 16,5 11 6-16,-3-4-6 0,0-2 3 0,0 2-5 15,-2 3 1-15,2-3 0 0,-2-7 0 0,1 16 6 16,0-8-1-16,1 1-7 0,-1-2 8 0,-1-7-1 16,0 13-5-16,1-6 3 0,-1-7-3 0,0 12 1 15,1-7 3-15,-1-5-2 0,0 13 2 0,0-7-1 16,0-6 3-16,0 12-1 0,0-12-1 0,-1 13 5 16,1-8 8-16,0-5-9 0,0 12 3 0,0-12-1 15,0 9-1-15,0-9 4 0,1 10 0 0,1-6-8 16,-2-4 5-16,0 10 12 0,0-10-5 0,1 8 2 15,-1-8-2-15,0 7 1 0,0-7-3 0,0 0-3 0,1 10 0 16,-1-10 2-16,0 0-5 0,0 0 9 0,0 0-11 16,2 6-6-16,-2-6 8 0,0 0-1 15,0 0 3-15,0 0-3 0,0 0-1 0,0 9 2 16,0-9 7-16,0 0-5 0,0 0 7 0,0 0-11 0,0 0 6 16,0 0-3-16,0 0 4 0,0 0 0 0,0 0 2 15,0 0-2-15,0 0-6 0,0 0-3 0,0 0 9 16,0 0-2-16,0 0-26 0,0 0-23 15,0 0-11-15,0 0-12 0,-4-26-18 0,4 26-78 0,0 0-170 16,2-11 76-16</inkml:trace>
  <inkml:trace contextRef="#ctx0" brushRef="#br0" timeOffset="214546.2">13775 15095 27 0,'-8'7'25'15,"3"-4"-4"-15,5-3-2 0,-4 8-2 0,2-4-6 16,2-4-5-16,-6 8 0 0,6-8-2 0,-2 7-3 0,2-7-1 16,0 11-2-16,0-11-4 0,0 11-2 0,0-4-13 15,0-7-21-15,-2 12 9 0</inkml:trace>
  <inkml:trace contextRef="#ctx0" brushRef="#br0" timeOffset="-214639.05">13726 15177 26 0,'0'0'49'0,"-2"-14"5"0,0 8-3 0,-1-1 2 15,3 7 0-15,-2-18 7 0,0 13 8 0,2 5 2 16,-3-12-11-16,1 5-4 0,2 7-9 0,0-9 8 16,0 9 2-16,-4-9-12 0,4 9-5 0,0 0-1 15,0-6-7-15,0 6-2 0,0 0-4 0,0 0 11 16,0 0-1-16,0 0 0 0,4 33-1 0,-2-16 8 16,1 10 0-16,-3 3 2 0,0 3 1 0,0 0-3 15,2 15-2-15,0-3-4 0,-2-9-6 0,-2 9-2 16,4 3-4-16,-2-14-2 0,3 14 2 0,-3-13 0 15,2 12-9-15,1-2-8 0,-1-11-29 0,2 0-20 16,0 2-19-16,3 10-25 0,-5-11-31 16,5 0-90-16,-2 1-223 0,-1 10 100 0</inkml:trace>
  <inkml:trace contextRef="#ctx0" brushRef="#br0" timeOffset="-214049.91">14887 15053 1 0,'0'0'69'0,"0"-10"4"0,0 10 9 16,0 0-3-16,0-11-9 0,0 11-9 0,0 0-5 16,0 0-8-16,0 0-5 0,0 0 16 0,0 0 0 15,0 0 9-15,5 41-2 0,-4-13-5 16,-1 1-3-16,3 4 1 0,-2 4-9 0,1 10-7 16,2 2-1-16,3 0-1 0,-1 0-5 0,3 0-2 15,-3-2-3-15,2 3-10 0,3 0-20 0,1-1-9 16,1-3-30-16,0-1-24 0,-3 2-40 0,-6-12-82 0,0 1-199 15,2 10 88-15</inkml:trace>
  <inkml:trace contextRef="#ctx0" brushRef="#br0" timeOffset="-213344.96">15942 14889 63 0,'-1'-12'76'15,"1"12"-6"-15,0-8-9 0,0 8-7 0,0 0-7 0,0 0 3 16,0 0-10-16,0 0 23 0,6 22-5 15,-3-4-1-15,0 9-1 0,-2 3-1 0,1 5-3 16,-2 11 1-16,0 1 1 0,0 4-15 0,2 1-3 16,0 1 1-16,0-1 4 0,5 0-1 0,-2 2-11 15,5-1-4-15,-3 1-1 0,-1-2-14 0,4 2-30 16,-1-2-8-16,3 1-22 0,1-4-31 0,-3-2-88 16,-1 1-183-16,-2-13 82 0</inkml:trace>
  <inkml:trace contextRef="#ctx0" brushRef="#br0" timeOffset="-213034.22">17078 14686 158 0,'0'37'154'0,"-6"-10"-5"15,2 9-6-15,-5 14-10 0,4 3-9 0,-4 2-13 0,2 4-8 16,-1 22-13-16,3 1-5 0,-2-1-20 0,0 1-36 15,-1 1-57-15,3 1-62 0,-9 6-115 16,-7-6-221-16,0-3 98 0</inkml:trace>
  <inkml:trace contextRef="#ctx0" brushRef="#br0" timeOffset="42262.78">23612 17471 38 0,'0'0'78'15,"0"0"-3"-15,0 0-7 0,0 0 1 0,0 0-9 16,0 0 3-16,0 0-6 0,0 0-11 0,0 0-6 15,0 0-1-15,0 0-6 0,0 0-7 0,0 0-17 16,0 0-13-16,0 0 1 0,0 0-4 0,0 0-12 16,0 0 1-16,0 0-4 0,0 0-4 0,15 13 3 15,-15-13-18-15,5 6-6 0,-5-6-36 0,4 7-87 16,-2-1 38-16</inkml:trace>
  <inkml:trace contextRef="#ctx0" brushRef="#br0" timeOffset="42473.1">23762 17594 47 0,'0'0'105'0,"0"0"-24"0,4-8-14 0,-4 8-21 16,0 0-11-16,3-7-15 0,-3 7-13 15,0 0-13-15,0 0-19 0,0 0-12 0,0 0-20 16,0 0-62-16,15 8 28 0</inkml:trace>
  <inkml:trace contextRef="#ctx0" brushRef="#br0" timeOffset="42887.61">23826 17641 57 0,'0'0'111'15,"0"0"-28"-15,0 0-2 0,0 0 0 0,0 0-8 16,5-13-9-16,-5 13-3 0,0 0-11 0,0 0-3 16,4-8-4-16,-4 8-3 0,0 0-7 0,0 0-18 15,3-7-1-15,-3 7-3 0,0 0-10 16,0 0-2-16,0 0 1 0,0 0 0 0,0 0-3 16,0 0 4-16,0 0-2 0,0 0-5 0,0 0-6 0,0 0-4 15,0 0 3-15,0 0-2 0,0 0-5 0,0 0 6 16,0 0-3-16,0 0 4 0,0 0-2 0,0 0 8 15,0 0 0-15,0 0-4 0,0 0 3 0,0 0-3 16,0 0 7-16,0 0-10 0,0 0 12 0,0 0-3 16,0 0-2-16,0 0-2 0,0 0 3 15,0 0 8-15,0 0 1 0,0 0-8 0,0 0 6 16,0 0-3-16,0 0-1 0,0 0-2 0,0 0-2 16,0 0 10-16,0 0-6 0,0 0 6 0,0 0-7 15,0 0 3-15,0 0 1 0,0 0-2 0,0 0 7 0,0 0-8 16,0 0 0-16,0 0 2 0,0 0 0 15,0 0 4-15,0 0-9 0,0 0 5 0,0 0-19 16,0 0 11-16,0 0-4 0,0 0-3 0,0 0 4 16,0 0-4-16,0 0-8 0,0 0-3 0,0 0 3 15,0 0-6-15,0 0-6 0,15 7-27 0,-15-7-67 16,0 0 29-16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40:02.2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7554 1488 40 0,'0'0'47'0,"0"0"15"0,0 0-11 0,0 0 6 0,0 0 8 16,0 0 12-16,9-3-3 0,-9 3 4 0,0 0 13 15,6-7 10-15,-3 3 0 0,-3 4 4 0,5-8 1 16,-5 8-10-16,4-8-4 0,-2 2-7 0,1 0-8 15,-3 6 3-15,5-12-8 0,-6 4 3 0,4 2-5 16,-3 6-4-16,2-13-5 0,0 6-10 0,-3-1-5 16,1 8-1-16,0-16-12 0,0 16 1 15,-5-12-6-15,5 12-4 0,-6-12 0 0,2 7-7 0,-4 0 0 16,8 5-1-16,-17-8 0 0,5 6-6 16,0 0-3-16,-3 4 1 0,-6 0-3 0,-4 4-2 15,-2 1 3-15,-1-1-7 0,2 3 4 0,6 0-3 16,2 1 5-16,-1 1-5 0,1-2 5 0,0 2-3 15,-5 3-2-15,10-5 1 0,-2 5 0 0,5 1-2 0,-1 2 2 16,4-4-3-16,-1 3-1 0,4-1 3 16,2-2-5-16,2 4 4 0,1-1 1 0,4 0-3 15,1 2 5-15,5-3 2 0,-1 2-4 0,8 2 2 16,0-2 0-16,5-2-1 0,1 2 4 0,3-2-7 16,-3 1 1-16,4 3 4 0,0-2-1 0,0 0-3 15,0 2 2-15,-2-3-5 0,0 2 6 0,-6-1-11 16,1 2 0-16,-9-5-1 0,1 0-6 0,-3 1 5 15,-2-2-5-15,1 2 4 0,-7-5 1 16,1 2 5-16,-4-2-3 0,-4 0 0 0,-6-1 4 0,-3 3 1 16,-5-3 2-16,-6 1-3 0,-1-3 8 0,-3 2-6 15,-2-4 6-15,-2-1 3 0,0-1 2 0,-1 0-5 16,2-1 2-16,3-4-5 0,1 4-13 0,2-4-20 16,5 2-5-16,8-3-44 0,-3 1-49 0,5 1-45 15,-2 0-101-15,13 1-298 0,-17-2 132 16</inkml:trace>
  <inkml:trace contextRef="#ctx0" brushRef="#br0" timeOffset="462.29">8088 1653 154 0,'-11'-13'165'0,"-2"2"-17"0,0 5-10 0,-4 0-10 16,-2 2-11-16,-1 4-10 0,-7 7-7 0,-1 1-14 15,0 6-2-15,0 6-11 0,2-1 0 0,0 9-9 16,5 0-2-16,1 1-11 0,3 3-2 0,1-3-7 16,6-1-2-16,2 0-6 0,3-4 2 0,3-4-6 15,3 0-3-15,2-5-2 0,3 1-3 0,1-1-1 16,3-6 2-16,0 1-1 0,1-5-2 0,3 2-4 15,2-4 0-15,0-1 0 0,2-3 0 0,-1-4-2 16,1-4 2-16,-2-2-4 0,2 0-4 0,4-8-1 16,-5-2 4-16,-1 1 27 0,-2-6-4 0,0 4-6 15,-4-2 0-15,-3-4-7 0,-1 4 1 0,2-1-5 16,-4 1 0-16,0 7 2 0,-2 3 11 16,-1 2 8-16,2 2 4 0,-2 2-2 0,1 2-19 15,-2 6 0-15,1-8-2 0,-1 8-5 0,0 0-2 16,0 0-2-16,0 0 1 0,0 0 1 0,1 36 0 15,-2-10-1-15,-2 0-4 0,-1 2 5 0,3-1-2 16,2 1 0-16,-1-4-1 0,2-6-4 0,2 6 2 16,-1-6-10-16,4 2-23 0,-1-4-8 0,3 0-33 15,1-1-30-15,2-2-35 0,-1 1-46 0,0-6-175 16,-1-3-381-16,-1-2 169 0</inkml:trace>
  <inkml:trace contextRef="#ctx0" brushRef="#br0" timeOffset="695.15">8446 1477 87 0,'2'-26'197'0,"2"1"9"0,-1 9-4 0,-2 6-7 15,-2-1-17-15,1 11-19 0,0-11-23 0,0 11-13 16,0 0-17-16,0 0-13 0,0 0-8 16,0 0 11-16,0 0-6 0,-7 55-11 0,4-19-3 15,-3 11-13-15,1-12-4 0,0-1-2 0,1 13-10 16,1-14-1-16,-1 2-5 0,0 1 2 0,1-2-6 15,2-2-2-15,0-2-4 0,-2 0-19 0,2-4-20 16,-2-1-27-16,2 0-25 0,0-8-27 0,-1-2-31 16,2-2-46-16,0-13-41 0,-3 20-112 0,3-20-344 15,-8 10 152-15</inkml:trace>
  <inkml:trace contextRef="#ctx0" brushRef="#br0" timeOffset="1441.93">8223 1730 7 0,'-2'-10'173'16,"2"10"-15"-16,0 0-15 0,0 0-18 0,9-13-5 16,-9 13-16-16,20-4-5 0,1 4-4 0,1-1 0 15,8 0-13-15,2-2-1 0,-2 5-6 0,-1-4-6 16,0 2-6-16,-7 0-1 0,0 0-6 16,-3 0-2-16,-1 2-8 0,-7-1-5 0,2-1-6 15,-13 0 4-15,14 2-11 0,-14-2 0 0,12 4 6 16,-6 1 7-16,-6-5-2 0,6 12 1 0,-2 0 5 15,-2 0 1-15,-1 6-2 0,-1 0 4 0,2 1-5 16,-2 1-2-16,-1-1-3 0,1 0-5 0,0-1-2 16,-2-3-7-16,2 1 0 0,1-3-4 0,3-2 5 15,0-2-5-15,-1 0-3 0,4 0 4 0,-2-4-5 16,1 3-3-16,1-4 4 0,-7-4 0 0,14 5 0 16,-4-7-4-16,-10 2-8 0,21-5 8 0,-10-1-3 15,-2-3-4-15,2-3 1 0,1-2-2 0,-3-2-6 16,1 0 8-16,0-7-4 0,-1-2 2 0,-1 6-3 15,-1-7-2-15,0 0 0 0,-2 8 0 0,-1 1-2 16,1 2 3-16,-1 5 10 0,-3 0-6 0,-1 10 4 16,2-13-4-16,-2 13-6 0,4-9 0 0,-4 9 0 15,0 0-1-15,0 0-4 0,0 0 1 0,0 0 4 16,4 34-1-16,-4-15 3 0,0 7 1 0,0-3-3 16,2 7 3-16,-2-11 2 0,1-2-4 15,1 1 5-15,2-2-4 0,3 0 4 0,0 0-6 16,1-3 9-16,2-1 2 0,4-1 2 0,2-2-2 15,1-2 0-15,0-1-2 0,1-1-5 0,1 0 9 16,-2-6-4-16,0 1 6 0,0-2-1 0,0-4-4 0,0 2-1 16,-1-3 0-16,-2-2 0 0,0-3-3 15,-2 1 3-15,2-7-6 0,-4 1 0 0,2-6 2 16,-4-3 1-16,-3 1-4 0,1-1-1 0,-5 0-2 16,0 7 4-16,-1-6-7 0,-2 7 7 0,-1 4-5 15,-2-3 5-15,-1 5-4 0,2 1 2 0,0 3-5 16,4 8 0-16,-5-8 1 0,5 8-2 0,-7-9-10 15,7 9 10-15,0 0-3 0,-6-7 2 0,6 7 0 16,0 0 1-16,0 0-2 0,0 0 5 0,0 0 0 16,0 0 0-16,0 0 3 0,26 24 1 0,-12-19-7 15,2-1 7-15,11 3 0 0,-5-4 3 0,5-1-5 16,-7 1-7-16,1 1 7 0,-4-1 0 0,0 2 1 16,-4-1 0-16,-2-1-6 0,0 4 4 15,0 0-4-15,-3 2 2 0,2 3 3 0,-2-1 0 0,-1 5 6 16,-3 0 1-16,-1 0-3 0,-2 0 3 0,0 4 4 15,-1-2-7-15,-1 0 6 0,0 1-14 0,-1 0-13 16,1 1-16-16,0-2-20 0,1 1-36 0,2-2-53 16,4-1-47-16,0 1-192 0,0-1-412 15,6-6 182-15</inkml:trace>
  <inkml:trace contextRef="#ctx0" brushRef="#br0" timeOffset="1812.26">9799 1765 151 0,'0'0'183'0,"-10"-10"-15"0,10 10-3 0,-13-4-3 15,13 4-7-15,-22 9-5 0,7 1-12 0,-5 7-13 16,1-1-12-16,-2 5-8 0,7-1-11 0,1-3-10 16,6 0-5-16,-1-1-11 0,3 3-4 15,0-4-6-15,3 0 0 0,2-2-13 0,2-3-1 0,1 0-1 16,3-1-5-16,0 0-3 0,1-2-1 15,4-3-3-15,-2-2-6 0,2 1 5 0,-11-3-4 16,25-4-3-16,-14 0-1 0,2-1-4 0,2-5-1 0,-2-2-1 16,-3-1-1-16,2-2-4 0,-2 1-1 15,-1-4-4-15,-1 1 2 0,-1-1 1 0,-2 0 6 16,-1 5 13-16,0 5 3 0,0 0 0 0,-1 2-6 16,-3 6-2-16,2-12-5 0,-2 12-5 0,0 0 1 15,0 0-6-15,0 0-2 0,0 0-1 0,0 0 0 16,4 28 2-16,-4-12-1 0,0 0-2 0,2 3 5 15,-2-2-2-15,2 7-2 0,0-4-8 0,2-1-40 16,1 0-21-16,0-2-43 0,1 2-48 0,1-3-54 16,2-2-176-16,-5-3-415 0,4-3 184 0</inkml:trace>
  <inkml:trace contextRef="#ctx0" brushRef="#br0" timeOffset="2082.34">10230 1517 168 0,'4'-19'256'0,"-3"4"0"16,0 3-18-16,1 1-19 0,-1 4-22 15,-1 7-26-15,4-10-22 0,-4 10-17 0,0 0-16 16,0 0 5-16,0 0 6 0,0 51 3 0,-2-20-1 16,0 4-7-16,-1 10-8 0,2-10-16 0,0 0-8 15,0 0-4-15,-1 1-7 0,0-4-12 0,3 1 0 16,-1 0-7-16,1-3-10 0,-2-1-2 0,2-2-3 15,1-2-2-15,-1-1-3 0,0-5-17 0,-1-3-27 16,3 1-18-16,-2-2-29 0,1-2-22 0,-2-13-27 16,0 19-24-16,3-10-33 0,-3-9-11 0,0 0-21 15,0 0-42-15,-5 14-156 0,5-14-420 0,0 0 186 16</inkml:trace>
  <inkml:trace contextRef="#ctx0" brushRef="#br0" timeOffset="2358.75">10059 1811 92 0,'-7'-10'183'15,"2"3"-6"-15,1 0-18 0,4 7-10 0,-4-10-8 16,4 10-23-16,0 0-9 0,0 0-8 0,0 0-12 16,21-13-4-16,-1 11-5 0,11 0-6 15,4 1-5-15,5 4-4 0,13-3-4 0,-3 0-7 16,-12 0-4-16,2 0 0 0,-6 2-6 0,-2-1 3 16,-1 0-1-16,-4-1-4 0,-7 0 4 0,-2 3-1 15,-5-5-6-15,-1 2 3 0,-3 2-1 0,-9-2-3 16,12 0-1-16,-12 0-6 0,11 3 3 0,-11-3 3 15,9 9-2-15,-5 1 6 0,-2 0 2 0,-2 4-1 16,1 4 2-16,-4 0-1 0,-1 8 1 0,1-7-17 16,-4 4 9-16,2-4 0 0,-1-1-5 0,3 7-5 15,-2-1-1-15,2-6-25 0,1-2-31 0,-1 1-26 16,3 1-20-16,2-5-37 0,-2 2-35 0,3-4-50 16,0-3-189-16,-3-8-418 0,4 15 185 0</inkml:trace>
  <inkml:trace contextRef="#ctx0" brushRef="#br0" timeOffset="2519.46">10625 1520 1 0,'-3'-7'167'16,"3"7"-20"-16,-5-13-14 0,5 13-11 0,-4-6-19 15,4 6-9-15,0 0-31 0,0 0-26 0,-7 26-49 16,8-10-34-16,4 1-90 0,-4 9-145 0,3-8 65 15</inkml:trace>
  <inkml:trace contextRef="#ctx0" brushRef="#br0" timeOffset="3036.31">10796 1746 83 0,'0'0'198'0,"0"0"-18"0,0 0-14 0,0 0-5 0,5 7-3 15,-5-7-4-15,0 0-4 0,-4 18-16 0,4-18-12 16,-6 26-12-16,3-13-8 0,0 4-10 0,0 0-5 15,0 0-15-15,3 2 0 0,0-1-11 0,2-3-5 16,0 2-7-16,2-5-1 0,0-2-4 0,4 2-2 16,-1-2-2-16,1-3-6 0,1 3-1 15,2-3-2-15,-2-2-4 0,0-1-3 0,1 0 5 16,-10-4-7-16,13 0-9 0,-13 0 0 0,16-6-13 16,-10-1 4-16,-2-2-2 0,0-2-4 0,-2 1 4 15,-6-7-8-15,3 0 2 0,-3 2-4 0,0-5-4 16,-2 2 5-16,-1 0-4 0,4 1 5 0,-5 1-1 15,6 5-2-15,-1-1 6 0,0 1 2 0,3 11 4 16,-3-13-4-16,3 13-2 0,0 0 5 0,6-12-5 16,-6 12 2-16,16 3 4 0,-16-3-9 0,26 15 4 15,-10-3-1-15,-2 0-3 0,3 9 6 0,-2-7-5 16,0 0 8-16,-4 2 1 0,5 0-5 0,-6-5 8 16,-1 4-1-16,-2-7-4 0,0 2 2 0,-2-6 3 15,-1 3 1-15,-4-7 14 0,5 8 18 0,-5-8 12 16,0 0-3-16,0 0-3 0,0 0-2 0,0 0-4 15,0 0-2-15,0 0-7 0,0 0-1 16,0 0-6-16,-2-38 0 0,8 22-1 0,-1 0-4 0,4-1-4 16,6-4-3-16,3-1-1 0,-5 8-4 15,9-5 0-15,-7 8-2 0,5 0 1 0,-5 1-3 16,4 3-2-16,1 1 3 0,-3 4-6 0,2 3 3 16,-6 0 0-16,5 5 3 0,-4 3 2 0,-3-1-18 0,0 5 16 15,0 3-1-15,-4 2-1 0,1 1 3 0,-3 5-16 16,0-1-17-16,-2 5-29 0,-4-3-58 0,-3 2-45 15,3-1-74-15,-3-7-186 0,1 0-454 16,2-5 200-16</inkml:trace>
  <inkml:trace contextRef="#ctx0" brushRef="#br0" timeOffset="3419.99">12309 1459 90 0,'7'-11'253'0,"-1"1"-13"0,-1 0-8 15,-1 1-8-15,-4 9-10 0,5-10-8 16,-5 10-13-16,5-11-21 0,-5 11-23 0,4-6-19 16,-4 6-16-16,0 0-16 0,0 0-9 0,2 25-4 15,-4 3-4-15,0 8 4 0,-4 10-7 0,-3 2-24 16,3 1 16-16,-4-2-10 0,0 1-4 0,3-12-8 16,1 0 0-16,-1-2-17 0,1 0 11 0,0-1-3 15,-1-2-5-15,3 2-2 0,0-1-2 0,-3-1-3 16,3-1-11-16,1-4-30 0,-3 0-35 0,3-8-26 15,-1-1-29-15,-2-1-45 0,3 1-41 0,-1-7-62 16,-4 0-163-16,0-2-449 0,8-8 199 0</inkml:trace>
  <inkml:trace contextRef="#ctx0" brushRef="#br0" timeOffset="3754.73">12226 1609 1370 0,'21'-44'-35'0,"-7"13"71"0,1 5 19 0,0 3-16 15,1 3-1-15,-1 7 5 0,2 0-4 0,2 3 9 16,-1 1 3-16,3 6-4 0,-4 0 4 0,2 2 2 16,0 4-9-16,-2 1-3 0,-2 4-1 0,1 3-5 15,4 9-1-15,-9-4-2 0,0 10-2 0,-1-1-2 16,-4 1-6-16,-6 3 4 0,-2-1-4 0,-10 1 0 16,1-5-3-16,-9 5 0 0,0-6 0 0,-7-1-1 0,2 0-1 15,-4-6-5-15,0-2-2 0,6-2-1 16,3-6-1-16,2-1 1 0,3 0-1 0,1-2 0 15,6-3 2-15,8 0-5 0,-19-6 6 0,12 3-4 16,7 3-2-16,-9-8-3 0,9 8 1 0,-3-8-1 16,3 8 1-16,0 0 0 0,0 0-5 0,0 0-2 15,0 0 1-15,0 0 0 0,0 0-2 0,0 0 0 16,29 33 5-16,-17-18-2 0,5 6 1 0,0 1 2 16,2 2-21-16,0-1-27 0,2 2-45 0,2 1-69 15,-2 1-42-15,-4-1-110 0,1-2-337 0,-3-3 150 16</inkml:trace>
  <inkml:trace contextRef="#ctx0" brushRef="#br0" timeOffset="4062.14">12621 2155 154 0,'9'-6'232'16,"-9"6"-3"-16,18-10-11 0,-11 5-8 0,1-2-26 0,4 0-7 16,3 0-16-16,0-3-26 0,4 1-4 15,4-4-11-15,2 1-15 0,0-2-4 0,-8 5-16 16,10-7-5-16,-4 0-7 0,-3 0-10 0,4-3-4 15,-3 2-4-15,-2-3-9 0,-5-1-7 0,2-2-1 16,-4 0-5-16,-4 6-5 0,-3 1-2 0,-1-1-3 16,-2 2-1-16,0 3-2 0,-2 2-5 0,-2-1-2 15,2 11-11-15,-6-13 8 0,1 8-2 0,-5 1 0 16,-4 4-3-16,14 0-6 0,-32 7 5 0,13 1-4 16,-6 5 1-16,2 1 0 0,7 0 3 0,2-1-3 15,-3 6 1-15,7-4 0 0,4 2-2 0,2 2 6 16,4-3-3-16,4 2 1 0,2-1 1 0,4 0-9 15,7 4-24-15,2-4-30 0,5-1-27 0,3-1-25 16,2-4-30-16,3-1-37 0,-1-3-24 0,1 1-13 16,1-2-107-16,2-1-347 0,-4-6 153 0</inkml:trace>
  <inkml:trace contextRef="#ctx0" brushRef="#br0" timeOffset="4462.17">13281 2049 489 0,'18'-8'-21'0,"-2"-4"25"0,0 0 33 0,5-7 27 16,-11 2 2-16,-1 0 10 0,0 0 5 15,-4 0 4-15,-1 0 2 0,-3 1 13 0,-1-1 3 16,-1 2-7-16,-1 3 5 0,-5 1-2 0,-2 2-4 15,-2 3-5-15,-1 2-4 0,-7 2-12 0,-4 4 8 16,-4 2-5-16,-2 6-2 0,2 1-2 0,0 2-7 16,5 1-4-16,-1 0-5 0,10 0-10 0,-1-1-1 15,3 1-3-15,3-2-6 0,2 5 1 0,4-8-11 16,2 1 5-16,0-10 0 0,8 20-3 0,0-11-4 16,7-2-3-16,2 0-5 0,5-1-12 0,-2-3-3 15,0-2 2-15,1-4-8 0,-2 1 7 0,0-4-3 16,-2 0-1-16,0-1 2 0,-4-3 1 0,1-2 2 15,-6 3-2-15,5-5-3 0,-3 1 0 0,-1 2 7 16,-7-1 4-16,4 2 9 0,-3 3 9 0,2-1-2 16,-5 8-3-16,6-10-2 0,-6 10-6 0,0 0-4 15,5-7 2-15,-5 7-6 0,0 0-1 0,0 0 6 16,2 37 5-16,-8-12-2 0,1 2 3 0,-3 1 1 16,-2 2 5-16,3 3 6 0,-1-5-6 15,-2-1 3-15,1 5 1 0,0-2-1 0,0 2 3 16,2 0-8-16,-1-3 12 0,1-2-1 0,-3-1-2 15,0-4-2-15,3-4-10 0,-3-2 9 0,-3 1 3 16,-2-3-4-16,-8 4-3 0,0-3-1 0,3-3-12 0,-2-1-18 16,2-2-20-16,1-4-26 0,0-1-29 15,0-1-37-15,6-6-52 0,13 3-69 0,-25-8-224 16,17-2-503-16,0-3 222 0</inkml:trace>
  <inkml:trace contextRef="#ctx0" brushRef="#br0" timeOffset="4684.17">13704 1846 259 0,'6'-5'246'0,"-2"0"-19"16,-4 5-22-16,0 0-16 0,0 0-21 0,8-6-18 16,-8 6-10-16,0 0 4 0,0 0-8 15,0 26-8-15,-3-11-15 0,-1 3-11 0,-1 0-8 16,-1 1-8-16,1 4-6 0,1-2-11 15,0-3-4-15,-2 7-6 0,2-7-7 0,2 0-28 0,-1 2-31 16,2-2-33-16,-2 1-36 0,1-1-57 0,2-3-68 16,-2-2-180-16,0 0-411 0,2-13 183 0</inkml:trace>
  <inkml:trace contextRef="#ctx0" brushRef="#br0" timeOffset="4849.33">13832 1556 36 0,'0'0'60'0,"0"0"-50"0,0 0-28 0,0 0-19 0,0 0 8 16</inkml:trace>
  <inkml:trace contextRef="#ctx0" brushRef="#br0" timeOffset="5445.92">14041 1832 78 0,'-16'7'197'0,"0"3"-14"16,-2 2-16-16,3 0-9 0,-1 2-8 0,3 0-19 15,1 1-9-15,3 2-13 0,0-3-8 0,2 1-11 16,3-2-8-16,-1 1-7 0,5-1-5 0,2-2-7 15,1 0-3-15,1 0-7 0,3 0-4 0,4 0-5 16,-2 1-3-16,1-7-3 0,3 5-2 0,-2-5-5 16,0 0 1-16,2-2-4 0,-3 0-3 0,-10-3-2 15,20-4-5-15,-9 2-4 0,-2-4-2 0,0-1 2 16,-2-2-2-16,-2-6-8 0,-3 3 3 16,0-4-2-16,0-3-2 0,-2 2 2 0,0-2 5 15,-2 4 6-15,2-4 2 0,-4 2 3 0,4-1 7 16,-2 4 2-16,2 3 3 0,0-1-1 0,0 2 3 15,0 10-1-15,2-17-6 0,-2 10-1 0,0 7-9 16,13-7 4-16,-3 4-6 0,9 4-6 0,-1 4 2 0,2 2-2 16,0 4-2-16,-2 1-1 0,-2 6-4 0,0-5 2 15,2 9 0-15,-6-5-3 0,0 5 5 16,-3-3 1-16,-2-1-2 0,0 2 3 0,-3-5-1 16,-2-3-3-16,-2 0 2 0,1-5 2 0,-1-7 4 15,2 14 7-15,-2-14 0 0,-7 8 6 0,7-8 0 16,-12 4-6-16,12-4 2 0,-17 0-2 0,17 0-2 15,-16-7-4-15,16 7 5 0,-11-8 1 0,7-2-7 16,3 1-2-16,1 9 2 0,3-27-7 0,6 10 4 16,3-5-6-16,5 0 2 0,7-3 1 0,-1 4-5 15,4 0 1-15,-2 4-2 0,-5 3 0 0,7 1-4 16,-4 1 0-16,-3 6 1 0,-2 1-5 0,1 3 4 16,-1 0-2-16,-1 2-1 0,1 3 3 15,-7 0-4-15,2 4 1 0,-4 2-1 0,1-1 2 0,0 6 1 16,-3 0 0-16,-2-2 2 0,-3 3 1 0,3 2 0 15,-3-2 1-15,-2 0 1 0,-2 2-4 0,-1-2 6 16,0 1 1-16,-1 0-19 0,-1 0-30 0,-1-1-31 16,0-3-59-16,-2-2-81 0,-1 3-215 15,-4-2-466-15,2-3 206 0</inkml:trace>
  <inkml:trace contextRef="#ctx0" brushRef="#br0" timeOffset="5609.72">14740 1879 256 0,'0'0'256'0,"0"-12"-20"0,0 6-19 0,0 6-20 15,0 0-30-15,-2-12-21 0,2 12-28 0,0 0-28 16,0 0-29-16,0 0-52 0,0 0-51 0,0 36-67 16,-1-18-158-16,-4 0-290 0,1-1 128 0</inkml:trace>
  <inkml:trace contextRef="#ctx0" brushRef="#br0" timeOffset="5753.28">14764 2189 205 0,'0'0'253'0,"0"0"-1"0,0 0-6 0,4 8-15 16,-4-8-17-16,0 0-26 0,0 0-31 0,0 0-18 16,0 0-47-16,0 0-48 0,0 0-66 0,0 0-64 15,5 8-88-15,-5-8-117 0,0 0-313 0,0 0 139 16</inkml:trace>
  <inkml:trace contextRef="#ctx0" brushRef="#br0" timeOffset="5899.31">15073 2079 2524 0,'8'-6'43'0,"-2"0"-39"0,-1 1 1 0,-5 5 12 16,7-14 24-16,-3 9 22 0,-4 5 2 0,2-10 11 16,-2 10-12-16,0 0-7 0,5-10-12 15,-5 10-18-15,0 0-38 0,0 0-38 0,0 0-36 16,0 0-28-16,0 0-33 0,0 0-54 0,0 0-205 0,0 0-438 15,0 0 193-15</inkml:trace>
  <inkml:trace contextRef="#ctx0" brushRef="#br0" timeOffset="6265.26">13337 1369 142 0,'0'0'272'0,"1"-7"-19"16,-1 7-27-16,0 0-30 0,0 0-19 0,0 0-24 16,0 0-26-16,0 0-34 0,0 0-26 0,0 0-45 15,0 0-56-15,18 36-64 0,-12-17-168 0,-3-1-289 16,3-2 128-16</inkml:trace>
  <inkml:trace contextRef="#ctx0" brushRef="#br0" timeOffset="7565.14">8474 2457 50 0,'0'0'50'0,"-15"0"-10"0,15 0-1 0,-16-2-9 16,16 2 0-16,-18 1-2 0,4 0 6 0,1-1-12 16,1 2 6-16,0-1-12 0,-2 1-1 0,-2-1 0 15,4 1-4-15,-6-1 8 0,3 2-4 0,0-1 0 16,-6 1 4-16,3-2 5 0,-1 1-6 0,-1 0 2 16,0-1 0-16,1-1 4 0,-1 2 6 0,2 0 5 15,-4-1 5-15,4 1-2 0,-3-2-3 0,-1 0 1 16,1 0-6-16,0 1 3 0,0 2 1 0,-2-3-10 15,4 1 2-15,-4 1-4 0,-4 1-3 0,-2-2-4 16,2 2 1-16,-2-2-4 0,3 2 5 0,4-3 0 16,-1 2 0-16,2-2 5 0,0 2 5 15,1-1-5-15,2 0 12 0,-4-1 0 0,3 2-5 16,0-2 3-16,0 1 3 0,-1-1-11 0,6 0 9 16,0 0 1-16,-4 0-1 0,-1-1 3 0,2 1-7 0,0 0 3 15,4 0 4-15,-1-2 0 0,1 1-5 0,2 1 6 16,-2-1-4-16,1 1-2 0,-2-2-7 15,3 2-3-15,-3-1 3 0,1 0-5 0,0 1-1 0,-1 0 0 16,1-1-2-16,-2 1 0 0,-2-1-1 16,3 0 1-16,-4 2-1 0,4-2-4 0,-2 1 1 15,2 1 7-15,-3-2-8 0,-1 1 6 0,7 0 0 16,-2 1 2-16,1-2 4 0,2 1 2 0,1 1 1 16,9-1-2-16,-10 0 0 0,10 0-5 0,0 0-2 15,-12 0-6-15,12 0 1 0,0 0-2 0,-7 1-2 16,7-1 3-16,0 0-3 0,0 0 2 0,0 0 5 15,18 11 8-15,-7-7 0 0,10 1 3 0,9 1-2 16,2 1 0-16,7-2-2 0,12 2 3 0,6 1-4 16,4-3 3-16,5 1 0 0,28 1-4 0,-2-3-2 15,-1 4-1-15,2-2 1 0,-2-1 0 0,5 2-3 16,-2 0-3-16,2 0-1 0,3-2 0 0,0-2 1 16,0 1-4-16,4-2-1 0,-2 1 1 0,5-2 1 15,-1 1-4-15,2 1 1 0,1-2 1 0,6 4 0 16,-1-6-3-16,9 6 1 0,-1-2 4 0,3-2-6 15,5 2-2-15,2 0 2 0,-2-3 1 0,4 3 0 16,1 3 0-16,-3-3 2 0,4 2-1 0,-3 3 3 16,1-4 1-16,3 3 2 0,7 3 0 0,-2-1-1 15,4 1 0-15,6-3 2 0,4 2 2 16,6-3-3-16,-3 1 2 0,-1-1-4 0,-2-5 3 16,-4 2 0-16,-2 1 3 0,-4 0-3 0,-7 0-3 15,-9-2 7-15,-14-1-8 0,-1 3 0 0,-8-4 4 0,-5 0 5 16,-2 0-3-16,-3 0-2 0,-28 0 5 0,27 0 2 15,-32 2 3-15,-1-2-1 0,-3 1 3 0,-4 0 2 16,2-1 1-16,-6-2-7 0,-15 0-2 0,-2 4 4 16,-3-4 4-16,-2 2 1 0,-8 0 2 0,-2-1 0 15,0 1-2-15,-1-3 0 0,-5 3-1 16,1 0 6-16,0-1-4 0,-1 2 3 0,1-1 9 16,3 0-9-16,3 1-3 0,-6-2 5 0,0 1-11 15,4 0-5-15,-5 1 4 0,0-1-2 0,1 0-2 16,-1 2 8-16,3-2-14 0,-3 0 3 0,-1 1-3 15,1-1 0-15,-4 0-11 0,2 2-25 0,-4-2-16 16,-7 0-27-16,13 1-33 0,-7-1-27 0,-6 0-52 16,0 0-57-16,17-3-275 0,-17 3-552 0,15-7 244 15</inkml:trace>
  <inkml:trace contextRef="#ctx0" brushRef="#br0" timeOffset="7872.46">15521 2143 99 0,'0'0'212'0,"5"-5"-10"15,-5 5-12-15,0 0-16 0,6-4-15 0,-6 4-13 16,0 0-14-16,0 0-13 0,4-4-12 16,-4 4-12-16,0 0-7 0,0 0-15 0,0 0-5 15,0 0-6-15,0 0-4 0,0 0-1 0,9-3-6 0,-9 3 5 16,16 0-3-16,13-3-2 0,7-1-6 0,26-3-14 16,35-8-49-16,-1-2-51 0,1-5-57 15,2-3-227-15,-10-3-382 0,8-4 169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10:50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11001 4034 90 0,'-7'-1'150'0,"7"1"1"0,0 0-19 0,0 0-6 15,0 0-4-15,0 0-15 0,0 0-4 0,0 0-8 16,0 0 0-16,0 0-4 0,14-12 0 16,-1 8 0-16,5-3-17 0,5 1-7 0,5-3-7 0,3 1-7 15,-1 0-9-15,2-2-7 0,-4 6 0 0,1-2-4 16,-9 3-18-16,2-2-17 0,-4 3-32 0,-2-1-7 16,-3 3-16-16,0 0-23 0,-2 0-13 15,1 0-16-15,-3 0-15 0,-2 1-4 0,0 2-72 16,-7-3-215-16,9 3 95 0</inkml:trace>
  <inkml:trace contextRef="#ctx0" brushRef="#br0" timeOffset="356.08">11231 4015 64 0,'-3'6'82'0,"-1"5"1"15,0-1 6-15,-1 8-2 0,0 7 12 0,1 2-11 16,0 2 10-16,1 2 0 0,-2 0-2 0,5 0-4 0,-4 1-10 15,3-1-7-15,-2-3-3 0,6 4-8 16,-3-4-6-16,0-1 0 0,3-6-10 0,-3-2-3 16,4 6-5-16,0-6-1 0,-3-1-4 0,4-2-7 15,-3 1 2-15,1 0 0 0,1-2-10 0,-2-5 3 16,0 2-6-16,-2-3-3 0,0-1-3 0,0-8 3 16,0 13-8-16,-4-7 1 0,0-2-5 0,-1 0-15 15,-1 0 1-15,6-4 1 0,-21 6-5 0,9-6-4 16,0 0 14-16,12 0-4 0,-24-2 10 0,12-2-2 15,2 2-2-15,10 2-2 0,-18-2 3 0,18 2 8 16,-13-3 7-16,13 3-1 0,0 0-7 0,-12-2-3 16,12 2 1-16,0 0-4 0,0 0 4 0,0 0-2 15,0 0-1-15,0 0-5 0,0 0 4 0,0 0-12 16,0 0-17-16,0 0-12 0,56 1-21 0,-27-5-13 16,1 2-20-16,-1 0-21 0,1 0-95 0,-9 2-229 15,2-3 101-15</inkml:trace>
  <inkml:trace contextRef="#ctx0" brushRef="#br0" timeOffset="560.4">11497 4488 43 0,'0'0'178'0,"1"-10"-4"0,-1 10-9 16,0 0-18-16,1-8-12 0,-1 8-15 0,0 0-17 16,0 0 11-16,0 0 0 0,0 0-2 0,6 25 3 15,-6-10-8-15,3 3-8 0,-2 9-4 0,0-3-6 16,1 1-12-16,-2-5-8 0,2 6 2 0,-2-2-16 15,0-5-3-15,-1 2-6 0,1-4-11 0,1 0-17 16,-2 0-16-16,4 0-20 0,-5-1-25 0,4-1-19 16,-2-4-55-16,-2-3-36 0,0 1-171 0,-2-1-351 15,4-8 155-15</inkml:trace>
  <inkml:trace contextRef="#ctx0" brushRef="#br0" timeOffset="803.99">11658 4415 122 0,'13'-1'148'0,"-2"1"-11"15,0 0 13-15,1 5-11 0,2 7 5 0,-1 0-4 16,-3 1-7-16,0 3-11 0,-1 3-13 0,-4 0-10 16,3 5-5-16,-8 3-7 0,-3-3-11 15,-1 1-5-15,-2 0-9 0,-3-1 0 0,-4 2-1 0,-1 0-12 16,-4-3-5-16,3 0-1 0,-2 1-1 0,-3-4-6 15,1 0-3-15,-2-2-4 0,5-4-17 0,0-3-22 16,1 2-27-16,-2-5-40 0,9 0-47 0,-3-2-47 16,1 0-134-16,0-2-329 0,10-4 146 15</inkml:trace>
  <inkml:trace contextRef="#ctx0" brushRef="#br0" timeOffset="980.83">12278 4433 25 0,'8'-2'106'0,"1"0"-17"0,1 0-39 0,-3-1-18 0,1 2-29 16,-8 1-16-16,11 0-36 0,-11 0-53 0,9 4 24 15</inkml:trace>
  <inkml:trace contextRef="#ctx0" brushRef="#br0" timeOffset="1118.96">12226 4556 17 0,'-5'7'125'0,"5"-7"-15"15,-6 10-12-15,6-10 4 0,-5 10-13 0,5-10-3 16,0 0 0-16,10 12-10 0,0-9-1 16,1 1-10-16,7-7-11 0,5 2-39 0,11-2-30 15,17-10-36-15,3 1-105 0,-2-3-168 0,8-1 75 16</inkml:trace>
  <inkml:trace contextRef="#ctx0" brushRef="#br0" timeOffset="1630.26">13398 4085 109 0,'0'0'182'15,"0"0"-20"-15,16-10-7 0,-3 6-20 0,4-1-11 16,2 1-16-16,10-3-17 0,-8 3-5 0,-1 0-5 16,0 0-16-16,1 2-8 0,-4 1-25 0,1-1-21 15,-4 1-18-15,0-1-19 0,-1 1-15 0,1 0-19 16,-6 1 3-16,3 0-19 0,-4-1 5 0,-7 1 2 16,0 0 4-16,0 0 9 0,0 0 17 0,0 0 2 15,0 0 8-15,0 0 6 0,0 0 10 0,0 0 7 16,-29 6 14-16,22-3 7 0,-4-1 2 0,2 2-2 15,-2 1 19-15,2 2-2 0,0 0 7 0,2 3-1 16,-2 3 1-16,2-2 6 0,3 4-6 0,-2 3 2 16,1-1 6-16,0-1 4 0,2 1-1 0,-1 1 7 15,4 1-2-15,0-1 8 0,-2 1 4 0,2-2 3 16,2 2-1-16,0-2-1 0,1 0-10 0,-3-4-4 16,4 3 1-16,-1-4-10 0,2-1-1 0,-5 1-4 15,2-2-2-15,-2 0-3 0,2 0-6 0,0 0-1 16,-2 0-5-16,2-3-2 0,-2-7 0 0,-2 11-1 15,2-11 2-15,-2 11-4 0,0-7 0 0,2-4-1 16,-5 9-2-16,5-9 0 0,-2 6 2 0,2-6-5 16,0 0-4-16,0 0 5 0,-5 7-1 0,5-7-4 15,0 0 0-15,0 0-5 0,0 0-2 0,0 0-5 16,0 0-8-16,0 0-4 0,0 0 2 0,0 0 2 16,16 2-4-16,-5-4-10 0,3-1-19 0,5-1-13 15,6-1-29-15,4-1-27 0,-1-2-32 0,3 1-26 16,1-1-105-16,1 1-299 0,-1-1 133 0</inkml:trace>
  <inkml:trace contextRef="#ctx0" brushRef="#br0" timeOffset="1854.47">14032 4285 75 0,'0'0'200'0,"-5"-7"-6"0,5 7-19 0,-3-6-10 15,3 6-22-15,0 0-14 0,0 0-19 0,0 0-12 0,0 0-5 16,0 0-6-16,0 0-2 0,-6 24 3 0,6-13-2 15,0 7 4-15,-2 0 5 0,2 2 2 0,-2-2-12 16,2 1-5-16,0 0-8 0,-1 2-6 0,-1-2-7 16,2-1-2-16,-2 1-6 0,2-1-3 15,0-1-6-15,2-2-12 0,-4 2-17 0,2-5-19 0,0 0-23 16,-2-2-29-16,2 1-22 0,0-11-38 0,-2 15-42 16,0-8-28-16,-1-2-141 0,3-5-357 0,-13 5 157 15</inkml:trace>
  <inkml:trace contextRef="#ctx0" brushRef="#br0" timeOffset="2086.17">14058 4285 73 0,'16'-8'143'0,"-3"4"-12"0,-1 0-6 0,6 3-10 16,-5 2 0-16,0 4-3 0,2 0 3 0,0 1-13 15,-3 4-8-15,1 1-3 0,0 0-1 16,-3 4-3-16,-6-5-8 0,3 7-3 0,-4-1-5 15,-2 1 12-15,-2 0-6 0,0-5-5 0,-6 4-3 16,1 2-9-16,-8 5 1 0,-2-3-7 0,-2 2-4 0,-1-1-1 16,-2 1-7-16,-2-3-18 0,0-4-24 0,2 1-26 15,2-6-27-15,6 0-42 0,1-3-51 16,3 0-45-16,-3-1-101 0,4-2-316 0,8-4 140 16</inkml:trace>
  <inkml:trace contextRef="#ctx0" brushRef="#br0" timeOffset="2383.73">14604 4188 98 0,'2'-6'218'0,"-2"6"-16"16,0-9-10-16,0 9-14 0,-12-7-16 0,12 7-7 16,-19 1-19-16,6 3-13 0,-3 3-3 0,0 2-17 15,0 0-12-15,-1 3-8 0,5 0-8 0,1 2-8 16,2 1-8-16,2-1-4 0,4-2-4 0,0 4-6 15,5-3-4-15,0-1-3 0,5 3-4 0,0-1-5 16,1-4 0-16,1 1-3 0,5 2-5 0,-7-4-3 16,2-1-2-16,0 0-4 0,-1-1 2 0,-3 1-6 15,2 1 4-15,-5-3 2 0,0 1-2 0,-2-7-4 16,3 12-1-16,-3-4 3 0,-6 1-2 0,-4 0-4 16,3 0 2-16,-6-4-7 0,-3 7-8 0,0-3-12 15,0 0-20-15,1-4-18 0,2 1-29 0,0-2-43 16,3-1-51-16,-1 0-160 0,11-3-370 0,-20 2 164 15</inkml:trace>
  <inkml:trace contextRef="#ctx0" brushRef="#br0" timeOffset="2678.1">14882 4231 164 0,'0'0'209'16,"2"-6"-16"-16,-2 6-20 0,0 0-14 0,0 0-18 15,0 0-14-15,0 0-12 0,0 0-14 0,-19 9-11 16,13-2-12-16,2-2-5 0,-2 2-5 0,4 3-9 16,1 0-5-16,0 2-5 0,1-1-10 0,2 2 1 15,2-1-3-15,1-1-6 0,0-1 1 0,6 5-8 16,-3-4 0-16,-1-2-1 0,4 5-5 0,-3 0-1 16,0-4-1-16,-2 0-1 0,0-1-2 0,-1 4-2 15,-1-4 5-15,-2 2-7 0,0 0 0 0,-2-1-1 16,0 2 2-16,-2-2 1 0,0 1-1 0,-7 2 4 15,-3-1-8-15,3 1-3 0,-7-2-5 0,1 1-18 16,-2-2-27-16,2-1-35 0,-3-2-43 16,3-1-48-16,-2 1-134 0,2-1-332 0,6-3 146 0</inkml:trace>
  <inkml:trace contextRef="#ctx0" brushRef="#br0" timeOffset="2974.37">15638 3920 1588 0,'4'-19'145'0,"-4"1"-101"0,1 1-8 0,-4 1-25 0,1 6 12 15,0 0 5-15,-1 3 10 0,-2 1-3 0,5 6-7 16,-9-5-2-16,9 5-3 0,-14 5 7 16,0 7 7-16,-4 9 3 0,-1 8-2 0,-7 13 2 15,3 5 2-15,5 6 5 0,1 1 2 16,0-1 15-16,4-2-1 0,-1-2-5 0,5-2-2 0,1-12-4 15,3 11-2-15,1-11 0 0,3-1-1 0,1 2 1 0,5 14-3 16,2-15 0-16,4-1-7 0,2-1-2 16,5-4 1-16,0 2 1 0,15 6-8 0,-6-13-11 15,15 9-14-15,-11-11-15 0,2-2-21 0,14 1-23 16,-1 0-29-16,-10-8-35 0,-3-2-52 0,4-4-40 16,0 2-208-16,-6-5-448 0,2-4 198 0</inkml:trace>
  <inkml:trace contextRef="#ctx0" brushRef="#br0" timeOffset="3234.14">16381 3988 15 0,'0'-11'257'0,"0"4"-8"0,-2 0-8 15,2 7-24-15,2-12-23 0,-2 12-27 0,0 0-18 16,0 0-19-16,0 0-12 0,0 0-10 0,-9 36-6 15,4-6-5-15,0 5-8 0,-4 11-9 0,0 4-2 16,2-3-9-16,0-11 2 0,-1 10-3 0,3-12-6 16,0 0-6-16,1-1 1 0,-2 0-11 0,3 1-1 15,-2-1-2-15,3-2-5 0,2-2-1 0,2-1-7 16,-1 1-24-16,-2-10-39 0,-1-2-34 0,4-2-47 16,0-4-47-16,4 2-55 0,-3-2-172 0,2-5-421 15,-5-6 186-15</inkml:trace>
  <inkml:trace contextRef="#ctx0" brushRef="#br0" timeOffset="3461.48">16777 4285 1806 0,'10'-5'57'0,"-3"2"-48"0,-7 3-8 16,13-6 1-16,-1 1 9 0,2 2-8 0,3 0 24 15,0-1 6-15,2-1 4 0,1 1 5 0,2 3 11 16,6-4 2-16,0 1 0 0,0 1 1 0,0 0 1 0,-6 0-6 15,-1 2-5-15,-1-2-6 0,-2 3 1 0,-5-1-4 16,-1-1-5-16,-2 0-3 0,-1 2 1 16,-1-2-6-16,-8 2-1 0,12-2-5 0,-12 2-7 15,7-1-24-15,-7 1-23 0,0 0-42 0,0 0-64 16,7-3-82-16,-7 3-142 0,0 0-396 0,0 0 176 16</inkml:trace>
  <inkml:trace contextRef="#ctx0" brushRef="#br0" timeOffset="6354.57">17512 3646 101 0,'0'0'158'0,"2"-9"20"0,-2 9-14 16,1-7-19-16,-1 7-12 0,0 0-15 0,12 0 14 15,-12 0-2-15,17 12-10 0,-6-1-9 0,-1 2-5 16,10 6-10-16,-5 3-6 0,-1 4-8 0,0 0-4 16,-1 0-4-16,-2 3-5 0,5-3-9 0,-5-2-5 15,4-3-2-15,-10-5-3 0,5-2-2 0,-3-2-3 16,2-3 0-16,-3-2-4 0,0-1 0 0,-4-2 4 16,5 0 5-16,-7-4 5 0,7 2-4 15,-7-2-7-15,9-10-1 0,-2 0-7 0,0-4-4 16,1-2 0-16,-1-2 2 0,5-7-8 0,0 1-3 0,-2-1-2 15,-1 1-10-15,1-1 9 0,1-1-7 0,-2 1-1 16,0-3 2-16,3 2-6 0,-4 0-1 0,-2-1 0 16,0 4 0-16,1 3-1 0,-4 6 0 0,0 3-3 15,0 2-2-15,-3 1-26 0,1 2-30 16,-1 6-31-16,0 0-40 0,0 0-18 0,0 0-21 16,0 0-22-16,0 0-18 0,0 0-152 0,-17 31-385 15,12-14 170-15</inkml:trace>
  <inkml:trace contextRef="#ctx0" brushRef="#br0" timeOffset="6736.69">17996 3773 211 0,'0'0'225'16,"0"0"-3"-16,0 0-10 0,0 0-12 0,0 0-12 15,0 0-16-15,0 0-22 0,0 0-13 0,0 0-16 0,-14 25-8 16,11-13-12-16,1-1-8 0,-2 6-6 15,0 0-9-15,-1 1-6 0,4-2-12 0,0 1 1 16,-2 1-5-16,0-6-8 0,5-1-9 0,-2 2 1 16,1-3-4-16,0 2 1 0,2-1-5 0,-1-2-2 15,1-1-5-15,1-3-5 0,0 0-8 0,-4-5 0 16,6 7-2-16,-6-7-1 0,6 3-1 0,-6-3 2 16,8 0-1-16,-8 0-5 0,11-6-7 0,-5 2 1 15,1-5-3-15,1 0-1 0,1 2-3 0,-3-3 2 16,3 0-2-16,-2 1 1 0,2-1 1 0,-3 3-2 15,0-3 0-15,1 3 1 0,-3 3 0 0,3 0-3 16,-2 0 1-16,-5 4-2 0,11 0 4 0,-11 0-3 16,11 7 6-16,-6-2-1 0,0 2 5 0,2 3 2 15,-3 0-4-15,1 0 2 0,0 3-1 16,0 2-7-16,0-5-13 0,0 4-26 0,-1-1-34 0,0-1-29 16,2-2-34-16,1 0-33 0,-1 0-25 0,0-1-128 15,0-3-358-15,0-2 158 0</inkml:trace>
  <inkml:trace contextRef="#ctx0" brushRef="#br0" timeOffset="7020.68">18492 3785 180 0,'-1'-7'186'0,"1"7"-5"16,-3-12-22-16,3 12-14 0,-4-7-17 0,4 7-12 15,-2-6-16-15,2 6-8 0,0 0-8 0,-16 10-11 16,8-2-6-16,2 4-10 0,1 0-2 0,0 3-4 15,0 0-6-15,2-3-5 0,2 1-4 0,2 2-1 16,1-2-6-16,3-2-2 0,-1 0 0 16,3 3 0-16,0-4-3 0,0 0-4 0,1-1-3 15,-2 1-2-15,3 0-1 0,2-4 0 0,-4 3-6 0,1-2 2 16,-2 0-6-16,-1 0 8 0,-2-1-5 0,-1 2-1 16,2-3 1-16,-1 4-1 0,-2-2 6 15,-1 2-2-15,-1 0-3 0,1 1-1 0,-4-1-22 16,0 1-21-16,-5 0-19 0,3 0-43 0,-2 0-50 15,-2 2-148-15,-1-4-322 0,2-1 142 0</inkml:trace>
  <inkml:trace contextRef="#ctx0" brushRef="#br0" timeOffset="7245.25">17687 4424 67 0,'0'0'258'0,"0"0"-24"0,55-6-25 16,-17-1-14-16,16-9-15 0,3 6-16 0,7-1-10 15,1-4-16-15,26-1-8 0,-30 5-15 0,2 0-11 16,1 0-8-16,-3 3-15 0,-1 3-5 0,-2 3-13 16,-2-4-30-16,-20 5-38 0,1 0-46 0,-2 2-57 15,-2 0-59-15,-10 1-161 0,-7 0-355 16,-3 2 157-16</inkml:trace>
  <inkml:trace contextRef="#ctx0" brushRef="#br0" timeOffset="7597.04">17813 4591 102 0,'0'0'220'0,"0"0"-27"0,8 18-20 0,-3-9-14 0,3 0-16 16,0 2-21-16,5 4 2 0,2 6-6 0,2-2-10 16,-6-1-2-16,5 5-4 0,1-1-4 15,-2 1-11-15,-3-6-4 0,2 0-7 0,-4-2-8 0,3 0-8 16,-3-3-2-16,-1 2-6 0,-1-4-3 16,-1-1-3-16,2 0 0 0,-2-4-2 0,-2 2 1 15,-1-2 2-15,0-1 8 0,-4-4 14 0,6 7 16 16,-6-7 12-16,2 6 8 0,-2-6-3 0,0 0-7 15,0 0-6-15,0 0-7 0,11-17-9 0,-9 5-22 16,1 2 10-16,1-7-5 0,-1-2-22 0,5-7 5 16,1-2-16-16,1-1-14 0,3 1-20 0,-2-2-16 0,5 4-15 15,-3 3-20-15,-1 2-24 0,-1 4-29 16,-4 3-37-16,4 1-63 0,-8 4-45 0,4 2-188 16,-7 7-484-16,6-5 214 0</inkml:trace>
  <inkml:trace contextRef="#ctx0" brushRef="#br0" timeOffset="7957.07">18266 4820 74 0,'-7'10'198'0,"1"2"-9"16,-4-1 0-16,3 5-8 0,0-3-7 0,3 0-15 15,-1-3-14-15,1 3-16 0,1 0-12 0,2-2-14 16,1 0-9-16,1 0-9 0,1 0-5 0,1-1-10 15,1 0-4-15,0-3-5 0,-1-2-7 0,2 2-6 16,0-3-3-16,0-1-3 0,4 0-1 0,-9-3-4 16,13 5-8-16,-7-5 6 0,2 2-11 0,-8-2 0 15,13-4-6-15,-7 1 4 0,-1 0-3 0,3-1 1 16,-5-1-9-16,4-1 5 0,1-1-4 16,-3-1 1-16,1-1-3 0,-1 2-2 0,0 1 4 0,-2 0-3 15,-1 0 2-15,-2 6-1 0,7-6-4 16,-7 6-2-16,6-5-4 0,-6 5-2 0,0 0 4 15,0 0-5-15,0 0 2 0,13 6-3 0,-13-6 4 16,4 11 1-16,-2-4-2 0,0 0 1 0,0 4 3 0,1-1-1 16,1-1 1-16,2-1-16 0,-4 2-23 0,2-1-26 15,-4-9-36-15,6 14-48 0,-1-9-45 0,-1 2-167 16,-4-7-389-16,7 7 172 0</inkml:trace>
  <inkml:trace contextRef="#ctx0" brushRef="#br0" timeOffset="8245.18">18630 4834 152 0,'0'0'183'15,"-8"-9"-11"-15,8 9-15 0,-11-1-11 0,11 1-11 16,0 0-15-16,-17 8-14 0,17-8-10 16,-13 12-9-16,8-3-10 0,1 1-5 0,2-1-4 15,-1 1-12-15,3-10-2 0,3 19-4 0,-1-10-1 16,5 1-6-16,-1 0-5 0,2-1 1 0,0-2-5 15,-2 1-2-15,3-1-5 0,2 2-1 0,0-2-1 0,-4-1-6 16,2 2 1-16,-4-4-8 0,0 3 4 16,-5-7-5-16,7 10 3 0,-3-4-2 0,-4-6 2 15,1 15-1-15,-1-15 2 0,-9 18-3 0,1-8-1 16,-2 2-1-16,-1-3 2 0,-4 1-9 0,2 0-14 16,0 1-20-16,0-4-25 0,3 0-42 0,2-5-33 15,8-2-47-15,-16 7-112 0,16-7-312 0,0 0 139 16</inkml:trace>
  <inkml:trace contextRef="#ctx0" brushRef="#br0" timeOffset="8484.12">18841 4664 64 0,'-3'-11'259'0,"3"11"-28"16,0 0-20-16,0 0-2 0,0 0 6 0,0 0-3 15,-15 35-4-15,10-16-7 0,-3 7-7 0,2 1-18 16,-1 1-14-16,2 1-10 0,3 0-19 0,-1-1-23 16,-1 0 5-16,6-5-15 0,0-2-9 0,2-1-7 15,1-3-2-15,4 2-14 0,-3 0-17 0,3-6-27 16,0 3-34-16,1-3-41 0,-2-4-33 0,1 1-40 16,1-3-49-16,1-3-51 0,-1 2-224 0,1-5-485 15,-11-1 215-15</inkml:trace>
  <inkml:trace contextRef="#ctx0" brushRef="#br0" timeOffset="8758.04">19104 4815 118 0,'0'0'218'0,"0"0"-11"0,0 0-7 16,-9 23-8-16,5-11-3 0,-1 2-12 0,3 0-8 15,-2-4-18-15,1 3-13 0,2-4-9 0,0 2-15 16,2-1-9-16,0-3-13 0,2 2-9 0,-1 1-5 0,3-3-6 15,-1-2 4-15,0 0 9 0,-4-5 5 0,10 7 11 16,-3-5 3-16,-1 0 5 0,-6-2 2 0,0 0-3 16,0 0 1-16,22-4-8 0,-22 4 1 15,10-8-9-15,-10 8-7 0,6-9-9 0,-6 9-10 16,2-13-5-16,-2 13-13 0,-5-17-13 0,1 6-19 16,0 3-20-16,-4-2-28 0,1 0-17 0,0 0-30 15,-2 4-38-15,0-1-28 0,0 1-45 0,3-1-48 0,0 4-58 16,6 3-184-16,-14-7-520 0,14 7 231 15</inkml:trace>
  <inkml:trace contextRef="#ctx0" brushRef="#br0" timeOffset="8941.32">19379 4737 128 0,'0'0'217'0,"18"-4"3"0,-9 0-9 16,1 0-17-16,3 0-18 0,1 1-19 0,-2-1-17 15,1 0-10-15,0 1-14 0,-1-2-16 0,-1 4-28 16,-1-2-33-16,-2 0-33 0,-8 3-33 0,13-4-26 16,-13 4-28-16,11-3-23 0,-11 3-28 0,0 0-120 15,0 0-272-15,0 0 120 0</inkml:trace>
  <inkml:trace contextRef="#ctx0" brushRef="#br0" timeOffset="9104.12">19509 4683 584 0,'0'0'-37'0,"-18"5"23"16,7-4 21-16,11-1 16 0,-18 4 20 0,18-4 15 15,-17 3 10-15,10-1 2 0,7-2 20 0,-12 8 20 16,7 0 5-16,-1 2 5 0,-1 0 8 0,2 2-7 15,0 3-5-15,1 1 2 0,-1-1 1 0,1 2 5 16,-1 8 7-16,0-8-8 0,2 1-10 0,2-2-19 16,0 1-1-16,-2 1-8 0,3-1-9 0,-2-4-5 15,0 0-3-15,1-1-7 0,4 2-14 16,-5-1-30-16,4-4-29 0,-2 1-40 0,0-10-47 16,-2 19-65-16,2-19-65 0,-1 11-169 0,1-11-431 0,0 0 190 15</inkml:trace>
  <inkml:trace contextRef="#ctx0" brushRef="#br0" timeOffset="9458.31">19399 4918 118 0,'12'-2'186'0,"-3"0"-8"16,-9 2-11-16,18-6-10 0,-7 2-19 0,2-1-11 15,1 2-11-15,4-2-16 0,-7 1-26 0,2 0-28 16,-1 0-33-16,2 0-40 0,-3-2-29 0,1 3-21 15,-1-2-7-15,-1 0-8 0,-1 2-7 0,0-4 14 16,-2 3 4-16,-7 4 12 0,10-11 15 0,-6 4 27 16,-4 7 18-16,5-13 17 0,-1 7 22 0,-2-3 20 15,-2 9 12-15,0-18 17 0,3 10 18 0,-3 8 17 16,0 0 21-16,2-11-6 0,-2 11-4 0,2-6-14 16,-2 6-11-16,0 0-11 0,0 0-12 0,0 0 2 15,0 0 13-15,0 0 18 0,0 0 6 0,7 24 9 16,-5-12 7-16,0 2-3 0,-2-2-5 0,0 5-10 15,2-2-8-15,0 1-11 0,-1-2-10 0,1-3-7 16,3 5-7-16,-5-4-4 0,2-1-8 0,-2 1-5 16,4-1-22-16,-3-1-27 0,2-4-36 0,-2 2-39 15,-1-8-37-15,0 0-46 0,4 14-58 0,-4-14-58 16,0 0-181-16,0 0-487 0,0 0 215 0</inkml:trace>
  <inkml:trace contextRef="#ctx0" brushRef="#br0" timeOffset="9625.6">19728 4615 132 0,'2'-6'181'0,"-2"6"-19"0,0 0-16 16,11-3-7-16,-11 3-13 0,0 0-11 0,22 7-12 16,-13-4-8-16,3 2-8 0,2-2-26 0,-4 1-39 0,4 0-33 15,-1-1-58-15,-1 2-42 0,0 0-86 0,-4 1-212 16,-1-1 94-16</inkml:trace>
  <inkml:trace contextRef="#ctx0" brushRef="#br0" timeOffset="9767.04">19755 4817 115 0,'0'0'162'0,"0"0"-10"0,0 0-9 0,0 0-8 15,0 0-9-15,0 0-11 0,35-2-11 0,-17-2-27 0,3 0-39 16,5-4-54-16,0-2-72 0,-7 4-90 15,-1-4-191-15,0 1 85 0</inkml:trace>
  <inkml:trace contextRef="#ctx0" brushRef="#br0" timeOffset="9987.01">20170 4474 2081 0,'6'-2'65'0,"-6"2"-38"16,11-2-27-16,-11 2-5 0,10 4 27 0,-3 5 26 15,0-1 20-15,2 2 17 0,-3 4 12 0,2 3-3 16,-3 0 2-16,0 0 23 0,3 6 1 0,-5 6-9 16,1-2 3-16,-5 2-6 0,-2-2 0 0,-5 5-11 15,0-2-13-15,-1-1-5 0,-8 3-4 0,-1-1-8 16,-10 9-40-16,4-14-9 0,-1 2-54 0,-14 2-41 16,11-7-42-16,-4-1-47 0,1-3-85 0,1-2-275 15,-5-2-571-15,2-4 253 0</inkml:trace>
  <inkml:trace contextRef="#ctx0" brushRef="#br0" timeOffset="11321.34">20468 3325 52 0,'10'-4'144'0,"3"2"-5"15,6 0-16-15,3 2 1 0,6 7 0 0,4 2-14 16,1 7 1-16,10 15 2 0,-2 4 6 0,-5 5-14 16,-4 5 7-16,-4 5-6 0,3 30-8 0,-7-3-5 15,-7 4-7-15,-8 1-6 0,-8-1-10 0,-5 0-3 16,-1-22-6-16,-4 24-4 0,-5-2-7 0,1-29-1 15,-3 2-4-15,-1-3-2 0,-5 6-5 0,-1-3-1 16,0-2-9-16,-2 0-17 0,-5-4-22 0,2 0-25 16,-4-5-35-16,4-2-43 0,-3-4-28 15,7-12-38-15,-1 1-128 0,-2-5-331 0,-1-3 146 0</inkml:trace>
  <inkml:trace contextRef="#ctx0" brushRef="#br0" timeOffset="11724.37">21003 3242 1898 0,'17'-23'-1'0,"-8"8"7"0,0 2-17 0,-3 3 12 16,3 3-10-16,-1-1 6 0,-3 2-1 0,0 3-3 16,1 1 2-16,2-1 1 0,-8 3 0 0,0 0 5 15,17 4 14-15,-7 4 1 0,-4 1 3 0,4 6 15 16,-2 1 3-16,1 3-2 0,1 6-2 0,-1 0-2 16,-4 3-5-16,0-1-2 0,-2 0 6 0,-3 0-3 15,-1-3 3-15,-3 3-4 0,0-3 5 0,0-6 0 16,0 2 10-16,-2-4 2 0,1 0 4 0,-4-1 2 15,3-4-2-15,0 0-7 0,1-3 1 0,3-2-6 16,-1-1-4-16,3-5-1 0,-4 8-4 0,4-8-3 16,-2 7-1-16,2-7 1 0,0 0 1 0,9 8-2 15,10-9 3-15,15-2-7 0,19-3-4 0,8-3-24 16,29-8-27-16,3 0-44 0,-2-2-56 0,1 2-69 16,-32 2-200-16,0-2-440 0,0 0 196 0</inkml:trace>
  <inkml:trace contextRef="#ctx0" brushRef="#br0" timeOffset="14448.8">21705 4700 6 0,'5'-9'43'0,"1"-1"-20"0,2 0-8 15,5-1-18-15,-2 0-11 0,1 3-16 0,1-2 8 16</inkml:trace>
  <inkml:trace contextRef="#ctx0" brushRef="#br0" timeOffset="14716.13">22326 4409 112 0,'0'0'204'0,"-8"-2"-5"0,8 2-5 15,0 0-10-15,0 0-10 0,-9-2-15 0,9 2-11 0,0 0-17 16,0 0-12-16,0 0-12 0,0 0-13 0,25-9-12 16,-4 5-18-16,11 0-20 0,5-1-20 15,1-1-27-15,14 3-24 0,-2-7-40 0,1 1-36 16,-12 3-30-16,0-2-22 0,0 2-104 0,-1-1-280 16,-4-1 124-16</inkml:trace>
  <inkml:trace contextRef="#ctx0" brushRef="#br0" timeOffset="14998.71">23205 4140 82 0,'0'0'117'16,"0"0"-4"-16,17 5-9 0,-12-2-3 0,0 2-8 15,1-1-11-15,-1 5-2 0,1-3-5 0,-3 3-2 16,0-1-1-16,1 3 7 0,-5 0 1 0,-1 1 7 15,0 1-7-15,-3 1-8 0,-2 2-3 0,0-2 0 16,2-3-4-16,-2-1-4 0,3-1 3 0,-1-2-11 16,0-1-4-16,1-1-9 0,4-5 1 0,-4 9-2 15,4-9-6-15,-5 4-2 0,5-4-1 0,-1 8-9 16,1-8 2-16,0 0 2 0,0 0 0 0,15 4-13 16,-3-4-14-16,-1-1-25 0,10 0-23 0,6-4-32 15,3-1-42-15,5-1-34 0,-5-1-126 0,0-2-305 16,1-3 135-16</inkml:trace>
  <inkml:trace contextRef="#ctx0" brushRef="#br0" timeOffset="15398.65">23195 3907 144 0,'-33'18'140'0,"1"3"-2"0,-7 8-7 16,2 5-10-16,2 4-7 0,3 0-4 0,2 4-9 16,7-2-14-16,7-7 1 0,0-1-16 0,4 2 0 15,4 2-9-15,5-5-5 0,2 0-7 16,5 0 6-16,4-1-4 0,4-3 2 0,2-1-1 16,7-1-11-16,6-3 2 0,1-1 4 0,6-6-7 0,18 3-2 15,2-8-2-15,1-1 1 0,1-6-5 16,1-2-6-16,-2-6-1 0,0-5-7 0,-2 0 3 0,2-4-7 15,-6-3 4-15,-15 3-5 0,11-9-1 0,-13 3 0 16,-3-3 0-16,9-9-5 0,-16 8 1 0,8-13-1 16,-12 6-2-16,-3 0-1 0,2-14 0 0,-1 0-1 15,-12 11-3-15,1-13 2 0,-9 2 0 0,1-3-3 16,-1 14 0-16,-11-13-6 0,-2 4 3 0,-2-2-2 16,1 15-1-16,-3 3 2 0,-5 1-5 0,-5 4-1 15,-2 2-5-15,-13 2-11 0,7 8-10 0,-16 5-17 16,-6 6-17-16,0 8-30 0,-33 10-24 0,5 7-25 15,4 5-135-15,-1 4-305 0,-4-1 135 16</inkml:trace>
  <inkml:trace contextRef="#ctx0" brushRef="#br0" timeOffset="18356.25">14258 5141 138 0,'0'0'163'0,"0"0"-5"0,0 0-12 16,0 0-12-16,-4-7-15 0,4 7-11 0,0 0-16 16,0 0-11-16,0 0-7 0,0 0-1 0,0 0-5 15,0 0 5-15,2 26-5 0,-4-9-9 0,2 8 17 16,0 4-3-16,-2 6-2 0,0 11-8 0,2-10-3 16,-1 9-3-16,2-11-10 0,-2 2-2 0,2-4-2 15,-1 2-4-15,0-2-5 0,2 2-3 0,0-5-3 16,0-3-3-16,0 1 2 0,0-3 0 0,1-5-9 15,-1 0 1-15,0-2-3 0,-2-1 4 0,4-1-4 16,-1-3-3-16,0 0-2 0,1-2 3 0,-2 2 1 16,1-3-5-16,-2 1 1 0,2-1-1 0,-3-1 0 15,2-3-3-15,-2-5-11 0,2 13-19 0,-2-8-19 16,0-5-24-16,0 0-28 0,0 12-22 0,0-12-8 16,2 5-8-16,-2-5-20 0,0 0-138 0,0 0-314 15,0 0 139-15</inkml:trace>
  <inkml:trace contextRef="#ctx0" brushRef="#br0" timeOffset="18797.71">14047 5595 61 0,'0'0'113'0,"0"0"-17"15,0 0 2-15,0 0 15 0,0 0-6 0,7 19-8 16,0-10 6-16,4 6-2 0,0 2-1 0,-1-2-7 15,7 8-5-15,-3-1 10 0,-3 1-8 0,0-6-9 16,1 6-3-16,1-2-1 0,0 1-6 0,-4-5-2 16,0 1 0-16,0-3-5 0,5 7-9 0,-4-5 2 15,0-4-6-15,-1 2-8 0,0-2-1 0,1 3-3 16,-4-6-5-16,2-1-2 0,-1 1-5 0,-2-3-1 16,2 1-3-16,-3-2-2 0,-1-2-1 0,-3-4 1 15,4 7 5-15,-4-7 6 0,4 6 7 0,-4-6 9 16,0 0 8-16,3 4 9 0,-3-4 12 0,0 0 11 15,0 0 7-15,0 0-11 0,0 0-3 0,0 0-11 16,13-14-5-16,-6 3-2 0,1-3-13 0,4-1-6 16,4-6-6-16,1 1-6 0,4-2-12 0,-3 1-1 15,2 0-8-15,0-1 1 0,1 3-3 0,1-1-9 16,-4-1 0-16,3 1 1 0,-4 2 1 0,-3 4 1 16,-1 5 0-16,-4 0-2 0,-2 2-4 0,0 0 3 15,-1 2-7-15,-1 0 6 0,-5 5-9 0,4-5-2 16,-4 5-7-16,8-6-13 0,-8 6-5 0,4-3-16 15,-4 3-19-15,0 0-24 0,0 0-26 0,6-3-35 16,-6 3-17-16,0 0-33 0,0 0-36 0,0 0-160 16,2 16-432-16,-2-16 192 0</inkml:trace>
  <inkml:trace contextRef="#ctx0" brushRef="#br0" timeOffset="27336.85">13017 6950 66 0,'-2'-12'198'16,"1"-1"-12"-16,1 4-1 0,-3-1-9 0,6 4-8 16,-3 6-11-16,0-12-15 0,0 12-19 0,0-9-13 15,0 9-14-15,0 0-9 0,0 0-10 0,0 0-9 16,0 0-3-16,0 0-9 0,13 31 3 0,-6-16-12 16,3 10-7-16,-2 0-3 0,1 1-2 0,-2 4-6 15,2-5-4-15,-2 2 6 0,2-1-11 0,-3-1 3 16,0-6-3-16,2-1-3 0,-4-2 1 0,1 0-9 15,-1-5 5-15,-2 0-2 0,1-1 2 0,2-2-4 0,-5-1 4 16,4-2 4-16,-4-5 7 0,2 9 7 16,-2-9 8-16,0 6 8 0,0-6 4 0,0 0 9 15,3 6-2-15,-3-6-1 0,0 0-10 0,0 0-1 16,0 0-7-16,0 0-9 0,0 0 3 0,4-24-6 16,0 13-6-16,3-6 1 0,0-1-7 0,4-4 1 15,-2 5-5-15,7-4-2 0,-5 4-2 0,3 1-2 0,-1 3-3 16,-2 1-2-16,1 3 1 0,-4 5-8 15,-1 0 1-15,2 1 0 0,0 3-3 0,-9 0-1 16,16 2 1-16,-5 2 1 0,-4 4 2 0,2-1-5 0,3 6-5 16,-2 0-11-16,-1 3-10 0,-5 0-20 0,1 4-29 15,4 2-33-15,-4 3-23 0,-3-7-48 0,0 1-41 16,-4 1-140-16,0-2-400 0,0-3 178 16</inkml:trace>
  <inkml:trace contextRef="#ctx0" brushRef="#br0" timeOffset="27546.14">13627 7025 105 0,'0'0'211'0,"5"-9"-18"0,-5 9-20 0,0-5-17 0,0 5-20 16,0 0-10-16,0 0-2 0,0 0-6 15,0 0-14-15,7 16-7 0,-5-5-10 0,-2 4-6 0,2 1-7 16,0 2 0-16,0 1-17 0,-2-3-2 15,0 3-17-15,3-1-26 0,1 1-23 0,-4-1-44 0,2-1-34 16,0 2-35-16,1-1-36 0,-3-1-104 0,0-5-286 16,-3 0 127-16</inkml:trace>
  <inkml:trace contextRef="#ctx0" brushRef="#br0" timeOffset="27711.29">13517 6831 36 0,'0'0'42'0,"0"0"-13"0,25 14-24 16,-7-5-24-16,0 1-20 0,5 3 8 0</inkml:trace>
  <inkml:trace contextRef="#ctx0" brushRef="#br0" timeOffset="28026.16">13928 6985 40 0,'0'0'171'0,"0"0"5"0,-17-10-10 0,17 10-5 0,-12-1-8 15,12 1-9-15,-18 3-15 0,8 1-12 0,0-2-14 16,3 4-5-16,-3 1-5 0,0 3-5 16,1-2-10-16,0 2-5 0,0 4-10 0,2-2-5 0,3 1-4 15,2-3-3-15,-1 3-12 0,3-3 2 0,2 0-4 16,-1-2-7-16,3 3-3 0,0-4-3 0,3 1 3 15,3-1-7-15,-2 0-1 0,3-1-4 0,1-2-2 16,-1 1-1-16,0-1-2 0,0-3-1 0,0 4-2 16,-2-2-2-16,1 1-2 0,-1-1 0 0,-1 3-1 15,0 2 2-15,-2-2-5 0,1 4 4 0,-3 0 0 16,1 7-1-16,-3-2 1 0,-4 3 0 0,-1 0-1 16,-3 6 1-16,-1 1 7 0,-2-3-6 15,-4 2-3-15,-1-1 1 0,-4 1 1 0,3-2-11 0,-2 2-14 16,-3-4-19-16,3-1-24 0,-2 1-35 0,6-5-43 15,-1-1-51-15,1-4-111 0,4-2-331 0,-2-3 147 16</inkml:trace>
  <inkml:trace contextRef="#ctx0" brushRef="#br0" timeOffset="28731.86">14112 6897 1903 0,'5'-18'41'0,"0"2"33"0,-3 4 7 16,0 3-39-16,1 2-19 0,-1 3-9 0,-2 4 5 16,0 0 2-16,0 0 0 0,0 0 4 0,15 15 7 15,-8-1 5-15,-2 5-4 0,1 9 4 0,-2 0-8 16,1 0 2-16,-1 2-4 0,3 1-2 0,-4-4-2 16,-1-1-3-16,2-7-2 0,-3-2-1 15,0 1 1-15,2-3-3 0,-3-2-2 0,0-2 1 0,2-3-1 16,0-3 1-16,-2-5 1 0,0 9 9 0,0-9-1 15,0 0 3-15,0 11 9 0,0-11-2 0,0 0-3 16,0 0 0-16,0 0-7 0,0 0-1 0,6-24-3 16,-3 12 0-16,2-4-4 0,2 0-3 0,-1 0-4 15,3 2-2-15,1-1 0 0,-4 7-5 0,1-3 1 16,2 5-2-16,-2-2-3 0,-1 6 1 0,1 0-3 16,4 2 4-16,-11 0-2 0,21 3 0 0,-11-2-1 15,4 6 3-15,3-1 1 0,-5-1-2 0,4 3 4 16,0-2-1-16,1-2 1 0,2 2-3 0,-1-3 1 15,3-2 4-15,-2-1 4 0,2-4-3 0,-1 1 1 16,0-5-3-16,-1-1 4 0,0 0 0 0,-1-2-2 16,-5 2 1-16,2-3-1 0,-3-1 4 0,-3-1 1 15,1 0 0-15,-2 0 0 0,-4 1 11 0,-1 2-3 16,-1-2 2-16,-2 2-5 0,-2-2-1 0,0 5-1 16,1-3 2-16,-2 4-7 0,-2-1 4 0,2 3-6 15,3 5-2-15,-11-5-2 0,11 5-4 0,-18 9-1 16,3 3 4-16,2 3 1 0,-1 0-1 15,1 0-4-15,3 1-1 0,1-2 0 0,2 2 3 0,3-4-5 16,2-1 6-16,4 1 3 0,2-2-5 0,1-1 2 16,3-3-2-16,0 0 6 0,5-2 0 0,1 0-2 15,6-5 2-15,-2-3 2 0,4 1-1 0,3-6 0 16,2 0-3-16,-9-1 0 0,1 0 6 0,-2 1-4 16,-2-4 2-16,1 0-3 0,-5 0 1 0,6-2 1 15,-2-3-2-15,-4-1 1 0,0 4 3 0,-4 0 5 16,1 4 2-16,-2 1 3 0,-2 0 6 0,-1 6 5 15,-1-3-2-15,1 3-5 0,-3 4-7 0,3-7-7 16,-3 7-3-16,0 0-3 0,0 0-4 0,0 0 3 0,0 0 0 16,8 22 0-16,-10-5 2 0,2 4 1 15,-3-4-3-15,3 2-11 0,0 0-4 0,-1 1-24 16,-1 5-22-16,0-5-29 0,2 0-39 0,0-1-43 16,2-2-42-16,1 0-37 0,-1 0-166 0,-2-8-450 15,3 4 199-15</inkml:trace>
  <inkml:trace contextRef="#ctx0" brushRef="#br0" timeOffset="28954.03">15053 6785 1 0,'1'-20'247'0,"-1"2"1"0,0 0 12 16,2 5-3-16,0 3-5 0,-2 3-21 0,4 0-28 15,-4 7-24-15,0-9-22 0,0 9-18 0,0 0-16 16,0 0 0-16,0 0-6 0,7 28-8 0,0-11-6 15,-2 6-9-15,-3 2-9 0,5 1-5 0,-5 1-8 0,4 3-5 16,-3-2-9-16,0 1-6 0,1-1-25 16,1-2-19-16,-3 0-20 0,0-6-34 0,-1-1-39 15,2 0-52-15,0-4-60 0,-1 3-44 0,-4-2-188 16,2-5-465-16,-3 0 205 0</inkml:trace>
  <inkml:trace contextRef="#ctx0" brushRef="#br0" timeOffset="29111.24">14997 6956 2201 0,'0'-11'53'0,"0"1"-24"0,-2 0-18 0,2 10 0 15,-2-13-12-15,2 13-3 0,2-11 1 0,-2 11 0 0,2-10-9 16,0 6-10-16,-2 4-20 0,9-9-26 16,3 4-27-16,3 2-43 0,4 0-33 0,8 0-120 15,4-1-316-15,3 1 140 0</inkml:trace>
  <inkml:trace contextRef="#ctx0" brushRef="#br0" timeOffset="30447.86">15754 6764 103 0,'0'0'229'0,"-8"-10"3"16,1 6-8-16,2-1-14 0,-4 1-7 0,1 0-8 15,-1 2-18-15,-1-1-19 0,-2 3-13 0,0 1-13 16,-1 3-14-16,-2 4-9 0,-2 1-15 0,4 7-8 15,1-3-7-15,-5 8-10 0,4 2-5 0,3-5-8 16,4 4-3-16,2-3-8 0,3-2-1 0,2 0-4 0,4 1-5 16,1 1 2-16,6-3-4 0,-1-1-4 15,6-2-4-15,7 0-3 0,-1-2-8 0,-2-4-17 0,5-1-18 16,4-2-12-16,-10-2-11 0,2-2-4 0,-2-2-8 16,1 0-3-16,-2 0 4 0,-1-5 1 15,-3 1 6-15,-4 0 15 0,-1 1-4 0,0-3 3 0,-2-3 1 16,3-3 3-16,-4 3 8 0,2-5 10 0,-4 0 9 15,1 0 6-15,0-1 1 0,-3 0 6 16,0 2 4-16,-2-1 10 0,0 4 11 0,2-1 8 16,-3 3 7-16,1 3 6 0,-1 7-4 0,1-11 1 0,-1 11-14 15,4-11-2-15,-4 11-9 0,3-4-6 0,-3 4-4 16,0 0-4-16,0 0 1 0,0 0 2 0,0 0 1 16,-5 33 1-16,5-18-1 0,-2 4 1 0,2-5-4 15,0 3 0-15,3-2-3 0,-2-2 0 16,2-1-1-16,3-1 1 0,-4 0-3 0,1-3 1 0,5 4 2 15,-2-4-2-15,3-2 2 0,-4 1-1 0,5-4 6 16,-1 3-7-16,3-6 1 0,-1 2-6 0,1-1 0 16,1-4 1-16,-2-3-2 0,1 2 0 0,-2-2-4 15,0 0 4-15,0-2-5 0,-1-5-1 0,-2 2 1 16,0-2-1-16,3-1 2 0,-3-4 2 0,-1 4-6 16,1-4 3-16,-3 1 0 0,-2 3 4 0,-1-1-3 15,2 3 1-15,-2 3 2 0,0 1 8 0,1 2 7 16,-2 6-5-16,1-11 1 0,-1 11-9 0,3-6-7 15,-3 6-4-15,0 0 3 0,0 0-3 0,0 0 2 16,0 0 0-16,0 0 0 0,-8 26 2 0,5-9 2 16,0-2-1-16,0 2 0 0,3-2 3 0,0 2-3 15,1-2 1-15,3-2 1 0,1 2 1 0,-1 2-1 16,0-8 3-16,2 1 1 0,2-2 4 0,3 0-5 16,0-1 3-16,3-1 3 0,1-1-2 0,3-2 0 15,-1-3 1-15,0-1-3 0,-1-1 3 0,3-2 0 16,-7 3 1-16,1-2 0 0,-2-1 0 0,0-2 1 15,1-1-5-15,-3-1 0 0,0-2 2 0,0 1-2 16,-3-5-7-16,0 0-2 0,0 0-3 0,-4 1-4 16,2-3-4-16,-4-1-5 0,-1-1-2 0,-3 1 0 15,0 3 5-15,-1-1 5 0,0 3-7 0,-2 2 2 16,1 0 2-16,-2 3-1 0,4 1 5 0,-1 0-3 16,1 0 1-16,4 6-2 0,-6-7 5 0,6 7-7 15,-7-6 2-15,7 6-4 0,0 0 5 0,0 0 1 16,0 0-2-16,0 0 3 0,0 0 2 0,0 0 1 15,0 0 4-15,30 7-3 0,-17-2 1 0,-3-1 2 16,0 2-3-16,2-2-1 0,-2 4 2 0,-1-4-5 16,2 5 5-16,-3-2-1 0,0 0 1 0,-2 3 0 15,2 0 2-15,-2 0 4 0,1 2 3 0,-2 0 3 16,-1 2-6-16,2-3 1 0,-2 0 6 0,1-2-1 16,0 2-3-16,0-2 0 0,0 1 1 0,3-1 2 15,-2-2-1-15,2 2 4 0,1-5 0 0,1 2 0 16,-1-4 0-16,3-1 0 0,0 1-3 0,1-3 1 15,1 1 4-15,3-3 0 0,-3-1-4 0,-1 1 2 16,-2-1-1-16,1-2 1 0,-2-1-4 0,-1-1 3 16,-2-2-2-16,-1-1-2 0,-1 1 1 0,-4-1-2 15,0 0-1-15,-1-1 3 0,-2-1-1 0,-1 3-3 0,1-2 2 16,-4 1-3-16,1-1 1 0,-1 1-2 16,1 0 1-16,0 2 2 0,1 0 0 0,1 1-1 15,0 2-1-15,3 6-3 0,-4-11 4 0,4 11-4 16,-3-8 3-16,3 8 0 0,0 0-5 0,4-10 1 15,-4 10 2-15,9-5-4 0,-3 2 0 0,-6 3-2 0,12 0 1 16,-3 0-1-16,-9 0-1 0,13 3 4 16,-6 0-2-16,1 3-2 0,-2 0 4 0,1 1-4 15,1 1 3-15,-5 0-2 0,4 2 3 0,-2-3 2 16,-1 2 1-16,-2 1-1 0,1 0 8 0,-3 0-3 16,2 1 2-16,1-2 2 0,-1 1-4 0,1-1 0 15,1 2 1-15,-1-6 0 0,0 3 0 0,0-3 5 16,1 1-1-16,-4-6 0 0,10 6-1 0,-1-3 3 15,1-1-1-15,0-2 8 0,4 0 5 0,3-2-5 16,-3-1-1-16,4-3 2 0,1 2 1 0,1-5-5 0,-3 2-1 16,0-2 0-16,-2-1 3 0,-1 4-5 15,-4-5 2-15,-1 2-1 0,0-1-2 0,-3-3 2 0,1 4-2 16,-3-4-1-16,-2 4-2 0,0-2 1 16,-2 1-3-16,-3-2 6 0,2 5 7 0,1 7 2 15,-4-13-6-15,1 9 0 0,3 4-6 0,-7-8-3 0,7 8-3 16,-13 0-2-16,3 6 3 0,-7 1 2 15,7-1 2-15,-2 8 1 0,0-2-1 0,1 2 2 0,4-4 1 16,-3 3-2-16,6-1-4 0,1 4-16 16,-1 0-29-16,4-1-35 0,3 1-41 0,3 1-37 0,7-6-54 15,7 7-75-15,-2-8-156 0,10 0-476 0,2-2 211 16</inkml:trace>
  <inkml:trace contextRef="#ctx0" brushRef="#br0" timeOffset="30684.2">17404 6851 157 0,'-1'-7'307'16,"1"-2"-15"-16,0-3-13 0,-1 0-11 0,0 0-8 15,2 0-3-15,-1 2-8 0,1 0-25 0,2-3-17 16,-1 3-26-16,3 1-21 0,3 1-13 16,0 0-22-16,1 3-15 0,-3 1-12 0,4 0-16 0,-1 2-10 15,-2 0-5-15,-7 2-10 0,16 3-4 0,-9 1-8 16,0 1-3-16,3 1-3 0,-2 2-5 0,-2 1-2 15,0-1-5-15,0 1-21 0,2 0-22 0,-5 2-21 16,3 1-31-16,-4-2-32 0,1 1-48 0,1 2-63 16,-2-4-51-16,1 4-245 0,-2-7-547 0,4 3 242 15</inkml:trace>
  <inkml:trace contextRef="#ctx0" brushRef="#br0" timeOffset="30920.37">17815 6475 243 0,'2'-7'329'0,"-2"0"-12"0,0 7-22 0,1-11-36 15,-1 11-30-15,2-6-26 0,-2 6-20 0,0 0-8 16,0 0 6-16,0 27-16 0,0-10-8 0,-3 3-3 16,1-1-20-16,-2 7-15 0,0 0-9 0,3-3-9 15,-1 3-9-15,2 0-10 0,-2-6-11 0,1-2-7 16,-1 0-14-16,1 0-35 0,0-7-32 0,-1 7-28 15,4-7-33-15,-1 2-38 0,-1-3-39 0,0-10-43 16,1 16-32-16,1-9-33 0,-2-1-175 0,0-6-474 16,0 0 210-16</inkml:trace>
  <inkml:trace contextRef="#ctx0" brushRef="#br0" timeOffset="31089.06">17629 6656 14 0,'0'0'187'0,"0"0"-12"0,0 0-13 0,0 0-16 16,9-9-11-16,-9 9-16 0,18 0-11 0,-5-2-13 15,5-1-26-15,0 2-26 0,0-1-31 0,-1 1-48 16,1 0-62-16,-6 0-91 0,-1-1-204 0,3 0 90 16</inkml:trace>
  <inkml:trace contextRef="#ctx0" brushRef="#br0" timeOffset="32452.67">18264 6546 60 0,'0'0'221'0,"2"-8"-3"16,-2 8-12-16,0 0-15 0,0 0-17 16,0 0-18-16,0 0-14 0,0 0-17 0,0 0-15 0,0 0-12 15,0 0-9-15,0 0 4 0,1 17-4 0,-1-7-8 16,-1 2-5-16,-1 3-2 0,2 2-8 0,-1 2-3 15,1-1-8-15,1-1-2 0,1 2-7 0,-2 7-1 16,2-11-6-16,1 3-5 0,-1-2-3 16,1 3-6-16,1-3-29 0,-2 2-31 0,1-3-35 0,-1-2-46 15,2-1-44-15,-1 1-46 0,-2-2-140 0,-2 1-373 16,1-12 166-16</inkml:trace>
  <inkml:trace contextRef="#ctx0" brushRef="#br0" timeOffset="32628.06">18253 6347 50 0,'-1'-7'119'0,"1"7"-22"16,0 0-18-16,0 0-12 0,0 0-19 15,24 17-24-15,-10-1-24 0,0 6-19 0,5 2-24 0,3 4-28 16,-5 0-76-16,2-1 34 0</inkml:trace>
  <inkml:trace contextRef="#ctx0" brushRef="#br0" timeOffset="32846.21">18547 6716 133 0,'3'5'218'0,"-3"-5"-1"0,0 0-7 0,0 0-11 16,0 0-6-16,0 0-1 0,0 0-9 0,0 0-5 16,0 0-15-16,3-17-11 0,-3 17-19 0,4-9-7 15,-3 3-13-15,3-3-12 0,0-1-8 16,2 1-8-16,1 0-9 0,2 0-8 0,-2 1-7 15,1 0-7-15,0 3-6 0,1-2-9 0,-3 3-3 0,1 2-5 16,0 1-3-16,-7 1-3 0,15 0-7 0,-8 3 2 16,2 1-6-16,1 3 5 0,-2-2-19 0,1 4-19 15,-2 0-20-15,1 1-15 0,0 0-28 0,-3 2-32 16,0 0-42-16,1-2-33 0,2 0-43 16,-2 0-159-16,2-1-422 0,1-5 187 0</inkml:trace>
  <inkml:trace contextRef="#ctx0" brushRef="#br0" timeOffset="33256.05">19194 6428 2483 0,'0'-10'85'0,"-2"1"10"16,2 9-44-16,-1-12-18 0,1 12-20 0,-1-10-1 15,1 10-6-15,0 0-3 0,1-10-1 0,-1 10 2 16,6-7-1-16,2 5-5 0,2 0 5 15,2 0-1-15,2 1-14 0,-1 1-13 0,-1 0-14 0,1 0-9 16,0 0-7-16,0 0-8 0,-3 0-1 0,1 1-6 16,-3 1 1-16,-1-1-2 0,-7-1 4 0,12 1 7 15,-12-1 1-15,9 2 15 0,-9-2 6 0,5 2 8 16,-5-2 16-16,0 0 3 0,0 0 5 0,0 0 2 16,0 0 1-16,-4 12 5 0,4-12 3 0,-5 9 8 15,2-3-3-15,3-6 2 0,-4 17 0 0,1-6 14 16,2 2 0-16,0 1-4 0,-1 2 4 0,4 1 5 15,-2-5-3-15,4 4 0 0,-4 0 3 0,0-2-4 16,1-2 5-16,1 4 5 0,-2-3-2 0,2 1-4 16,-2-3 9-16,2 2-1 0,-2-2 0 0,-4 1-4 15,3-3-1-15,-4 2 8 0,-4 3 0 0,-3 1-13 16,-3-2 8-16,-3 0-9 0,2 0-3 0,-1-3-8 16,-7 2-16-16,3-4-18 0,2 0-25 15,-4 2-23-15,3-2-28 0,6-4-36 0,2-2-26 0,2-2-41 16,-3 2-152-16,5-4-377 0,8 2 167 0</inkml:trace>
  <inkml:trace contextRef="#ctx0" brushRef="#br0" timeOffset="33662.05">19442 6481 217 0,'3'-6'262'0,"-1"1"-3"0,3 1-8 16,-5 4-17-16,7-7-19 0,-7 7-24 0,0 0-21 15,2-7-22-15,-2 7-15 0,0 0-11 0,0 0-5 16,7 15-1-16,-3-4-9 0,0 3 0 0,1 3-14 16,-1-1-3-16,-2 2-7 0,1 0-3 0,-3 0-15 15,3-2 11-15,-3-1-17 0,2 0-2 16,-1 2 2-16,2-4-17 0,-2-3-1 0,-1 1-6 0,3-2 0 16,-1-1-20-16,0 1-16 0,-1-1-7 15,3-2-18-15,-4-6-14 0,1 12-14 0,-1-12-13 0,1 7-18 16,-1-7-16-16,2 7-19 0,-2-7-3 0,0 0-9 15,0 0-8-15,0 0-25 0,0 0-16 0,0 0-20 16,0 0 2-16,0 0-107 0,-12-22-332 0,8 10 1066 16,2-4-545-16,0 0 26 0,0-3 19 0,1-6 21 15,-1-1 29-15,2 2 9 0,-2-1 19 0,0-1 15 16,1-3 10-16,0 9 6 0,1 2 12 0,0-1 28 16,1 2-3-16,0 2 1 0,2 4-6 0,-2 1-8 15,1 3-6-15,1-1-1 0,4 1-12 0,3 0 0 16,-2 0-14-16,2 4 1 0,3-1-6 0,0 4-22 15,-1-2-29-15,6 6-23 0,1 0-36 0,-1 2-28 16,0 1-127-16,-8 0-261 0,1 2 116 0</inkml:trace>
  <inkml:trace contextRef="#ctx0" brushRef="#br0" timeOffset="33830.39">19600 6664 180 0,'0'0'208'15,"0"0"6"-15,0 0-12 0,0 0-20 0,0 0-17 16,0 0-12-16,0 0-20 0,24-4-12 0,-11-1-27 16,5-3-40-16,9-1-34 0,-6 5-40 0,8-5-36 15,1-1-38-15,1 1-21 0,1 2-28 0,0-5-74 16,0 4-234-16,1-4 104 0</inkml:trace>
  <inkml:trace contextRef="#ctx0" brushRef="#br0" timeOffset="34180.15">20169 6370 166 0,'-7'-4'191'0,"-3"-1"1"0,2 4-1 0,-3-2-7 0,-1 5-13 16,1-1-8-16,1 2-11 0,-3 2-10 0,4 1-16 15,0 2-11-15,0-1-12 0,3 1-9 0,3 1-9 16,-2 0-11-16,4 0-7 0,-1 2-5 0,5-2-5 16,1 1-5-16,2 0-9 0,3-3 0 0,1 1-2 15,6 0-4-15,-4-2-9 0,0-2-8 0,7 1 8 16,-7 1-9-16,3-3-2 0,-5 0-6 0,-1-2 0 15,1 2-1-15,-2-2 0 0,-2 1 0 0,-6-2 0 16,9 2 1-16,-9-2 0 0,9 2 8 0,-9-2 0 16,0 0 0-16,5 3 2 0,-5-3-2 0,0 0 1 15,0 0-2-15,-21 12-1 0,7-4 4 0,-4 1 7 16,0 1-6-16,-5 4 3 0,0 0 5 0,4-3 0 16,5 1 3-16,-3-2 11 0,4 0-10 0,-2-1-2 15,6-1-7-15,1 0-3 0,3-1-1 0,0 2-1 16,1-3-2-16,3 0 0 0,1-6-2 0,6 11-4 15,-2-8-5-15,6 2-15 0,2-2-30 0,7-1-31 16,3-3-37-16,8 0-47 0,2-3-30 0,20-3-47 16,0-2-199-16,-15 1-464 0,17-3 206 15</inkml:trace>
  <inkml:trace contextRef="#ctx0" brushRef="#br0" timeOffset="34367.89">20625 6321 203 0,'0'0'268'0,"-5"-8"-10"0,5 8-11 16,-4-7-11-16,4 7-23 0,0 0-21 0,9-10-20 15,-1 5-21-15,4 0-13 0,10 0-15 0,6-4-8 16,4 2-27-16,1-1-30 0,1 2-27 0,-2 2-35 16,-3-1-33-16,-2 1-42 0,-6 2-37 0,-2-2-47 15,-7 3-42-15,-3-1-111 0,-1 0-340 0,-3-1 151 16</inkml:trace>
  <inkml:trace contextRef="#ctx0" brushRef="#br0" timeOffset="34575.99">20822 6257 129 0,'-5'3'172'0,"5"-3"-28"16,0 0-7-16,-2 9 10 0,2-9 6 0,-2 12-7 16,0-4-5-16,1 2 0 0,1-1 1 0,-1 3 2 15,1 0 5-15,-1 3-6 0,1 1-17 0,-2 0-13 16,2 1-7-16,-1 0 3 0,2-1-13 0,-2 0-10 15,1-4-5-15,0 5-10 0,0-5-3 0,0-1-7 16,0 1-4-16,0 0-8 0,1-2-9 0,1 0-28 16,-2 0-27-16,-2-1-30 0,2-2-35 0,0-7-54 15,2 13-54-15,-2-7-56 0,0-6-133 0,-5 6-407 16,5-6 181-16</inkml:trace>
  <inkml:trace contextRef="#ctx0" brushRef="#br0" timeOffset="34741.39">20822 6274 51 0,'14'-4'189'0,"2"-3"-24"0,5-2-10 0,7 5-34 16,0-4-22-16,1-2-40 0,3 5-46 0,-2-1-45 15,-1 2-105-15,-2 0-149 0,1 0 67 0</inkml:trace>
  <inkml:trace contextRef="#ctx0" brushRef="#br0" timeOffset="45905.54">11646 8253 147 0,'-6'-12'157'0,"1"0"-9"16,-1 3-4-16,-1-1-2 0,0 3-22 0,2 1-3 15,1 1-17-15,-2 3-8 0,6 2-7 0,-8-7-11 16,8 7 0-16,0 0 6 0,-13 8-7 0,10-2-4 16,-1 6-1-16,-3 1 1 0,1 7-10 0,1 6 5 15,1 3-10-15,-1 2-3 0,1 14-3 0,0-9-3 16,3-2-5-16,-3 2 0 0,4 10-8 0,-1 0-4 16,-4-11 0-16,4 11-2 0,-1-11-3 0,1 0 0 15,-2 0-4-15,3-2 4 0,0 1 0 0,2-3-9 16,-1 0 0-16,-2-2-4 0,3-2 0 0,4 0 0 15,-3-3 2-15,1-3-5 0,1 0 0 0,0 1 0 16,0-5 0-16,3 0-2 0,1 1-2 0,-3-3 3 16,3 2-2-16,-2-4 2 0,3 2 2 0,-4-3-3 15,3-3 4-15,0 4-4 0,2-3-1 0,-2-1 0 16,-2-3 1-16,3 2 1 0,-2-2 0 0,0 1-1 16,1-1-1-16,3 0 1 0,-3 0-2 0,3-2 1 15,-1 2-1-15,6-2-2 0,-6 0-16 0,2-1-16 16,0 1-21-16,-2-2-20 0,2 3-17 0,1-3-19 15,-1 1-24-15,5 0-9 0,-1-3-19 0,4 2-138 16,-3-4-322-16,12-5 143 0</inkml:trace>
  <inkml:trace contextRef="#ctx0" brushRef="#br0" timeOffset="46461">14374 7941 72 0,'0'0'183'0,"3"-10"-10"0,-3 10-5 0,0 0-1 16,0-9-1-16,0 9-13 0,0 0-16 0,0 0-13 15,1-5-13-15,-1 5-13 0,0 0-12 0,12 0-7 16,-12 0-8-16,19 4-3 0,-6 0-11 16,8-1-4-16,6 1-7 0,4-1 12 0,1 0-7 0,-1 0-4 15,4-2-4-15,-5 0-2 0,4 1 1 0,-5-2-10 16,0 0-6-16,1 0 0 0,-8 0-1 0,-2 1-7 16,1-1 1-16,-2 0-4 0,-3 1-1 15,0 0-3-15,-5 0-1 0,0-1-3 0,0 2 1 0,-3 1-2 16,0 0-2-16,0 1 8 0,0 2 0 0,-1-2 2 15,2 4 4-15,-2 0-2 0,1 4 1 0,-1 2 0 16,2 4 3-16,2 7 4 0,-6 1 3 0,4 2-3 16,-2 3 1-16,0 2 1 0,2 11 4 15,-3 2-2-15,1 1 0 0,-3 0 1 0,2 4-4 0,-1-3-2 16,0-1-1-16,0-12-3 0,1 13-1 0,5-2-1 16,-11-11 1-16,0 0 1 0,1 12 1 0,-1-13-3 15,0-1 0-15,-3-1-3 0,-2 1 5 0,-1-2-6 16,-5 0 1-16,-3-2-1 0,-1-2 1 0,-6 1-3 15,1-4 3-15,-2 1-2 0,-7-5-1 0,0 3-4 16,-3-2-1-16,-15 3-11 0,2-3-19 0,-5-4-14 16,3-5-16-16,-4-2-27 0,-4 0-27 15,2-6-24-15,-1-7-46 0,0 0-32 0,-1-4-193 0,0-5-436 16,3-3 193-16</inkml:trace>
  <inkml:trace contextRef="#ctx0" brushRef="#br0" timeOffset="47578.54">15817 5549 106 0,'-14'2'107'0,"-3"0"2"0,3 2-11 0,1-4-3 16,1 4-11-16,0-1-6 0,2 1-2 15,-1-2-10-15,2 1-7 0,3 0-7 0,6-3-8 16,-10 3-6-16,10-3-5 0,-3 7 5 0,3-7-5 16,0 0 11-16,10 10 9 0,1-4 6 0,11-4 3 0,8 1 1 15,9-1 1-15,17-2-6 0,5-5-2 0,34-4 4 16,-6-1-2-16,12 0 1 0,4-2-1 16,4 0 1-16,1-1-8 0,-2-4 4 0,10 4 3 15,5-2-2-15,1 2 0 0,6-4-3 0,2 1 1 16,-1 8-6-16,7-6 2 0,-1-2 3 0,5 3-3 0,5-4-5 15,0 4 5-15,1 0-5 0,-2 1-3 0,6 2 4 16,-1-2-7-16,-1-1-3 0,-5 2-4 16,-8-1 0-16,-1 3 2 0,-10-6 0 0,-5 2-3 15,-8 0-2-15,-7-2-5 0,-12 5 7 0,-33 1-6 16,-1 1-3-16,-2-1 2 0,-8 0-7 0,-15 2 3 0,-1 4-3 16,-6-3-2-16,0 0-3 0,-13 2 3 15,-3 3 1-15,-2-1 2 0,-1 1 1 0,-5-1 1 0,-4 2 2 16,9-4-2-16,-9 4-7 0,1-6 0 15,-1 6-2-15,0 0-8 0,0 0-5 0,-7-12-16 16,-1 10-18-16,-1-1-21 0,-4 2-15 0,-5-1-18 16,-1 2-20-16,-3 2-13 0,-7 0-20 0,0 2-17 0,-5 2-15 15,0-2-6-15,-2 3-17 0,-1 0-129 0,-1 1-354 16,-11 2 157-16</inkml:trace>
  <inkml:trace contextRef="#ctx0" brushRef="#br0" timeOffset="47930.91">16652 5701 9 0,'39'-5'116'0,"20"-5"3"0,32-7-1 16,3-1-9-16,5 1-13 0,7-2-8 0,2 0-9 15,9 1 0-15,1-3-18 0,9 2 0 0,9-1 2 0,11 1-7 16,8-1-4-16,7 1-4 0,9-2-9 0,1 7 4 15,9 0-10-15,-3 2-3 0,-8 2-17 0,-1 0-18 16,-5-3-19-16,-5 0-23 0,-5 3-16 16,-14-1-20-16,-10 0-99 0,-14 1-197 0,-13-1 87 15</inkml:trace>
  <inkml:trace contextRef="#ctx0" brushRef="#br0" timeOffset="55900.39">16128 8568 42 0,'0'0'130'0,"0"0"0"0,0 0-11 15,0 0-6-15,0 0-17 0,0 0 3 16,0 0-3-16,0 0-16 0,0 0 4 0,6-3-1 0,-6 3-3 16,0 0 5-16,0 0-12 0,0 0-4 0,0 0-4 15,0 0-2-15,0 0-11 0,0 0 2 16,0 0-4-16,0 0-6 0,0 0 0 0,0 0-5 15,0 0 0-15,0 0-4 0,0 0-5 0,-24-1 3 0,24 1 3 16,0 0-5-16,0 0 2 0,-12 3-5 0,12-3-1 16,0 0-1-16,0 0-5 0,0 0 4 0,0 0-6 15,0 0 1-15,0 0-8 0,0 0 4 0,0 0-4 16,0 0-1-16,0 0 1 0,0 0-2 0,37-4 3 16,-16-1-10-16,1 2 7 0,6-2 0 0,1 0-4 15,2-1-12-15,1 3-12 0,-3-4-19 0,2 6-21 16,-10 0-17-16,1 1-23 0,-3 0-15 15,0 0-25-15,-2 1-16 0,-4 2-115 0,-4-1-291 0,0 0 129 16</inkml:trace>
  <inkml:trace contextRef="#ctx0" brushRef="#br0" timeOffset="56175.59">16321 8410 148 0,'-7'-7'216'0,"3"3"-3"16,-1 0-5-16,5 4-8 0,-6-8-13 0,6 8-13 16,-5-4-14-16,5 4-19 0,-5-4-17 0,5 4-11 15,0 0-18-15,0 0-9 0,0 0-10 0,0 0-7 16,0 0-8-16,0 0-1 0,-3 24-7 0,4-13-5 16,2 6-3-16,-1-2 2 0,2 6-10 0,-2-1-1 15,2-1-3-15,-2 0 0 0,3 5-2 0,-1-3-6 16,0-2-2-16,0-2 2 0,-1 2-5 0,1 1-2 15,0-4-12-15,-1 3-21 0,3-2-26 0,-2 1-28 0,0-1-27 16,1-3-44-16,-1-2-25 0,2 1-28 0,-2-3-156 16,1-1-378-16,-1-3 168 0</inkml:trace>
  <inkml:trace contextRef="#ctx0" brushRef="#br0" timeOffset="56572.02">16686 8368 3 0,'1'-7'239'0,"-1"7"-13"0,4-10-13 0,-2 6-10 15,-2 4-18-15,2-6-21 0,-2 6-17 0,0 0-16 16,0 0-15-16,0 0-15 0,0 0-6 16,0 0-11-16,17 9 2 0,-12 0-13 0,0 3 0 15,4 3-10-15,0 2 0 0,1 5-8 0,-2-4 4 0,2-1-9 16,-3-2-2-16,-1 3-5 0,3-2 4 0,-3-3-10 15,2 3-1-15,-3-5-4 0,2-2 2 0,-3 1-9 16,0-1-1-16,0 0-2 0,1-4-3 16,-2 3 0-16,-1-4-1 0,-2-4-4 0,7 8 2 0,-5-4-4 15,-2-4 4-15,4 7 7 0,-4-7 3 0,0 0 10 16,0 0 3-16,0 0 1 0,0 0-1 0,0 0-5 16,14-11 2-16,-13 4-4 0,2-4-2 0,1 0-5 15,1-6 9-15,0-1-15 0,1-8-2 0,2 0-2 16,0-1-2-16,-1 1 2 0,5 0-6 0,-2 2-2 15,0 0-3-15,3 1 2 0,-4 5-11 0,3 2-10 16,-2 2-16-16,0 0-16 0,-2 4-25 0,2 1-34 16,-3 1-28-16,2 2-28 0,-1 2-23 0,2 0-24 15,-3 4-19-15,-7 0-138 0,13 4-397 0,-7-1 175 16</inkml:trace>
  <inkml:trace contextRef="#ctx0" brushRef="#br0" timeOffset="56889.45">17153 8573 192 0,'0'0'205'16,"0"0"3"-16,0 0-1 0,0 0-11 0,0 0-11 15,0 0-13-15,0 0-7 0,17-9-12 0,-13 3-13 16,4-3-12-16,0 1-16 0,-1 0-4 0,3-3-7 16,-2 2-9-16,3-3-6 0,-3 3-6 0,0-2-3 15,1-2-7-15,-3 3-12 0,2-2 1 0,-2 2-6 16,0-1-1-16,-3 2-4 0,0-1-5 0,-2 4-4 15,2-1-3-15,-3 7-8 0,2-13-1 0,-2 7-5 16,0 6-2-16,0 0-2 0,0-13-7 0,0 13-5 16,0 0 9-16,-7-2-15 0,7 2 9 0,0 0-8 15,-27 20 2-15,14-9-2 0,-5 9-1 0,3-6 0 0,2 8 3 16,3-5 0-16,1 1-3 0,0-2-2 0,5 4 3 16,0-2 0-16,3-2-2 0,4 1-7 15,3-2-12-15,3-1-24 0,6-1-29 0,8 2-35 16,8-3-35-16,6-6-53 0,15 1-50 0,4-6-154 15,5-2-431-15,1 0 191 0</inkml:trace>
  <inkml:trace contextRef="#ctx0" brushRef="#br0" timeOffset="57334.74">18915 8226 2310 0,'3'-12'40'0,"-3"-1"63"15,-2 2-28-15,-2-2-20 0,-1 3-14 0,-2 0 1 16,-4 0 4-16,1 4-3 0,-4 0-1 0,-4 0 6 0,0 3 1 16,-1 3-2-16,1 3-3 0,-1 3 1 0,1 1-5 15,0 5-5-15,-4 5-2 0,7-1-4 16,2 0 0-16,-2 3-2 0,4-2-3 0,4 1-3 16,-2-1-4-16,4-1 2 0,4-3-4 0,0 1-1 0,3 4 0 15,1-7-2-15,1 1 2 0,1-1-4 0,2 2 2 16,1-2 2-16,0-1 0 0,2-3-1 0,1 0-2 15,0-2 1-15,0-2 1 0,1 0-5 0,-3 1-1 16,-1-5 0-16,-8 1 1 0,16-3 4 16,-7-2-4-16,0-2 1 0,-3-2-1 0,3 1 0 0,-1-1 4 15,-1-2-10-15,0 0 12 0,-2-1-9 0,1-3-4 16,2-1 0-16,-3 2-2 0,1 0 1 0,-3 3 0 16,1 0 6-16,1 3-1 0,-1-2 1 15,-3 4 5-15,-1 6-2 0,4-9-3 0,-4 9-7 0,2-7-1 16,-2 7-4-16,0 0-2 0,0 0 2 0,0 0 0 15,0 0 3-15,0 0 1 0,8 21-2 0,-5-12 2 16,-2 7-3-16,-1-4 6 0,1 4-3 0,2 0-5 16,-1 0-14-16,2 1-22 0,1 0-22 0,-1 0-36 15,3 1-39-15,-1-3-35 0,2-2-46 0,3 3-53 16,-4-7-149-16,0 1-456 0,5-5 202 0</inkml:trace>
  <inkml:trace contextRef="#ctx0" brushRef="#br0" timeOffset="58145.39">19163 8313 25 0,'0'0'226'15,"5"-7"-16"-15,-5 7-17 0,5-5-16 0,-5 5-17 16,0 0-8-16,0 0 1 0,0 0-2 0,0 0-7 16,9 13-9-16,-8-7-5 0,2 3-4 0,-2 0-12 15,0 2-3-15,3 4-13 0,-1-2-4 0,-1-3-9 16,-2 0-8-16,3 0-13 0,-3 1-3 0,1-4-8 15,2 0-4-15,-3-7-3 0,1 11-4 0,-1-11-1 16,1 11-2-16,-1-11 12 0,0 0 9 0,0 0 5 16,-1 9 8-16,1-9 2 0,0 0-13 0,0 0-3 15,0 0-8-15,0 0 2 0,0 0-6 0,0 0 2 16,0 0-6-16,-5-34-8 0,5 23-15 0,4-1-6 16,-3 1 1-16,4-6-10 0,2 0-2 0,0 2-9 15,3 0-4-15,1 3 5 0,-4 2 2 0,0 1-1 16,3 1-3-16,-2 2-3 0,-3 1 1 0,4-1-2 15,-2 5 2-15,4 0 7 0,-11 1-13 0,12 2 4 16,-4 1 0-16,1 5 1 0,-1-1 5 0,1 6-1 16,-2-4-2-16,0 3-7 0,0 3-22 0,0-1-14 15,0 1-12-15,-2 1-18 0,3-2-11 0,0 0-13 16,3-1-18-16,3 0-16 0,3-2-10 0,1-3-13 16,0 0-12-16,1-1-4 0,1-3 0 0,1-1 6 15,-2-2 14-15,0-2 18 0,0 1 16 0,1-4 16 16,-1 1 12-16,-1-1 19 0,-1-2 25 0,0 0 9 15,-2-2 27-15,1-3 12 0,-7 3 22 0,4-6 22 16,-5 5 7-16,0-7 17 0,-3 5 15 0,-1 0 15 16,0-1 2-16,-1 0 11 0,-3 1 13 0,1 0 5 0,-2 1 0 15,-1 1 8-15,2 9-3 0,-2-15-10 0,-2 10-8 16,0-3 0-16,-1 4-7 0,5 4-12 16,-12-4 7-16,2 5-8 0,0 1-15 0,-5 3-4 15,0 1-8-15,0 3-6 0,-2 4-5 0,5-2 2 0,-1 1-4 16,3 1-2-16,-2 1-5 0,7-2-6 0,0 0-4 15,4 3-5-15,-2-6-1 0,3 4 1 0,1-2-2 16,3-1-4-16,1 1 0 0,2 0-1 0,2-3-4 16,-3-3-1-16,6-3-2 0,2 2 12 15,-2-1-8-15,4-4 6 0,0 1-16 0,2-7-2 0,-2 2 5 16,0-3 12-16,-2-1-14 0,0-3-1 0,-2 0-1 16,-3-2-4-16,0-3-3 0,-3 2 5 15,1-4-2-15,-4 0 2 0,3-6 2 0,-4 1-4 16,1-3-8-16,-2 1 4 0,1-1-5 0,0 0 5 0,-2-1 1 15,-2 1 1-15,2-2 9 0,2 4-12 0,-4 6 0 16,4 1 12-16,-2 8 12 0,1-2 10 0,-1 3-1 16,0 2-4-16,0 7 8 0,-1-11-19 0,1 11-11 15,0 0-1-15,0 0-1 0,0 0 11 0,0 0-15 16,2 34 11-16,-1-15-3 0,-1 6 2 0,-1 3 1 16,0 1-2-16,0 0-3 0,2-1 6 0,-4 0-9 15,5 1 2-15,-2 1-21 0,1-5-38 0,1 3-35 16,2-3-46-16,-1 2-39 0,-2-3-56 0,2-7-71 15,-4 1-258-15,4 0-603 0,0-7 268 0</inkml:trace>
  <inkml:trace contextRef="#ctx0" brushRef="#br0" timeOffset="58558.34">21094 7874 73 0,'-4'-10'259'0,"1"1"-3"0,2 1-11 0,1 8-14 16,-1-11-15-16,-2 7-23 0,3 4-22 0,0 0-24 16,-5-8-15-16,5 8-18 0,0 0-9 0,0 0 11 15,7 33-5-15,-7-8-8 0,2 2-10 0,-1 6 3 0,3-1-6 16,-6 0-5-16,3 3-13 0,-1-5-4 15,1 2-9-15,1-2-2 0,-1-3-2 0,-1 3-18 16,1-3-29-16,1-2-23 0,-1 1-37 0,1-1-46 16,-2-5-53-16,3-4-63 0,-3 13-230 0,0-12-481 0,-4 0 213 15</inkml:trace>
  <inkml:trace contextRef="#ctx0" brushRef="#br0" timeOffset="59273.94">21219 8359 59 0,'8'-8'219'0,"1"-1"-3"16,0 2 3-16,0-3 0 0,5-1-10 0,-3 0-7 15,-2 3-14-15,3-1-11 0,0-4-18 0,0 1-15 16,2-1-13-16,-1 0-13 0,1-4-11 0,-3 2 10 16,0-1-14-16,0 0-6 0,-2-1-5 0,-1 1-7 15,1 2-8-15,-4 3-4 0,-3-2-5 0,1 0 0 16,-3 5 1-16,1-3-18 0,-1 3-3 15,0 8 1-15,-1-13-7 0,1 13 1 0,-3-9-14 0,3 9-5 16,0 0-6-16,0 0 4 0,0 0 4 0,-19 14-2 16,9-2-1-16,0 4-2 0,0-1-3 0,1 3-2 15,2-3-3-15,2 0 1 0,0 0-9 0,4-3 1 16,1 0 5-16,1-2-3 0,3 1-2 0,-2-2 2 16,5-1 1-16,0 1 19 0,4-3-17 0,1 1-1 15,1-3-3-15,6 0 4 0,-2-1 0 16,1-2-4-16,0 1-5 0,-2-3-3 0,2-3 2 0,-5 3 5 15,5-3-3-15,-5-1 0 0,-3 0-4 0,1 0 7 16,0-2 0-16,-2-2-3 0,-1 0-3 0,3-5 5 16,-3-1-11-16,-1-1 17 0,-1 2-13 0,1 0-1 15,-2 3 3-15,-2 0-2 0,0 1 3 0,0 0-2 16,-2 5-5-16,-1 5-4 0,5-10 0 0,-3 5-1 16,-2 5 0-16,0 0-1 0,0 0-5 0,0 0 6 15,0 0-5-15,5 18 5 0,-7-4 3 0,0 1 3 16,-2 2 2-16,-1 2 4 0,1-3 0 0,2 2 2 15,-1 0 1-15,0-6-5 0,3 1 1 0,-2-2 3 16,1-3-3-16,1 1 4 0,1-3-4 0,-1-6 1 16,2 12 3-16,0-7 0 0,-2-5 2 0,6 8 1 15,-2-7 0-15,-4-1 4 0,14 1 0 0,-6-2-5 16,4-4 2-16,-1 1-3 0,0-3 5 0,4-1-1 16,-4-1-2-16,3-1 1 0,-1-3 1 0,-1 0-15 15,0 0-2-15,-1-5-3 0,3 3-4 0,-1-7 1 16,-2 4 1-16,-1 4 1 0,-3-3 1 0,2 3 7 15,-5 5-1-15,2 0-7 0,-2 0 4 0,-1 3 3 16,-3 6-4-16,4-10-5 0,-4 10 0 0,4-6-3 16,-4 6 4-16,0 0 3 0,0 0-3 0,0 0 4 15,0 0-1-15,-4 26 5 0,-2-13-3 0,3-1 6 16,-2 0-3-16,0 3 6 0,-3 1-3 0,4-4 3 16,1 1 4-16,0 0-6 0,1-2-2 0,-3 1 1 15,3 1-12-15,-1-1-3 0,1 2-11 0,-1-1-22 16,0-3-35-16,0 3-45 0,0 1-35 0,2-4-52 15,-2 0-42-15,-1 3-182 0,-1-5-478 0,2 0 212 16</inkml:trace>
  <inkml:trace contextRef="#ctx0" brushRef="#br0" timeOffset="59553.96">22404 7941 1934 0,'19'-28'130'0,"-1"5"50"15,-10 7-19-15,-1 2-24 0,0 5-10 0,-2 0-12 16,1 2-16-16,-3 0-18 0,-1 3-8 0,-2 4-10 0,4-6-1 16,-4 6-12-16,0 0 7 0,0 0 15 15,0 0 17-15,8 22 2 0,-6-4 7 0,0 8 8 16,-1 1 1-16,-1 1-14 0,2 3-12 0,0-2-5 16,-4-1-5-16,4-1-6 0,-4 0 0 0,4-2-6 0,-2 2-5 15,-2-2-10-15,0-5-1 0,1 5-8 16,-1-8 14-16,0 4-21 0,1-4-28 0,-1 2-37 15,-2-3-27-15,2-3-34 0,-1 3-21 0,-1-7-29 16,-1 2-31-16,-2 0-38 0,-1 3-42 0,0-4-19 0,-1-2-25 16,1-1-180-16,-1-2-522 0,1-5 232 0</inkml:trace>
  <inkml:trace contextRef="#ctx0" brushRef="#br0" timeOffset="60211.91">22403 8167 63 0,'10'-16'162'0,"3"1"-15"0,-1 1-17 15,0-1-2-15,6-5-1 0,-5 7 0 0,2-1 8 16,-1 0 0-16,0 1-3 0,0 2-3 16,-2-1-7-16,2 1-9 0,-7 1-8 0,1 1 3 15,1 0-5-15,-1 1-2 0,-1-1-6 0,0 0-5 0,-2 1-6 16,2 0-7-16,-2 1 0 0,-2 2-6 0,1-1-6 16,-2 0-7-16,-2 6-4 0,7-8-11 15,-7 8-7-15,5-4-5 0,-5 4-8 0,0 0-4 0,0 0 4 16,0 0-2-16,10 20 3 0,-10-4 0 0,1 3 0 15,-3 7 2-15,1 3 4 0,-2 0-5 0,-1-1 0 16,1-2-1-16,0 1-4 0,0-8 0 0,1 0-4 16,-1-2 1-16,2 0 0 0,1-1-2 0,0-4-1 15,-1-1-4-15,-1-3 0 0,2-1 0 0,0-7 1 16,0 12 2-16,0-12-1 0,2 10 2 0,-2-10-2 16,1 4 1-16,-1-4 11 0,0 0 10 0,0 0-4 15,0 0-3-15,0 0 0 0,13-2-1 0,-13 2-1 16,14-12-7-16,-5 7 0 0,1-3-6 0,0 3 2 15,-1 0-2-15,3-1-4 0,-2 2-2 0,-4 1 0 16,3 0-3-16,0 1-1 0,-1 1-4 0,-8 1 3 16,14-2-1-16,-3 2-1 0,-2 2-1 0,-1-1 3 15,3 2-2-15,1-1 1 0,0 1 1 0,-1-1 4 16,2 0-1-16,1 1 1 0,4 0-1 0,1-2 0 16,-1-1 3-16,1 0-2 0,1 0 0 0,0-3-2 15,-1-1-1-15,0 2 3 0,-1-1-1 0,-5 0 4 16,1-1-2-16,-3 1 3 0,1-1-1 0,-2-2-1 15,-1 0-4-15,-2 2 6 0,0-1 6 0,-1 0-7 16,-2-1 0-16,-1-1 4 0,1 2-3 0,-4 5 10 16,3-10 3-16,-3 10-1 0,-1-8-6 0,1 8-2 15,-9-5-3-15,9 5 2 0,-14-1-7 0,4 1 1 16,1 3-1-16,-3 1 1 0,1 0-6 0,-1 1 2 16,3 1 2-16,1-2-1 0,0 3 0 0,0-2-6 0,4 0 6 15,-2 0-4-15,2 2-3 0,4-7 3 16,-4 10 1-16,4-10-9 0,2 10-6 0,-2-10-2 15,0 0-3-15,3 9 2 0,2-6-1 0,-5-3 2 16,9 6 1-16,-3-5-3 0,0 1 4 0,-6-2-3 16,13 2-8-16,-8 0-13 0,-5-2-14 0,9 3-27 15,-9-3-32-15,9 4-39 0,-4-2-41 0,-5-2-30 16,7 9-34-16,-4-5-183 0,1 2-475 0,-4-6 211 16</inkml:trace>
  <inkml:trace contextRef="#ctx0" brushRef="#br0" timeOffset="60430.33">23256 8210 97 0,'7'-7'233'0,"2"-3"2"0,-3 2-6 16,0 0-5-16,0 1-12 0,-1 0-12 16,2 3-20-16,-2 0-17 0,-5 4-19 0,11-6-13 15,-6 5-16-15,-5 1-12 0,14 0-10 0,-14 0-11 16,11 4-6-16,-4-1-6 0,-1 1-8 0,0 4-8 0,0-2-2 15,0 0-6-15,-1 3-6 0,3 0-12 16,-4 0-26-16,-2-2-24 0,2 2-48 0,-3 0-56 0,2-4-61 16,1 5-224-16,-4-10-446 0,6 10 197 15</inkml:trace>
  <inkml:trace contextRef="#ctx0" brushRef="#br0" timeOffset="61043.98">24133 7925 2410 0,'3'-6'88'0,"-3"6"-35"0,0 0-34 16,-2-11-7-16,2 11-6 0,0 0 0 0,0 0 1 15,-5-9 11-15,5 9 17 0,0 0 8 0,0 0 10 0,0 0 4 16,-6-4-1-16,6 4 4 0,0 0-4 0,0 0-1 15,0 0 0-15,0 0 2 0,0 0-1 0,0 0 3 16,0 0-1-16,0 0 7 0,0 0-1 16,0 0-4-16,0 0-8 0,0 0-3 0,0 0-4 0,9-13 3 15,-4 9-3-15,-5 4-5 0,10-7-6 0,-1 1-3 16,-3 1-1-16,0 0-4 0,-3 2 13 0,2-3 6 16,-5 6 5-16,10-6 2 0,-7 2 7 0,-3 4-6 15,7-8-4-15,-7 8 0 0,3-5 12 0,-3 5-32 16,6-5 3-16,-6 5-5 0,0 0-6 0,0 0-10 15,0 0 0-15,0 0 2 0,0 0-20 0,9 17 9 16,-9-6 10-16,2 6 8 0,-2 2 1 0,0 8-8 16,-2 2 5-16,0 0 0 0,0-3 1 15,-3 4 5-15,2-3-1 0,0-1-10 0,-2 2 10 0,4-3-13 16,-4 0-9-16,3-6 9 0,-1-2 5 0,2 0-9 16,-2 0 5-16,2-6 7 0,-1 2-25 0,1-4 14 15,0 1 0-15,0 0 0 0,-1-3 6 0,2-7-25 16,2 12 5-16,-2-12-5 0,-3 8-16 0,3-8-3 15,-2 7 5-15,2-7-10 0,-9 5-6 0,2-4-9 16,0 2-2-16,-4-3-5 0,-4-1-3 0,2-1-3 16,-2 1 9-16,1-1 7 0,1-1 5 0,3 2 13 15,-1-2-8-15,4 2 10 0,-1-1 2 0,8 2 16 16,-10-1 8-16,10 1 0 0,-8 0 10 0,8 0 11 16,0 0-1-16,-9-3 2 0,9 3 3 0,0 0 1 15,0 0 2-15,0 0-4 0,0 0 11 0,0 0 1 16,0 0-2-16,32 1-1 0,-12-2-16 0,8-2-27 15,0-1-25-15,2-1-52 0,2 3-58 0,0-3-58 16,3-2-64-16,-1 3-80 0,-3-2-191 0,2 1-585 16,-1-1 258-16</inkml:trace>
  <inkml:trace contextRef="#ctx0" brushRef="#br0" timeOffset="61202.84">24759 8235 393 0,'6'1'367'0,"-6"-1"2"16,7 2-23-16,-7-2 33 0,0 0 17 0,0 0 0 15,0 0-22-15,0 0-26 0,13-2-31 0,-13 2-32 16,0 0-27-16,0 0-26 0,0 0-30 0,0 0-47 16,0 0-63-16,2-7-69 0,-2 7-85 0,0 0-100 15,0 0-95-15,0 0-106 0,-17-7-319 0,17 7-738 16,-20-3 327-16</inkml:trace>
  <inkml:trace contextRef="#ctx0" brushRef="#br0" timeOffset="74981.45">16456 9067 106 0,'0'0'168'0,"0"0"-8"0,0 0-6 15,0 0-11-15,0 0-9 0,0 0-17 0,0 0-13 0,0 0-1 16,0 0-14-16,0 0-10 0,0 0-7 0,0 0-12 15,0 0 1-15,0 0-9 0,0 0-6 0,0 0-8 16,0 0-1-16,0 0-3 0,0 0-15 16,0 0 7-16,0 0-6 0,0 0-4 0,0 0-7 0,0 0-6 15,0 0-9-15,0 0-12 0,0 0-15 0,0 0-3 16,0 0-4-16,0 0-12 0,0 0-18 0,0 0-19 16,0 0-21-16,0 0-24 0,0 0-77 0,-15 19-228 15,10-17 102-15</inkml:trace>
  <inkml:trace contextRef="#ctx0" brushRef="#br0" timeOffset="76642.47">24050 8459 30 0,'0'0'91'0,"0"0"-3"15,0 0-1-15,0 0-7 0,0 0 14 0,0 0-7 16,0 0-7-16,0 0 2 0,0 0 1 0,0 0-1 15,0 0-4-15,0 0 1 0,0 0-2 0,0 0 3 0,0 0-9 16,0 0 4-16,0 0-8 0,0 0 5 16,0 0-1-16,0 0-6 0,0 0-3 0,0 0 3 15,0 0-9-15,0 0-2 0,0 0-1 0,0 0-7 0,0 0-4 16,0 0-2-16,0 0-1 0,0 0-9 0,0 0 1 16,0 0 0-16,0 0-7 0,0 0-1 0,0 0-3 15,0 0 3-15,0 0-4 0,0 0 1 0,0 0-2 16,0 0 2-16,0 0-7 0,-28 8 2 0,23-6 2 15,5-2-1-15,-8 4-5 0,8-4-3 0,-10 2 3 16,10-2-4-16,-5 3 4 0,5-3 0 0,0 0 0 16,-7 4-4-16,7-4 1 0,0 0 0 0,0 0 0 15,-6 2 1-15,6-2 1 0,0 0 2 0,0 0-1 16,0 0 1-16,0 0 3 0,0 0 1 0,0 0 4 16,19 4-4-16,-1-2-5 0,4-5-8 0,7 0-16 15,6-2-17-15,-2 0-23 0,3 2-19 0,1 1-21 16,12-10-34-16,-10 9-28 0,13-5-26 0,-14 8-137 15,14-5-345-15,-1-3 152 0</inkml:trace>
  <inkml:trace contextRef="#ctx0" brushRef="#br0" timeOffset="76936.83">25116 8268 78 0,'0'0'203'0,"0"0"-4"0,0 0-5 16,0 0-2-16,0 0-12 0,0 0-8 15,0 0-8-15,0 0-12 0,0 0-2 0,0 0-9 16,0 0-7-16,0 0-9 0,0 0-10 0,0 0-11 0,0 0-13 15,26-14-12-15,-10 9-25 0,2-2-17 0,11 0-20 16,-1-3-27-16,3 2-36 0,2 0-36 16,4-5-57-16,1 0-43 0,11 0-172 0,-12 1-383 15,13-10 169-15</inkml:trace>
  <inkml:trace contextRef="#ctx0" brushRef="#br0" timeOffset="86918.69">6986 10372 123 0,'-2'-7'178'16,"-1"0"-4"-16,-3-1 13 0,1 3 1 0,-2-1-19 15,-3-2-13-15,1 3-8 0,-2 2-3 0,-1-2-11 0,-2 4-13 16,1-1-13-16,-6 5-7 0,0 1-11 15,-3 0-8-15,-3 6-8 0,-2 3-10 0,1 2-4 16,1 2-7-16,-2 1-4 0,0 2-7 0,5 0-3 16,1 4-5-16,0-1-3 0,5 1-5 0,0-1 2 15,4 2-7-15,4-1 1 0,0 1-1 0,4-1-1 0,3 1 4 16,3 0-8-16,1-6 1 0,3 6-4 0,4-3-1 16,0-5 6-16,0-1-5 0,4-2 1 15,5-1-2-15,4-1-7 0,-1 2-13 0,7-4-13 16,6-2-15-16,-2-4-27 0,1 0-26 0,2-4-25 0,-1-1-23 15,1-2-16-15,-1 1-6 0,0-1-9 0,1-5 7 16,-5 2 0-16,1-2-100 0,-1-1-282 0,-1-1 125 16</inkml:trace>
  <inkml:trace contextRef="#ctx0" brushRef="#br0" timeOffset="87510.4">7206 10778 788 0,'18'-14'-45'0,"-4"1"16"0,-2-1 21 0,0 0 15 16,-4 0 14-16,-1-1 9 0,-4-2 11 0,5 2 17 16,-4-1 14-16,-3 5 17 0,0-1 7 0,1 2 8 15,-1 2 10-15,-1-2 15 0,0 10-3 0,0-10-2 0,0 10-8 16,0-10-12-16,0 10-11 0,1-7-15 15,-1 7-9-15,0 0-4 0,0 0 1 0,0 0-4 0,0 0-1 16,-8 26-7-16,6-13-5 0,-1 3 1 0,0 2-3 16,4 0-8-16,-1 2-1 0,0-3-4 0,2 1-3 15,2-3-1-15,-1-2-5 0,1 3 2 0,2-1-5 16,-1-3 1-16,4-3-3 0,0-2 5 16,-1-1-1-16,3 0 5 0,3-3-4 0,-1-1 1 0,6-1-1 15,-6-2 1-15,6-3 2 0,-2-1 3 0,-2-1-3 16,-2-3-1-16,2-3-1 0,-3 2 7 0,3-4-3 15,-5 0 8-15,-1-1 2 0,-1-1-5 0,-3 0-1 16,0 0 4-16,0-3-13 0,-2 3 1 16,1-1-1-16,1 2-3 0,-4 4 1 0,0 1 3 0,-1 2 5 15,0 8-5-15,1-13 2 0,-1 13-14 16,-1-10-3-16,1 10-4 0,0 0-3 0,0 0-2 16,0 0 1-16,0 0-4 0,0 0 2 0,0 0-1 15,1 28-1-15,-1-18 0 0,0 2 1 0,2 0-3 0,2 5 7 16,0-2-4-16,2 0 0 0,0-1 1 0,3 1-1 15,-1-7 2-15,0 2-1 0,2-5 2 0,1 2 0 16,0-1 0-16,0-3-1 0,1-3 3 0,0 0-4 16,1 0-3-16,0-2-2 0,2-6 2 0,1 0-4 15,-1-3 3-15,-4-2-2 0,1 2 2 0,1-3 3 16,-4 0-4-16,0-3 5 0,-2-1-5 0,1-6 2 16,-4 4 6-16,-2 1-7 0,1-8 4 0,-2 3-3 15,2-2 3-15,-5-1-1 0,1 0 1 0,1 8-3 16,-1 0 3-16,0 1 6 0,1 3 6 0,-2 3 5 15,2 3-2-15,-2 1 0 0,0 2-8 0,2 6-4 16,-1-9-2-16,1 9 3 0,0 0-5 0,0 0-2 16,4 25-2-16,-3-6 4 0,-2 8-1 0,1 3 4 15,0 1-1-15,-1 0-1 0,-2-1-5 0,2-1 7 16,1 6-2-16,-4-7 1 0,5 2-1 0,-1 1-1 16,0-2 7-16,2-1-15 0,1-8-15 0,0-2-28 15,0 2-22-15,0-4-20 0,0 0-46 0,1 0-56 16,0-6-52-16,-3 0-257 0,-1-2-544 0,0-8 242 15</inkml:trace>
  <inkml:trace contextRef="#ctx0" brushRef="#br0" timeOffset="87793.8">7711 10571 122 0,'6'-9'137'0,"-2"5"-21"0,4 0-8 0,2 1-17 16,4-2-26-16,5 0-20 0,10 0-27 0,0-1-16 16,2 2-20-16,1 1-16 0,3 1-10 0,1 0 10 15,-2 1-4-15,0 2 0 0,-1 1 2 0,-4 0 3 16,-9 1 4-16,0-1 5 0,-2 0 4 0,-7 1 5 16,1 0 5-16,-2 1 13 0,-3-2 13 0,-1 2 13 15,-2 0 3-15,-4-4 3 0,7 7 1 0,-7-7-3 16,2 10-4-16,-2-10-8 0,1 7-5 0,-1-7-13 15,1 5-2-15,-1-5-3 0,4 6-7 0,-4-6-11 16,8 2-16-16,-8-2-7 0,14-2-37 0,-5-1-86 16,1 0 39-16</inkml:trace>
  <inkml:trace contextRef="#ctx0" brushRef="#br0" timeOffset="88365.08">8478 10477 7 0,'0'0'170'0,"0"0"-5"0,0 0 0 15,0 0-7-15,0 0 1 0,0 0-4 0,0 0-3 16,-4 17-5-16,4-17-9 0,-5 19-3 0,2-8-1 16,-1 0-8-16,2 1-14 0,3 0-8 0,0 0-10 15,-1-1-8-15,3 0-8 0,0 1-6 0,0-3-8 16,4 1-2-16,2-3-6 0,0 1-1 0,5-1-4 16,0-3-3-16,-3-1-2 0,7-1-5 0,-6 1 0 15,5-6-3-15,2 1-6 0,-2-2 2 0,-1 0-7 16,-4-2-1-16,-1 0-2 0,-1 0 6 0,0-2-9 15,-2 1 0-15,-3-2-7 0,-2 0-8 0,-3-2-6 16,-2 0-4-16,0 1 0 0,-5-5 2 0,1 3-5 16,-4-1 2-16,-3 0-1 0,-2 1 0 0,0 1 1 15,1 0 0-15,-2 4-1 0,4 1 0 0,1 0 1 0,2 1 0 16,2 1 0-16,1 2-2 0,6 2-1 0,-13-3 3 16,13 3-2-16,0 0 1 0,-9 5 3 15,9-5-1-15,0 0 2 0,0 0 6 0,13 14 4 16,-1-11 3-16,0 0-1 0,6-2 1 0,2-1-3 15,2-3 0-15,7 0-3 0,0-1 5 0,-2-2-4 16,-7 1 1-16,2-2 0 0,-3-3-5 0,-2 2 7 16,2-3-5-16,-5 1 6 0,-4 0 3 0,-1-2 3 15,-1-2-2-15,-2-1-3 0,-2 4 1 0,0-6 1 16,-2 2 11-16,-3 3 7 0,1 0 3 0,1 3 4 0,-1-3-5 16,0 5 5-16,0 7-4 0,-1-12-6 0,1 12-9 15,0 0-4-15,-1-7-3 0,1 7-4 16,0 0 0-16,0 32 9 0,-1-7 17 0,-2 5-1 15,-1 3 2-15,3 14 12 0,-2-1 4 0,-2 1 6 16,1-14 6-16,2 13 3 0,-1-14-2 0,2 0-7 0,0 4 4 16,-3-7-4-16,4 4-13 0,-1-3 0 0,1-3-1 15,1-2-5-15,0 1-10 0,0-9 3 16,1 3-22-16,0-6-42 0,0 2-34 0,-2-5-34 16,1-2-28-16,-1 2-40 0,0-6-48 0,2 1-46 0,-2-6-36 15,0 0-219-15,-7 10-560 0,2-9 248 0</inkml:trace>
  <inkml:trace contextRef="#ctx0" brushRef="#br0" timeOffset="88709.88">8750 10720 82 0,'19'-7'115'0,"0"-2"-16"15,8-3-3-15,0-1-15 0,0 3-15 0,1 1-22 16,0-3-19-16,-2 1-16 0,-2 0-9 0,2 2-5 15,-9-1 2-15,1 0-1 0,0 0 3 0,-4-1 10 16,2 0 7-16,-10 1 16 0,-1 1 23 0,0-4 3 16,-1 2 15-16,-3-1 1 0,0-1 8 15,-2 2 30-15,1 0 21 0,0 1 3 0,-2 3 0 16,2 7-2-16,-4-11-8 0,4 11-11 0,-1-7-13 0,1 7-14 16,0 0-10-16,0 0-6 0,0 0 9 0,0 0 7 15,-4 24 6-15,1-6 5 0,2 3-2 0,-3 5 16 16,0 4-1-16,3-1-4 0,-2-2-5 0,1 4-4 15,1 0-6-15,-3-3-6 0,-1 0-11 0,2-2-14 16,1 0 1-16,2-1-7 0,-2-6-6 0,1 1-10 16,1-1-20-16,-1-1-31 0,2-1-38 0,2-2-32 15,-3-4-41-15,0 3-59 0,2-3-62 0,-1-1-65 16,-1-5-156-16,0 3-502 0,0-8 222 0</inkml:trace>
  <inkml:trace contextRef="#ctx0" brushRef="#br0" timeOffset="89688.02">9618 10771 61 0,'0'0'245'0,"5"-13"-2"0,-1 5-13 0,-2-3-7 0,1-3-17 16,-2-2-16-16,2 1-17 0,-1-2-18 0,-1-2-12 16,2 0-13-16,2-7-8 0,-2 3-16 0,-3-3-6 15,2-1-12-15,-2 4-4 0,0-3-10 0,-1 9-1 16,1-2-1-16,-1 4-3 0,0-1-7 0,-3 0 3 15,1 5 0-15,-1 2-7 0,0 1-2 0,-1 2-8 16,1 0-11-16,-3 3 0 0,0 1-9 16,7 2-1-16,-19 0-5 0,9 2-2 0,0 1 1 0,0 1-7 15,1 4-3-15,2-1-2 0,3 3 1 0,-1-1-2 16,5-1-1-16,1 2 5 0,3-2-15 0,5 2 1 16,5 1-1-16,2-2 0 0,1-1-2 0,2 0-1 15,1-2 0-15,2 0 0 0,-3-1-3 0,3 0 2 16,-2-2 0-16,-3 2 2 0,2 1-4 0,-5 0 1 15,0-1-1-15,-4 2 3 0,3 3-1 0,-2-3 2 16,-3 2 6-16,0 1 2 0,-1 1 3 0,-2 0 11 16,1-1 5-16,-4 3 1 0,2-1 2 0,-1-1 1 15,2 2-7-15,-1 3 2 0,1-5-1 0,-3 1 1 16,6-3-6-16,-2 1 3 0,2 0-3 0,2-1 3 16,2-3 2-16,0 0 6 0,4-2-14 0,4-1 2 15,-1-3 0-15,2 3-3 0,6-6 1 0,-9-2 0 16,1 0 6-16,1-4-7 0,3-1 1 0,-6-2-3 15,-1 1 3-15,0 0-3 0,-5-3 5 0,1 0 7 16,-3 0-5-16,-2 0-3 0,1-4 9 0,-3 0-11 16,0 0 0-16,-6 0 0 0,1 0-1 0,-3 2-2 15,-1-1 3-15,2 0 5 0,-3 6 3 0,2 1 10 16,-2 0-14-16,0 2-7 0,3 3 0 0,-4 1-1 16,6 4-2-16,-12 0-2 0,12 0-3 0,-20 7-1 15,8 5 0-15,0 2 8 0,3 0-9 0,0 1-3 16,6 2 4-16,0-1 4 0,0 0 0 0,6 0 2 15,2 0-2-15,3 0 4 0,3-3 1 0,1 0-2 16,4-1-2-16,2-2 2 0,8 2 5 0,-4-6-2 16,4 1-1-16,1-1-2 0,-5-4 5 0,-2 0 3 15,2-2-4-15,-1-2 0 0,-2-1 7 0,1-1 6 16,-3 0-7-16,-3-2 6 0,0-3-2 0,1 2 6 16,-5 0 0-16,1-2-8 0,-2 0 14 0,-2-1-30 15,1-1 16-15,-2 2 4 0,1-1-10 0,-5 0 1 0,1 0 4 16,-2 3-3-16,0-1-9 0,-1 8-5 15,2-10 6-15,-2 10-18 0,-2-9 14 0,2 9 3 16,0 0-4-16,-11-1-1 0,11 1-2 0,-13 11 0 16,5-4-1-16,3 3-4 0,-2 0 6 0,3 2-4 15,0 6 2-15,-1-3-4 0,-2 2 5 0,5 0-6 0,-1 9 6 16,1-7 1-16,-2 7 1 0,3-8-2 16,0 7 1-16,-1-7 9 0,0 1-5 0,-1-2-3 15,2 2 0-15,-2 1-2 0,1-1 5 0,0-1-1 16,-2-1-4-16,3 2 7 0,-4-3-10 0,3-5-14 0,-1 2-12 15,2-1-15-15,-2-2-26 0,1-1-21 0,0-2-19 16,-1-1-23-16,3-6-31 0,-4 10-35 16,4-10-30-16,1 7-17 0,-1-7-30 0,0 0-185 15,0 0-503-15,0 0 223 0</inkml:trace>
  <inkml:trace contextRef="#ctx0" brushRef="#br0" timeOffset="89873.96">10634 10600 116 0,'5'-12'247'16,"-1"3"-5"-16,-2 4-8 0,-1-1-23 0,-1 6-24 0,3-8-18 16,-3 8-6-16,0 0 5 0,0 0-6 15,0 0-10-15,9 19-6 0,-10-7-6 0,1 2-8 0,0 1-11 16,-2 1-14-16,0 1-10 0,1 7-4 16,1-5-23-16,-2 0-36 0,0-4-36 0,-2 5-35 15,4-5-51-15,-3 0-65 0,3-3-58 0,-2 3-206 0,2-4-452 16,0-11 200-16</inkml:trace>
  <inkml:trace contextRef="#ctx0" brushRef="#br0" timeOffset="90046.56">10710 10351 144 0,'0'0'129'0,"-6"-3"-24"0,6 3-36 0,0 0-36 16,0 0-28-16,0 0-40 0,3 29-40 0,2-17-82 16,4 0 36-16</inkml:trace>
  <inkml:trace contextRef="#ctx0" brushRef="#br0" timeOffset="90547.5">10888 10554 166 0,'-11'10'205'0,"11"-10"-3"0,-8 7 4 16,1-3-7-16,0 3-6 0,1 1-10 0,-1-1-9 15,1 3-6-15,-1 0-8 0,-2 0-10 0,4 0-11 16,-2 6-12-16,0-1-12 0,3-2-11 16,3-2-7-16,-3 5-13 0,4-4-5 0,0-2-6 0,4 0-4 15,-1 0-8-15,2-1-6 0,-3-1 4 0,3 0-1 16,3-2 3-16,0-2-6 0,-1 2 0 0,1-3 4 16,0 0-14-16,2 1 3 0,-5-4-5 15,-5 0 9-15,12-4-9 0,-6 1-4 0,2 0-2 0,-2-1-7 16,-1-2-3-16,0 0 2 0,-2 0-9 0,1-4-2 15,2 0-2-15,-1-6-3 0,-1 4 0 0,2-4 5 16,-2 5-8-16,3-5-5 0,-2 5 1 0,0 0 0 16,-1 1 8-16,-1 5 0 0,3 0 0 0,-6 5-5 15,5-10-7-15,-1 8 1 0,-4 2 0 0,7-2-2 16,-7 2-2-16,0 0 0 0,13 4 4 0,-13-4-1 16,8 7-5-16,-6-1 2 0,3 0 1 0,-2-2 5 15,1 1-7-15,-4-5-2 0,5 8 5 0,-4-5 5 16,-1-3-2-16,4 7-5 0,-4-7 5 0,4 5 7 15,-4-5-8-15,0 0 0 0,4 5 6 0,-4-5-1 16,0 0 0-16,0 0 0 0,0 0 7 0,12-1-6 16,-12 1 2-16,13-8-4 0,-6 4 6 0,1-1-8 15,3 1 0-15,-4 0-4 0,5-1 8 0,-4 0-7 16,1 2-6-16,-2 1-1 0,2 0-2 0,-2 0 3 16,-7 2 0-16,12 0-3 0,-12 0-1 0,13 2 0 15,-7 1-1-15,-3 3 4 0,2-1 1 0,0 0-3 16,-3 1 4-16,3 1 1 0,-2 1 2 0,1-1 0 15,-4 3-4-15,0-3-28 0,2 1-34 0,-1 0-39 16,-1-8-59-16,-3 13-78 0,3-6-72 0,0-7-198 16,-2 11-554-16,2-11 245 0</inkml:trace>
  <inkml:trace contextRef="#ctx0" brushRef="#br0" timeOffset="90726.55">11305 10596 185 0,'-3'-9'274'0,"3"9"-16"0,0 0-23 0,-2-8-20 16,2 8-28-16,0 0-20 0,0 0-38 15,0 0-25-15,0 0-28 0,0 0-37 0,0 0-36 16,0 0-43-16,0 0-35 0,25 21-28 0,-16-11-23 16,-1 3-22-16,0-1-82 0,-2 2-250 0,-1 1 111 15</inkml:trace>
  <inkml:trace contextRef="#ctx0" brushRef="#br0" timeOffset="90813.32">11352 10843 59 0,'-1'9'104'16,"-3"1"-7"-16,1-4-5 0,1 0-14 0,2-6-2 16,-1 9-25-16,1-9-26 0,0 0-40 0,0 0-80 15,6 5-102-15,-6-5 45 0</inkml:trace>
  <inkml:trace contextRef="#ctx0" brushRef="#br0" timeOffset="90971.75">11671 10683 123 0,'0'0'175'15,"0"0"-17"-15,0 0-15 0,0 0-22 0,0 0-41 16,0 0-34-16,7 11-39 0,-7-11-47 0,0 0-96 16,0 0-147-16,0 0 65 0</inkml:trace>
  <inkml:trace contextRef="#ctx0" brushRef="#br0" timeOffset="91369.99">9720 11240 26 0,'-6'3'255'0,"6"-3"-10"15,0 0-6-15,16 8-11 0,6-6-16 0,15-4-11 16,24-3-19-16,31-8-13 0,3 4-17 0,5-5-12 16,-3 1-12-16,5-1 5 0,-6 3-16 0,-4 1-8 15,-28 1-10-15,1 1-7 0,-2-2-12 0,-3 3-8 16,-2 1-9-16,-1 0 3 0,-20 3-14 0,-2-3-6 16,0 3-2-16,-6-1-2 0,-7 3-8 0,-1-1 0 15,-2 0 0-15,-8 1 2 0,3 1 0 0,-1 0 0 16,-3 0 9-16,-2 0-5 0,-8 0 1 0,14 0 3 15,-6 0 2-15,-8 0-2 0,9 1 3 0,-9-1 3 16,0 0 6-16,7 0 0 0,-7 0-2 0,0 0-6 16,0 0-3-16,0 0 11 0,9 0-20 0,-9 0-3 15,0 0-5-15,0 0-4 0,0 0 1 0,0 0-19 16,0 0-14-16,0 0-21 0,0 0-4 0,0 0-33 16,0 0-23-16,0 0-35 0,8-4-53 0,-8 4-63 15,0 0-56-15,0 0-232 0,-11-14-571 0,11 14 253 16</inkml:trace>
  <inkml:trace contextRef="#ctx0" brushRef="#br0" timeOffset="92996.2">13650 10994 115 0,'0'0'163'16,"0"0"-8"-16,0 0-7 0,27-13-12 0,-7 5-10 15,0 3-14-15,9-1-12 0,0-2-9 0,0 2-6 16,1 1-13-16,-3-1-6 0,-5 2-9 0,-2 2-17 16,0-3-24-16,-1 2-29 0,-6 2-17 0,1-2-37 15,-3 1-24-15,0 0-25 0,-4 1-79 0,-7 1-210 16,11-2 94-16</inkml:trace>
  <inkml:trace contextRef="#ctx0" brushRef="#br0" timeOffset="93358.02">13871 10910 72 0,'0'0'125'0,"0"0"-13"0,-10 0-7 0,10 0 13 0,-3 8 17 16,-1 0 11-16,4 2-6 0,-2 8 0 0,0 6-4 15,0 2-8-15,0 2-4 0,0 1-2 16,-2 1-2-16,2-2-9 0,2 2-4 0,0-3-6 0,0 0 11 15,0-3-11-15,0-5-15 0,0 0-3 0,0-2-7 16,0 1-5-16,0-3-10 0,2 2-5 16,-2-5-7-16,0 0 1 0,0-1-10 0,0-2-2 15,0 1-3-15,-2-2-3 0,2-8-2 0,-2 10 0 16,0-4-8-16,0 0-6 0,2-6-3 0,-9 8-7 0,4-4-6 16,-2-2 0-16,-4 0-3 0,2-1 1 15,-2-2-4-15,11 1 2 0,-16-2 2 0,10 0-1 16,6 2 4-16,-12-2-1 0,6-1-3 0,6 3 3 15,-7-4 0-15,7 4 2 0,0 0-5 0,0 0 5 0,0 0-2 16,0 0-2-16,17-10 0 0,-5 8 2 0,1 2-3 16,5-3 7-16,10-2-6 0,-9 3-6 15,8-1-12-15,3 0-19 0,1-1-15 0,0 0-21 0,-1-1-21 16,-1 2-28-16,0-3-23 0,-2 0-14 0,-6 4-20 16,0-1 0-16,-2-1-2 0,3-1-110 0,-8 0-316 15,0 1 140-15</inkml:trace>
  <inkml:trace contextRef="#ctx0" brushRef="#br0" timeOffset="93543.9">14211 11330 1024 0,'10'-5'-67'0,"-6"1"30"0,0-2 13 0,2 0 4 0,-3-2 19 15,-1-1 7-15,0 1 16 0,5-3 36 16,-7 0 9-16,1 2 15 0,-1 1 13 0,0-1 17 0,2 2 6 16,-2 7 12-16,2-14 5 0,-2 14-5 0,0-8-17 15,0 8-12-15,0 0-14 0,0 0-10 0,0 0 4 16,0 0 4-16,0 0 12 0,0 0 1 0,4 29-7 16,-6-17-5-16,2 5-8 0,-2 0-5 0,2 1-8 15,-2 0-6-15,0-1-8 0,4 1-4 0,-2 0-4 16,-2-2-1-16,2-2-34 0,0 4-20 0,-1-2-28 15,1 2-25-15,1-7-32 0,-2 2-40 0,1-2-41 16,1-2-38-16,-2 1-30 0,-6-4-125 0,5 0-401 16,-2-1 178-16</inkml:trace>
  <inkml:trace contextRef="#ctx0" brushRef="#br0" timeOffset="93797.65">14263 11243 113 0,'11'-6'240'16,"3"2"-2"-16,-1 2-4 0,1 0-10 0,1 2-13 16,-1 2-7-16,-1 0-7 0,-1 2-7 0,1 2-9 15,-4 0-14-15,4 3-8 0,-6-2-6 0,0 3-6 16,0 0-4-16,-2-1-2 0,-1 2-16 0,-2 3 9 16,-4 2-13-16,0-5-8 0,-2 6-1 0,-4-2-11 15,1 1-31-15,-5-1 13 0,1 2-2 0,-5 4-7 16,1-6-16-16,2-1-18 0,-3-2-16 0,1-2-34 15,-1 2-32-15,0-1-20 0,5-3-27 0,0-2-36 16,4 0-50-16,-1-1-47 0,0-2-48 0,2-1-245 16,6-2-555-16,-7 3 245 0</inkml:trace>
  <inkml:trace contextRef="#ctx0" brushRef="#br0" timeOffset="93967.16">14651 11307 121 0,'12'-6'276'16,"-2"-1"-6"-16,2 2-10 0,-3 0-19 0,2-1-21 0,1 0-23 16,1 1-20-16,-1 2-13 0,0-2-31 15,2 1-32-15,-5-1-39 0,0 3-44 0,0 0-59 16,0 1-61-16,-9 1-48 0,12 1-175 0,-6 1-352 16,-6-2 157-16</inkml:trace>
  <inkml:trace contextRef="#ctx0" brushRef="#br0" timeOffset="94119.72">14784 11397 115 0,'0'0'205'0,"0"0"4"0,0 0-4 0,0 0-7 0,0 0-14 15,7 8-15-15,-7-8-16 0,13-1-13 0,-4 1-11 16,2-3-17-16,8-1-24 0,3-1-39 16,9-4-40-16,-1 2-38 0,8-2-42 0,14-3-45 15,-4-1-31-15,-9 3-120 0,-1 0-290 0,12-4 128 16</inkml:trace>
  <inkml:trace contextRef="#ctx0" brushRef="#br0" timeOffset="94424.4">15551 11151 236 0,'0'0'255'0,"0"0"-5"0,-11-8-6 16,11 8-5-16,-14 0-5 0,14 0-12 0,-14 8 2 0,2-2 1 16,4-1 3-16,-1 5 2 0,1 1-2 0,0 3-14 15,-1 1-9-15,1 0-14 0,1 1-9 16,2-5-17-16,2 4-21 0,3-2-11 0,3-3-10 0,3 5-8 15,-1-4-8-15,7 1-8 0,-2-6-5 0,6 3-6 16,2-3-2-16,3-1-7 0,0-3-3 0,1-1-4 16,-1-2-4-16,8-1-8 0,0-1-1 0,-2-5-11 15,1-1 2-15,-2 0-7 0,-8-1-1 0,0-2-5 16,-4 1-4-16,0-4-2 0,-3 0-5 0,-2-1-2 16,-1-1-6-16,-4-1-4 0,-6-1-7 0,-1 0-11 15,-5-7-10-15,-5 0-3 0,-3 6-6 0,-1-2 2 16,-3 2-8-16,-5 3-7 0,-4 3-17 0,-1 6-24 15,-4 5-21-15,-3 5-18 0,-14 3-35 0,-4 5-27 16,3 5-35-16,-5 5-53 0,5 1-74 0,-7 3-312 16,3 0-707-16,6 1 313 0</inkml:trace>
  <inkml:trace contextRef="#ctx0" brushRef="#br0" timeOffset="97399.9">13050 12314 92 0,'2'-16'191'0,"-1"-1"-5"15,3 1-9-15,-4 5 1 0,2 2-10 0,-2 1-23 16,0 8-16-16,2-7-15 0,-2 7-10 0,0 0-6 16,0 0-2-16,9 17 0 0,-7-5-9 15,4 7-8-15,2 8-9 0,-4 0-4 0,1 1-1 0,-1 1-10 16,0 1-3-16,2-1-6 0,-2 2-3 0,0-3-7 16,-4 0-2-16,3 0-3 0,-1 0-2 0,0-1-2 15,0-2-4-15,-2-4-18 0,0-2-24 0,0-1-23 16,-2-2-33-16,2-1-39 0,0-4-23 0,-2-1-24 15,2-3-20-15,0-7-119 0,0 11-323 0,0-11 144 16</inkml:trace>
  <inkml:trace contextRef="#ctx0" brushRef="#br0" timeOffset="97962.01">13147 12518 76 0,'4'-11'147'0,"0"-1"-10"0,3 1-8 0,3-2-10 0,0-2-12 16,3 2-4-16,6-4-4 0,-3 3-8 0,1 0-2 15,2-1-11-15,3 1-3 0,-8 3-4 0,1 0-9 16,1 0-4-16,-7 5 5 0,1-2-8 0,0-1-1 16,-3 3-1-16,-1-2 4 0,2 3 5 0,-8 5 2 15,11-14-4-15,-9 9-4 0,2-4-6 0,-4 9-6 16,2-12 0-16,-2 12-1 0,3-13-6 0,-3 13-2 16,2-11-1-16,-2 11-3 0,0 0-5 0,0-11-7 15,0 11-4-15,0 0-4 0,0 0 0 0,0 0 1 16,0 0-5-16,0 0 2 0,0 0-4 0,0 39 1 15,0-22 3-15,0 8-4 0,-4 2 3 0,1-1-4 16,-1-1 3-16,2 1-1 0,0-1 0 0,-1-1 3 16,3-5-6-16,-2 0 2 0,0-1-1 0,2-1-1 15,0-2 2-15,0 2 0 0,0-6-6 0,0 1 2 16,0-2 2-16,0-1 1 0,0-1-3 0,2-2-1 16,-2-6-2-16,-2 9-4 0,2-9-1 0,4 7 0 15,-4-7 3-15,5 5 2 0,-1-3-1 0,-4-2 2 16,16 2-1-16,-5-4-3 0,2-2 3 0,3 1 1 15,2 0-2-15,0-3 5 0,0 1 1 0,0 0-3 16,0-1-2-16,-2 0 4 0,4-1-1 0,-2 1-1 16,-2-2 3-16,2-1-2 0,-3 1-2 0,2-2 3 15,-2-1 2-15,-1 1-2 0,-1-1 1 0,-4 3 1 16,0-2-6-16,0-4 4 0,-2 4-1 0,-1 0-1 16,-4-1 1-16,3 1-1 0,-5-1 3 0,0 2 5 15,1 1 7-15,-1 8-3 0,-4-15 0 0,0 10 0 16,2-2-1-16,2 7-2 0,-9-6 9 0,9 6-15 15,-6-2-4-15,6 2 8 0,0 0-6 0,-19 10 0 16,11-2 1-16,1 2 6 0,-1 3-8 0,0 3 0 16,1-1 2-16,5 1-5 0,0 2-14 0,4-2-26 15,2 1-17-15,3 0-21 0,5 0-38 0,1-4-36 16,10 0-48-16,2 2-116 0,0-7-347 0,3-2 154 16</inkml:trace>
  <inkml:trace contextRef="#ctx0" brushRef="#br0" timeOffset="98566.86">14375 12340 184 0,'-4'-10'226'0,"-1"-1"-7"0,-2 3-9 16,0 1-10-16,-3 2-13 0,10 5-14 0,-16-2-16 16,16 2-14-16,-20 3-9 0,8 4-11 0,-1 4-7 15,-1 3-12-15,1 1-8 0,4 0-9 0,-2 1-8 16,2 2-8-16,5 0-7 0,1 0-6 0,1-1-3 15,2 1-5-15,5-1-5 0,3 0-6 0,-1-3-5 16,7 1-1-16,-4-6-3 0,4 1-2 0,2-3-2 16,2 0-1-16,-4-4-1 0,4-1-3 0,-1 1 0 15,1-5-4-15,-5-2 1 0,1 0-4 0,0-3 1 16,-3-1-3-16,0-5-5 0,0-2-2 0,-2-3 1 16,0 0 0-16,0-8-1 0,-2 2 0 0,-3-1-1 15,1-3-1-15,-4 1 1 0,0-2 1 0,-1 0-1 16,0-3-2-16,0 0-1 0,-1 2 0 0,2-3 0 15,-2 3 0-15,-3 0 1 0,4 5-1 0,0 5-1 16,-2 5 17-16,2 3 7 0,0 1 5 0,0 4-7 16,0 7-7-16,0-10-2 0,0 10-2 0,0 0-4 15,0 0 0-15,0 0-1 0,-5 26 0 0,2-6 2 16,-2 8-3-16,1 3 0 0,3 0 5 0,-1 3-6 16,1 0-2-16,2-2 5 0,1 0-2 0,1-4-2 15,7-3 4-15,-3 0-3 0,7-1 3 0,-3-7-4 16,4-4 4-16,4 4-1 0,-1-6-2 0,0 0 0 15,0-4 4-15,2-1-1 0,-2-2-3 0,2-2 3 16,-2-2-2-16,0-3 5 0,0 1-4 0,-2-2-2 0,0-2 0 16,0-3-6-16,-3-3 1 0,0 1-6 15,-1-3 4-15,-3-2 0 0,1 1 1 0,-1-1-4 16,-3-2-1-16,-4 2-1 0,0-2 1 0,-2 2 1 16,0 3 0-16,0 1-2 0,-4 3 5 0,3 1 3 15,-2 2-2-15,3 6 1 0,-8-8-5 0,8 8 2 0,-15 2 1 16,5 3 3-16,-1 4 2 0,0 3-2 15,-1 3 2-15,3 0-3 0,1 1 1 0,3 0 3 16,4 2 1-16,1 1-4 0,3-1-17 0,3-2-29 16,0 1-31-16,7-2-36 0,-2 2-51 0,5-5-58 15,-2-2-243-15,-1 2-504 0,3-3 223 0</inkml:trace>
  <inkml:trace contextRef="#ctx0" brushRef="#br0" timeOffset="98963.89">15026 12265 36 0,'0'0'250'0,"5"-10"-31"0,-5 10-23 15,0 0-3-15,7-4 8 0,-7 4-14 0,0 0-11 16,13 12-18-16,-8-2-15 0,2-1-6 0,3 4-6 16,-3-1-5-16,-2-2-7 0,0 3-7 0,-1-4-11 15,1 2-5-15,1-1-11 0,1-1-3 0,0 1-7 0,0 0-8 16,-1-1-4-16,0-2-6 0,-1-2-6 15,0-1-3-15,0 0-3 0,-5-4 2 0,6 6 0 16,-6-6-4-16,10 2-4 0,-10-2-7 0,0 0-2 16,17-8 1-16,-10 2-8 0,4-2 2 0,-2-3-2 15,2-3-2-15,2 1-3 0,-2-3 2 0,2 1-7 0,-3-2-4 16,3 3 4-16,-1-3-5 0,3-7 0 0,-1 4 9 16,-4 5-9-16,-1 0-2 0,0 3-1 15,-4 5 1-15,0-2 7 0,0 2 2 0,-2 1-7 16,1 2-5-16,-4 4 3 0,4-5-2 0,-4 5-6 0,0 0 3 15,0 0 5-15,0 0-1 0,10 22 2 0,-9-11 0 16,-1 4 1-16,1 2-1 0,-1 1 4 0,0-1-1 16,-2 2-5-16,1 0 2 0,1-1-7 15,-2 2-24-15,4-2-33 0,-2-2-33 0,-2 2-40 16,1 1-73-16,2-3-63 0,-3-2-234 0,-1-3-541 0,1 0 240 16</inkml:trace>
  <inkml:trace contextRef="#ctx0" brushRef="#br0" timeOffset="99468.9">15705 12148 16 0,'0'0'256'0,"0"0"-7"16,0 0-5-16,0 0-13 0,-18 14-16 0,13-5-4 15,-7 2-9-15,3 5-7 0,0-3-11 0,2 6-9 0,-2 0-7 16,-3 7-9-16,6-10-16 0,1 2-17 15,2-1-8-15,2 0-16 0,2-2-10 0,2-2-4 16,2 2-13-16,1-5-5 0,4 1-8 0,2-1-4 16,3-1-6-16,2-3-1 0,2-1-8 0,0-3-2 15,3-4 3-15,-1 2-13 0,-1-4-1 0,0 1-1 0,2-5-2 16,-4 1-5-16,1 2-13 0,-4-5-4 0,3 0-3 16,-4-2 6-16,-1 0-2 0,-3-1-5 15,2-1 0-15,-6-1-2 0,1 0 0 0,-4 0 0 16,0 3 3-16,-3 3-3 0,1-2 0 0,-1 11 3 15,-4-13 10-15,4 13 0 0,-3-12 1 0,3 12-1 0,-9-4 6 16,9 4-12-16,0 0 3 0,-27 14-1 0,13-2 0 16,1 2-3-16,0 0-6 0,0 3-28 15,4 1-22-15,0-1-31 0,1 6-30 0,4-4-44 16,1 0-37-16,4 0-43 0,2-2-48 0,1-2-183 16,5-1-505-16,2 0 224 0</inkml:trace>
  <inkml:trace contextRef="#ctx0" brushRef="#br0" timeOffset="99928.18">16230 12467 174 0,'24'-16'223'16,"0"1"5"-16,1 2 3 0,-2-3-3 0,2 0-9 0,-2 1-13 15,0-3-11-15,2 0-3 0,-1 0-5 0,-1 0-14 16,-3 0-7-16,-1-2-4 0,2 0-6 16,-3 2-7-16,-6 4-1 0,-2 0-7 0,-3-4-12 15,3 4-5-15,-5 0 2 0,1 3-1 0,-3-1-3 16,-1 7 0-16,2-6 12 0,-4 11-24 0,2-10 2 15,-2 10-9-15,4-9-15 0,-4 9-15 0,0 0-9 16,0 0-6-16,0 0-5 0,0 0 1 0,0 0-5 16,0 0-3-16,-12 43-2 0,10-29-6 0,1-2 2 15,-1 0-3-15,4 1-7 0,-1-2-4 0,4 1 3 16,2 3-2-16,1-6 0 0,5 3 0 0,0-3 0 0,5-2-15 16,0-1 10-16,0-2-4 0,1-4 0 0,9 0-3 15,0-4 2-15,0-3-3 0,-7 1 0 0,-2-2-1 16,0 2 2-16,0-1-1 0,-2-3-5 15,-3 1 4-15,0-1-2 0,-3-2-4 0,-3 2 0 0,0 1 0 16,-2-3 6-16,-1-2-9 0,0 3 0 0,-5-2 0 16,0 3-1-16,0-2-3 0,0 12 3 0,-1-20-3 15,1 20-1-15,0-13-2 0,0 13 5 16,0 0-23-16,-3-10 16 0,3 10-3 0,0 0-1 16,0 0-6-16,0 0 12 0,-15 25 2 0,10-14-2 0,1 4 0 15,-1 2 4-15,0-1 1 0,0 5 3 0,0-4-15 16,4 0 1-16,-2 1 14 0,2-2-6 0,-2 0-20 15,3-2-31-15,0-3-39 0,1 2-45 0,-1-4-34 16,0-9-33-16,2 16-41 0,0-9-46 0,-2-7-51 16,3 9-302-16,-3-9-696 0,0 0 309 0</inkml:trace>
  <inkml:trace contextRef="#ctx0" brushRef="#br0" timeOffset="100109.69">16578 11892 301 0,'-8'-8'291'0,"0"1"-13"15,3 3-24-15,0-1-22 0,0 0-23 0,1 1-24 16,4 4-45-16,0 0-46 0,-4-6-33 0,4 6-26 16,0 0-58-16,0 0-92 0,0 0-209 0,28 9-351 15,-16-8 155-15</inkml:trace>
  <inkml:trace contextRef="#ctx0" brushRef="#br0" timeOffset="100852.09">18006 12175 86 0,'0'0'254'0,"0"0"-9"0,-4-10-3 15,4 10-15-15,0 0-14 0,-7-3-17 0,7 3-12 0,0 0-8 16,-12 9-11-16,5-2-13 0,-1 1-15 0,2 2-12 16,2 2-7-16,-1 0-11 0,2 0-17 15,2-1-1-15,2 0-13 0,-1 0-3 0,4 0-1 16,0-1-12-16,2-2-7 0,3 2 2 0,0-3-11 0,1-1-3 16,3-1 0-16,0-1-3 0,6 0-2 0,-5-2-5 15,4-2-1-15,-7 0-6 0,1-2 1 0,-1-2-10 16,0-1-4-16,-2 0-5 0,-1-2-3 0,-2-2-8 15,-1 0-2-15,-3-4 1 0,0 1-1 0,-4 0 1 16,-2-5-6-16,-2 2 10 0,-2-3-3 0,0 1-8 16,-5-5 6-16,2 6-3 0,-1 0 4 0,-1 2 0 15,0 3-3-15,2 1 0 0,0 1 3 0,3 3-2 16,1 1 0-16,1 2 4 0,2-3 0 0,4 6-6 16,-5-5-2-16,5 5-2 0,0 0 4 0,0 0-2 15,0 0-3-15,16-4-8 0,-2 3 0 0,4-1 0 16,4-2 18-16,7 1-2 0,-2-2-2 0,-6-1 2 15,4-1 1-15,-4 1 0 0,-6-1 3 0,2-1-1 16,-3 1 3-16,-3 0 0 0,-2-3-1 0,-1 1 7 16,1-6 11-16,-5 5 8 0,-2-3 2 0,2 3 2 15,-3-2-1-15,-1 1 9 0,0-2 5 0,0 5 1 16,0 1 3-16,0 7 2 0,0-11-5 0,0 11-7 16,-1-8-10-16,1 8-3 0,0 0 7 0,0 0-4 15,0 0 20-15,-4 38 1 0,4-10 7 0,-4 5 9 16,2 13 13-16,-5 3 10 0,1 0 6 0,1 2-7 15,1 3-3-15,-2-5-10 0,-2-1-12 0,6-1 8 16,-2-11-2-16,0 9 0 0,1-13-24 0,1-1 2 16,-2-2-4-16,2 1-4 0,2-3-3 0,-1-1-20 15,1-7-36-15,0-1-46 0,0-3-40 0,-1 2-40 16,1-4-28-16,-3-2-40 0,0 0-52 0,3-1-38 16,-4-2-44-16,0-2-181 0,-1-1-576 0,-2-3 255 15</inkml:trace>
  <inkml:trace contextRef="#ctx0" brushRef="#br0" timeOffset="101191.87">18158 12415 166 0,'13'-12'177'16,"0"-3"-10"-16,7-2-19 0,1-2-12 0,2 2-13 16,1-1-16-16,4 0 1 0,0 1-21 0,3 1-13 15,-4 1-24-15,1 1-21 0,-3-1-29 0,1 1-9 16,-3 2-23-16,-5 0 1 0,-3 3 0 0,1-4 3 15,-2 0 3-15,-2 0 2 0,-4-1 0 0,0-1 4 16,-4 1 11-16,-3-3 13 0,-1 1 18 0,0-1 10 16,0 2 14-16,-1 1 22 0,-2 4 14 0,1 0 10 15,2 4 8-15,-3-1-3 0,3 7-6 0,-5-6-1 16,5 6 7-16,0 0 5 0,0 0 4 0,-17 17 7 0,14 2 10 16,-3 0-1-16,0 8 2 0,-1 3 1 15,0 4 3-15,3 12 3 0,-1-12 2 0,1 2-12 16,-1 0-5-16,0-4-7 0,2 0-13 0,1 0-12 15,-2-1-9-15,1-4 3 0,2 0-19 0,2-2-13 16,1-6-37-16,0-2-37 0,3 1-36 0,-2-1-38 16,-1-5-35-16,0 1-48 0,-1-3-58 0,0-1-71 15,-2-3-176-15,1-6-529 0,-4 11 234 0</inkml:trace>
  <inkml:trace contextRef="#ctx0" brushRef="#br0" timeOffset="101469.21">19027 12237 157 0,'0'0'309'0,"0"0"-3"0,11 0-9 0,-11 0-23 0,0 0-26 16,0 0-26-16,0 0-24 0,0 0-26 15,7 0-37-15,-7 0-43 0,0 0-44 0,0 0-52 16,0 0-68-16,12 0-78 0,-12 0-66 0,0 0-120 16,10-5-364-16,-10 5 161 0</inkml:trace>
  <inkml:trace contextRef="#ctx0" brushRef="#br0" timeOffset="116013.85">19013 10862 93 0,'-2'-8'171'0,"1"-3"3"0,-2 1-7 16,0 1-3-16,1-1-9 0,1 1-6 0,1 9-3 0,0-11-7 16,0 11-5-16,-2-13-12 0,2 13-16 15,0 0-10-15,-2-6-16 0,2 6-8 0,0 0-10 0,0 0-5 16,0 0-2-16,0 0-4 0,0 0-3 15,10 29 1-15,-2-12-2 0,3 8-3 0,-3 1-5 0,1 1-1 16,2 0-3-16,-1 1-6 0,2 0 1 16,1-5 12-16,-2 1-6 0,2-2 2 0,-3 2-6 0,1-8-1 15,-1 0-3-15,-1-2-5 0,-2-5-4 0,2 4 1 16,0-2-2-16,-2-3-5 0,0 1 4 0,0-2-6 16,-2 0 0-16,0-3-1 0,0 1 1 0,-1-1 1 15,0 1-3-15,-4-5 2 0,7 5-2 0,-7-5 2 16,9 2-1-16,-9-2-3 0,0 0 4 0,0 0-4 15,13-10 0-15,-10 0 1 0,1-3 2 0,1-2-3 16,2-4-5-16,-2-7 6 0,0-1-3 0,1-2 2 16,-1-2-4-16,1 0 0 0,0-3-1 0,1-2 2 15,-1 3-1-15,4-1-3 0,-3 0-1 0,1 3 3 16,2 1 0-16,-4 2 0 0,-1 9-4 0,-4 2-12 16,2 1-12-16,-2 6-17 0,2 0-25 0,-1 5-34 15,0-2-44-15,-2 7-28 0,4-9-7 0,-4 9-1 16,0 0 1-16,0 0-12 0,0 0-101 0,19 18-318 15,-13-9 141-15</inkml:trace>
  <inkml:trace contextRef="#ctx0" brushRef="#br0" timeOffset="116418.64">19710 10929 99 0,'0'0'226'0,"0"0"-9"16,0 0-8-16,0 0-11 0,0 0-10 0,-20 8-5 15,10-4-11-15,0 3-12 0,-2 3-9 0,-3 3-6 16,1-1-6-16,3 2-13 0,-2 2-11 0,0-1-9 16,3 2-15-16,2 0-6 0,0-1-8 0,2 0-11 15,3-1-1-15,3 0-6 0,1-2-8 0,0 2-5 16,2-3-7-16,2 0 0 0,1-2-5 0,2-1-1 16,-1-1-4-16,2-1-2 0,2-2-7 0,-4 0-2 15,2-1-5-15,-1-2-1 0,1-1-4 0,0 1-2 16,-9-2-4-16,16-3 0 0,-9-1 1 0,0-1-3 0,3-2 1 15,-2 0-4-15,-1-5 1 0,-1 2 0 16,1 0-2-16,-2-3-1 0,1 2 5 0,-2-1 1 16,2-4-4-16,-3 7 3 0,1 0-2 0,-3 2 4 15,3 1 2-15,-4 6-4 0,2-10-3 0,-2 10-1 16,2-3-3-16,-2 3 4 0,0 0-2 0,0 0-1 16,0 0 2-16,6 17 1 0,-6-8 1 0,1 4-2 15,-2-3 2-15,0 7 2 0,1-1 2 0,0-1 0 16,1 1-5-16,1-4-19 0,1 0-13 0,0 2-29 15,0-3-27-15,1 0-32 0,3 0-29 0,2-5-26 0,0 2-22 16,2-2-23-16,2 0-130 0,-2-4-383 0,8 0 170 16</inkml:trace>
  <inkml:trace contextRef="#ctx0" brushRef="#br0" timeOffset="116713.08">20143 11001 24 0,'0'-12'201'0,"-2"0"1"0,-1 0 9 15,0 3-8-15,0 1-11 0,-4-1-17 0,3 6-10 16,-1-1-17-16,5 4-14 0,-11-3-6 0,11 3-14 16,-15 7-7-16,7 0-11 0,1 1-12 0,1 3-6 0,-2-1-12 15,3 4-2-15,1 1-7 0,3-2-4 16,2 2-5-16,2 1-7 0,1 0-3 0,0 0-1 16,6-2-5-16,-1 0-3 0,0-1 1 0,2-1-8 15,-3 1 0-15,-2-3-5 0,2-1-1 0,0 1-2 0,-3 0-2 16,0-1 1-16,1 1-3 0,-3-1 0 0,-1 0 0 15,0-2 0-15,-4 3-2 0,0-1 3 0,-3 0 5 16,0 1-5-16,-4-2 1 0,-2 2-4 0,1-2-8 16,-4 3-5-16,-1-3-16 0,1 2-13 0,-3-3-13 15,2 0-22-15,2-1-30 0,1-1-29 0,2-2-41 16,4 1-50-16,-1-1-146 0,7-3-396 0,0 0 176 16</inkml:trace>
  <inkml:trace contextRef="#ctx0" brushRef="#br0" timeOffset="117219.92">20676 11069 7 0,'3'-11'309'0,"-1"-1"-15"0,-1 2-14 16,1-3-14-16,1-3-12 0,0 0-24 0,1 0-21 15,1 0-13-15,-1 0-17 0,2 2-17 0,3-1-14 16,0 2-19-16,-2 2-5 0,-2 0-15 0,2 3-14 15,0-3-4-15,-1 2-12 0,-1 0-6 16,0 0-9-16,-2 4-3 0,1 0-11 0,-2-1-2 0,1 0 7 16,-3 6-21-16,4-8-2 0,-4 8-4 0,0 0-5 15,1-9-6-15,-1 9-6 0,0 0 3 0,0 0-7 16,0 0-3-16,-9 20 3 0,3-8-5 0,2 3 9 16,0 2-5-16,-1 0 0 0,4 1 0 0,-1-1-2 15,4-1 2-15,1 1-2 0,3-2 4 0,0 0-5 16,4-5 4-16,2 1 4 0,2-2-3 0,2-2-1 15,2 0 4-15,0-5-5 0,1 0 0 0,-3-2 2 16,1-1-2-16,3-2-1 0,-4-1 1 0,-2 0 1 16,2-4-1-16,-7 1 1 0,1-2 7 0,-1-1-8 15,-4 2-4-15,1-1 4 0,-1-3-6 0,-2 3 3 16,-2-4 0-16,2 1-1 0,-3 0 2 0,0-5-2 16,-3 5 2-16,1-1-3 0,-1 2 0 0,-1 4-1 15,2-1 2-15,2 8 1 0,-1-11-1 0,1 11-6 16,-2-7 1-16,2 7 2 0,0 0 7 0,0 0 11 15,-6 19 3-15,2-9 0 0,1 6 7 0,2 2-6 16,-3 0-1-16,2 0 5 0,-1 1-10 0,-2 5-2 16,3-5-3-16,2-3 5 0,-2 2-3 0,2-1-24 15,-1-1-22-15,1 0-16 0,-1-3-27 0,1-2-27 16,0 1-42-16,0-1-59 0,-2-2-71 0,1 0-259 16,0-2-581-16,1-7 257 0</inkml:trace>
  <inkml:trace contextRef="#ctx0" brushRef="#br0" timeOffset="118616.9">21569 11132 292 0,'2'5'330'0,"-2"-5"-8"0,0 0-8 15,0 0-11-15,0 0-10 0,0 0-11 0,0 0-8 16,-22-18-32-16,18 10-23 0,-1-2-19 0,1 1-12 16,0-3-12-16,3 0-15 0,1-3-19 0,0-2-12 0,4 0-13 15,2-2-16-15,4-4-9 0,1-1-13 0,3 0-9 16,1 2-21-16,4-2-8 0,1 3-7 0,0 5-11 16,-1-2-3-16,-2 6-7 0,-2 0-3 15,-3 5-14-15,0 4 12 0,1-1-3 0,-1 4 1 0,2 1-5 16,-3 4 0-16,4 4 2 0,-2 4-7 0,-2 2-10 15,1 1 16-15,-3 2-5 0,-1 1 7 0,-2 0-9 16,2 0 3-16,-3 0 0 0,0-2 5 16,-1-2 1-16,-1-3-4 0,-1 0 0 0,2-4 1 0,-4-1 0 15,4-1 3-15,-4-6 7 0,0 8-1 16,0-8-6-16,2 9 4 0,-2-9 5 0,0 0 9 16,4 3-30-16,-4-3-20 0,0 0-8 0,0 0-1 0,0 0-3 15,10-15-5-15,-6 7 8 0,3 0-16 0,-1 0-4 16,-1-2-2-16,3 0 0 0,0-6-3 0,2 4-1 15,-1-2-5-15,2-3-1 0,2 2 0 0,1 2 9 16,-3-2 4-16,2 7 3 0,-5-1 2 0,2 2 6 16,-1 3 2-16,-3 2 7 0,0 0 0 0,-6 2 7 15,15 3 5-15,-10-1-1 0,1 3 5 0,0 0 6 16,2 2 4-16,0 0 2 0,0 0-1 0,-3 0 6 16,1-2-2-16,2 3 3 0,-3-4 1 0,3 1 2 15,-2-2 1-15,6 0 3 0,-3-1 1 0,-3 0-6 16,-6-2 3-16,18-3-1 0,-10 2-1 0,-1-2 6 15,0 0-6-15,0-1 3 0,2-1-2 0,-4-1 6 16,-1 0-7-16,0 2 2 0,0-2 4 0,-4 6 2 16,5-9 2-16,-5 9 6 0,4-4-3 0,-4 4-1 15,2-6-3-15,-2 6 0 0,0 0-4 0,0 0 3 16,0 0 3-16,0 0 1 0,-11 23-4 0,6-14 1 16,2 0 2-16,1 0 0 0,2-1 2 0,-2 3-4 15,2-3-2-15,2-1 5 0,3 2-4 0,-3-2 1 16,6-2-1-16,-3 0-1 0,3 1 3 0,1-1-1 15,2-4 1-15,-1 0 1 0,4-1-4 0,-2-1 2 16,0 0-1-16,0-1-1 0,-2-4 0 0,1 3-2 16,-1-2 1-16,-2 0-2 0,-2-3 2 0,-1 3 0 15,-1-3-4-15,1-2 5 0,-4 3-3 0,-2-3-5 16,1 10 3-16,-5-17-3 0,1 8 0 0,-1 0-5 0,0 2-1 16,-2 2 6-16,-3 0-7 0,0 2 0 15,-2 2-1-15,-3 2 5 0,2 2-1 0,-6 2-4 16,3 3 3-16,-1-1-1 0,4 2 1 0,3 0 0 15,1 1 1-15,3-2 3 0,0 1-2 0,5 1 3 16,1-1 0-16,3-1 4 0,4 0 2 0,3-2-7 16,6 1 6-16,1-3-4 0,6-1 1 0,5-1 3 15,1-3-1-15,3 0-1 0,-1-2 1 0,1-1 4 16,-2-2-3-16,1 1-2 0,-4-1 2 0,-2-3-1 16,-7 3 4-16,-1-2-3 0,-2-1-1 0,-5 2 4 0,-2-2-3 15,0 0-2-15,-3 1 5 0,-1 0-1 16,-2-5-3-16,-2 3 4 0,0-2-4 0,-2-1 0 15,-3 2-2-15,2 1-1 0,1-3 3 0,-2 2-2 16,1 0-1-16,-1 1-3 0,3-2-4 0,1 6-4 0,0 6-5 16,-1-11-11-16,1 11-1 0,4-5 4 0,-4 5 0 15,0 0 2-15,14 3 3 0,-7 2 3 0,1 0 0 16,1 3 2-16,-3 2-2 0,3 0 1 0,-2-1 3 16,2 4-1-16,-2-2 1 0,1 0 4 15,-2 2 2-15,0-1 2 0,-4 0 4 0,3 0 5 0,-1-2-2 16,1 0 13-16,-2 2-2 0,0-3 4 0,0-1 2 15,3 1 5-15,0 1 3 0,1-3 9 16,2 0 1-16,1-2 3 0,2-1 2 0,1-1-2 16,5-1-5-16,1-1-4 0,1-2 0 0,-1-1-3 0,2-1 6 15,-2-4-10-15,0 1 1 0,-1 0-13 0,-1-4 9 16,1 1 2-16,-4-1-2 0,0 0-7 0,-1-3 10 16,-2 1-9-16,-1 1 6 0,-3 0-13 0,-2-4 17 15,1 1-15-15,-2-3 5 0,0 0-2 0,-3-2-2 16,-1 2-7-16,0 5 3 0,-1-1-3 0,-2 2-9 15,1 2 3-15,-5 0 0 0,2 5-5 0,-3-2-1 16,-2 6 1-16,-2 0 4 0,-1 5-1 0,-6 3 16 16,2 4-17-16,0-1 7 0,4 3-5 0,0 0 4 15,2 3-3-15,3-1 4 0,1 0-8 0,2 0 9 16,4 1-5-16,4-2-23 0,2-3-28 0,3 3-44 16,2-2-46-16,3-1-63 0,2-2-61 0,7-3-57 15,6-2-216-15,3 3-582 0,2-2 257 0</inkml:trace>
  <inkml:trace contextRef="#ctx0" brushRef="#br0" timeOffset="118802.28">23431 10905 160 0,'0'0'355'0,"0"0"-19"0,8-9-8 15,-3 4-6-15,4 0-5 0,0 0-15 0,3 0-30 16,4-2-26-16,2 0-23 0,3 0-17 0,8 2-27 15,-1 0-29-15,1-3-45 0,-1 4-59 0,1-1-61 16,0 0-61-16,-2 1-66 0,1-1-77 0,4-2-70 16,-4 3-179-16,4-2-507 0,-1 1 224 0</inkml:trace>
  <inkml:trace contextRef="#ctx0" brushRef="#br0" timeOffset="119415.89">24033 10651 222 0,'0'0'337'16,"0"-6"-8"-16,0 6-7 0,0 0-23 0,0 0-27 0,0 0-16 16,0 0-8-16,0 0-8 0,0 0-10 15,10 17-16-15,-6-6-13 0,2 7-13 0,-3-1 4 16,3 0-26-16,-4 0-10 0,3-1-16 0,-1 1-19 16,-3-6 0-16,3 6-5 0,1-3-13 0,-2-2-12 15,2-1-7-15,0 0-5 0,0-3-3 0,-1 1-3 16,0-2-4-16,-2-1-3 0,1-1-6 0,-3-5 7 15,4 8 5-15,-4-8 5 0,5 6 4 0,-5-6-1 16,6 0-10-16,-6 0-4 0,0 0-8 0,12-9-1 16,-8 4-5-16,-1 0-5 0,3-4-7 0,1-1-4 0,1-5-6 15,-1 1 1-15,3-1-5 0,1 0-1 0,2-7-8 16,2-1-9-16,0 0-24 0,2-1-20 16,-2 4-17-16,3 0-16 0,-5 5-38 0,7-5-34 15,-9 6-36-15,5 2-35 0,-5 2-30 0,3 0-23 16,-3 5-26-16,1 2-19 0,-1 0-9 0,-1 6 12 0,-1 1 10 15,0 3 17-15,0 4 16 0,-2 4 21 0,-4 1 24 16,0 3 21-16,1 5 21 0,-3-3 30 16,1-2 26-16,-1-1 42 0,4-1 34 0,-3-2 48 0,1-5 38 15,-2-2 31-15,2 2 32 0,3-3 19 0,-2-1 20 16,0-1 9-16,3-2 11 0,1-1 2 0,1 0 8 16,4-2 6-16,-2-4 0 0,2 1 9 15,1-2 0-15,-1-4-8 0,2 1 1 0,1-2-8 0,-2 0-8 16,0-3-1-16,0 0-7 0,-4 2-6 0,2-2-13 15,-3 0-11-15,-2-2-15 0,-1 0-7 0,-2 1-5 16,-1 2-13-16,-2-4-11 0,2 5-4 0,-7-3-12 16,1 3-11-16,-3 1 2 0,-2 0-9 0,-1 3-7 15,-1 2-2-15,-1 3-6 0,-1 3-4 0,-6 2 0 16,-1 5 5-16,-4 8 4 0,0 1 1 0,1 7 1 16,2 2 7-16,7 1-3 0,3 2 7 0,1-3-1 15,4 1-4-15,2-1-3 0,7 0-1 0,3-2-2 16,5 0-2-16,-2-7-10 0,12 2-42 0,4-3-57 15,5 0-65-15,-1-4-72 0,7-1-64 0,-1-5-59 16,2 1-74-16,-1-1-359 0,-1-2-834 0,-3-3 369 16</inkml:trace>
  <inkml:trace contextRef="#ctx0" brushRef="#br0" timeOffset="119566.82">25117 10923 348 0,'5'-4'377'15,"0"-1"18"-15,-5 5 14 0,7-7 24 0,-7 7 7 16,4-7-1-16,-2 1-26 0,-2 6-29 0,2-8-38 15,-2 8-34-15,1-10-33 0,-1 10-27 0,0-11-24 16,0 11-35-16,-1-8-50 0,1 8-73 0,-2-10-83 16,2 10-96-16,-6-10-103 0,1 6-93 0,-4-1-105 15,-7 3-326-15,1 0-796 0,-7 1 352 0</inkml:trace>
  <inkml:trace contextRef="#ctx0" brushRef="#br0" timeOffset="124742.1">20215 11940 6 0,'-18'-4'44'0,"1"-2"-6"0,0 1 1 0,4 1-1 16,-4 0 2-16,0-2-5 0,1 0 2 0,2 2-10 15,2 0 10-15,-3 1-7 0,2-1 10 0,-5-1-7 16,3 2 9-16,-3-1-9 0,5 1-1 0,-1 0-7 16,1 0 13-16,2 1-7 0,-2 0 1 0,3 0 0 15,2 2 3-15,-1-1 8 0,9 1-11 0,-11-2 3 16,11 2 2-16,0 0-9 0,0 0 3 0,0 0-1 16,0 0 7-16,35 3-4 0,-3 1 3 0,7-6-4 15,17 8 5-15,5-6-5 0,33 1 1 0,0-4 6 0,1 1 1 16,8-2-13-16,3 0 11 0,3-2-3 0,3 2-12 15,2 0-1-15,5-6 3 0,5 4-6 16,5 0 4-16,1-2-5 0,8 5-5 0,-2-2-4 16,3-2 8-16,1 0-6 0,5 2-6 0,0 0-9 0,-3-3-1 15,-2 1-5-15,-1-1-1 0,2 0 5 0,-7-8 0 16,-6 7-5-16,-5-2 7 0,-10 2-4 0,-12-1 7 16,-10-1-3-16,0 1-6 0,-27 5 13 0,-7-4-7 15,2 2 10-15,-5-1-3 0,-3 0 2 0,-14-1 9 16,13-1-6-16,-15 1 7 0,0-1 8 0,-3 1 9 15,-4-1 0-15,0 3 9 0,-10 1 3 0,0 1 14 16,-5 1 7-16,-2-3 3 0,-2 5 3 0,-2-1-3 16,-1 1-1-16,-6 2-8 0,11-5-6 15,-6 3-5-15,-5 2-8 0,7-6-4 0,-7 6-3 0,5-3-12 16,-5 3-23-16,0 0-20 0,0 0-16 0,0 0-13 16,0 0-25-16,0 0-24 0,0 0-28 0,0 0-34 15,-22 15-144-15,11-9-331 0,-7 3 146 0</inkml:trace>
  <inkml:trace contextRef="#ctx0" brushRef="#br0" timeOffset="125669.83">14463 13408 5 0,'38'-7'134'0,"21"0"5"0,33-6 3 0,-2 3-2 16,4-2-11-16,7 1-6 0,4 0 0 0,7-1-3 16,5 0-4-16,7 4-13 0,4-2-3 0,1 3-4 15,2 1-8-15,7-1-3 0,3 3-11 16,4 2-2-16,4-1-11 0,5-1-2 0,3 1-8 0,2-1-2 15,4 4-3-15,4-3-7 0,-3-4-3 0,1 1-4 16,-4 0 1-16,-1-3-8 0,-2 2-4 0,-7 1-4 16,-8-4-3-16,-6 0-5 0,-16 1 6 0,-6-5-4 15,-16 5 2-15,-10 5-2 0,-30-4-4 0,-4 1-1 16,-17 1 3-16,-3 2-3 0,-3 1-1 0,-12-1-1 16,-2 2 3-16,-5-1 2 0,-3 3 8 0,0-1 10 15,-3 1 9-15,-7 0 7 0,11-3 1 0,-11 3-5 16,7-3-7-16,-7 3 1 0,0 0-9 0,0 0-5 15,0 0-13-15,0 0-21 0,0 0-16 16,-18-10-43-16,18 10-45 0,-23 3-63 0,10 1-199 0,-4 3-412 16,-3-1 182-16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8:01:03.4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21057 4788 59 0,'0'0'149'0,"5"5"11"0,-5-5 0 16,0 0-18-16,14-4-10 0,-1 3-18 0,6-3-6 16,1-1-9-16,11-2-11 0,2-1-17 0,3 1-11 15,17-4-18-15,-1-1-32 0,5-1-28 16,6 3-49-16,1-3-51 0,-2 0-81 0,29-6-215 16,-29 0 95-16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48:01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2094 2113 1757 0,'7'-8'-23'0,"-4"-3"18"0,-2 5 7 0,5-3 16 16,-6 9-15-16,2-10-54 0,-2 10 14 15,0-9 17-15,0 9 2 0,0 0 8 0,-2-9 12 0,2 9 9 16,0 0-1-16,0 0 3 0,-12 0-4 0,12 0 2 15,-15 6 3-15,2 7 1 0,0 0-10 0,-1 1 13 16,-4 10 0-16,-1 3-1 0,0 2-3 0,-5 13 4 16,5 1-4-16,-4 4 3 0,5 1-2 15,-1 0 1-15,3-4-3 0,1 4 4 0,2 0-3 16,3-2-2-16,5-1 0 0,1-10-1 0,4 1 2 16,0-2-3-16,4-4 0 0,4 1 0 0,2-1-3 15,1-6 1-15,2-2 1 0,1 1 5 0,1-8-3 16,5 3-3-16,5-4 3 0,2-2-5 0,2-5 5 15,2-1-2-15,1-7 0 0,1-1 1 0,2-4-1 16,-3-5-3-16,2-1 2 0,13-12-1 0,-3 2 1 16,-3-8-1-16,0 2-2 0,-4-6 2 0,-11 8-7 15,9-14 7-15,-6-3-5 0,0-2 5 0,-4 1-3 16,-6-2-1-16,2-3-1 0,-7 2-2 16,-4-5-4-16,-1-3 6 0,-5 0-3 0,-3 5 3 15,-2 2-7-15,-4-2 5 0,-2 14 0 0,-4-9-3 16,-3 12 1-16,0 0-3 0,0 2 6 0,-8 3-1 0,-1 4 0 15,1 2 0-15,-5 2 1 0,-1 5 5 0,-2 2 0 16,-2 6 0-16,0 9 0 0,-3 2-6 0,3 6 5 16,-2 2 2-16,-14 10 0 0,5 5-3 15,2 2-3-15,0 4 4 0,4 2-5 0,0 4-2 0,8-2 2 16,-2 1 1-16,14-7 1 0,6 1-1 16,3-2-4-16,6 2 2 0,8 2 5 0,3-6-5 15,5 4 7-15,13 6-13 0,-5-12-7 0,5-1 2 16,2-1-3-16,13 4-2 0,0-2 0 0,-11-8 2 15,1 1 4-15,-1 0-8 0,4-2 11 0,-3 1 2 16,-2 0-2-16,-1 0 6 0,0 0-5 0,-3 1-1 16,-2-2 2-16,-1 3 4 0,-1 0-1 0,-3 0 1 15,-1-1 0-15,0 2-6 0,-9-3 2 0,-1-3 6 16,-3 2 2-16,2 1-4 0,-2-2 1 0,-1 4 3 16,-2-2 3-16,-1-3-8 0,0 0-20 15,-1 3-20-15,0-18-29 0,0 27-34 0,0-27-34 0,-1 21-134 16,1-21-296-16,-1 15 132 0</inkml:trace>
  <inkml:trace contextRef="#ctx0" brushRef="#br0" timeOffset="192.22">2903 2538 222 0,'0'0'214'0,"1"-14"-24"0,-1 14-10 15,0 0-10-15,0 0-17 0,0 0-13 0,0 0-13 16,0 0-20-16,0-14-8 0,0 14-24 0,0 0-13 16,0 0-11-16,0 0-19 0,0 0-41 0,0 0-62 15,-3 43-52-15,1-26-148 0,0 1-291 0,2 1 129 16</inkml:trace>
  <inkml:trace contextRef="#ctx0" brushRef="#br0" timeOffset="500.63">2677 3160 133 0,'24'-14'154'0,"2"-2"-20"0,2 1-26 0,5-3-26 15,0 0-35-15,2 0-30 0,-1 0-21 0,9-5-28 16,-9 6-30-16,-1 1-35 0,-1-1-103 0,-2-3 46 15</inkml:trace>
  <inkml:trace contextRef="#ctx0" brushRef="#br0" timeOffset="814.69">2805 2466 1708 0,'-4'-9'31'0,"-1"1"0"16,2 2 23-16,3 6-21 0,-9-9-16 0,7 5-11 15,2 4 0-15,0 0-3 0,0 0 5 16,0 0 41-16,0 0-2 0,0 0-5 0,7 32-1 15,-3-15 2-15,0 7-4 0,-1 0-4 0,0 2-7 16,1 2 3-16,-1 0-3 0,-3 0 3 0,4 8-6 16,-6-4-25-16,2 2-26 0,0 2-29 0,-1-2-50 15,0 0-60-15,-2 1-167 0,-2-7-357 0,0 0 158 16</inkml:trace>
  <inkml:trace contextRef="#ctx0" brushRef="#br0" timeOffset="1020.09">3025 2627 78 0,'0'0'265'0,"1"-8"-26"0,-1 8-21 0,0 0-21 0,4-7-29 15,-4 7-9-15,0 0-19 0,0 0-18 16,0 0-34-16,2-8-50 0,-2 8-43 0,0 0-45 15,0 0-86-15,0 0-118 0,0 0-275 0,0 0 122 16</inkml:trace>
  <inkml:trace contextRef="#ctx0" brushRef="#br0" timeOffset="16225.87">16091 1851 1 0,'0'0'60'0,"0"0"-50"0,40 11-23 0,-13-5-12 15,5 3 6-15</inkml:trace>
  <inkml:trace contextRef="#ctx0" brushRef="#br0" timeOffset="18118.25">18676 1731 11 0,'0'0'-3'0,"0"0"-1"16,0 0 1-16</inkml:trace>
  <inkml:trace contextRef="#ctx0" brushRef="#br0" timeOffset="98269.26">8165 2362 127 0,'0'0'134'15,"1"-6"-4"-15,-1 6-17 0,0 0-15 0,0 0-12 16,0 0-6-16,0 0-7 0,0 0-8 0,0 0-7 16,0 0-1-16,-3 25-4 0,-2-9-2 15,1 4-5-15,-2 6 2 0,-2 0-10 0,-1 2 2 16,2-1-5-16,-3 1-2 0,2-2 0 0,1-2-3 16,1-5-4-16,0 6-5 0,-2-9 3 0,3 0-3 15,0 0-2-15,1-4-6 0,0-1 8 0,1-1-4 16,1-1-3-16,-2-2-2 0,3-3 1 0,1-4-4 15,-1 9 12-15,1-9 17 0,0 0 22 0,0 0 0 16,0 0-2-16,0 0-5 0,0 0-5 0,0 0-4 16,6-29-2-16,0 12 5 0,2-9-8 0,4-2 3 15,2-4-4-15,-3 3-11 0,3-4-3 0,0 1 0 16,4-13-5-16,-6 15-4 0,5-14-7 0,-2 14 6 16,2 0-3-16,-1-2-2 0,-1 2 0 0,-1 3 0 15,0-2-5-15,-1 5 3 0,0 2-3 0,0 8 2 16,-6 3-6-16,1 2 3 0,1 2-5 0,-5 2 2 15,-4 5-7-15,10-9 4 0,-10 9 1 0,10 1 2 16,-10-1-4-16,14 15 2 0,-7-1 0 0,-2 3 4 16,2 11 3-16,0 5-4 0,-6-3 1 0,2 1 3 15,-3-2-4-15,1 3 3 0,-1 0 5 0,1-2-8 16,0-2 5-16,-1-1-5 0,0-1 4 0,2-8 0 16,-1 2 5-16,3-1-8 0,-3-3 2 0,2 1 1 15,-1-1 0-15,2-3-2 0,-1-3-15 0,-1 2-27 16,-1-5-29-16,-1-7-30 0,6 17-34 0,-4-12-24 15,-2-5-18-15,1 12-126 0,-1-12-324 0,0 0 144 16</inkml:trace>
  <inkml:trace contextRef="#ctx0" brushRef="#br0" timeOffset="98431.25">8139 2556 6 0,'21'-7'89'0,"7"0"-3"0,10-5-20 0,14-4-17 16,3 3-24-16,2 0-29 0,1-2-50 0,0 2-57 15,-4 2 27-15</inkml:trace>
  <inkml:trace contextRef="#ctx0" brushRef="#br0" timeOffset="98838.86">9257 2264 109 0,'9'-5'161'0,"-9"5"-6"0,0 0-19 0,0 0-12 0,17-4-14 15,-10 1-4-15,-7 3-18 0,19-3-8 16,-2-1-2-16,0 1-10 0,-3 0-11 0,-1 1-2 16,6-1-17-16,-7 3-13 0,3-1-22 0,-2 0-13 15,-2-1-8-15,-11 2-6 0,18-2-8 0,-18 2-10 16,14-2 11-16,-14 2 8 0,0 0 0 0,15-2-10 15,-15 2 16-15,0 0 1 0,7-4-3 0,-7 4 9 16,0 0 1-16,0 0 8 0,0 0 0 0,0 0 12 16,0 0-5-16,0 0 8 0,0 0 2 0,0 0 0 15,0 0-9-15,-14-19 1 0,14 19-1 0,0 0 1 16,0 0 15-16,0 0 6 0,-2 36 1 0,4-18 0 16,-4 2-1-16,0-1 10 0,-1 6-3 0,2 2 9 15,0-1-2-15,-3-1 0 0,3 1 14 0,-2-2-2 16,1-5-5-16,0 0 2 0,1 7-1 0,1-9-7 15,-3 0 4-15,2 0-6 0,-1-1-1 0,-2-5-4 16,-1 5 3-16,-2-4-9 0,0-1 0 0,-1-2 0 16,-5 2-5-16,0 0-4 0,4-4 0 15,-2-2-3-15,2 1 0 0,-1-4-10 0,0 2-21 16,10-4-30-16,-17 2-26 0,17-2-52 0,-14-4-55 0,14 4-131 16,0 0-331-16,-14-14 146 0</inkml:trace>
  <inkml:trace contextRef="#ctx0" brushRef="#br0" timeOffset="99222.64">9698 2295 135 0,'0'0'206'0,"5"-7"-13"0,-5 7-23 0,0 0-18 15,0 0-16-15,0 0-11 0,0 0-7 0,0 0-5 16,2 26 4-16,-2-10-13 0,-2 3-5 0,0 5-10 15,-1 3-2-15,1-2-10 0,-1-4-4 0,1 3-6 16,-1 0-5-16,4-4-5 0,1-4-7 0,-2 0-3 16,0 0-4-16,1-2-4 0,0-2-4 0,-1-2-4 15,1 2-2-15,1-3-3 0,-2-1-2 0,1-2 2 16,-1-6-2-16,3 12-5 0,-3-12 6 0,0 6 14 16,0-6 15-16,0 0 1 0,0 0-3 0,0 0-1 15,0 0 0-15,0 0-8 0,0 0-7 16,-3-37-2-16,4 21-1 0,2-4-7 0,1-7-4 15,0-3 0-15,3 3-2 0,3-5-7 0,1 0-2 16,3-2-4-16,2-13-4 0,-3 15-8 0,1 0 0 0,3 3-9 16,-4 0-2-16,1 5-7 0,0 2-6 15,-5 7-14-15,-2 5 2 0,2 0-20 0,-2 3-22 0,-2 0-29 16,-5 7-11-16,11-5-7 0,-11 5-23 0,14 0-23 16,-14 0-16-16,19 7-136 0,-14 3-354 0,-5-10 156 15</inkml:trace>
  <inkml:trace contextRef="#ctx0" brushRef="#br0" timeOffset="99385.4">9793 2507 68 0,'0'0'158'16,"0"0"-11"-16,0 0-16 0,0 0-8 0,0 0-20 15,0 0-11-15,28-3-36 0,-28 3-26 0,42-15-32 16,-15 8-32-16,4-1-23 0,1-3-24 0,-2 3-42 15,2-1-133-15,0-1 60 0</inkml:trace>
  <inkml:trace contextRef="#ctx0" brushRef="#br0" timeOffset="99751.69">10383 2256 29 0,'-5'-16'131'0,"5"16"7"0,-10-3-11 0,10 3-8 15,-18 2 10-15,18-2-9 0,-24 10-7 16,11 0-6-16,-2 0 4 0,3 0-4 0,4 0-3 15,-2 3-3-15,4-1-2 0,2 1-2 0,1-2-3 16,2 2-8-16,1-2-4 0,0-11-12 0,7 22-7 16,-1-14-10-16,2 0-2 0,-1 0-9 0,5-1-2 15,-1 1-5-15,1-4-1 0,-2-1-5 0,1-1-1 16,0 0-11-16,-2 1 9 0,0-2-7 0,-2-1 0 16,-7 0 2-16,11-2-7 0,-11 2 2 0,10 0-3 15,-10 0-4-15,0 0-3 0,5-4-1 0,-5 4 3 16,0 0-6-16,0 0-4 0,0 0 1 0,0 0 0 15,0 0 0-15,-31-2 1 0,31 2-4 0,-29 7 4 16,10 0 2-16,2 1-2 0,-2 2 13 0,-5 3 1 16,6-3 2-16,0 2 2 0,5-3 1 0,-2 1-4 15,2 1-2-15,4-1 1 0,4-1 1 0,-2 1-1 16,5-1-3-16,1 1 0 0,1-10 6 0,7 20-7 16,1-13 0-16,5 0-16 0,3 1-20 0,13-2-19 15,4-1-17-15,5-5-38 0,13-4-47 0,4-1-51 16,-18 0-158-16,0-2-385 0,1-3 171 0</inkml:trace>
  <inkml:trace contextRef="#ctx0" brushRef="#br0" timeOffset="100096.71">10750 2309 1540 0,'-2'-9'50'0,"2"9"26"15,-6-12-15-15,2 5-26 0,4 7 9 0,0 0 4 16,-3-10 9-16,3 10-14 0,0 0 0 0,0 0-13 15,0 0-2-15,14-16 3 0,2 8-6 0,2 4-2 16,9-2-4-16,0-1 3 0,1 4-12 0,-7-1-17 16,8 1-13-16,-9 0-26 0,2 2-14 0,-4-2-31 15,0 3-4-15,0-2-13 0,-7 1-10 0,-2 1-10 16,-9 0-3-16,17-1 17 0,-17 1 11 0,11 0 11 16,-11 0 12-16,0 0 17 0,0 0 8 0,12-3 22 15,-12 3 13-15,0 0 12 0,0 0 20 0,0 0 20 16,0 0 4-16,0 0 17 0,0 0 6 0,0 0-10 15,0 0-3-15,0 0-8 0,0 0-11 0,0 0-1 16,0 0 5-16,0 0 14 0,-12 24 2 16,9-7 7-16,-3 1 9 0,-5 6-5 0,6 3-4 15,1-8-5-15,4 6-3 0,-5 0-1 0,2 0-8 16,2 1-3-16,0 0 2 0,-1 3-8 0,1-3-36 0,1 0-53 16,1 0-61-16,2-7-150 0,-3 0-294 0,6 0 131 15</inkml:trace>
  <inkml:trace contextRef="#ctx0" brushRef="#br0" timeOffset="100517.08">11834 2269 53 0,'0'-10'290'16,"0"10"-17"-16,5-13-28 0,-5 13-28 0,0-11-25 15,0 11-19-15,0 0-27 0,0 0-18 0,0 0-9 16,0 0-11-16,5 38-7 0,-5-13-15 0,0 1-3 16,0 3-10-16,0-1-5 0,0 2 0 0,0-4-11 15,-3-2-1-15,3-5-5 0,-2 0-1 0,4-2-4 16,-2-1-3-16,-2-5-7 0,2 2-2 0,0-3-2 16,0-10-1-16,0 13-3 0,0-13-2 0,-3 12 5 15,3-12-9-15,0 0 12 0,0 0 9 0,3 13 16 16,-3-13 6-16,0 0 14 0,0 0 4 15,0 0-8-15,0 0-7 0,0 0-6 0,0 0-12 16,0 0-7-16,10-31-9 0,-6 17-4 0,4 0 11 16,1-3-23-16,3 2-1 0,-1-1 0 0,1 3-5 0,-4 4-7 15,0 2 2-15,2 0-6 0,-1 1-1 0,-1 3 1 16,2 0-4-16,-10 3 1 0,20 2 0 0,-9 3-3 16,0 0 5-16,-1 2-5 0,-1 2 0 15,1-1-18-15,-2 1-11 0,1 2-17 0,1 3-17 16,0 2-27-16,-1-2-31 0,2-1-35 0,-1 3-39 15,1-2-47-15,2-1-218 0,-4-4-502 0,4 1 223 16</inkml:trace>
  <inkml:trace contextRef="#ctx0" brushRef="#br0" timeOffset="101182.64">12475 2417 205 0,'-9'-3'233'15,"9"3"-12"-15,-24 0-14 0,7 3-9 0,0 4-12 16,-1 2-8-16,0 2-13 0,2 2-12 0,-4 4-16 16,6-4-10-16,1 2-10 0,1-1-9 0,4 0-9 15,1-1-9-15,1 0-8 0,2-1-9 0,4-2-5 16,0 0-5-16,3 0-8 0,0-1-1 0,1-2-6 16,0-2-3-16,3 2-4 0,-7-7-4 15,19 5-5-15,-9-3 0 0,-1-2-7 0,-9 0-5 0,22-4-1 16,-13 1 1-16,3-2-2 0,-5 0 1 15,1-1-6-15,2 0 0 0,-5-1-2 0,1 1-1 16,-2-4-1-16,3 3 6 0,-3-2-4 0,0 0-5 0,0-2-1 16,2 3 0-16,-4-1-7 0,-2 9 4 0,7-13-4 15,-7 13 1-15,4-10-1 0,-4 10-2 16,0 0-4-16,8-8-2 0,-8 8-2 0,0 0 1 16,0 0 4-16,0 0-3 0,0 0-1 0,0 0 2 15,6 26 3-15,-4-15 2 0,-1-2-1 0,3 3 1 16,-4-1 0-16,4-1 2 0,0-1 0 0,4 1 2 15,1-1 0-15,-1-2 7 0,1-2-1 0,5-1 5 16,-1-1-2-16,6-3 6 0,0-2-1 0,4-2 5 16,-2-2-1-16,-1-1 3 0,4-4-3 0,-4 1-1 15,-1 3 0-15,-4-4-2 0,1 1 0 0,-3-3 1 16,-2 3-2-16,1-1-4 0,-1-1 4 0,-4 2-3 16,2-1-2-16,-4 0-3 0,1 0 8 0,-2-2-9 15,-1 3-4-15,1-1-2 0,-4-1-4 0,0 12 5 16,0-13-1-16,0 13-1 0,2-13-5 15,-2 13 2-15,0 0-7 0,3-11-1 0,-3 11-3 0,0 0 1 16,0 0 2-16,0 0 1 0,0 0 0 0,0 0 4 16,-14 32-3-16,10-20 2 0,4 0 1 0,-4-2 2 15,4 7 1-15,2-4-4 0,-2 0 3 0,2 2 4 16,0 1-4-16,0-5 3 0,2 1 0 16,-1 2 1-16,1-3-3 0,-1-1 0 0,0 2 1 15,-1-1 4-15,0-1-1 0,0-1 0 0,0 1 3 0,-2 0 0 16,0-10 8-16,-7 21 3 0,3-11-2 0,-6 4 2 15,-2-4-3-15,-3 3 2 0,0 1-14 16,-1-3-11-16,-8 2-22 0,-5 1-34 0,2-2-45 0,-3 2-51 16,4-5-76-16,-4 2-208 0,3 0-484 15,-2-6 215-15</inkml:trace>
  <inkml:trace contextRef="#ctx0" brushRef="#br0" timeOffset="111027.08">14242 2293 3 0,'-4'-8'158'0,"4"8"-17"0,0 0-18 0,0 0-11 16,0 0-8-16,0 0-11 0,0 0-11 0,14 25-14 16,-12-9-4-16,4 0-2 0,-3-1-11 0,5 5-2 15,-2-3-2-15,0 8-5 0,-2-6-10 0,1-1 2 16,1-1-6-16,2 2 6 0,-1-2-11 0,-3 0 3 16,3-1 5-16,-1-1-8 0,-4-2 2 0,3-2-8 15,0 0 3-15,-3-2 0 0,0 1-7 0,3-4-1 16,-3 1-1-16,0-1 3 0,2-1-3 0,-4-5-2 15,5 7 8-15,-5-7 10 0,2 7 19 0,-2-7 22 16,0 0 22-16,7 3-5 0,-7-3-7 0,0 0-8 16,11-22-12-16,-4 6 0 0,7-6-5 0,-10 3-5 15,9-7 3-15,-3 0-11 0,1-3-3 0,0-1-2 16,1-2-3-16,0 0-2 0,-3 3-5 0,3-3-5 16,-1 4 0-16,1 0-5 0,-5 9-2 0,1 3-1 15,-1 2-1-15,-3 5-13 0,1 2-25 0,-2 0-32 16,-3 7-42-16,0 0-17 0,6-7 5 0,-6 7-13 15,0 0-13-15,10 19-9 0,-7-1-27 16,-1 7-95-16,-4 5-291 0,2-1 130 0</inkml:trace>
  <inkml:trace contextRef="#ctx0" brushRef="#br0" timeOffset="111271.9">14646 2595 30 0,'0'0'216'0,"3"-3"-9"0,-3 3-9 0,0 0-23 16,0 0-13-16,0 0-22 0,0 0-19 0,0 0-15 0,0 0-10 16,0 0-7-16,0 0-11 0,5 17-8 15,-7-6-9-15,2 3-6 0,2 3-6 0,-2-1-1 16,2 1-7-16,-2 2-3 0,0 1-2 0,2-2-8 16,-2 1-3-16,-2 0 3 0,2 0-2 0,-2-2-5 15,2 0 2-15,0-2-5 0,-2-3 3 0,1 2-7 16,1-2-23-16,-2-2-30 0,2-10-23 0,-1 22-38 15,1-22-44-15,-3 17-36 0,-2-9-101 0,5-8-305 16,-9 6 134-16</inkml:trace>
  <inkml:trace contextRef="#ctx0" brushRef="#br0" timeOffset="111537.46">14797 2485 70 0,'9'6'127'15,"0"2"-15"-15,-2-1-11 0,1 3-9 0,-2 0-9 16,1-1-9-16,1 5-7 0,-3-4-8 0,-4 1-9 16,3 0 8-16,-4 1 6 0,-4 0 1 0,1 0-2 15,-4 2 0-15,1-2-8 0,-8 1 1 0,0-3-8 16,2 1-2-16,-7-1-11 0,5-2 3 0,-3 2-6 15,-2-5-23-15,4 2-15 0,-2 1-31 0,6-3-28 16,1-3-44-16,0 2-100 0,10-4-225 0,-17 2 99 16</inkml:trace>
  <inkml:trace contextRef="#ctx0" brushRef="#br0" timeOffset="111711.84">15210 2516 143 0,'9'-5'203'0,"-9"5"-15"16,13-4-20-16,-13 4-15 0,6-3-17 15,-6 3-15-15,13-2-20 0,-13 2-36 0,0 0-37 16,19 1-42-16,-19-1-48 0,10 3-23 0,-10-3-107 0,7 10-206 16,-7-10 92-16</inkml:trace>
  <inkml:trace contextRef="#ctx0" brushRef="#br0" timeOffset="111862.72">15173 2679 113 0,'0'0'182'0,"0"0"-9"0,0 0-7 0,0 0-8 16,0 0-13-16,17 5-10 0,-17-5-13 0,17-1-9 16,-5-1-14-16,-12 2-36 0,28-4-46 0,-10 1-59 15,5-1-71-15,3-4-110 0,1 1-239 0,2-1 106 16</inkml:trace>
  <inkml:trace contextRef="#ctx0" brushRef="#br0" timeOffset="114991.54">17245 2247 86 0,'0'-13'167'0,"1"7"-2"15,-1 6-13-15,-1-8-5 0,1 8-14 16,0 0-17-16,0-10-14 0,0 10-13 0,0 0-13 16,0 0-3-16,0 0-15 0,0 0 1 0,0 0-13 15,0 0-3-15,-9 30-1 0,2-13-4 0,2 2-4 16,-4 6 0-16,0 1-6 0,0-1-5 0,3-7 1 15,0 6-2-15,-2-8-2 0,1 1-4 0,1-1 1 16,1 0-6-16,1-6 3 0,0 1 0 0,2-2-1 0,-1-2-1 16,-1-1-1-16,2-2-2 0,2-4 3 15,-4 9 2-15,4-9-5 0,-2 8 0 0,2-8 4 16,0 0-2-16,-3 4-4 0,3-4 11 0,0 0-6 16,0 0-1-16,0 0 2 0,0 0-2 0,0 0-1 15,0 0-5-15,0 0 1 0,0 0-3 0,20-4 2 16,-9 1-2-16,1-1-3 0,1-2 4 0,5-1 2 15,0 2-4-15,2-4 3 0,10 1-3 0,-5-2-3 16,-5 4 3-16,0 1 1 0,-2-2 0 16,1 3-6-16,0-3 4 0,-2-1-2 0,1 3 1 0,-7 0-2 15,3 0 2-15,-4-3 0 0,1 4 2 16,0-3-2-16,-1 1 5 0,-2 0-2 0,0-1 4 0,-3 1 9 16,-5 6 0-16,7-11 2 0,-1 2 2 0,-6 9 1 15,4-12 4-15,-4 12 8 0,2-12 5 0,-2 12 3 16,4-8 3-16,-4 8-3 0,0 0-1 0,0-11-9 15,0 11 1-15,0 0-10 0,0 0-6 16,0 0 0-16,0 0-7 0,0 0-5 0,0 0 4 16,0 0-2-16,0 0 3 0,-6 35-1 0,3-17-3 15,-2 1-1-15,0 7 5 0,1-3-4 0,-1-4 3 16,0 6-2-16,2-8-3 0,-1 9 4 0,3-7-5 16,0 1-26-16,1-3-21 0,0 2-33 0,0 0-30 15,2-2-50-15,0-1-25 0,-1 1-163 0,-1-2-373 16,-1-3 165-16</inkml:trace>
  <inkml:trace contextRef="#ctx0" brushRef="#br0" timeOffset="115178.63">17710 2537 184 0,'0'0'227'0,"5"-5"-12"0,-5 5-16 0,0 0-23 16,0 0-17-16,0 0-18 0,5-9-17 0,-5 9-16 15,0 0-25-15,0 0-36 0,0 0-24 16,0 0-8-16,0 0-24 0,0 0-32 0,0 0-37 16,15 16-31-16,-15-16-21 0,5 7-93 0,-5-7-241 15,4 7 107-15</inkml:trace>
  <inkml:trace contextRef="#ctx0" brushRef="#br0" timeOffset="115461.86">17877 2400 42 0,'0'0'177'0,"0"0"-22"16,0 0-11-16,0 0-13 0,7-8-18 0,-7 8-14 15,0 0-8-15,0 0-4 0,0 0 2 0,0 0-5 16,0 0-3-16,12 22-9 0,-5-15-4 0,-3 2-6 16,3 0-10-16,0 1 0 0,0-3-6 0,0 3-4 15,3-2-5-15,-4-1-6 0,2 1 6 0,1 0-3 16,1 1 2-16,-2-2-1 0,0 0-8 0,-2 0 3 15,3 0-8-15,-4 1 3 0,-1-4-3 16,0 2 0-16,-2-1-6 0,2 0 1 0,-1 2 1 0,-3-7-5 16,0 12-2-16,0-12-11 0,-7 17 0 0,0-9-23 15,-3 0-21-15,-1-1-20 0,-4 1-15 0,-3-2-29 16,8-3-26-16,-2 0-30 0,-6-3-87 16,0 1-272-16,0-4 121 0</inkml:trace>
  <inkml:trace contextRef="#ctx0" brushRef="#br0" timeOffset="115603.32">17959 2304 124 0,'17'-10'121'16,"-2"1"-20"-16,3 2-7 0,0-5-7 0,0 6-33 16,1 1-41-16,-6 1-29 0,1 2-36 0,0 0-36 15,-4 1-95-15,-10 1 42 0</inkml:trace>
  <inkml:trace contextRef="#ctx0" brushRef="#br0" timeOffset="115987.93">18227 2270 109 0,'0'0'232'0,"0"0"-19"16,0 0-13-16,4-4-18 0,-4 4-18 0,0 0-18 15,0 0-17-15,0 0-18 0,0 0-9 0,0 0-11 16,0 0-10-16,8 15-5 0,-2-4-6 15,1-2-3-15,2 7-4 0,-2 1 2 0,6 5-12 16,-7-6-3-16,1 3-5 0,1-2-5 0,-2 0-4 16,3 0-1-16,-3 0-2 0,2-3-4 0,-2 0 1 0,3 1 0 15,-4-4-1-15,-1-1-6 0,1 0 1 16,-2-1-3-16,1-2-2 0,-2-1 1 0,5-1 0 16,-6 0-4-16,-1-5 1 0,6 8 1 0,-4-3 2 15,-2-5 7-15,0 0 10 0,3 5 13 0,-3-5 20 16,0 0-1-16,0 0 11 0,0 0-14 0,12-14-5 15,-6 4-3-15,1-2 1 0,0-3-14 0,1-1 3 16,3-6-13-16,1-2-4 0,1-4-2 0,-3 0-4 16,2-1-4-16,-2 4-2 0,1-2-2 0,0-1-7 15,-3 2 1-15,-1 9 0 0,-1-2 1 0,-2 8-3 16,-1 0-17-16,-1 3-12 0,-2 8-26 0,4-12-24 16,-4 12-42-16,5-10-47 0,-5 10-28 0,0 0-30 15,0 0-14-15,0 0-196 0,0 0-462 0,-27 46 204 16</inkml:trace>
  <inkml:trace contextRef="#ctx0" brushRef="#br0" timeOffset="116164.54">18639 2639 95 0,'6'7'273'15,"-6"-7"0"-15,0 0-8 0,8 6-11 0,-8-6-21 16,0 0-25-16,0 0-19 0,0 0-19 0,5 4-18 15,-5-4-24-15,0 0-35 0,0 0-39 0,0 0-53 16,0 0-67-16,0 0-84 0,0 0-212 0,0 0-393 16,0 0 174-16</inkml:trace>
  <inkml:trace contextRef="#ctx0" brushRef="#br0" timeOffset="119357.97">20449 2169 121 0,'-17'-4'157'16,"17"4"-3"-16,-8-4-18 0,8 4-12 0,0 0-11 16,0 0-11-16,-9-2-7 0,9 2-12 0,0 0-5 0,0 0-11 15,0 0-7-15,21-10-2 0,-5 9-10 16,0-1-17-16,3-1-17 0,3-1-28 0,1 2-24 16,-5-2-34-16,3 3-10 0,0-1-22 0,-5 2 7 15,0 2-76-15,-4-1-186 0,0 0 82 0</inkml:trace>
  <inkml:trace contextRef="#ctx0" brushRef="#br0" timeOffset="119740.73">20663 2115 117 0,'0'0'120'0,"0"0"-17"0,0 0-4 0,0 0-13 15,0 0-3-15,-9 17 0 0,7-6 2 0,-3 7-4 16,1-1 1-16,-1 10-1 0,0 1 1 0,-1 1-22 15,1 2 14-15,0-5-7 0,2 0-5 0,0-1-7 16,2-6-8-16,-1 7 0 0,1-8-6 0,1-2-4 16,-3 1-2-16,5-4-1 0,-2 2-3 15,0-3-4-15,0 1-3 0,-2-2 0 0,1-2-7 16,1 1 6-16,-1 0-6 0,0-1 0 0,-2-3-5 16,3-6 1-16,-8 14-2 0,2-9-4 0,6-5-8 15,-10 8 11-15,10-8-3 0,-12 4 0 0,12-4-3 16,-15 1 6-16,15-1-5 0,-12 0 1 0,12 0-1 15,0 0 0-15,-17-2-7 0,17 2 8 0,0 0 2 16,-11-2 4-16,11 2 1 0,0 0 1 0,-7-2-1 16,7 2 0-16,0 0-2 0,0 0-2 0,0 0 1 15,0 0-3-15,0 0 0 0,29-13-2 0,-10 7-5 16,8 0 0-16,1-1-4 0,2 1-13 0,-1-1-23 16,-1 3-11-16,0-1-31 0,-7 1-17 0,7-1-26 15,-6 2-13-15,-2 1-12 0,-1 0-77 0,-1-1-247 16,-5 0 110-16</inkml:trace>
  <inkml:trace contextRef="#ctx0" brushRef="#br0" timeOffset="119930.84">20953 2470 50 0,'0'0'70'0,"2"-11"37"15,-2 11-8-15,0 0 13 0,0 0 1 0,1-12-19 16,-1 12-2-16,0 0-19 0,0 0-8 16,0 0-5-16,0 0-6 0,0 0-1 0,0 0 3 15,0 0 17-15,0 0 0 0,0 0-7 0,-3 40-7 16,3-23-7-16,-1 0 2 0,1 1-10 0,0 0 3 0,0 0-4 15,3 0-7-15,-5-1-3 0,4 0-3 16,-2-6-13-16,0 6-14 0,0-5-17 0,3-1-22 16,0 0-32-16,-2-2-30 0,-1-9-27 0,1 13-107 15,1-5-250-15,-2-8 111 0</inkml:trace>
  <inkml:trace contextRef="#ctx0" brushRef="#br0" timeOffset="120192.97">21074 2396 115 0,'17'5'163'0,"-8"-1"-8"0,0 1-16 0,0 0-13 16,3 3-1-16,-3-1-11 0,2 6-10 0,-2-5-5 15,1 7-3-15,0-1-14 0,0-2-7 0,-3 2-6 0,0 1-3 16,-4-4-11-16,1 0-11 0,-5 3 4 15,1-2-1-15,-1 4-2 0,-7-1-5 0,-1 1-4 16,-3-3-4-16,0 1-3 0,3-1-12 0,-3 0-28 0,3-4-2 16,0 0-24-16,-1-2-27 0,1-1-27 15,2-1-35-15,-1 0-26 0,0-1-87 0,8-4-256 16,-15 3 113-16</inkml:trace>
  <inkml:trace contextRef="#ctx0" brushRef="#br0" timeOffset="120509.66">21474 2425 222 0,'3'-2'222'0,"4"-1"-13"15,-7 3-22-15,6-5-14 0,-6 5-22 16,0 0-15-16,0 0-17 0,0 0-13 0,0 0-7 0,0 0-10 16,-29 23-8-16,8-8-2 0,5-2-15 0,0 1 0 15,1 0-6-15,1-2-14 0,4 2-1 0,3-4-4 16,-2 3-11-16,3-1 2 0,2-3-10 0,3 1-4 15,-2 1-6-15,3-1 0 0,3 0-1 16,1-1 0-16,0-3 0 0,2 3-1 0,3-1 3 16,-3 0-5-16,2-1-1 0,0 0-4 0,0-1 5 15,-1 0-1-15,1 1-3 0,-3-4-2 0,0 3 6 16,-1-2-8-16,-4-4 1 0,5 7 1 0,-5-7-3 16,2 8 3-16,-2-8 3 0,-5 11 0 0,5-11-9 15,-10 10-8-15,4-4-14 0,-3 0-20 16,9-6-25-16,-14 10-28 0,7-7-31 0,7-3-37 0,-11 8-133 15,11-8-325-15,-14 1 145 0</inkml:trace>
  <inkml:trace contextRef="#ctx0" brushRef="#br0" timeOffset="120830.06">21693 2474 210 0,'0'0'227'0,"8"-6"-25"15,-8 6-14-15,0 0-16 0,0 0-20 0,0 0-15 16,0 0-13-16,0 0-13 0,0 0-14 16,0 0-9-16,-15 17-12 0,10-6-2 0,1-3-8 15,-1 3-11-15,2-2-3 0,3 1-6 0,-1 1-7 16,-3-1-4-16,8 1-2 0,-4 1-3 16,4-1 0-16,-2-2-4 0,3 2-10 0,0-1 6 0,-1 0-3 15,1-2-1-15,2 2 0 0,-1-1-5 0,-1-1-4 16,0 0 4-16,-2-2-4 0,1 1 2 0,-2-1-5 15,2 1 4-15,-3-2 0 0,-1-5 1 0,2 12 0 16,-1-6-1-16,-1-6 0 0,-5 13 6 0,-4-5-5 16,3-1 0-16,-5 0-4 0,-4 2-18 0,1-1-16 15,-3 0-24-15,1-2-26 0,-1 2-33 0,5-5-46 16,0 1-49-16,-1-1-111 0,3-2-342 0,-3-1 152 16</inkml:trace>
  <inkml:trace contextRef="#ctx0" brushRef="#br0" timeOffset="121134.04">22045 2465 76 0,'9'-5'184'0,"-9"5"-12"16,16-4-16-16,-16 4-24 0,13-4-11 0,-13 4-20 15,10-3-24-15,-10 3-36 0,0 0-8 16,0 0-14-16,0 0-9 0,16 13-17 0,-15-7-13 15,-1-6-14-15,0 14-8 0,0-14-9 0,-7 19-2 16,2-10 2-16,-2 2 3 0,-1-4 6 0,3 2 5 16,-1-1 6-16,2-2 10 0,4-6 5 0,-9 11 15 15,9-11 3-15,-5 7 17 0,5-7 7 0,-4 7 9 16,4-7-6-16,0 0 19 0,0 0 3 0,-7 8 9 16,7-8 6-16,0 0-5 0,0 0 3 0,0 0-2 15,26 3-9-15,-14-6-5 0,2 0-11 16,6 0-22-16,2-1-29 0,7-4-41 0,-1 1-61 0,-7 4-78 15,-2-4-209-15,1 0 93 0</inkml:trace>
  <inkml:trace contextRef="#ctx0" brushRef="#br0" timeOffset="121364.43">22564 2242 225 0,'0'0'225'0,"0"0"-24"0,0 0-16 16,1-10-25-16,-1 10-19 0,0 0-16 0,0 0-8 16,0 0-2-16,0 0-7 0,5 33-11 0,-1-17-3 15,-4 1-11-15,0-1-5 0,0 0-5 0,0 1-11 16,0 3 0-16,0-2-9 0,-1 0 0 0,-1 3-6 16,4-3-15-16,-2-1-31 0,0-6-31 0,1 6-38 15,0 0-53-15,0-4-62 0,-1 0-140 0,2-3-349 16,-2-10 155-16</inkml:trace>
  <inkml:trace contextRef="#ctx0" brushRef="#br0" timeOffset="121678.84">22877 2420 28 0,'13'5'184'0,"-13"-5"-6"15,0 0-13-15,3 7-8 0,-3-7-22 0,0 0-8 16,9 10-7-16,-9-10-16 0,11 4-7 0,-2-1 1 16,2 0-11-16,0-2-2 0,7-1-9 0,0-1 0 15,1-2-7-15,1 1-7 0,0-1-1 0,-2-2-7 16,-5 2-3-16,1-3 0 0,-1 3 0 0,-3-1 3 16,1-2-3-16,-2 3 11 0,-1-4 4 0,-3 2-1 15,-5 5-4-15,9-8-7 0,-9 8-7 0,1-13-8 16,-1 13-4-16,-7-14-2 0,2 4-4 0,-3 4-3 15,-3-3-3-15,0 3-11 0,-2 1-8 0,-3 2-16 16,-6 1-17-16,2 5-24 0,0-2-29 0,-8 4-26 16,8-1-51-16,-1 3-74 0,-4 2-118 0,11-2-379 15,-3 1 169-15</inkml:trace>
  <inkml:trace contextRef="#ctx0" brushRef="#br0" timeOffset="122260.83">23265 2336 47 0,'0'0'217'0,"0"0"-18"0,0 0-12 0,0 0-6 16,12 5-6-16,-10-1-13 0,-2-4-10 0,4 8-13 16,-3-4-17-16,-1-4-13 0,2 13-9 0,-1-6-7 15,0-1-5-15,-1-6-6 0,0 11-7 0,0-11-7 16,2 12-9-16,-2-12-5 0,-2 9-4 0,2-9-10 15,0 0 2-15,0 9 1 0,0-9-4 0,0 0 3 16,0 0 5-16,-2 6-3 0,2-6 14 0,0 0-1 16,0 0-3-16,0 0-5 0,0 0-4 0,0 0-2 15,0 0-7-15,-11-17-6 0,11 17 3 0,0 0-1 16,-2-19-1-16,3 9 0 0,-1 10-8 0,5-31-10 16,2 16 9-16,7-7-5 0,0-1-4 15,0 3-1-15,4 0-7 0,-5 9-2 0,3-1 2 0,-3 2-5 16,-2 3-2-16,2 0-2 0,-3 3-5 15,1 1 3-15,-1 2-1 0,1 5 2 0,0-2-1 0,-2 5 2 16,2-1-4-16,-2 1-6 0,1 8 6 0,-1-2 6 16,-1 1-1-16,-3-2 3 0,0-2-1 15,-1-1 2-15,-1 1 0 0,-1 0-2 0,4 0 1 0,-4-3-2 16,-2-7 3-16,1 9 2 0,-1-9-2 16,0 0 3-16,1 12 2 0,-1-12 1 0,0 0 0 15,0 0 2-15,0 0-2 0,0 0 5 0,0 0-8 16,0 0 4-16,0 0-5 0,0 0-2 0,0 0-2 15,0 0-1-15,0 0 2 0,5-27-3 0,0 16 0 16,-1 1-1-16,0 0-2 0,4-6 2 0,-3 5-3 0,3 3 3 16,-2-3-1-16,2 2 7 0,-1 2-4 15,0 0 0-15,-2 2-4 0,-5 5 3 0,13-6-6 16,-13 6 7-16,0 0-5 0,14 3 1 0,-14-3 2 16,0 0-2-16,14 10 6 0,-8-3-5 0,-1 2-4 15,0 1 7-15,-1-2-12 0,-1 2-25 0,2 0-28 16,-5-10-41-16,2 23-35 0,5-13-58 0,-3 1-231 15,-4-11-467-15,5 19 206 0</inkml:trace>
  <inkml:trace contextRef="#ctx0" brushRef="#br0" timeOffset="122711.51">23936 2269 98 0,'0'0'246'0,"0"0"-13"0,7-7-24 16,-7 7-19-16,0 0-18 0,0 0-20 0,0 0-17 15,0 0-5-15,0 0 2 0,0 0-3 16,11 16-10-16,-11-16-9 0,3 16-11 0,-2-6-1 16,-1-3-11-16,0-1-9 0,0 4-10 0,0-10-5 15,0 14-7-15,0-14-1 0,0 10-5 0,0-10-3 16,1 6-4-16,-1-6-2 0,0 0-1 0,0 10 1 16,0-10-2-16,0 0 6 0,0 0 0 0,0 0 0 15,0 0-5-15,0 0-5 0,0 0-2 0,0 0 2 16,0 0-7-16,0 0-8 0,0 0-1 0,-10-32-8 15,10 21-5-15,0 11 0 0,5-29-8 0,-1 15 1 16,1-5-8-16,0 3 5 0,2-7-8 0,5-1 5 16,-1 0-15-16,0 0 10 0,2 3-2 0,-4 5 4 15,2 0 0-15,-2 1-2 0,0 2 3 0,-2 5-1 16,0-1 3-16,0 3 1 0,-4 0-2 16,3 2-3-16,-6 4-2 0,10-2 4 0,-10 2-3 0,10 8 1 15,-4 0 1-15,1 0 3 0,-1 4 4 0,1 0 6 16,-2-1 3-16,2 6 6 0,-1 2-2 0,-1-3 8 15,1 1 5-15,-2-1 0 0,1 2-1 0,2-1-1 16,-2 1 1-16,-3-1-1 0,3-6-6 0,0 4 4 16,-2-3-6-16,1-1-7 0,-2 0-23 0,1-3-31 15,-1 3-16-15,1-2-28 0,-3-9-35 0,0 0-35 16,4 16-32-16,-3-10-29 0,-1-6-178 0,0 0-435 16,0 0 193-16</inkml:trace>
  <inkml:trace contextRef="#ctx0" brushRef="#br0" timeOffset="122873.7">23918 2289 32 0,'0'0'224'0,"0"0"-11"0,0 0-12 0,0 0-13 16,0 0-15-16,41-8-20 0,-10-2-13 0,2 4-17 15,2-3-33-15,2 2-45 0,4 0-55 0,-3-3-87 16,-6 4-150-16,1-4-265 0,0-1 118 0</inkml:trace>
  <inkml:trace contextRef="#ctx0" brushRef="#br0" timeOffset="143546.04">26261 2125 95 0,'-4'-4'141'0,"-6"-3"-20"0,4 3-3 0,-1-1-4 16,-6 0 3-16,4-1-16 0,0 3-3 0,0-1-8 15,-2 0-4-15,4 2 1 0,7 2 4 0,-11-4-7 16,11 4-7-16,0 0-6 0,-14-4-14 0,14 4-3 16,0 0-6-16,0 0-12 0,0 0 2 15,0 0-5-15,0 0-3 0,0 0-4 0,0 0-6 0,46-8 4 16,-27 5-12-16,12 3-7 0,-4-5-13 15,3 5-11-15,-1-2-10 0,-8 2-13 0,-2 0-26 16,-1 0-24-16,1 0-17 0,-8 0-8 0,0 2-10 0,-11-2 6 16,18 2-70-16,-18-2-206 0,13 3 91 15</inkml:trace>
  <inkml:trace contextRef="#ctx0" brushRef="#br0" timeOffset="144162.94">26486 2065 91 0,'0'0'8'0,"0"0"14"15,0 0 2-15,0 0 9 0,0 0 8 0,-30-19 19 16,30 19-8-16,-12-5 11 0,4 1 12 0,8 4 10 15,-9-3 4-15,9 3 5 0,0 0-4 0,-13-6-8 16,13 6-12-16,0 0-5 0,-12 0-11 0,12 0-4 16,0 0-2-16,-11 13 17 0,5-5-1 0,-4 7-10 15,2 2 6-15,3-2-4 0,-3 2 0 16,3 0 3-16,-4 2-6 0,4 0 5 0,3 0-11 0,-5 7-1 16,5-9-6-16,-2 2-2 0,2-2-3 0,2-2-5 15,-3 2 1-15,3-1-8 0,0-16 1 16,-2 22 1-16,2-11-4 0,0-11-2 0,-3 19 0 15,3-19 0-15,0 13-1 0,0-13 0 0,-4 15-2 0,4-15-3 16,0 0-2-16,-2 13-3 0,2-13 4 0,0 0 1 16,0 0 1-16,-9 12-6 0,9-12 0 0,0 0-8 15,-14 2 0-15,14-2-2 0,0 0-7 16,-20-4 6-16,20 4 3 0,0 0-5 0,-22-4 7 16,13 1-6-16,9 3 3 0,-12-3 0 0,12 3 2 15,-9-4 0-15,9 4-2 0,0 0 1 0,0 0-1 16,-12-5 1-16,12 5 1 0,0 0 0 0,0 0-3 15,0 0 3-15,0 0-2 0,0 0 2 0,0 0-3 16,0 0-2-16,0 0 4 0,44-4 0 0,-23 2-14 16,0 1-6-16,8-3-16 0,-1-2-18 0,1 2-11 15,-2 2-15-15,2 1-19 0,-8 1-11 0,6-2-10 16,-6 0 6-16,0-1 3 0,0 0-3 0,-4-1 9 16,1 1 12-16,-7-1 9 0,5 3 11 0,-5-3 3 15,0 3 18-15,-11 1 13 0,18-8 29 0,-18 8 10 16,12-6 30-16,-12 6-9 0,11-13 15 0,-9 7 8 15,-2 6 20-15,7-12 13 0,-7 12 16 16,2-9 8-16,-2 9-6 0,4-9-2 0,-4 9 2 16,0 0-5-16,3-9-5 0,-3 9-15 0,0 0-7 0,0 0-15 15,0 0-5-15,0 0-1 0,0 0-11 16,0 0 0-16,0 0-4 0,0 0-3 0,2 29 2 16,-2-19 1-16,0-10-8 0,-2 23-1 0,2-12 3 15,0 1-4-15,-2-1-1 0,2-11-3 0,0 20 4 16,-1-8 0-16,1-1-4 0,0 2-12 0,0-3-14 15,1 2-15-15,-1-12-21 0,-3 17-34 0,3-5-29 16,0-12-28-16,-2 16-23 0,0-9-122 0,2-7-308 16,-9 10 137-16</inkml:trace>
  <inkml:trace contextRef="#ctx0" brushRef="#br0" timeOffset="144432.54">26697 2266 19 0,'0'0'163'0,"15"-1"-8"0,-15 1-9 16,0 0-12-16,29 13-5 0,-17-8-3 0,-3 4-1 15,2 1-10-15,1-1-11 0,-3 3-9 0,-3-2-8 16,4-2-13-16,-4 2-6 0,1 1-1 16,-3 0-5-16,2-1-8 0,-3 1-5 0,-3 0-2 15,0-2 0-15,0-9-4 0,-5 22 4 0,-3-9-2 16,-1 1-6-16,-11 4-1 0,-3-3-2 0,1 2-3 15,-7-3-1-15,0-2-7 0,1 2 1 0,3-3-8 16,-1 1-17-16,8-7-25 0,0 2-8 0,4-2-19 16,3-1-26-16,0-3-34 0,4 1-50 0,7-2-139 15,0 0-323-15,0 0 144 0</inkml:trace>
  <inkml:trace contextRef="#ctx0" brushRef="#br0" timeOffset="144635.76">27030 2379 26 0,'0'0'132'0,"15"-1"-14"16,-15 1-9-16,0 0-13 0,22-1-24 15,-22 1-29-15,18 1-26 0,-18-1-22 0,19 0-26 16,-19 0-25-16,15 1-32 0,-15-1-93 0,12 4 42 15</inkml:trace>
  <inkml:trace contextRef="#ctx0" brushRef="#br0" timeOffset="144784.79">27047 2443 87 0,'0'0'183'0,"0"0"-7"0,-7 3-14 15,7-3-10-15,0 0-17 0,0 0-14 16,0 0-13-16,0 0-8 0,0 0-7 0,0 0-13 0,0 0-6 15,39 0-14-15,-19-2-29 0,7-3-34 0,5 2-50 16,-3-3-65-16,0-1-114 0,0-1-250 16,1-1 110-16</inkml:trace>
  <inkml:trace contextRef="#ctx0" brushRef="#br0" timeOffset="146760.79">27719 2101 177 0,'4'-10'196'0,"1"2"-5"0,-3 0 2 16,0 4-14-16,-2 4-10 0,5-9-18 0,-5 9-18 15,5-7-14-15,-5 7-14 0,4-7-15 0,-4 7-11 16,0 0-9-16,0 0-11 0,0 0 1 0,0 0-6 16,-2 31-1-16,0-12-2 0,-3 0-6 0,-2 0-1 15,2-2-4-15,1 0-6 0,2 1 3 0,-2 0-4 16,1 2 1-16,1-4-3 0,-2 2-4 16,1 0-4-16,1-2 1 0,-1 0 4 0,1 0-10 0,-2-1-1 15,4-3-4-15,-1 0-14 0,-1 1-33 0,1-3-26 16,1-10-40-16,1 22-55 0,-1-12-42 0,-1 2-142 15,1-12-367-15,0 0 164 0</inkml:trace>
  <inkml:trace contextRef="#ctx0" brushRef="#br0" timeOffset="147070.76">27937 2170 189 0,'0'0'199'0,"0"0"-15"16,6-4-20-16,-6 4-22 0,0 0-15 0,0 0-7 16,0 0-17-16,0 0-14 0,0 0-7 0,0 0-4 15,12 18-7-15,-12-18-6 0,9 14-5 0,-5-8-8 16,5 3 7-16,-1-1-10 0,-2 1-2 0,0 0-5 16,1 1-5-16,2 0 2 0,-4-1 2 0,3-1-4 15,-3-1-1-15,2 1-6 0,0-1-1 0,-1 1 1 16,1 0-6-16,-2-3-3 0,-5-5 1 15,6 11-2-15,-1-5-4 0,-5-6 2 0,4 11 1 0,-4-11-10 16,2 9 3-16,-2-9-4 0,0 13-7 0,0-13-15 16,0 0-22-16,-11 12-18 0,11-12-11 0,-13 7-35 15,13-7-43-15,-16 3-39 0,16-3-115 0,0 0-320 16,-24-7 141-16</inkml:trace>
  <inkml:trace contextRef="#ctx0" brushRef="#br0" timeOffset="147218.79">28038 2110 52 0,'17'-12'163'0,"-1"5"-8"0,4-3-20 15,5-1-12-15,-4 5-11 0,3-3-13 0,3 5-18 16,-5-1-36-16,4 1-32 0,-4 3-59 0,-2-1-45 16,1 1-50-16,-4 2-151 0,-3-1 67 0</inkml:trace>
  <inkml:trace contextRef="#ctx0" brushRef="#br0" timeOffset="147750.34">28484 2247 5 0,'0'0'170'0,"0"12"-2"0,0-12-9 15,1 6-11-15,-1-6-7 0,0 0-9 0,0 0-14 16,2 13-4-16,-2-13-5 0,0 0-5 0,0 0 0 15,0 0-2-15,0 0 7 0,0 10 10 0,0-10 4 16,0 0 3-16,0 0-1 0,0 0-13 0,0 0-16 16,0 0-4-16,0 0-8 0,0 0-11 0,-18-22-21 15,18 22 10-15,-2-9-8 0,2 9-6 0,-3-10-9 16,3 10-4-16,1-13-10 0,2 3-11 0,0 0-2 16,4-1-5-16,0 0 0 0,4-2-5 0,0 2-1 15,-2 0-2-15,2 3-8 0,3 0 7 0,-3 1 4 16,-3 3-6-16,2 1 2 0,-5 0-7 0,4 2 2 15,-9 1 2-15,18 2-1 0,-8 2 1 0,-2 0-11 16,1 2 14-16,-2 1-6 0,-1 2 6 0,-1-4-6 16,-5-5 9-16,11 14 0 0,-8-9-2 0,0 3 4 15,-3-8-3-15,6 10 0 0,-6-10-2 16,4 8 3-16,-4-8-2 0,0 0 7 0,3 8 0 0,-3-8-5 16,0 0 11-16,0 0-6 0,0 0 2 15,7 4 0-15,-7-4-2 0,0 0-1 0,0 0-2 16,0 0-9-16,0 0 0 0,0 0 0 0,7-23 0 0,-7 23-3 15,7-14 0-15,-1 4 0 0,2 1 1 0,1 0-2 16,-2 0 1-16,1 0 1 0,-1 2 0 0,-5 1-3 16,-2 6 3-16,12-8 0 0,-12 8-1 15,10-6-1-15,-10 6 4 0,10-1-3 0,-10 1-2 16,0 0 8-16,19 5-6 0,-15 1 6 0,-4-6 2 16,7 13 1-16,-6-1-6 0,4-1 1 0,-5-11-23 15,1 24-20-15,-2-13-28 0,-2 5-41 0,3 0-63 16,3-2-208-16,-3-14-421 0,-5 19 186 0</inkml:trace>
  <inkml:trace contextRef="#ctx0" brushRef="#br0" timeOffset="148181.81">28972 2203 190 0,'0'0'239'0,"0"0"-24"0,0 0-20 15,0 0-20-15,0 0-10 0,0 0-4 0,0 0-9 16,0 0-15-16,0 0-12 0,0 0-8 0,2 24-12 16,-2-24-10-16,0 15-7 0,0-15-10 15,0 0-8-15,-4 15-4 0,4-15-4 0,0 0-6 16,-4 8-3-16,4-8 0 0,0 0 2 0,0 0 10 16,-2 9 6-16,2-9 6 0,0 0 8 0,0 0-3 15,0 0-10-15,0 0-2 0,0 0-12 0,0 0-11 16,0 0-4-16,0 0-6 0,0 0 2 0,-3-36-17 15,3 36 7-15,5-22-1 0,-1 11-10 0,0 0 1 16,5-5-3-16,2-7-9 0,-1 6 2 0,2-4-6 16,3-2 7-16,-3 6-4 0,4-4-7 0,-1 8 1 15,-3 1 0-15,4 0-5 0,-5 0 4 0,-1 5-5 16,-5 4-2-16,2-2 2 0,-1 4-1 0,-6 1-3 16,16 1 3-16,-10 1-6 0,2 4 9 15,-1-1-5-15,1 3 8 0,0 2 2 0,-1 0-5 16,0 3 7-16,-1-2 0 0,-1 4 1 0,0 0 1 15,0 1-2-15,-1-5 5 0,-1 2 1 0,1 2-14 0,-1 0 14 16,-1-2-11-16,0-2-25 0,1 6-38 0,-3 0-45 16,0-17-49-16,-4 23-42 0,-2-10-85 0,-6-2-160 15,-1 0-483-15,-3-3 214 0</inkml:trace>
  <inkml:trace contextRef="#ctx0" brushRef="#br0" timeOffset="148322.64">29021 2211 174 0,'18'-7'171'0,"2"2"-18"15,11-6-24-15,4 3-61 0,15-3-78 0,-12 3-105 16,-1-4-123-16,0 2 55 0</inkml:trace>
  <inkml:trace contextRef="#ctx0" brushRef="#br0" timeOffset="148478.37">29658 2087 2686 0,'0'0'104'0,"0"0"-56"0,16 0 0 16,-16 0 4-16,0 0 26 0,9 1 6 0,-9-1-3 0,0 0-10 15,0 0-17-15,0 0-1 0,14-1-11 0,-14 1-22 16,0 0-34-16,0 0-21 0,0 0-44 16,0 0-55-16,0 0-59 0,0 0-84 0,10 2-172 0,-10-2-485 15,0 0 215-15</inkml:trace>
  <inkml:trace contextRef="#ctx0" brushRef="#br0" timeOffset="152179.12">9027 3573 87 0,'-6'-3'192'15,"6"3"-6"-15,-8-4-5 0,8 4-3 0,0 0-6 16,-10-1-14-16,10 1-6 0,0 0-22 0,0 0-12 16,-6-2-19-16,6 2-9 0,0 0-10 0,0 0-8 15,0 0-6-15,0 0-7 0,0 0-4 0,0 0-7 16,0 0-3-16,37 3-3 0,-18-2-5 0,1 1-3 15,6-4-7-15,-7 4 1 0,3-1-16 16,-2-1-18-16,-7 0-25 0,4 0-29 0,2 0-32 16,-6 1-34-16,-1 0-31 0,0 0-24 0,-12-1-102 0,14 4-306 15,-14-4 135-15</inkml:trace>
  <inkml:trace contextRef="#ctx0" brushRef="#br0" timeOffset="152412.97">9030 3587 42 0,'-7'6'141'0,"1"4"2"15,0 4 17-15,-4 1-5 0,2 3-3 0,0 0-14 16,-1 7 17-16,4 3-20 0,-1-3-11 0,1 0-12 16,-1 0-10-16,1-1 8 0,0 2-11 0,2-2-9 15,-1-1-8-15,1-3-7 0,0-3-7 0,1 2-6 16,1-3-5-16,-2 1-5 0,2-2-9 0,1-2-1 15,-2-2-13-15,1 2-27 0,0-4-33 0,1-9-33 16,-1 20-54-16,1-20-49 0,-5 15-165 0,0-10-360 16,5-5 160-16</inkml:trace>
  <inkml:trace contextRef="#ctx0" brushRef="#br0" timeOffset="152734.67">8846 3953 79 0,'0'0'161'0,"16"-3"-9"0,-4 3-1 0,3-1-16 16,5-2-6-16,8 0-8 0,4 1-10 0,-4-5-12 15,0 5-12-15,4-2-9 0,-2 4-6 0,0 0 2 16,0-1-13-16,0-2-8 0,-3 2-3 16,-1-1-8-16,-5 1-5 0,-1 0 1 0,-1-3-6 0,-6 0 2 15,3 2-6-15,-6 0 3 0,2 0-4 0,-1-1 11 16,-2-1 2-16,-9 4 5 0,11-6 7 15,-11 6 5-15,9-3 3 0,-9 3-3 0,0 0-4 16,11-4-6-16,-11 4-8 0,0 0-7 0,0 0-7 16,0 0-4-16,0 0 0 0,11 7-2 0,-11-7-2 15,1 11-3-15,1 0 1 0,-2-11-1 0,-2 20-2 16,1-8 1-16,1 5-2 0,-2-6 5 0,0 0-6 0,1 6-19 16,0-5-24-16,1 1-36 0,-3-1-41 0,1-1-61 15,0 2-199-15,-2-3-400 0,2-1 176 0</inkml:trace>
  <inkml:trace contextRef="#ctx0" brushRef="#br0" timeOffset="153122.75">9533 4075 22 0,'0'0'232'0,"0"0"-8"0,0 0-8 0,16-12-7 16,-12 6-3-16,0 0-13 0,3-2-16 15,-1 0-18-15,-2-2-10 0,3 2-14 0,-1-2-10 16,3 1-16-16,1-6-8 0,1 2-18 0,2 0-7 16,-4 5-5-16,3 1-5 0,-1-1-15 0,0 1 0 0,0 3-10 15,1 0-6-15,-2 2-4 0,-10 2-3 16,20 3-8-16,-9 1 2 0,-2-1-2 0,2 4-3 16,-3 2-3-16,-1-1-11 0,1 2-16 0,-2 1-24 15,-2-1-26-15,4 5-30 0,-5-5-54 0,-1 1-39 16,3 1-206-16,-2-1-424 0,-2-2 188 0</inkml:trace>
  <inkml:trace contextRef="#ctx0" brushRef="#br0" timeOffset="153546.84">10101 3893 135 0,'-9'-6'221'0,"9"6"-14"0,-13-6-13 15,3 6-11-15,10 0-14 0,-22 3-10 0,9 2-10 16,-2 6-10-16,1-2-8 0,0 2-4 0,5 2-6 16,-3 0-7-16,2-4-11 0,1 4-11 0,3-2-5 15,1-1-8-15,1 3-7 0,3-2-11 0,1 0-3 16,0 0-3-16,1 0-6 0,4-2-6 0,0 0-4 16,0 0-3-16,1-4-8 0,-6-5-10 0,13 7-4 15,-2-3-9-15,-4-1-4 0,6-3-2 0,-13 0-4 16,21-5 1-16,-11-1-1 0,0-1 1 0,2-4-2 15,0-1 2-15,-4-2 3 0,-2-2-3 16,5-3 0-16,-4 2 4 0,4-9-2 0,-5 1-4 16,3-1 2-16,-3-3 2 0,1 0-2 0,-1 0 1 0,-2 3 0 15,3 0 3-15,-1-1 2 0,-1 8 1 0,-3 1 14 16,1 5 12-16,0 1 6 0,-1 1 5 0,-1 5-3 16,1-1-6-16,-2 7-6 0,3-9-10 15,-3 9-2-15,0 0-2 0,0 0-5 0,0 0 1 0,0 0 1 16,3 35-3-16,-7-12 2 0,-1 7-3 15,1 1 4-15,-1 1 1 0,1-1 0 0,2 2-1 16,-1 0-22-16,-1-1-28 0,3 1-43 0,2-1-67 0,3-3-67 16,1 2-222-16,2-5-478 0,2-2 212 0</inkml:trace>
  <inkml:trace contextRef="#ctx0" brushRef="#br0" timeOffset="153924.79">10943 3737 29 0,'2'-7'279'0,"0"2"-36"16,-2 5-29-16,0 0-18 0,0 0-12 0,0 0-6 16,7 26-7-16,-5-8-10 0,-2 2-12 0,1 8-17 15,1 1-7-15,-4-3-7 0,2 3-12 0,3-2-10 16,-1 1-7-16,-1-9-8 0,3 1-3 0,-2-2-7 15,1-1-4-15,1 2-7 0,0-4-7 0,0-1-3 16,1-7-4-16,-4 3-8 0,2-4-6 0,-1 4 3 16,0-7 4-16,-2-3 0 0,2 9-2 0,-2-9 5 15,4 5 11-15,-4-5 15 0,0 0-3 0,0 0-6 16,13-16-6-16,-5 5-4 0,-2-5-8 0,3-1-5 16,5-10-1-16,-1 1-4 0,1-4-6 0,1 2 1 15,2-2-7-15,-1 1-1 0,5-16-3 0,-3 12-17 16,-3 6 11-16,2 2-10 0,-5 0-13 0,0 10-5 15,-2 0-12-15,-3 4-20 0,-1 2-28 0,-1 3-33 16,2 1-27-16,-3 5-23 0,-4 0-34 0,13 2-8 16,-4 3-36-16,-1 4-192 0,-4 2-468 0,3 3 207 15</inkml:trace>
  <inkml:trace contextRef="#ctx0" brushRef="#br0" timeOffset="154385.1">11665 3963 29 0,'0'0'221'0,"0"0"-4"0,-32-6-4 0,21 8-4 15,0 2-10-15,-6-1-12 0,1 6-11 0,1 1-10 16,-2 3-7-16,-7 5-7 0,1 0-1 0,2 0-13 16,5-4-23-16,3 2 2 0,-1-2-19 0,5 1-7 15,-2-2-2-15,3-3-12 0,0 6-6 0,6-4-7 16,0-1-4-16,2 0-7 0,0 1-1 0,2-5-16 15,0 1 11-15,1 1-6 0,2-1-3 16,1-2-6-16,2 1-1 0,-3-2-2 0,4-2-3 16,0 1-1-16,1-1 2 0,-2-2-5 0,1 2-1 15,2-3-6-15,-11 0 3 0,18-4-2 0,-5 1-8 0,-3-1-6 16,2-2-7-16,-4 1 7 0,0-2-9 16,0-3-9-16,1 0 3 0,-4-1-3 0,0 0 1 0,0 0-7 15,-1 0 4-15,1 1 0 0,0 0 2 0,-1 0-5 16,1 1 6-16,0 0 2 0,1 2 1 15,-2 1-1-15,-1 1 2 0,-3 5-3 0,12-8 2 16,-8 6-2-16,-4 2 2 0,11-3-3 0,-11 3 0 16,14 1 4-16,-6 3-1 0,-2 1 0 0,2 1 1 15,1 2-3-15,-3 0 7 0,1 3 0 0,-2-1-2 16,1-1 3-16,-1 3 4 0,-1-1 10 0,0 0 5 16,-3 3 1-16,1-3 4 0,-2 0-5 0,0 1 3 15,-2-1-2-15,2 1-8 0,-1-1-26 0,1 0-28 16,0-11-41-16,-4 19-58 0,4-11-65 0,0-8-242 15,-4 12-491-15,4-12 216 0</inkml:trace>
  <inkml:trace contextRef="#ctx0" brushRef="#br0" timeOffset="154732.75">12165 4021 195 0,'-7'0'220'0,"-4"0"-9"16,0 4-8-16,0 1-13 0,-7 2-11 0,3-1-11 16,-2 4-17-16,2 1-18 0,-3 0-11 0,5 2-13 15,1-3-7-15,3 2-13 0,2-2-10 0,3 1-8 16,-2 0-5-16,4 0-3 0,3 2-8 0,1-1-6 16,3-1-5-16,0 0-4 0,7 3-2 0,-1-1-5 15,4-1-1-15,-1 2-3 0,1-4-3 0,-2 1-3 16,3 0-3-16,-7-3-4 0,2 0 0 0,0-2-3 15,-2 1-2-15,-5-3 0 0,1-1-4 0,0 3 0 16,-1-1 1-16,-4-5 4 0,5 7-1 0,-5-7 8 16,0 0-3-16,-9 12 6 0,1-8-5 0,-3 0 3 15,-2 0 0-15,-5-3-4 0,0 3-2 0,-1-1 0 16,2 0-3-16,4-2-8 0,-3 1-22 0,5-1-28 16,0 0-36-16,11-1-53 0,-20 0-75 0,20 0-211 15,-14-1-456-15,14 1 202 0</inkml:trace>
  <inkml:trace contextRef="#ctx0" brushRef="#br0" timeOffset="154903.72">12567 4266 21 0,'7'0'347'0,"-7"0"-16"0,0 0 2 16,20 2 7-16,-20-2 2 0,9 0-13 0,-9 0-21 15,0 0-35-15,14 0-30 0,-14 0-31 0,0 0-24 16,0 0-35-16,8 3-67 0,-8-3-47 0,3 3-50 0,-3-3-60 15,0 0-64-15,0 0-85 0,0 13-87 0,0-13-161 16,0 0-505-16,-21 11 225 0</inkml:trace>
  <inkml:trace contextRef="#ctx0" brushRef="#br0" timeOffset="159602.51">13210 4930 55 0,'-9'-9'150'16,"4"6"2"-16,5 3 3 0,-7-8-3 0,7 8 3 15,-7-4-9-15,7 4-11 0,-4-2-13 0,4 2-10 16,0 0-14-16,0 0-9 0,0 0-11 0,0 0-11 16,-6-5-10-16,6 5-7 0,0 0-1 0,0 0-6 15,24 2-2-15,-8-1-5 0,6-2-10 0,-4-1-15 16,15 2-25-16,-3-3-20 0,3 2-21 0,-4-1-28 16,-1 0-27-16,-6 2-21 0,-1-3-12 0,-1 0-93 15,-2 1-253-15,-7 1 112 0</inkml:trace>
  <inkml:trace contextRef="#ctx0" brushRef="#br0" timeOffset="160186.68">13457 4839 5 0,'-9'5'84'16,"9"1"11"-16,-4 0 12 0,0 6 0 0,2 3 1 15,-2 3-5-15,0 1-9 0,1 6 0 0,-1 0-2 16,0 0-10-16,1-6 3 0,-2 1-8 0,3-1 1 15,0 0-11-15,-2-2-7 0,3 2-2 0,-1-3-7 16,2 1-1-16,-2-2-10 0,2-3 9 0,0 0-13 16,0-3 0-16,2 1-6 0,-2 0-12 0,0-3 10 15,0-7-4-15,0 12-5 0,0-12 1 0,-2 9-1 16,2-9-1-16,0 6 4 0,0-6 0 0,0 0 0 16,-6 6-15-16,6-6 8 0,-12 1-4 0,3-1-5 15,9 0 0-15,-15-1 0 0,3-1 1 0,1 1 2 16,0-2-4-16,2 2 2 0,2 0-2 0,7 1 1 15,-11-3 3-15,11 3-6 0,-10 0 1 0,10 0 0 16,0 0-4-16,-10-3 0 0,10 3-5 0,0 0 1 16,0 0 2-16,0 0 2 0,0 0-3 0,0 0 2 15,0 0 1-15,27 7-1 0,-7-7-1 0,0 1-3 16,7 2-17-16,2-4-17 0,3-1-13 0,1 2-23 16,-1-1-11-16,3 0-20 0,-5-2-5 0,1-1-6 15,-2 1 0-15,-2-1 3 0,-8 1 10 0,2 0 8 16,-2 0 10-16,-6 1 15 0,1-3 10 0,-1 0 22 15,-1 0 8-15,-3 0 24 0,-1-2 15 0,2 0 2 16,-1-1 17-16,-5 0 5 0,4 2 23 0,-5-3 6 16,4 2 10-16,-7 0 1 0,3 1 5 0,-1 0 8 15,-2 6 11-15,4-8 0 0,-4 8-9 0,0 0-11 16,2-9-11-16,-2 9-8 0,0 0-11 0,0 0 3 16,0 0-10-16,0 0-5 0,0 0 1 0,-2 26 4 15,0-13 4-15,0 0 2 0,-1 0-1 0,1 3-2 16,-3 0-3-16,1 2 1 0,-1-3-7 0,3-1 1 15,0 2-6-15,-2 1 0 0,3-2-4 0,-3 0-2 16,2-2-17-16,0-4-29 0,-3 2-34 0,4-2-17 16,1-9-23-16,-4 17-29 0,0-10-16 0,2-2-33 15,0 0-90-15,2-5-289 0,0 0 128 0</inkml:trace>
  <inkml:trace contextRef="#ctx0" brushRef="#br0" timeOffset="160434.6">13845 5142 131 0,'9'-4'135'0,"-2"2"4"15,4 2-9-15,0 1 2 0,0 3-3 0,-2 1-6 0,3 2-4 16,-3 0-13-16,-1 2 5 0,2 2-20 16,-3 0 0-16,-1 0-9 0,1 3-8 0,0-3-4 15,-7 0-5-15,4 2 0 0,-4-1 0 0,0 1-5 0,-4 4-4 16,-1-1-3-16,-4-1-2 0,1 2-2 0,-4-2-2 15,-10 5 3-15,-1-3-11 0,-4-1-8 0,0-1 0 16,0-3-8-16,1-2-25 0,-1 1-13 0,0-4-25 16,6-1-37-16,3-1-50 0,4-3-40 15,2 0-153-15,0-3-347 0,12 1 153 0</inkml:trace>
  <inkml:trace contextRef="#ctx0" brushRef="#br0" timeOffset="160615.72">14119 5210 202 0,'12'-1'195'0,"0"-2"-24"0,-1 1-16 16,6-1-15-16,-4 1-12 0,5 0-17 16,-4 2-18-16,4-1-33 0,-6 2-32 0,0 1-44 15,1-2-37-15,-3 2-33 0,1-1-19 0,-4 1-66 16,0 2-184-16,-3-1 81 0</inkml:trace>
  <inkml:trace contextRef="#ctx0" brushRef="#br0" timeOffset="160762.34">14180 5278 99 0,'0'0'146'0,"-9"3"1"0,9-3-13 0,0 0 0 16,-9 2-13-16,9-2-10 0,-4 3-12 0,4-3-12 15,0 0-4-15,0 0-8 0,0 0 3 0,13 9-32 0,0-9-42 16,5 0-28-16,2 0-48 0,8-4-45 0,9 0-76 15,2 0-207-15,13-4 92 0</inkml:trace>
  <inkml:trace contextRef="#ctx0" brushRef="#br0" timeOffset="161298.79">15237 4935 141 0,'0'0'240'0,"1"-7"-19"0,-1 7-15 0,0 0-23 0,7-5-17 16,-7 5-25-16,0 0-9 0,14 0-8 0,0 2-12 16,5-2-11-16,8 0-10 0,1 2-10 15,1-1-16-15,-2 1-27 0,-4-1-26 0,-5 0-25 16,4-1-30-16,-3 1-25 0,-5-1-19 0,-1 1-18 16,-2-1-12-16,-1 0-4 0,-2 0-3 0,-8 0 12 15,12 0 4-15,-12 0 8 0,0 0 10 0,0 0 11 0,0 0 17 16,0 0 8-16,0 0 20 0,0 0 5 15,0 0 16-15,-26-11 13 0,26 11 8 0,-9 0 15 16,9 0 3-16,0 0 4 0,-10 1-6 0,10-1 4 16,-9 7 21-16,4-4 5 0,1 5 17 0,-3 2-3 15,2 2 22-15,-2 2-3 0,2 6-4 0,0-4 2 16,-2 3 6-16,2-1-4 0,0 1-3 0,2 0-2 16,0 0-2-16,0 0-4 0,-1-2-7 0,3-1-6 15,1-1-7-15,-1-1-3 0,1 1-5 0,-2-5-4 16,1 0-3-16,1 0-6 0,-1-1 2 0,1-1-6 15,0-8 0-15,-3 13-5 0,1-7 2 0,2-6-3 16,-2 8-3-16,0-3 1 0,2-5-4 0,-8 6-3 16,8-6 0-16,-10 3-3 0,10-3-1 0,-10-1 1 15,10 1-1-15,-13-4-2 0,13 4 4 0,-9-4-6 16,9 4 1-16,0 0-4 0,-8-4 6 0,8 4-6 16,0 0-4-16,-7-4-2 0,7 4 1 0,0 0-3 15,0 0 1-15,0 0 1 0,0 0-1 0,0 0-1 16,0 0 3-16,28 4 0 0,-9 0 0 0,10-2-20 15,2 0-19-15,5-2-18 0,-2 2-19 0,7 0-21 16,-1-1-32-16,10-1-23 0,-12 0-15 0,-1 0-12 16,0-1 3-16,-4-2-94 0,-1 1-291 0,-4-3 130 15</inkml:trace>
  <inkml:trace contextRef="#ctx0" brushRef="#br0" timeOffset="161498.07">15933 5263 690 0,'12'-7'-35'0,"-4"1"29"0,-3-4 18 0,-3 1 22 16,-2 9 6-16,2-20 29 0,-2 10 23 0,-2 0 21 15,1 2 9-15,0-1 8 0,1 9 5 0,-3-11 7 16,3 11 0-16,-2-10-14 0,2 10-15 0,-3-7-18 15,3 7-9-15,0 0-12 0,0 0-7 0,0 0-8 16,0 0 3-16,0 0-1 0,-8 26 4 0,7-15 0 16,0 5-2-16,-2-4-9 0,6 4-4 15,-3-5-4-15,-3 7-2 0,2-1-4 0,2 1-1 0,-1-2-2 16,4 0-3-16,-3 1-5 0,1-2-3 0,-1-4-19 16,1-1-24-16,-2 0-18 0,0-10-26 0,2 12-40 15,-2-12-32-15,-2 11-36 0,2-11-24 0,-10 8-35 16,10-8-121-16,-10 3-376 0,10-3 167 0</inkml:trace>
  <inkml:trace contextRef="#ctx0" brushRef="#br0" timeOffset="161739.07">16001 5166 135 0,'17'-3'194'0,"1"0"-1"15,-6 3-9-15,0 1-4 0,3 4-5 0,1 1-12 16,-1 1-4-16,-1 3-5 0,0 0-8 0,-1 1-16 15,-3 0-7-15,-1 1 0 0,1 0-5 16,-3-3-12-16,-1 7-2 0,-4-4-7 0,2 4 6 0,-4-2-1 16,-1-2-3-16,-3 5-9 0,0-8-6 0,-3 6-2 15,-3-2-9-15,-2-2-10 0,-1 1-3 0,-3-3-9 16,-1 1-5-16,-3-3-16 0,4 2-24 0,0-3-27 16,0-2-34-16,2 1-37 0,1-1-50 0,4-2-55 15,9-2-51-15,-13 2-189 0,13-2-472 16,0 0 209-16</inkml:trace>
  <inkml:trace contextRef="#ctx0" brushRef="#br0" timeOffset="162046.49">16529 5196 238 0,'0'0'226'15,"0"0"-12"-15,2-7-11 0,-2 7-12 0,0 0-13 0,0 0-19 16,0 0-17-16,0 0-15 0,-21 2-11 0,21-2-10 15,-11 8-14-15,6-5-11 0,-1 3-5 0,1 0-10 16,0 0-3-16,1 2-9 0,1-1-3 0,1-1-5 16,-1 3-6-16,2-2-6 0,0 0-3 15,1 3 0-15,0-10 0 0,-2 13-6 0,2-5-5 16,0 2-3-16,2-1-1 0,-1 0-4 0,-1-1-1 0,0-8 2 16,0 12-3-16,1-5-2 0,-1-7-3 0,0 13 1 15,0-13-2-15,-1 9 3 0,0-3-4 0,1-6 2 16,-8 10 2-16,3-6-7 0,0 0-2 15,-4 0-5-15,-3 1-12 0,1-2-13 0,1 2-16 16,-2-3-22-16,2 1-20 0,-4-2-28 0,14-1-31 16,-15 1-23-16,4-1-171 0,11 0-373 0,-19-2 165 15</inkml:trace>
  <inkml:trace contextRef="#ctx0" brushRef="#br0" timeOffset="162425.64">16749 5234 45 0,'6'-2'216'16,"-6"2"-10"-16,0 0-11 0,0 0-20 0,0 0-18 16,0 0-16-16,0 0-12 0,0 0-14 0,0 0-8 15,0 0-8-15,-18 13-11 0,8-8-7 0,1-1-9 16,1 2-8-16,0 0-8 0,1 2-5 0,-1-3-1 15,3 2-9-15,3 2-4 0,-3 0 2 0,2 1-8 16,3 0-6-16,1-2 1 0,2 3 0 0,3-1-6 16,1 2-1-16,0-3-2 0,1 1 1 0,3 6-2 15,-3-7-6-15,0 1 2 0,1-2 1 0,0 1-3 16,-2 0 1-16,1-1-3 0,0 0 1 0,-3-3-1 16,-1 1 1-16,-2 0-4 0,-2-6-3 0,5 9 3 15,-5-9-2-15,0 8 0 0,0-8 1 0,-5 9-3 16,0-4 4-16,-6 0 1 0,0-1-2 0,-1 1 1 15,-5-1-4-15,-1 0-1 0,-1-2-7 0,0-1-7 16,1 0-25-16,3-1-22 0,2-1-34 0,0 0-42 16,3 0-55-16,-2-3-134 0,12 4-352 0,-14-7 156 15</inkml:trace>
  <inkml:trace contextRef="#ctx0" brushRef="#br0" timeOffset="162709.54">17480 4905 124 0,'2'-9'267'16,"-2"1"-14"-16,0 2-18 0,0 6-26 0,0 0-23 16,-6-8-18-16,6 8-5 0,-22 22 4 0,-2 2-6 15,-8 10 0-15,-3 7-8 0,1 1-17 0,3-4-6 16,3 5-16-16,6-12-6 0,0 9-5 0,7-8-5 15,3-1-10-15,3 3-13 0,2-2-6 0,5 0-4 16,4 0-2-16,1-6-6 0,3 2-9 0,7-3 0 16,-2-1-7-16,6-1-10 0,0-6-13 15,4 3-36-15,-1-2-23 0,3-2-32 0,1 0-43 0,-4-9-46 16,3 5-60-16,-2-3-45 0,-3-1-173 0,2-5-477 16,-1-3 210-16</inkml:trace>
  <inkml:trace contextRef="#ctx0" brushRef="#br0" timeOffset="163044.81">17973 5059 2521 0,'8'-17'56'0,"-1"0"-17"15,0 3 7-15,-3 3-3 0,1 2 18 0,-3 3 11 16,1-1 1-16,-3 7-3 0,2-7-4 0,-2 7-5 15,3-7-9-15,-3 7-5 0,0 0-11 0,0 0-2 16,0 0-1-16,0 0 2 0,1 25 7 0,-3-5 8 16,-2 5 0-16,-1 5 2 0,-3-3 5 0,3 3-1 15,-3-2 11-15,2 1 0 0,2-3 2 0,-2 4 1 16,1-3 0-16,1 0 1 0,1-6-15 0,-2 2 4 16,2-2-6-16,0-4-4 0,1 1-9 0,0 0 5 15,2-1-8-15,-4-6-7 0,3 0 3 0,0 0-3 16,-1-1-4-16,2-10-11 0,-2 16-25 0,2-11-39 15,0-5-29-15,-2 9-31 0,2-9-33 0,0 0-29 16,-1 9-33-16,1-9-27 0,0 0-37 0,0 0-59 16,0 0-170-16,0 0-536 0,0 0 237 0</inkml:trace>
  <inkml:trace contextRef="#ctx0" brushRef="#br0" timeOffset="163293.78">18405 5229 148 0,'0'0'217'0,"0"0"-13"0,0 0-2 0,0 0-9 16,10 2-11-16,-10-2-8 0,11 1 4 0,-3 0-7 15,3 1-10-15,2 1-8 0,2-3-13 0,3 3-8 16,-2 1-4-16,1-3-14 0,-3 3-11 0,0-3-6 16,-1 0-1-16,0 3-14 0,-1-3-3 0,-1-1-9 15,-11 0-5-15,12 2-2 0,-12-2-8 0,12 0-5 16,-12 0-2-16,0 0-4 0,0 0-9 0,11 1 0 15,-11-1-8-15,0 0-17 0,0 0-30 0,9-1-37 16,-9 1-45-16,0 0-65 0,0 0-64 0,0 0-250 16,0 0-519-16,0 0 230 0</inkml:trace>
  <inkml:trace contextRef="#ctx0" brushRef="#br0" timeOffset="165170.68">19186 4945 199 0,'0'0'246'16,"-1"-13"-6"-16,1 13-19 0,-3-11-7 0,3 11-10 16,0-7-19-16,0 7-22 0,0 0-10 0,0 0-30 15,0 0-13-15,0 0-12 0,0 0-12 0,0 0-11 16,0 0-5-16,0 0-8 0,5 29-5 0,-1-11-7 16,0 0-3-16,-2 2-4 0,5-1-3 0,-1 5-6 15,-2-6-4-15,1-1 0 0,-1-1-6 0,1 1 1 16,3 0 1-16,-2-3-3 0,-2-4-4 0,0 0 1 15,0-1-3-15,-2-4 8 0,1 2-8 0,1-2-2 16,-1 0 6-16,-3-5-4 0,3 7 10 0,-3-7 8 16,0 0 15-16,5 3-2 0,-5-3-2 0,0 0-4 15,0 0-3-15,13-9 4 0,-7 2-13 0,3-1-7 16,-2-2 1-16,2-5-3 0,1 3-2 0,0-4-3 16,0 0 1-16,2-2-1 0,-2 1 1 0,4-7-9 15,0 2-5-15,-4 5-13 0,4-9-4 0,-3 9-13 16,1-5-15-16,0 6-18 0,-5 2-9 0,0 2-15 15,-2 3-24-15,1 1-27 0,-3 3-42 0,1 0-18 16,-4 5-24-16,6-4 5 0,-6 4-4 0,0 0-113 16,0 0-357-16,3 16 158 0</inkml:trace>
  <inkml:trace contextRef="#ctx0" brushRef="#br0" timeOffset="165586.78">19649 5051 129 0,'0'0'189'16,"0"0"-6"-16,0 0-8 0,0 0-10 0,0 0-10 16,0 0-9-16,0 0-9 0,-21 10-4 0,15-6-7 15,-2 3-2-15,2 0-13 0,-6 2-6 16,4 1-8-16,1-1-10 0,-3 1-10 0,2 0-5 0,2 0-4 16,-1 0-3-16,2-1-8 0,2 1-5 0,-2 1-7 15,3-5 2-15,1 0-8 0,1-6-3 0,0 13-3 16,1-6-3-16,-1-7-2 0,5 9 0 0,-1-6-1 15,-1 4-2-15,-3-7-1 0,7 5-6 0,-2-3 4 16,-5-2 7-16,10 2-9 0,-10-2-3 0,14-3 1 16,-14 3-4-16,14-3-4 0,-7 0 8 0,-1 0-5 15,1-1-5-15,-1-1 2 0,0-1-1 0,3 0 6 16,-2-1-12-16,2-1-7 0,-2 1-1 0,2 0 2 16,0 1 2-16,-2 0-3 0,-1 2 2 0,0 0-4 15,-6 4-3-15,11-6-1 0,-8 4 3 16,-3 2-4-16,0 0 3 0,0 0-1 0,16 6 2 0,-12-3-3 15,-1 2 2-15,1 0-2 0,-1 3 4 0,-1 0-2 16,1-1 2-16,0 3 6 0,-2-1 0 0,0 1 6 16,2-3-6-16,-1 6 2 0,-1-6-5 0,-1 1-22 15,0 3-25-15,2-4-37 0,-2-7-46 16,0 0-30-16,0 17-26 0,1-12-20 0,-1-5-134 0,0 0-371 16,6 9 165-16</inkml:trace>
  <inkml:trace contextRef="#ctx0" brushRef="#br0" timeOffset="165906.9">20087 5131 76 0,'4'-4'219'0,"-3"-3"-3"16,-1 7-6-16,5-9-14 0,-5 9-13 0,3-5-19 0,-3 5-18 16,0 0-16-16,0 0-15 0,0 0-8 0,0 0-11 15,0 0-9-15,-23 12-11 0,14-3-3 0,-3-2-7 16,3 2-8-16,2-1-7 0,-1 4-2 15,0-5-7-15,3 3-1 0,0 1-4 0,1 0-3 16,3-2-4-16,0 1-2 0,2 1-4 0,1-5-2 16,1 2-3-16,2 3 1 0,3-2-3 0,-2-2-3 0,4 2-1 15,-2 1-1-15,-1-2 0 0,1-1-4 16,-1 1 4-16,-2 0-4 0,-1-2 1 0,1-1-2 16,-2-1 0-16,-3-4-2 0,3 9 2 0,-3-9-1 15,0 10 1-15,0-10 3 0,-2 10-1 0,-3-4 1 16,-2-1-2-16,-3 1 0 0,-3-1-12 0,0 1-16 15,-4 0-24-15,-3-4-29 0,0 3-36 0,1 0-38 16,-1-1-47-16,0-1-176 0,1-2-399 0,2-1 177 16</inkml:trace>
  <inkml:trace contextRef="#ctx0" brushRef="#br0" timeOffset="166178.99">19389 5400 144 0,'-9'3'205'16,"9"-3"0"-16,0 0 7 0,0 0-10 0,33 10-1 15,-1-9-13-15,5 0-8 0,13 2-11 0,5-3-8 16,-1 1-16-16,1 0-4 0,-4-3-6 0,1-1-19 16,-15 5-9-16,-2-4-4 0,-2 2-14 0,-1 0-5 15,-4-1-3-15,-6 2-6 0,-2-2-4 0,-2 2-6 16,-2-2-7-16,-7 1-5 0,-9 0-3 0,17-1-6 15,-17 1-3-15,11 0-4 0,-11 0-9 0,0 0-2 16,10 0-24-16,-10 0-25 0,5-3-29 0,-5 3-45 16,0 0-52-16,0 0-72 0,0 0-259 0,0 0-519 15,0 0 230-15</inkml:trace>
  <inkml:trace contextRef="#ctx0" brushRef="#br0" timeOffset="166739.43">19403 5838 177 0,'0'-7'240'0,"0"7"-4"0,1-13-12 16,1 8-20-16,-2 5-23 0,1-9-18 15,-1 9-18-15,0 0-12 0,0 0-24 0,0 0-9 16,20 12-8-16,-12-1-8 0,0 3-9 0,6 1-7 0,-7 2-3 16,1 2-5-16,1-2-3 0,-3-1-2 15,2 2-9-15,-1-1-2 0,-2-1-2 0,2-3-5 16,-2 0 1-16,1-2-2 0,-3 0 1 0,1-3-5 16,-1 1-2-16,-1-3 1 0,3 1-3 0,-5-7 6 15,3 7 8-15,-3-7 11 0,4 6 18 0,-4-6 8 0,0 0 8 16,4 3 11-16,-4-3-15 0,0 0-16 0,0 0-3 15,16-16-2-15,-8 6-6 0,0 0-7 0,1-3-5 16,1-2-8-16,-3 0-1 0,5-2-6 0,-3 0 0 16,2 0-10-16,2-5 12 0,1 0-10 15,-4 5-35-15,1-1-8 0,0 2-1 0,-1 2-3 0,-3 2-7 16,-2 3-15-16,1 1-14 0,-2 3-32 16,-1 0-36-16,-3 5-45 0,4-5-19 0,-4 5-17 0,0 0-17 15,0 0-6-15,0 0-177 0,5 15-445 0,-5-15 197 16</inkml:trace>
  <inkml:trace contextRef="#ctx0" brushRef="#br0" timeOffset="166984.87">19858 5954 132 0,'0'0'236'0,"5"-4"0"0,-5 4-6 16,0 0-1-16,5-8-11 0,-5 8-11 15,0 0-20-15,0 0-20 0,4-4-16 0,-4 4-23 0,0 0-14 16,0 0-12-16,0 0-11 0,0 0-5 15,0 0-5-15,-2 21-4 0,0-10-10 0,0 1-2 0,-2 2 3 16,0 3-1-16,3-5-8 0,-2 5-5 16,-1-2 1-16,1 1-11 0,0-3 1 0,2 0 3 15,0 3-10-15,-1-3-6 0,0-3-3 0,0-2-19 0,0 3-22 16,2-1-18-16,0-10-28 0,-4 10-22 0,3-2-26 16,1-8-33-16,-2 8-24 0,2-8-27 0,0 0-13 15,0 9-193-15,0-9-428 0,0 0 190 0</inkml:trace>
  <inkml:trace contextRef="#ctx0" brushRef="#br0" timeOffset="167193.9">19932 5856 56 0,'17'-7'184'0,"-6"1"-7"0,2 3-12 0,-3 0-11 15,1 0-6-15,-4 3-13 0,3 0-2 0,-2 3-1 0,2 1 0 16,2 2-4-16,-7-1-8 0,-1 0-8 0,0 6-13 15,0-3-3-15,-3 2-9 0,-2 1-3 0,-3 2-11 16,-1-2-3-16,-4 2-7 0,0 1 0 16,-3-2-19-16,1 0-17 0,-5-1-20 0,6-5-30 15,-5 6-41-15,2-3-35 0,1-5-49 0,2 1-212 0,-1-4-389 16,11-1 173-16</inkml:trace>
  <inkml:trace contextRef="#ctx0" brushRef="#br0" timeOffset="167530.71">20386 5310 1893 0,'12'-28'27'0,"-1"3"-5"0,-2 9-32 15,-1-2 20-15,-1 4-4 0,0 4 8 0,-2 0-2 16,0 3 5-16,1 0-1 0,-1 5 1 0,3 1 3 15,-8 1 2-15,17 5 9 0,-3 4 20 16,-2 6 5-16,6 7 6 0,-4 6-3 0,2 6 3 16,-1 12 3-16,-5 0-4 0,2 2-2 0,-7 1-2 0,-3 1 1 15,-2 0-4-15,2 0-4 0,-5-4 0 0,-2-1-5 16,-1-11-6-16,-2-1 3 0,-1 3-4 0,-3-3 1 16,-3-1-5-16,1 2-1 0,-4-3-2 15,2-1-2-15,-6-6-5 0,2 2 1 0,-2 1-2 0,-3-3-13 16,0-1-9-16,1-4-14 0,-1-2-17 0,1-1-27 15,6-7-33-15,-1 1-43 0,1-5-51 0,-1-1-60 16,-4-3-174-16,6-2-451 0,0-3 200 0</inkml:trace>
  <inkml:trace contextRef="#ctx0" brushRef="#br0" timeOffset="168013.45">21014 4921 83 0,'0'0'240'16,"-3"-7"-4"-16,3 7-10 0,0 0-11 0,-4-9-10 15,4 9-17-15,0 0-4 0,0 0-21 16,0 0-12-16,0 0-15 0,-1-8-13 0,1 8-16 16,0 0-13-16,0 0-11 0,15-1-7 0,-15 1-10 15,0 0-10-15,12 5-9 0,-12-5-3 0,9 8-6 0,-4-2-3 16,1 2-5-16,-3 1-4 0,0 0 6 15,0 1-11-15,0 2-1 0,-2-1 0 0,-2 0-5 16,-1 2 4-16,-2 3-1 0,-2-2 3 0,0-2 1 16,1-1 0-16,-3-1 12 0,-1-1 9 0,1 2 2 15,2-3 1-15,-1-1-10 0,1 0-2 0,1-2-1 16,5-5-2-16,-8 9-3 0,6-6-6 0,2-3 1 16,-4 7-7-16,4-7 3 0,0 0 0 0,15 5-1 15,13-3 1-15,11-2-6 0,22-3 4 0,32-5-19 16,4 4-32-16,-2-4-48 0,-2-2-59 0,-4-3-87 15,-29 4-285-15,1 0-554 0,3-6 246 0</inkml:trace>
  <inkml:trace contextRef="#ctx0" brushRef="#br0" timeOffset="197742.04">12624 6750 55 0,'-5'-8'139'0,"1"3"-7"0,-2-3 5 15,0 0-7-15,1 0 5 0,3 0 1 0,-2-2-7 16,2 0 2-16,-2 1-12 0,1 0 20 0,-2 1 7 16,3-2-1-16,-1 3-7 0,3 7-6 0,-2-10-4 15,-2 5-17-15,4 5-13 0,0 0-13 0,-2-9-13 16,2 9-9-16,0 0-7 0,0 0-4 0,0 0-8 15,0 0-8-15,11 23-2 0,-3-9 1 0,0 1-8 16,-2 4-2-16,3 5 3 0,1 1-7 0,-2 0 1 16,1 0-4-16,1 0-4 0,-4 0 3 0,3 0-3 15,-2-6-1-15,-3 0 1 0,2-2-3 0,0 0 1 16,1-1-2-16,-3-4 1 0,2 4-4 0,-2-5 1 16,2 0 1-16,-2-2-5 0,1-4 5 0,-1 1 0 15,-2-2 0-15,-2-4 4 0,3 7 0 0,-3-7-1 16,9 3 3-16,-9-3 1 0,0 0 2 0,13-13-4 15,-9 5-1-15,3-3 4 0,3-4 2 0,-2-3-2 0,5-6-2 16,-1 2-2-16,-1-5-1 0,3 0-3 16,-3 1-1-16,0 1 1 0,3-1 0 0,-3 0-4 15,2 1-2-15,-1 2-4 0,-6 4-5 0,3 5-7 16,-2 4-6-16,-4 1-13 0,-1 2-22 0,0 1-34 16,2 1-36-16,-4 5-31 0,0 0-3 0,0 0-5 0,0 0-10 15,0 0-23-15,0 0-14 0,-13 25-112 0,4-13-347 16,4 1 154-16</inkml:trace>
  <inkml:trace contextRef="#ctx0" brushRef="#br0" timeOffset="198159.02">13084 6825 108 0,'4'-3'204'0,"-4"3"-6"0,0 0-11 0,0 0-14 16,3-5-14-16,-3 5-17 0,0 0-15 0,0 0-9 0,0 0-9 15,0 0-10-15,-23 18-1 0,12-6-10 0,2 2-6 16,-5 2-1-16,-1 4-2 0,3-3 0 0,1-2-9 16,0-1-9-16,2 3-6 0,2-3-4 15,0 2-4-15,3-4-2 0,2-1-6 0,-6-2-5 16,8 1-4-16,-2-1 0 0,2 1-2 0,0-10-6 0,2 12 1 16,2-8-3-16,-4-4 0 0,0 7-2 15,0-7 4-15,4 5-3 0,-4-5 0 0,9 3-4 16,-9-3 0-16,0 0-2 0,15-8 4 0,-5 2-6 0,-4 2 0 15,1-3-4-15,1 0 0 0,2-2 3 16,-5 3-3-16,3-4 1 0,-1 1-8 0,0 3 1 0,2-5 2 16,-5 7-3-16,1 1 2 0,1-1-4 15,-6 4-3-15,5-7-2 0,-5 7-2 0,7-3 1 16,-7 3-2-16,0 0 4 0,11 5 0 0,-11-5 0 16,4 12 3-16,0-5-2 0,-4 3 1 0,4-1-4 0,-4 4 4 15,2-3 1-15,-2 0 0 0,2 5 5 0,-4-1-4 16,-2-4-14-16,2 3-17 0,2-1-23 0,-2-1-27 15,2 1-24-15,-2-2-30 0,2-1-36 0,0-2-30 16,2 0-133-16,-2-7-364 0,2 12 161 16</inkml:trace>
  <inkml:trace contextRef="#ctx0" brushRef="#br0" timeOffset="198478.43">13390 6945 136 0,'0'0'203'0,"-1"-13"-18"0,1 13-17 0,0 0-17 16,0 0-15-16,-9-5-17 0,9 5-10 0,0 0-10 15,0 0-12-15,-11 15-6 0,7-8-7 0,1 1-5 16,-1 4-9-16,2-3-7 0,-2 1-5 0,4 1-5 16,-4 1-5-16,8-2-4 0,-2 1-4 0,0 1-3 15,0-2 2-15,2 0-4 0,1 0-2 16,-1-1-3-16,0 1-2 0,-1 0 0 0,2-1-3 0,-3-3-2 15,2 1 0-15,-1-1-2 0,-1-1-1 0,2 1-4 16,-4-6 5-16,0 9 1 0,0-9 2 16,0 8 2-16,0-8 4 0,-2 8 0 0,2-8-1 0,-11 10-2 15,6-7-2-15,-4 1-7 0,-4-1-8 0,-3 2-6 16,3-2-14-16,-6 1-20 0,2-1-17 0,3-2-18 16,3 1-23-16,4-2-31 0,-4 0-29 0,11 0-129 15,-13-2-311-15,13 2 138 0</inkml:trace>
  <inkml:trace contextRef="#ctx0" brushRef="#br0" timeOffset="198672.55">13865 6967 102 0,'10'-2'179'0,"1"1"-17"0,-1 1-14 16,2 0-12-16,1 0-18 0,-2 1-6 0,3-1-13 15,-1 4-18-15,2-3-31 0,-5 1-32 0,1 1-39 16,-1 1-26-16,-6 0-15 0,1 2-11 0,-3 0-21 16,-2-6-58-16,0 10-163 0,0-10 72 0</inkml:trace>
  <inkml:trace contextRef="#ctx0" brushRef="#br0" timeOffset="198799.47">13935 7057 34 0,'0'0'92'0,"-12"2"2"0,6-1 9 15,6-1-2-15,-8 4 7 0,8-4-1 0,-8 1-1 16,8-1-5-16,0 0-3 0,0 0-12 0,-7 4-4 15,7-4-8-15,0 0-4 0,0 0-7 16,0 0-8-16,29 4-9 0,-12-4-29 0,5-4-35 0,5 3-43 16,2-3-49-16,0-1-98 0,2 1-226 0,1-4 100 15</inkml:trace>
  <inkml:trace contextRef="#ctx0" brushRef="#br0" timeOffset="199044.56">14755 6739 162 0,'0'0'264'0,"4"-6"-12"0,-4 6-16 0,0 0-21 15,6-5-26-15,-6 5-18 0,0 0-24 0,0 0-15 16,0 0-13-16,0 0-10 0,8 14-7 0,-8-2-6 16,0 2-4-16,0 1 1 0,0 11-3 0,-2-8 1 15,0 2-6-15,2 0-10 0,-5 0-8 0,0 5-5 16,3-6-3-16,0 0-5 0,-2 0-5 0,-1 0-5 15,2-2-2-15,0-3-6 0,-3 4-23 0,4-5-21 16,0 1-27-16,-1 0-44 0,-1-2-59 0,2-2-74 16,-2 1-234-16,-1-1-483 0,-2-2 213 0</inkml:trace>
  <inkml:trace contextRef="#ctx0" brushRef="#br0" timeOffset="199243.74">15006 6965 268 0,'0'0'275'0,"7"-2"-15"0,-7 2-19 15,0 0-24-15,0 0-20 0,8-2-25 0,-8 2-17 16,0 0-20-16,0 0-12 0,0 0-30 0,0 0-24 16,0 0-24-16,0 0-42 0,0 0-52 0,0 0-59 15,8 12-48-15,-8-7-168 0,0-5-350 0,0 0 155 16</inkml:trace>
  <inkml:trace contextRef="#ctx0" brushRef="#br0" timeOffset="199455.45">15293 6785 62 0,'3'-7'289'0,"-1"3"-7"15,1 0-16-15,-3 4-19 0,0 0-30 0,6-7-25 16,-6 7-20-16,0 0-18 0,0 0-11 0,0 0-5 15,1 19-5-15,-3-6-12 0,-1 6-12 0,1 5-7 16,-3 1-7-16,1 0-13 0,0-1-7 16,0 1-4-16,-1-1-9 0,0 1-16 0,1-6-33 0,1 0-25 15,1 1-32-15,2 0-44 0,-3-2-52 0,4-1-54 16,-1-2-56-16,-2-1-141 0,2-2-423 0,-2-1 187 16</inkml:trace>
  <inkml:trace contextRef="#ctx0" brushRef="#br0" timeOffset="200406.77">14296 7433 36 0,'0'0'161'0,"-9"-8"-9"0,9 8 1 15,0 0-11-15,-6-3 1 0,6 3-13 0,0 0-12 16,0 0-6-16,-9-3-9 0,9 3-6 0,0 0-7 15,-7-4-9-15,7 4-3 0,0 0-5 0,0 0-5 16,-9 0 1-16,9 0-6 0,0 0-2 0,0 0-3 16,-10-1-3-16,10 1-1 0,0 0 1 0,0 0-2 15,-10-1-3-15,10 1-2 0,0 0 2 0,-7-2-4 16,7 2-1-16,0 0-5 0,0 0-2 0,-10-1 3 16,10 1 1-16,0 0-4 0,-10-1 1 0,10 1-6 15,0 0 21-15,-11-3-5 0,11 3-1 0,0 0 3 16,-9-1-5-16,9 1 0 0,0 0-4 0,-12-2-5 15,12 2 2-15,0 0-4 0,-9 0-1 0,9 0 1 16,0 0-3-16,0 0-2 0,-10-1-1 0,10 1-6 16,0 0 2-16,0 0-3 0,-10-2-2 0,10 2 0 15,0 0 2-15,0 0-2 0,0 0 2 0,-9 0-4 16,9 0 1-16,0 0-1 0,0 0 2 0,-9-3 9 16,9 3-3-16,0 0 1 0,0 0-1 0,0 0 0 15,0 0 1-15,-11 0-3 0,11 0 1 0,0 0 0 16,0 0 4-16,0 0-6 0,0 0-1 0,0 0 0 15,0 0 0-15,0 0-4 0,0 0 1 0,0 0-2 16,0 0 0-16,0 0 1 0,0 0-6 0,0 0 10 16,0 0-14-16,0 0 4 0,0 0-4 0,0 0-2 15,35 3 6-15,-18-3-5 0,3 0 5 0,11 0-6 16,3 0 0-16,4 0-2 0,0 0 7 0,14 0-7 16,0 0-3-16,-14 0 2 0,14 0 0 0,-12 0-4 15,-4 0 3-15,2 0 7 0,0 0-4 0,-2-3-3 0,0 2-1 16,-4 0 0-16,1-1 2 0,-3 2-4 0,-1 0 0 15,0 0 5-15,-6 0-4 0,-2 0 6 16,-2 0-9-16,-1-1 5 0,-7 1 0 0,0 0-3 0,-1-1 8 16,-3 1-8-16,-7 0-2 0,13-1 9 0,-13 1-6 15,13 0 0-15,-13 0 0 0,9-1 0 16,-9 1 0-16,0 0-2 0,0 0 6 0,9 0-5 0,-9 0-2 16,0 0 3-16,0 0-6 0,0 0 1 15,0 0-7-15,9 2-11 0,-9-2-12 0,0 0-8 0,0 0-18 16,0 0-10-16,0 0-18 0,0 0-26 0,0 0-30 15,0 0-16-15,0 0-25 0,0 0-26 0,0 0-35 16,0 0-216-16,0 0-501 0,-23 4 221 16</inkml:trace>
  <inkml:trace contextRef="#ctx0" brushRef="#br0" timeOffset="202180.74">15592 6837 138 0,'8'-2'167'16,"-8"2"-16"-16,11 0-11 0,-11 0-15 0,13 2-3 16,-5 1-2-16,-1 3-9 0,0-2-7 0,1 3-1 15,-1 3-3-15,-2 0-17 0,0 1-4 0,0 0-9 16,-3 0 17-16,2-1-24 0,-3 4-2 0,0-3-4 15,-3 5-5-15,-2-4-5 0,0 0-2 0,-1-1-4 16,-2-1-7-16,0-1 1 0,-1 0-4 16,-1-2-2-16,-1 0-4 0,1-3 4 0,0 1-6 0,1-1 0 15,1 0 3-15,-1-2 4 0,8-2 3 0,-12 3 7 16,9 1 2-16,3-4 3 0,-11 0 2 0,11 0 7 16,0 0-9-16,-8 3-4 0,8-3-2 0,0 0-7 15,0 0-3-15,-7 2-3 0,7-2-4 0,0 0-5 16,0 0 0-16,0 0-3 0,0 0-6 0,0 0 4 15,0 0-3-15,0 0 1 0,21 14-9 0,-9-11-18 16,4 3-19-16,0-1-21 0,1 1-24 0,1 0-35 16,1-1-41-16,-1 3-36 0,1-2-187 0,-9-3-411 15,2 2 182-15</inkml:trace>
  <inkml:trace contextRef="#ctx0" brushRef="#br0" timeOffset="202424.96">14984 7409 190 0,'0'0'192'0,"0"0"-11"0,0 0-8 16,0 0-12-16,27 1-14 0,-9-2-17 0,2 1-11 15,8 0-12-15,0-3-10 0,3 2-13 0,3 1-13 16,1-1-26-16,-2 0-29 0,5 0-48 0,2-1-50 16,10-1-48-16,-12 2-116 0,1-2-265 0,-1 2 119 15</inkml:trace>
  <inkml:trace contextRef="#ctx0" brushRef="#br0" timeOffset="202859.58">16082 6977 163 0,'0'0'219'0,"-3"-7"-20"0,3 7-17 15,0 0-14-15,0 0-16 0,0 0-9 0,0 0-7 16,0 0-4-16,10 23-14 0,-1-6-9 0,-2-3-7 15,0 2-8-15,0 1-7 0,2 1-10 16,-4 0-2-16,1 1 3 0,-1 0-7 0,2-3-3 0,-2 2-3 0,0-2-3 16,0-4-5-16,-2-2-7 0,0 1 1 15,0-2-5-15,0-3-5 0,-1 1 0 0,3-1 0 16,-5-6 6-16,3 10 9 0,-3-10 9 0,1 6 15 16,-1-6 18-16,2 6 18 0,-2-6-7 0,0 0-3 0,0 0-17 15,0 0-17-15,17-12 2 0,-8 2-6 0,3-3-9 16,-2 2-11-16,2-4 2 0,1-2-8 15,8-6-2-15,-6 1-10 0,3 0 10 0,-1 0-29 16,1 0 2-16,-6 0 5 0,5 3-10 0,-7 1-4 16,4 4-4-16,-4 0-1 0,-2 4-9 0,1 2-1 0,-4-2-10 15,0 5-8-15,-1 0-18 0,0-1-19 16,0 1-25-16,-4 5-35 0,4-7-32 0,-4 7-20 16,0 0-8-16,0 0-24 0,0 0-20 0,-11 23-44 15,-1-13-148-15,-4 4-458 0,1-1 203 0</inkml:trace>
  <inkml:trace contextRef="#ctx0" brushRef="#br0" timeOffset="203058.75">15406 7409 126 0,'0'0'261'0,"0"0"-16"0,19 6-19 0,4-6-15 15,14 0-20-15,19-1-18 0,9-2-19 0,31-1-15 16,-4-1-21-16,-27 3-37 0,32-5-33 0,-7 5-33 0,-28-3-38 16,1 0-39-16,4 0-37 0,-1-1-41 15,-3 1-138-15,-2 1-300 0,-5-5 133 0</inkml:trace>
  <inkml:trace contextRef="#ctx0" brushRef="#br0" timeOffset="203166.09">16819 7327 29 0,'9'1'102'15,"-9"-1"-12"-15,0 0 4 0,0 0-35 16,0 0-33-16,0 0-35 0,0 0-57 0,0 0-70 0,0 0 31 16</inkml:trace>
  <inkml:trace contextRef="#ctx0" brushRef="#br0" timeOffset="204192.66">2962 8148 152 0,'0'0'174'0,"-3"-10"-16"0,3 10-12 0,0 0-21 16,0 0-1-16,-15 11-6 0,1 1 0 0,0 12-6 16,-7 5-2-16,-3 12-15 0,1 4-5 0,3 2-2 0,-1 5-9 15,3-2-3-15,2-6-8 0,4 2-4 16,3-12-7-16,4-1-5 0,-1-2-5 0,3 0-7 0,2-4-5 16,2 1 2-16,1-9-7 0,0 0-3 15,2-2 0-15,0-5-4 0,0 1 2 0,3-6-3 16,-2 2 5-16,2 0 3 0,-1-5 9 0,6 0 4 0,-1-3-1 15,8-3-2-15,-1-4 2 0,8-9-5 16,1-2-1-16,3-6-3 0,6-9-5 0,-10 6-3 16,-1-3 1-16,4-9-5 0,0-2 1 0,-6 1-5 15,-2-4 0-15,-1 0-1 0,-8 13-1 0,-1-5-1 16,3-10-5-16,-3 0 1 0,-4 11 0 0,-2-2-6 16,0 1-1-16,-5 1-5 0,-2-1 2 0,-1 3-1 0,-4 4-2 15,0 0-1-15,-2 5 3 0,0 7-2 0,-3 2 0 16,-1 3-3-16,-2 1-2 0,2 7 0 15,-6 0 2-15,-1 6-1 0,-10 6-3 0,0 3 2 16,-4 5 3-16,-9 9 2 0,3 3-5 0,3 3 3 16,10-8-1-16,1 1-1 0,4 2 4 0,6 1-2 0,5-3 1 15,7 1-4-15,4-6 5 0,8 6-6 16,3-1 1-16,6-1 5 0,3 6-4 0,7-9 1 16,1 1 0-16,12 5 0 0,-9-6 0 0,13 3 0 15,-12-7 0-15,0 2-1 0,0 2 3 0,-2-5 0 16,-2 4 0-16,-1-3 0 0,-7 2 3 0,0-2-3 15,-7-2 0-15,-4 0 0 0,3 0-1 0,-6 2-3 0,-3 0 2 16,-2 2-9-16,-4-2-14 0,-6-1-5 0,-2 2-18 16,-6-1-21-16,0 3-17 0,-3-4-25 15,2-5-20-15,2-1-31 0,0 0-163 0,-1-5-356 16,5 0 158-16</inkml:trace>
  <inkml:trace contextRef="#ctx0" brushRef="#br0" timeOffset="204432.68">3528 8360 151 0,'9'-2'176'0,"3"2"-5"0,-12 0-8 16,16 3 2-16,-7 4-3 0,-2-1-7 0,1 3-9 16,1 5-12-16,-2 3-9 0,-3 1-7 0,-2 0-9 15,1 1-5-15,-3-1-11 0,0-1-7 0,-1 1-10 16,-1-1-6-16,0-1-7 0,0-4-4 0,2-1-6 15,0-2-8-15,0 3-3 0,0-3-2 0,3-2-2 16,1 1-9-16,0 0-32 0,2-4-27 0,-1 2-49 16,-5-6-38-16,19 4-47 0,-3-4-46 0,-5-3-119 15,8 0-355-15,0-3 157 0</inkml:trace>
  <inkml:trace contextRef="#ctx0" brushRef="#br0" timeOffset="204569.65">3946 8526 44 0,'0'0'213'0,"0"0"-14"0,9-2-1 0,-9 2-5 16,0 0-10-16,0 0-13 0,0 0-19 0,10-3-14 16,-10 3-32-16,0 0-43 0,0 0-34 0,0 0-47 15,0 0-47-15,0 0-77 0,0 0-100 0,0 0-262 16,0 0 115-16</inkml:trace>
  <inkml:trace contextRef="#ctx0" brushRef="#br0" timeOffset="204730.34">3501 8958 236 0,'0'0'243'15,"0"0"-23"-15,0 0-22 0,0 0-21 0,0 0-21 16,30-7-10-16,-12 1-35 0,1 0-40 0,7-2-39 16,1-1-67-16,4-2-48 0,-2 3-62 0,-3-2-77 15,2 1-239-15,-7 2 106 0</inkml:trace>
  <inkml:trace contextRef="#ctx0" brushRef="#br0" timeOffset="-203774.11">7650 8257 102 0,'1'-8'154'0,"-1"8"-8"0,1-11 1 15,-1 11-26-15,-1-10-2 0,1 10 6 0,0-11-4 0,0 11-9 16,-1-14-8-16,2 8 7 0,-1 6-10 0,-1-14-7 16,-2 9-4-16,2-3-5 0,1 8-6 0,-1-16-7 15,-2 10-4-15,2-1-2 0,1 7-8 16,-5-13-4-16,2 5-4 0,-2-1-6 0,1 2-6 15,-2 0-2-15,1-1-2 0,-1 4-4 0,1-1-6 16,-1-1 1-16,0 3-6 0,-3-1 3 0,2 1-5 0,7 3-2 16,-20-3-6-16,7 3 0 0,0 2-4 0,-3 2 3 15,-2 3-2-15,0 2 1 0,-6 4 1 16,-1 4-7-16,0 2 4 0,-2-2 1 0,5 4 0 16,-2 1 0-16,1 0 0 0,-1 0-1 0,3 1 8 0,1 1-6 15,2 3-1-15,1-2 4 0,1-2-3 0,3 0-1 16,5 0-1-16,2-4-2 0,-1-2 0 0,5 8 2 15,1-8-1-15,2 0 0 0,0 2 1 16,7-4 0-16,-2 3 4 0,2-2-1 0,3-1-4 0,5-1 2 16,8 4-2-16,0-5 1 0,3 1 0 0,5-6-14 15,0 1-20-15,4-3-26 0,-2-2-26 0,2 1-29 16,0-4-23-16,-2 0-17 0,3 1-15 0,-2-4-14 16,1 1-119-16,-7 0-321 0,0-5 142 15</inkml:trace>
  <inkml:trace contextRef="#ctx0" brushRef="#br0" timeOffset="-203332.27">8048 8338 145 0,'0'-9'192'0,"0"9"-4"0,-1-10-12 16,-1 4-7-16,2 6-15 0,-7-7-10 0,7 7-10 15,-11-3-16-15,2 3-8 0,9 0-8 0,-21 7-10 16,7-1-6-16,-1 6-7 0,-7 6-1 0,0 0-7 15,2 4-5-15,1-4-2 0,5 3-11 16,1-4-2-16,3 0-4 0,3-2-7 0,0 3-3 0,3-7-6 16,1 3-3-16,1-3 1 0,2 0-2 0,2 0-3 15,1 0-3-15,-1-1-1 0,2-4 0 0,3 3-3 16,0-4-3-16,2 0 4 0,3-2 0 0,-1-2-1 16,1-1-5-16,2-1-1 0,-1-2 0 15,1-2-3-15,0-2 2 0,2-3 0 0,-3 0-3 0,2-4 3 16,-1 1-4-16,-3-2-1 0,0 2 1 0,-2-4-1 15,-1-1 1-15,1 3-1 0,-3-2 0 0,1 0 4 16,-4 2-5-16,1 0 2 0,0 3-1 0,-3 2 1 16,1 2 3-16,-1 1 1 0,-1 7 1 0,0-9-5 15,0 9-3-15,0 0-1 0,0 0-1 0,0 0-4 16,0 0 3-16,0 0 0 0,0 0-3 0,-4 24 3 16,0-7 3-16,2 2-4 0,-1 0 5 0,-2-1-1 15,4 3-3-15,-3-4 3 0,2 2 1 0,1 0 0 16,2 0-2-16,-2-2-1 0,2 2-9 0,2-4-24 15,-2-1-27-15,1 0-31 0,0-2-27 0,3-2-38 16,-1 0-27-16,1-1-26 0,0-3-132 0,-1-2-367 16,-4-4 163-16</inkml:trace>
  <inkml:trace contextRef="#ctx0" brushRef="#br0" timeOffset="-203110.88">8309 8213 49 0,'-1'-10'221'0,"-1"4"-23"0,2 6-16 0,0-10-23 16,0 10-12-16,0 0-5 0,0 0-2 0,0 0-8 15,-13 16 4-15,9 1-6 0,-1 2-9 0,-2 7-9 16,1 4-11-16,-2-2-10 0,4 2-8 0,-1 0-5 16,1 1-8-16,3-2-6 0,0 2-3 0,-1-2-12 15,2-3-30-15,-1 1-27 0,1 0-32 0,-1-7-35 16,2-1-43-16,2-2-37 0,-1 0-43 0,0-2-118 15,-1-4-341-15,3 0 151 0</inkml:trace>
  <inkml:trace contextRef="#ctx0" brushRef="#br0" timeOffset="-202271.23">8565 8361 215 0,'0'0'227'15,"-4"-8"-11"-15,-1 5-20 0,5 3-14 0,-12 0-4 16,12 0-7-16,-18 10-17 0,4 1-7 0,3 4-3 16,-7 3-11-16,8-1-12 0,-6 4-10 0,6-4-8 15,4-2-8-15,-1 4-8 0,3-3-8 16,2-1-11-16,1-3-7 0,3 2-7 0,-1-1-1 0,3-3-7 16,3 0-1-16,0-2-3 0,9 1-1 0,-2-1-3 15,5-6-6-15,0 2-2 0,2-4-6 0,-1 0-4 16,3-5-5-16,-4 2-4 0,2-6-5 0,-5 1 2 15,3-2 0-15,-2-2-1 0,4-4 0 0,-8 3-5 16,-4 3 5-16,2-5-6 0,-1-3 1 0,-2 4 1 16,-2-4-1-16,-2 1-1 0,1 3 0 0,-1 1 0 15,-3 3-3-15,2 0 1 0,-2 4 0 0,0-1-3 16,-1 7 0-16,1-9-4 0,-1 9 0 0,0 0 0 16,0 0 1-16,0 0 1 0,0 0-3 0,-12 30 2 15,7-14 2-15,-1-1 4 0,3 1-1 0,0 1-2 16,2 0 1-16,-1-1 11 0,2-5-9 0,4 1 1 15,-1-1-1-15,1-1 1 0,1 0 2 16,1-1 2-16,3-1-3 0,1 0 4 0,-1-4-3 0,3 0 4 16,-2-2 0-16,4-3-3 0,-1 0 3 0,0-1-3 15,3-4 2-15,1 0 2 0,-2-1-5 0,-1-5 5 16,2 3-3-16,-7-1 3 0,2-2-2 0,1-1-1 16,-2-2 3-16,0 0-5 0,-2 2 1 0,-1-4-2 15,0 1-1-15,-2 0 5 0,1 1-5 0,-3 5 9 16,1 1-1-16,-2 1 3 0,-1 1-2 0,-1 7-1 15,3-9-3-15,-3 9-4 0,3-6-1 0,-3 6 2 16,0 0-2-16,0 0 0 0,0 0-1 0,0 0-1 16,-6 34 1-16,1-19 2 0,4 1-1 0,-2 1-3 15,2-2 3-15,1 1 1 0,0-3 1 0,0-2-4 16,1 1 4-16,2-1-3 0,1-1 5 0,0 1-2 16,1-2 2-16,1-1 2 0,2-1-2 0,-2-3 3 15,3 0-1-15,0 0 2 0,3-2 0 0,-1-2-3 16,3-2 2-16,-2 0 1 0,1-1-4 0,3-4 3 15,1-1-4-15,-3-1 6 0,1-4-6 0,-1-1 3 16,-1 1-1-16,-2-3-3 0,4-6 0 0,-3 5 4 16,-1-6-2-16,-1-2 1 0,2 2-6 0,-2-4 2 15,-4 2-1-15,-1-2 0 0,3 1 0 0,-3-2 0 16,0 0 0-16,0 4 2 0,-4 3 0 0,1 5 6 16,-2 4 3-16,1 1 5 0,3 1 2 0,-4 3-2 15,0 7-8-15,0-8-1 0,0 8-5 0,0 0 1 16,0 0-3-16,0 0 1 0,-12 25 4 0,6-6-1 15,-3 6-1-15,0 5-2 0,-1-4-1 0,1 3 1 16,1-1 4-16,2 2-2 0,1-5-3 0,1 3 1 16,5-2 2-16,-4-6 1 0,3-1-3 0,2 0 2 15,-2-3 4-15,5 2-6 0,-1-1-2 0,1-2-27 16,1-3-28-16,4 1-33 0,-2-2-39 0,4 1-47 16,0-4-37-16,4 0-51 0,0 0-167 0,6-2-465 15,-1-3 206-15</inkml:trace>
  <inkml:trace contextRef="#ctx0" brushRef="#br0" timeOffset="-200747.25">9733 8409 21 0,'0'-12'198'0,"0"12"3"0,-4-12-13 0,3 7-11 16,-2-2-2-16,3 7-4 0,-4-10-10 0,2 5-5 0,2 5-9 15,-7-9-16-15,4 5-4 0,3 4-17 0,-7-7-10 16,7 7-12-16,-6-7-7 0,6 7-10 16,-7-3-6-16,7 3-5 0,0 0-10 0,-7-5-7 15,7 5-3-15,0 0-7 0,0 0-1 0,-7-3-3 16,7 3-7-16,0 0 2 0,0 0-3 0,0 0-5 0,0 0-1 15,0 0-1-15,0 0-2 0,0 0 1 0,0 0-4 16,-13 7 3-16,13-7-2 0,0 0-3 0,0 0 1 16,-3 2-3-16,3-2 1 0,0 0 2 15,0 0-4-15,0 0 1 0,0 0 0 0,-5 6-3 0,5-6 0 16,0 0 3-16,0 0-3 0,0 0 1 0,0 0-3 16,0 0 1-16,0 0 1 0,0 0-2 0,0 0 3 15,0 0-1-15,0 0-1 0,0 0-1 0,0 0 1 16,0 0-2-16,0 0 4 0,0 0-6 15,0 0 5-15,0 0-4 0,-3 7-1 0,3-7 3 16,0 0-3-16,0 0 4 0,0 0-2 0,0 0-1 0,0 0 1 16,0 0 2-16,0 0-1 0,0 0 1 0,0 0-1 15,0 0-1-15,0 0 3 0,0 0-2 16,0 0 0-16,0 0-1 0,0 0 3 0,0 0 0 16,0 0-2-16,0 0 3 0,0 0-4 0,0 0 0 0,0 0 6 15,0 0-5-15,0 0 3 0,0 0-1 0,0 0 1 16,0 0 0-16,0 0-4 0,0 0 5 0,0 0-3 15,0 0 0-15,0 0 3 0,0 0 0 0,0 0-1 16,0 0-2-16,0 0 2 0,0 0-2 0,0 0-1 16,0 0 2-16,0 0-1 0,0 0 1 0,0 0 0 15,0 0-2-15,0 0 3 0,0 0 0 0,0 0-3 16,0 0 2-16,0 0-2 0,-6 2 1 0,6-2-2 16,0 0 1-16,-9 3 3 0,9-3-5 15,-9 2 2-15,9-2 0 0,-10 4-2 0,3 1 4 0,1-3-1 16,-2 3-1-16,-2 1 2 0,0 0-2 0,1-2-2 15,-3 3 1-15,3 2-1 0,0 1 2 16,0-1-1-16,2-1 1 0,-1 0-1 0,-1 1 1 16,1 2-2-16,-1 4 1 0,2-7-1 0,2 4 1 0,-2-2 2 15,3 2-2-15,2-2 1 0,-1 2 3 0,2-1-2 16,0 0 0-16,2 0 3 0,2-2 0 0,-1 1 4 16,3-1-2-16,2-1 3 0,-1 1-2 0,0-3-1 15,3 1 3-15,1-2 0 0,2 0 3 0,-2 0 0 16,3-3 3-16,-1 0-7 0,-1-1 3 0,1-1-3 15,-2-1-3-15,4-1 4 0,-4-4 1 0,2 1-4 16,-1 0-1-16,-3-3 3 0,2 1-2 0,1-5-2 16,-2 2 0-16,2-3-1 0,-2-2 2 0,1 2-2 15,-2-1 1-15,-1-3-2 0,1 0 3 0,-3 3-5 16,0-1 4-16,-1-2-3 0,0 1-2 0,0 0 6 16,1 4 0-16,-3 2 12 0,-1 3-2 0,1 0 6 15,-2 7-3-15,2-10-5 0,-2 10-4 0,2-8-3 16,-2 8-3-16,0 0 0 0,0 0 2 0,0 0-3 15,0 0 4-15,-11 27-5 0,8-10 0 0,-1-1 3 16,-1 4-1-16,1 6-3 0,1-7 0 0,2-2 3 16,1 1-4-16,0 0 3 0,4-3 2 0,0-3 0 15,1-1 9-15,5 3-10 0,-4-3 4 0,3-3-1 16,4 0 4-16,-1-3-2 0,0-3 1 0,0 1 2 16,2-2-1-16,5-3 3 0,-2-2-2 0,1 0 5 15,-2-1-5-15,1-4 0 0,-1 0 6 0,-3-4-5 16,0 3 2-16,1-3 1 0,-6-3 1 0,1-3-4 15,0 0-1-15,0-5 5 0,-2-2-7 0,0-2 0 16,-2 0-1-16,-3 2-2 0,1-1 0 0,-1-1-2 16,2 2 0-16,-5 1-3 0,3 6 1 0,0-1 3 15,-2 4-4-15,1 4-2 0,-1 0 22 0,0 6-16 16,0-2-2-16,0 8-7 0,0-8-1 0,0 8 0 16,0 0 3-16,0 0-2 0,0 0 1 0,-12 32-1 15,5-7 5-15,-1 4-1 0,-1 2 3 0,0 4 0 0,-2 13 2 16,4-16 2-16,2 3 1 0,1-4 0 15,2-3 0-15,3 0 1 0,-1-3 0 0,3-5 3 16,1 5-5-16,-1-6 1 0,3-4 11 0,-1 1-8 16,2-5 1-16,1 0-1 0,-2-1 4 0,5-4 0 15,0 1 0-15,2-4-1 0,1 1 4 0,0-4-7 16,4-2 7-16,-4-1-6 0,2-3-2 0,1-1 2 16,2-3 0-16,-2-1-2 0,1 0-2 0,-3-1-2 15,3-9-6-15,-5 7 1 0,5-5-8 0,-8 2 1 16,-1 2-3-16,0-1 4 0,-3-2-4 0,1 0-2 0,-2 0-4 15,-1 2 6-15,-2-1 4 0,-1 9 3 0,-2-2-11 16,1 3 0-16,0 7 3 0,-6-11-1 16,6 11-4-16,-14 5 1 0,2 2 3 0,-3 2 5 15,-1 3-4-15,-6 4 1 0,2 3 1 0,9-4 2 16,-1 1 0-16,2 0-5 0,1 1 1 0,1-1-3 0,6 0-9 16,1-3-26-16,1 0-17 0,1-3-26 15,3 2-34-15,1-2-32 0,1 0-40 0,5-3-30 0,1 0-46 16,-3-3-141-16,5-3-447 0,-2 2 199 0</inkml:trace>
  <inkml:trace contextRef="#ctx0" brushRef="#br0" timeOffset="-200569.91">9954 8418 78 0,'-5'-4'159'0,"5"4"-16"0,0 0-22 0,0 0-11 0,19-10-33 16,1 9-19-16,14 1-23 0,15-3-25 16,9 0-28-16,2 1-32 0,4-3-71 0,-3 5-131 0,1-3 59 15</inkml:trace>
  <inkml:trace contextRef="#ctx0" brushRef="#br0" timeOffset="-200330.25">11062 8291 27 0,'5'-8'234'0,"-1"-1"-14"0,1-1 5 0,-1 2 3 16,-2 2 3-16,1 0-11 0,-3 6-10 0,1-9-14 16,-1 9-22-16,4-7-18 0,-4 7-19 0,0 0-12 15,0 0-10-15,0 0 4 0,0 0-1 0,-10 36 0 16,3-18-9-16,-4 9-12 0,2 2-7 0,-1-2-4 16,2 4-13-16,0-5-5 0,3 1-8 0,0-2-2 15,0 2-10-15,-1-2-7 0,4-6-1 0,0 0-3 16,1-2-15-16,-1-2-23 0,4-2-23 0,-4 0-24 15,1-3-28-15,0 1-38 0,-1 1-51 0,1-3-33 16,1-2-20-16,-2 0-20 0,2-7-17 0,-7 9-137 16,3-6-422-16,4-3 186 0</inkml:trace>
  <inkml:trace contextRef="#ctx0" brushRef="#br0" timeOffset="-199718.94">10998 8473 73 0,'14'-14'124'0,"-1"1"-9"15,1 2-11-15,3-2-1 0,0 0-3 0,0 1 1 16,7-3-5-16,-8 4-3 0,8-4 8 0,-8 3-6 16,1-1-4-16,0 4 7 0,-4-2 7 0,1 1-2 15,-1-3-3-15,-6 3-3 0,2 2-1 16,-3-3 12-16,1 3-1 0,-2-1-1 0,-1 2-3 0,0 1-2 16,-1 2-4-16,-3 4-2 0,5-8-9 0,-5 8-13 15,3-7-8-15,-3 7-8 0,0 0-8 0,0 0-2 16,0 21-2-16,-4-5-4 0,-3 9-1 0,-1-1-3 15,1 5-5-15,-2 4 3 0,2-3-6 0,-1 0-3 16,1 1-2-16,0-1-5 0,2-2-1 0,-3-2 3 16,1-1-6-16,3-5 2 0,1-2-1 0,-2-1-4 15,0-3 2-15,1-2-4 0,2-4 0 0,1 0-5 16,-1-2-4-16,2-6-1 0,0 8 0 0,0-8 2 16,0 0-3-16,0 0 1 0,3 8-6 0,-3-8 2 15,0 0-4-15,0 0 2 0,23-19-2 0,-9 6-1 16,-1 1 2-16,5 1 5 0,3-5-3 0,-2 5 1 15,-2-1 2-15,0 2 4 0,1 4-3 0,-6 2 2 16,0-1-5-16,2 5 6 0,-3-2-1 0,1 2 5 16,-1 2 3-16,0 0 4 0,-1 2 4 0,1-1-2 15,1 1 4-15,0 0 2 0,1 0 4 0,1-1 0 16,-1-1 2-16,5 0-6 0,0 1 6 0,1-3 2 16,0-3-2-16,3 0 0 0,6-2 0 0,-8 0 2 15,0-1-10-15,7-5-1 0,-10 4 6 0,-1-1-1 16,-2-2 5-16,-4 1-4 0,-2 1 4 0,3-2-6 15,-6 2 5-15,0-1 1 0,1-4 0 0,-2 2-6 16,-1 0-1-16,-1-3-9 0,1 4 1 0,-3-1-2 16,-3 1 0-16,3 0 1 0,0 10 0 0,-4-14-7 15,3 10 0-15,1 4-8 0,-11-6 0 0,11 6-1 0,-16 1 7 16,5 3-1-16,-4 4-3 0,-1 3 5 16,0 2-2-16,-1 2 1 0,5-2 0 0,0 3-5 15,2-2 2-15,3-4-12 0,0 2-19 0,3-3-16 16,3 2-13-16,0-2-14 0,2 1-19 0,4 0-28 15,0 0-31-15,1-1-34 0,3-3-38 0,3 0-42 16,1-2-200-16,0 1-504 0,-1-1 224 0</inkml:trace>
  <inkml:trace contextRef="#ctx0" brushRef="#br0" timeOffset="-197715.85">12410 8469 116 0,'0'0'143'0,"0"0"-7"0,0 0-14 16,5 24-9-16,-3-13 0 0,-2 0-9 0,0 5-1 16,-2-2-6-16,2 1-8 0,-1 0-9 0,1-3-5 0,0 1-8 15,-2-2-4-15,0 0-9 0,0-4 5 16,0 1-6-16,2-8-2 0,0 9 13 0,0-9 5 16,-1 9 13-16,1-9 10 0,0 0-12 0,-6 5-11 15,6-5 2-15,0 0-12 0,0 0-2 0,-12-17-4 16,10 9-11-16,0-4 0 0,0 2-7 0,2-6 1 15,2 0-5-15,0-4-8 0,2 2 3 0,1-1 0 16,2-6-6-16,2 1-2 0,4 3-4 0,-3 3-3 16,0 3-2-16,3 0-2 0,4 2-1 0,-1 3 0 0,-1 2-3 15,-4 4 1-15,1 2-6 0,-1 2 2 16,3 2 0-16,1 6 3 0,1 0-2 0,-3 5 1 16,0 2-1-16,-1 1 1 0,-3 2 1 0,2 6-1 15,0-7-1-15,-2 0 4 0,-4 1 1 0,1-1-3 0,-1-3 0 16,-2-2-1-16,-1-2-1 0,-2-1 1 0,2-3 9 15,0 1 6-15,-2-7 1 0,3 8 1 0,-3-8-1 16,0 0-1-16,0 0 1 0,0 0-3 0,0 0 3 16,0 0-5-16,0 0-2 0,0 0-2 0,-9-27 0 15,11 14-2-15,0 3 0 0,2-2-3 0,1-3 1 16,3-2-1-16,2-5-2 0,1 1-4 0,-2 2-4 16,2 3-3-16,2 2 3 0,2 1-5 0,-7 4-1 15,1 1-1-15,5 2-1 0,-5 1 3 0,4 3-3 16,-4 2-3-16,-9 0 6 0,16 7 0 0,-8 2-1 15,0 5 1-15,-2 2 5 0,-3 2-1 0,-1 3 4 16,0 3 2-16,0 0-2 0,-2-5-2 0,0-1 5 16,2 0 0-16,0-1-3 0,1-5 3 0,2-2 0 15,0 3 0-15,1-4 2 0,2 0-1 0,2-1 3 16,3-3-1-16,2 0 0 0,4-2-2 0,1-5 7 16,2 0-2-16,-1-2-3 0,-1-1 2 0,7-3 0 15,-7-1-2-15,-2 1 3 0,0-3-1 0,-2 1 1 16,-1-3 0-16,-1-2 3 0,-1 2-2 0,-3 1 0 15,-1-6 4-15,-1 3-6 0,-5-1 0 0,4 0 2 16,-3-1 0-16,-4 2-1 0,2-2-2 0,-2 6 2 16,0 0 5-16,0 4 4 0,0 7-5 0,0-11-4 15,0 11 0-15,-2-7 2 0,2 7-5 0,0 0-2 16,0 0 1-16,-14 18 6 0,10-7-6 0,-2 4-1 16,1 2-1-16,1 1 3 0,0-1-1 0,0 1-1 15,2 2-2-15,0-2 4 0,2 1 0 0,2-4 0 16,0 1-1-16,-2-3-22 0,5 1-19 0,-2-3-30 15,1 1-30-15,0-2-29 0,3-1-35 0,0 0-33 16,0-1-184-16,-1-4-412 0,1-1 183 0</inkml:trace>
  <inkml:trace contextRef="#ctx0" brushRef="#br0" timeOffset="-197554.65">13223 8185 22 0,'0'25'21'0,"9"-9"-19"0,-2 2-10 0,2 8-8 16,-1-1 4-16</inkml:trace>
  <inkml:trace contextRef="#ctx0" brushRef="#br0" timeOffset="-197323.91">13472 8647 98 0,'0'0'226'16,"0"0"-12"-16,0 0-15 0,9-15-14 0,-8 8-6 16,-1 1-6-16,4-3-10 0,0-1-21 0,-2-1-8 15,5-4-12-15,0-1-12 0,0 0-16 0,6-5-2 16,1 4-9-16,1-1-5 0,-1 3-8 0,-1 1-3 16,0 2-7-16,3 0-2 0,-3 4-7 0,-3 2-3 15,1 4-8-15,-2 1-4 0,-9 1-4 0,21 7 1 16,-13-1-7-16,2 3-2 0,-4 3 5 0,1 3-9 15,-3 1-3-15,1-2-1 0,-5 5-16 0,0-2-19 16,0 2-26-16,0-2-29 0,-3 2-38 0,-1-2-41 16,2-6-27-16,2 6-210 0,-5-3-422 0,3-1 187 15</inkml:trace>
  <inkml:trace contextRef="#ctx0" brushRef="#br0" timeOffset="-197095.07">13845 8450 142 0,'0'0'225'0,"1"-9"-21"15,-1 9-24-15,0 0-16 0,0 0-8 0,0 0-5 16,0 0-3-16,0 0-14 0,0 0-5 16,-6 34-12-16,6-16-11 0,-2-2-11 0,-2-6-8 15,2 7-8-15,1 0-8 0,-3 0-9 0,4-1-4 0,-2 1-7 16,0-6-22-16,2 2-38 0,-2-1-27 15,2 0-39-15,0-2-28 0,0 0-34 0,0 0-30 16,0-1-144-16,-2-2-336 0,2-7 149 0</inkml:trace>
  <inkml:trace contextRef="#ctx0" brushRef="#br0" timeOffset="-196933.19">13789 8249 36 0,'0'-8'74'0,"0"8"-16"16,0 0-21-16,0 0-15 0,0 0-18 0,18 18-16 15,-14-3-25-15,6 3-40 0,-6 1 19 0</inkml:trace>
  <inkml:trace contextRef="#ctx0" brushRef="#br0" timeOffset="-196505.04">14005 8695 129 0,'0'0'206'0,"0"0"-2"0,0 0-9 0,0 0 1 0,0 0-17 16,9-15-4-16,-9 15-7 0,0-11-10 0,2 2-20 15,0-1-5-15,0 2-12 0,0-3-11 0,-2-1-12 16,5-1-9-16,0-3-9 0,-1 4-4 16,1-2-7-16,4-1-7 0,-1 1-8 0,0 4-5 0,0 2-7 15,-3 4-6-15,3-2-6 0,0 3-3 0,-1 2-3 16,-7 1-3-16,17 6 0 0,-10-1-4 15,0 3 1-15,2 2-3 0,-3-1-2 0,0 1-1 0,-2 3-2 16,2-3 2-16,-2 2-1 0,-1-1-2 0,-3 0-3 16,4-4 1-16,-4 3 0 0,2-3 3 0,-2-7-4 15,-2 10-2-15,2-10 4 0,2 9-1 0,-2-9 2 16,0 0-4-16,0 0 0 0,0 0-6 0,0 0-4 16,0 0 1-16,0 0-6 0,0 0 2 0,0 0-6 15,-7-26 0-15,8 15-4 0,3 3 3 0,1-5-5 16,4-1-2-16,0 2-4 0,1-5 2 0,1 3 0 15,-3 3 3-15,3 3-1 0,-1 0 6 0,0 0 6 16,-1 0-5-16,1 5 2 0,1-1 2 0,1 1 0 16,-4 4-1-16,1 1 1 0,-2 2 1 0,1 1 0 15,2 3 1-15,-2-1 3 0,-3 4 1 0,-1 0-1 16,3 4 3-16,0-4-2 0,-3 4 1 0,-3-2 4 16,3 0-14-16,-4-3-26 0,2 3-27 0,1-2-18 15,0-1-49-15,-2 2-35 0,3-3-193 0,-4-9-391 16,5 14 174-16</inkml:trace>
  <inkml:trace contextRef="#ctx0" brushRef="#br0" timeOffset="-196164.76">14537 8529 105 0,'-3'-10'176'0,"3"10"-15"15,0 0-3-15,0 0-2 0,0 0 4 0,0 0-4 16,-14 17-10-16,10-6-10 0,2 0-6 0,-2 1-13 15,4 0-4-15,-3-1-7 0,3 0-5 0,0-1-12 16,3 3-5-16,-3-5-10 0,4 3-6 0,-2-3-5 0,4-2-2 16,1-1-13-16,1 1-1 0,-1-2-3 15,2-1 2-15,2-3-7 0,-2 0-2 0,-1-3-5 16,4-1-2-16,-3 1-5 0,0-4-2 0,1 2 3 16,-2-4-2-16,-2 3-7 0,-1-6-1 0,6-2-1 15,-6 7-1-15,1-5 4 0,-1 2 5 0,-3-2 4 0,2 3 0 16,-1 2 2-16,-1-1 2 0,-2 8 0 15,3-8-5-15,-3 8-2 0,0-7-5 0,0 7-6 16,0 0-2-16,2-7 0 0,-2 7-4 0,0 0 8 16,0 0-1-16,0 0-7 0,-2 32-2 0,-1-22-5 0,3 2-19 15,0 1-21-15,-5 1-35 0,4-1-53 16,1 0-46-16,0 2-66 0,-1-4-178 0,1 1-453 16,0-12 202-16</inkml:trace>
  <inkml:trace contextRef="#ctx0" brushRef="#br0" timeOffset="-195717.03">14832 8690 135 0,'1'-11'284'0,"-1"11"-13"0,1-8-4 0,-1 8-12 16,0-10-12-16,0 10-15 0,0-7-24 0,0 7-13 15,0-12-18-15,0 12-10 0,0-10-15 0,2 3-14 16,0 0-16-16,3-3-13 0,-1 1-8 15,0 1-14-15,1 0-9 0,0-2-9 0,4 4-12 16,-5 2-6-16,6-3 7 0,0 4-26 0,-5 0-2 0,6 3 0 16,-11 0-6-16,15 5-4 0,-6 0-2 0,-2 2-2 15,1 1 1-15,0 3 0 0,-3 0-3 16,-1 0 1-16,4 4-2 0,-5-3 2 0,-1 0-4 0,3-1 0 16,-4-2 0-16,2 1-3 0,-2-4 5 0,-1 1-2 15,0-7-5-15,0 10 17 0,0-10-13 0,0 7 2 16,0-7 3-16,0 0 3 0,2 7 0 0,-2-7-10 15,0 0 5-15,0 0 0 0,0 0-3 16,0 0-5-16,8-17 5 0,-5 10-3 0,1-2 4 0,-1-1-3 16,1 0 0-16,4 1-8 0,0-1 0 0,-3-1 7 15,3 2-3-15,4-5 0 0,-4 6 0 0,-3-2-5 16,4 3-1-16,-4 3 6 0,3-2-9 0,-3 4 2 16,-5 2 9-16,9-3-12 0,-9 3 3 0,11 5-2 15,-7 0 2-15,1 1 1 0,-1 2 3 0,1 0-3 16,1 2-11-16,-3 2-17 0,1-1-14 0,-3 1-32 15,4 3-37-15,-1-2-46 0,2 0-43 0,2-2-50 16,-4 1-206-16,2-2-500 0,3 0 221 0</inkml:trace>
  <inkml:trace contextRef="#ctx0" brushRef="#br0" timeOffset="-195348.3">15559 8560 82 0,'1'-13'289'0,"3"3"-13"16,-1-1-11-16,0 4-15 0,-1 2-7 0,-2 5-36 16,2-10-23-16,-2 10-18 0,0 0-19 0,0 0-11 15,0 0-13-15,0 0 0 0,18 18-4 0,-10-3-5 16,-3 1-6-16,3 2-6 0,-1 0-2 0,2 4-9 16,-1-4-1-16,0 0-2 0,-2 0-16 15,2-1-7-15,0-2-5 0,-1 1-4 0,-3-6-8 0,2 0-6 16,-1-4-3-16,-2 1 4 0,2-1-6 0,-3-1 0 0,-2-5 8 15,7 7 7-15,-7-7 8 0,6 1 1 16,-6-1 3-16,0 0-9 0,12-10 7 0,-8 5-16 16,2-4 0-16,2 0-8 0,-3-2-2 0,2-5-5 15,0 1 4-15,-1-2-4 0,1-2-10 0,-1 0-1 16,3-5 3-16,-1 0-10 0,1-2-7 0,1 2-12 16,0-1-16-16,-1-4-9 0,0 4-16 0,0 0-4 15,-4 9-6-15,0 2-11 0,-2 1-16 0,1 3-19 16,-2 1-25-16,1 3-30 0,-3 6-44 0,0 0-27 15,8-10-6-15,-5 8-14 0,-3 2-12 0,0 0-175 0,0 0-473 16,13 16 209-16</inkml:trace>
  <inkml:trace contextRef="#ctx0" brushRef="#br0" timeOffset="-194973.6">16165 8522 28 0,'0'-7'208'0,"0"7"0"0,0 0-1 0,-11-11-3 15,11 11-4-15,-12-3-11 0,1 1-8 16,1 2-9-16,-3 4-11 0,-6 0-11 0,3 3-7 0,-1 1-12 16,4 3-10-16,-3 1-2 0,0 1-15 0,2 0 0 15,0 2-14-15,3-2-12 0,-1-1 2 16,6-1-12-16,1 2-7 0,1-3-5 0,1 1-6 16,2-2-4-16,0 0-4 0,2 0-3 0,3 1-5 15,0-4 3-15,0-1-3 0,2-2-9 0,2 1 2 0,4-1-3 16,-1-3 0-16,-5 1-6 0,3-1-3 15,0-6 2-15,1 3-2 0,0-2-7 0,-1-1 6 16,0 1-4-16,-1-2 3 0,2 1 1 0,-3-4-5 16,0 1-4-16,-2 0-1 0,2 1 3 0,-2-1 0 15,-1 2-7-15,1 1 0 0,-3 1 0 0,-2 5 1 0,8-8-3 16,-8 8-7-16,5-6-1 0,-5 6 8 16,0 0-4-16,0 0 3 0,0 0-8 0,13 13 6 0,-8-6 3 15,-4 0-3-15,1 5 0 0,-1-2 3 0,1 2-2 16,3-2-15-16,-3 2-31 0,1 4-35 0,0-6-48 15,0 3-52-15,-1-4-55 0,2 1-231 0,-4-10-510 16,7 11 226-16</inkml:trace>
  <inkml:trace contextRef="#ctx0" brushRef="#br0" timeOffset="-194733.54">16350 8341 246 0,'1'-10'276'16,"1"4"-10"-16,-1 0-25 0,-1 6-25 0,2-10-23 16,-2 10-22-16,0 0-9 0,0 0 1 0,0 0-3 15,3 36-1-15,-2-7-11 0,-2 0-7 0,0 3-15 16,-2 1-4-16,3-4-8 0,-2 6-6 16,0-4-15-16,1-1-6 0,0 0-8 0,1 2-6 0,-2-6-13 15,1-2-42-15,1-5-24 0,1-1-34 0,-1 0-37 16,0-2-50-16,0-2-57 0,2-4-41 0,-1 0-236 15,-2-5-499-15,1-5 221 0</inkml:trace>
  <inkml:trace contextRef="#ctx0" brushRef="#br0" timeOffset="-194203.03">16519 8606 159 0,'6'-7'256'0,"-5"3"-4"0,-1 4-21 16,4-9-16-16,-4 9-23 0,0 0-13 0,0 0-5 15,0 0-5-15,0 0-3 0,0 0 5 0,3 25-29 16,-5-13-7-16,1 0-12 0,-1 0-11 0,0 1-7 16,4-2-12-16,-2 3-11 0,0-2-8 0,0 0-6 15,1-2-6-15,-1 2-4 0,4-4 3 0,-3 0-12 16,2-1-12-16,-2-2 1 0,-1-5-3 0,5 9-3 16,0-6 0-16,-5-3-7 0,13 2-3 0,-13-2-4 15,11-2-3-15,-3-1 0 0,1 0-8 0,-4-3 2 16,3-1-8-16,1 0-4 0,-2-3-2 0,-2 1 0 15,3-1 1-15,-1-1-3 0,-1 1 1 0,0 1 0 16,-1-3-6-16,1 3 2 0,0 2 0 0,-2 0 1 16,-2 2 0-16,-2 5 6 0,5-5-11 0,-5 5-2 15,0 0 6-15,0 0 0 0,0 0 9 0,0 0-1 16,11 13 1-16,-10-7 13 0,0 1-7 0,2 1 2 16,-1 0-3-16,4 2 5 0,0-2 4 0,1 0-3 15,5-2 6-15,-3-2-1 0,4 1 0 0,5-4-4 16,0 2-1-16,-1-3 0 0,4-3 0 0,-1 0 5 15,7-2-5-15,-10 1-1 0,3-4 1 0,-1 0-1 0,-2 1-4 16,-2-2 1-16,-1-1 0 0,0 0 6 0,-7 1 0 16,2-1 2-16,-4 0-5 0,1 0 1 15,-1-1-2-15,0 0 6 0,-3-2-8 0,-1 3 5 16,-1 0-6-16,-1-1 1 0,-1 2 1 0,0 3-1 0,2 6-1 16,-8-10-3-16,5 6-5 0,3 4 3 0,-17 0 2 15,17 0-2-15,-23 11-2 0,9-2 2 0,-4 4-4 16,4-2 5-16,2 4-3 0,2-1 1 0,5 0-4 15,1 1-19-15,-1-2-20 0,6 0-28 0,4 1-44 16,2-2-41-16,4 2-60 0,7-5-61 0,-1 2-205 16,11-2-522-16,4-2 232 0</inkml:trace>
  <inkml:trace contextRef="#ctx0" brushRef="#br0" timeOffset="-193585.66">17532 8539 196 0,'0'0'303'0,"4"-7"-25"16,-4 7-16-16,0 0-9 0,0 0-5 0,0 0 2 15,0 0-6-15,-9 22-20 0,5-12-10 0,-1-1-18 16,1 1-11-16,-1-1-20 0,1 2-11 0,2-1-11 16,2 0-11-16,0 2-19 0,1-1 9 15,2 1-7-15,3-5-10 0,2 2-1 0,1-1-5 0,2-3-9 16,3 3-3-16,4-3-12 0,-5-4 0 0,0 1-9 15,-1-4-7-15,1 1-5 0,6-2-3 0,-6 1-1 16,0-3-4-16,-4 0-18 0,-1-2-9 0,3 0-9 16,-3-3 13-16,-1 3-18 0,-1-5-8 0,-3 1-14 15,-1 0-11-15,0-6-1 0,-1 3 2 0,-1-2-7 16,-3 4 12-16,-2 0-7 0,-1 1 7 0,1 0-4 16,0 2 9-16,1 1-3 0,4 8 1 0,-7-13 5 15,7 13-3-15,-5-7 0 0,5 7 2 0,-6-7-3 16,6 7 1-16,0 0 5 0,0 0 1 0,0 0 10 15,0 0-7-15,0 0-1 0,30 1 7 0,-12 1-4 16,2-2-2-16,2 0-2 0,6-2 9 0,0 0-4 16,0-2 4-16,0-3 0 0,-3 3-1 0,-4-2-2 15,1-1 1-15,4-2-1 0,-10-3 3 0,1 2-2 16,-6-3 5-16,5 0-2 0,-6 1 2 0,-2-2-8 16,-1-2 3-16,2 2 14 0,-2-2-5 0,-4 0 0 15,0 6 0-15,0-2 2 0,-2 0 6 0,0 5 4 16,-1 0 6-16,0 7 14 0,1-12-14 0,-1 12-12 15,2-7 0-15,-2 7-10 0,0 0-5 0,0 0 14 16,0 0-8-16,-13 26 10 0,3-3 8 0,-3 6-10 16,1 6 12-16,-4 10 12 0,0 4 3 0,1-2 8 15,2 3 3-15,2-3-1 0,1 1-3 0,4-12-8 0,-3 8 2 16,6-11-2-16,0 1 3 0,2-3 2 0,-4 1-8 16,6-1 0-16,3-2-4 0,-2-1-2 15,2-2 3-15,1-1-6 0,-3-6-5 0,1 0 2 16,1-1-15-16,-1-1-28 0,-1-8-52 0,2 2-44 15,1-1-25-15,-3-3-44 0,-1-1-31 0,-1-6-28 16,0 0-53-16,4 11-66 0,-4-11-243 0,0 0-657 16,0 0 291-16</inkml:trace>
  <inkml:trace contextRef="#ctx0" brushRef="#br0" timeOffset="-193356.04">17959 8747 196 0,'0'0'234'0,"9"-6"-7"0,1 3 2 0,0 0-6 16,2 0 7-16,6 0-15 0,1-1-8 0,2 1-14 16,0 0-10-16,2 2-13 0,5-1-8 0,0-1-9 15,-10-1-10-15,3 1-8 0,0 1-12 16,-1-2-13-16,-6 3-11 0,2-3-4 0,-3 2-14 0,-1-1-1 16,-1 0-10-16,-1 2-2 0,-2 0-13 0,0-1-2 15,-8 2-23-15,9-4-27 0,-9 4-36 0,7-5-38 16,-7 5-49-16,0 0-62 0,1-7-74 0,-1 7-262 15,0 0-561-15,-19-11 249 0</inkml:trace>
  <inkml:trace contextRef="#ctx0" brushRef="#br0" timeOffset="-192378.28">18635 8397 51 0,'-2'-5'130'0,"2"5"-3"16,-7-11 6-16,2 7-6 0,0-2 8 0,5 6-6 15,-5-10 2-15,5 10 0 0,-7-6-6 0,5 2 2 16,2 4-5-16,0 0-11 0,-5-6-11 0,5 6-11 16,0 0-10-16,0 0-11 0,0 0-7 0,0 0-3 15,0 0-6-15,0 0-3 0,0 0-5 16,10 28 1-16,-5-13-5 0,1 3 0 0,-1 7-2 0,2 1 3 16,-2 1 3-16,3 1-1 0,-4-2 0 0,1-1-3 15,1 2 0-15,-1-2 0 0,0 2-1 0,1-9-8 16,-4 2-3-16,3-3 2 0,-2 1-4 15,0-2-4-15,1 0 0 0,-1-4-4 0,2 0 0 0,-2-4 0 16,0-1-3-16,0 0 10 0,1-4-9 0,-1 2-3 16,-3-5 9-16,4 9 12 0,-4-9 11 0,3 4 6 15,-3-4 5-15,0 0-4 0,0 0-4 0,0 0-1 16,10-15 0-16,-6 4-9 0,2 0-6 0,-1-6 0 16,3-1-5-16,-1-6 3 0,3 1-11 0,-3-1 3 15,0-1 5-15,2-1-12 0,0 1-1 0,0-2-2 16,-2 1-1-16,1 2-1 0,1-4-1 0,0 3-3 15,-4 6 3-15,-1 2-4 0,2-2 4 0,-1 5-2 16,-1 1-7-16,-3 4 1 0,3 0 9 0,-2 2-10 16,0 0 2-16,-2 7-3 0,3-9 1 0,-3 9-5 15,5-7-5-15,-5 7-8 0,0 0-9 0,1-7-8 16,-1 7 0-16,0 0-9 0,0 0-1 0,0 0-13 16,0 0-12-16,0 0-28 0,15 13-18 0,-11-9-32 15,0 2-32-15,3 2-33 0,-2 1-26 0,0 2-155 16,-2 0-427-16,3-4 190 0</inkml:trace>
  <inkml:trace contextRef="#ctx0" brushRef="#br0" timeOffset="-191206.2">18960 8642 88 0,'3'-7'212'0,"0"1"-6"0,1 2-10 0,-4 4-14 0,5-7-19 16,-5 7-15-16,0 0-19 0,4-4-7 0,-4 4-9 16,0 0 0-16,0 0 0 0,11 17-5 0,-8-9-2 15,1 3 1-15,-2 6-7 0,0 2-6 0,0-1-7 16,-1 6-7-16,1 2-5 0,-1-9-10 0,0 2-3 16,1-2 0-16,-1 1-14 0,0-2-7 0,0 1 1 15,-1 0-5-15,2-1-3 0,-1-1-2 0,1 1-2 16,-2-5-5-16,2 2-5 0,-2-3-23 0,0-1-24 15,0 0-22-15,0-2-31 0,0-7-34 0,0 13-25 16,0-7-31-16,0-6-13 0,1 7-26 0,-1-7-136 16,0 0-373-16,0 0 165 0</inkml:trace>
  <inkml:trace contextRef="#ctx0" brushRef="#br0" timeOffset="-190944.41">18971 8680 26 0,'7'-5'159'0,"5"1"-4"0,1 0 6 0,0 1-6 0,6 4-7 16,-1 1-15-16,-5 2 2 0,5 2-8 15,-2 0-5-15,1 6-5 0,-3-2 1 0,0 4-5 16,-4 2-3-16,-2 1-5 0,1-1-7 0,-4 2-2 16,-3-1-7-16,-2 0-9 0,-2 2-10 0,-1-3-1 0,-3 2-5 15,-3-1-6-15,0-1 1 0,-2 0-12 0,-1-1-1 16,-2-1-6-16,-6 3-4 0,3-5-1 15,0-2-11-15,1 0-12 0,0 0-14 0,0-2-21 16,-1-2-20-16,5 1-30 0,1-3-26 0,6 0-21 16,-3-2-41-16,3 0-33 0,5-2-155 0,0 0-378 0,0 0 168 15</inkml:trace>
  <inkml:trace contextRef="#ctx0" brushRef="#br0" timeOffset="-190616.72">19369 8754 148 0,'9'-8'198'0,"-2"0"0"0,1 1 2 16,-3 1 1-16,0 2-13 0,-5 4-9 0,7-6-20 16,-7 6-15-16,0 0-11 0,6-2-14 0,-6 2-4 15,0 0-8-15,0 0-3 0,-15 19-15 0,7-10-9 16,-1 1-11-16,-4 2-5 0,3 2-8 0,0 0-2 16,1 1-7-16,0-1-5 0,-1 1-5 15,5-4 0-15,-1-2-6 0,4 3-3 0,1-1-9 0,-1-2-6 16,4 3-1-16,0-3-3 0,2 1 1 0,1-1-2 15,1 0 2-15,2-1-3 0,0 0-3 0,-2 0 4 16,1-1-4-16,1 0 0 0,-1-3-1 0,-2 1 0 16,-1 0 0-16,0 0-2 0,-4-5-1 0,6 7 0 15,-3-3 2-15,-3-4 1 0,2 7 0 0,-2-7 0 16,0 0 0-16,-9 11 4 0,4-7-1 0,-1 1-2 16,-3-1-2-16,-5 1-6 0,2-2-9 0,1 3-14 15,-3-3-19-15,2-1-18 0,-2 1-22 0,0 0-31 16,1 1-29-16,2-4-43 0,0 4-192 0,3-4-413 15,8 0 182-15</inkml:trace>
  <inkml:trace contextRef="#ctx0" brushRef="#br0" timeOffset="-187834.64">19998 8874 193 0,'8'-7'243'0,"0"-5"-9"16,0 5 2-16,-1-2-13 0,4-5-16 16,-2 1-19-16,-2 4-7 0,2-3-12 0,-3 2-8 15,2-4-7-15,-3 2 1 0,2-2-26 0,0-2-11 0,-2 0-13 16,-2 2-7-16,2-2-12 0,-2-3-11 16,-3 0-9-16,-2 0-3 0,1 0-11 0,-1 2 0 15,-2-1-9-15,0 1 1 0,0 1-7 0,-5 0-3 16,0 3-7-16,0 3 1 0,-1 2-6 0,0 2-2 0,-3 2 0 15,-7-3-3-15,-1 5-2 0,2 4-2 16,-9 1-7-16,6 1 5 0,3 1-6 0,2 4-2 0,5-4 4 16,1 5 0-16,4-2-7 0,0-1 4 15,1 2 1-15,5 1-3 0,2-1 2 0,5 1 3 0,2-2-3 16,6 1 1-16,6-2 9 0,11 0-15 0,0-2 3 16,2-1 0-16,-1-4-2 0,1 3 4 0,1-6-4 15,-1 3 1-15,-5-3 0 0,0 1-4 0,-9-1-1 16,-2 2 7-16,-3-1-3 0,-1 0 1 0,-2 1-4 15,-1 1 3-15,-2 0-3 0,-8 0-4 0,11 0-3 16,-11 0 8-16,8 1-4 0,-3 3 5 0,-5-4-4 16,3 12 3-16,-1-6-1 0,0 4-2 0,-4-1-1 15,2 4 3-15,-1-2-3 0,-2 1 2 0,5 1 11 16,-4-3-10-16,4 2 2 0,-4 0 2 0,4 0-4 16,-1-2 6-16,3 0-3 0,-3 1-1 0,4-4-1 15,2-1 5-15,-1-2 0 0,-1 1 2 0,2-2 1 16,5 0 0-16,0-1-1 0,1-2-1 0,4 0 2 15,1 0-5-15,-1-3 7 0,1-1-4 0,-3-2 0 16,2 0 5-16,-2-2-3 0,0 2 2 0,0-4 2 16,-5 2-5-16,4-3-2 0,-3-2 3 0,3 1-4 15,-5-3 1-15,4 1-2 0,-5 0 0 0,-1-3-3 16,-1 0 1-16,-1 3-1 0,0-3 0 0,-3 2-2 16,0 6 1-16,0-1 2 0,-3 3-1 0,1 7-4 15,-3-15 6-15,3 15-7 0,-6-9 4 0,1 6-5 16,5 3 0-16,-17 4-1 0,2 2 3 0,-1 2-2 0,-6 7 2 15,0 2 1-15,1-1-2 0,5-3 3 16,4 0-2-16,1-1 3 0,2 5 0 0,1-3-2 16,4 1 1-16,3-5-7 0,1 2-8 0,1-2-12 15,4 1-14-15,3-2-5 0,5 3-20 0,5-2-13 16,0-4-10-16,2-2-8 0,10 1-7 0,-1-1-4 16,-1-5 10-16,3 1-4 0,-3-3 15 0,0-2 12 15,-6 2 4-15,3-3 10 0,-3 2 2 0,-3-2 13 16,0-1 11-16,-1 1 2 0,0-3 10 0,-4-1 7 0,4-2 17 15,-4 0 11-15,-4 1-2 0,3-2 1 16,-4-1 8-16,0 0 13 0,-4 4 10 0,0-2 0 0,-2 1-4 16,-2 0 0-16,0 1 6 0,-2 3-3 15,1 7-2-15,-8-13 0 0,2 9 5 0,-4 1 3 0,-2 3-2 16,-6 2 4-16,0 3-4 0,-2 2 1 0,2 2-5 16,1 0 1-16,1 1 0 0,2 1-1 15,1-1-6-15,4 2-1 0,1-3-4 0,1 1-1 0,0 0-2 16,5-1-4-16,1-2-1 0,1 3 0 0,0-10 0 15,3 13-1-15,1-8-1 0,4 3 0 16,1-5-1-16,0 0 0 0,1 1-1 0,2-3 0 0,-2 0-2 16,1-1-1-16,-1-1 0 0,1-2 5 0,-4 1-3 15,5-3-5-15,-2 0-1 0,1-1 0 0,-3 0 1 16,1 1 1-16,-2 2-3 0,-1-2-1 0,0 0 4 16,-1 0 0-16,-5 5 11 0,7-4-12 0,-7 4-3 15,6-4-2-15,-6 4-3 0,0 0-1 0,0 0 3 16,12 8-6-16,-10 2 5 0,1 1-2 0,-2 4 2 15,-2 3 0-15,1 7 8 0,-3 3 5 0,-1 0 9 16,1 2-4-16,-5-1 1 0,4-1 1 0,-4 1-3 16,3-2 4-16,-1 0-5 0,3-2 1 0,-3-1 2 15,2-4 1-15,3-4 2 0,-2 1-6 0,2-1 4 16,0-7-5-16,0 1 0 0,1-3-1 0,0-7-2 16,0 11 8-16,0-11 2 0,-2 8 21 0,2-8 18 15,0 0 17-15,0 0 3 0,0 0-11 0,0 0-9 16,0 0-9-16,22-18-5 0,-13 9 1 0,0-6-8 15,4-1-2-15,2-7-4 0,0 1-14 0,3-2-13 16,1 0-1-16,-2-1 4 0,2-2-23 0,2 1-15 16,-5 0-2-16,3-1-15 0,-1 2-4 0,0 1-12 0,-1 1-5 15,-2 0-4-15,-3 7-3 0,-2 0-7 16,0 2-5-16,-2 0 5 0,-1 4 3 0,-2 0 2 16,2 2 3-16,-2-1 7 0,0 1 3 0,-1 0 7 15,4-1 3-15,-5 3 6 0,3-2 2 0,-3 3 5 0,1-3 9 16,0 2 1-16,0-1 3 0,0 1 11 0,1 1 11 15,-5 5 5-15,5-11 6 0,-2 7 6 16,-3 4 6-16,3-7 2 0,-3 7 0 0,4-5-3 16,-4 5 1-16,0 0-5 0,0 0 0 0,0 0-7 0,0 0 0 15,0 0 1-15,0 0-2 0,0 0 7 0,-1 22-2 16,-2-13 4-16,0 4-4 0,-1 2 9 0,2-2-2 16,1-1 3-16,-2 0-4 0,2-2-4 0,0 2 4 15,1 0 0-15,0-2-2 0,2 0-2 0,0 1 1 16,2-3 1-16,1 1-4 0,1-3 8 0,1 1-1 15,3-1-2-15,-1-3 0 0,5 0 0 0,-1-2 1 16,-1-1-3-16,1-1-2 0,0-3 1 0,0 1-3 16,-2-2 3-16,0-2 0 0,1 3-3 0,-2-5 7 15,-1 1-6-15,0-1-1 0,-1-1 1 0,2-3-8 16,2 0 1-16,-5 0 1 0,1-5-1 0,0 4 1 16,-2-1 0-16,0 1 1 0,-2-3 0 0,1 2-5 15,-2 4-1-15,-2 2 1 0,2-1 2 0,-2 4 1 16,-1 6-2-16,2-9-6 0,-2 9-2 0,2-5-1 15,-2 5-1-15,0 0 1 0,0 0 3 0,0 0-2 16,0 0 2-16,-9 25-3 0,6-14 8 0,1 1-2 16,-2-2 12-16,3 2-11 0,-1 0 3 0,1 3-2 15,1-4 3-15,1 1 3 0,2 0 0 0,0-1 5 16,0-2-1-16,4 1 8 0,-2-2-2 0,4 0 1 16,-1-2 1-16,1-1-2 0,2 0 4 0,-1-1-7 15,1-3 3-15,0-1-6 0,0-1 0 0,0 0 1 0,0 1 1 16,-1-3-8-16,1-1 7 0,-1 2-4 0,-1-3 2 15,-3-2 3-15,2 0-10 0,1 0 1 16,-3-1 6-16,-1-2-4 0,1-1-6 0,0 0 3 0,-1-1-1 16,-1-4 6-16,0 0-4 0,-1 4 1 0,1-4-10 15,-1 4 3-15,-2 2 5 0,2-3-4 16,-2 2 0-16,3 3 3 0,-4 2 0 0,0 6-6 16,2-12 0-16,-2 12-6 0,2-5 2 0,-2 5 0 0,0 0-8 15,0 0 2-15,0 0 4 0,0 0 18 0,0 0-20 16,-7 31 3-16,5-19 1 0,-2 1-2 15,1 1 3-15,1-1-1 0,-1 0 1 0,2 0 2 0,0-3 0 16,1 3 10-16,0-2-6 0,1-1 5 0,0 1 10 16,3-2-1-16,0 2 15 0,5-3 1 0,-2 2 3 15,2-3-4-15,2 0 3 0,0-2 3 0,2 0-8 16,1-4 1-16,-1 1-5 0,1 0 4 16,-1 0-7-16,-1-3 0 0,8 0-1 0,-8-2 3 0,0 1-3 15,1-3-4-15,-2 1-2 0,1 0-3 0,-1-2-2 16,2-1 0-16,-4-1-7 0,0 0-1 0,1-1-7 15,-2 0-11-15,-1-2 2 0,0-3-3 0,-1 2-8 16,-1-1-2-16,-1-1 3 0,-1 3 2 0,-2-2-1 16,0 3 2-16,-1-2 4 0,-1 2 4 0,1 1-3 15,0 9 2-15,-3-15-4 0,1 9 5 0,-1-1 3 16,3 7-4-16,-4-9 9 0,4 9-9 0,-6-6 2 16,6 6 0-16,0 0 6 0,-2-6-11 0,2 6 8 15,0 0 2-15,0 0-3 0,0 0-1 0,0 0 5 16,0 0 2-16,0 0-2 0,0 0 8 0,15-5 0 15,-6 3 0-15,1 2-5 0,4 0 1 0,-4 0 0 16,5 3 2-16,-2-3 0 0,0 0-1 0,-3 0-4 16,1 0 1-16,-1 1 2 0,-3 2-4 0,1 0 2 15,-1 0 3-15,1 1-3 0,-1 1 4 0,-2 3-1 16,1 1 9-16,-2 0 5 0,0-1 3 0,1 3 3 16,-1 0 0-16,0 0 0 0,-4 0 3 0,2 1 10 15,1-2-11-15,-2 1-8 0,0-1 7 0,2 3-3 0,1-1-1 16,0-4-4-16,1 1 7 0,-1 0-3 15,2-1 0-15,0-1-11 0,2 0 14 0,2-1-10 16,2 0 3-16,-1-4 0 0,5 1 3 0,3-2 3 0,-1-1-12 16,3-1 15-16,-1 0-9 0,-1-2-3 0,0-2 1 15,-2 0 0-15,-5 1-1 0,1-1 1 16,-1-1-10-16,-1-2 10 0,2-1-4 0,-2-2-6 16,0 1-1-16,-4 0 0 0,2-4 2 0,0 1-3 0,-4 2-4 15,0 1-1-15,1 1 8 0,-3-3-12 0,0 4 7 16,-2 1 12-16,-1 7-11 0,0-14-4 0,0 14 0 15,0 0-2-15,-4-8 0 0,4 8 0 0,-14 0-3 16,14 0 5-16,-21 10 3 0,8-4 4 0,-1 3-2 16,0-1-1-16,1-1 11 0,4 0-19 0,-1 3 8 15,2-2-2-15,1 2-2 0,1-2 8 0,4 1-9 16,-1 0-13-16,3 1-11 0,4-1-22 0,4-3-26 16,2 2-24-16,4 0-21 0,4-2-18 0,9 2-25 15,2-3-27-15,2-2-11 0,-3-1-24 0,0 1-2 16,-6-3 9-16,1 0 17 0,-4-3 18 0,1 2 22 15,2-2 19-15,0 0 20 0,-3-2 22 0,1 1 25 16,-2-2 16-16,-1-1 24 0,-2-1 17 0,1 0 23 16,-7 1 16-16,3-3 18 0,-4 4 24 0,0-3 23 15,-3 2 4-15,0-1 9 0,0-1 5 0,-3 4 11 16,-2 5 1-16,2-13-3 0,-2 13-2 0,-2-12-9 0,2 12-2 16,-10-5-3-16,3 3 5 0,-6 3-1 15,-2-1 2-15,-2 5 2 0,-2 1 1 0,-2 1-8 16,5 2 0-16,-3-2-10 0,3 1-2 0,0 0-9 15,1 0-4-15,4-1-2 0,2 3 1 0,3 0-15 0,-2-3 0 16,2 1-6-16,3 0-2 0,1-3-6 0,2-5-5 16,0 15 1-16,2-10 3 0,6 2-4 15,-1 0-5-15,4-1 3 0,-2-4-7 0,3-1 1 16,3-1-3-16,-2-1-2 0,2-1-2 0,2-1 1 16,-1-2-4-16,-4 2 4 0,0-2-4 0,1-2 3 0,0-2-14 15,-3-1 9-15,3-1 2 0,-4 0 2 0,0-3 2 16,-3-3-9-16,3-1-8 0,-4-1 6 15,3-6-3-15,-2 6 2 0,3-5 3 0,-5-2-4 0,2 1 1 16,-1-2-1-16,2 3 12 0,0 0-16 0,-3 5 3 16,0 2 18-16,0 1-6 0,0 0 2 0,-2 8 3 15,0 0-3-15,0 1-1 0,-2 7-4 16,3-9-8-16,-3 9-2 0,0 0 1 0,0 0-12 0,0 0 12 16,-7 26 0-16,2-12 4 0,-3 11-7 0,2 0 7 15,-3 3-3-15,1 0 6 0,1 0-2 0,0-1 1 16,1 1-7-16,1-1-23 0,1-2-22 0,0 1-23 15,3 0-22-15,1-1-26 0,0-6-32 0,-1 0-45 16,-1 0-61-16,1-4-30 0,-2 2-236 0,1-5-560 16,-3-1 248-16</inkml:trace>
  <inkml:trace contextRef="#ctx0" brushRef="#br0" timeOffset="-187368.77">21647 8182 2438 0,'-1'-12'2'0,"1"12"46"0,-3-11-19 0,3 11-20 16,-1-8-1-16,1 8-1 0,0 0-2 0,-2-9-5 16,2 9 0-16,0 0 13 0,0 0-16 0,0 0-14 15,0 0-19-15,0 0-30 0,0 0-43 0,0 0-51 16,0 0-49-16,0 0-118 0,11 17-353 0,-11-17 156 15</inkml:trace>
  <inkml:trace contextRef="#ctx0" brushRef="#br0" timeOffset="-164384.42">23767 8400 135 0,'-3'-5'177'0,"3"5"-5"0,-8-8 3 0,4 3-8 16,4 5-11-16,-6-5-7 0,6 5-8 15,-5-6-4-15,5 6-9 0,-6-3-10 0,6 3-13 16,0 0-7-16,-8-4-10 0,8 4-7 0,0 0-11 16,0 0-7-16,0 0-7 0,0 0-3 0,19-6-9 0,0 6-6 15,2 0-5-15,10-5-1 0,5 2-1 16,0 2-12-16,4-2 1 0,-3 1-19 0,1 0-12 16,-2-2-25-16,-7 7-20 0,-10-6-34 0,-1 3-36 15,-6 0-29-15,-5 3-17 0,1-2-136 0,-8-1-331 0,5 2 146 16</inkml:trace>
  <inkml:trace contextRef="#ctx0" brushRef="#br0" timeOffset="-164158.25">23742 8425 70 0,'-4'6'162'0,"-1"-1"-3"0,-3 5 1 0,3 1 4 0,1 6 1 16,-2 1-12-16,-2 0-4 0,-1 9-11 0,3 1-8 15,0 2-10-15,-3 0-10 0,0 0-11 16,5 0-9-16,-4-1-11 0,0-1-6 0,5 1-5 16,-5-7-10-16,3-2-4 0,2-1-6 0,0-1-6 0,0 0-13 15,2-1-33-15,-1-5-20 0,1 1-33 0,1-1-27 16,0-6-40-16,0-6-23 0,0 13-13 0,0-13-127 16,0 6-311-16,0-6 138 0</inkml:trace>
  <inkml:trace contextRef="#ctx0" brushRef="#br0" timeOffset="-163584.04">23600 8714 72 0,'12'-3'128'0,"-1"1"-8"0,7 2-18 16,0-2 17-16,2 4-13 0,7-2-5 16,2 0-10-16,2 0-4 0,0 2 0 0,1 0-11 15,0 0 0-15,1-1-14 0,-4-2-2 0,1 0-7 16,-10 0-3-16,3 2-1 0,-4-2-8 0,-6 1 5 15,0-2 5-15,-3 2 5 0,-2-2 12 0,-8 2 7 16,13 0 4-16,-13 0 10 0,10 0-1 0,-10 0-2 16,0 0-6-16,5-3-4 0,-5 3-10 0,0 0-9 15,0 0 3-15,0 0-10 0,0 0-3 0,-25 10-2 16,16-3-6-16,-4 5 4 0,-3-2-3 0,4 2-2 16,-1-1-4-16,3 2 0 0,-2-1-6 0,5 0-3 15,0-3-2-15,1 2-4 0,2 0 4 0,1-1-6 0,1-1 0 16,3-1 0-16,0 0-3 0,0-1 0 15,2-1-3-15,1 1 2 0,1-2-2 0,2-1 1 16,0-1-3-16,2 0-2 0,3-3 0 0,-2 0-4 0,0 0 2 16,-1-2-6-16,2-1 0 0,0 1-5 0,-2-3 4 15,2 0-6-15,-3-2-1 0,-1 0 0 16,3-1 3-16,-3-1-2 0,2-4 5 0,-1 1-4 16,-2 1 0-16,-1 1 0 0,4-6 0 0,-4 7-1 0,-1-2 7 15,-1 2-7-15,1 1 7 0,-2 3-2 0,1 0-7 16,-3 5-1-16,5-7 2 0,-5 7-2 0,0 0 2 15,0 0-2-15,0 0-1 0,11 16 6 0,-8-6-1 16,-2 1-2-16,1 1 7 0,0 3-1 16,1 1-1-16,-2-5-1 0,1 2 2 0,2-1 1 0,1 1 1 15,0-2 0-15,0-3-1 0,2 1 2 0,-1-2 2 16,3-2 7-16,-2 0 8 0,-1-1-1 0,5-2 5 16,-4-1-2-16,-7-1-1 0,19-3-4 15,-9-2 0-15,2 0-1 0,-1-1 2 0,5-2-6 0,-6 2 2 16,6-1-19-16,-7-2-14 0,4 2-20 0,-4-2-23 15,0 2-29-15,-1 1-25 0,-1 0-21 0,-2 0-25 16,1 1-22-16,-1 1-21 0,-5 4-127 0,6-5-364 16,-6 5 162-16</inkml:trace>
  <inkml:trace contextRef="#ctx0" brushRef="#br0" timeOffset="-163318.52">24459 9035 27 0,'0'0'203'0,"0"0"-6"0,0 0-4 0,13-9-12 16,-13 9-8-16,6-8-10 0,0 5-8 0,-3-3-12 15,4-3-13-15,0 1-7 0,1-2-7 0,-3 2-6 16,0 1-11-16,1-2-11 0,1 0-7 0,-1-1-1 16,-1 2-8-16,-2-1-4 0,1 1-2 0,0 2-1 15,-2 1-5-15,1-1-4 0,-3 6-5 0,0-11-1 16,0 11-6-16,3-8-5 0,-3 8-4 0,5-5-3 15,-5 5-4-15,4-5-5 0,-4 5-6 0,0 0-9 16,0 0-18-16,0 0-17 0,0 0-28 0,0 0-39 0,0 0-34 16,0 0-29-16,0 0-41 0,0 0-187 15,0 0-417-15,0 0 186 0</inkml:trace>
  <inkml:trace contextRef="#ctx0" brushRef="#br0" timeOffset="-162630.15">25471 8514 194 0,'-3'-7'208'0,"-1"-3"-19"0,-4 5-14 15,-4-4-12-15,1 5-8 0,-2 0-9 0,0 3-4 16,-1 1-11-16,0 3-8 0,-2 4-2 16,-9 6-4-16,0 4-13 0,0 2-8 0,5 2-9 15,-2 0-8-15,4 3-4 0,3-1-9 0,-2-2-6 0,8-3-5 16,3 1-8-16,-2-2-4 0,6 2-1 0,1-3-6 15,3 1-2-15,-1-6-2 0,5 0-2 16,1 4-1-16,1-5-6 0,1-1 1 0,2-2-4 0,-1 0 1 16,3-4-1-16,1 0-1 0,-1 0 3 0,1-3-2 15,-1-2 0-15,1 0 1 0,-1-2 5 0,-2-1-7 16,2 0 4-16,-1-5-9 0,-3 0 1 0,4-6 1 16,0 3 1-16,-1 1-5 0,-3-4-1 0,-1-1 1 15,0 1-3-15,-1-1 6 0,1-1-6 0,-5 3 1 16,1 2 5-16,3 1 1 0,-4 1-1 15,1 3 2-15,-2 1-2 0,0-1-5 0,-2 8-1 0,3-8-7 16,-3 8 1-16,0 0-2 0,0 0 0 0,0 0-1 16,0 0 0-16,0 0-1 0,-1 28-2 0,-1-12 5 15,-2-1-1-15,4-1 1 0,-2 3-1 0,0-3 1 16,2 3 0-16,-1-2 2 0,2-1-5 0,1 3-21 16,-2-6-18-16,2 2-24 0,-2 1-30 0,2-3-43 15,0 0-43-15,1 1-44 0,-2-3-202 0,1-1-460 16,-2-1 205-16</inkml:trace>
  <inkml:trace contextRef="#ctx0" brushRef="#br0" timeOffset="-161323.25">25702 8622 204 0,'0'0'200'0,"4"-8"-12"0,-4 8-3 0,0 0-8 0,3-4-8 16,-3 4-13-16,0 0-14 0,0 0-3 0,0 0-10 16,0 0-7-16,6-4-5 0,-6 4-6 0,0 0-7 15,0 0 1-15,0 0-7 0,0 0-1 0,0 0-9 16,0 0-5-16,0 0-3 0,0 0-6 0,0 0-3 16,0 0-3-16,0 0-3 0,0 0-1 0,0 0-5 15,0 0-1-15,0 0-7 0,0 0-7 0,0 0-1 16,0 0-6-16,0 0-2 0,0 0-10 0,0 0 3 15,0 0-3-15,0 0-5 0,0 0-3 0,0 0-5 16,0 0 3-16,0 0 1 0,0 0-9 0,0 0 1 16,0 0 3-16,0 0-4 0,0 0 2 0,0 0-1 15,0 0-1-15,0 0-2 0,0 0 0 0,0 0 0 16,0 0 3-16,0 0-7 0,0 0 3 0,0 0 1 16,0 0-3-16,0 0 0 0,0 0-1 0,0 0 4 15,0 0-1-15,0 0 5 0,0 0 3 0,0 0 2 16,0 0 4-16,0 0 6 0,0 0-3 0,0 0 3 15,0 0 7-15,0 0-3 0,0 0 3 0,0 0 3 16,0 0 0-16,0 0 2 0,0 0 1 0,0 0-3 16,0 0 0-16,0 0-3 0,0 0-1 0,0 0-2 15,0 0-8-15,0 0 2 0,0 0 1 0,0 0-7 16,0 0 2-16,0 0-4 0,0 0 4 0,0 0-4 0,0 0-4 16,0 0-1-16,0 0-7 0,0 0-1 15,0 0 8-15,0 0-7 0,0 0 1 0,0 0-9 16,0 0 12-16,0 0-9 0,0 0 12 0,0 0-18 15,0 0-3-15,0 0 2 0,0 0 0 0,0 0 0 16,0 0 2-16,0 0-4 0,0 0-2 0,0 0 7 0,-8 25 1 16,8-25-1-16,0 8-2 0,0-8 6 15,-2 12-4-15,1-7-2 0,1-5 3 0,-2 12-2 16,-1-5 6-16,1 0-2 0,2-7 6 0,0 13 14 16,0-5-26-16,0-8 3 0,-2 14 4 0,2-8-3 0,0-6 1 15,-3 13 2-15,2-7-3 0,1-6 3 0,-1 12-2 16,-1-6 2-16,2-6-6 0,-2 11 4 0,2-11-5 15,-2 10 16-15,0-5-8 0,2-5-1 0,-3 9-8 16,3-9 8-16,-4 8-2 0,4-8 6 0,-2 7 1 16,2-7-5-16,0 7 2 0,0-7 1 0,0 0-2 15,-5 7 0-15,5-7 1 0,0 0-2 0,0 0 1 16,0 8 1-16,0-8 1 0,0 0 0 0,0 0-3 16,0 0 5-16,0 0-3 0,0 0 1 0,0 0 2 15,0 0-7-15,0 0 5 0,-4 7 5 0,4-7-10 16,0 0 5-16,0 0 4 0,0 0 6 0,0 0-10 15,0 0 5-15,0 0-2 0,0 0-3 0,0 0 0 16,0 0 0-16,0 0 2 0,0 0-2 0,0 0 4 16,0 0 0-16,0 0-5 0,0 0 0 0,0 0-1 15,0 0 4-15,0 0 1 0,0 0-6 0,0 0-2 16,0 0 11-16,0 0-9 0,0 0 17 0,0 0-14 16,0 0-1-16,0 0 3 0,0 0 12 0,0 0-17 15,0 0 2-15,0 0-7 0,0 0 6 0,0 0-1 16,0 0 8-16,0 0-5 0,0 0-3 0,0 0 3 15,0 0-4-15,0 0 0 0,0 0 0 0,0 0-5 16,0 0 12-16,0 0-2 0,-1-24 1 0,1 24-1 16,0 0-1-16,0 0-3 0,0 0 3 0,0 0-2 0,0 0 1 15,0 0 1-15,0 0 3 0,0 0-3 16,0 0-2-16,0 0 7 0,0 0-5 0,0 0 2 16,0 0 0-16,0 0-2 0,0 0 0 0,0 0 1 15,0 0 1-15,0 0-4 0,0 0 0 0,0 0-2 0,0 0 4 16,0 0-2-16,0 0 8 0,0 0-5 0,0 0-2 15,0 0-1-15,0 0 1 0,0 0 2 16,0 0-2-16,0 0 5 0,0 0-3 0,0 0 3 16,0 0 0-16,0 0-11 0,0 0 12 0,0 0-4 0,0 0 1 15,-1-9-3-15,1 9 0 0,0 0 4 0,0 0 5 16,1-11 10-16,-1 11-20 0,0 0 1 0,0-13 2 16,0 13-7-16,1-9 8 0,0 1-4 0,2-2 0 15,2 2-2-15,-3-1-6 0,2-3-2 0,3 2-2 16,-2-1-6-16,6-4 1 0,-4 4-4 15,2-3-2-15,1 1 7 0,3 2 2 0,-1-2-4 0,0 5 0 16,-3 1 6-16,-1 0 1 0,1 1-1 0,-1 1 3 16,-2 1-3-16,1 2 0 0,-3-1 2 0,-4 3-2 15,16-2-1-15,-16 2 3 0,11 2-2 0,-6-1 10 16,2 3-4-16,-1 0 2 0,-1 1 6 0,0 4-6 16,-1 1 0-16,2-1-5 0,-4 2 6 0,1 1-1 15,0-2 3-15,-3 3-3 0,0-1 0 0,0 3-2 16,0 1 7-16,2-4-1 0,-4 0 0 0,2 1-17 15,-5 0-7-15,5-3-17 0,0 3-12 0,-1-2-27 16,-1 1-25-16,2-1-39 0,0 0-34 0,0 0-27 16,-2-3-40-16,2 1-186 0,0-1-469 0,0-8 208 15</inkml:trace>
  <inkml:trace contextRef="#ctx0" brushRef="#br0" timeOffset="-161027.28">26502 8493 223 0,'4'-9'229'0,"-1"4"-17"0,-1 1-15 0,-2 4-25 16,4-4-20-16,-4 4-14 0,0 0-11 0,0 0-1 15,0 0 0-15,9 16 4 0,-5 0-7 0,-4 2 0 16,0 2-8-16,-4 6 0 0,4-2-13 0,-2 3-1 15,-1 0 1-15,-1-1-7 0,4 0-3 0,-4-7-8 0,4 0-11 16,-5 0-4-16,5 0-9 0,-2-2-7 16,0 0 1-16,-3-2-9 0,5-1-3 0,-2-2-5 15,-1-2-15-15,3 3-22 0,-4-2-23 0,4-3-24 0,-2 2-33 16,0-4-43-16,2-6-33 0,-2 9-38 0,2-9-31 16,-5 7-191-16,5-7-450 0,0 0 200 15</inkml:trace>
  <inkml:trace contextRef="#ctx0" brushRef="#br0" timeOffset="-160820.46">26454 8509 208 0,'2'-12'197'0,"-2"12"-16"0,3-7-10 16,-3 7-8-16,0 0-2 0,0 0-3 0,12 0-11 15,-12 0-11-15,19 5-11 0,-3 3-11 0,2-1-10 16,9 2-13-16,0 0-9 0,4 1-8 0,-1 0-5 15,1 0-9-15,-2 2-18 0,0-3-29 16,1-2-30-16,-1 3-41 0,-2-3-29 0,-7 0-40 0,-2-3-22 16,-1 2-31-16,-3-4-100 0,-3-1-303 0,1 1 134 15</inkml:trace>
  <inkml:trace contextRef="#ctx0" brushRef="#br0" timeOffset="-160624">27011 8497 16 0,'4'-9'186'0,"-3"2"3"15,1 0 5-15,-2 7 1 0,6-11-2 0,-6 5-9 16,0 6-12-16,3-8-25 0,-3 8-14 0,0 0-14 16,0 0-15-16,0 0-8 0,0 0 0 0,0 0 3 15,1 28-1-15,-2-12-5 0,-4 1-8 0,3 2-9 16,-2 1-5-16,1 1-7 0,-1-2-10 0,2 5 2 16,-2 2-8-16,2-7-7 0,-1 0-31 0,-2-1-28 15,5 2-41-15,-2 0-54 0,2-5-53 0,2 0-57 16,-2-4-151-16,5 1-404 0,-1-5 179 0</inkml:trace>
  <inkml:trace contextRef="#ctx0" brushRef="#br0" timeOffset="-154050.58">27648 8424 117 0,'0'0'119'0,"-8"1"-15"0,8-1 7 0,-9 6 0 0,9-6-10 16,0 0-9-16,-7 0-1 0,7 0-6 0,0 0-6 15,0 0-6-15,-6 2 1 0,6-2-1 0,0 0 12 16,0 0-4-16,17 8-10 0,-5-6 0 0,4 1-6 15,4-3-7-15,1 3-5 0,7-1-5 0,-7-1-6 16,7 1-7-16,-1-2 0 0,-5 0-4 0,-5 3-14 16,1-2-28-16,1 1-14 0,-5-3-29 0,-1 1-27 15,-5 1-26-15,-1-2-19 0,1 3-11 0,-8-2-94 16,5 6-249-16,-5-6 111 0</inkml:trace>
  <inkml:trace contextRef="#ctx0" brushRef="#br0" timeOffset="-153784.16">27796 8482 61 0,'-4'8'133'0,"4"-8"-17"0,-1 7-4 15,-2-1 0-15,3-6 0 0,0 16 6 0,0-6-9 0,0 4-5 16,0 1-3-16,0 1-6 0,-2 2-4 0,0-2 1 16,2 1-10-16,-3 1 3 0,2 0-12 15,0-1 0-15,0 0-13 0,-2-3-2 0,-1 0-5 16,2-2-7-16,-1 0 2 0,-4 0-9 0,3 0 1 0,-1-1-2 15,-6 2-6-15,2-3 1 0,0-2-7 0,-4 3-4 16,1-4-1-16,1 1 4 0,1-2-7 0,-2-1 5 16,1-1-7-16,-1 0 0 0,1-2-11 15,4-1-21-15,-1-1-15 0,8 0-22 0,-17 2-20 0,17-2-31 16,-10-5-27-16,10 5-23 0,-5-5-134 0,5 5-312 16,0-10 138-16</inkml:trace>
  <inkml:trace contextRef="#ctx0" brushRef="#br0" timeOffset="-153022.08">28200 8586 8 0,'4'-4'256'0,"-4"4"-11"15,7-9-9-15,-7 9-10 0,4-6-17 0,-4 6-15 16,0 0-23-16,4-9-19 0,-4 9-16 0,0 0-17 15,0 0-11-15,0 0-4 0,0 0-13 0,0 0-7 16,-4 28 1-16,2-18-1 0,-3 4-8 0,1 3-4 16,0-1 0-16,1 2-10 0,-1-2-9 0,-1 0-4 15,5 0-2-15,-4 0-2 0,1 0-3 0,1 0-3 16,1-5-7-16,-2 0 2 0,1 0-5 0,1 2-7 16,0-6 0-16,1 3 3 0,0-1-7 0,0-1 0 15,0-8-2-15,0 12 0 0,0-12 1 0,-1 12-3 16,1-12-4-16,1 7 3 0,-1-7-5 0,0 0-1 15,1 7 3-15,-1-7-2 0,0 0 6 0,0 0-8 16,0 0-6-16,0 0-6 0,0 0 0 0,0 0 2 16,16-8-7-16,-7-1-1 0,-4-2-4 0,1-1-2 15,1 1-6-15,0-6 5 0,2 1-3 0,-2-1 4 16,0 2-2-16,-1-2 4 0,-4 0 2 0,6 1 3 16,-4 2-1-16,-2 4 2 0,3 0-1 0,-4 2 1 15,1-1 0-15,-2 9 5 0,1-12-3 0,1 8-1 16,-2 4-1-16,0 0 3 0,0-10-2 0,0 10 1 0,0 0-1 15,0 0 0-15,2-7 1 0,-2 7 3 16,0 0-1-16,0 0 0 0,0 0 0 0,0 0 3 16,0 0 0-16,0 0 0 0,0 0 1 0,0 0 0 15,-4 22 2-15,4-22-1 0,0 9-2 0,0-9-1 0,-3 8 2 16,3-8 1-16,-1 9-4 0,1-9 3 0,-1 8 1 16,1-8-3-16,-4 6-2 0,4-6 3 0,-2 10 4 15,2-10 2-15,-2 7 13 0,2-7-1 0,-2 5-1 16,2-5 2-16,0 0-5 0,0 0 2 0,-3 9-2 15,3-9-1-15,0 0-2 0,0 0 3 0,-5 7-2 16,5-7 2-16,0 0 3 0,0 0 2 0,0 0-1 16,0 0 2-16,0 0-4 0,-8 0-1 0,8 0 0 15,0 0 3-15,0 0-5 0,0 0-1 0,-11-9 2 16,11 9 1-16,-3-9-4 0,1 3 4 0,-3-2-5 16,2 0 1-16,-1-4-1 0,2 0-1 0,2-3-3 15,-2 0 2-15,-1-3 1 0,1 0 2 0,4-2-1 16,-1 1 2-16,3-5 0 0,0 5-3 0,4-6-1 15,-1 6 1-15,-1 1-1 0,3 2 1 0,3-1 1 16,-1 2-5-16,3 4 0 0,2 1 1 0,-2-1-3 16,5 4 1-16,1 1-2 0,0-1 4 0,0 5-3 15,2-2-3-15,6 4-14 0,-8 2-8 0,2 1-13 16,-2 0-16-16,0 3-21 0,0 0-30 0,3 8-39 16,-6-6-45-16,-2 2-35 0,-4 6-203 0,0-5-460 15,-4 0 204-15</inkml:trace>
  <inkml:trace contextRef="#ctx0" brushRef="#br0" timeOffset="-152838.49">28411 8693 31 0,'-6'2'188'0,"6"-2"-8"0,0 0-16 0,0 0-12 16,0 0-17-16,0 0-13 0,0 0-24 0,28 5-19 15,-16-5-26-15,7 1-34 0,1 1-35 0,10-2-35 16,-1-2-34-16,-2 1-94 0,1-2-193 0,1 1 86 16</inkml:trace>
  <inkml:trace contextRef="#ctx0" brushRef="#br0" timeOffset="-152455.58">28918 8532 150 0,'0'0'168'0,"-8"-7"-5"0,0 4-2 0,-2 3 4 0,-2 3-6 15,-6 1-2-15,2 4-11 0,-3 1-2 16,-1 0-14-16,3 3-9 0,0-2-10 0,1 0-13 16,2 2-6-16,1-2-10 0,5 1-5 0,2-2-8 15,-1 3-7-15,5-2-4 0,0 0-4 0,4 3-5 0,3-2-5 16,4-3-4-16,1 0-4 0,4 4-5 16,3-6 2-16,2 1-9 0,-1 0 0 0,1-2-11 0,-2-4-3 15,-3 2 4-15,-2-2-4 0,0-1 2 0,-5 0-2 16,4-1-2-16,-11 1 1 0,15-3 0 15,-10 2 1-15,-5 1-1 0,8-5-1 0,-8 5 3 16,0 0-2-16,0 0 1 0,0 0 0 0,-12-15-1 0,12 15 4 16,-15-2-1-16,3 2 5 0,-1 2 2 0,-5 1 2 15,-2 0 0-15,4 4 3 0,-5 0 4 0,1 0 4 16,2 2 0-16,-1-2 1 0,3 3-3 0,0-2 0 16,2 3-1-16,2-4-5 0,2 3-4 0,5-2-1 15,-1 1-2-15,3-4 0 0,1 5-1 0,2-2 4 16,0-8-6-16,11 13 2 0,2-6-12 0,4-1-24 15,10 2-23-15,-1-5-24 0,4 2-25 0,3-4-28 16,0 0-37-16,0-2-39 0,4 0-34 0,-4-1-171 16,-1-1-433-16,-1 0 191 0</inkml:trace>
  <inkml:trace contextRef="#ctx0" brushRef="#br0" timeOffset="-152066.15">29217 8573 95 0,'-2'-12'220'16,"2"12"-22"-16,4-10-11 0,3 7-27 0,3-3-14 16,5 2-8-16,3-1-6 0,9 0-18 0,1 2-9 15,1 0-7-15,0 2-15 0,1-1-8 0,-3 2-9 16,-5-2-5-16,-4-1-5 0,1 3-11 0,-6-2-12 16,1 0-11-16,0 1-9 0,-7-1-5 0,2 1-8 15,-2-1-11-15,-7 2-6 0,7-1-5 0,-7 1-5 16,7-6-1-16,-7 6 3 0,1-5 1 0,-1 5 3 15,0 0 0-15,0 0 1 0,0 0 8 0,-14-8 1 16,14 8-3-16,-8-3 2 0,8 3 8 0,0 0 3 16,0 0 9-16,-12 1 3 0,12-1 11 0,-8 5 8 15,8-5 1-15,-8 8 7 0,6-2 12 0,-2 3 10 16,0 2-2-16,0 1 4 0,-4 5 4 0,3 0 7 16,-2 2 1-16,0-2 2 0,1 7-3 0,-2-1 3 15,2-5 0-15,1 0-3 0,-3 0-8 0,2-1-3 16,-1 1-6-16,5 0-7 0,-2-2-5 0,0 1-2 0,-1-1-6 15,1-2 9-15,2-2-18 0,-1 2 2 0,2-5-22 16,-2 3-22-16,2-4-27 0,0 2-33 16,1-3-43-16,0-7-52 0,-2 11-41 0,2-11-219 15,2 7-464-15,-2-7 206 0</inkml:trace>
  <inkml:trace contextRef="#ctx0" brushRef="#br0" timeOffset="-151896.29">29475 8546 44 0,'16'-5'158'0,"4"0"-12"0,9-2-13 16,2 4-14-16,-1-2-10 0,2 3-33 0,-2 2-33 16,0 0-46-16,1-1-49 0,-9 1-78 0,-1-1-139 15,0 1 62-15</inkml:trace>
  <inkml:trace contextRef="#ctx0" brushRef="#br0" timeOffset="-150747.52">30442 8161 14 0,'4'-10'209'0,"-1"-3"-1"0,0 3 4 16,-1 1 6-16,0 3-10 0,0-2-12 0,-2 8-11 16,5-12-16-16,-4 6-20 0,-1 6-15 0,0 0-18 15,3-5-11-15,-3 5-13 0,0 0-3 0,0 0 6 16,3 23-8-16,-4-6 6 0,1 0-5 0,0 12 0 15,-1-5-5-15,0 4-10 0,-3 0 0 0,0-1-7 16,1 4-2-16,3-4-5 0,-2-1-8 0,-1 0-3 0,1-1-3 16,0-6-3-16,1-2-6 0,-3 2 3 15,4-3-7-15,-1 0-1 0,0-3-3 0,1-1-2 16,-1-1 1-16,1 2-13 0,-2-4-21 0,2 1-25 16,0-1-22-16,0-9-28 0,-2 12-24 0,2-12-32 15,-2 9-24-15,2-9-23 0,-1 5-23 0,1-5-17 0,0 0-175 16,0 0-431-16,0 0 191 0</inkml:trace>
  <inkml:trace contextRef="#ctx0" brushRef="#br0" timeOffset="-150386.4">30265 8358 29 0,'-3'-7'163'0,"3"7"-12"0,0 0-10 16,5-13-4-16,2 11 0 0,4 1-3 0,3-3-2 15,5 0 0-15,3 2-7 0,9 2-4 0,-1-2-7 16,1 2-8-16,1 2-2 0,-1-2-6 0,-2 3-9 0,-1-2-6 15,-6 5-4-15,-2-5-10 0,-3 5-6 0,1-2-4 16,-7 0-7-16,-2 1-5 0,0-1-2 0,1 2-6 16,-2 0-2-16,-3 0 0 0,-1-1 4 15,1 1 2-15,-1 3-1 0,0-2 3 0,-2-1-3 0,1 1-3 16,1 1-7-16,0-1 3 0,0-1-3 16,3 2-1-16,-1-2-4 0,3 1-2 0,-1-2 1 0,4 2-4 15,-1-4-4-15,1 0 1 0,2-1-2 16,-3-2-1-16,3 2 3 0,-2-4-1 0,2 0 3 15,-4 0 7-15,0 1 1 0,0-5 5 0,-2-1 2 0,0 0-8 16,-3-1-3-16,0 0 0 0,-2-1-3 16,-1-3-1-16,-6 1-6 0,-2 0 3 0,-3-4-6 0,1 2-1 15,-4-1-2-15,-1 3-4 0,-2-2 1 16,-2 6-3-16,0-1-18 0,-3 5-12 0,-2-2-21 0,-5 3-27 16,6 4-35-16,0 5-44 0,1-1-43 0,-9 3-62 15,3 1-171-15,-1 3-464 0,4 0 205 0</inkml:trace>
  <inkml:trace contextRef="#ctx0" brushRef="#br0" timeOffset="-149382.46">7417 9287 214 0,'-13'-1'227'16,"13"1"-18"-16,-13 1-12 0,3 4-10 0,-1 0-9 15,-5 7-18-15,0 1-8 0,-3 7-10 0,-2 2 8 16,2 4-17-16,4-3-9 0,1 3-12 0,5-2-11 16,0-2-8-16,4-3-6 0,1 0-13 0,1-1-1 15,3-1-9-15,4-1-5 0,1-4-8 0,-1-1-2 16,4 1-5-16,1-3-3 0,1-1-5 0,1 1-1 16,1-4-1-16,6-2-3 0,1-1 0 0,1-1-2 15,3-4-4-15,-2-1 0 0,7-3-2 0,-4-4 4 16,3 0-3-16,-9 0-1 0,5-3-2 0,-3-3 2 15,-4 3 8-15,-1-7-7 0,-4 5 0 0,-3-4 1 16,-3 1-5-16,-1 1 3 0,-4-1-1 0,-2-7-3 16,-6 2-2-16,-5 2-7 0,0 7 1 0,-3-4-4 15,-1 5-2-15,-6 0 1 0,5 8-2 0,-3 2-2 16,-1 1 1-16,-5 5-21 0,-2 3-20 0,-1 8-18 16,2 1-26-16,0 3-25 0,1 3-28 0,3-1-40 15,6 2-25-15,3 0-34 0,7-2-186 0,2-4-454 16,6-3 201-16</inkml:trace>
  <inkml:trace contextRef="#ctx0" brushRef="#br0" timeOffset="-149125.28">7786 9183 49 0,'5'-19'243'0,"-1"1"-1"15,-1 1 3-15,0 5-7 0,-1 1-2 0,-1 2-12 16,-1 2-16-16,4 0-22 0,-4 7-25 15,1-7-14-15,-1 7-21 0,0 0-10 0,0 0-7 0,8 29 0 16,-5-2-3-16,-1 8-5 0,-6 13-5 0,2 2-6 16,-6 6-8-16,1-1-8 0,-1-2-5 0,0 1 0 15,2-5-16-15,-2-1-9 0,3-13-1 16,1-1-3-16,0-4-7 0,-1 3-19 0,1-4-12 16,-1-2-17-16,3 2-17 0,-2-4-24 0,1-1-23 0,1-5-42 15,-2 1-17-15,0-5-62 0,1-1-34 0,1-4-213 16,-1 1-484-16,-2-3 214 0</inkml:trace>
  <inkml:trace contextRef="#ctx0" brushRef="#br0" timeOffset="-148406.42">7840 9390 123 0,'14'-2'182'15,"4"1"-4"-15,-5 4-1 0,0 0-9 0,-1 1-14 16,-1 6-11-16,-1-3-3 0,-1 7-10 0,-2 1-15 16,-1 0-6-16,-4 2-14 0,-1 1-6 0,-3 0-9 15,-2-1-8-15,0 0-8 0,-4-1-11 0,1 1-17 16,-3-2-1-16,-1-3-4 0,1 0-9 0,-5-1-4 16,6-4-3-16,-4-2 1 0,4 0-3 0,-1-1 2 15,2-3-4-15,2 0-1 0,6-1 4 0,-9 1 1 16,9-1 4-16,0 0-7 0,0 0 4 15,0 0-2-15,0 0-7 0,0 0 0 0,0 0-1 0,0 0 0 16,0 0-1-16,0 0-2 0,34 1 3 0,-22 3-1 16,2-3-2-16,5 1 0 0,-1 2 3 0,1-1-1 15,2-3 1-15,7 2-2 0,-7-2 0 0,8 0 2 16,-8 0 0-16,7-4-3 0,-7 1-1 0,7-1 3 16,0-2-1-16,-9 0 0 0,1-1 0 0,0 0 0 15,-2-1 7-15,-4-1-2 0,4-1 3 0,-5 1-3 16,-2-2 3-16,3 0 5 0,-2 0 6 0,-5 3 1 15,0-3-2-15,-4 0-1 0,0 0-2 0,0-2-2 16,-5 1-1-16,1 1-2 0,0-1 2 0,-1 2 2 16,-4 0-3-16,0 1-1 0,-1 1 1 0,-2 0-9 15,2 3 2-15,-6 1-3 0,1 3 2 0,0 2-3 16,-5 3-1-16,0 4-2 0,-1 1 1 0,2 5 1 16,-3 4-2-16,0 0-1 0,7-1 2 0,-2 3-4 15,6-2 3-15,2-3 5 0,2 4-6 0,2-3 2 16,2-5-4-16,0 3 3 0,3-3-1 0,0 0-1 15,3 0 4-15,2-3 0 0,1 1 3 0,2-1-1 16,5 0-2-16,-4-4 3 0,1 1-3 0,1-4 1 16,0 2 0-16,-1-2 1 0,6-2-2 0,0 0 4 0,2-2-3 15,-2-2 2-15,-1 1 1 0,-3-2-3 16,3-1 2-16,-1-2-3 0,-2 2 1 0,1-2 0 16,-1 0-1-16,0-2 1 0,-3 3-2 0,-1-4 1 15,3-1 3-15,-1-1-6 0,0 1-1 0,1 0-1 0,-5 4 1 16,1 1 7-16,0 0-7 0,-1 2-2 15,-4 1 0-15,1 2-5 0,-1 0 1 0,-5 3 1 16,11 0 0-16,-11 0-2 0,8 8 5 0,-3-4-5 16,-2 2 3-16,-1 1 1 0,1 3 1 0,-2-1 0 15,3 1 2-15,-3 2 3 0,-1-2-6 0,1 0-29 16,0 3-35-16,-1-2-36 0,0 0-51 0,2 0-48 16,-1-2-185-16,2 3-420 0,0-5 186 0</inkml:trace>
  <inkml:trace contextRef="#ctx0" brushRef="#br0" timeOffset="-147584.6">9027 9513 2111 0,'-2'-10'108'0,"-6"1"-25"0,2 1-31 0,-4 1-7 0,-1 2 1 15,0 3 3-15,-2 2 13 0,0 3 4 0,-5 3-2 16,2 3 6-16,-2 4 1 0,-6 2 1 0,3 3-8 15,6-3-1-15,2-1-5 0,0 2-6 16,3-1-4-16,2-1-3 0,3-2-8 0,1-1-2 16,3-1-3-16,1 1-1 0,3-1 2 0,-1-2-8 0,6-1-4 15,-2 0-6-15,3-2-10 0,4-1 4 16,-2-2-5-16,2 0 3 0,1-4-4 0,-1 0 2 16,5-3 4-16,-5 2-1 0,-1-1 0 0,-1-1 1 15,-3-1 1-15,0-1-3 0,0-1 2 0,-2 1 5 16,-2-3 0-16,0 2 1 0,-1-2 0 0,-1-1-1 0,2-1 0 15,-2 0 12-15,0 0-9 0,-2 2-2 16,0 1-8-16,0 9 10 0,-2-12-8 0,2 12 4 16,0-11-11-16,0 11 0 0,0 0-5 0,0 0 1 15,0 0-2-15,0 0 1 0,0 0 0 0,0 0 0 0,-12 32 0 16,7-16 2-16,1 0 0 0,0 0-2 16,0-1-1-16,2 0 5 0,-1-3 0 0,3 2-5 0,0-4 1 15,1 2 2-15,3 0-2 0,0-3 5 0,0-1-1 16,4-2 4-16,2 1 3 0,-1-3-2 15,2 0 4-15,1-3 2 0,4-4-1 0,6 1 3 0,-4-3-3 16,4-1 3-16,-5-1-5 0,2-2 12 0,-3 0-4 16,-1-2 3-16,1-2-2 0,-3 0-3 0,2-1-3 15,-5-1-1-15,0-2 4 0,0-1-7 0,1-5 4 16,-6 4-3-16,0-8-2 0,3 3-3 0,-2-5-4 16,-2 4-6-16,0 0 4 0,0 0-3 0,-3-4 4 15,-1 10-8-15,1 0 1 0,-1 2 8 0,-1 4 1 16,1 3 1-16,-1 2 1 0,1 8 0 0,0-11-6 15,0 11-4-15,0 0 5 0,0 0-9 16,0 0 1-16,0 0 6 0,-12 37-2 0,6-10-1 0,-4 4 6 16,0 2-3-16,1 1-1 0,1-2 14 0,1 0-15 15,3-3 0-15,1 0 3 0,-1 0 5 0,1-4 2 16,4-7-1-16,2 0 2 0,2 0 1 0,2-1 0 16,3-3 11-16,-4-4-9 0,7 3 2 0,-2-5 0 15,-2 0 4-15,4-2 3 0,0-3 2 0,1-1-6 16,5-1 3-16,-1-2-1 0,1-1 1 0,0-1-4 15,-2-3 0-15,2-2 6 0,0 3-4 0,-2-7 0 16,-2 3-3-16,1-3-5 0,-6 0 1 0,1 0 0 16,0-2-4-16,-4 1-3 0,-3 3-2 0,0-6 6 15,0 5-7-15,-2 0 1 0,-3 3-6 0,2-1 7 16,-1 9-2-16,-2-13 0 0,2 13-4 0,-9-6-1 16,9 6-3-16,-14 6 1 0,2 1 5 0,-3 5-3 15,-2 1 0-15,3 1-2 0,0-1 4 0,-1 1-1 16,4 1-7-16,3-2-13 0,0 1-25 0,4-3-20 15,2 0-20-15,0 0-28 0,2-1-35 0,2-3-42 16,1-1-43-16,1-2-53 0,0 2-177 0,-4-6-508 16,11 4 225-16</inkml:trace>
  <inkml:trace contextRef="#ctx0" brushRef="#br0" timeOffset="-147416.78">9090 9523 160 0,'0'0'163'15,"15"-6"-21"-15,-2 3-39 0,7 0-38 0,14 0-42 16,0-1-76-16,5 3-48 0,17-2-109 0,0 2 49 16</inkml:trace>
  <inkml:trace contextRef="#ctx0" brushRef="#br0" timeOffset="-147137.18">10111 9508 8 0,'-4'-8'272'0,"-1"-1"-3"0,1 3 1 16,0 0-18-16,2-1-18 0,2 7-9 0,-4-9-9 15,4 9-9-15,-5-9-21 0,5 9-17 0,0 0-25 16,-1-7-17-16,1 7-16 0,0 0-11 0,0 0-7 16,-3 21-10-16,3-5 2 0,0 3-13 0,-2 0-14 15,-4 4 0-15,3 3-10 0,0-1 2 0,0-2-7 16,1-3-3-16,1-2-10 0,-1-1-19 0,1 0-22 16,-3-1-30-16,2 0-36 0,2-3-44 0,-1-3-55 0,1-10-51 15,-2 18-241-15,2-18-507 0,-5 8 224 16</inkml:trace>
  <inkml:trace contextRef="#ctx0" brushRef="#br0" timeOffset="-146967.36">10027 9174 33 0,'7'-5'107'0,"-7"5"-27"0,0 0-22 15,22 15-22-15,-10 0-21 0,3 8-17 0,-2 5-23 16,0 2-26-16,-1 4-55 0,5 9 26 0</inkml:trace>
  <inkml:trace contextRef="#ctx0" brushRef="#br0" timeOffset="-146754.58">10250 9696 230 0,'0'0'251'0,"0"0"2"0,0 0-16 0,0 0-17 16,0 0-18-16,0 0-16 0,0 0-1 0,4-25 2 15,-1 16-13-15,1 0-13 0,0-2-14 0,4-2-10 16,3-1-11-16,-1-2-4 0,3 2-7 0,-1 0-8 16,2 1-16-16,2 2-8 0,0 3-10 0,-4 4-10 15,-1 0 0-15,1 0-10 0,-1 3-5 0,1 3-11 16,1 2-2-16,-3 3 2 0,-1-1-6 0,1 1-6 16,-2 2-26-16,-2 3-28 0,-1 0-26 0,2 3-38 15,-4 1-60-15,1 1-68 0,0 0-67 0,-3-2-186 0,1-2-512 16,0 3 226-16</inkml:trace>
  <inkml:trace contextRef="#ctx0" brushRef="#br0" timeOffset="-146383.41">11054 9424 123 0,'2'-14'264'15,"-1"3"-20"-15,0 2-8 0,0 2-22 0,2 1-20 16,-3 6-21-16,0-6-16 0,0 6-15 0,0 0-6 15,0 0-6-15,8 15 1 0,-7 0-3 0,1 10 0 16,1 4-5-16,-3 3-1 0,-6 3-8 0,2-1-2 16,1 2-13-16,2-2-6 0,-5 1-13 0,2 1-5 15,0-2-8-15,1-4-2 0,2 3-8 0,0-2-9 16,-3-2-4-16,3-5-24 0,1 3-28 0,-1-1-26 16,1-7-29-16,-2-4-35 0,0 2-45 0,0-5-33 15,2-2-43-15,-1-1-26 0,-2 1-178 0,2-4-457 16,-1 1 203-16</inkml:trace>
  <inkml:trace contextRef="#ctx0" brushRef="#br0" timeOffset="-146141.72">11033 9593 118 0,'12'-6'194'0,"-1"2"-4"0,9 2 3 0,-10 1-6 16,8 2-7-16,-4 3-6 0,-1 1-11 0,4 2-6 0,-3 1-13 15,-4 1 5-15,3 1-13 0,-4 1-12 16,-2-1-12-16,-2 3-6 0,-1 1-6 0,-3-2-5 0,-3 0-10 16,-1 1-6-16,-3 1-6 0,-7 0-5 0,2 0-9 15,-5 0 0-15,-3 2-9 0,3-6-11 16,0 0-20-16,-2-3-19 0,3 2-22 0,-3-4-28 16,3 1-34-16,-3-3-43 0,8-2-41 0,-1-1-64 0,0 1-163 15,11-1-429-15,-13-6 190 0</inkml:trace>
  <inkml:trace contextRef="#ctx0" brushRef="#br0" timeOffset="-145934.53">11279 9586 39 0,'7'-3'256'16,"-2"0"-15"-16,-5 3-13 0,9-5-18 0,-9 5-8 15,7 0-7-15,-7 0 9 0,7 8-1 0,-5-1-15 16,5 3-6-16,-6 1-23 0,0 4-17 15,0 1-10-15,1 2-13 0,-1-6-9 0,-1 6-14 16,1 1-7-16,-1-2-16 0,-1 0-35 0,1-2-29 0,-1 1-30 16,1 0-44-16,-2-3-52 0,1-1-53 0,0-1-52 15,0-1-198-15,1-10-455 0,-7 14 201 0</inkml:trace>
  <inkml:trace contextRef="#ctx0" brushRef="#br0" timeOffset="-145764.33">11334 9379 8 0,'2'-5'147'0,"-2"5"-12"0,0 0-17 0,0 0-11 16,14 12-19-16,-10-2-19 0,3 7-26 0,-2 9-19 16,-1 2-17-16,2 2-22 0,2 0-15 0,-3 1-19 15,1-2-60-15,-2 0-118 0,1-4 53 0</inkml:trace>
  <inkml:trace contextRef="#ctx0" brushRef="#br0" timeOffset="-145581.65">11439 9737 33 0,'4'9'73'0,"1"-5"14"0,-2-1 10 16,-3-3 7-16,5 3 15 0,-5-3 1 0,0 0 4 16,0 0 2-16,14-10-4 0,-8 5-9 0,-1-4-7 15,5 0 2-15,-2-4 8 0,2-1-2 0,-1 2 1 16,4-1-5-16,-5 3-3 0,1 0 8 0,1 1-10 16,0 2-8-16,-2 0-12 0,1 3-7 0,-2 2-11 15,-7 2-5-15,14 2-9 0,-9 3 1 0,3 1-9 16,0 4-3-16,-2-1-3 0,-3 4-2 0,-1 2-1 15,1 2-7-15,0-1-16 0,-1 1-38 0,-2 0-42 16,-2 1-56-16,2-1-63 0,2 0-223 0,-2-4-442 16,0-1 196-16</inkml:trace>
  <inkml:trace contextRef="#ctx0" brushRef="#br0" timeOffset="-145266.31">12069 9563 104 0,'0'-9'251'0,"0"9"-14"0,-5-8-16 0,5 8-17 16,-10-4-12-16,10 4-13 0,-17 9-9 0,5-2-14 15,-3 4-10-15,2 2-13 0,-10 5-2 0,7 1-10 16,-3-1-7-16,5-2-11 0,2-1-5 0,4 1-12 0,0 0-7 16,2-4-6-16,4 0-8 0,-1 0-9 15,3 1-4-15,3-2 0 0,3-2-8 0,1 1-17 16,3-3-23-16,0-1-28 0,3 1-26 0,2-3-35 16,5-1-29-16,-3-2-32 0,2-1-33 0,2-1-40 15,-2-1-162-15,-5-1-411 0,-3-1 182 0</inkml:trace>
  <inkml:trace contextRef="#ctx0" brushRef="#br0" timeOffset="-144904.28">12220 9369 205 0,'1'-17'212'0,"0"5"7"0,-2 1-2 16,2 5-21-16,-1 6-21 0,4-8-14 0,-4 8-12 15,0 0-8-15,0 0 2 0,0 30 3 0,0-3-3 16,0 2-9-16,-5 3-5 0,1 3-8 0,-1 0 20 15,0-2-6-15,1-1-5 0,4-1-10 0,-5-2-6 16,4-3 9-16,-2 2-36 0,3-9-3 0,0-1-13 16,-2-1-6-16,2-4-7 0,0-2-5 0,0-2-6 15,0-1 1-15,0-8-14 0,2 13 8 0,-2-13 1 16,-2 7 1-16,2-7-2 0,0 0-1 0,0 0-2 16,0 0-6-16,0 0-1 0,0 0-5 0,0 0 3 15,18-22-7-15,-11 12 7 0,4-2-7 0,0-2-2 16,-1 1-11-16,3-3 3 0,0 3-7 0,-3 0 5 15,0 6 3-15,0-1-14 0,-2 1 2 0,1 2-8 16,-3 2 1-16,2 0-2 0,-8 3 4 0,13 1-6 16,-13-1 13-16,11 7-2 0,-3 1-2 0,-4-1-4 15,0 2-9-15,-2 1-19 0,1 2-41 0,1 0-30 16,-4 0-35-16,0 1-43 0,2 3-62 0,1-5-75 16,-3 2-215-16,2-4-578 0,3 1 255 0</inkml:trace>
  <inkml:trace contextRef="#ctx0" brushRef="#br0" timeOffset="-144301.96">12639 9631 221 0,'0'0'283'0,"-5"-8"-18"15,1 6-15-15,4 2-11 0,0 0-3 0,-13 11-9 16,8-7-17-16,-2 6-11 0,1-1-16 0,1 3-16 15,3-2-11-15,0 1-13 0,-2 1-18 0,4-2-7 16,0 3-12-16,4-3 1 0,0 2-22 16,1-3-3-16,3 1-11 0,4-2 1 0,-1-2-9 0,0 1-6 15,1-2-7-15,1-1-3 0,-1-2-3 0,1 1-4 16,-1-3 2-16,-1-3-11 0,-1-1-14 0,-3 2 0 16,2-2-12-16,-4 0 1 0,-1-1-6 0,-2-1-6 15,2-4 0-15,-1 0-5 0,-3 2-11 0,0-3-5 16,-5-1-1-16,3 1-6 0,-4-5 2 0,-3 1 7 15,2-1-3-15,-2 3 7 0,2-1-1 0,-3 5 4 0,2-1 3 16,2 1 13-16,-1 2-5 0,3 4 5 0,1-2-7 16,3 5 5-16,-5-7-6 0,5 7 4 0,0 0 1 15,0 0 5-15,0 0-4 0,12-7 4 16,1 7-1-16,6-3 3 0,3-1-5 0,6 0 2 0,-1 0 2 16,5-1 1-16,-3-2 9 0,-2-2-16 0,-8 4 0 15,6-7 4-15,-6 2-1 0,-3 1 3 0,0-3 1 16,0 2 0-16,-3-5-2 0,-2 2 0 15,-4-2-1-15,-1 0 1 0,-1-4 3 0,-3 2 1 0,-2-1 4 16,2 3 4-16,-4 1 8 0,0 4 8 16,0 0-2-16,2 3 8 0,-4 0-2 0,4 7-10 0,-1-8-6 15,1 8 1-15,0 0 2 0,-10 18 14 0,-2 5 6 16,3 6-4-16,-5 3 8 0,1 12 1 0,2 1 11 16,1-9 15-16,2 10-9 0,1-10 14 0,-1 8-3 15,0 2-18-15,6-11 16 0,-1-1-6 0,2 0-1 16,-2-2-13-16,3-2 0 0,0 2-19 0,2-1 12 15,-1-4-7-15,0-1-2 0,0-7-5 0,1-1-5 16,2-3-14-16,-1-2-30 0,-3-3-32 0,3-1-51 16,-1-2-27-16,0-1-25 0,-2-6-18 0,0 8-41 15,0-8-55-15,0 0-45 0,0 0-273 0,0 0-635 16,-16-2 281-16</inkml:trace>
  <inkml:trace contextRef="#ctx0" brushRef="#br0" timeOffset="-143922.15">13015 9758 95 0,'33'-8'106'0,"-3"0"-6"0,3-1-13 16,1 2-16-16,-1-2-21 0,1-1-23 0,-3 0-22 16,-2 1-9-16,-2-3-7 0,-2 3-6 0,-9-1 1 15,0 0 2-15,-7 3 5 0,-1-4 16 0,-1 1 0 16,-2 0 4-16,-1-2 26 0,3-3 16 0,-7 2 11 15,2-4 13-15,-4 1 8 0,0 0 18 0,2-1 13 16,0 6 24-16,-4 0 2 0,3 2 4 0,1 1 3 16,0 8-2-16,0-11-12 0,0 11-12 0,-2-7-18 15,2 7-8-15,0 0-5 0,0 0 24 0,0 0 12 16,0 0 5-16,0 32 10 0,-2-11 7 0,2 5-1 16,0 1 12-16,-2 3 4 0,-1-1-4 0,0 0 0 15,-1 2-9-15,2 1-8 0,-2-3-13 0,-1 0-11 16,1 1-1-16,0-2-14 0,-4 2-12 0,4-1-8 15,-3-2-8-15,3-1-9 0,-2 1-5 0,3-3-6 16,-4-5-6-16,2-1-6 0,1-2-17 0,0-5-40 16,2-1-45-16,2-1-45 0,-3-1-38 0,1-2-31 15,2-6-22-15,-4 10-39 0,1-7-71 0,3-3-67 16,-7 2-219-16,7-2-638 0,0 0 283 0</inkml:trace>
  <inkml:trace contextRef="#ctx0" brushRef="#br0" timeOffset="-143652.47">13319 9779 49 0,'8'-2'196'0,"2"-2"-16"0,7-2-17 0,-2 3-12 16,5-3-18-16,8-2-10 0,-1 0-14 0,4 1-8 16,0 0-13-16,3-1-17 0,-2 1-25 0,1 1-23 0,-4-1-18 15,3 1-16-15,-1 0-14 0,-1 0 4 0,-11 2 0 16,2 0 5-16,-3 1-7 0,-7 1 19 0,0 0 18 15,0-1 29-15,-4 1 25 0,-7 2 32 16,11-2 20-16,-11 2 5 0,8-3 10 0,-8 3-9 16,0 0-3-16,0 0-7 0,6-3-7 0,-6 3-10 0,0 0-7 15,0 0-9-15,2-5-8 0,-2 5-19 16,0 0-22-16,0 0-38 0,0 0-65 0,2-8-82 16,-2 8-92-16,0 0-152 0,3-12-428 0,-3 12 190 15</inkml:trace>
  <inkml:trace contextRef="#ctx0" brushRef="#br0" timeOffset="-140363.22">14323 9509 41 0,'-6'-10'209'0,"0"5"-17"15,6 5-9-15,-15-4-9 0,5 4-11 0,-3 4-8 16,0 3-13-16,-2 2-5 0,-5 8-10 0,1 1 0 16,-2 2-10-16,4 5-3 0,-3-1-9 0,5-1-9 15,1 2-10-15,3-1-9 0,4 0-5 0,-1 1-5 0,8-6-11 16,0-1-5-16,4 0-2 0,2-1-4 0,-1-1-6 15,6 3 0-15,0-5-8 0,5-2 0 16,0 0-3-16,2-4-5 0,2 0-12 0,1-1-4 16,6-3-7-16,-1 0-10 0,3-4-9 0,0-1-1 0,-2-2-11 15,0-4-5-15,-8 1 3 0,1 0-2 16,-2-2 3-16,2-1 3 0,0-1-2 0,-4 0 9 16,1-2 1-16,-2-1 6 0,0 0-5 0,-4-3 6 0,-2 2 2 15,0-2 5-15,2 0 4 0,-4 1 13 0,-1 1 5 16,-3-1-2-16,-1 2 5 0,1 2 9 0,-1 2 3 15,0 0 4-15,-1 3 0 0,-1 6-5 0,2-10-5 16,-2 10-4-16,0 0-1 0,0 0-3 0,0 0-3 16,0 0 3-16,0 0 1 0,-12 25-1 0,7-12-5 15,1 1 2-15,-2 3 0 0,3-2 2 0,3 1-7 16,-3-1 1-16,3-2 0 0,4-1-2 16,-3 2-1-16,2-3 3 0,3 1-3 0,-1-1 2 0,1-2 0 15,0 1 2-15,3-1-5 0,-1-1 3 0,-1-3 3 16,3 2-7-16,-2-4 2 0,1 1 3 0,-3-2-3 15,2 0 7-15,-8-2-6 0,15 0 7 0,-7-2-5 16,0-1-4-16,-1 0-2 0,2-3 3 16,-1 1-5-16,1-4 5 0,-4 2-1 0,3 0-9 0,-3-3 0 15,4 1-5-15,-4-3 10 0,-1 2-6 0,1 0 0 16,-1-6-2-16,1 1-3 0,-3 3 1 0,2 0-5 16,0 1 0-16,0 2 5 0,-2-1 12 0,0 2 0 15,2 5 0-15,-2-4-6 0,-2 7-2 0,5-7-1 16,-5 7 1-16,10 0-1 0,-10 0 0 0,0 0 0 15,17 11 3-15,-10-5 2 0,0 2-5 0,-2 2 3 16,0 1-1-16,2-2 1 0,0 5 0 0,-3-2 2 16,1-2 1-16,0 0 1 0,-1 0-3 0,-2 0 2 15,0-2 0-15,-1-2 1 0,2 1-2 0,-3-7 2 16,3 9 3-16,-3-9 10 0,3 8 14 0,-3-8 6 16,0 0 5-16,3 6-3 0,-3-6-2 0,0 0-1 15,0 0 6-15,0 0-2 0,0 0-1 0,0 0-2 16,5-29-6-16,-4 22-1 0,4-4-4 0,1 3-2 15,4-6 1-15,-4 4-1 0,4-4-5 0,2 2-2 16,1-2-3-16,-4 4-2 0,0 3-2 0,3 0 2 16,-1 1-4-16,-4 1 0 0,2 1-1 0,0 3 0 15,-9 1-4-15,13 1-1 0,-3 2 3 0,-2 1-1 16,-2-1-6-16,2 6 6 0,-3-2-1 0,1 3 3 0,-1 0-8 16,-1 0 3-16,-2 1-1 0,3 1-18 15,-4-1-23-15,3 5-24 0,-3-5-31 0,-1 0-41 16,0 3-43-16,2-2-32 0,4-2-40 0,-3 0-149 15,-3-10-438-15,16 11 193 0</inkml:trace>
  <inkml:trace contextRef="#ctx0" brushRef="#br0" timeOffset="-139748.37">15376 9726 239 0,'-4'-11'231'0,"-3"0"-8"0,-1 1-4 16,-2 0-11-16,1 3-10 0,-3 2-8 0,0 1-13 0,3 1-11 15,-4 5-15-15,-4 2-7 0,-1 2-9 16,3 3-5-16,-3 0-13 0,3 5-7 0,1 0-9 16,1 0-5-16,1 2-9 0,1-1-10 0,6 1-7 15,-1-1-7-15,4-3-6 0,2 0-3 0,0 4-6 0,2-3 0 16,5-1-12-16,-3-2 7 0,7-1-9 16,1 2-2-16,-2-2-4 0,5-3 1 0,0-4-6 15,-3-2 0-15,8-1-2 0,0 0 0 0,-2-3 1 16,0-2-3-16,0-2 1 0,-2-1-7 0,-1-2-1 15,0-1 1-15,-1-1-5 0,-4 0 0 0,1-3-2 0,0-2 1 16,-1-7 6-16,-4 6-5 0,1-7-8 16,1-2 10-16,-4 1-6 0,-1 0 5 0,1-3-5 15,-3 3 1-15,-1 0 0 0,-1 3 3 0,1 4-3 16,-1 2 2-16,1 1-5 0,-3 4 10 0,3 5-2 0,0 0-1 16,-1 1 3-16,1 7-11 0,-2-9 7 0,2 9-2 15,0 0-10-15,0 0 9 0,0 0-8 0,-6 34 3 16,1-7 5-16,0 0-4 0,2 4-1 0,-2-3 4 15,5 1 5-15,-1-3-7 0,0 0 0 16,3-2 1-16,0-3 0 0,3 3 0 0,0-7 0 0,2-1-3 16,1 0 5-16,1 0 1 0,4-4-3 0,-3-3 2 15,0-2 1-15,5 3 5 0,1-4-1 0,3-2 2 16,-6-1-5-16,6-1-2 0,-5-2 3 0,5-3 0 16,-2-1-2-16,-1-1 0 0,0-1 5 15,-5-1 2-15,2-2-11 0,2-1 2 0,-4 1 0 0,0-3 7 16,-1-2-5-16,-2 4 5 0,0-6-8 0,-2 4 3 15,0-2-2-15,0 3 3 0,-4 2 5 0,2-1 7 16,-1 4 6-16,-2 0-9 0,-1 6 2 0,2-9-9 16,-2 9 1-16,0 0-1 0,0 0 1 0,0 0-6 15,0 0-1-15,0 0 6 0,0 0-1 0,-7 31 0 16,4-21-11-16,1 1 9 0,0 0-11 0,1 0-13 16,2-1-18-16,-1 2-20 0,2-1-23 0,0-1-30 15,1 1-39-15,1-2-39 0,-3 2-63 0,6-4-50 16,-4 2-215-16,-3-9-555 0,8 9 245 0</inkml:trace>
  <inkml:trace contextRef="#ctx0" brushRef="#br0" timeOffset="-139587.18">15714 9492 66 0,'-7'-8'195'0,"2"-1"-24"0,1 5-23 15,2-2-24-15,2 6-28 0,0 0-31 0,0 0-48 16,0 0-52-16,0 0-107 0,25 7-152 0,-12-5 67 16</inkml:trace>
  <inkml:trace contextRef="#ctx0" brushRef="#br0" timeOffset="-139337.98">16073 9450 121 0,'1'-11'267'15,"-1"11"1"-15,0-10-5 0,0 10-11 0,1-7-18 16,-1 7-22-16,0 0-19 0,0 0-24 0,0 0-14 16,0 0 4-16,0 0 10 0,0 0 6 0,0 32 1 15,0-14-1-15,2 7 1 0,-4 3 0 0,2-2-43 16,0 1 1-16,-2 0-13 0,0-1-14 0,0-7-5 16,-2 5-8-16,4-5-12 0,-1 0-8 0,1 0-4 15,0-1-13-15,0 0-13 0,0-4-19 0,1-3-48 16,0 1-35-16,0-1-21 0,-1-1-27 0,2 1-22 15,-2-11-32-15,0 13-32 0,0-13-30 0,4 9-36 16,-4-9-37-16,0 0-182 0,0 0-517 0,0 0 228 16</inkml:trace>
  <inkml:trace contextRef="#ctx0" brushRef="#br0" timeOffset="-139066.83">15986 9651 118 0,'-3'-8'165'16,"3"8"-9"-16,0 0-15 0,11-7 8 0,-4 6-3 15,5-1-5-15,7 0-11 0,-1 2-7 0,3-2-6 16,9-1-8-16,-10 3-2 0,11 0 2 0,-3-3-15 16,-6 3-6-16,6 0-3 0,-8 0-11 0,-2-1-1 15,0 2-7-15,-5-1-2 0,1 1-1 0,-3 1-2 16,-2-2-6-16,-1 0-3 0,-8 0 1 0,13 5 6 16,-8-3 1-16,1 1 10 0,-1 1 3 0,0 2 2 15,-2 0 2-15,0 1 0 0,-2 1-5 0,3 2-7 16,-3 0-5-16,-1 0 0 0,1 2-4 0,-1-1-9 15,0 1-5-15,0-1-1 0,-1 0-15 0,0 0-22 16,1 2-24-16,-1-1-22 0,-2-1-29 0,3-1-41 16,-1-1-57-16,1-2-58 0,-2 1-59 0,2-8-144 15,-4 12-465-15,4-12 206 0</inkml:trace>
  <inkml:trace contextRef="#ctx0" brushRef="#br0" timeOffset="-138877.28">16378 9517 1762 0,'-1'-20'17'0,"-1"2"13"0,1 4-10 16,0 5-14-16,0 0 1 0,-1 1 8 0,2 8-25 16,-2-8 6-16,2 8-1 0,0 0-9 0,0 0-27 15,0 0-24-15,19 11-34 0,-11-4-41 0,2 2-107 16,0 0-267-16,-1-1 118 0</inkml:trace>
  <inkml:trace contextRef="#ctx0" brushRef="#br0" timeOffset="-138290.41">16630 9614 11 0,'-5'8'194'0,"1"-4"3"15,0 3-1-15,-1 1-3 0,0 1-10 0,1 1-5 16,0 1-7-16,0-1-7 0,2 0-10 0,-1 3-13 15,1-2-6-15,0 2-13 0,1-2-13 0,2 1-8 0,-1 2-8 16,3-4-7-16,-2 1-8 0,3-1-8 16,0-2-5-16,0 2-6 0,2-2-7 0,-1-2-3 15,5-1-6-15,-2 1 2 0,1-3-6 0,0-1-3 16,-1 0-1-16,-1-1 1 0,-7-1-5 0,17 0-1 0,-11-1-1 16,2 0-4-16,-8 1-2 0,10-6-4 15,-3 3-2-15,-2-2-1 0,0 0 2 0,1-3-7 16,-3-1 0-16,1 0-3 0,-2 0-4 0,2 0 0 15,-3-2 0-15,1 0-6 0,-1 0 1 0,-1-1-1 16,2 3-1-16,-3-2-5 0,1 1 0 0,0 0 3 16,1 1 1-16,2 0 1 0,1 2 4 0,-2 3 3 15,-2 4-3-15,7-9-2 0,-2 7 5 0,-5 2-6 16,11 0 2-16,-11 0 1 0,16 8-2 0,-6-1 3 16,-1 2 0-16,-1 1 7 0,-4 0 2 0,4 1-3 0,-1 3 5 15,-1-3 3-15,-2 0 6 0,0-1-3 0,0 0 3 16,1 0-7-16,-4-2 3 0,1-2 0 15,1-1 0-15,0 1 1 0,-3-6 10 0,0 0 5 16,0 0 21-16,0 0-1 0,0 0 0 0,2 11-9 16,-2-11 0-16,0 0-2 0,0 0-7 0,0 0 0 0,0 0 0 15,0 0 2-15,0 0-13 0,4-29 3 16,1 22-2-16,2-3-9 0,1 0 2 0,0 1 1 0,5-1-8 16,2-3-1-16,-3 1-5 0,3 1-4 15,-2 2 4-15,0 3-4 0,-2 0-5 0,1 2 0 0,-1 3-4 16,-3-2 0-16,0 3 5 0,-8 0-3 0,15 4 1 15,-9 1-1-15,-1 0 3 0,3 1-2 0,1 0 0 16,-4 1 6-16,0 1-3 0,-1 1-4 0,-1-2 6 16,1 1-5-16,-2 2 4 0,1-1-7 0,0 0-23 15,-3 1-35-15,0-1-31 0,0-1-44 0,0 2-57 16,0-3-71-16,0-7-281 0,0 0-594 0,-5 20 262 16</inkml:trace>
  <inkml:trace contextRef="#ctx0" brushRef="#br0" timeOffset="-136286.33">17636 9360 101 0,'0'0'163'0,"0"0"-9"16,0 0-12-16,0 0-7 0,0 0-12 0,0 0-4 16,0 0-3-16,0 0-4 0,0 0-4 0,0 0-6 15,0 0-7-15,0 0-4 0,0 0-2 16,0 0-8-16,0 0-6 0,0 0-4 0,0 0-8 0,0 0-2 16,-4 23-6-16,4-23-6 0,0 0-3 0,0 0-4 15,-4 8-3-15,4-8-5 0,0 0 3 0,0 0-6 16,0 0-3-16,0 0-2 0,0 0 1 0,0 0 0 15,0 0-2-15,-1 8 0 0,1-8 0 0,0 0 2 16,0 0-6-16,0 0 2 0,0 0-4 0,0 0-1 16,0 0-2-16,0 0 0 0,0 0-1 0,0 0 2 15,0 0-1-15,0 0-2 0,0 0-5 0,0 0 2 16,0 0-1-16,0 0 1 0,0 0-1 0,0 0-2 16,0 0-1-16,0 0 4 0,0 0-7 0,0 0 2 15,0 0-2-15,0 0-1 0,0 0 1 0,0 0-1 16,0 0-2-16,0 0 1 0,0 0-2 0,0 0 0 15,0 0 1-15,0 0 0 0,0 0 0 0,0 0 1 16,0 0-1-16,0 0 0 0,0 0 1 0,0 0 1 16,1 10-3-16,-1-10 0 0,0 0 0 0,0 0 3 15,0 0 4-15,0 0-6 0,0 0-1 0,0 0 5 16,0 0-7-16,0 0 0 0,0 0-1 0,0 0 5 16,0 0-2-16,-2 5 0 0,2-5 0 0,0 0 8 15,0 0-8-15,0 0-1 0,0 0-1 0,0 0 1 16,0 0 0-16,0 0 3 0,0 0 0 0,0 0 0 15,0 0 0-15,0 0-1 0,0 0-3 0,0 0 5 16,0 0-2-16,0 0-2 0,0 0-1 0,0 0 4 0,0 0-1 16,0 0-1-16,0 0-2 0,0 0 4 15,0 0-2-15,0 0-1 0,0 0 1 0,0 0 1 16,0 0-3-16,0 0 5 0,0 0-2 0,0 0 0 16,0 0-1-16,0 0 4 0,0 0-5 0,0 0 1 0,0 0 3 15,0 0 1-15,0 0 6 0,0 0 10 0,0 0 2 16,0 0 3-16,0 0 6 0,0 0 3 0,0 0 4 15,0 0 4-15,0 0-3 0,0 0-1 16,0 0 0-16,0 0-4 0,0 0-2 0,0 0-1 16,0 0 2-16,0 0-3 0,0 0-2 0,0 0 0 15,0 0 2-15,-6-21-2 0,6 21 0 0,0 0 4 16,0 0-6-16,-2-7 2 0,2 7-7 0,0 0-5 16,0 0 0-16,0 0-7 0,0 0 4 0,0 0-9 15,-8 23-1-15,4-12 2 0,0 6 0 0,-1 2-4 0,2 2 7 16,-1-2-4-16,1 0 1 0,2 5-3 0,0-5 1 15,1 0-1-15,0-2 3 0,1-1-3 0,0-2 1 16,2-1 3-16,2-1-1 0,0-2 5 0,1 2-3 16,1-4 3-16,0 1 8 0,5-3-1 0,-6-3-2 15,3 3 5-15,1-2-1 0,3-4-1 0,-1 2-3 16,-5-2 7-16,5-2-5 0,-1 0-2 16,0-2 0-16,-1-1-2 0,-1 0 6 0,0 1-6 0,0-4-6 15,-3 1-4-15,0-1 5 0,1-1-5 0,0 0 6 16,-3-1-6-16,3 0-2 0,-3 0-8 0,-2 1 7 15,2-4-11-15,-3 4 2 0,1-2-3 0,-1 2 0 16,0 3 0-16,-1 6-2 0,3-9 1 16,-3 9-3-16,3-8-3 0,-3 8-1 0,0 0 6 0,0 0 0 15,0 0-3-15,0 0 12 0,0 0-8 0,11 17 3 16,-9-11-1-16,2 4 0 0,0-3 4 0,1 1-1 16,1 3 7-16,2-2-6 0,0-1 5 0,-1 0 4 15,4 1-8-15,-1-4 5 0,-1 1-14 0,1-1-2 16,-1-2-1-16,1 1-15 0,0-2-5 0,-2-1-3 15,-2 0-15-15,-6-1-3 0,13-1-1 0,-13 1-1 16,13-2-7-16,-13 2-3 0,6-7 3 0,-3 2-4 16,-3 5 3-16,1-12-1 0,-1 12 3 0,-1-17 1 15,-2 8 8-15,1-3 9 0,-2 2 2 0,1 0 8 16,1-2 13-16,1 5 9 0,1-2 9 0,0 9 8 16,0-13-2-16,0 13 2 0,1-14-1 0,3 9 4 15,1-3-5-15,4 2-1 0,2-1 3 0,5-2 2 16,0 3-4-16,4-3 3 0,0 2-2 0,7-2 3 15,1 1-2-15,-3-1 0 0,-5 3 0 0,-1-1 0 16,-1-1 2-16,-1 2 1 0,1-3 0 0,-4-1 8 16,-1 1-4-16,-1 3 6 0,-3-1 2 0,0-1 1 15,-1-1 5-15,0-2-6 0,-3 3 7 0,1-1 2 16,-1-1-1-16,0 1 1 0,-3 2-2 0,-1 1 2 16,-1 6-1-16,6-8-3 0,-6 8-3 0,2-8-1 15,-2 8-7-15,0 0 2 0,0 0 0 0,0 0-5 16,0 0 5-16,-4 36-2 0,-2-18-2 0,0 8 1 15,-1 0-3-15,0 4 3 0,0-1 0 0,1 2-2 0,-2-2-2 16,2-1 0-16,2-1 6 0,-1-3-5 16,2-5 0-16,2-2 0 0,0 0 2 0,-1-5-4 15,2 0-1-15,-1-2 1 0,0-1 2 0,1-9-2 16,-3 12 0-16,3-12 0 0,-1 10-1 0,1-10-3 0,4 7 2 16,-4-7-3-16,0 0-1 0,5 3-1 0,-5-3 4 15,0 0-1-15,15-5-1 0,-7 3 1 0,3-4 1 16,1 2-3-16,4-1 2 0,0-1-1 15,-2 2 2-15,0 2-1 0,0 0-1 0,-1-1 0 16,5 3 1-16,0-2-1 0,-3 2 1 0,-2 0 0 16,7 0 3-16,-4-1 0 0,4 0-1 0,-1-1 1 0,-1 2 1 15,2-1 5-15,-3-1-6 0,1 0 2 16,-5 0 0-16,1-2 0 0,-3 1 0 0,-2-1 7 16,1-1 1-16,-1-1-2 0,-3 3 2 0,-1-2-3 0,0-1 0 15,1-3 2-15,-5 3 4 0,1-2 2 0,-2 8 3 16,1-14-1-16,-1 7 5 0,0 7-3 0,-5-13-8 15,1 9 2-15,4 4-2 0,-10-5-1 16,2 5-4-16,8 0 1 0,-20 5-2 0,8-2-2 0,3 4-4 16,-6 3 2-16,6-1 0 0,-3 5 0 0,0-3-23 15,3 2-26-15,4-2-30 0,1 1-45 0,-1-1-52 16,3 3-42-16,2-3-38 0,2 1-153 0,3-1-441 16,0-2 195-16</inkml:trace>
  <inkml:trace contextRef="#ctx0" brushRef="#br0" timeOffset="-136071.15">18868 9687 28 0,'7'-11'222'0,"4"-1"1"16,1-1-9-16,-1 1-8 0,1 1-13 0,-2 2-15 16,-2 1-12-16,1 2-8 0,-2 0-16 0,1 0-11 15,-1 5-17-15,-7 1-10 0,12-2-11 0,-12 2-3 16,12 6-11-16,-7-2-5 0,2 3-9 0,-2 1-6 15,-1 1-3-15,-1 2-5 0,0 1-1 0,-1 0-31 16,0 0-26-16,-1 0-37 0,-1 1-50 0,4 0-60 16,1 1-65-16,-2-2-148 0,1-1-396 0,3-3 175 15</inkml:trace>
  <inkml:trace contextRef="#ctx0" brushRef="#br0" timeOffset="-135675.65">19550 9551 69 0,'1'-10'286'0,"1"4"-13"0,-1-2-23 16,-1 8-26-16,4-9-25 0,-4 9-19 0,0 0-6 16,0 0-12-16,11 13-6 0,-6-2-10 0,2 5 0 15,-1 3-11-15,3 3-11 0,1 2-14 0,-3 0-5 16,-1-6-2-16,-1 1-5 0,0 1-7 0,3-1-11 15,-2-3-4-15,0 1-3 0,-1 1-12 0,0-2-6 16,-1-3-5-16,1-2-2 0,-2-2-3 0,0 0 0 16,0-2-8-16,-2-2-1 0,1 1 2 0,-2-6 6 15,6 8 7-15,-6-8 9 0,5 3 9 0,-5-3 5 16,0 0-4-16,16-6 3 0,-11 1-5 0,3-3-12 16,1-2 6-16,0-3-7 0,-1-2-2 0,1 0-4 15,2-2-6-15,-3-2-3 0,6-5-10 0,-3 2 4 0,0-6-3 16,1 1 0-16,0 1-11 0,-2-3-3 15,3 0-3-15,-2 2 1 0,2 1-8 0,-4 8-7 16,-1 4-8-16,-1-1-4 0,-3 5-18 0,1 2-36 16,-1 1-36-16,-3 1-45 0,-1 6-34 0,7-6-22 15,-7 6-36-15,10 2-35 0,0 4-50 0,-3 1-203 16,0 1-568-16,2 2 251 0</inkml:trace>
  <inkml:trace contextRef="#ctx0" brushRef="#br0" timeOffset="-135268.65">20193 9642 150 0,'-9'1'269'0,"-1"2"-1"16,-1 2-7-16,-2 1-11 0,-2 2-14 0,-1 3-14 0,0 1-12 16,0-1-24-16,0 2-6 0,1 1-16 0,2 1-19 15,1-1-9-15,1-1-13 0,4 0-6 16,2-2-13-16,1 1-8 0,-1 1-3 0,5-3-16 15,-1 2-7-15,3-2-4 0,-1 0-9 0,6-1 12 16,-4-3-21-16,1 0 4 0,3-3 4 0,0 2 5 0,1-1-4 16,0-2-12-16,-1 0 2 0,-7-2 0 0,18-2-6 15,-9 2-4-15,2-3-3 0,0-1-2 16,-1-2-2-16,-1 2-7 0,3-2 2 0,-3-2-1 16,0 1 0-16,1-3-3 0,-3 3-1 0,2-1-5 0,-1-1 4 15,1 0-2-15,-3 2-2 0,1-2 1 0,-3 3 6 16,1 1-1-16,0 2-7 0,-5 3 4 0,5-6-6 15,-5 6-9-15,5-4 6 0,-5 4-9 0,0 0 0 16,0 0 5-16,6 12 1 0,-6-12-2 0,0 14 2 16,0-6 11-16,2 3-13 0,-4-1-1 0,1 1-8 15,-1 1 10-15,0-2 3 0,0 4 2 0,-1-4-29 16,2 2-36-16,-2 1-30 0,2-2-41 0,0-1-42 16,-2-1-53-16,3-2-46 0,0-7-40 0,3 14-239 15,-3-14-590-15,5 10 262 0</inkml:trace>
  <inkml:trace contextRef="#ctx0" brushRef="#br0" timeOffset="-134922.9">20593 9723 225 0,'0'0'257'0,"-1"-10"-10"15,1 10-17-15,0 0-7 0,-9-6-19 0,9 6-16 16,-13 2-14-16,13-2-13 0,-18 8-14 0,9-3-14 15,1 2-16-15,1 1-10 0,-3 1-9 0,4 1-9 16,0-1-10-16,3 4-8 0,0-2-7 0,0 0-6 16,3-1-7-16,3 0 1 0,0-1-10 0,3 1-4 15,-1 2 2-15,1-2-7 0,3-2-4 0,0 5 0 16,-1-3-3-16,1-1-5 0,1 1-5 0,-1-3 4 16,-1 1-6-16,-1-1-1 0,-3-1-1 0,0-3-1 15,0 2-1-15,-1-1-2 0,-3-4 3 0,6 7 6 16,-4-3 8-16,-2-4 14 0,2 9 8 0,-2-9 9 15,-8 5 2-15,0-2-11 0,-3 1-4 0,-1 1-4 16,-3 1-7-16,-3-1 6 0,0 0-9 0,1-2-9 16,3 0-13-16,0 0-17 0,1-1-20 0,-1 0-28 15,4-1-24-15,-3 1-36 0,3-2-52 0,10 0-68 16,-13 0-286-16,13 0-567 0,0 0 252 0</inkml:trace>
  <inkml:trace contextRef="#ctx0" brushRef="#br0" timeOffset="-134397.06">20842 9804 10 0,'9'-3'189'16,"3"2"-8"-16,0-2-24 0,0 2-14 0,1-1-13 16,-3 2-15-16,2 2-9 0,-5-1-25 0,1 1-25 15,-8-2-15-15,7 4-19 0,-7-4-26 0,4 6-14 0,-4-6-8 16,0 0-3-16,0 0 3 0,-10 17 5 15,4-10 0-15,-4 0 10 0,0 0 8 0,0 1 26 16,-1 0 9-16,-1-2 23 0,-3 3 16 0,3-4 18 16,-2 4 8-16,3-4 5 0,-1 1 1 0,3-2 0 15,3-1-11-15,0-2-7 0,6-1-5 0,-9 5-9 0,9-5 0 16,-3 6-4-16,3-6-4 0,0 0-5 0,0 0-6 16,14 4-7-16,-1-2-4 0,5-4-23 15,1 2-12-15,9-3-16 0,1 1-31 0,1-1-30 16,2-1-26-16,-3 0-16 0,3 1-14 0,-1-1-7 0,-3 0-12 15,-1-1-3-15,-7-1 7 0,7-2 9 0,-8-1 16 16,1 1 17-16,-4-3 17 0,2 1 19 16,0-3 10-16,-2 1 17 0,1-8 14 0,-2 5 24 15,-1-6 24-15,-1-1 21 0,-4 6 13 0,0 0 23 0,-1-1 12 16,-2-2 3-16,2 1 14 0,-3 1 14 0,1 2 9 16,-2 3 7-16,-1 2 9 0,-2 3 7 0,3-2 1 15,-2 4-9-15,-2 5-19 0,3-7-11 16,-3 7-4-16,0 0 8 0,0 0 27 0,0 0 22 0,0 0 5 15,-1 29-13-15,-3-13 6 0,1 1-9 0,1 1-6 16,-2 0-8-16,1 0-14 0,0 2-11 0,0 2-13 16,-1-2-9-16,3-1-14 0,-2-1-3 0,2 0-6 15,0 0-7-15,1-1-11 0,-3 0-25 16,3-2-38-16,3 4-54 0,-1-2-44 0,0-7-58 0,-2 1-49 16,0-3-68-16,1-2-76 0,-1-6-294 0,0 13-700 15,0-13 310-15</inkml:trace>
  <inkml:trace contextRef="#ctx0" brushRef="#br0" timeOffset="-134008.25">21646 9662 250 0,'4'-3'261'15,"-4"3"-21"-15,6-2-2 0,-6 2 3 0,0 0-6 16,12 11-11-16,-8-3-2 0,1 3-10 0,-1 1-18 15,-1 3-2-15,3 0-11 0,-1 2-16 0,0-5-4 16,0 4-17-16,1 2-12 0,-2-2-6 16,0-4-7-16,1 0-4 0,1-2-16 0,-1 2 2 0,2-2-12 15,-1 0-2-15,1-1-14 0,-1 2 7 0,-1-6-30 16,-1 0 20-16,2 1 4 0,0-3-1 0,-6-3 1 16,10 4-3-16,-10-4 5 0,7 1-3 0,-7-1-10 0,13-4 0 15,-8 0-6-15,4-2-9 0,-2-1-2 16,0 0-6-16,-1-3 2 0,1 1-2 0,2-7-1 15,3 3-8-15,0-2-4 0,0-2-1 0,-1 1-5 16,6-5-2-16,-2-1-3 0,1 0-2 0,0 3-5 0,1-1 2 16,-6 6-2-16,3-1 6 0,-2 3-17 0,-3 0 7 15,0 4 1-15,-3 0 1 0,-1 2 2 16,-1 1-11-16,0 2-19 0,1-3-21 0,-5 6-34 16,8-5-42-16,-8 5-45 0,5-3-42 0,-5 3-35 15,0 0-39-15,0 0-63 0,0 0-311 0,0 0-707 16,0 0 313-16</inkml:trace>
  <inkml:trace contextRef="#ctx0" brushRef="#br0" timeOffset="-128534.29">22999 9605 65 0,'-1'-6'192'0,"1"6"1"0,-2-12-4 16,2 12-8-16,-2-9-9 0,2 9-16 0,-1-9-18 16,1 9-15-16,0 0-15 0,0 0-9 0,0 0-14 15,0 0 4-15,0 0-11 0,13 24 2 0,-7-10-4 16,1 2-5-16,1 1-4 0,-1 2 1 0,1-1-10 16,-2 1-4-16,3-1 0 0,0-1-4 0,-3 1-4 15,2-2-3-15,0 1-7 0,-1-2-3 0,0-1-2 16,2 1 0-16,-1-1-5 0,0-4 0 0,-1-1-6 15,-1 3 2-15,2-5-1 0,-2 2-1 0,-1-4-3 16,0 0-3-16,1 1-4 0,-3-2 5 0,2 0 5 16,-5-4 9-16,7 5 2 0,-7-5 8 0,7 0-4 15,-7 0 1-15,11-5-3 0,-4 1 3 0,0-4-7 16,2 0 2-16,1-6-3 0,1 1-5 0,-2-2-1 16,3 1 1-16,-2-3-5 0,4-4-2 0,0-2-5 15,-2 0 3-15,2 1-2 0,-3 0 0 0,1-4-3 16,-1 2 7-16,-1 7-9 0,1-7-1 0,0 1 2 15,-3 7-5-15,-2 0 2 0,-1 4-2 0,2 2 1 16,-5 0-5-16,1 4-10 0,1 2-13 0,-4 4-20 16,4-8-8-16,-4 8-8 0,0 0-2 0,0 0-21 0,0 0-26 15,0 0-20-15,-6 28-15 0,0-12-16 16,0 0-26-16,2 1-3 0,0 0-24 0,-1 2-113 16,1-3-351-16,3 1 156 0</inkml:trace>
  <inkml:trace contextRef="#ctx0" brushRef="#br0" timeOffset="-128282.65">23503 9806 53 0,'0'0'163'0,"0"0"-4"0,0 0 4 0,4 5 3 16,-4-5 9-16,0 0-11 0,0 14-5 0,0-14-7 0,-1 15 1 16,1-5-11-16,-3 1-5 0,2 1-8 15,-1 3-3-15,1 4-12 0,0 0-9 0,-2 0-8 16,2-2-6-16,-2 3-10 0,2-2-1 0,0 0-19 0,0-3-4 15,2 3-4-15,-2-2-6 0,1 1-5 0,1-2-3 16,0-3-2-16,0 0-1 0,-2 1-7 0,2-4-13 16,-1 4-16-16,2-4-23 0,-2 1-18 15,0-4-30-15,0 3-25 0,0-9-25 0,0 11-19 16,0-11-15-16,0 7-6 0,0-7-20 0,0 0-23 0,0 0-102 16,0 0-331-16,0 0 147 0</inkml:trace>
  <inkml:trace contextRef="#ctx0" brushRef="#br0" timeOffset="-128028.7">23573 9814 13 0,'9'-6'152'0,"0"1"-6"16,1 1-1-16,4 1 0 0,-2 1-9 16,2 2-3-16,-2 2-5 0,0 1-6 0,1 1-8 0,-1 0 3 15,-2 2-10-15,-3-1-6 0,2 2-3 0,-2-1-7 16,0 2-6-16,-3-2-1 0,1 3-1 0,-2-2-5 15,-3 3 0-15,-1-1-6 0,-3-1-6 0,0 1-4 16,-5 1-3-16,-2 1-4 0,-2 0-8 0,-4 0-1 16,3-1-6-16,-4 0-3 0,2 1-5 0,-1-1-9 15,-1-1-21-15,3-3-16 0,0 2-28 0,2-3-33 16,0-2-36-16,1 0-48 0,2 0-20 16,-1-1-175-16,2 0-382 0,1-2 170 0</inkml:trace>
  <inkml:trace contextRef="#ctx0" brushRef="#br0" timeOffset="-127848.46">23970 9894 87 0,'11'-3'146'0,"0"-1"-16"0,1 3-8 16,2 0-20-16,-2 1-27 0,0 0-17 0,-1-2-30 15,0 1-44-15,-1 1-39 0,-10 0-59 0,12 3-122 16,-12-3 55-16</inkml:trace>
  <inkml:trace contextRef="#ctx0" brushRef="#br0" timeOffset="-127692.52">24040 9947 169 0,'0'0'180'0,"0"0"-6"16,0 0-10-16,0 0-16 0,0 0-12 15,0 0-6-15,0 0-12 0,0 0-15 0,0 0-8 16,14 7-15-16,-8-6-21 0,6-2-30 0,0 2-37 16,1 1-23-16,9-5-39 0,6 3-58 0,-6-1-97 0,5-2-244 15,1 2 108-15</inkml:trace>
  <inkml:trace contextRef="#ctx0" brushRef="#br0" timeOffset="-127515.39">24583 9871 97 0,'0'0'219'15,"0"0"-16"-15,0 0-13 0,0 0-20 0,14-2-16 16,-5 0-21-16,1 3-12 0,4-2-18 0,4 1-30 16,1 0-36-16,1 0-43 0,0-2-47 0,7 0-42 15,-6 0-130-15,-3-1-243 0,1-1 108 0</inkml:trace>
  <inkml:trace contextRef="#ctx0" brushRef="#br0" timeOffset="-127176.38">25117 9637 22 0,'6'-2'226'0,"3"-1"-10"0,-1 2-11 0,2 1-5 16,-10 0-15-16,17 1-9 0,-8 2-6 0,2 2 6 15,-4 2-16-15,4 5-13 0,-1-3-12 0,-1 2-9 16,-1 0-9-16,-3 4-7 0,0-3-6 0,-1 0-12 16,-4 0 4-16,-2 0-9 0,0 4-3 0,-7 1-10 15,2 0-1-15,-5-1-2 0,-2-2-4 0,-5 5-5 16,-3 0 3-16,-1-3-12 0,7-4-7 0,-4 0-2 16,3-2-7-16,1 2-3 0,1-2 0 0,2-1-4 15,2-2-3-15,2-2-3 0,2 2-2 0,1-4-5 16,1 0 1-16,5-3-3 0,-8 5-3 0,8-5-3 15,-4 6 5-15,4-6-3 0,0 0-1 0,0 0 0 16,25 2-7-16,-6-5-8 0,10-5-15 0,-2 3-17 16,2 0-22-16,3-3-33 0,-1 2-27 0,2 1-36 0,-1-2-37 15,0-1-42-15,1 2-46 0,-3-2-141 16,3 2-456-16,-4-2 203 0</inkml:trace>
  <inkml:trace contextRef="#ctx0" brushRef="#br0" timeOffset="-126792.64">25636 9677 16 0,'0'0'243'0,"0"0"-21"0,0 0-17 16,0 0-21-16,0 0-11 0,0 0-10 0,0 0-7 16,0 0-3-16,0 0 1 0,10 33-10 0,-6-20-12 15,0 3-2-15,-1 1-15 0,1 1-3 0,-1 0 1 16,1-2-10-16,1 2-7 0,-1-2-7 0,1 1-9 15,-1-5 3-15,-2 0-13 0,2 5-7 0,1-4-5 16,0-3-4-16,-2 0 6 0,-1 0-11 0,2 0 2 16,0-2-6-16,-1-2 6 0,-1-2 3 0,4-1 6 15,-6-3 17-15,8 8 17 0,-8-8-13 0,8 4 4 16,-8-4-7-16,13-4-12 0,-1-1 18 0,-1-1-22 16,-2-1-1-16,5-4-8 0,1 1-1 0,-1-1-10 15,-1-4-3-15,4 2-5 0,2-5 0 0,1 3-3 16,1-4 0-16,-6 4-8 0,4-3-4 0,-2-1 1 15,-3 3-18-15,4-3-12 0,-4 5 1 0,-3 2-13 16,-1-1-7-16,-2 1-10 0,-1 5-16 0,-3 1-6 16,2 0-18-16,-4 1-15 0,-2 5-23 0,6-7-22 15,-6 7-34-15,0 0-28 0,0 0-20 0,0 0-31 16,0 0-40-16,0 0-168 0,-23-1-497 0,23 1 219 16</inkml:trace>
  <inkml:trace contextRef="#ctx0" brushRef="#br0" timeOffset="-124438.08">26160 10122 15 0,'-9'9'190'0,"9"-9"-14"0,-9 8-20 15,5-3-9-15,-4 1-17 0,2 0-8 0,-3 1-12 16,1 1-7-16,-2 1-13 0,3-1-12 0,1 1-24 0,-1-1-30 16,3 0-34-16,-2-3-34 0,0 1-30 15,0 1-138-15,1-3-229 0,3 1 102 0</inkml:trace>
  <inkml:trace contextRef="#ctx0" brushRef="#br0" timeOffset="-123652.39">26724 9746 2237 0,'5'-13'15'0,"1"2"-12"16,-2 1 24-16,1 1 9 0,-3 2 3 0,1 1 1 15,-3 6-2-15,4-9 2 0,-4 9-4 0,5-9-6 16,-1 6 1-16,2-1-5 0,-6 4 1 0,17-6-4 0,-6 4 1 15,7-2-8-15,2 1 1 0,2 0 5 16,-1 1-7-16,8 0-4 0,-9 2-8 0,3-1-17 16,-3 1-9-16,-3 1-20 0,-2-1-16 0,-7 2-6 15,-1-2-10-15,1 0-6 0,-8 0 2 0,12-2 5 16,-12 2-5-16,7 2 4 0,-7-2 11 0,0 0-5 16,0 0 6-16,0 0 7 0,0 0 7 0,0 0-2 15,0 0 14-15,-25-10 13 0,20 7-2 0,5 3 14 16,-10-1 7-16,10 1 5 0,-12-3 2 0,12 3 1 15,-7 0 0-15,7 0-2 0,0 0 13 0,-11 7 0 0,9-2 18 16,-2 4 23-16,-1 1-3 0,2 2-1 0,1 0-1 16,-2 4-2-16,2 2-5 0,0 0 6 0,1-2 2 15,-1 2 1-15,0 0 4 0,0 1-6 16,0-3-2-16,2 1-2 0,-2-5-3 0,1 1-1 0,1 3-3 16,0 1 0-16,-2-7-4 0,2 2-4 0,-2 0-2 15,2-2-4-15,0-1 3 0,-5 0-3 0,3-1-6 16,0-3-8-16,1 1 4 0,-3 2 0 0,4-8-13 15,-8 8-8-15,1-5-5 0,0 1-4 0,7-4-1 16,-14 3-8-16,8-2 10 0,6-1 2 0,-12-1-1 16,12 1-2-16,-13-1 3 0,7-3-3 0,6 4 4 15,-10-3-1-15,10 3 4 0,0 0 4 16,-9-3-5-16,9 3 1 0,0 0 0 0,0 0-4 0,0 0 0 16,0 0-2-16,0 0-3 0,27-7-13 0,-14 7-12 15,6-1-7-15,3 2-16 0,7-1-14 0,-1-3-17 16,0 3-10-16,1-1-15 0,1-3-15 0,-8 3-2 15,-1 0 0-15,6-3-8 0,-6 3-78 0,-2-3-240 16,-4 1 769-16,3-3-395 0,-5 2 30 0,-3-1 13 16,3 1 24-16,-3-2 18 0,-3-1 19 0,-1-2 14 15,1 0 11-15,-1 0 4 0,0 1 32 0,-4-2 0 16,2 0 13-16,0 0 20 0,-4 1 7 0,3 2 5 16,-1 1 6-16,0 0-8 0,-2 6-3 0,2-10-5 15,-2 10-13-15,2-7-12 0,-2 7-12 0,0 0-7 16,0 0-3-16,0 0 4 0,0 0 3 0,0 0 5 15,6 25-4-15,-6-13 0 0,-2 0-12 16,0 5 3-16,2 2-7 0,0 0-7 0,-2 0-6 0,0-2-4 16,0 3 0-16,2-3 0 0,-2-1-6 0,2 1-13 15,-1-3-18-15,0-2-14 0,-2 1-24 0,3-3-26 16,0-1-31-16,0 1-30 0,-2-3-41 0,2-7-35 16,-2 11-26-16,0-7-133 0,2-4-388 0,-4 4 172 15</inkml:trace>
  <inkml:trace contextRef="#ctx0" brushRef="#br0" timeOffset="-123402.23">27380 9847 37 0,'13'-1'182'16,"-1"2"-3"-16,1 1 3 0,0 3 3 0,-1 2-8 15,-2 0-3-15,0 2-3 0,1 2-5 0,0 2-10 0,-1 3-7 16,-2 0-9-16,-3-2-7 0,-1 3-3 0,-4-7-5 15,0 4-1-15,-2 2-6 0,0-1-3 16,-3-3-10-16,-2 3-9 0,-6 1-4 0,0-1-9 16,-6 2-8-16,2-5-2 0,-8 4-8 0,4-2-6 0,4-5-17 15,-1 1-21-15,0-2-22 0,2-2-20 16,3-2-26-16,-1 0-31 0,1-3-46 0,1 2-54 16,1-2-44-16,5 0-226 0,6-1-484 0,-12-3 214 15</inkml:trace>
  <inkml:trace contextRef="#ctx0" brushRef="#br0" timeOffset="-123060.1">27752 9875 118 0,'7'-4'259'0,"-1"1"-4"0,0 2-6 0,-6 1-13 16,7-8-12-16,-3 7-25 0,-4 1-17 0,0 0-21 15,0 0-18-15,0 0-3 0,0 0-23 0,0 0-11 16,0 0-8-16,-17 13-10 0,8-6-10 0,-1 0-8 15,1 0-6-15,-1 2 0 0,0-1-13 0,3 1-6 16,0 2-3-16,-2 1-4 0,6-2-3 0,-1-2-12 16,0 2-3-16,4-3-8 0,0 3-2 0,4-5-1 15,-3 4 0-15,3-2-3 0,0 1 1 0,0-1-1 16,2-1-1-16,2-1-3 0,-3 1 4 0,-1 0-6 16,2-2 2-16,-3 0 0 0,4-1 2 0,-7-3-5 15,5 8 0-15,-5-8 5 0,6 7-7 0,-6-7-2 16,1 6-1-16,-1-6-1 0,0 0-1 0,-5 9 0 15,5-9 3-15,-11 6-6 0,4-2-1 0,-4-1-6 16,2-1-5-16,-3 0-14 0,1-1-14 0,0 2-22 16,0-2-37-16,-1-1-28 0,-1 1-50 0,2-1-24 15,0 0-167-15,-1-2-410 0,5 1 181 0</inkml:trace>
  <inkml:trace contextRef="#ctx0" brushRef="#br0" timeOffset="-122691.73">28060 9840 85 0,'0'0'236'0,"0"0"-13"0,4-5-17 16,-4 5-8-16,0 0-17 0,0 0-14 0,0 0-12 16,0 0-13-16,-22 7-14 0,15-3-12 0,-1 2-11 15,-3 0-9-15,1 1-10 0,3 2-8 0,-1-1-9 16,2 1-7-16,-2-1-5 0,6 0-6 0,-2 2-6 15,1-1-1-15,3 0-7 0,0 2-3 16,3-2-5-16,1-2-4 0,1 5 0 0,2-5 0 0,-1 2-2 16,2-3-6-16,-1 3 0 0,0-1-3 0,1-2-1 0,0 1-1 15,-1-1-1-15,0 1 0 0,-2-4-4 16,1 1 2-16,-2-1-1 0,1 1-2 0,-1 1 1 16,1-1-1-16,-5-4-3 0,4 6 2 0,-4-6 12 0,0 7 0 15,0-7 0-15,0 0 0 0,-9 9 0 0,5-4 0 16,-5-2-3-16,-2-1 3 0,-3 3-6 0,-2 0 1 15,-4-1 1-15,2-1-9 0,3 0-12 16,-4-2-13-16,2 2-14 0,3-1-23 0,0-2-29 0,1 2-43 16,1-2-36-16,4 0-52 0,0-3-170 0,8 3-419 15,-13-4 185-15</inkml:trace>
  <inkml:trace contextRef="#ctx0" brushRef="#br0" timeOffset="-122482.99">28406 9839 162 0,'11'0'218'0,"-1"-3"-10"0,0 2-15 0,0-2-18 16,3 2-16-16,1 1-13 0,-3 0-16 0,2 1-18 15,-1 0-22-15,-1-1-34 0,-4 2-55 0,2 0-47 16,-4 0-36-16,-5-2-47 0,0 0-104 0,0 0-251 15,0 0 112-15</inkml:trace>
  <inkml:trace contextRef="#ctx0" brushRef="#br0" timeOffset="-122337.42">28295 9959 66 0,'0'0'197'15,"0"0"-7"-15,0 0-8 0,0 0-21 0,18 8-14 16,-6-10-13-16,-1-1-14 0,8 3-11 0,1-1-22 15,0-1-37-15,2 1-38 0,6-2-36 0,-2 0-50 16,0-4-56-16,-5-1-75 0,0 4-222 0,3-5 99 16</inkml:trace>
  <inkml:trace contextRef="#ctx0" brushRef="#br0" timeOffset="-121526.66">28907 9664 160 0,'-2'-7'226'0,"2"7"-9"0,-3-10-15 0,1 4-14 16,2 6 1-16,-1-9-5 0,1 9 1 0,1-10-8 16,-1 10-8-16,0 0-6 0,0-9-7 0,0 9-16 15,0 0-14-15,0 0-4 0,-4-9-15 0,4 9-13 16,0 0-13-16,0 0-11 0,0 0-5 0,0 0-7 16,0 0-4-16,0 0 1 0,-1 31 3 0,-2-19-1 15,3 3 4-15,-3 1 10 0,1 1 2 0,1-2 0 16,-1 1 6-16,-2 1-13 0,2-2 3 0,1 0-12 15,-2-2 1-15,3-2-7 0,-1 1-3 0,-3-1 0 16,2 1 5-16,0-2-20 0,1 2-1 16,-2-3-2-16,2 2-5 0,-3-2 0 0,3-1-11 0,0-2-36 15,-1 2-24-15,-1 1-25 0,1-2-18 0,2-7-30 16,-4 12-31-16,1-5-36 0,0-2-41 0,3-5-32 16,-6 7-39-16,2-4-169 0,4-3-507 0,0 0 225 15</inkml:trace>
  <inkml:trace contextRef="#ctx0" brushRef="#br0" timeOffset="-121212.13">29007 9825 92 0,'0'0'207'0,"1"15"-3"16,-1-15-11-16,2 10-7 0,-2-4-13 15,2 1-8-15,-2-7-14 0,7 15-8 0,-1-8-12 16,2 2-8-16,1-3-6 0,0 1-8 0,6 3-5 15,-4-5-3-15,3-1-6 0,2 3 1 0,0-3-7 0,-2-2-6 16,0-4-6-16,-1 2-2 0,-1-1-8 0,2-2 0 16,-3-1-10-16,2 1 1 0,-4-2-7 0,0-1-2 15,0 1-1-15,0-2-3 0,-3 0-3 16,-1-1-4-16,1 1-6 0,-3-1-3 0,2-1-1 0,-3 0 0 16,-1-2-2-16,0 0 18 0,-2 1-10 0,-2 1 0 15,0-1-6-15,-1 2-6 0,-1-2-10 0,0 3-6 16,-3 1-10-16,-4 1-15 0,0 2-15 0,-5 0-18 15,-1 1-23-15,-4 2-35 0,2 1-48 0,2 2-55 16,-1-2-52-16,1 5-174 0,4-4-474 0,2 2 210 16</inkml:trace>
  <inkml:trace contextRef="#ctx0" brushRef="#br0" timeOffset="-120626.09">29413 9774 121 0,'0'0'226'16,"16"1"1"-16,-16-1-4 0,9 6-5 0,-5-3-11 15,-1 2-8-15,1 2-11 0,-2 0-10 0,1-2-15 16,0 2-7-16,-3 3-15 0,4-2-9 0,-3 1-11 16,-1-2-11-16,0-7-9 0,1 12-11 0,-1-12-7 15,0 10-5-15,0-10 1 0,1 6 7 0,-1-6 2 16,0 0 6-16,0 0 1 0,0 0 6 0,2 6-5 15,-2-6-11-15,0 0-2 0,0 0-14 0,0 0-5 16,0 0-7-16,0 0 0 0,-13-22-7 0,12 17-6 16,1 5-3-16,-1-12-13 0,1 12 4 0,2-15-3 15,-1 6-5-15,4 0-5 0,0 1 0 0,1-3-10 16,1 1 0-16,2-4-16 0,1 6-1 0,-1 1 12 16,2-1-3-16,-1 2-8 0,-1-1-2 0,1 4 0 15,2 0 3-15,-7 3-2 0,4 0 0 0,-9 0-2 16,14 2 0-16,-5 2-1 0,-3 1 2 0,-1 0-4 15,5 2 5-15,-7-1 1 0,3 3-1 0,-1-2 2 16,-1-1 4-16,-1 1 0 0,-1-1-3 0,1-2 2 16,-3-4 5-16,5 10 1 0,-2-6 0 0,-3-4-4 15,2 6 3-15,-2-6 10 0,0 0-9 0,4 5 0 16,-4-5 6-16,0 0 3 0,0 0-6 0,0 0-3 16,0 0 0-16,0 0 10 0,0 0-8 0,0 0 8 15,6-18-22-15,-6 18 0 0,7-10 1 0,-3 5 6 0,2-2-7 16,0 0-5-16,3 0-8 0,-1 0-8 15,3-1 1-15,1 3 6 0,-2-1 1 0,2 0 5 16,-2 2 0-16,-1 1-6 0,1 3 7 0,-2-2-2 16,-8 2 1-16,14 4 0 0,-9-1 2 0,0 2 2 0,0 0-1 15,-1 0-2-15,0 3 4 0,-1 0 2 16,0 1 0-16,0-1 2 0,-1 2 0 0,1-2 4 16,-3 1 1-16,0 2 3 0,0-2 1 0,0-2-21 15,-1 2-46-15,-1 1-46 0,1-3-64 0,1-7-85 0,-1 14-275 16,1-14-580-16,0 8 257 0</inkml:trace>
  <inkml:trace contextRef="#ctx0" brushRef="#br0" timeOffset="-120152.61">30068 9785 162 0,'0'0'250'0,"0"0"-9"15,12 9-12-15,-12-3 0 0,2 1-12 0,-2-7-12 0,1 13-9 16,-1-6-16-16,0-7-9 0,-4 15-9 0,2-7-9 16,0 3-9-16,1-4-11 0,-1-1-5 0,0 1-13 15,2-7-12-15,-3 11-6 0,1-6-6 0,2-5-3 16,-2 7-1-16,2-7 4 0,0 0 11 0,0 0 12 16,-3 9 2-16,3-9 4 0,0 0-20 0,0 0-22 15,0 0 11-15,0 0-14 0,0 0-6 0,0 0-6 16,-5-22-6-16,5 22-14 0,0-13 7 0,1 3-8 15,1 1-1-15,0 0-10 0,2-2-2 0,4-3-4 16,-1 2 7-16,0-2-11 0,0-2-3 0,2-2-8 16,1 2-2-16,2 0 1 0,5-4-27 0,-2 0 22 15,-1 5-12-15,-2 1 9 0,0 2-6 0,0 0 9 16,-3 4-15-16,1 0 6 0,-1 2-3 0,0 3-5 16,-3 1 1-16,-6 2-6 0,14 2 2 0,-7 2 9 15,0 3-5-15,-1 3 11 0,-3 1 8 0,2 2 9 16,2 1-4-16,-3 2 16 0,-2 1 1 0,0-2 4 15,-1-2-10-15,0-2 7 0,0 3-1 0,1-2-3 16,-1 1 0-16,-1 1 1 0,1-3-5 0,1-1 4 16,-1 1-6-16,1 0 2 0,-3-3-3 0,5 1-4 15,-4 0-32-15,1-3-31 0,-1-6-56 0,1 12-48 16,-1-6-33-16,0-6-31 0,0 9-53 0,0-9-43 16,0 0-47-16,-6 6-215 0,6-6-620 0,0 0 275 15</inkml:trace>
  <inkml:trace contextRef="#ctx0" brushRef="#br0" timeOffset="-120025.38">30162 9819 25 0,'0'0'194'0,"3"-10"-16"0,-3 10-18 16,10-6-13-16,-3 3-17 0,4 0-13 0,3 0-45 16,4-1-73-16,9-3-170 0,-7 1-185 0,8-4 83 15</inkml:trace>
  <inkml:trace contextRef="#ctx0" brushRef="#br0" timeOffset="-119857.23">30643 9654 45 0,'0'0'283'0,"0"0"-22"16,0 0-25-16,1-8-22 0,-1 8-25 15,0 0-28-15,0 0-33 0,0 0-30 0,0 0-38 16,0 0-48-16,0 0-47 0,0 0-44 0,0 0-47 15,5 12-116-15,-5-12-261 0,0 0 116 0</inkml:trace>
  <inkml:trace contextRef="#ctx0" brushRef="#br0" timeOffset="-116702.08">8192 10540 19 0,'-7'-5'211'0,"2"0"-4"16,-1 1-6-16,1 0-2 0,5 4 4 15,-8-8-7-15,8 8-11 0,-7-5-11 0,7 5-15 16,-2-6-17-16,2 6-13 0,0 0-14 0,0 0-13 16,17-12-9-16,-5 8-9 0,6-1-11 0,3 1-4 0,8-2-12 15,2 1-3-15,2 0 2 0,0 2-11 0,-1 2-6 16,0-2-15-16,-3 0-16 0,-7 1-25 0,-3 1-26 15,-1-1-33-15,-6 4-31 0,-3-2-31 0,-2 1-18 16,0 0-17-16,-7-1-1 0,7 4-15 0,-7-4-107 16,0 0-320-16,0 0 142 0</inkml:trace>
  <inkml:trace contextRef="#ctx0" brushRef="#br0" timeOffset="-116482.52">8220 10500 56 0,'-11'1'136'15,"4"2"-1"-15,-1 2 5 0,0 0-3 0,1 5 7 16,-1 5 3-16,-1 0-6 0,1 2-3 0,-2 8 1 16,5 5-3-16,-3-5-6 0,2 6-9 0,1-2-11 15,-1 2-3-15,2 2-12 0,0-3-5 0,-1-2-13 16,1 1-6-16,1 0 9 0,-1-1-7 0,1-1 1 16,-2-4-14-16,1 4-4 0,0-8-6 0,0 1-24 15,-1-2-23-15,1-3-24 0,-1 2-29 0,1-7-45 16,2 2-35-16,-1-5-28 0,2 0-19 0,1-7-22 15,-5 9-108-15,1-6-334 0,4-3 148 0</inkml:trace>
  <inkml:trace contextRef="#ctx0" brushRef="#br0" timeOffset="-116171.09">8047 10883 68 0,'13'-4'153'16,"0"1"1"-16,4-1-8 0,-1 1-14 0,4 2-8 15,1 1-6-15,6 1-9 0,-6-2-9 0,2 1-5 16,5-1-4-16,-1 1-8 0,-5 2-7 0,0-4-10 16,-1 2-1-16,0 0-7 0,-2-2 1 0,-1 1-1 15,0-1 2-15,-3 2-3 0,-2-2 7 0,0 0-3 16,-2 1 0-16,0-2 1 0,-4 2 5 0,1-1 2 16,-8 2 1-16,11-2 0 0,-5-1-3 0,-6 3 1 15,0 0-9-15,0 0-3 0,12 0-8 0,-12 0-5 16,0 0-4-16,7 3-5 0,-7-3-1 0,2 6 1 15,-1 1 1-15,-1 2 1 0,2 1-9 0,-4 0-5 16,0 3 1-16,-1-2-14 0,2 3-16 0,-4 0-12 16,1 1-15-16,0-4-25 0,-1 5-32 0,0 0-29 15,1 0-21-15,0-6-27 0,2 0-22 0,-2-1-17 16,0 0-126-16,2-2-359 0,0-1 159 0</inkml:trace>
  <inkml:trace contextRef="#ctx0" brushRef="#br0" timeOffset="-116023.08">8434 10799 38 0,'2'-16'103'0,"0"5"-17"0,-1 0-11 0,2 4-19 16,-3 7-24-16,8-12-20 0,-2 9-17 0,0 1-28 16,-6 2-28-16,13 5-66 0,-5 2 30 0</inkml:trace>
  <inkml:trace contextRef="#ctx0" brushRef="#br0" timeOffset="-115784.49">8698 11028 6 0,'6'-5'224'16,"-2"0"-7"-16,1-3-3 0,0 1-15 0,0-2-12 16,0 0-18-16,3-1-14 0,-2 0-11 0,2-5-2 15,0 2-7-15,1 3-10 0,1-4-11 0,0 2-3 16,3 1-15-16,-4 2-10 0,1 2-10 0,1 2-7 15,0 1-10-15,-1 3-6 0,1 2-5 0,-3 1-1 16,1 2-9-16,2 2-2 0,-1 3-5 0,-5 0-4 16,2 4-2-16,0 2-8 0,-2 1-12 0,-1-5-17 0,1 4-19 15,-1 2-25-15,1 0-30 0,1-2-39 16,-2-3-30-16,1-1-31 0,0-1-26 0,-1 1-120 16,2-1-360-16,2-1 159 0</inkml:trace>
  <inkml:trace contextRef="#ctx0" brushRef="#br0" timeOffset="-115348.25">9233 10910 190 0,'0'0'218'0,"-5"-9"-7"0,0 4-12 0,-3-1-13 16,1 6-12-16,7 0-9 0,-17 3-8 15,7 0-2-15,-1 5-6 0,-3 1-11 0,2 4-4 16,0 0-9-16,-2 3-3 0,5 0-3 0,-1 0-13 15,2 0-7-15,2 1-11 0,1-2-6 0,1 0-11 16,4-3-6-16,0 1-1 0,1-1-11 0,2-2-5 0,-1 0-7 16,5-1-2-16,-1-1-1 0,3-2 3 0,0-1-8 15,-3-1-4-15,2-3-1 0,3-1-8 16,1-3-8-16,2 1-2 0,1-4-4 0,-3-1-5 16,-1-1 3-16,-2-2-2 0,3-4-4 0,-1-1 1 0,-2-1 0 15,-1-1-2-15,2-6-4 0,-6 4-1 16,2-6-1-16,-4-2 8 0,0 1-7 0,0 0 4 15,-2-2-6-15,1 0 3 0,-4-1-1 0,7 1 2 0,-1 0 1 16,-3 8-2-16,1 0 0 0,-1-1 1 16,1 5 12-16,-2 5 2 0,5 2 2 0,-4 1-1 0,1 3-3 15,-1 5-6-15,0 0-1 0,0 0 1 0,0 0-1 16,0 0 6-16,0 0-3 0,0 37 6 16,-6-12-5-16,1 1 4 0,3 4 0 0,-3-1 2 0,4 0-4 15,0 1-1-15,-1 2 4 0,2-2 0 0,0 0-18 16,3-1-18-16,-1-1-34 0,0-2-40 0,2 1-43 15,1-8-64-15,2-3-50 0,0 3-176 0,0-5-472 16,1-2 209-16</inkml:trace>
  <inkml:trace contextRef="#ctx0" brushRef="#br0" timeOffset="-115089.28">9880 10723 119 0,'2'-4'276'0,"1"-1"-27"16,-3 5-20-16,0 0 1 0,0 0 4 0,0 0 3 15,5 16-13-15,-2 0-1 0,-6 2-6 0,2 3-20 16,-2-2-9-16,1 1-18 0,-2 7-14 0,1 0-11 16,-1-1-14-16,1-3-21 0,-2 3 1 15,1-2-12-15,0-4-11 0,0 0-1 0,0-2-12 0,0 1-33 16,2-4-26-16,-2 2-41 0,0-6-28 0,0 2-30 15,0-2-43-15,2-2-53 0,-1-3-57 0,1 1-45 16,-2-1-198-16,4-6-518 0,-8 6 229 16</inkml:trace>
  <inkml:trace contextRef="#ctx0" brushRef="#br0" timeOffset="-114510.14">9916 10843 101 0,'14'-10'158'0,"-3"-1"-1"16,3 0 4-16,-1-1 2 0,-4 4 1 0,0-2-1 16,4-2-3-16,-7 4-5 0,2 0-5 0,1-3-2 15,-2 4-4-15,1 0-5 0,-2 2-2 0,0 0-10 16,-4 1-12-16,-2 4-11 0,9-7-14 0,-9 7-12 16,4-6-12-16,-4 6-5 0,0 0-2 0,0 0-13 15,6 14 3-15,-5-2-3 0,-1 3-3 0,-1 4-2 16,-1 5-4-16,-4 0-4 0,0 0 0 0,1-4-4 15,1-1-2-15,-1 6-3 0,2-5-7 0,-2-1 6 16,1-1-5-16,1 0-3 0,-1-1 1 0,1-3-5 16,1-2 0-16,1-1-1 0,-1-1-1 0,1-2-9 15,0-2-4-15,1-6-1 0,-2 9-1 0,2-9 5 16,0 8-3-16,0-8 2 0,0 0 1 0,0 0-5 16,4 8-3-16,-4-8-1 0,0 0 0 0,0 0 0 15,17-7-1-15,-17 7 4 0,17-5 1 0,-9 4 0 16,3 1 1-16,-1 0 0 0,3 1 1 0,-3 0 2 15,1 0 6-15,1 2 0 0,-2 0 2 0,2 1-1 16,0-1 1-16,1 0 0 0,-3-1 2 0,2 0 0 16,-2 0 1-16,4-2-4 0,-4 1 4 0,2-3-3 15,1 2 1-15,-2-4-1 0,2 0 3 0,-3 1-2 16,-1-3 0-16,3 1 0 0,-5-1 3 0,1 1-2 16,-3-2 1-16,-1 1 2 0,3-1-3 0,-4 0 1 15,0 1 5-15,-2-3 0 0,0 1-1 0,0-1 3 16,-1 1-3-16,0 8 2 0,-2-13-2 0,2 13 1 15,-3-11 1-15,1 5 0 0,2 6-2 0,-9-7-2 16,3 6-2-16,6 1 0 0,-22 6 6 0,4 2 0 16,1 2 6-16,1 1-1 0,-6 5-1 0,-2 2-3 15,10-6 1-15,0 2-3 0,3 1 1 0,2 2-8 16,2-4-26-16,3-1-19 0,3 1-25 0,4-2-27 16,1 0-37-16,4 0-33 0,1-2-46 0,7 1-35 15,9 2-30-15,-1-2-150 0,4-2-457 0,3 0 202 16</inkml:trace>
  <inkml:trace contextRef="#ctx0" brushRef="#br0" timeOffset="-112420.39">11411 10936 37 0,'0'0'216'0,"4"-9"-14"0,-4 2 3 0,0 7-4 16,2-12-13-16,-2 12-13 0,-2-13-1 0,-2 4-10 15,-1 0-17-15,0 1-14 0,-2-1-10 0,-1 3-8 16,-4-1-11-16,2 0-2 0,-7 0-10 0,4 4-6 15,-6 1-6-15,0 0-2 0,-2 4-3 0,-5 5-2 16,-1 1-5-16,1 3-2 0,-1 6-8 0,2-1-3 16,0 1-3-16,2 1 1 0,3 1-11 0,3 2 3 15,7-4-5-15,0-2-4 0,4 2-1 0,3 0-7 16,2-1 2-16,2-1-2 0,3 1-4 0,2-3-5 16,2-1 3-16,3 2-4 0,6-5 4 0,-2 0-1 15,6-1-3-15,-1-3-2 0,7-1-4 0,1-2 0 16,0-2-3-16,2-2-1 0,-4-1 0 0,1-3-3 15,-4-1-2-15,0-2 1 0,-5-1-2 0,-1 0-2 16,-1 0 3-16,0-4 3 0,-3-1-9 0,-2 0 3 16,0-3 0-16,0-5-3 0,-1 0-1 0,-1-1 1 15,-3-1-1-15,-1-2 3 0,-1 2-3 0,0-2 1 16,1 1 4-16,0-1-2 0,-3 0 1 0,0-1-5 16,1 3 1-16,-1 0 4 0,0 0 0 0,0 6-4 15,-2 2 2-15,0 5 1 0,0 0 3 0,1 5-5 16,-1 0 4-16,0 7-5 0,0-10-3 0,0 10 0 15,0 0-1-15,0 0 0 0,0 0 2 0,0 0 3 16,0 0 3-16,0 44-3 0,-1-15 2 0,-5 4-2 16,1 3 3-16,-3 11-1 0,3-13 0 0,-3 14-2 0,3-15 2 15,2 1 0-15,-2-1 4 0,3-3 1 16,1 1-1-16,2-1 7 0,-1-5-3 0,5 0-1 16,-1-7 2-16,-2-2 1 0,2 1-2 0,1-4-3 15,-1-2-1-15,1 0 3 0,2-3-1 0,-2 2 0 0,1-3 5 16,1-1-3-16,-1 0-1 0,4-3 2 15,-1 0 0-15,-1-2-3 0,4-1 4 0,-4-1-3 16,3 0 4-16,0-4-4 0,-1 1-2 0,1-3-5 16,1-1-2-16,1-3-8 0,-1-3-5 0,-1 0-4 15,-1-2-1-15,2-1-7 0,-2 0 5 0,2-6 0 16,0 1-1-16,-7 3-2 0,1 1-1 0,-1-1 4 16,-4 1 1-16,1 0 4 0,1 1-1 0,-7 4 0 15,3 1 4-15,0-1 2 0,-2 4 1 0,1-1 1 16,0 2 6-16,2 8 0 0,-4-12-2 0,0 7 0 0,4 5 1 15,-5-7 5-15,5 7-7 0,-1-6 3 0,1 6-1 16,0 0 0-16,0 0 1 0,0 0 0 16,0 0 3-16,0 0 1 0,0 0-1 0,0 0 2 15,0 0-1-15,0 0 0 0,18 13-1 0,-4-9 5 0,-3-2-5 16,7 1 6-16,0 0-2 0,0 0 0 0,-2 3 0 16,-3-4 0-16,5 1 1 0,-4-1-3 0,-3 3-2 15,2 0 0-15,-2 2 0 0,1 1 2 0,-2 2 0 16,0 1 7-16,-2 2 4 0,-1 3 5 15,-3 0-1-15,0 0 0 0,-2 0 7 0,-2 1-8 0,0-2-1 16,-2 2 0-16,-3 0 0 0,4-2-2 0,-1-3-18 16,0 2-14-16,2-2-20 0,0 0-25 0,-4-3-35 15,4 3-38-15,0-3-42 0,4 1-35 16,-2-4-23-16,1 1-161 0,4-2-433 0,0-1 192 0</inkml:trace>
  <inkml:trace contextRef="#ctx0" brushRef="#br0" timeOffset="-111474.84">12295 11042 48 0,'2'-13'174'0,"-2"2"-1"0,0 0 8 15,0 3-6-15,0 8-3 0,-4-14-6 0,0 10-11 16,4 4-9-16,-12-3-1 0,12 3-5 0,-16 5-2 16,2 3-3-16,0 2-11 0,-2 4-3 0,2 0-9 15,-5 3-10-15,6-1-2 0,2-3-12 0,3 3-7 16,-2-3-7-16,6-1-11 0,-1-2-2 0,2 0-3 15,2 3-9-15,1-4-4 0,1-2-4 0,2 0-2 16,-3-7-5-16,5 11-2 0,0-6 0 0,2-2-6 16,-1-1 1-16,1 0 0 0,4-1-3 0,-2-1-2 15,2-2-3-15,0-1 2 0,1-1-5 0,-4-2-5 16,3 0 4-16,-1 0-1 0,1-3-2 0,-5 2-3 16,3-3 0-16,1-4-3 0,-3-1 3 0,1 1-3 15,-5 2 3-15,6-1-1 0,-7 0-3 0,0 2-2 16,-1-1 8-16,3 0-2 0,-4 3 11 0,0 1 0 15,0 8-1-15,2-10-2 0,-2 10-6 0,2-8-1 16,-2 8-4-16,0 0-5 0,0 0 5 0,0 0 2 16,0 0 1-16,0 0 6 0,-8 34-2 0,7-23-4 15,0 2 2-15,0-1-5 0,-1 1 2 0,2-3 4 16,0 2 13-16,2 0-10 0,-1-2 2 0,0 1-1 16,4-1 0-16,-1-1 2 0,2 0 3 0,2-2 7 15,1-1-8-15,-3-1 14 0,5-2-11 0,1 0 5 16,1-2-1-16,-1-2-7 0,1 1 12 0,0-1-13 15,-1-3 4-15,1 0-4 0,1 0-8 0,-3-3 4 16,3 2-1-16,-5-2 3 0,4-4-7 0,-1 4 0 16,-4-3-2-16,3-2 6 0,-4 2-2 0,2 0-4 15,-2-5-5-15,-1-1-6 0,-3 2 0 0,1 4-5 0,2-4 3 16,-5 2-7-16,4 4 6 0,-3-3-2 16,0 3 13-16,-2 1-10 0,0 7-3 0,4-10-5 15,-4 10 3-15,0 0-3 0,0 0 0 0,0 0 2 16,0 0 8-16,0 0-9 0,0 0 5 0,-14 36 1 15,6-20-1-15,3 0 5 0,-1 1-6 0,-1-2 8 16,3 2-7-16,2-5 0 0,-3 1 6 0,4-1-1 0,1 1 5 16,0-2-7-16,3-1 7 0,2-1-2 15,-3 0 3-15,7-3-2 0,-3 0-2 0,3-1 4 16,1-2-2-16,1 1 0 0,1-3-2 0,-1 0-6 0,1-2 11 16,0 0-10-16,-1-1-6 0,0-2 3 0,1 1 8 15,-4-4-6-15,1 3 0 0,1-2-2 0,-3-1 2 16,1-2 3-16,-1 1-5 0,0-2 0 0,4-2-4 15,-9 2-5-15,5-3 3 0,-3 1 1 0,4 2-2 16,-4 1-1-16,2-1 4 0,-1 2-3 0,-3 2 1 16,2 0 1-16,-1 2-4 0,-3 4 1 0,7-7 3 15,-7 7-5-15,0 0 5 0,0 0 5 16,0 0-3-16,0 0 1 0,4 21 3 0,-4-21 1 16,-2 12-1-16,2-6 1 0,0-6 0 0,-2 10 4 0,2-10-2 15,0 9 3-15,0-9 1 0,0 0 1 0,-2 8 7 16,2-8 8-16,0 0 11 0,0 0 9 0,2 9 1 15,-2-9 22-15,0 0-16 0,0 0 1 0,0 0-4 16,11-3 6-16,-11 3-23 0,13-5 9 0,-6 2-6 16,2-1-2-16,0 2-6 0,0-2-5 0,-2 3 2 15,2 0 0-15,-9 1-7 0,13 1-4 0,-6 1 5 16,0 1 3-16,-1-1-11 0,-1 2 2 0,2 1 0 16,-4 1 6-16,3 0-9 0,-2 1 2 0,-2 0 0 15,1 2 0-15,1-4-13 0,-4 4-12 0,0-2-13 16,2 0-28-16,-2-7-23 0,0 13-38 0,0-13-52 15,-2 13-60-15,0-8-64 0,-3 1-241 0,1 0-587 16,-2-2 260-16</inkml:trace>
  <inkml:trace contextRef="#ctx0" brushRef="#br0" timeOffset="-111278.78">12603 10778 111 0,'-4'-3'211'0,"1"-1"-24"0,3 4-29 0,-8-2-22 16,8 2-34-16,0 0-53 0,0 0-46 0,0 0-69 16,-2 13-83-16,2-13-161 0,12 12 72 0</inkml:trace>
  <inkml:trace contextRef="#ctx0" brushRef="#br0" timeOffset="-109818.31">14054 10924 16 0,'-11'-6'227'0,"0"1"-16"0,-3 0-11 16,1 5-13-16,-4 0-14 0,0 5 0 0,-3 4-6 15,-1 5-11-15,1 3-10 0,-2 5-12 0,3 0-13 0,4 1-9 16,-1 2-10-16,3-2-14 0,2 1-6 16,3-5 10-16,4-1-7 0,2 0-9 0,2 0-9 15,2-1-3-15,3-2-9 0,6 0-2 0,-2-4-8 16,9-1-1-16,-4 0-6 0,8-3-3 0,6 1-4 16,0-4-4-16,-1-2-5 0,0-4-5 0,2 0-6 15,-8-2-2-15,-1-1-1 0,-2 0-2 0,4-2-3 16,-6-3 0-16,0 0 2 0,1-1-5 0,-3-1 1 15,-3 1 3-15,1-3-3 0,-3-2-1 0,1 1 0 0,-2-2 0 16,0 1 0-16,-3-1 1 0,0 2-1 16,-1-2-1-16,-2-1 0 0,5 4 2 0,-6 2 5 15,2 2 6-15,-2 5 3 0,1-3-3 0,-2 8-2 16,2-9-5-16,-2 9 0 0,0 0-5 0,0 0 3 0,0 0-1 16,0 0 1-16,-4 26 0 0,3-11 1 0,-3 2 2 15,1 2-2-15,1 0 5 0,0 0-1 0,0 0 3 16,2-2-1-16,0 0-1 0,4-3 3 0,1 1 0 15,-1-3 4-15,-1-2 0 0,3 1 0 16,-1-4-1-16,3 0 4 0,0 0 5 0,3-1 4 0,0-2-7 16,1-2 0-16,1-2-2 0,1 0-1 0,-2-2-2 15,0-2 1-15,2 0-1 0,-2-2-6 16,-2-1 6-16,-1 0-6 0,0 0 1 0,-3-3 0 16,4-2 2-16,-2 1-4 0,-3 0 0 0,3-4-3 0,0-2-1 15,-1 1 7-15,-1-1-3 0,1-1-7 0,-3 2 3 16,1 1-2-16,-4 4 1 0,0-2 1 0,2 4 5 15,-3 1-6-15,0 0-3 0,0 8-2 0,4-9-2 16,-4 9-1-16,0 0 0 0,0 0 3 0,0 0-5 16,0 0 3-16,-14 26 8 0,10-11-5 15,-5 3-4-15,1 0 2 0,-2 5 4 0,6-5 3 0,-1 0 0 16,1-1-1-16,4 0 10 0,0-2-3 16,2-3 1-16,0 4 1 0,3-4 4 0,-1-3 4 0,5 1-2 15,-2-1-1-15,3-3 4 0,2 1-2 0,0-3-9 16,1-2 3-16,5-1 2 0,1 1-2 0,-7-2-1 15,6-2 3-15,-2-1-8 0,-2 1 4 0,-3-2-4 16,0-2 1-16,1 1-2 0,-3-1 0 0,-1-2-4 16,1 0-1-16,-4 0-2 0,3-3-7 0,-3 0-8 15,-3-1 1-15,2 0-1 0,-1-5 1 0,-3 0-7 16,0 0 3-16,0 0 0 0,-2 4 0 0,0-3 2 16,-3 2 2-16,1 2-2 0,0 2 5 0,-1 1 0 15,1 1 0-15,0 0-1 0,2 2 7 0,2 6-1 16,-4-9-1-16,4 9-1 0,-3-7-2 0,3 7 5 15,0 0-7-15,0 0 2 0,-1-7 0 0,1 7 5 16,0 0-2-16,0 0 2 0,0 0 3 0,20 2 3 16,-9-2 0-16,3 1-3 0,4 0 3 0,-1 0 0 0,2-1-2 15,-2 2 2-15,-1-2-2 0,3 0 5 16,-5 1-4-16,-1 0 0 0,-3 0 6 0,0 1-9 16,0 0 3-16,-2 1-3 0,-2-1 0 0,3 1 5 15,-4 4 0-15,2 2 16 0,-2-1 6 0,-2 3-2 16,2 0 3-16,-2 1 3 0,-1 1 8 0,0-1-4 0,-2 4 1 15,4-1-6-15,-1 0 0 0,-2-2-6 0,2-1 1 16,-1 1-3-16,-2-5 0 0,5 2-7 16,-2-1 3-16,-1 1 1 0,2-4-4 0,0 0 2 15,0 0-1-15,-1 0 0 0,1-2 1 0,2 0-5 16,-6-4 1-16,11 6 8 0,-11-6-7 0,8 0-5 16,-8 0 4-16,0 0 22 0,11-3-33 0,-11 3-6 15,9-7 5-15,-6 2 0 0,-3 5-1 0,7-13-7 16,-3 5-10-16,-2-2-4 0,3-1-2 0,-1 0-3 0,0 0-3 15,2-2-10-15,0-2-3 0,0-1 5 0,1 2 1 16,2-1-1-16,0 2 3 0,-2 4 0 0,4-5 2 16,-1 6-1-16,0 1 9 0,-1 1-1 15,4 2-2-15,-3 1 4 0,-2 2-2 0,-8 1 5 16,19 6 1-16,-13-2 1 0,1 3 2 0,0 3 1 0,0 1 8 16,-3 0-2-16,-1 1 7 0,1-1 0 0,-2 2 5 15,0 2 8-15,1-3-2 0,3 0 3 0,-2 0 1 16,2-1 4-16,0-2-2 0,0 0 1 15,0-2 5-15,0 2-1 0,5-5-1 0,-2 2 0 0,3-2 2 16,-1-2-1-16,7-1 2 0,-6-2-6 0,2 1 3 16,-2-3-5-16,1-1 0 0,1 0-2 0,4-1-1 15,-7-1 1-15,0 0 1 0,-1-1 0 16,-2-1-5-16,2-2 4 0,-5 1-1 0,-1-1 1 0,-3-1-6 16,3-2 2-16,-1 1 1 0,-3 1 1 0,-1-1-6 15,-1 2-1-15,0 0 0 0,-1 2 2 0,0 2 1 16,-1 0-5-16,4 6 4 0,-10-5-5 0,10 5 1 15,-15 3-1-15,4 0 2 0,0 2-5 0,-1 2-19 16,-1 3-30-16,0 3-33 0,0-3-44 0,2 3-39 16,4-1-62-16,-1 2-49 0,4-2-182 0,2-2-503 15,0 0 223-15</inkml:trace>
  <inkml:trace contextRef="#ctx0" brushRef="#br0" timeOffset="-109591.81">15546 11193 10 0,'8'-8'222'0,"1"-2"-4"0,3-3 2 0,-1-2-2 16,0 1-18-16,2 0-11 0,0 2-10 0,1-1-1 15,-3 1-5-15,0 5-4 0,-1-1-7 0,-1 3-13 16,-3 1-12-16,4-1-16 0,-3 3-12 0,-7 2-11 16,10 2-9-16,-4 3-6 0,1-1-11 0,-3 3 0 15,-2 2-12-15,2 0-9 0,0 1-2 0,-3 3-6 16,-1-1-2-16,1-1-6 0,-2 2-29 0,1-1-32 15,-1 1-18-15,0-2-40 0,-1 0-65 0,2-1-71 16,-1-1-252-16,0-2-511 0,1-7 226 0</inkml:trace>
  <inkml:trace contextRef="#ctx0" brushRef="#br0" timeOffset="-109350.27">15975 10907 36 0,'2'-6'300'0,"-2"6"-19"0,4-8-31 0,-4 8-22 0,0 0 14 15,0 0 11-15,0 0-12 0,0 0 9 0,0 34-6 16,-3-15-2-16,0-3-19 0,1 4-17 0,-2 5-12 16,-3-7-17-16,0 7-22 0,5-6-14 0,-2 0-3 15,0 2-27-15,1-4-19 0,2 0-49 0,0 2-40 16,-2-4-30-16,2 1-48 0,0-2-45 0,-2-4-51 15,2 0-77-15,0-4-59 0,-2 1-210 0,3-7-561 16,-4 10 248-16</inkml:trace>
  <inkml:trace contextRef="#ctx0" brushRef="#br0" timeOffset="-109191.3">15889 11078 36 0,'2'-7'233'0,"-2"7"-18"16,7-8-29-16,-1 6-23 0,2-1-35 0,3-2-38 16,2 1-52-16,9 0-48 0,10 1-39 0,5-2-123 15,3-2-186-15,17 2 83 0</inkml:trace>
  <inkml:trace contextRef="#ctx0" brushRef="#br0" timeOffset="-108381.9">16930 10737 147 0,'0'0'252'0,"-2"-5"-20"0,2 5-19 0,0 0-13 0,19-12-19 15,-1 9-12-15,1 0-17 0,9-3-16 16,1 2-9-16,1 0-15 0,3 0-12 0,-1 0-8 16,2-1-14-16,-3 1-24 0,-10 0-16 0,0 2-18 15,-3 0-26-15,-4 0-18 0,-2-2-12 0,-1 3-11 0,-3 0 0 16,-8 1-16-16,9-2-13 0,-9 2 2 16,0 0 4-16,0 0 6 0,0 0 5 0,0 0 2 15,0 0 10-15,-21-9 15 0,21 9 5 0,-17-1 14 16,6 0 13-16,1 2 10 0,10-1 7 0,-14 0 6 0,8 3 1 15,-2-1 7-15,2 0 10 0,0 3 6 0,-1 0 7 16,0 2 7-16,-1 1 11 0,1 5 3 0,1 2 9 16,0 2 8-16,-2 1-1 0,-1 7 1 0,4-6 0 15,-3 4 4-15,4-4-6 0,-2 5-7 16,2-3 0-16,0 3 6 0,0-5-4 0,3 0-8 0,0 0-2 16,-2-2-8-16,0 1-10 0,3-2 2 15,-1 0-4-15,0-3-9 0,1-1-4 0,0-2-2 0,0 1-6 16,0-1 0-16,-3-1-7 0,3-2 0 15,0-7-3-15,0 12-1 0,0-12-1 0,0 8-8 0,0-8 3 16,0 0-12-16,-5 5-9 0,5-5-9 0,-9 0-5 16,9 0-7-16,-13-2 1 0,13 2-1 0,-15-5 5 15,8 3-1-15,-1-4 2 0,-1 2 3 16,0-2 3-16,4 2-1 0,1-1 3 0,4 5 1 0,-8-9-3 16,6 6 3-16,2 3-1 0,-5-5 3 0,5 5 2 15,0 0 1-15,0 0-1 0,0 0-2 0,0 0 6 16,15-8-2-16,-6 8 0 0,5 2 0 0,-1 0 2 15,6-1-17-15,-1 2-8 0,11-1-16 0,-7-2-21 16,7 1-9-16,-1-1-26 0,1 2-6 0,-9-2-21 16,1 0 1-16,-2 0-6 0,-6-2 8 0,4 2 4 15,-4 0 9-15,-1-3 12 0,0 0 8 0,-1-1 10 16,-2 0 21-16,1-2 3 0,-2 1 28 0,1-3 21 16,-1 2 12-16,-1-4 5 0,-2 1 15 0,1 0 16 15,0 1 12-15,0-1 20 0,-1 1 15 0,-3 3 12 16,1 1 8-16,-3 4 0 0,6-10-9 0,-6 10-12 15,0 0-7-15,4-3-13 0,-4 3 2 0,0 0 17 16,0 0 11-16,4 21 0 0,-6-12 5 0,0 7 3 16,0 1-9-16,-2 0 1 0,0 0-9 0,3 2-10 15,-2-2-7-15,-1 2-11 0,2-2 6 0,-2 1-15 16,3 0-11-16,2-1-28 0,-2-6-22 0,2 2-23 16,0-1-29-16,2-3-25 0,-3-1-28 0,2-1-39 15,-2 1-53-15,3-2-53 0,-3-6-253 0,1 8-554 16,-1-8 246-16</inkml:trace>
  <inkml:trace contextRef="#ctx0" brushRef="#br0" timeOffset="-108120.13">17489 10975 225 0,'16'0'255'16,"2"2"-13"-16,-5 0-13 0,1 4-6 0,0 1-12 15,1 4-9-15,0 1-10 0,-3 0-4 0,1 3-4 16,-3-2-6-16,-1 0-13 0,-2 1-16 0,-2 3-3 16,0-5-10-16,-3 3-9 0,0-4-6 0,-2 2-9 15,-2-1-2-15,0-1-11 0,-3 2-11 0,0-3-7 16,-6 4-2-16,0-1-7 0,2-4-9 0,-6 2-1 16,2-1-20-16,-1-1-25 0,1-3-31 0,3-1-26 15,-3 1-27-15,3-1-31 0,1-2-43 0,-1 1-53 16,2-3-66-16,2 1-271 0,6-2-575 0,-13-2 254 15</inkml:trace>
  <inkml:trace contextRef="#ctx0" brushRef="#br0" timeOffset="-107928.99">17981 11212 3001 0,'19'-2'124'0,"-4"-1"-46"15,-3 3-18-15,-2-3 22 0,0 3 51 0,-2-1 57 16,-8 1 5-16,13-2 5 0,-13 2-23 15,9-1-14-15,-9 1-13 0,0 0-18 0,10-2-11 0,-10 2-15 16,0 0-9-16,9-2-18 0,-9 2-35 16,0 0-58-16,0 0-62 0,5-3-74 0,-5 3-69 0,0 0-71 15,0 0-79-15,0 0-300 0,0 0-725 0,0 0 320 16</inkml:trace>
  <inkml:trace contextRef="#ctx0" brushRef="#br0" timeOffset="-103510.55">10230 12072 112 0,'0'0'165'16,"-9"-3"-12"-16,9 3-8 0,-8-4-5 0,8 4-4 15,-7-3-8-15,7 3-2 0,-9-3-9 0,9 3-5 16,-8-1-7-16,8 1-4 0,0 0-8 0,-6-4-6 15,6 4-8-15,0 0-8 0,0 0-6 0,0 0-7 16,0 0-8-16,0 0-4 0,0 0-1 0,0 0-1 16,0 0-7-16,30 3 0 0,-4-3-3 0,2 0-3 0,4-3-6 15,4 2 14-15,-1-2-2 0,0 2-5 16,1-1-2-16,-2 1-12 0,-3 0-13 0,0 1-22 16,-2 1-25-16,-2-1-31 0,-7 1-35 0,-3 1-37 15,-2-1-37-15,-3-1-141 0,-4 0-350 0,-3 3 156 16</inkml:trace>
  <inkml:trace contextRef="#ctx0" brushRef="#br0" timeOffset="-102902.77">10420 12069 1 0,'-15'2'184'0,"10"-1"-7"0,5-1 0 0,-13 6 4 16,7 2 4-16,-1 0-9 0,2 3-8 0,-2 5-2 15,-1-1-8-15,1 3-17 0,2 1-11 0,-1 6-10 0,0 2-10 16,3-8-8-16,-1 8-10 0,3-4-9 0,-2-4-9 16,2 0-5-16,1-1-5 0,-1 0-3 15,2-3-11-15,-1 2-2 0,0 0-8 0,-1-5 1 16,0 2-6-16,1-3-2 0,0 0-3 0,0 1-1 16,-2-3-6-16,1-1-1 0,0-1-1 0,1-7-5 0,-2 12 1 15,2-12-1-15,-2 8-1 0,2-8-5 0,-5 6-2 16,5-6-3-16,-9 3-4 0,2-1 3 0,7-2-6 15,-11-2 7-15,11 2-8 0,-14-2 0 16,7 0-3-16,7 2 3 0,-12-5 0 0,4 3 2 16,2 0 2-16,6 2-2 0,-9-4-1 0,9 4-3 0,-8-2-3 15,8 2 3-15,0 0-3 0,-8-3 7 0,8 3-5 16,0 0 5-16,0 0 1 0,0 0-2 0,0 0-1 16,30 6-4-16,-19-5-5 0,3 2-6 0,4-1-9 15,3-3-11-15,7 2-14 0,0-2-15 16,-5 1-16-16,5-1-18 0,0-2-17 0,1-1-6 0,0 2-15 15,-4-3-5-15,-3 2 0 0,-2 0 5 0,-3-1 6 16,2 0 14-16,-2 0 10 0,-4 0 8 0,-3-1 17 16,1-1 14-16,-1-2 23 0,-2 3 4 15,-1-4 28-15,-1 3 18 0,-1-5 3 0,-2 1 13 16,-1-1 12-16,1 0 12 0,-1 0 16 0,0 0 17 0,-1 2 19 16,0 2 9-16,-1 7 18 0,3-12-3 0,-1 7-6 15,-2 5-10-15,3-8-10 0,-3 8-12 0,0 0-7 16,0 0 13-16,0 0-8 0,0 0 3 0,0 0-2 15,-3 29 2-15,1-13 1 0,-2 0-6 0,0 1-7 16,-2 1-7-16,0 0-6 0,3 2-9 0,-4 0-1 16,4-2-4-16,-1 1-6 0,0 0-3 0,0-3-4 15,1 0-9-15,1-1-22 0,0-2-17 16,1-2-29-16,0 1-41 0,-2-3-50 0,1 2-45 16,-1-3-35-16,1-1-209 0,-2 0-462 0,-1-2 204 15</inkml:trace>
  <inkml:trace contextRef="#ctx0" brushRef="#br0" timeOffset="-102610.27">10709 12407 147 0,'13'1'234'0,"0"2"-14"0,-3-1-12 0,3 4-9 16,-1-1-11-16,0 2-9 0,-3 1-14 15,2-1-5-15,2 5-12 0,-1-1-12 0,-3-1-7 16,-2-2-18-16,-3 3-4 0,4 0-9 0,-3 0-5 16,-1-1-8-16,-2 0-1 0,1 3-5 0,-3-3-4 0,1 2-8 15,-2-1-3-15,-4 1-8 0,0-1-5 0,-3-1-5 16,-3 1-5-16,-1 2-5 0,-3-3-8 0,2 1 1 16,-5-2-12-16,1 1-4 0,-2-4-3 15,-1 1-16-15,3 0-24 0,-1-3-15 0,2 2-25 0,3-2-35 16,0-2-39-16,3 1-47 0,2-3-54 0,-2 1-167 15,10-1-445-15,0 0 197 0</inkml:trace>
  <inkml:trace contextRef="#ctx0" brushRef="#br0" timeOffset="-102418.55">11372 12473 165 0,'9'-1'150'0,"2"0"-19"0,-11 1-27 0,11 1-34 15,-3-1-27-15,-8 0-31 0,7 3-19 0,-7-3-32 16,4 4-67-16,-4-4-113 0,0 0 51 0</inkml:trace>
  <inkml:trace contextRef="#ctx0" brushRef="#br0" timeOffset="-102286.77">11279 12544 113 0,'0'0'162'0,"0"0"-9"0,-5 2-10 0,5-2-8 16,0 0 1-16,-3 5 4 0,3-5-8 0,0 0-12 15,13 6-9-15,-5-5-12 0,2 2-34 0,3-2-53 16,9-2-67-16,6-1-85 0,-1-1-81 0,5 1-240 16,3-3 106-16</inkml:trace>
  <inkml:trace contextRef="#ctx0" brushRef="#br0" timeOffset="-102031.84">12751 12192 179 0,'-9'-2'244'0,"5"-1"-19"0,4 3-20 16,-7-3-25-16,7 3-13 0,0 0-18 0,0 0-15 16,20-5-14-16,-1 3-12 0,2 0-12 0,11 0-12 15,1 2-30-15,-1 2-27 0,0-5-36 0,-4 0-35 16,0 5-40-16,-6-2-45 0,-5 1-21 0,-5-1-110 16,-1 0-280-16,-1 0 124 0</inkml:trace>
  <inkml:trace contextRef="#ctx0" brushRef="#br0" timeOffset="-101496.43">12911 12195 43 0,'-9'3'172'15,"4"3"0"-15,1 1 4 0,-5 4 12 0,0 4-5 16,-2 6-5-16,-1-3-1 0,3 5-11 0,-2 1-2 16,2 0-12-16,2 0-11 0,-4 0-12 0,5 0-9 15,-2 0 6-15,2-5-10 0,2 0-11 0,-1 0-10 16,1 0-8-16,2-1-11 0,-1-2-6 0,0 0-6 15,3-4-6-15,0 1-6 0,0-2-6 0,-4 0-3 16,4-1-4-16,0-3-7 0,-2 0-13 0,2-7-10 16,-3 10-9-16,3-10-1 0,-1 8-11 0,1-8-9 15,-5 4-10-15,5-4-5 0,-9 2-8 0,9-2 2 16,-14-4 0-16,14 4 1 0,-15-8 2 0,7 5 5 16,4-5 3-16,0 2 6 0,-1 1 3 0,5 5-2 15,-8-7 5-15,8 7-1 0,-4-7 3 0,4 7 3 16,0 0 1-16,0 0 2 0,0 0 8 0,12-8 0 0,-3 8 0 15,1 0 0-15,3 0-1 0,5 0 3 16,0 1 2-16,2 1-6 0,-1-2-19 0,7 3-18 16,-3-3-29-16,6 0-32 0,2 0-17 0,-10-1-10 15,0-1-8-15,-2 2-15 0,4-2-7 0,-6 1 11 16,-3-2 11-16,-1 1 14 0,1 0 15 0,-3 0 16 16,-2-2 24-16,1 0 16 0,0-1 30 0,-3 0 11 0,-3 0 25 15,0 0 26-15,2-2 15 0,-2-2 10 16,0 3 15-16,-1-2 18 0,1 3 9 0,-2-1 18 15,2-2 9-15,-4 8 2 0,3-8-4 0,-3 8-6 16,5-7-14-16,-5 7-12 0,2-6-14 0,-2 6-6 0,0 0 10 16,0 0 8-16,0 0-4 0,5 21 6 15,-5-11-8-15,0 2-5 0,0 0-7 0,0 5-3 16,-5-1-11-16,1 2-5 0,-1-2-7 0,2 0-3 16,1 0-6-16,-2 0-13 0,0-2-24 0,3-4-27 0,-1 2-32 15,0-1-22-15,-2-2-40 0,2 4-69 0,0-7-66 16,0 2-207-16,2-8-492 0,-6 11 219 15</inkml:trace>
  <inkml:trace contextRef="#ctx0" brushRef="#br0" timeOffset="-101231.29">13172 12482 235 0,'19'-3'263'15,"0"3"-12"-15,-6 2-15 0,5-1-14 0,-3 4-13 0,-1 3-15 16,1 0-4-16,-3 0-10 0,1 3-15 0,-1 4-11 16,-3-3 2-16,2 1-24 0,-5 1-7 15,2-3-8-15,-6 0-6 0,-2 2-6 0,2-3-8 16,-2 2-2-16,-2 1-7 0,-4 0-11 0,-4 1-5 16,1 0-6-16,-5-1-8 0,1-1-2 0,2 0-11 0,-5 0-27 15,3-2-25-15,-1-1-26 0,3-2-28 0,-7-2-37 16,9 3-38-16,-4-4-44 0,7-1-43 15,-2-1-52-15,1 0-176 0,7-2-488 0,0 0 215 16</inkml:trace>
  <inkml:trace contextRef="#ctx0" brushRef="#br0" timeOffset="-100498.56">13513 12527 215 0,'4'-6'301'15,"1"3"-9"-15,-5 3-10 0,4-7-19 0,-4 7-24 0,4-7-17 16,-4 7-23-16,0 0-16 0,6-3-17 16,-6 3-3-16,0 0-7 0,0 0-6 0,6 22-7 0,-6-15-15 15,0-7-1-15,-2 19-9 0,0-10-10 16,-3 1-11-16,2 1-9 0,1 0-12 0,2-2-3 16,-2 1-11-16,-2-1-3 0,4 1-2 0,-5-2-12 0,5-1-6 15,0 0 2-15,0-7 0 0,-4 12-16 16,4-6 15-16,0-6-6 0,0 8-19 0,0-8-6 15,-4 7-5-15,4-7 8 0,0 0-5 0,0 0 5 16,0 0 2-16,0 0 0 0,0 10 3 0,0-10-6 16,0 0-3-16,0 0-2 0,0 0 3 0,0 0 2 0,0 0-5 15,0 0-1-15,0 0 4 0,0 0-4 0,-14-16-2 16,14 16 2-16,0 0-4 0,0 0 3 16,0 0-2-16,-5-15-11 0,5 15-2 0,0 0 17 0,0 0-8 15,-2-8 3-15,2 8 5 0,0 0-2 16,0 0-5-16,0 0 4 0,0 0-3 0,0 0-5 0,2-13-1 15,-2 13-3-15,0 0-4 0,4-8 0 0,-4 8-3 16,3-6 0-16,-3 6 3 0,4-6-5 0,-4 6-2 16,8-7 4-16,-8 7-2 0,4-5 1 15,-4 5-1-15,6-5 0 0,-6 5 10 0,5-5-10 16,-5 5 4-16,6-5 0 0,-6 5 3 0,6-4-3 0,-6 4 3 16,4-5 4-16,-4 5 1 0,2-5-2 0,-2 5 2 15,0 0 3-15,5-7-4 0,-5 7 1 0,0 0 3 16,2-8 0-16,-2 8 3 0,0 0-4 15,0 0 0-15,2-7 3 0,-2 7-2 0,0 0-2 0,0 0 6 16,0 0-8-16,0 0 6 0,-21 3-2 0,13 1 10 16,-3 3-9-16,-1-1 4 0,5 1-6 0,-3 0 5 15,5 1-1-15,-4 0 0 0,2 0 3 16,3-1-9-16,1 1 5 0,-3 1 2 0,4-3 4 0,2-6-7 16,-2 13 4-16,2-7 4 0,0-6-1 15,4 12-1-15,0-6-5 0,3 0 3 0,2-1 6 0,0 1-3 16,0 1-5-16,0-3-2 0,-1 0 3 0,4 2 2 15,-5-2-5-15,3 0 1 0,-2-1 2 0,-4 1-4 16,3 1 3-16,-3 0-3 0,1-2 8 0,-1 2-8 16,-4-5 4-16,5 11-2 0,-5-11-1 0,0 10 0 15,-7-4 0-15,4-1-8 0,-3 0-3 0,-3 2-5 16,-2-1-4-16,-3 3-4 0,1-4-11 0,1-1-14 16,-5 1-18-16,3-2-19 0,1 3-22 0,-3 1-30 15,5-5-34-15,-3 0-23 0,14-2-32 0,-15 0-30 16,10 2-178-16,5-2-472 0,0 0 209 0</inkml:trace>
  <inkml:trace contextRef="#ctx0" brushRef="#br0" timeOffset="-100187.18">13807 12572 175 0,'4'-6'255'0,"-4"6"-14"0,8-5-14 16,-8 5-20-16,0 0-17 0,0 0-13 0,0 0-10 15,0 0-10-15,0 0-15 0,0 0-10 0,-21 14-15 16,17-8-11-16,-1 3-6 0,1-1-13 0,2-1-10 16,-1 2-8-16,0 1-7 0,1 1-7 0,2-3-4 15,4 3-3-15,-3-1-5 0,4 1-2 0,-1-3-7 16,0 0-1-16,-1 1-5 0,3-1-3 0,-1 1 0 16,2-2-4-16,0 1 1 0,-3-1-6 0,-2-2-3 15,3 0 1-15,-1 1-1 0,-2-1-5 0,-2-5 4 16,7 9-1-16,-7-3-3 0,0-6 1 0,0 7-3 15,0-7-1-15,-7 9-1 0,7-9-5 0,-11 10-5 16,0-6-5-16,1 2-18 0,0-2-18 0,-6 1-29 16,3-2-33-16,2 1-38 0,-1-3-55 0,-1 1-233 15,-1 0-470-15,1-1 209 0</inkml:trace>
  <inkml:trace contextRef="#ctx0" brushRef="#br0" timeOffset="-99817.83">14933 12337 1858 0,'6'-18'4'0,"-1"-1"56"0,-1 1-1 16,-3 7 8-16,-1 1 0 0,1 0-3 0,-2 0-2 16,1 10-9-16,-5-11 0 0,0 8 1 0,5 3 6 0,-19 3 6 15,6 7 11-15,-9 8 9 0,-2 4 5 0,-7 12 11 16,1 5 4-16,3 1 2 0,0-1-5 16,2 4 38-16,0-3 6 0,0 4-12 0,10-11-6 0,-1-1-11 15,5 1-9-15,0-1-10 0,1-2-11 0,4 0-4 16,2-2-15-16,3 0-1 0,3-1-1 0,5-3-15 15,-2-5-28-15,11 6-38 0,-1-3-40 0,2-8-29 16,5 4-29-16,5-3-26 0,2-1-36 0,2-3-46 16,2-2-62-16,0-1-51 0,-2-4-187 0,7 2-564 15,-2-2 250-15</inkml:trace>
  <inkml:trace contextRef="#ctx0" brushRef="#br0" timeOffset="-99422.41">15662 12382 229 0,'2'-5'241'16,"0"0"-4"-16,-2 5-15 0,4-8-22 0,-4 8-23 16,3-5-14-16,-3 5-4 0,0 0-2 0,0 0-3 0,3 22-1 15,-1-5 1-15,-4 2 21 0,1 5-5 16,-5 2 0-16,2 2 4 0,-4-1 2 0,2 1-14 16,0-3-9-16,-1-1-11 0,2 1-3 0,-3 0-14 15,5-8-27-15,-3 3 18 0,3-2-12 0,-3-1-7 0,3-1-13 16,0 0-8-16,-3-1-9 0,3-4-8 15,-1 1-1-15,2-2-9 0,0 0 3 0,0-3-8 0,-1 1-7 16,2-1-7-16,-2-1-24 0,3-6-26 16,-1 10-52-16,1-10-33 0,-4 8-24 0,4-8-30 0,0 0-28 15,-3 7-45-15,3-7-67 0,0 0-55 0,0 0-188 16,0 0-588-16,0 0 261 0</inkml:trace>
  <inkml:trace contextRef="#ctx0" brushRef="#br0" timeOffset="-99106.43">15895 12646 14 0,'0'0'235'0,"0"0"-11"16,8-3 1-16,-8 3-12 0,15-2-16 0,-3 2-7 0,0 0-6 15,1-1-11-15,7 0-10 0,2-1-10 0,5 2-7 16,1-2-10-16,0 0-4 0,-6 0-9 15,-4 1-3-15,2-1-4 0,-1 1 0 0,-2-3-4 16,-3 4-4-16,-2-2 1 0,-2 0 3 0,-1 1-4 0,-3 0 19 16,-6 1 4-16,11 0 3 0,-11 0-5 0,7-3-8 15,-7 3-1-15,0 0-3 0,9-1-2 0,-9 1-17 16,0 0-2-16,0 0-4 0,9 0-9 16,-9 0-12-16,0 0-2 0,0 0-23 0,0 0 5 15,0 0-15-15,0 0-36 0,0 0-35 0,0 0-49 0,0 0-53 16,8-2-40-16,-8 2-46 0,0 0-59 0,0 0-61 15,0 0-285-15,0 0-679 0,0 0 300 0</inkml:trace>
  <inkml:trace contextRef="#ctx0" brushRef="#br0" timeOffset="-98470.33">17043 12294 204 0,'0'0'210'0,"-2"-13"-7"0,2 13-4 16,0-8-5-16,0 8-11 0,0 0-15 15,0-12-16-15,0 12-20 0,0 0-15 0,0 0-15 0,0 0-4 16,0 0 0-16,0 0-3 0,11 21-4 0,-10-3-6 16,1 1 2-16,4 7-8 0,-4-6-3 0,1 5 18 15,1 0-10-15,-2-5-6 0,-1 5-7 16,2-6-4-16,1 0 3 0,-2 0-16 0,1-1 2 16,-2 0-2-16,2-3 0 0,-2-3-12 0,0-1-6 0,2-2 3 15,-2-1-10-15,2-2 0 0,-3-6 0 0,1 8 5 16,-1-8 5-16,1 8 10 0,-1-8 15 0,3 5 9 15,-3-5 0-15,0 0-14 0,0 0-6 0,0 0-3 16,12-21 11-16,-4 12-18 0,-3-2-6 0,2-3 4 16,3-3-13-16,1 0 1 0,1-6-6 0,1 1 7 15,1 0-15-15,1-2 2 0,1-2-3 0,0 1-3 16,-1 2 1-16,1-1 1 0,-2-3 3 0,1 8-9 16,-6 0-1-16,0 2 2 0,0 3 13 0,-3 4-25 15,-2 4 9-15,0-2-22 0,0 3-12 0,-2 0-35 16,-2 5-32-16,7-6-26 0,-7 6-10 0,0 0-24 15,0 0-41-15,0 0-33 0,0 0-42 0,-14 29-241 16,5-16-554-16,0-1 246 0</inkml:trace>
  <inkml:trace contextRef="#ctx0" brushRef="#br0" timeOffset="-98018.33">17422 12422 43 0,'0'0'244'16,"0"0"-2"-16,0 0-20 0,0 0-16 0,0 0-15 16,0 0-12-16,0 0-9 0,0 0-6 0,-24 4-5 15,16 3-13-15,-4 4-6 0,1 3-11 0,1-1-10 16,-1 1-8-16,0 2-9 0,1 0-6 0,-1 0-11 16,3 1-5-16,0-3-8 0,1 1-6 0,2-5-11 15,-1 0-5-15,4 2-3 0,1-6-1 0,1 1-6 16,-2 0-6-16,2-7 2 0,3 14-2 0,1-9-6 15,-2 0-2-15,3-1 4 0,3-1-2 0,-8-3-6 16,14 4-1-16,-4-2 3 0,3-2-6 0,0 0-1 16,0-2 1-16,-2-2-4 0,-1 2-1 0,2-3-3 15,-2 0-3-15,-1 0-6 0,2 0-1 0,0-2 2 16,-3 0-2-16,2-2-10 0,-1 1 5 0,1-1 0 16,1 1-3-16,1-5-4 0,-4 5-2 0,5-4-2 15,-2 7 4-15,-2-3-1 0,-3 3 3 0,-1 1 0 16,0 0-4-16,-5 4 3 0,9-3 2 0,-9 3-5 15,0 0 5-15,16 7-2 0,-13-3 2 0,0 2 4 16,-2 2-3-16,2 1 4 0,-4 2 2 0,2-3-1 16,-1 3 3-16,-1-1 0 0,-1 0 5 0,4 2-2 15,-6-3 0-15,0 2-1 0,1-2-15 0,1 0-21 16,2 0-26-16,-4 0-25 0,3-2-30 0,-1 0-31 16,2-7-31-16,0 9-26 0,0-9-28 0,8 8-156 15,-8-8-420-15,0 0 186 0</inkml:trace>
  <inkml:trace contextRef="#ctx0" brushRef="#br0" timeOffset="-97678.18">17919 12501 69 0,'3'-6'188'0,"-2"-2"2"16,-1 8-9-16,0-8-10 0,0 8-12 0,0 0-12 15,0 0-5-15,-11-4-4 0,11 4-5 0,-17 9-10 16,7-3-10-16,-2 2-6 0,3 2-10 0,-3 1-6 15,-1 2-6-15,3 0-12 0,1 0-5 0,-1 1-4 16,1 0-7-16,3-2-4 0,1-2-8 0,4 0-5 16,-2 2-1-16,1-2-4 0,4 0-2 0,0 2-5 15,1-5-2-15,3 3-2 0,-1 0-1 0,3-1-3 16,-1 0 0-16,-1-2 4 0,2 1-6 0,0-1 3 16,1 0 0-16,-3 0 2 0,-2-4-2 0,1 1-3 15,-1 1-2-15,-4-5 1 0,8 7 1 0,-6-4 1 16,-2-3 7-16,7 6 9 0,-7-6-2 0,1 6 0 15,-1-6 1-15,0 0-3 0,-10 10 0 0,3-5-3 16,-2-1-3-16,0 1-7 0,-5-1-17 0,3 0-11 16,-6 0-19-16,4 0-21 0,-4-1-29 0,5 0-44 15,-7 2-55-15,7-1-50 0,-4 0-205 0,3-3-469 16,1 2 208-16</inkml:trace>
  <inkml:trace contextRef="#ctx0" brushRef="#br0" timeOffset="-97395.29">17291 12955 71 0,'-31'2'244'0,"9"0"-10"0,3-2-18 0,7 0-17 16,1 1-15-16,6 1-11 0,5-2 1 0,-4 7-7 0,4-7-6 15,26 4-8-15,4 0-15 0,7-2-11 16,20-2-11-16,3 2-14 0,1-1-2 0,-1-1-17 16,1 0-6-16,2-3-6 0,-6 3-6 0,0 0-8 15,-1-2-4-15,-1 4-5 0,-1-2-4 0,-16 0-13 0,-1 4-30 16,-4-2-23-16,-2-1-26 0,-9 1-33 0,-3 1-47 16,-6-1-55-16,-2 0-47 0,-6 1-170 15,-2 0-433-15,-3-3 192 0</inkml:trace>
  <inkml:trace contextRef="#ctx0" brushRef="#br0" timeOffset="-97025.03">17535 13089 2029 0,'-8'-2'100'0,"0"2"20"0,8 0-52 16,-10 0-30-16,10 0-11 0,-10 0-15 0,10 0 10 15,-5 4 24-15,5-4 15 0,-1 10 11 0,-1-3 11 0,2 3-1 16,0 5 0-16,2 3 1 0,3 2 1 0,-4-1-3 15,2 7-2-15,-2 1-7 0,1-1 3 16,0-1-4-16,1-6-1 0,-1-1-7 0,-1 0-2 16,1-2-2-16,1 1 0 0,2-1-3 0,-4-6-2 0,2 0-6 15,-2-1-1-15,1-2-5 0,0 0-16 0,-2-7 8 16,2 10-3-16,-2-10 34 0,2 7 5 16,-2-7 1-16,0 0 2 0,8 4-2 0,-8-4 1 15,15-7-7-15,-2 1-8 0,0-4-4 0,1-1-2 0,4 0-3 16,3-8-7-16,1 3 12 0,0-4-33 0,1 2 9 15,-2-2-3-15,1 0 1 0,-1-2-6 0,0 2-3 16,0-3-3-16,0 1-5 0,0 3-14 0,-4 0-4 16,-5 6-7-16,0 2-20 0,-3 2-34 15,-4 2-24-15,0 2-33 0,-1 1-35 0,-4 4-31 0,2-7-31 16,-2 7-16-16,0 0-5 0,0 0-8 0,0 0-25 16,-24 14-18-16,18-5-165 0,-6 2-499 0,6 0 221 15</inkml:trace>
  <inkml:trace contextRef="#ctx0" brushRef="#br0" timeOffset="-96798.55">17881 13314 145 0,'4'8'192'0,"-4"-8"12"15,4 4 3-15,-4-4 1 0,2 7 1 0,-2-7-4 16,2 11-2-16,-1-5-11 0,-1-6 0 0,0 17-18 16,-1-8-2-16,1 1-9 0,-3 2-8 0,3-2-17 15,-3 2-7-15,2 0-12 0,0-1-8 0,0 0-4 16,1 1-16-16,-3-1-5 0,-1 1-9 0,3-3-10 15,0 4-1-15,1-5-4 0,-2 3-10 0,2-2-7 16,-1-1-24-16,1-8-22 0,0 12-25 0,0-5-26 16,0-7-26-16,0 7-26 0,0-7-25 0,-1 8-30 15,1-8-37-15,0 0-23 0,1 9-27 0,-1-9-185 16,0 0-467-16,0 0 207 0</inkml:trace>
  <inkml:trace contextRef="#ctx0" brushRef="#br0" timeOffset="-96565.33">17960 13259 140 0,'12'-7'234'0,"-1"0"-5"15,1 2-5-15,0 0-10 0,-1 1-14 0,-1 3-11 16,4-1-10-16,-2 2-14 0,0-1-11 0,-1 4-13 16,-1 0-3-16,0 1-14 0,-2 2-8 0,-3-2-15 15,1 1 6-15,-2 0-17 0,-1 2 13 0,-1-2-15 16,-2-5-8-16,-4 19-5 0,1-11-10 0,-4 3-7 15,1-3 2-15,-2 2-8 0,-2-2-8 0,1 2-12 16,-4-2-15-16,0 0-30 0,2-1-28 0,-2-1-25 16,2-1-38-16,0-1-50 0,4-3-65 0,-1 2-252 15,0-3-510-15,8 0 227 0</inkml:trace>
  <inkml:trace contextRef="#ctx0" brushRef="#br0" timeOffset="-96243.08">18552 12705 11 0,'6'-4'231'0,"-2"1"-13"16,-4 3 6-16,10 0-3 0,-10 0 6 0,12 11-6 15,-3 1-9-15,-3 4-13 0,-1 1-7 0,3 8-9 16,1 0-8-16,-4 5-9 0,0 0-8 0,-1 0 0 15,-1 3-12-15,-2-2-13 0,-1 4-1 0,-1-2-8 16,-1 3-8-16,-1-3-11 0,-1-1-8 0,-4 0-15 16,0-1-3-16,1-2-11 0,-2 5-10 0,-3-6 2 15,-1 0-10-15,2-1-2 0,-3-3-5 0,0 0-1 16,-3-3-4-16,2 2 1 0,0-8-5 0,0 0-5 16,-4 2-22-16,4-5-29 0,0 0-28 0,-1 0-26 15,-2-5-29-15,3 2-37 0,-3-2-49 0,-1-2-61 16,6-3-62-16,-6 0-215 0,5-1-574 0,1-2 254 15</inkml:trace>
  <inkml:trace contextRef="#ctx0" brushRef="#br0" timeOffset="-95836.86">18993 12379 44 0,'13'-10'212'0,"1"-1"3"0,-3 3-13 0,2-2-12 16,0 6-14-16,-3 1-14 0,3 0-12 0,-3 5-10 0,2-1-13 15,-1 2-11-15,-1 6-7 0,-1-1-3 16,-1 5-1-16,-1-1-8 0,-1 4-8 0,-3 1 13 15,-3-1-12-15,2 3 0 0,-6 0-8 0,1-2-6 16,-3 2-1-16,-2-2-6 0,1-2-2 0,0 2-3 0,1-5-5 16,1 1-5-16,-3-2 5 0,4-3-14 0,2-1-2 15,-2-1-4-15,4-6-7 0,-4 7 6 16,4-7-5-16,0 8 7 0,0-8-2 0,15 6 3 16,3-6-7-16,9 2-2 0,5-4-4 0,4 0 4 0,0-1-7 15,-1 1-6-15,4-1-1 0,-4-1-5 0,0 1 1 16,-2 0-14-16,-3 0-25 0,-2-1-26 0,-9 4-27 15,0-1-27-15,-4 1-36 0,-3-1-39 0,0 0-40 16,-5 1-35-16,-7 0-185 0,14-3-475 0,-10 2 210 16</inkml:trace>
  <inkml:trace contextRef="#ctx0" brushRef="#br0" timeOffset="-78911.44">13582 12748 19 0,'0'0'58'0,"0"0"-3"15,0 0-11-15,0 0 1 0,0 0-6 0,0 0-5 16,0 0-3-16,0 0-1 0,0 0-8 0,0 0-5 16,0 0 0-16,0 0-4 0,0 0-1 0,0 0-12 15,0 7-8-15,0-7-11 0,0 0-5 0,0 0-12 16,0 0-23-16,0 8-63 0,0-8 29 0</inkml:trace>
  <inkml:trace contextRef="#ctx0" brushRef="#br0" timeOffset="-78137.06">17766 13972 103 0,'6'4'107'15,"-6"-4"-7"-15,0 0-15 0,0 0-2 0,0 0-8 16,7 3-2-16,-7-3-7 0,0 0 2 0,0 0-1 15,0 0 1-15,0 0-5 0,0 0-6 16,0 0-1-16,0 0 0 0,0 0-8 0,0 0-7 16,0 0-4-16,0 0 1 0,0 0-11 0,0 0 4 0,0 0-10 15,0 0-2-15,0 0-6 0,0 0-8 0,0 0-16 16,0 0-9-16,0 0-13 0,0 0-16 16,0 0-3-16,0 0-13 0,0 0-10 0,0 0-10 15,0 0-13-15,0 0-56 0,0 0-165 0,0 0 73 0</inkml:trace>
  <inkml:trace contextRef="#ctx0" brushRef="#br0" timeOffset="-77445.61">17541 12709 22 0,'0'0'54'0,"8"22"-7"0,-8-22-6 0,0 0-17 16,0 0-30-16,0 0-25 0,0 0-33 0,0 0 15 15</inkml:trace>
  <inkml:trace contextRef="#ctx0" brushRef="#br0" timeOffset="-72793.84">20271 12803 201 0,'0'0'205'0,"0"0"-5"0,-6-2-18 15,6 2-13-15,0 0-9 0,0 0-18 0,0 0-18 16,0 0-4-16,0 0-7 0,0 0-9 0,20-9-5 15,-7 9-13-15,-3-1-3 0,5-1-11 0,-1 0 8 16,0 0-3-16,2 1-13 0,-2-1-6 0,-3 2-9 0,1 0-22 16,-2 0-26-16,2 0-28 0,-2 2-39 15,-3-2-34-15,1 1-37 0,-8-1-27 0,12 1-24 16,-12-1-101-16,10 3-314 0,-10-3 139 0</inkml:trace>
  <inkml:trace contextRef="#ctx0" brushRef="#br0" timeOffset="-72628.98">20248 12875 145 0,'0'0'179'0,"-8"0"2"15,8 0-9-15,0 0-8 0,-9 1-10 0,9-1-18 16,0 0-10-16,0 0-14 0,0 0-9 0,0 0-10 16,31 4-9-16,-9-4-12 0,-2 0-30 0,11 0-41 15,-3 1-40-15,4-2-44 0,2 1-40 0,0-1-131 16,-2 1-274-16,2-3 122 0</inkml:trace>
  <inkml:trace contextRef="#ctx0" brushRef="#br0" timeOffset="-71338.39">21805 12587 14 0,'0'0'121'0,"0"0"-5"0,0 0-11 0,0 0-2 15,0 0-8-15,0 0-8 0,0 0-5 0,0 0-6 16,0 0-3-16,0 0-2 0,0 0-2 0,0 0-4 15,0 0-2-15,0 0-7 0,0 0 4 0,0 0-3 16,0 0-5-16,0 0-3 0,0 0 1 0,0 0-8 16,0 0 0-16,0 0 1 0,0 0 3 0,0 0-6 0,0 0-3 15,0 0-2-15,0 0 1 0,0 0-1 16,0 0-4-16,0 0 4 0,0 0-4 0,0 0 5 16,0 0-3-16,0 0 1 0,0 0 3 0,0 0 2 15,0 0-1-15,0 0 2 0,0 0-4 0,0 0 0 0,0 0-5 16,0 0 0-16,0 0-1 0,0 0-1 0,-7-5 2 15,7 5-1-15,0 0 0 0,0 0 3 16,0 0-1-16,0 0-1 0,0 0 0 0,-5-6 1 16,5 6-3-16,0 0-4 0,0 0-4 0,-3-5 1 15,3 5-5-15,0 0-1 0,9-9-4 0,-9 9-1 0,13-7 2 16,-3 5-5-16,3-2 1 0,5 0-3 0,-1 0 0 16,-1 2 0-16,-3 0-3 0,1 2 5 15,4 0-5-15,-4 0 0 0,0 0-2 0,-2 3-1 16,-1 0 0-16,-1 1 0 0,1 4-3 0,-1-1 2 0,-2 3 7 15,-2-2-8-15,-1 3 4 0,0 1-4 0,-2 1 2 16,-5 1 1-16,0 2-3 0,-2 0 2 0,2-3 3 16,-5 2-4-16,-1 0 1 0,-1-2 1 15,-2 1 0-15,1-2 0 0,-4-1 0 0,0 1 5 16,1 0-5-16,0-7 0 0,0 1 2 0,-2 2-1 0,-1-3-3 16,-1 1 3-16,4-2 0 0,-1-2 1 0,2 1-1 15,-2-3 2-15,4 2-2 0,0-2-1 0,-2 0 2 16,12 0 0-16,-12-2-1 0,12 2 0 15,-11 0-1-15,11 0 4 0,-9-4-4 0,9 4-2 0,-7-3 0 16,7 3 5-16,0 0-1 0,-4-6-1 0,4 6-4 16,0 0 0-16,0 0-1 0,0 0 0 0,0 0 1 15,0 0-2-15,0 0 0 0,0 0 0 16,19-2-1-16,-19 2 2 0,0 0-1 0,14 6 0 0,-7-1 3 16,-1-1-2-16,1 0 0 0,1 2 0 0,1 0 2 15,1 0-1-15,-2 0 0 0,1 3 2 0,4-1 3 16,-4 1-3-16,1-1-3 0,4 3-18 0,-4-4-24 15,1 0-30-15,0 2-27 0,-2-2-39 0,0 2-38 16,0-4-39-16,0 3-126 0,0-4-370 0,1 1 163 16</inkml:trace>
  <inkml:trace contextRef="#ctx0" brushRef="#br0" timeOffset="-70305.96">22449 12537 53 0,'-3'-4'163'0,"3"4"-8"15,0 0-18-15,0 0-9 0,17-6-1 0,-8 5-6 16,2 0-4-16,2 1-12 0,2 1-4 0,3 0 0 15,-1 2-10-15,-3 0-1 0,-1 1-8 0,-2 3-6 16,4 2-9-16,-6-1-2 0,-1 0-3 0,0 2-3 16,-6 1-1-16,1 0-1 0,-2 5-3 0,-4-3 3 15,0-3-10-15,-5 5-5 0,0-4-3 0,-1 2-1 16,-2 1-6-16,-3-2-1 0,0 0-2 0,-4-2-3 16,1 0 1-16,1-1-7 0,-2 3-2 0,1-7 1 15,-3 3-3-15,-1 0-1 0,2-5-1 0,-1 2-1 16,2-2-1-16,-3 1-2 0,2-2-1 0,2 0 0 15,4-2 2-15,0 2-1 0,-1-4-2 0,3 2 0 16,2 0-2-16,2-2 3 0,7 2-1 0,-14-4-2 16,14 4-1-16,-7-2-2 0,7 2 2 0,-5-6-3 15,5 6 4-15,-2-5-4 0,2 5 1 0,0 0-4 16,12-8 1-16,-5 6 3 0,2 1-1 0,1 0-2 16,0 1 3-16,-1 1 1 0,3 2 3 0,-2-2-1 15,1 3 2-15,0-1 1 0,-1 2 0 0,1 0 2 16,0 0-1-16,-1 2 0 0,0-1 4 0,-1 1 3 15,0-1 2-15,0 1-3 0,0 2-4 0,1-2-2 16,-1 0 1-16,0 0-1 0,0 2-16 0,-1 0-21 16,-1-3-28-16,1 2-27 0,-2-3-44 0,1 1-37 15,-3 1-39-15,-1-3-168 0,2-1-399 0,0 1 177 16</inkml:trace>
  <inkml:trace contextRef="#ctx0" brushRef="#br0" timeOffset="-70096.69">22786 12818 129 0,'6'-5'237'0,"-6"5"-13"16,0 0-18-16,0 0-20 0,0 0-20 0,0 0-18 16,4-4-17-16,-4 4-10 0,0 0-12 0,0 0-1 15,0 0-20-15,0 0-10 0,0 0-26 0,0 0-25 16,0 0-35-16,2 17-32 0,-2-17-41 0,0 0-35 15,0 8-56-15,0-8-94 0,0 0-288 0,2 6 128 16</inkml:trace>
  <inkml:trace contextRef="#ctx0" brushRef="#br0" timeOffset="-69750.27">23075 12677 160 0,'0'0'235'0,"4"-5"-17"0,-4 5-16 16,0 0-21-16,5-6-21 0,-5 6-18 0,0 0-15 16,0 0-9-16,0 0-9 0,0 0-4 0,0 0-5 15,0 0-6-15,-3 22-2 0,3-22-10 0,-1 12-4 16,0-5-6-16,2 0-6 0,-1 2-1 0,4 0-3 16,-3 2-4-16,2-4-5 0,0 2 0 0,1 0-7 15,1 2-2-15,2-3-5 0,3 3-2 0,-2-4-3 16,1 3 2-16,-2-2-9 0,3 1-3 0,-2-2-2 15,-1 1-1-15,0 0-2 0,1-1-2 0,-4-3-2 16,0 3-2-16,1-2 1 0,-1-1-4 0,-2 1 0 16,-2-5 0-16,1 8 1 0,-1-8-1 0,-1 10-1 15,1-10-1-15,-9 9-2 0,3-6-1 0,-3 1-2 16,-4-1-11-16,0-1-6 0,-5 0-12 0,2 0-13 16,2-2-16-16,-7 1-12 0,3-2-25 0,1 1-21 15,-2 0-20-15,3-4-23 0,-1 1-22 0,3-1-14 16,-1-1-150-16,2 2-370 0,3-4 164 0</inkml:trace>
  <inkml:trace contextRef="#ctx0" brushRef="#br0" timeOffset="-69590.86">23093 12650 20 0,'18'-7'173'0,"1"-1"-9"0,1 4-1 15,1 0-10-15,0-1-7 0,8 0-18 0,0 2-12 16,-1 2-14-16,0-1-6 0,0 2-24 0,-7 0-24 15,7 2-35-15,-6-1-35 0,-1 1-33 0,-3-1-35 16,0 3-31-16,-5-2-64 0,-2 1-199 0,0-1 88 16</inkml:trace>
  <inkml:trace contextRef="#ctx0" brushRef="#br0" timeOffset="-69024.52">23709 12717 2 0,'0'0'179'0,"5"6"5"15,-3 0 5-15,1-1-5 0,-3-5 0 0,4 12-11 16,-3-5-8-16,0 2-9 0,-2 1-10 16,2-3-10-16,-1-7-4 0,-3 19-9 0,3-13-10 15,-2 1-4-15,1 0-13 0,1-7-9 0,-4 14-4 0,4-14-7 16,-1 9-8-16,-2-4-1 0,3-5-2 16,-4 8 3-16,4-8 3 0,0 0 6 0,-2 5 2 15,2-5 5-15,0 0-9 0,0 0-3 0,0 0-11 16,0 0-5-16,0 0-4 0,0 0-7 0,-13-14-4 0,13 14-5 15,-1-11 4-15,0 5-13 0,1 6-2 0,3-17-3 16,1 9 0-16,4-3-4 0,-2 1-1 0,6-4-6 16,0 1 6-16,3 1-8 0,2-1-4 15,4-3 0-15,-3 6-4 0,1 1-3 0,-1 0 1 16,0 2 1-16,-1 1-1 0,-2 4-1 0,-2 2 4 0,1 0-9 16,-3 1 4-16,1 4-3 0,-1 0-5 0,-2 2 5 15,-1 0 3-15,-1 0-4 0,-2 2 4 0,2 1-3 16,-2-1 1-16,0 1 1 0,-2-1 1 15,3 0 1-15,-3-2-1 0,-2-1 3 0,1 1 0 0,-2-7 0 16,4 10 0-16,-4-10 5 0,3 7-5 0,-3-7 6 16,1 5-1-16,-1-5 0 0,0 0 2 0,0 0 0 15,0 0-1-15,0 0 1 0,0 0-1 16,0 0-1-16,0 0 3 0,0 0-1 0,0 0-3 16,-14-17-3-16,14 17-1 0,0 0 1 0,8-17-2 0,-2 9-1 15,3-3-3-15,1 3-5 0,3-3 0 0,2 0 7 16,-1 2-5-16,3 1 0 0,-4 3 9 0,-2 0-10 15,1 2-4-15,-2 1 1 0,-2 2 0 0,3 0 4 16,-4 2-3-16,-7-2 2 0,10 7 1 16,-6-2 2-16,1 2 0 0,-1-1-2 0,-3 4 3 0,0-1-1 15,-1 2 4-15,0-1 0 0,-2 0-2 0,-1 3-19 16,-1-2-25-16,1 2-38 0,-1-4-49 0,0 3-52 16,1-3-70-16,1 1-220 0,-2-4-515 0,3 1 228 15</inkml:trace>
  <inkml:trace contextRef="#ctx0" brushRef="#br0" timeOffset="-68574.52">24466 12786 213 0,'7'-4'217'0,"-7"4"-11"0,0 0 5 0,0 0 0 15,8 7-10-15,-8-7-11 0,1 11-15 0,-1-11-8 16,-2 13-4-16,-1-5-5 0,1 1-10 0,0 0-9 15,-2-1-13-15,2 0-7 0,1-1-12 0,-2 0-11 16,0-1-11-16,3-6-6 0,-1 11-8 0,1-11-2 16,-3 8 3-16,3-8 5 0,0 0 10 0,-2 5 5 15,2-5 4-15,0 0-6 0,0 0 6 0,0 0-37 16,0 0 9-16,0 0-12 0,0 0 1 0,0 0-11 16,0-30-4-16,1 23-7 0,2-2 0 0,1-4-3 15,0 1 4-15,2 1 2 0,2-5-23 0,-2 1-1 16,4 0 2-16,0-3-1 0,6-4-6 0,-5 5 1 15,6-3-2-15,-3 5 9 0,-1 0-11 0,-2 1 4 16,0 3-4-16,-2 2-1 0,2 3-4 0,-5 1-4 16,0 3-4-16,0-1 10 0,-6 3-5 0,11 0-5 15,-11 0 1-15,12 9 1 0,-9-2 2 0,4 2 1 16,-3 1 7-16,-2 3 8 0,1-2 13 0,-1 3-15 16,4 0 17-16,-3 2 0 0,-2-1 2 0,3 2 10 15,-1-1-11-15,-1-2 1 0,-2-3 1 0,0 4-9 16,3-2-2-16,0-1-1 0,-2-1 1 0,3 2-14 15,-2-3-30-15,2 1-38 0,0-1-42 0,-2-1-32 16,0-4-28-16,-2 3-35 0,0-8-40 0,0 11-48 16,0-11-41-16,-9 9-202 0,4-6-575 0,5-3 255 0</inkml:trace>
  <inkml:trace contextRef="#ctx0" brushRef="#br0" timeOffset="-68424.48">24533 12840 173 0,'-4'-6'234'0,"4"6"-16"0,0 0-9 0,14-11-7 16,-5 8-21-16,4 0-13 0,5 0-16 0,2 0-17 16,2 1-13-16,-1 0-13 0,0-1-28 0,1 3-45 15,-4-1-49-15,2-1-59 0,-8 2-56 0,1 0-174 16,-7 0-326-16,-6 0 145 0</inkml:trace>
  <inkml:trace contextRef="#ctx0" brushRef="#br0" timeOffset="-68044.33">22817 13171 46 0,'-13'2'232'0,"3"0"7"0,7 1 5 0,3-3-8 15,0 0-10-15,33 7-11 0,7-5-16 0,23 1-12 0,37-1-15 16,7-4-11-16,6 2-10 0,5-1-13 16,-7-5-11-16,4 3-14 0,-2 3-8 0,-5-2-5 15,7-1-5-15,-1 0-7 0,-4-3-11 0,-12 3 1 0,-1 4-2 16,2-4 11-16,-33 1 3 0,0 4-10 16,-4-4 10-16,-6 2-12 0,-6 0-5 0,-13-2-13 15,-2 0 1-15,-5 1 13 0,0-3 1 0,-11 1-1 16,3 2-6-16,-2 0-1 0,-4 0-5 0,-3-2-2 15,-1 1 1-15,0 0-8 0,-4 2-4 0,-1-1-3 0,-7 1-5 16,12 0 0-16,-12 0-3 0,8-6-7 16,-8 6-19-16,5-3-34 0,-5 3-45 0,4-7-22 15,-4 7-47-15,-2-11-32 0,2 11-58 0,-15-14-62 16,4 8-73-16,-3-4-210 0,-5 0-616 0,-8-1 273 0</inkml:trace>
  <inkml:trace contextRef="#ctx0" brushRef="#br0" timeOffset="-63728.41">20861 9765 48 0,'0'0'40'0,"0"0"6"0,-3 6-6 0,3-6-7 16,0 0 8-16,-6 4 1 0,6-4-12 0,0 0-1 16,-5 4-1-16,5-4 3 0,0 0 11 0,0 0-11 15,-6 4 3-15,6-4-1 0,0 0 1 0,-10 3-2 16,10-3 6-16,-7 3 5 0,7-3-4 0,0 0 8 16,-13 1-7-16,13-1 6 0,-10 2-5 0,10-2-4 15,-6 2 3-15,6-2-8 0,0 0 6 0,-10 0 1 16,10 0-3-16,-8 3 2 0,8-3-4 0,0 0 5 15,-10 3-1-15,10-3 6 0,0 0-2 0,-7 3 4 16,7-3-1-16,0 0 5 0,0 0 4 0,0 0 7 16,0 0-4-16,0 0 6 0,0 0 0 0,0 0-1 15,0 0 2-15,0 0-1 0,0 0 5 0,0 0-9 16,0 0-4-16,0 0-7 0,0 0-4 0,0 0-7 0,0 0 1 16,0 0-7-16,23-9-5 0,-12 6 2 15,1 2-3-15,0-2-6 0,1 2 1 0,1-1-3 16,-1 1 2-16,0 0-2 0,0-2 0 0,3 2-6 15,-4 0-1-15,0 1 6 0,-1-2-5 0,0 0 1 0,-2 0-3 16,2 2 0-16,-1-3 4 0,-10 3-3 0,11-1 2 16,-11 1 1-16,10-2 1 0,-10 2 1 0,7 0-3 15,-7 0 1-15,0 0-2 0,10-1 2 16,-10 1-2-16,0 0-9 0,0 0 5 0,0 0-3 0,0 0 2 16,0 0-2-16,10-2-3 0,-10 2-4 0,0 0-20 15,0 0-10-15,0 0-7 0,0 0-17 0,0 0-24 16,0 0-21-16,0 0-21 0,0 0-13 15,-4 13-14-15,4-13-30 0,-8 8-132 0,8-8-338 0,-9 4 149 16</inkml:trace>
  <inkml:trace contextRef="#ctx0" brushRef="#br0" timeOffset="-63328.21">20764 9935 16 0,'0'0'121'0,"-7"2"-19"0,7-2 7 0,0 0 1 16,0 0-19-16,0 0 17 0,-6 4-1 0,6-4-4 15,0 0 1-15,0 0-2 0,0 0-3 0,0 0-4 16,0 0-4-16,0 0 6 0,0 0 2 0,0 0-9 15,0 0-4-15,0 0-3 0,30-1-2 0,-20 1-5 16,2-3-6-16,0 3-1 0,1 2-7 0,1-4-3 16,-1 1-3-16,2 0-2 0,-2-1-3 0,1 2-4 15,-1-2-2-15,5 3 0 0,-5-2-5 0,-1 1-2 16,2-3-1-16,-2 3 2 0,-1-2-4 0,-3 2-2 16,4 0-5-16,-6-2 1 0,-6 2-4 0,15-1-5 0,-7 1 0 15,-2-2-4-15,-6 2 2 0,13-2-1 16,-13 2-1-16,8 0-3 0,-8 0-6 0,10-2-4 15,-10 2-15-15,10 0-14 0,-10 0-21 0,7 2-29 16,-7-2-27-16,0 0-36 0,9 0-30 0,-9 0-35 0,5 4-161 16,-5-4-394-16,0 0 174 0</inkml:trace>
  <inkml:trace contextRef="#ctx0" brushRef="#br0" timeOffset="-62531.53">21402 9658 71 0,'0'0'108'0,"0"0"-15"0,-4-8 6 0,4 8-17 0,-4-7 5 16,4 7-5-16,-2-6-4 0,2 6-1 0,-5-5-4 15,5 5 8-15,-4-8-7 0,4 8-9 0,0 0 8 16,-4-8-4-16,4 8 6 0,-3-7 3 0,3 7 2 15,-2-9-8-15,2 9 4 0,0 0-7 0,-3-8 6 16,3 8 1-16,0 0 2 0,-2-7-4 0,2 7-1 16,0 0-4-16,0 0-6 0,0 0-5 0,0 0-5 0,-2-7-4 15,2 7-7-15,0 0-7 0,0 0-5 16,0 0-3-16,0 0-3 0,0 0 0 0,0 0 0 16,0 0 0-16,0 26 5 0,-1-14-2 0,-1 4 6 15,0 1 5-15,1-1-2 0,-3 3 0 0,2 2 9 16,-1 3-3-16,-1-5-1 0,-1 0-1 0,3-1-1 0,-2 3 2 15,2-4-1-15,-1 2-4 0,0-3-2 16,3 0 3-16,-1 1-7 0,-2-3 1 0,2 3 0 16,1-6-4-16,0 3-2 0,0-3-2 0,0-1 9 0,0-1-11 15,0-9-2-15,0 13-2 0,1-6 4 16,-1-7-7-16,-1 12-1 0,1-12 0 0,4 9 1 16,-4-9-3-16,0 8-3 0,0-8 4 0,0 0-4 0,0 0 1 15,0 9-2-15,0-9 0 0,0 0 2 0,0 0 0 16,0 0-7-16,0 0 6 0,0 0-1 0,0 0 3 15,0 0-6-15,-3 8 5 0,3-8-4 16,0 0 3-16,0 0 6 0,0 0-8 0,0 0-3 0,0 0 8 16,0 0-21-16,0 0-6 0,0 0-16 0,0 0-13 15,0 0-16-15,0 0-15 0,0 0-21 0,0 0-25 16,0 0-28-16,0 0-27 0,0 0-31 0,0 0-29 16,0 0-167-16,0 0-437 0,3-31 194 0</inkml:trace>
  <inkml:trace contextRef="#ctx0" brushRef="#br0" timeOffset="-62221.09">21384 9699 5 0,'0'0'180'0,"3"-6"-3"16,-3 6-2-16,0 0-4 0,3-6-12 0,-3 6-14 16,0 0-19-16,0 0-12 0,0 0-10 0,0 0-8 15,0 0 10-15,0 0-6 0,0 0-5 0,5 23-5 16,-6-10-8-16,0 0 0 0,0 2-7 0,-4 1-12 16,2 1-3-16,2-1-2 0,-2 1-7 0,1 1-9 15,-2-3 1-15,1 2-4 0,2 1-4 0,0-2-2 16,-2 1-13-16,1-2-28 0,0-2-27 0,-3 2-31 15,3-2-37-15,-1-1-46 0,1-2-46 0,-4 1-134 16,3-1-355-16,-4-1 157 0</inkml:trace>
  <inkml:trace contextRef="#ctx0" brushRef="#br0" timeOffset="-39550.32">6520 13623 146 0,'0'0'186'0,"0"0"-8"0,0 0-1 0,-4-5-13 16,4 5-11-16,0 0-11 0,0 0-8 15,0 0-21-15,0 0-7 0,0 0-13 0,0 0-7 16,18-9-11-16,-5 9-7 0,5-2-3 0,3 0-7 15,9 2-6-15,-2 0-7 0,4 0-5 0,1-1-1 0,2-1-3 16,0 4-5-16,2-5-5 0,2 3-8 16,-4-1-16-16,1-1-16 0,-2 2-20 0,-5 0-37 0,-1 0-33 15,-9 0-34-15,-2 2-36 0,-6-1-109 16,-2 0-308-16,-2 1 137 0</inkml:trace>
  <inkml:trace contextRef="#ctx0" brushRef="#br0" timeOffset="-39278.43">6759 13663 2 0,'0'0'183'0,"-4"16"0"0,3-10-9 0,-2 3-11 15,1 1-15-15,-1 4 4 0,-1 4-11 16,3-7-2-16,-3 5-13 0,3 1-6 0,-2 1-18 15,2 0-1-15,-3 0-13 0,0 0-2 0,2-2-10 16,-1 2-10-16,2 0-5 0,-2-1-7 0,0 1-5 16,0 0-2-16,2 0-7 0,-1-2-5 0,1 1-14 15,0-3-13-15,-2 0-21 0,1-2-20 0,-5 3-37 16,6-2-30-16,-1-2-32 0,0 0-24 0,1-1-20 16,2-2-106-16,-2-1-304 0,1-7 136 0</inkml:trace>
  <inkml:trace contextRef="#ctx0" brushRef="#br0" timeOffset="-38756.1">6948 13728 172 0,'0'0'157'0,"0"0"18"0,0 0-13 15,0 0-8-15,0 0 1 0,9 19-9 16,-8-8-8-16,1 4-12 0,-4 4-4 0,1 0-13 15,0-2-10-15,-1 2-13 0,0 2-1 0,-1-3-7 16,1 1-4-16,-3-2-5 0,1 0-8 0,-1 1-6 0,2-4 2 16,-1 2-13-16,2-2-6 0,-2-2-3 15,3-3-1-15,-2 2-3 0,2-7-4 0,1-4-2 16,-4 12-3-16,4-12-2 0,-1 8-1 0,1-8 1 16,-2 6 5-16,2-6-7 0,0 0-1 0,0 0-3 15,0 0 2-15,0 0-7 0,0 0 0 0,0 0-5 16,21-9 1-16,-11 5 0 0,4 0 3 0,4-2-5 15,0 3 2-15,1 0-4 0,-1 2 4 0,2 1-5 0,0 0 1 16,1 1 1-16,7-1 4 0,-6 2-6 16,0-1 1-16,5-1 0 0,-4 3 0 0,-2-2-2 15,6 4 7-15,-6-5-4 0,0-2 2 0,0 1-1 16,-3-1 4-16,-6 1-1 0,1-2 0 0,-1 0 1 16,-1 2 1-16,0-4 5 0,0 1 2 0,-6 0 4 0,3-1-1 15,-4-2-4-15,0 0 0 0,-1-3 0 16,1 1 4-16,-1 0-3 0,-3-1 0 0,-3 0-1 15,1 1 1-15,-2-1 0 0,3 1 1 0,-5 1-4 16,1 3 4-16,-1-2-3 0,-2 2-2 0,-1 3 0 16,-1 2-5-16,10 0 3 0,-22 3-1 0,9 4-5 15,1-2 6-15,-1 7-2 0,3-3-1 0,-3 4-2 16,3-1 0-16,3 2 1 0,2-2-4 0,3 4-18 16,2 0-30-16,4-2-27 0,2 2-37 0,2-1-43 15,3 0-47-15,4-5-50 0,-2 2-130 0,4 0-413 16,6 2 183-16</inkml:trace>
  <inkml:trace contextRef="#ctx0" brushRef="#br0" timeOffset="-37763.14">7904 13971 118 0,'0'0'171'0,"2"-5"-15"0,-2 5-3 0,0 0-14 16,0 0-2-16,0 0 2 0,0 0-8 0,4 24-11 16,-5-16-10-16,1-8-7 0,0 13-6 0,0-6-4 15,0-7-2-15,0 13-12 0,1-7-6 0,-1-6-10 16,0 0 4-16,0 12-2 0,0-12 9 15,-1 7 3-15,1-7 12 0,0 0 7 0,0 0-1 0,0 0-3 16,0 0-9-16,0 0-6 0,0 0-8 0,0 0-8 16,0 0-9-16,-11-19-1 0,9 8-6 0,1 2-9 15,2-1 0-15,1-3 2 0,4 1-15 0,0-5 4 16,1 0-8-16,9-5 0 0,0 1 0 0,3 2-4 16,0-1-3-16,1 1-3 0,3 2 1 0,3 3-3 15,-9 6 5-15,2 1-10 0,-1 4 1 0,0 3-1 16,-2 4 1-16,2 5-4 0,0-1 3 0,-4 3-7 15,1 4 4-15,-2 0 3 0,-1 2-4 0,-3-1 2 16,-2 2 2-16,2 1-2 0,-4-2-1 0,3 1 0 16,-6-1 1-16,1 0 0 0,-2-5 2 0,1-1-4 15,-2 0 6-15,2-3-2 0,-2-8 10 0,-4 13-11 16,2-9 3-16,2-4-2 0,-5 8 3 0,5-8 3 16,-8 7-1-16,8-7-4 0,0 0 0 0,-10-1 1 15,10 1 4-15,0 0-3 0,0 0-2 0,-10-13-1 16,10 13 0-16,1-12-4 0,1 2 4 0,4-1-3 15,-3 0-5-15,6-5-6 0,3 2 4 0,-3-2-12 16,2 1 3-16,2 1-1 0,-3 0-2 0,6 3 3 16,-7 4 1-16,2-1 1 0,2 3-1 0,-2 1 0 15,1 1 2-15,1 1 1 0,-2 2 3 0,1 3-4 16,-2 2 6-16,-1 1-2 0,2 2 0 0,-3-1-2 16,1 2 7-16,-1 4-2 0,-1-3 3 0,-2 2-1 15,-1 0 1-15,3 3-4 0,-2-5 7 0,-1 1-4 16,2 0 1-16,-1-3 0 0,0 0 4 0,2 2-1 15,-2-4 6-15,2 0-1 0,2-1 3 0,0 0 6 16,3-2-1-16,-1 1-5 0,1-4 2 0,2 0-2 16,-1-1 2-16,4-2 1 0,0-2 0 0,0-1 0 15,-4 2-2-15,2-3-2 0,-1-3 0 0,1 0-1 16,-3 0-2-16,-2 1 2 0,3-1 1 0,-3-4-2 16,-4 3 1-16,3-2-2 0,-2-1 4 0,-2-2 3 15,-1 4-6-15,0-1 2 0,-2 4-7 0,3 1 10 16,-4 2 3-16,-1 6-1 0,3-11-4 15,-3 11-5-15,1-5 1 0,-1 5-3 0,0 0 0 0,0 0 2 16,0 0 1-16,0 0-2 0,-11 22 2 16,7-12-4-16,0 1-2 0,2 2 14 0,-1-3-13 0,2 2 3 15,-1 4-2-15,2-4 1 0,0-2-2 0,3 3 4 16,-2-1-8-16,-1-1-15 0,4 2-31 0,-1-3-34 16,1 0-34-16,-1 1-43 0,2-2-52 0,-1-3-34 15,0 3-157-15,-3-3-440 0,2 0 196 16</inkml:trace>
  <inkml:trace contextRef="#ctx0" brushRef="#br0" timeOffset="-37144.89">9012 14105 34 0,'0'0'217'0,"0"0"-5"0,0 0-7 0,0 0-12 15,0 0-10-15,8-16-10 0,-8 16-12 0,3-12-13 16,1 4-8-16,2-3-8 0,-1 2-11 16,3-6-14-16,1 2-5 0,2-1-9 0,3 1-8 15,-3-2-10-15,3 2-3 0,-1 0-5 0,2 3-5 0,1 1-3 16,-6 5-9-16,1 0-7 0,-2 1-7 16,2 3-4-16,-11 0-1 0,14 4-7 0,-5 3-2 15,-2 0 0-15,0 1-3 0,-2 3 1 0,0-2-5 16,-1 4 0-16,2 1-1 0,-1-3 0 0,2 0-2 15,-4-1-2-15,4 1-1 0,-2-1 1 0,0-2 1 16,0-1-2-16,4 2 1 0,-2-5-5 0,2 0 3 0,-3-2 2 16,5 1-2-16,0-3-3 0,0-1 1 15,-1-1 3-15,2 0-1 0,-1-2 8 0,0 2-6 16,-1-7-7-16,1 4 0 0,-2-1-2 0,0-5 3 16,0 3-1-16,-1-3 0 0,-2 3 2 0,1-5-1 15,-2 5-5-15,1-4 3 0,-2 0 1 0,-2-1-4 0,1 2 3 16,-2 2 1-16,2 1 1 0,-3 8 4 15,0-10-1-15,1 3-6 0,-1 7-1 0,0 0-1 0,3-6-1 16,-3 6 0-16,0 0 1 0,0 0 1 16,0 0 0-16,-5 22 1 0,5-12-4 0,-3 0 2 15,0 2 0-15,2-2 2 0,0 3 0 0,1 3 1 0,-3-4-2 16,3 3-20-16,0-3-21 0,2 1-34 16,-2-3-32-16,1 2-59 0,0-2-43 0,0-1-222 15,-1-2-467-15,2 0 207 0</inkml:trace>
  <inkml:trace contextRef="#ctx0" brushRef="#br0" timeOffset="-36972.06">9468 13650 19 0,'0'0'-4'16,"0"0"-3"-16,0 0 2 0</inkml:trace>
  <inkml:trace contextRef="#ctx0" brushRef="#br0" timeOffset="-36462.57">9701 14120 137 0,'0'0'254'0,"-3"8"-6"16,3-8-16-16,0 0-4 0,0 0-10 0,0 0-4 16,0 0-20-16,0 0-9 0,0 0-6 0,0 0-14 15,0 0-10-15,-15-17-8 0,15 17-10 0,-3-10-8 16,3 10-11-16,-2-10-20 0,2 10-3 0,2-14-7 16,2 5-9-16,0 0-9 0,0 0-8 0,2 0-4 15,1 1-12-15,-1-3-9 0,3 4-7 0,6-3-2 16,-4 3-5-16,4-2-6 0,3 4-2 0,-2 2-3 15,-3 1-5-15,0 2 7 0,1 3-7 0,0 0 3 16,-4 4-4-16,6 3 0 0,-7-1-7 0,2 4 5 16,-2-3-3-16,1 3 0 0,-6-3 4 0,0 1-4 15,-1 0 2-15,-1-4-4 0,2 1 4 0,0 2-2 16,-2-3-2-16,3-3 10 0,-5-4-4 0,0 7 1 16,0-7-3-16,0 0 0 0,0 0 2 0,-11 6 1 15,11-6 1-15,0 0 1 0,0 0 10 0,-14-8-11 16,14 8-2-16,-3-9-2 0,3 9 0 0,0-13 2 15,0 2-5-15,2 1 1 0,3-1-2 0,0 1-2 16,5-5 4-16,1 0-7 0,0 0-2 0,1 2 2 16,0-1-1-16,7 2-1 0,-2 0 3 0,-1 2-4 15,0 3-2-15,2 1 3 0,-7 3-2 0,2 1 4 16,-2 2-2-16,0 5-2 0,1-1 3 0,-1 4 0 16,-4 0-4-16,2 1 5 0,-2 1 2 0,-1 0 1 15,-1 6-3-15,0-1 6 0,2 1-3 0,-5-1 0 16,-1-2 1-16,1-1 0 0,-1 0 2 0,-2 1-8 15,-1-2-37-15,-1 1-41 0,-2-2-45 0,2 2-60 16,1-3-79-16,-5-1-225 0,3-2-536 0,4-6 237 16</inkml:trace>
  <inkml:trace contextRef="#ctx0" brushRef="#br0" timeOffset="-36095.02">10313 13991 187 0,'0'0'225'0,"0"0"-1"0,0 0-7 16,0 0-3-16,0 0-14 0,-5 31-6 0,1-20-18 15,3-1-16-15,-3 1-8 0,4-1-16 0,-1 2-8 16,1-2-10-16,2-1-11 0,3 3-9 0,0-5-6 16,2 2-12-16,1-1-5 0,2 0-5 0,0-2-9 15,4-2-3-15,0-3 1 0,-1 2-11 0,-2-4-4 16,1 1 2-16,-2-3-13 0,3-1-3 0,-2 0-1 15,-2-2-2-15,3-1-2 0,-3 0-5 0,0-2-2 16,0-1 2-16,-2 1 0 0,2-2-7 0,-1-2 1 16,-1 2-2-16,0 1 1 0,-2-1-4 0,-1 1 4 15,0 4-7-15,1 2 12 0,-5 4-15 16,6-9 2-16,-6 9-6 0,4-4-4 0,-4 4 9 16,0 0 11-16,0 0 4 0,0 0 3 0,1 21 4 0,-2-10-1 15,-3 0-1-15,2 0-2 0,-5 6-4 0,4-2-3 16,-3 0-10-16,1-3-39 0,0 2-42 0,0 3-40 15,-1-6-44-15,2 2-66 0,0-2-55 0,-1 4-185 16,1-5-505-16,3 1 225 0</inkml:trace>
  <inkml:trace contextRef="#ctx0" brushRef="#br0" timeOffset="-35602.92">10581 14214 66 0,'4'-5'273'0,"-4"5"-4"0,0 0-3 0,8-4-2 0,-8 4-8 16,0 0-24-16,0 0-4 0,5-4-10 0,-5 4-10 16,0 0-8-16,3-6-19 0,-3 6-12 0,0 0-10 15,1-12-12-15,0 6-14 0,2-1-14 16,-1-3-16-16,3 2-4 0,0-3-12 0,1 1 1 16,1-1-6-16,3-4-15 0,1 0-5 0,0 1-3 0,3 0-15 15,-1 2 4-15,2 1-12 0,-4 5-1 16,-2-2-6-16,2 3-5 0,-5 3-6 0,7-1-3 0,-3 3-8 15,1 3 9-15,-2 3-11 0,1 1-3 0,-3 1 9 16,0 2-6-16,-2 0 1 0,3 6 12 0,-2-4-16 16,-4 0 0-16,0 1 2 0,-1-2-5 0,0 0 7 15,-1 0-9-15,0-1 3 0,2-2 2 16,-1 1 6-16,-1-9-4 0,0 9-2 0,0-9 10 0,-3 7 2 16,3-7 3-16,0 0-5 0,0 0-4 0,0 0 4 15,-2 8 5-15,2-8 2 0,0 0-7 0,0 0-2 16,0 0 4-16,0 0-13 0,0 0 11 15,0 0-8-15,2-30 6 0,2 19-10 0,0 3-5 16,3-4-10-16,-1 2 9 0,7-3 2 0,-2 0-5 16,1 1-4-16,-1 2-7 0,-1 2 4 0,2 1 1 0,-2 2 1 15,-1 2 0-15,1-1-1 0,-3 3-1 16,-7 1-1-16,14 1 6 0,-7 2 0 0,-2 0-1 16,1 3 2-16,-3 0 1 0,0 2-3 0,0-2 5 0,-1 3 4 15,-1 0-1-15,2 2-2 0,-3-2 4 16,0 1-16-16,0 0-40 0,-1 2-46 0,-3-1-50 0,0 1-58 15,4-2-77-15,-3 0-287 0,2 0-623 0,1-10 275 16</inkml:trace>
  <inkml:trace contextRef="#ctx0" brushRef="#br0" timeOffset="-35119.62">11908 14164 1688 0,'8'-14'70'0,"-1"0"-19"0,1 5 5 16,-2 0-27-16,0 2 6 0,-2 1 6 0,-1 0 0 15,-3 6-6-15,6-7 1 0,-6 7 10 0,8 1 5 16,-8-1 13-16,13 11 1 0,-7 0 3 0,1 4-1 16,0 2 1-16,-4 0 3 0,1 2-4 15,0 0 8-15,1 1-6 0,-4-2-1 0,4 1-1 0,-5-2-7 16,4-1-4-16,-2 0-9 0,-2 1-1 0,3-6-5 16,0-2-2-16,-1 0 0 0,-2-2-7 0,2-2 6 15,-2-5 6-15,2 9 12 0,-2-9 15 0,1 7 13 16,-1-7-8-16,0 0-5 0,0 0-4 0,0 0-3 15,17-13-10-15,-10 4 0 0,-1-1-6 16,-1 0-2-16,4-5-14 0,1-1 5 0,0-2 0 0,4-4-9 16,4-2-3-16,0 0 14 0,-3-2-23 15,1 0 17-15,2 0-13 0,0-1-16 0,-3 2-6 0,-1 0-4 16,-3 8 6-16,-2 1-13 0,1 1-12 0,-2 4-5 16,-3 3-12-16,2 0-28 0,-6 2-28 0,5 3-40 15,-6 3-25-15,0 0-13 0,0 0-26 0,0 0-32 16,0 0-36-16,-16 22-208 0,4-8-516 0,-3 7 228 15</inkml:trace>
  <inkml:trace contextRef="#ctx0" brushRef="#br0" timeOffset="-34700.5">12397 14167 247 0,'0'-10'246'0,"0"10"-7"15,-3-10-11-15,3 10-18 0,-4-8-15 0,4 8-19 16,0 0-14-16,-12-3-13 0,12 3-3 0,-20 11-9 16,7-5-9-16,-1 7-12 0,-3-2-10 0,2 1-8 15,4 0-13-15,-5 2-6 0,6 0-5 0,1 0-7 16,2-6-8-16,0 3-8 0,2-1-3 16,1 0-4-16,2-1-3 0,0-1-5 0,2 0 5 0,0-8-3 15,2 13-9-15,0-8-4 0,-2-5 5 0,5 7-5 16,-1-5-11-16,-4-2 7 0,14 2-5 0,-14-2 0 15,13-2 0-15,-4 0-2 0,-2-3 0 0,2-1-9 16,0 3 1-16,2-4-6 0,-2 0-7 0,-1 1-2 16,3-3 5-16,-1 0-10 0,-3 2-1 0,0 0 9 15,0-1-8-15,-1 1-1 0,-1 1 3 0,-1 4-4 16,-4 2 1-16,6-8-2 0,-6 8 3 0,6-3 0 16,-6 3 6-16,0 0-4 0,0 0 4 0,9 12 3 15,-7-7 6-15,-2-5-3 0,2 12 1 0,-2-3 1 16,0 0 1-16,-2 0-1 0,4 1 0 0,-2-1 0 15,-4 2 3-15,4-2-3 0,0 1-12 0,0 0-41 16,0-3-31-16,-1 3-47 0,0-2-59 0,1-8-46 16,-3 16-192-16,-1-12-464 0,4-4 205 0</inkml:trace>
  <inkml:trace contextRef="#ctx0" brushRef="#br0" timeOffset="-34462.46">12639 13911 164 0,'5'-9'280'0,"-3"0"-21"15,0 2-30-15,0 4-25 0,-2 3-6 0,0 0 5 16,0 0 1-16,11 22 2 0,-10-5-16 0,-1 4-10 16,1 4-13-16,-3 5-11 0,0-1-4 15,0 0-16-15,-5 4-15 0,3-5-8 0,-1 3-17 0,0 0-1 16,3-3-17-16,-6-1-24 0,3-1-39 0,3-6-33 15,-5-2-37-15,0 2-40 0,1-1-43 0,-1-2-55 16,5-5-54-16,-5-1-212 0,2 1-498 0,1-4 220 16</inkml:trace>
  <inkml:trace contextRef="#ctx0" brushRef="#br0" timeOffset="-33918.82">12755 14143 83 0,'3'-4'228'0,"-3"4"-19"16,4-5 2-16,-4 5 5 0,0 0-2 0,0 0-15 16,6 15-10-16,-4-7-16 0,-2 1-17 0,0 1-4 15,-2 2-14-15,2-2-12 0,2 0-8 0,0 3-8 16,-2-3-6-16,2 2-7 0,2-4-8 0,1 2-11 16,-1-1-8-16,-2 1-5 0,3-4-9 0,0 0-2 15,1 0 0-15,-1-1-8 0,3-1 2 0,-3 0-8 16,3-3-5-16,2 0-1 0,-10-1-7 0,15-1 3 15,-5-2-8-15,-1 1-3 0,-1-4-4 0,2 3-4 16,-1-5-9-16,-1 0-10 0,2 1-5 0,-1-2-1 16,-3-2-3-16,3 1-2 0,-1 1-1 0,-2 2 8 15,1 0-6-15,-1 1 2 0,-3 2-5 16,-3 4 1-16,9-7 2 0,-9 7-1 0,7 0 4 0,-7 0 4 16,6 10 4-16,-2-4 8 0,-1 0 6 0,1 2 3 15,-2 2 6-15,3-2-3 0,0 1 3 0,1-1 0 16,1 1-1-16,2-2 3 0,2-1 4 0,2 0-6 15,4 0 2-15,4-3-2 0,-2-1 2 0,1-2-2 16,-2-1 2-16,4 1-5 0,-1-3-1 0,-3 1 2 16,0-3-7-16,-1-1 5 0,-3 0 4 0,-3 2-9 15,5-6 2-15,-7 4-4 0,0-2 2 0,0 0 2 16,-2 1-2-16,-1-5 2 0,-1 3-5 0,-1-2-1 16,-2 1 4-16,2-2-2 0,-4 0-3 0,0 2 1 15,0 1-1-15,-4 3-6 0,4 6 4 0,-6-9-6 16,1 5 4-16,-3 2-2 0,8 2 3 0,-19 7-2 15,8-2-2-15,-3 4 0 0,2-1 5 0,3 1-3 16,-3 4 1-16,3 0-1 0,0 0-1 0,3-4 1 16,1 3-4-16,5-2-19 0,0 3-24 0,0-2-30 15,11 2-26-15,-4-3-36 0,11 2-67 0,11 1-41 16,-2-2-208-16,4-2-495 0,1-3 219 0</inkml:trace>
  <inkml:trace contextRef="#ctx0" brushRef="#br0" timeOffset="-33314.63">13953 14186 202 0,'2'-4'299'0,"-2"4"-26"0,5-5-25 16,-5 5-4-16,0 0 8 0,0 0-2 0,0 0-11 16,0 0-16-16,-3 21-7 0,3-21-4 0,-4 16-10 15,2-8-19-15,2 1-5 0,0 1-11 0,4-1-10 16,1 0-16-16,-1 0-6 0,5 0-9 0,0 0-19 15,4-1-3-15,1-1-5 0,-1 0-12 0,4 0-15 16,-5-4-4-16,1 0-5 0,-3-1-7 0,-1 1-2 16,5-4-5-16,-6 2-5 0,-1-1-2 0,-7 0-5 15,12-4-5-15,-6 0-7 0,-6 4-10 0,7-7-11 16,-5 0-15-16,2 1-7 0,-4-4-6 16,0 1 5-16,0-3-20 0,-1 0-8 0,-4-2 6 0,-1-2-6 15,-1 0-4-15,-2 3-4 0,2 2 9 0,1 1 4 16,1 1 9-16,0 0 2 0,0 2 2 0,1 2 2 15,4 5 5-15,-4-9-2 0,4 9 0 0,-3-6 9 16,3 6-5-16,0 0 8 0,0 0 4 0,0 0-3 16,13-8 3-16,1 7 1 0,7-2 3 0,9 0 1 15,3-1 0-15,2 1-5 0,2-3 15 0,0 2-12 16,-3-2 5-16,-1-1-8 0,-1-1 6 0,-3-1 1 16,-2-1 1-16,-8 3 3 0,8-7 7 15,-5 1-8-15,-4 0-3 0,-2 0 3 0,-3-1-3 0,-4-3 4 16,2 0-1-16,-3 1-6 0,-2-3 2 0,0 0 6 15,-3 4-4-15,0 3 4 0,1 1-6 0,-4 0 5 16,2 5-1-16,-2 6 5 0,0-10-2 0,0 10-6 16,0 0 11-16,0 0 11 0,-16 19 14 15,5 3-5-15,-5 6 12 0,1 4 18 0,-2 13 5 0,-7 0 2 16,2 1 1-16,1-2 2 0,1 1 5 0,6-12-8 16,-3 0 2-16,6 1-7 0,-3-2-6 0,1-1-5 15,4 0-1-15,0-2-4 0,-1-1-9 0,6-1 0 16,-2 0-7-16,-1-3 1 0,5-6-7 0,0-1 3 15,1 1-12-15,-4-4-22 0,3-2-45 0,0-2-28 16,2-1-61-16,0 1-35 0,-2-5-20 0,-2 0-35 16,-3-2-39-16,7-3-73 0,-12 1-41 0,1-1-194 15,2-1-627-15,9 1 278 0</inkml:trace>
  <inkml:trace contextRef="#ctx0" brushRef="#br0" timeOffset="-33163.06">14300 14298 121 0,'0'0'222'0,"3"-7"0"0,4 4-11 16,-7 3-19-16,13-6-19 0,-1 3-19 0,2 3-12 15,3-3-14-15,3 2-16 0,1-1-36 0,6 4-56 16,6-1-42-16,3 0-56 0,18 4-202 0,3 1-301 16,1-5 134-16</inkml:trace>
  <inkml:trace contextRef="#ctx0" brushRef="#br0" timeOffset="-32685.23">15867 14147 190 0,'3'-12'248'0,"0"4"-5"0,-1-2-7 15,1 5-5-15,-3 5-22 0,2-8-19 0,-2 8-28 16,0 0-18-16,0 0-7 0,0 0-2 0,11 18-4 16,-7 0-7-16,0 6-2 0,0 2-8 0,2 2-1 0,-7-1 0 15,1 1-9-15,1 1-8 0,-2-3-9 16,-2 0 0-16,2-1-2 0,2-6-10 0,-2-1-1 15,-1 0-5-15,2-5-6 0,1-2-12 0,0-2 4 16,-1 1-12-16,1-2 6 0,-1-8-2 0,0 9 5 0,0-9 11 16,3 8 13-16,-3-8 11 0,0 0 6 0,0 0-9 15,0 0-18-15,0 0-4 0,14-16-10 16,-8 6-7-16,8-4-6 0,-1-1-2 0,5-5-1 16,-3 0-10-16,4-1 5 0,1-2 2 0,0 0-6 15,0-1-7-15,0-2 1 0,1 0-6 0,1-2-2 0,-1 1-4 16,0 3-14-16,1-1 1 0,-6 4-6 15,-3 5 2-15,-1 4-8 0,-3 1-23 0,-2 4-30 16,-3 3-33-16,2-2-36 0,-3 4-31 0,-3 2-2 16,0 0-7-16,0 0-26 0,0 0-40 0,-7 20-35 15,-5-5-33-15,2 2-166 0,-2 4-517 0,0 2 228 0</inkml:trace>
  <inkml:trace contextRef="#ctx0" brushRef="#br0" timeOffset="-32440.43">16229 14382 221 0,'0'0'252'0,"0"0"-13"0,0 0-12 0,0 0-31 0,0 0-19 15,0 0-4-15,0 0 14 0,5 9 5 0,-5-9-8 16,-2 17-11-16,0-7-4 0,-2 2-8 16,1 5-10-16,-4 1-8 0,2-2-9 0,2 2-16 15,-2 0-8-15,0-1-5 0,1 2-16 0,-1-3-5 0,1 1-7 16,-2 1-13-16,3-1-5 0,-1-2-5 0,-1-4-13 15,3 0-1-15,-1 0-11 0,2-1-27 16,-2 0-29-16,2-3-31 0,-2 2-34 0,0-2-37 16,3-7-34-16,-5 11-43 0,5-11-54 0,-7 7-226 15,3-6-527-15,4-1 233 0</inkml:trace>
  <inkml:trace contextRef="#ctx0" brushRef="#br0" timeOffset="-32168.65">16200 14417 120 0,'13'-3'240'0,"0"1"-7"0,0 3-10 15,1-1-12-15,0 2-10 0,2 4-5 0,-1 3-9 16,0 0-8-16,-2 4-14 0,-2-2-11 0,2 2-7 16,-3 0-10-16,2 2-5 0,-5-1-11 0,-3 2-13 15,1 0-5-15,-3-5-7 0,-1 1-7 0,-1 4-2 0,-3-5-3 16,-3 4-7-16,1-2-7 0,-2-2-2 15,-4 2 2-15,-1-3-9 0,-2 3-10 0,-1-6-3 16,0 3-4-16,1-3-10 0,-3 1-9 0,0-4-20 16,3 0-12-16,-1 3-24 0,1-3-24 0,1-2-25 15,3 1-24-15,-1-1-32 0,4-1-37 0,7-1-63 16,-9 0-52-16,9 0-155 0,0 0-480 0,-10-4 213 16</inkml:trace>
  <inkml:trace contextRef="#ctx0" brushRef="#br0" timeOffset="-31812.77">16663 14481 31 0,'8'-8'251'0,"-1"1"-4"0,-2 3-2 16,-1 0-6-16,0 0-17 0,-4 4-21 16,5-6-17-16,-5 6-22 0,0 0-15 0,0 0-12 15,0 0-8-15,0 0-10 0,0 0-10 0,-24 14-11 16,14-7-4-16,1 3-10 0,-1-3-12 0,-1 6-7 0,4-3-7 15,-1 2-3-15,1 1-8 0,0-4-5 16,4 1-1-16,1 0 1 0,2 3-7 0,1-3-6 16,3 3 3-16,0-1-6 0,2-1-2 0,2-2 1 15,0 1-4-15,1 1-1 0,3 0-5 0,-3-2-2 16,-1 0 9-16,3-1-14 0,0-1 2 0,-5-1-3 16,-1 0 0-16,0-3-1 0,0 4 3 0,-5-7-2 0,7 4-2 15,-5 0-2-15,-2-4 9 0,0 0 0 16,0 0-1-16,0 0-1 0,-11 9 1 0,3-7 2 15,-1 2 5-15,-1-2-1 0,-1 0-13 0,-1 0-6 16,-2-1-15-16,1 1-22 0,0-2-22 0,-2 0-20 0,2 3-32 16,-1-3-44-16,3 1-49 0,-2-1-58 15,3 0-153-15,2 0-451 0,8 0 199 0</inkml:trace>
  <inkml:trace contextRef="#ctx0" brushRef="#br0" timeOffset="-27376.86">17744 14026 132 0,'0'0'158'0,"0"0"1"15,-7 4-6-15,7-4-6 0,0 0-4 0,13 13-6 0,-3-6-9 16,-1 2-16-16,1 4-12 0,4 1-5 0,-1 0-5 16,-2 0-10-16,1 0-9 0,-2 1-6 15,0-1-1-15,-1 1-11 0,0-1-8 0,-1 2-3 16,-2-3-3-16,-2-3-3 0,0 2-3 0,-2 0-6 16,0-1-2-16,-1-1-3 0,-1 2 2 0,-1-3-3 0,-3 1 0 15,0-2-3-15,-1 1 0 0,-4-2-2 0,2 0-2 16,-2-2-4-16,-2 1 3 0,2-2-3 0,-1 0 0 15,-3-2-2-15,3-2 0 0,-1 1 3 0,0-2-1 16,11 1-8-16,-15-4 3 0,10-1 7 16,1 1-7-16,-2-2-3 0,6 6 0 0,1-18 1 0,6 6 5 15,4-1-5-15,0-2 1 0,10-4 0 0,0-2 2 16,7 2-3-16,3 0-6 0,1 0 5 0,2 4-3 16,1 1-6-16,0 3-12 0,-2 2-17 15,-5 2-31-15,-7 4-42 0,8 1-29 0,-13 4-37 16,-2 1-138-16,-5 4-338 0,0-1 150 0</inkml:trace>
  <inkml:trace contextRef="#ctx0" brushRef="#br0" timeOffset="-26762.73">18118 14426 151 0,'7'-7'190'0,"3"0"-8"0,3-3-10 15,5 0-14-15,-1 0-12 0,6-6-1 0,-2 3-15 16,-3 1-11-16,0 2-12 0,1-1-11 16,-3 0-5-16,0 0-11 0,0 1-10 0,-7 1-3 0,1 0-4 15,-1 1-9-15,-1-1 3 0,-2 1-2 0,-1-1-6 16,-3 3-4-16,1 0-7 0,-3 6-3 0,-1-10-5 16,1 10-5-16,-5-9-2 0,5 9 0 0,-12-3-4 15,12 3-1-15,-19 3 0 0,6 0-4 16,-1 5 2-16,-2 2-1 0,0 1-2 0,2 1-1 15,-4 5 0-15,4-1 0 0,4 0-1 0,1 1-2 0,1-2 1 16,5 2 3-16,1-2-8 0,5 0 2 16,2 1-4-16,2-2 7 0,5-2-4 0,5-1 2 15,6 3-2-15,4-6-1 0,1-1 1 0,2 0-1 16,2-7-1-16,2 3 0 0,1-6 0 0,0-1 2 16,-2 0-2-16,0-4 6 0,-2 3 2 0,-1-3-10 0,0 1 3 15,-3-5-2-15,-8 5 2 0,8-6-1 0,-8 4 1 16,-5-3-2-16,1 4 1 0,-2-5 1 15,-4 4-3-15,0-2 5 0,-3 0-5 0,0 1 6 0,-4-1 1 16,1 3 5-16,-3 1 3 0,0 7-3 16,-5-12-3-16,-1 7 1 0,0 2 1 0,-7 1 4 15,0 2 1-15,-6 2 0 0,3 4 0 0,-3-1-1 0,-2 4-3 16,-3 3 5-16,5-1-5 0,5 0 0 16,0 2 3-16,3-2 0 0,0 3-10 0,3 0 3 15,4-3-3-15,0 5 1 0,6-4-2 0,0-1 1 16,2-1-1-16,0 2 1 0,1-2-3 0,-1 0-3 15,6 4 1-15,-5-4 1 0,3 6 0 0,-3-2-1 0,-2 1 4 16,0 3-6-16,-1 1-1 0,-4 1 0 16,-1-1 3-16,-4-1-6 0,2-1 6 0,-3 1 0 0,-3 4 1 15,-1-5-2-15,3 1 4 0,-1-1-3 16,1-2-1-16,2 1-16 0,0 0-10 0,-2-6-15 16,4-1-22-16,-3 1-25 0,3-2-36 0,0-1-56 0,1-1-38 15,1 1-179-15,-1-3-427 0,4-4 190 0</inkml:trace>
  <inkml:trace contextRef="#ctx0" brushRef="#br0" timeOffset="-25785.39">18953 14373 140 0,'2'-4'235'0,"-2"4"-22"0,5-6-2 16,-5 6-11-16,0 0-2 0,0 0-10 0,0 0-10 15,0 22-12-15,-2-13-17 0,1 5-12 0,1-3-10 16,1 5-10-16,1-4-11 0,-1 1-14 0,3-1-7 16,1 2-11-16,0-3-4 0,3 0-6 0,1-2-8 15,0 1-2-15,0-3-6 0,2 0-4 0,1-3-6 16,-1-1-2-16,2-1 1 0,-2-2-6 0,2-2 0 16,0-1-3-16,-3-1-4 0,3-1 0 0,-3 0-1 15,0-2-6-15,2-2-2 0,-1 1 3 0,-3-4-5 16,5-1 1-16,-3 0-2 0,-2 0 0 0,3-3-3 0,-4 2-1 15,-1 3-3-15,2-4 0 0,-2 5-1 16,-2-1 0-16,-2 5 0 0,4-1-1 0,-4 2-2 16,-2 5 5-16,4-8-8 0,-4 8-7 0,0 0 2 15,0 0 4-15,0 0 5 0,0 0 2 0,-6 24-4 16,3-12 5-16,0-1-1 0,2 2 1 0,-2 0-4 16,1 2 1-16,2-2 5 0,1-1-3 0,2-2 4 0,1 2 2 15,2-2-1-15,-1 0 0 0,4-3 2 16,0 1 1-16,0-1 4 0,0-3 0 0,4 1-5 15,-3-4 6-15,1 0-3 0,4-1 1 0,1-1 5 16,-2-3-2-16,-1-1-6 0,1 2-1 0,-2-2 0 16,0 1-2-16,0-3-2 0,-3 2 5 0,2-3-4 15,-2-2-2-15,3-2 1 0,-1 0-6 0,-4 1 5 16,0 1-3-16,2-4-1 0,-2-1-1 0,-2 5 4 16,-1-1-2-16,-2 2 1 0,1 1 3 0,-1 3-1 15,-2 5 0-15,3-9-1 0,-3 9-2 0,2-6-3 16,-2 6 0-16,0 0-5 0,0 0 5 0,0 0 1 15,0 0 2-15,-15 25 1 0,12-15 0 0,-2 1-3 0,4-1 4 16,0 0 4-16,-3 1-11 0,5 0 9 16,-1 0 2-16,3-1 0 0,-1 0 3 0,2-1 7 15,-1 0-2-15,1-1 2 0,-1-2-2 0,4-1 2 16,0 1 3-16,-2-1-9 0,2 1 4 0,1-5-2 16,1 2 3-16,-1-3 6 0,0 3-7 0,-8-3-2 0,17-1 0 15,-10 1-1-15,2-4 1 0,-1 2-7 16,0 0 3-16,-2-2-3 0,-1 1-3 0,2-3-1 15,-1 2 2-15,2-3-7 0,-1-2-8 0,0 2-4 16,-1-2-10-16,2 1 6 0,-2-1-8 0,2 1 4 16,-2 1 2-16,-1 0 0 0,-1 2 1 0,1 0 1 15,-1 1 0-15,-4 4-3 0,5-5 0 0,-5 5 2 0,0 0 2 16,0 0 1-16,14 7-2 0,-10-1 3 16,0-3 3-16,0 4 6 0,-2-1-5 0,3 1 5 15,1-1-1-15,-1 0 6 0,4 2 2 0,0-1 3 16,1-2 15-16,0 1-13 0,2-2 2 0,3 2 13 15,3-2-7-15,0-2-4 0,1 0 2 0,0-3-9 0,-2 1 4 16,2-1 6-16,-4-2-4 0,2 3-4 16,-6-4-2-16,3 0 4 0,-3 1 13 0,1-4-15 15,-3 3 2-15,0-3 0 0,1 0 3 0,-3 1-8 16,-2-2-2-16,0 0 3 0,-1 2 3 0,0-3-6 16,-3 2 2-16,0 0 0 0,2 0 2 0,-3 7-4 15,0-12-2-15,0 12-2 0,-5-9-1 0,5 9-5 16,-11-3 8-16,11 3-1 0,-19 3-3 0,8 1 5 15,-2 2-4-15,0 0-4 0,-1 2 6 0,3 1 1 16,2-1-1-16,1 2 3 0,2-2-6 0,-1 3-14 16,5-3-22-16,1 3-22 0,1-4-22 0,0 3-24 15,3-1-26-15,1-2-17 0,2-1-21 0,3 1-23 16,1-3-14-16,2 0-16 0,0 1-7 0,2-2-148 16,0-2-411-16,-1 1 183 0</inkml:trace>
  <inkml:trace contextRef="#ctx0" brushRef="#br0" timeOffset="-25352.49">20239 14528 83 0,'26'-9'35'0,"-6"3"13"15,-2 0 11-15,-2-3 22 0,-1 0 10 0,-3 2 15 16,-1 0 34-16,-1-2 3 0,0 1 11 0,-5 0 5 16,0 3 1-16,-2-1 11 0,-1 1 3 0,-2 5-1 15,3-8-8-15,-3 8-7 0,0 0-9 0,0 0 6 16,-9-9-11-16,9 9-6 0,-15 2-7 0,3 4-2 16,-6-1-9-16,2 2-3 0,-2 1-5 0,2-1-6 15,-1 1-7-15,2 1-11 0,4 1-14 0,2-3-3 0,0 1-14 16,3 0-2-16,-1-2-4 0,3 3-4 15,3-2-3-15,1-7-4 0,-1 12-6 0,1-12-4 16,5 11 2-16,-5-11-2 0,9 7-4 0,-9-7-3 16,11 4 2-16,-3-3 8 0,-8-1-16 0,23-2 2 15,-13 1-2-15,0-3-6 0,-1 2 4 0,1-4-2 0,0 1-1 16,0-4-2-16,0 2 11 0,0-1-10 16,1-7-5-16,-1 3-2 0,1-1-8 0,-1-2-3 15,0-1-1-15,-2 0-2 0,-1-1 0 0,2-3-3 16,1-2 2-16,0-3 2 0,-2 6-5 0,1-4 2 15,-2 3 3-15,1 4-4 0,-1 0 2 0,-2 5 7 16,-3 1 22-16,1 2-8 0,-1 2 1 0,2-1-2 16,-4 7-6-16,3-6 1 0,-3 6 1 0,0 0 1 15,0 0 5-15,0 0 1 0,-9 29-3 0,5-17-2 16,-1 3 11-16,-2 2-3 0,2-1 1 0,-2 2-7 16,2-2 9-16,-2 0-9 0,3 3 1 0,3-3-17 15,-2 1-16-15,1-1-27 0,2-3-25 0,1 2-42 16,0 2-52-16,2-5-25 0,3 4-16 0,5-3-43 15,3 1-52-15,-1 1-208 0,8 2-556 0,-4-5 246 16</inkml:trace>
  <inkml:trace contextRef="#ctx0" brushRef="#br0" timeOffset="-25072.44">21214 14277 249 0,'1'-7'315'0,"1"3"-16"16,-2 4-29-16,1-8-24 0,-1 8-12 0,0 0 10 16,0 0 4-16,0 0-7 0,-9 21-3 0,1-4-17 15,3-1-19-15,0 3-14 0,-5 4-19 0,0 0-11 16,2-5-15-16,2 2-13 0,-1-1-8 0,2 4-11 16,-4 1-12-16,5-3-12 0,-1 1-8 0,3-3-5 15,-4-1-5-15,6 2-10 0,-3-3-17 0,0-2-18 16,2-4-33-16,1-1-45 0,-3-1-23 0,2-2-28 15,1-7-29-15,-1 11-16 0,-2-6-9 0,3-5-6 16,-1 7-15-16,1-7-37 0,0 0-18 0,-8 3-10 16,8-3-19-16,0 0-165 0,-11-10-463 0,4 5 206 15</inkml:trace>
  <inkml:trace contextRef="#ctx0" brushRef="#br0" timeOffset="-24784.4">21068 14502 78 0,'7'-8'117'0,"2"0"19"0,-2 1 5 16,4 3 6-16,0-2 6 0,1 3-1 0,-1 0 0 15,7-1-3-15,-4 3-6 0,0 2-9 0,0 0-9 16,-1 5-5-16,-2-3-9 0,2 0-9 0,-1 4-7 16,-2-2-8-16,-1 0-2 0,1 1-10 0,-1 1 2 15,0-1-9-15,1 1-1 0,0-1-6 0,1 0-5 16,0-1-4-16,-1-1-2 0,-1 0 0 0,4-1 5 16,-4-1-10-16,1 0 3 0,-1 1 2 0,-1-3 3 15,-8 0-1-15,14-5 0 0,-5 3-3 0,-3-1-4 16,3-3-3-16,-4 2 6 0,2-2-9 0,-1-1 1 15,-2 1-2-15,1-1-5 0,-2 0 0 0,-1-2-6 16,1 0 2-16,-3 2-4 0,0 7-7 0,0-13 0 16,0 13-3-16,-4-12-2 0,1 8-1 0,-2-3-16 15,-1 5-19-15,-4-4-26 0,-2 5-29 0,-1 1-24 16,-3 1-41-16,-2 1-68 0,6 2-54 0,-3 2-200 16,5-1-503-16,5 0 222 0</inkml:trace>
  <inkml:trace contextRef="#ctx0" brushRef="#br0" timeOffset="-24384.95">22214 14521 102 0,'-6'-8'226'0,"6"8"-20"0,-5-2 1 15,5 2 6-15,0 0-4 0,-10 11-12 0,2-2-3 16,3 1-14-16,0 1-14 0,0 0-14 0,0 7-14 16,-3-3-13-16,5 1-8 0,0-1-4 0,2-2-15 15,1 3-11-15,1 0-11 0,3-2-2 0,1-2-4 16,1-1-6-16,4 1 1 0,-1-5-7 0,1 0-2 16,2-1 0-16,0-2-7 0,2-1 0 0,-1-1-4 15,2-2-5-15,-4-1-1 0,2-3 1 0,-3-1 7 16,3 0 1-16,0-2-5 0,-3-1-9 0,3-4 2 15,-4 2-2-15,0-5-7 0,0 0 0 0,0-1-8 16,-4 0 4-16,1 1-3 0,-3-4-2 0,-1 2-5 16,0-1 3-16,-2 3-5 0,-4-3 2 0,0 5-3 15,0 0-10-15,-1 3-6 0,-4 1-7 0,0 2-5 16,-1 1-16-16,-4 5-13 0,-4 1-17 0,-3 1-18 16,0 2-21-16,-5 4-18 0,6 1-30 0,-1 0-41 15,4 1-51-15,0 2-237 0,0 1-519 0,2-2 230 16</inkml:trace>
  <inkml:trace contextRef="#ctx0" brushRef="#br0" timeOffset="-24104.97">22602 14364 166 0,'8'-10'270'0,"-2"3"-3"0,2 0 1 16,-3 1-23-16,0 2-20 0,-1 0-26 15,-4 4-18-15,0 0-6 0,0 0 4 0,11 8-1 0,-7 2-3 16,-3 6 0-16,-1 1-9 0,-2 10-6 0,-4 3-9 16,-1-1-5-16,-2 3-15 0,-1 3-9 0,0-2-16 15,-1 0-4-15,0-1-15 0,1 2-4 16,1-4-14-16,0 0-5 0,-1-2-4 0,1 1-4 16,1-1-11-16,-2-2-8 0,3-8-23 0,2 1-31 0,0 0-36 15,0-3-28-15,0-1-27 0,1-4-32 16,2 1-24-16,-2-4-25 0,0 1-36 0,1-3-34 0,3-6-34 15,-5 11-170-15,1-9-500 0,4-2 221 0</inkml:trace>
  <inkml:trace contextRef="#ctx0" brushRef="#br0" timeOffset="-22694.94">22665 14567 197 0,'12'-2'208'0,"1"-1"-11"15,-1 2-9-15,-3-1-11 0,-9 2-17 0,19 4-10 16,-13 0-15-16,-6-4-10 0,13 9-15 16,-8-1-6-16,-2-1-14 0,-3-7-6 0,0 16-10 0,-3-10-7 15,-2 3-5-15,-4 0-6 0,-2 3-3 0,1-3-10 16,-3 0-3-16,2-1-12 0,1 0-5 0,-3-3-5 16,2 0-6-16,2 0-5 0,-1 1 0 0,1-2-7 15,3-1 1-15,3 1 1 0,3-4-2 16,-9 2-4-16,9-2-3 0,0 0 4 0,-7 4-1 15,7-4 3-15,0 0-2 0,0 0 3 0,21 5 0 16,-11-4 0-16,8-1 2 0,-3-1 2 0,7 1-5 0,-2-3-1 16,7-3 7-16,-5 2-6 0,0-1 0 0,-1 1 5 15,5-4-2-15,-6 1 3 0,1 1-6 16,3-4 5-16,-6 1 1 0,-1 3 1 0,-2-5 2 16,-5 4 1-16,6-4 4 0,-5-1-2 0,2 1 4 0,-4 2 4 15,-1 0-3-15,-3-1 5 0,-2-1-2 0,1 0 3 16,-1 2 3-16,-3 0 3 0,0 0-1 0,0 9 0 15,-5-16-3-15,3 11-1 0,-5 0-6 16,7 5 2-16,-16-3-5 0,16 3 4 0,-24 3 0 16,10 4 0-16,-1 2 4 0,-1 4 2 0,1-3-3 15,5 4 6-15,-3-1-5 0,4 1 0 0,0 0-3 0,0-1-1 16,4 0 7-16,4-2-9 0,-2-2 0 16,2 4 1-16,4-2-1 0,1-2 3 0,-1 1-2 15,4-4 6-15,2 2-12 0,-2-2 0 0,5-4 0 16,-1 3 0-16,1-3-2 0,-1 0-1 0,2-4-1 15,1 4 3-15,-1-5-2 0,0 3 0 0,1-3-1 0,-1 0 0 16,0 0 2-16,3-4-8 0,0 0 7 0,1-1-3 16,1-2 1-16,-3-1-3 0,3 0 1 15,-2 0 1-15,3 1-5 0,-3-2 5 0,0 2-5 0,-5 3 6 16,1-1-4-16,-3 2 7 0,1 1 0 16,-3 1 1-16,-7 4-3 0,9-5-8 0,-9 5 2 15,0 0-1-15,10 0 3 0,-10 0 3 0,0 0 4 0,0 15-5 16,0-7 3-16,0-8 0 0,-3 14 0 0,2-5-2 15,1 1 2-15,1-3-3 0,-1 2 1 16,3 2 2-16,-2-5-3 0,1 3 4 0,3-2-6 16,2 0-6-16,2 0-8 0,0-1-9 0,7 1-6 15,0-4-1-15,4 4-8 0,0-4-4 0,-1 0-2 16,0 0 1-16,0-3 3 0,3 0 1 0,-5-4-1 0,-2 2 7 16,-2-1 4-16,0 1 3 0,0-6 3 15,-1 3 2-15,-1-3 3 0,0 1-1 0,-2-5-5 16,-1 2 14-16,1 0 0 0,-3 0 3 0,0 0 1 15,-1 1 7-15,-4-2 2 0,-1 11 11 0,1-13-3 16,-1 13 3-16,0 0 2 0,-7-14 5 0,7 14 9 16,-19-1-4-16,2 4 2 0,-2 0 1 0,1 6 2 0,-4-1 0 15,6-1-2-15,-3 5 0 0,0-5-4 16,5 4-4-16,2 0-3 0,3-5 1 0,1 3 5 16,0-1-10-16,3-2 1 0,4 0-1 0,0 0-4 15,1-6 4-15,4 11 0 0,-1-6-3 0,-3-5-3 16,13 4-5-16,-7-1-1 0,2-3-4 0,2 1 4 15,-2-1-3-15,2-3-2 0,-1 2 3 0,-9 1 0 16,17-4-4-16,-8-1 2 0,-2 3-5 0,1-3 3 16,-8 5 2-16,10-10-1 0,-6 4-2 0,-4 6 4 15,10-9-4-15,-10 9 1 0,7-7 1 0,-7 7-4 16,5-6-1-16,-5 6-1 0,5-3-6 0,-5 3 3 16,0 0 2-16,0 0 7 0,0 0 4 0,0 0-1 15,4 14 4-15,-4-14 1 0,0 9 5 0,1-3 3 16,-1-6 6-16,4 13 8 0,2-7 2 0,1 0 2 15,2 3-1-15,3-4 3 0,1-1-4 0,5 0-5 16,9-1 0-16,-7-2-4 0,2-1 4 0,5-3-4 16,-9 0 1-16,4 0-5 0,-5-2 8 0,4 0-6 15,-2-3-2-15,-4-1 2 0,3-2 11 0,-6 1-3 16,2-4-7-16,-4 1 4 0,0-3-2 0,-1-1-2 16,-2 0 0-16,-1-1 4 0,0-2-11 0,3-3 11 15,-1-1-5-15,-3 4-3 0,4-4 0 0,-1 0 17 16,1 0-12-16,0 0-9 0,-3 7 4 0,-1 1 3 15,0 4 10-15,-1 1 6 0,0 4-3 0,-2 1-3 16,1-1-14-16,-3 7-4 0,0 0-1 0,0 0 2 16,0 0-3-16,0 0 5 0,0 0-4 0,-17 40 0 15,6-17-1-15,2 0 3 0,-1 4-9 0,-2 2 2 16,6-3 2-16,-2 2 1 0,3-2-1 0,-1 0 19 16,4-1-12-16,2-6-3 0,3 0 0 0,3-1 0 15,2-2 8-15,0-1 1 0,4 0-3 0,0-2-6 16,3-4 6-16,2-2 0 0,2 0-3 0,0-2 1 15,3-3-6-15,0-2 4 0,-2-1 6 0,2 0-11 16,-2-3-6-16,0-1 6 0,-1-2-9 0,0 1-4 16,-4-4-8-16,-1-1 1 0,3 1 1 0,-6-1-2 15,1-3-18-15,-4 0 6 0,1-3-1 0,-2 2-7 16,-2 0 5-16,-2 4 9 0,-1-1-4 0,-3 1 2 16,1 11-1-16,-8-19 10 0,0 11-9 0,-3 3 1 15,-4 3 2-15,1 4-4 0,-4 0 0 0,-1 3 5 16,-1 4-2-16,1-1 9 0,0 2-6 0,4 4 8 15,3-2-2-15,2 2 3 0,4-4-19 0,0 2-18 16,6-2-35-16,3 3-32 0,5-3-41 0,3 3-46 16,2-3-57-16,8-1-63 0,-2-2-259 0,0 0-620 15,10 2 274-15</inkml:trace>
  <inkml:trace contextRef="#ctx0" brushRef="#br0" timeOffset="-22478.55">24753 14567 70 0,'10'-8'313'0,"-3"1"11"0,0 0 1 16,-7 7-17-16,8-6-14 0,-8 6-34 0,7-5-21 15,-7 5-19-15,0 0 2 0,0 0-4 0,0 0-10 16,0 0-24-16,-5 29-8 0,1-17-17 0,0 3-15 16,-4-1-9-16,2 0-19 0,-1 2-12 0,2 0-10 15,-3-1-10-15,4-3-25 0,2 0-38 0,-2-2-35 16,1 2-48-16,2-2-51 0,0 0-53 0,-2 0-54 15,3-10-73-15,-2 14-276 0,2-14-615 0,-7 9 273 16</inkml:trace>
  <inkml:trace contextRef="#ctx0" brushRef="#br0" timeOffset="-22303.2">24694 14421 1548 0,'10'-32'34'0,"2"2"39"0,-1-1-8 0,-6 14-5 15,1 1-8-15,-1 1-12 0,0 4-16 0,-3 4 0 16,1 2-12-16,1 1-2 0,-4 4-7 0,0 0-14 16,0 0-26-16,16 24-19 0,-9-7-27 15,-2 7-31-15,-3 3-26 0,1 3-111 0,-1-2-272 16,-2 3 121-16</inkml:trace>
  <inkml:trace contextRef="#ctx0" brushRef="#br0" timeOffset="-22066.64">24868 14698 24 0,'0'0'246'0,"15"-2"3"0,-15 2 9 0,10-7-14 16,-7 1-10-16,3 0 1 0,-6 6-9 16,11-14-13-16,-4 7-14 0,1-2-13 0,2-1-6 15,2-3-5-15,0 1-17 0,1 2-5 0,1 1-11 0,0-3-13 16,-2 6-4-16,1-1-7 0,-2 1-17 16,-6 3-8-16,-5 3-13 0,14-2-10 0,-14 2 0 0,0 0-15 15,17 6 3-15,-14-1 3 0,-3-5-17 16,3 17-3-16,-3-7-5 0,-1 0 1 0,1-10-3 15,-5 21-11-15,3-10 1 0,0-1-4 0,0 0-14 16,-1 1-46-16,2-2-33 0,0-4-39 0,-1 5-36 0,-1-3-38 16,3-7-52-16,-6 12-55 0,6-12-251 0,0 0-587 15,-10 7 260-15</inkml:trace>
  <inkml:trace contextRef="#ctx0" brushRef="#br0" timeOffset="-21873.26">24782 14337 2283 0,'-5'-19'0'0,"-4"3"70"0,4 5-38 0,-1 2-11 16,2 0-3-16,1 3-10 0,1 0-1 0,2 6-1 0,-5-7-6 16,5 7 6-16,0 0-3 0,0 0 1 0,0 0-7 15,0 0-35-15,0 0-47 0,-2 22-80 0,6-14-197 16,5 0-391-16,0 2 174 0</inkml:trace>
  <inkml:trace contextRef="#ctx0" brushRef="#br0" timeOffset="-21454.09">26104 14334 73 0,'1'-18'267'0,"5"0"-10"16,-2 2-4-16,0 1-3 0,-1 5-2 0,1 0-3 16,-2 3-25-16,-2 7-21 0,4-9-25 0,-4 9-21 15,0 0-9-15,0 0-4 0,0 0-1 0,0 37-1 16,-4-9-7-16,-5 1-1 0,1 2-9 0,-4 3-11 16,1-1-2-16,2 2-4 0,-5 0-14 0,6-1-8 15,1 0-12-15,-1 0-5 0,-2-4-5 0,5 1-3 16,-3 0-10-16,4-3 0 0,-1-2-12 0,0 0-11 15,3-8-31-15,-1-1-38 0,-1 1-35 0,2-2-44 16,-3-4-40-16,1 1-47 0,2-5-63 0,-6 2-272 16,2-3-592-16,-1-2 262 0</inkml:trace>
  <inkml:trace contextRef="#ctx0" brushRef="#br0" timeOffset="-21213.09">26086 14450 78 0,'19'-3'209'0,"0"1"-2"0,-1 4-10 0,0-1-8 15,-2 5-10-15,2 2-12 0,-9-1-5 0,0 3-8 0,2 2-13 16,-4 4-8-16,0-2-11 0,-3 1-6 0,-4-1-8 16,-4-3-2-16,1 0-7 0,-5 3-7 0,-4-1-9 15,1-1-4-15,-5 0-12 0,0-1-5 0,0-4-5 16,-1 2-4-16,-1-2-16 0,2 1-18 0,-2-4-22 15,0 2-28-15,4-5-23 0,2 0-46 0,0-1-47 16,1 0-41-16,4-1-212 0,7 1-431 0,-14-4 191 16</inkml:trace>
  <inkml:trace contextRef="#ctx0" brushRef="#br0" timeOffset="-21020.65">26340 14466 19 0,'6'-3'220'0,"0"0"-7"0,-6 3 7 0,10 0 6 0,-10 0-1 16,9 6-8-16,-7 0-16 0,2 1-13 0,0 0-14 16,-4 5-11-16,0-1-20 0,-4 8-13 15,2-4-11-15,0 3-13 0,-2 0-9 0,2-6-9 16,-1 4-39-16,-3 0-36 0,0-2-33 0,3-1-41 16,-4-2-51-16,2 0-58 0,1 0-67 0,-2-2-132 0,1 1-399 15,1-4 176-15</inkml:trace>
  <inkml:trace contextRef="#ctx0" brushRef="#br0" timeOffset="-20863.53">26528 14250 44 0,'0'0'94'16,"0"0"-19"-16,-11 26-39 0,3-8-35 0,1 1-43 15,-7 8-45-15,3 2 20 0</inkml:trace>
  <inkml:trace contextRef="#ctx0" brushRef="#br0" timeOffset="-20642.79">26528 14625 43 0,'14'-13'185'16,"3"1"3"-16,0-1-13 0,1 3-7 0,-1-2 1 15,2 4-12-15,-4 1-6 0,-1 1-11 0,-3 3-13 16,-2 2-9-16,2 2-6 0,-4 1 3 0,0 3-10 16,-3 3-1-16,0 1-9 0,-1 2-9 0,-3-1-7 15,0 8-9-15,-3-7-8 0,1 5-4 0,-2 3-9 16,1-10-1-16,-1 4-25 0,-2-2-26 0,4 1-28 16,-1 0-40-16,-2-2-45 0,5-1-50 0,2-1-208 15,-2-1-404-15,5 0 179 0</inkml:trace>
  <inkml:trace contextRef="#ctx0" brushRef="#br0" timeOffset="-20400.43">27052 14505 42 0,'-1'-7'243'15,"1"7"-16"-15,-8-9-10 0,8 9-3 0,-11 1 0 16,-1 4-5-16,-1 2-8 0,-1 3-11 0,1 2-5 15,0 4-12-15,1-3-7 0,-1 1-12 0,4 1-14 16,0 1-10-16,2-2-17 0,3-2-4 16,1 3-12-16,4-2-8 0,-1 0-7 0,4-1-13 0,2-2-8 15,1 3-10-15,3-2-32 0,3-2-35 0,5-2-37 16,-7-3-45-16,7 0-38 0,-5 0-37 0,4-3-54 16,-2-1-41-16,-1-1-136 0,-1-3-438 0,-2-1 193 15</inkml:trace>
  <inkml:trace contextRef="#ctx0" brushRef="#br0" timeOffset="-19720.89">27342 14340 214 0,'4'-6'236'16,"-2"-1"-15"-16,-2 7-19 0,4-9-25 0,-4 9-11 16,0 0-12-16,0 0 11 0,0 0 0 0,0 0-6 15,0 0-19-15,-8 22-6 0,4-12-9 0,2-1-9 16,-1 1-4-16,-2 1 0 0,2-1-8 15,0 2-15-15,2-2-5 0,-1-1-11 0,0 0-8 0,0 1-6 16,0 0-4-16,1-6-6 0,1-4-6 0,0 12-7 16,0-12 0-16,-2 6-3 0,2-6 1 15,0 0-4-15,0 0-1 0,-2 10-2 0,2-10 11 16,0 0 2-16,0 0 11 0,0 0 7 0,0 0 2 0,0 0-7 16,0 0-4-16,0 0-3 0,0 0-3 15,0 0-6-15,0 0 0 0,0 0 0 0,0 0-7 0,0 0-3 16,5-24-2-16,-3 18-1 0,-2 6 2 15,2-12 8-15,0 6-8 0,0-1-6 0,-2 7 7 16,4-12-4-16,-3 8 6 0,1-3 3 0,-2 7 2 0,5-10-12 16,-3 5 2-16,-2 5 0 0,2-9-2 15,-2 9-4-15,1-7 10 0,-1 7 3 0,0 0-3 0,2-9-5 16,-2 9 5-16,0 0-14 0,0 0 7 0,0 0-10 16,2-7 2-16,-2 7-5 0,0 0-8 0,0 0 2 15,0 0 0-15,0 0-1 0,2 23 15 16,-4-13-19-16,0 3 6 0,-1 3 2 0,-1 4-2 0,-1-1 5 15,0-1 0-15,-1 8 0 0,2-1 3 0,-1-7-2 16,1 0 7-16,-1 1-18 0,0-1 11 0,3-1-3 16,0-6-3-16,-2 0 1 0,2 0 4 0,-1-2-6 15,3 0 3-15,-4-1-5 0,4-8 4 0,0 10 3 16,0-10-1-16,0 9 2 0,0-9-3 0,0 0 6 16,-2 7-8-16,2-7-3 0,0 0 21 0,0 0-7 15,0 0-1-15,0 0-2 0,0 0-1 0,0 0-1 16,0 0 4-16,0 0-7 0,0-26 2 0,2 18-7 15,5-6 0-15,-3 3-5 0,6-2 3 0,2-2-1 16,4-6-8-16,-2 7-6 0,3-6 4 0,0 7-4 16,-2 3-1-16,1 3 2 0,-5 0 5 0,1 2-2 15,-2 0-2-15,-1 3 9 0,-1 0-6 0,-8 2-12 16,15 4 14-16,-4 1-8 0,-4 3 13 0,-1-2-4 16,1 3 4-16,-2 0-2 0,-1 0-2 0,0 0-2 15,2 3 7-15,-6-5 2 0,4 4-6 0,0-2-34 16,-2 1-35-16,1 0-32 0,1-1-49 0,-2-4-40 15,2 1-42-15,0 0-51 0,2-3-45 0,-2 2-207 16,-4-5-588-16,9 5 261 0</inkml:trace>
  <inkml:trace contextRef="#ctx0" brushRef="#br0" timeOffset="-19112.69">27765 14524 152 0,'1'-5'206'0,"-1"5"-5"0,0 0-19 15,3-7-21-15,-3 7-11 0,0 0 16 0,0 0 3 16,0 0 1-16,0 0 1 0,0 0 7 0,0 0-12 16,-8 29-6-16,8-20-7 0,-2 0-7 15,0 1-6-15,2-2-9 0,0 1-13 0,0-9-8 16,2 18-11-16,0-10-1 0,6-2 0 0,-6 3-16 16,2-3-12-16,3-2 4 0,2-2-13 0,-2 2-5 0,2 0-7 15,-9-4-2-15,15 3-3 0,-15-3-14 0,16 0 6 16,-16 0-3-16,13-5 0 0,-13 5-6 0,12-6-4 15,-12 6-6-15,8-9-6 0,-3 1-9 16,-5-2-4-16,4 0 7 0,-3-2-14 0,-1 12-10 16,-1-22-2-16,-3 11 3 0,2-2-1 0,-1-1-5 0,-1 1 0 15,-2 1 2-15,-4-2-3 0,3 5 4 16,1-1 2-16,-2 3 4 0,-2-2-4 0,5 1 5 0,-1 4 2 16,1-1 0-16,5 5 6 0,-6-5-5 0,6 5 2 15,-7-6-1-15,7 6 7 0,0 0-3 16,0 0 11-16,0 0-10 0,0 0 0 0,20-7 0 15,-7 7 3-15,7-2-3 0,1 1 3 0,-1 0-1 0,3-2 3 16,6 0 0-16,-2-4-2 0,-9 2 2 0,1-2-2 16,-2 0-2-16,0-2 6 0,-1-1 2 15,-2 3-2-15,0-3-5 0,-1 0 6 0,-3-4 2 16,-2 5 0-16,2-2 1 0,-3 1-3 0,-2 1 1 16,2 0 12-16,-3 2 8 0,-1 3 0 0,-3 4-1 0,4-9-4 15,-1 5-9-15,-3 4 4 0,0 0 4 0,0 0 7 16,-11 15 4-16,1-1-1 0,-2 3 11 15,-1 6 7-15,-3 2 9 0,4 1-2 0,0 1 16 16,-4 3 5-16,2-4-1 0,4 6 3 0,-3-1-3 16,2 0-8-16,-1-2-4 0,3-1-4 0,-1 1-6 15,0-4-4-15,1 0-2 0,6-6-3 0,-4 1-5 16,3-1-11-16,0-2 6 0,1-1-8 0,1 0-1 16,0-4-3-16,2 0-1 0,0-2-33 0,-2 0-29 15,2-2-39-15,0-8-38 0,0 13-42 0,0-8-46 16,0-5-25-16,-3 9-42 0,3-9-44 0,-7 7-276 15,7-7-644-15,-9 0 285 0</inkml:trace>
  <inkml:trace contextRef="#ctx0" brushRef="#br0" timeOffset="-18952.85">28313 14530 24 0,'26'-9'9'0,"-1"-4"-15"16,-7 5-6-16,-3-6 3 0</inkml:trace>
  <inkml:trace contextRef="#ctx0" brushRef="#br0" timeOffset="-18732.29">28469 14404 22 0,'9'-15'62'0,"-5"3"9"0,1-1 12 0,-3 3 2 16,4 0 15-16,-5 0 17 0,1 3-6 0,-2 1-1 15,0 6-10-15,3-9-9 0,-3 9 1 0,0 0 21 0,0 0 8 16,0 0 5-16,-27 27 0 0,13-13 4 15,-4 6 12-15,-2 1-8 0,1 3 10 0,-2 3 0 16,3-1-2-16,0 3-1 0,2-1 0 0,2-2-2 16,1 1-9-16,4-4-10 0,0-5-1 0,2-3-13 15,2 2-9-15,-1 1-12 0,2-3-5 0,3-3-3 16,-2 1-8-16,1-2-3 0,-2 0-10 0,4 0-10 16,0-3 4-16,4 1-11 0,-4-2-12 0,1 0-18 15,-1-7-36-15,0 10-32 0,3-3-26 0,-3-7-32 16,1 9-37-16,-1-9-35 0,1 3-38 0,-1-3-47 15,0 0-199-15,0 0-510 0,0 0 226 0</inkml:trace>
  <inkml:trace contextRef="#ctx0" brushRef="#br0" timeOffset="-18591.71">28290 14602 70 0,'6'-4'192'0,"1"-3"-4"15,4 1-8-15,5-3-5 0,-3 0-20 0,7 2-11 16,-1 3-15-16,7-5-14 0,3 3-12 0,-1-1-24 15,2 4-35-15,-2 0-38 0,2-1-53 0,1 1-61 16,-2-1-130-16,-8 2-258 0,8 2 115 0</inkml:trace>
  <inkml:trace contextRef="#ctx0" brushRef="#br0" timeOffset="-18437.91">28824 14491 185 0,'0'0'241'0,"0"0"1"0,0 0-9 16,0 0-13-16,0 0-11 0,0 0-17 0,0 0-17 15,0 0-22-15,-7-12-17 0,7 12-18 0,0 0-32 16,0 0-32-16,0 0-29 0,0 0-31 0,0 0-42 16,0 0-54-16,0 0-49 0,0 0-176 15,0 0-355-15,0 0 157 0</inkml:trace>
  <inkml:trace contextRef="#ctx0" brushRef="#br0" timeOffset="-14970.5">29376 14399 109 0,'-1'-8'239'0,"1"8"-10"15,-1-12-12-15,-1 6-16 0,2 6-21 0,-6-7-6 0,6 7-21 16,-14-3-14-16,5 6-6 0,-7 4-1 15,0 2-6-15,-7 7-10 0,0 0-8 0,1 5-8 16,1-2-12-16,0 2-7 0,6-1-7 0,2 3-6 16,2 2-5-16,4-1-8 0,5-6-5 0,0 1 5 15,4 0-12-15,2-3-6 0,2-1-3 0,4 0-2 16,3-1-5-16,4-1 0 0,0-2-3 0,3-4-5 16,1-1-2-16,6-1-8 0,-6-3-8 0,-1 1-11 15,2-5-4-15,-1 1-5 0,-4-3 1 0,0-1 2 16,0-1 2-16,2-2-5 0,-4 2 6 0,-1-5 2 15,0 1-4-15,1-2-1 0,-2 0 1 0,-3-1 2 16,1-1-3-16,-2-1 8 0,-1-2 1 0,0-1-1 16,0 2 1-16,0 1-1 0,-5 4 3 0,1 1 2 15,-1 3 3-15,-1-2 0 0,-1 3 0 0,-1 6 0 16,0 0 2-16,0 0-1 0,0 0 1 0,0 0 8 16,-15 0 0-16,15 0 8 0,-13 11-11 0,7-1 9 15,-3 6-4-15,4-2-5 0,0 4 1 0,1-3-3 16,3-1 2-16,-1-2 5 0,4 3-3 0,0-5 0 15,2 3-3-15,-1-4 3 0,3 1-3 0,3 0 7 16,-1-3-5-16,-1 1 4 0,2-3-6 0,1 0 4 16,-2-1 5-16,-1-1-7 0,0 0 1 0,1-2-2 15,-8-1-3-15,15 0 0 0,-7-1-2 0,0-2-2 16,-2-1-3-16,-1-1 0 0,2 1 0 0,-4-7-3 16,4 1-5-16,-4 1-5 0,0-1-1 0,0 2 0 15,2-5 2-15,-4-2-4 0,2-3-1 0,2 0 8 16,-3 3-5-16,2 0 4 0,0 3-5 0,-2 7 5 15,4-4-1-15,-4 2 0 0,1 1-1 0,-3 6 2 16,10-5 4-16,-10 5 0 0,11 3 3 0,-11-3 2 16,11 6 4-16,-6-1 4 0,2 3-1 0,-3 2 5 15,0 3-1-15,-1-3 1 0,-1 2 0 0,1-2-1 16,1 1-2-16,0 0-2 0,-3-4 0 0,-1 1 0 16,1 0 4-16,3-3-2 0,-4-5 1 0,1 8 4 15,-1-8 7-15,1 7 5 0,-1-7 3 0,0 0 0 16,0 0 1-16,0 0 0 0,0 0-5 0,0 0-2 15,0 0-3-15,0 0 2 0,14-13-1 0,-6 8-4 16,2-4-2-16,1 0-2 0,1-1 2 0,5 1 0 16,-3-1-3-16,1 0-5 0,1 3 3 0,-4 1 2 15,0 2-2-15,1 1-1 0,-6 2-4 0,1 0 0 16,-8 1-1-16,14 2 7 0,-8 2-3 0,1 1 3 16,-2 2-1-16,-1-1-1 0,1 3-1 0,-4 1-2 15,4-1 3-15,-3 5-4 0,-2-3-10 0,0 2-25 16,0-2-22-16,0 3-16 0,-2-4-34 0,2 2-30 15,-1-4-42-15,1 1-30 0,1-2-31 0,2 0-143 16,1-2-412-16,1-1 182 0</inkml:trace>
  <inkml:trace contextRef="#ctx0" brushRef="#br0" timeOffset="-14340.58">30331 14579 149 0,'3'-13'197'0,"-2"3"-5"15,-1 1-6-15,0 9-8 0,-5-13-6 0,0 9-3 16,-3 1-10-16,8 3-1 0,-17 0-1 0,3 3-7 16,-1 4-4-16,-2 3-3 0,1 0-3 0,-1-1-18 15,2 4-6-15,0-1-9 0,0 1-10 0,3-2-6 16,3-1-12-16,2 1 2 0,2 0-24 0,0-2 6 16,0 3-6-16,3-3-7 0,2-3-2 0,0 2-2 15,0-8-5-15,7 11-5 0,-3-5 0 0,2-3-5 16,2-2-2-16,0 2-4 0,2-3-5 15,-1 0 9-15,1-3-7 0,1-1-3 0,1 0-2 0,-2-2 0 16,2-1-3-16,-2-2 3 0,3-3-6 0,-2 0 1 16,1-2-1-16,-1-3-1 0,2-8-4 0,-4 7 1 15,2-7-4-15,-2-2 2 0,3 0 7 16,-2 1-6-16,-1-1-2 0,0 1-5 0,0-2 2 0,-1 2-1 16,-1 1-1-16,-1 5 2 0,-3 1-1 0,2 2 3 15,-2 5 3-15,-1 2 8 0,0 1 0 0,-1 3-8 16,-1 6-6-16,1-7 5 0,-1 7-5 0,0 0 2 15,0 0 11-15,-19 25-1 0,10-8 1 0,-7 7 2 16,3 2 2-16,1 1 2 0,0-2 4 0,4 1 5 16,1 1-1-16,2-2 1 0,5 4 5 15,2-9 2-15,4 3 1 0,3 2 5 0,-2-7 6 0,4-3-3 16,-1-1-4-16,4-1-5 0,2-2 3 0,3 2-1 16,-3-5-10-16,5 0 3 0,-2-4-8 0,8 3 6 15,-8-5-5-15,1-2 0 0,0 0 2 0,-3-4-15 16,0 1 5-16,0-3 1 0,-3-2-12 0,2 2 4 15,-3-6 6-15,-1 6-3 0,-2-3-4 0,-1 1 1 16,2-7 0-16,-2-2-7 0,-2 8-2 0,0-6 2 16,-2 4 2-16,0 1 0 0,-2 0 0 0,1 2-5 15,-3 1 0-15,-1 7-6 0,1-8 9 0,-1 8 3 16,0 0-5-16,0 0 0 0,0 0-14 16,-20 11 8-16,15-3-3 0,-1 0-3 0,-1 2 6 15,1 2 1-15,1-2-2 0,1 0-1 0,1 1-40 0,1 1-20 16,0-2-28-16,1-1-20 0,2 1-24 0,1-2-28 15,-2-8-30-15,2 11-28 0,1-5-36 0,-3-6-29 16,4 8-203-16,-4-8-534 0,5 4 236 0</inkml:trace>
  <inkml:trace contextRef="#ctx0" brushRef="#br0" timeOffset="-14190.99">30679 14320 30 0,'0'0'30'0,"12"0"-34"0,-12 0-6 15,16 2-10-15,-5-1 5 0</inkml:trace>
  <inkml:trace contextRef="#ctx0" brushRef="#br0" timeOffset="-13952.69">30994 14303 90 0,'10'-5'227'0,"-4"-1"4"15,0 2-6-15,-1 0 0 0,-5 4-12 0,10-5-19 16,-10 5-22-16,7-3-12 0,-7 3 9 0,0 0 10 16,5 10 17-16,-4-2 3 0,-1 2 2 0,-1 2-2 0,-2 4-8 15,1 2-1-15,-2 1-9 0,-4 7-15 16,2-2-13-16,0 2-13 0,-4-2-18 0,4 1-4 16,0-6-16-16,1 0-14 0,1-1-4 0,-1 1-6 15,1 1-8-15,1-1-10 0,-3-3-5 0,5-1-11 16,-2-4-28-16,1 1-27 0,2-1-51 0,-2-2-14 15,1-1-49-15,1-8-29 0,0 0-23 0,0 17-16 16,0-17-14-16,0 0-27 0,0 0-28 0,0 0-47 16,0 0-179-16,-4 7-529 0,4-7 233 0</inkml:trace>
  <inkml:trace contextRef="#ctx0" brushRef="#br0" timeOffset="-13684.62">30865 14541 102 0,'-1'-9'161'0,"1"9"-9"0,0 0 0 15,11-13-9-15,0 9 0 0,4-2-7 0,6 4-5 16,9-5-4-16,0 2-7 0,0 1-3 0,5 1-4 16,-5 1-4-16,1 0-5 0,0 0-3 0,-2-1 0 15,-7 1 0-15,-3 0-1 0,0 0 2 0,-1 1-1 16,-5 0 1-16,-3-1 1 0,-10 2-3 0,18 0-14 16,-18 0 2-16,12 0-10 0,-12 0-7 0,11 0-5 15,-11 0 17-15,0 0-4 0,4 12 3 0,-4-12-15 16,-3 13-11-16,3-13 6 0,-7 21 0 0,3-10-7 15,-1 0 7-15,1 2-13 0,3-2-10 0,-3 0-9 16,0 2-37-16,0 0-28 0,-1-4-31 0,3 2-36 16,-1-1-37-16,-1-1-36 0,4-9-44 0,-5 16-31 15,4-11-225-15,1-5-512 0,0 0 227 0</inkml:trace>
  <inkml:trace contextRef="#ctx0" brushRef="#br0" timeOffset="-13524.44">31325 14354 10 0,'6'-4'85'0,"-6"4"-31"0,0 0-23 16,0 0-43-16,0 0-16 0,12 23-31 0,-7-14 14 15</inkml:trace>
  <inkml:trace contextRef="#ctx0" brushRef="#br0" timeOffset="-13012.36">31569 14469 160 0,'0'0'208'0,"0"0"-11"0,0 0-5 15,0 0-2-15,0 0-6 0,0 10-4 0,0-10-1 16,0 0-9-16,-22 21-3 0,13-13-2 0,-3 5-16 16,1-6-11-16,2 2-7 0,2 2-10 0,-1 0-8 15,1-2-13-15,0 3-9 0,0-3-7 0,0 2-4 16,5-2-11-16,-2-1-4 0,4-8-3 0,1 16-8 15,-1-16-6-15,8 11-2 0,0-5-2 0,-3-2-9 16,4 1 2-16,1-2-3 0,0 0-11 0,-3-1 4 16,4-1-3-16,-3 0-1 0,-8-1 3 0,15-2-4 15,-5-2-10-15,-1 3 5 0,-2-3 0 0,4 0-7 16,-3-3-3-16,-1 0-6 0,0 0-9 0,-1-2-7 16,2 0-3-16,-2-1-3 0,2-4-7 0,-3 4-2 15,1-3-7-15,-1 3 4 0,-1-1 4 0,0 3 1 16,1-3 5-16,1 2-4 0,-4 5 8 0,-2 4-4 15,5-7 2-15,-5 7-1 0,0 0 2 0,0 0 4 16,0 0 7-16,0 0 8 0,0 0 4 0,0 0 0 16,3 18 13-16,-3-18 0 0,0 0 5 0,-2 15-12 15,2-8 16-15,0-7-8 0,-1 10-1 16,1-10-10-16,-1 7 13 0,1-7 1 0,0 0 6 16,0 0 4-16,0 0 14 0,0 0 7 0,0 0 7 15,0 0 1-15,0 0-3 0,5 12-4 0,-5-12-8 0,0 0 7 16,0 0-25-16,29-11 21 0,-21 8-18 0,0-1 2 15,-8 4-15-15,20-7 20 0,-10 5-18 0,2-3 2 16,-2 1-4-16,-10 4-3 0,14-1-5 16,-14 1-6-16,15 0 5 0,-15 0-5 0,0 0-1 15,16 4-2-15,-16-4 5 0,9 8-7 0,-6-2 6 0,0 1 2 16,0-1-2-16,1 3-7 0,-2-4-25 16,-1 5-35-16,1-1-40 0,0 0-43 0,-2-9-54 0,3 15-67 15,-1-6-296-15,1 1-611 0,-3-10 270 0</inkml:trace>
  <inkml:trace contextRef="#ctx0" brushRef="#br0" timeOffset="-12520.71">32208 14630 236 0,'22'-17'244'0,"-6"6"-8"0,5-11-6 15,1 4-19-15,0 1-8 0,3 3-9 0,-3-2-5 16,-7 6-9-16,7-7-9 0,-8 5-10 0,1 2 5 15,-3-4-6-15,-2 6 1 0,-4-1 1 0,2 2 8 16,-3 2-4-16,1 0-8 0,-3 2-9 0,-3 3-24 16,8-4-9-16,-8 4-20 0,0 0-5 0,0 0-11 15,0 0 1-15,0 0 9 0,0 0-5 0,-15 24-1 16,10-15-6-16,-2 1-10 0,2 1-11 0,-1-3-1 16,3 5-5-16,1-2-1 0,2 0-3 0,3 0-6 15,-1 0-2-15,6-1 0 0,0 0-5 0,4-3 0 16,3 1-4-16,2-1-4 0,1-2-3 0,-1 0 2 15,1-2-13-15,-4-3 9 0,0 0-3 0,-1-1-6 16,1-1 1-16,-1-3-2 0,-13 5-1 0,0 0-4 16,0 0 1-16,47-24-4 0,-47 24 0 0,0 0 0 15,25-27-4-15,-25 27 2 0,14-21-5 0,-14 21 3 16,14-21-3-16,-14 21-1 0,0 0 2 0,15-30-3 16,-15 30 0-16,0 0 1 0,0 0-1 0,12-26-2 15,-12 26 2-15,0 0-3 0,0 0 0 0,0 0 7 16,0 0-2-16,0 0 7 0,0 0 7 0,-7 11 4 15,7-11 6-15,-15 20 4 0,5-10-4 0,-1 3 9 16,1 2-7-16,-1-3 4 0,0 2-4 0,1 3 1 16,3-7-4-16,-1 5 3 0,0 0-6 0,3-5 4 15,0 2-8-15,-1-2-14 0,1 1-32 16,1-3-31-16,0-2-47 0,1 0-41 0,-2-2-43 0,1 2-44 16,-3-3-41-16,0 0-57 0,1 1-332 0,-4 0-724 15,0-3 320-15</inkml:trace>
  <inkml:trace contextRef="#ctx0" brushRef="#br0" timeOffset="-12328.47">32491 14332 112 0,'2'-10'289'0,"1"1"-6"0,1-1-15 0,0 1-20 15,2 1-21-15,0 1-20 0,0 3-22 0,0-2-18 16,0 3-9-16,2-1-23 0,-2 2-4 0,-6 2-28 15,13-1-33-15,-13 1-42 0,13 1-38 0,-13-1-40 16,5 6-40-16,-5-6-52 0,-1 7-61 0,1-7-150 16,-15 9-383-16,2-3 170 0</inkml:trace>
  <inkml:trace contextRef="#ctx0" brushRef="#br0" timeOffset="-10998.46">6703 15352 131 0,'0'0'198'0,"0"0"-15"0,-3-4-14 0,3 4-15 15,0 0-4-15,6-11-10 0,2 11-4 0,2-4-8 16,8-3-9-16,9-1-11 0,1-1-7 0,5 2 0 16,-1-1-13-16,2-5-7 0,0 3-5 0,1-3-9 15,-3 2-3-15,1-2 21 0,-5 4-10 0,-1-3-7 16,-7 2-2-16,-2 1-3 0,-1-2-8 0,-4 1-3 15,0-1-5-15,-5 3-1 0,0-1-8 0,-2 1 3 16,-1-2-5-16,-3 2-3 0,0-2-6 0,-2 2-3 16,-4-3 2-16,1 4-6 0,-4-3 0 0,1 1-1 15,-3 2-8-15,-4 0 0 0,-1-2-2 0,0 5-1 16,-3 1-4-16,-2 0 3 0,2 3-2 0,-3 1 0 16,0 3-3-16,-6 7 2 0,-2 0-1 0,1 4 0 15,-1 3 4-15,1 3-2 0,-1 1-2 0,4 1 3 16,5 2-4-16,2 0 3 0,5 1-1 0,2-1 5 15,8 1-1-15,2-1 1 0,7-1 1 0,0-7-1 16,9 3 0-16,4 0 2 0,5-3 2 0,4-4-4 16,5-5 0-16,0 1 3 0,5-3-2 15,14-5-1-15,-16 2-1 0,2-6 3 0,0 0-4 0,-2-1 1 16,-1-2 0-16,-1 0 0 0,-5-1-4 0,1-3 5 16,-4-3-3-16,0 3-3 0,-2-5 4 0,-9 2 1 15,5-3-5-15,-7 2 2 0,0 2 1 0,-2-4-3 16,-1 1-1-16,-2 1-4 0,0-2 7 0,-4-1-2 15,2 2-2-15,-2-2-2 0,-3 6 3 0,0-2 0 16,-5 2 0-16,2 1-1 0,-2 2-4 16,1 1 2-16,-3 0-1 0,5 7-1 0,-9-4 1 0,-2 2 0 15,11 2 3-15,-21 6-1 0,9 1 2 16,-3 4-1-16,2 2-2 0,-2 0 1 0,3 3-8 0,-2 1 10 16,4-1-4-16,1 0 2 0,4 4 4 15,-3-1 1-15,6 4-1 0,-1-2-3 0,1 3 1 0,3-5-1 16,0 0 0-16,2-2 0 0,2 3-1 15,1-1 1-15,-1 0-3 0,2 5 4 0,-3-3-2 16,1 4 3-16,-1-1-3 0,2 3 2 0,-4-7 1 0,2 6-3 16,1-1-3-16,-6-4 4 0,2 3 0 15,-3 0 1-15,-1-5 0 0,1 0 0 0,-1-4-3 16,1 3 3-16,-5-2-2 0,5-5 0 0,-2 1-9 16,0-2-16-16,1 0-10 0,-2-1-20 0,4-3-21 15,-2 0-27-15,1 0-37 0,2-6-45 0,-3 6-43 16,3-6-197-16,0 0-459 0,0 0 204 0</inkml:trace>
  <inkml:trace contextRef="#ctx0" brushRef="#br0" timeOffset="-10027.96">7662 15312 71 0,'2'-4'223'16,"-2"4"-9"-16,4-8 1 0,-4 8 0 0,0 0 1 15,7 16 1-15,-5-1-3 0,-1 2-16 0,1 2-18 16,1-1-10-16,1 1-16 0,-2-1-13 0,2 3-21 16,-1-5-4-16,2 0-9 0,3-1-6 0,-1 0-11 15,1-4-7-15,1-2 0 0,2 1-16 0,1-4-5 16,-1 0-5-16,2-2-7 0,0-2 1 0,0-2-3 16,4-2-7-16,-4-4-17 0,4 1 9 0,-6 0-2 15,2-3-5-15,-1 1 2 0,-1 0-2 0,1-4-4 16,-2-2-3-16,0-1-1 0,-1 1 2 15,-3-1-7-15,1 0 1 0,-2-2-4 0,1-3 1 0,-2 3-4 16,1-10 2-16,-3 6-1 0,1 4 0 0,-1 0 1 16,-1 5-6-16,0 1-2 0,1 2 4 0,-1 1 1 15,-1 7-7-15,0-12-11 0,0 12 19 16,2-4-9-16,-2 4-2 0,0 0-13 0,0 0 21 0,8 23-4 16,-7-8-1-16,0-2 1 0,2 4 3 0,1 1-2 15,0-1-2-15,-2-1 11 0,2-1-5 16,3 0 4-16,0 1-6 0,1-1 4 0,1-7-3 0,1 2 0 15,3 0 7-15,-2-4 10 0,6 2-14 0,2-4 3 16,-6-2-5-16,6 0-2 0,-1-2 5 0,1-2-4 16,-1-2 10-16,1 0-13 0,0-2 5 15,-2 0-6-15,-1-1 3 0,0-2-4 0,-5 4 2 16,-2-4-18-16,-1 0 18 0,2-2 0 0,2-1 8 16,-6 2-12-16,-1-2 6 0,2-3-4 0,-2 0 0 15,-8 2 4-15,7 1-7 0,-4 2 0 0,0 10-1 0,-1-21 1 16,-3 15 1-16,4 6-3 0,-12-9 6 0,5 8 0 15,7 1 5-15,-30 1 1 0,11 7-3 16,-6 6 6-16,2-3 5 0,0 6-5 0,2 0 0 16,7-6 6-16,0 5-10 0,4-3-1 0,3-3 3 15,4-1 4-15,-1 2-10 0,4-2 1 0,0 2 5 16,0-3-2-16,4-1-12 0,-2-2 15 0,2 0-3 16,4-1-5-16,-1 0-19 0,5-2 13 0,-3 0-4 0,1-2 3 15,0 2 1-15,-2-4-5 0,-8 2 2 16,14-2-3-16,-3 0 8 0,-3 2 1 0,-1-3 3 15,-7 3-3-15,11-5-2 0,-6 4 11 0,-5 1-7 16,8-3-2-16,-8 3-2 0,0 0 1 0,0 0-4 16,0 0 4-16,0 0-4 0,11 4-8 0,-11-4 8 15,0 9-9-15,0-9 16 0,0 14-2 0,0-9 6 16,2 3-4-16,1 0 0 0,-1-1 5 0,3 2 4 16,-4-3 3-16,4 1 0 0,-1-2-1 0,5-1-6 15,1 1 2-15,-2-2 2 0,3-2-1 0,1-1-15 16,-1-1 21-16,8-3-5 0,-7 0 8 0,6-1-7 15,-4-4 2-15,-1 4 1 0,0 0-10 0,-1-6 6 16,2 1 3-16,-1 0-4 0,-6 0-2 0,0-1-1 16,0 0 1-16,-1-5 0 0,-1 4-3 0,0-5 2 15,3-8-4-15,-2 7 2 0,-1 0 1 0,1-2 0 16,-1 0-1-16,0-4 4 0,-3 4-1 0,2 2 5 16,-4-1 1-16,4 4 9 0,-1 4 11 0,-2 2 9 15,0 2 1-15,0-2-11 0,-1 9-9 0,3-8 7 16,-3 8-11-16,0 0 1 0,0 0 10 0,0 0 9 15,0 0 4-15,-3 33-5 0,1-18 4 0,-2 4-1 16,-1 0 1-16,0 7-6 0,1 0-6 0,0-1-17 16,-1 1 20-16,2-7-5 0,0 5-1 0,1-3-8 15,0-4-22-15,2 3-30 0,0-4-46 0,4 2-42 16,-1-4-43-16,5 3-37 0,5-1-54 0,0-2-71 16,1-2-271-16,8 3-650 0,-3-5 288 0</inkml:trace>
  <inkml:trace contextRef="#ctx0" brushRef="#br0" timeOffset="-9764.67">9475 15182 21 0,'3'-5'289'0,"-1"0"-25"0,-2 5 1 0,0 0 18 16,0 0 2-16,0 0-2 0,4 25-12 0,-4-9-21 15,-3 1-9-15,2 7-13 0,-2 8-23 0,1-3-17 16,-2-3-15-16,4 3-21 0,-5-5-14 0,3 0-25 0,1 2-3 16,0-3-8-16,0-4-3 0,-2 0-10 0,2 0-26 15,-1-3-7-15,0-3-34 0,3 0-33 16,-1-2-44-16,-1 0-26 0,1-2-36 0,-1-1-25 16,1-8-32-16,0 11-28 0,0-11-45 0,-2 7-40 15,2-7-192-15,-6 3-520 0,6-3 231 0</inkml:trace>
  <inkml:trace contextRef="#ctx0" brushRef="#br0" timeOffset="-9419.25">9315 15424 111 0,'-5'-9'215'16,"5"9"-4"-16,-1-8-7 0,1 8-6 0,8-8-5 16,-8 8-8-16,17-7-9 0,0 4-8 0,-3 0-16 15,5 3-10-15,-2 0-9 0,3 1-11 0,0 1-11 16,1 2-1-16,-1 1-10 0,-2 1-4 0,1-1-3 15,-1 4 4-15,-2-3-3 0,-1 4 4 0,-4-1 2 16,-2-1-11-16,1 0 4 0,0 1-28 0,-3 2 18 16,3-4-7-16,-1 3 3 0,4-1 1 0,0-1-8 15,1-1-3-15,3-1 1 0,-1-1-6 0,3-1-4 16,1-3-2-16,0-3-5 0,-1 1-7 0,0-2 4 16,1-1-24-16,-1-2 17 0,-4-2-1 0,3 1 2 15,0-2-3-15,-3-1 6 0,-6 1 6 0,3-4-6 16,-4 3 14-16,-2 0-7 0,-3-3-10 0,-4-3-3 15,0 0-11-15,-2 0-6 0,-4 0 11 0,-3 1-7 16,-3 0-2-16,-3 2 1 0,2 2-4 0,-3 0-2 16,-9 3-8-16,5 4-8 0,-7 3-32 0,7 1-41 15,-10 7-58-15,0 1-60 0,1 4-59 0,3 2-99 16,6 3-323-16,6-7-720 0,2 3 319 16</inkml:trace>
  <inkml:trace contextRef="#ctx0" brushRef="#br0" timeOffset="-9264.75">9798 15551 2168 0,'0'0'148'0,"6"3"-51"0,-6-3-67 0,8 3-13 16,-8-3-8-16,0 0-5 0,8 3-4 0,-8-3-13 0,4 3-23 16,-4-3-38-16,0 0-33 0,2 7-83 0,-2-7-153 15,0 0-370-15,0 0 164 0</inkml:trace>
  <inkml:trace contextRef="#ctx0" brushRef="#br0" timeOffset="11445.4">11065 15313 24 0,'1'-8'176'0,"0"1"1"0,-1 7-3 16,1-12-10-16,-1 5-7 0,0 7-10 0,0-8-13 15,0 8-19-15,0 0-10 0,2-9-11 0,-2 9-7 16,0 0-17-16,0 0-1 0,0 0-3 0,0 0-7 15,14 25 1-15,-8-8 1 0,-2 1-4 0,5 7-4 16,-7 0-1-16,2 4-2 0,1-2 24 16,0 2-5-16,-2 0-4 0,2-2-4 0,-5 0-9 0,4 0 1 15,-3-1-5-15,4-1-6 0,-1-2-3 16,-4-2-2-16,5 3-1 0,-1-7-9 0,0 0 1 0,-1-6-3 16,-1 2-2-16,5-3 4 0,-5 0-8 0,2 1-1 15,-2-5-4-15,0 1-1 0,1 0 1 0,-3 0-1 16,0-7-2-16,7 6 4 0,-7-6 0 15,4 5-2-15,-4-5 2 0,0 0-4 0,12-2 4 16,-12 2-5-16,12-12-1 0,-4 3-2 0,2-4 3 16,0-4-1-16,6-3 0 0,-3-5-4 0,0-2 0 15,1 2-6-15,0-3 6 0,0 0-2 0,-1 0 0 16,1-3 3-16,-1 1-4 0,-1 3 0 0,0 0-2 16,0 2 2-16,-3 1 0 0,-2 5 0 0,2 3 1 0,-1 1-5 15,0-1 4-15,-5 4-2 0,2 3-1 16,-3 2 5-16,-2 7-5 0,5-9 1 0,-5 9-5 15,0 0-4-15,4-10-19 0,-4 10-1 0,0 0 2 16,0 0-11-16,0 0-14 0,0 0-21 0,16 25-14 16,-14-15-29-16,-2-10-42 0,2 33-24 0,-2-17-6 15,0 3-16-15,-1 1-120 0,2-1-351 0,-1 0 155 16</inkml:trace>
  <inkml:trace contextRef="#ctx0" brushRef="#br0" timeOffset="11687.42">11597 15634 102 0,'0'0'171'0,"7"2"-11"0,-7-2 3 16,0 0-25-16,0 0-9 0,0 0 7 0,2 9 11 15,-2-9-3-15,0 9-1 0,0-1-5 0,0 2-7 16,0 2-10-16,-2-1-4 0,0 5-6 0,1-4-4 16,0 3-9-16,-2-2-6 0,3 2-7 0,0 2-8 15,-5 0-4-15,3 0-9 0,2-3-8 0,-1 3-6 16,1-2-5-16,-2 1-3 0,1-4-3 0,0 2-2 15,-1-4-5-15,2 2-21 0,0-12-21 0,0 22-23 16,-2-12-17-16,0 1-23 0,2-11-36 0,-2 19-27 16,-1-14-33-16,3-5-23 0,-4 9-27 0,4-9-109 15,0 0-356-15,-10 6 158 0</inkml:trace>
  <inkml:trace contextRef="#ctx0" brushRef="#br0" timeOffset="11963.27">11681 15644 53 0,'13'-4'186'15,"0"1"-3"-15,3 3-11 0,-1 2-9 0,-1 0-10 16,3 5 0-16,-1 1-13 0,0-1-12 0,0 3 2 16,-3 2-22-16,-2 1-4 0,-2 0-5 0,-1 1-10 15,0 1-5-15,-4-1-5 0,-3-1-10 0,1 6-3 16,-4-7-9-16,-1 3-4 0,-4-1-5 0,-1 2-2 15,0-1-6-15,-4-1-2 0,0-2-5 0,-3 0-4 16,2-2-2-16,-2 0-3 0,-2 1-3 0,3-3 0 16,0 1-13-16,1-4-11 0,0 0-11 0,0-1-14 15,3 1-19-15,-1-2-25 0,11-3-26 0,-13 4-37 16,4-3-30-16,9-1-39 0,0 0-103 0,0 0-332 16,0 0 148-16</inkml:trace>
  <inkml:trace contextRef="#ctx0" brushRef="#br0" timeOffset="12295.29">12014 15747 112 0,'9'-7'228'0,"-7"4"-8"0,-2 3-11 16,6-5-19-16,-6 5-13 0,0 0-19 0,6-4-19 16,-6 4-13-16,0 0-11 0,0 0-13 0,0 0-12 15,0 0-6-15,0 0-10 0,0 0-6 16,0 0-4-16,-4 22-7 0,4-22-5 0,0 13-8 15,2-6-2-15,0 3-4 0,-2-4-5 0,3 3 0 16,-1 0-5-16,2 2-3 0,0-2 1 0,1 1-4 16,2-1-5-16,-1 1 0 0,1-2-4 0,-1 1 2 15,2-2-4-15,1 2 0 0,-5 0 0 0,3-1-3 16,-1 0-1-16,-1-1 0 0,0 1 0 0,-1-2-2 16,-4 1 1-16,3-2-3 0,-3-5 0 0,-2 14 5 15,2-14-2-15,-5 12-3 0,-4-7 3 0,4 3-2 16,-4-4-3-16,-1 1-6 0,-1 0-4 0,-2 0-4 15,-5-1-13-15,1-1-13 0,-2 0-16 0,2 3-26 16,-4-4-37-16,3-1-38 0,1 2-42 0,-1-1-140 16,7-1-366-16,11-1 162 0</inkml:trace>
  <inkml:trace contextRef="#ctx0" brushRef="#br0" timeOffset="12681.31">12370 15618 36 0,'0'0'227'0,"0"0"-17"0,4-6-25 15,-4 6-17-15,0 0-12 0,0 0 10 0,0 0-1 16,0 0 3-16,-4 28-5 0,-4-10-6 0,4 0-10 16,-5 9-12-16,3-3-5 0,-1 0-4 0,-1 0-15 15,6-4 1-15,1-2-12 0,0 1-20 0,1 1 3 16,0-1-8-16,2-1-11 0,-1-1 1 0,3-1-10 15,1 1-4-15,2-2-4 0,0 1-27 0,1-1-29 16,1-5-35-16,0 4-37 0,-2-5-35 0,-1 0-52 16,2-1-41-16,-3-3-40 0,1-1-139 0,-6-4-420 15,0 0 186-15</inkml:trace>
  <inkml:trace contextRef="#ctx0" brushRef="#br0" timeOffset="13453.55">12529 15899 158 0,'0'0'209'0,"0"0"-9"0,0 0-10 0,0 0-8 15,6 22-8-15,-6-22-6 0,3 13-8 0,-3-13-11 16,-3 13-9-16,3-13-6 0,0 10-16 0,0-10-6 16,0 0-9-16,-3 13-2 0,3-13 0 0,0 0 1 15,-1 9 12-15,1-9 19 0,0 0 2 16,0 0-4-16,0 0-7 0,0 0-10 0,0 0-15 15,0 0-10-15,0 0 0 0,0 0-14 0,-6-29-8 16,6 29-7-16,0-21-4 0,0 10-9 0,4-1 5 16,0-4-8-16,1-1-14 0,3 2 2 0,2-2-9 15,5-6-22-15,4 3 17 0,-2 3-1 0,-3 2-3 16,1 5 1-16,-2-2-11 0,-3 6 3 0,1 2-7 16,1 0 3-16,-1 3-3 0,-11 1 5 0,21 6-4 15,-9 0 0-15,-2 1-17 0,-1 2 20 0,-3 1-2 16,1 2 6-16,-1-2-11 0,2 4 6 0,-2-1-3 15,-3-2 3-15,1 2-2 0,0-1-2 0,-1-2 3 16,-1-1-2-16,-2-9 2 0,3 13 3 0,-3-13 3 16,2 11-9-16,-2-11 2 0,2 7 7 0,-2-7 1 15,0 0-1-15,0 0 6 0,0 0-3 0,0 0 5 16,0 0-6-16,0 0 2 0,0 0-7 0,0 0 8 16,0 0-4-16,0 0-2 0,4-32-2 0,-1 22-3 15,3-2-2-15,-1 2 3 0,6-6 0 0,0 2 0 16,0 0-2-16,3 0-10 0,-1 1 9 0,-1 3-7 15,1 0-3-15,-2 3 6 0,1 2-6 0,-4 0-5 16,3 3-1-16,1 1 3 0,-5 2 2 16,2 2-2-16,2 3 7 0,-2 1-6 0,-2 0 3 0,-1 2 7 15,4 2-6-15,-6-1 17 0,1 2-15 0,3-2 2 16,-4 3 2-16,2-2 0 0,-2 2 7 0,0-2-8 16,3-1 3-16,-3 1 0 0,3 0 0 0,0-3 6 15,2 0 0-15,-2-2-3 0,3-2 1 0,-2 0 0 16,3-1 4-16,-2-3 1 0,-9 0-1 0,24-1 0 15,-10-2 1-15,-3-3 1 0,0 3-2 16,1-3-19-16,-3-1 17 0,-1 0 5 0,2-1-11 16,-3-1 10-16,-1-3 1 0,1 1-1 0,-3 2 0 15,-2-3-4-15,3-2 2 0,-2 3 0 0,-1-2 10 0,-2 1-11 16,0 12 3-16,2-15 4 0,-2 15-1 16,0-12-1-16,0 12-6 0,2-8 5 0,-2 8-9 0,0 0 4 15,0 0-6-15,0 0 3 0,0 0-20 16,0 0 23-16,0 0 1 0,-9 26-10 0,4-16 5 15,3 1-3-15,0 0 1 0,2 1 0 0,0-1 2 16,-2 0 5-16,2 0-7 0,0 0-4 0,2 0-18 16,-2 0-20-16,2-1-37 0,0 0-36 0,4-1-38 15,-4 1-26-15,2-1-46 0,1-2-48 0,-5-7-51 0,2 12-169 16,-2-12-532-16,0 0 236 0</inkml:trace>
  <inkml:trace contextRef="#ctx0" brushRef="#br0" timeOffset="13648.18">13264 15503 95 0,'0'0'113'0,"0"0"-17"15,11 37-20-15,-9-19-14 0,0 7-23 0,2 3-11 16,1 0-21-16,0 3-13 0,1 0-17 0,1-2-14 15,0 0-5-15,4-2-26 0,-2 0-74 0,0-2 32 16</inkml:trace>
  <inkml:trace contextRef="#ctx0" brushRef="#br0" timeOffset="13873.27">13371 15894 175 0,'6'11'-1'0,"-3"-1"21"0,4-3 23 0,-7-7 29 15,7 10 27-15,-7-10 15 0,8 3 18 0,-8-3 10 16,0 0 3-16,0 0-8 0,0 0 3 0,19-10 0 16,-19 10 0-16,6-10-3 0,1 0-6 0,-1 2-11 15,4-1-7-15,-1-6-6 0,0 2 2 0,5-3-10 16,-2-1-4-16,3 3 2 0,2-4-3 0,-1 6-7 15,2 1-1-15,0 2-11 0,-1 0 0 0,-1 2-11 0,-3 3-1 16,0 2-8-16,-3 4 5 0,4-1-16 16,-5 3 3-16,2 4-5 0,-1 0 2 0,-2 3-6 15,-1 0-9-15,-3 0 8 0,1 0-6 0,-1 3-3 16,-1 2-3-16,1-1 1 0,-3 2-5 0,1-2 0 16,-2-3-21-16,0 6-13 0,0-7-33 0,-3 0-40 15,1 5-42-15,-3-6-70 0,1-1-76 0,-1 2-202 16,5-11-515-16,-6 11 228 0</inkml:trace>
  <inkml:trace contextRef="#ctx0" brushRef="#br0" timeOffset="14151.54">13957 15625 239 0,'0'0'256'0,"14"5"-8"0,-7 2-10 16,-1 5 0-16,3 3 4 0,-2 4-10 16,-2 6-1-16,-1-1-24 0,0 2-4 0,-3-1-10 15,-1-6-15-15,0 8-14 0,-1-2-10 0,-3-6-29 0,0 7-1 16,0-7-13-16,-6 7 0 0,5-8-18 16,-5 6-12-16,0-8 0 0,-3 6-7 0,2-5-8 0,-1 5-8 15,-1-6-12-15,-3-2-30 0,3-2-30 16,-3 1-33-16,2-1-37 0,0-2-46 0,-1 1-44 15,2-1-66-15,3-2-65 0,-2-5-198 0,7 0-544 16,5-3 241-16</inkml:trace>
  <inkml:trace contextRef="#ctx0" brushRef="#br0" timeOffset="14357.29">14395 15853 1625 0,'10'-5'104'0,"-1"0"-39"16,-5 2 5-16,3 1-23 0,0-2 23 0,3-1 15 16,-1 1 3-16,1 1-6 0,3 0-11 0,0 0-8 15,-1 0-8-15,-1 2-5 0,5 0-3 0,-3-1-4 16,-2 1-11-16,1 1-31 0,-1 1-32 0,-3 2-30 16,-8-3-43-16,14 5-49 0,-11-1-60 0,-1 0-127 15,-2-4-367-15,0 0 162 0</inkml:trace>
  <inkml:trace contextRef="#ctx0" brushRef="#br0" timeOffset="14503.32">14461 15943 14 0,'0'0'196'0,"-6"4"6"15,6-4-3-15,0 0-6 0,-8 4 11 0,8-4 1 16,0 0-13-16,0 0-11 0,27 3-16 16,-12-3-17-16,6 0-12 0,-1 0-19 0,8-1-19 0,-7-1-34 15,0 1-43-15,1 1-53 0,-4-1-53 16,5-1-75-16,-5 2-183 0,-5 0-373 0,3 0 165 0</inkml:trace>
  <inkml:trace contextRef="#ctx0" brushRef="#br0" timeOffset="25426.17">15470 15688 125 0,'-4'-9'132'0,"4"9"1"16,-3-9-13-16,3 9-3 0,0 0-5 0,-2-7-4 15,2 7-13-15,0 0-7 0,0 0-11 0,-3-7-8 16,3 7-3-16,0 0-5 0,0 0-14 0,0 0-3 16,0 0 0-16,0 0 9 0,0 0-3 0,0 0-3 0,0 0-2 15,0 0-3-15,8 24 1 0,-3-15-2 16,1 0-1-16,-1 1-4 0,0 2 1 0,0-2 2 15,3 5 4-15,0-1-2 0,-2 0-2 0,1 3-4 16,0-2 2-16,1 2-6 0,1-1 0 0,0-2-7 16,-2 1 2-16,2-2-4 0,-1 0 1 0,-2-3-3 15,1 2 2-15,-1-2 4 0,2-1-3 0,0 2-4 16,-3-3-2-16,1-2 3 0,-1 3-6 0,-1-2 2 16,0-2-2-16,-1 0-5 0,2 0 1 0,-5-5 3 15,6 7 0-15,-3-4-4 0,-3-3 2 0,3 6-2 16,-3-6 4-16,5 5 12 0,-5-5 9 0,0 0-4 15,0 0-4-15,0 0-3 0,12-12-3 0,-6 3 3 16,0 0-3-16,4-4-5 0,-3-1 1 0,1-2-2 16,1-2 0-16,1-4-3 0,0-1-2 0,2 0-1 15,-1 0-2-15,0-3 4 0,0 4-2 0,-2-3-2 16,0 0-1-16,0 0-3 0,-1 7 3 16,-2 0-1-16,2 1-2 0,-2-1 2 0,-3 6-3 0,2 2 4 15,-2 2-4-15,-3 8 1 0,4-13-12 16,-4 13-15-16,4-9-15 0,-4 9 2 0,0 0-5 0,0 0-1 15,0 0-8-15,0 0-19 0,5 29-30 0,-3-15-16 16,-5 3-14-16,0 1-24 0,2 2-15 0,-3 5-18 16,0 0-97-16,2 0-307 0,2-8 136 15</inkml:trace>
  <inkml:trace contextRef="#ctx0" brushRef="#br0" timeOffset="25705.01">15981 15891 68 0,'0'0'176'0,"0"0"-12"0,0 0-16 0,0 0-15 16,6-6-12-16,-6 6-16 0,0 0-10 0,0 0 2 15,0 0 1-15,0 0-1 0,5 17 3 0,-3-6 1 16,0 0-7-16,-2 0-4 0,1 5-7 0,-1 3-8 16,0-2-5-16,3 0-1 0,-6 8-7 0,6-7 0 15,-3 1-7-15,-5-1-1 0,4 0-10 0,2-2-3 16,-2 0-1-16,1 1-6 0,-2-1-3 0,4-4 1 15,-1 3-7-15,-1-2-2 0,1-1-5 0,-1 0 3 16,0-2-4-16,1 2-1 0,-1-3-12 0,3-1-15 16,-2-1-19-16,-1-7-15 0,1 15-14 15,-1-15-22-15,-1 12-31 0,1-12-21 0,0 9-21 16,0-9-15-16,-4 9-127 0,4-9-318 0,0 0 140 0</inkml:trace>
  <inkml:trace contextRef="#ctx0" brushRef="#br0" timeOffset="25987.05">16059 15838 63 0,'11'-6'122'0,"1"1"-7"0,5 3-2 0,-5-1-3 15,1 3-16-15,0 4-2 0,-2 0 0 0,2 0-7 16,-3 3 9-16,0 0-14 0,-1 1-7 0,-2 3 0 15,-4 1-1-15,0 0-2 0,-2 5-8 0,-2 0-5 16,-2-1 1-16,-2 1-1 0,-2 0-4 0,-3 0-3 16,-5 4-1-16,4-5-11 0,-2-1 2 0,0-1-6 15,-1 0-1-15,0 0-7 0,-4-4-2 0,4-1-2 16,-1 3 0-16,3-5-2 0,2 0-17 0,0-2-26 16,2 0-24-16,2-1-32 0,6-4-37 0,-10 5-56 15,10-5-89-15,0 0-281 0,0 0 126 0</inkml:trace>
  <inkml:trace contextRef="#ctx0" brushRef="#br0" timeOffset="26216.07">16699 15890 68 0,'10'-4'177'0,"-10"4"-11"0,8-3 3 0,-8 3-21 16,11-2-10-16,-11 2-4 0,18-4-22 0,-6 4-5 16,0 0-14-16,1 0-6 0,0 0-15 0,2-1-23 15,-3 2-39-15,-1 1-48 0,-11-2-47 0,14 5-50 16,-14-5-77-16,0 0-230 0,6 11 101 16</inkml:trace>
  <inkml:trace contextRef="#ctx0" brushRef="#br0" timeOffset="26367.33">16694 16015 131 0,'0'0'198'0,"-7"0"-9"0,7 0-18 15,0 0-13-15,0 0-9 0,0 0-25 0,35-6-1 16,-16 2-11-16,-1 1-13 0,5 0-9 0,5-2-24 16,0 1-31-16,0-2-33 0,2 2-50 15,-10 1-42-15,3-1-51 0,-5 2-87 0,0 1-247 0,-4-1 109 16</inkml:trace>
  <inkml:trace contextRef="#ctx0" brushRef="#br0" timeOffset="31122.6">17622 15879 152 0,'5'0'183'0,"-5"0"-12"16,0 0-14-16,0 0-11 0,0 0-4 0,0 0-17 16,0 0 6-16,0 0-21 0,0 0-6 0,0 0-4 15,0 0-5-15,0 0-5 0,0 0-6 16,0 0-8-16,0 0-5 0,0 0-5 0,0 0-6 0,0 0-4 15,0 0-2-15,0 0-11 0,0 0-4 0,0 0-1 16,0 0-2-16,0 0 1 0,0 0-3 0,0 0 5 16,14 1-3-16,-4 2 0 0,4-5-4 0,-1 2 0 15,7 0-3-15,-2 0-4 0,1 2 1 0,-1-4-5 16,3 2 0-16,-2-1-4 0,0 2 1 0,-4-1-6 16,2 2-19-16,1 1-19 0,-5-3-26 0,2 2-31 15,-3-1-28-15,1 0-40 0,-1 0-31 0,-2 2-174 16,2-2-384-16,-12-1 170 0</inkml:trace>
  <inkml:trace contextRef="#ctx0" brushRef="#br0" timeOffset="31518.38">18171 15720 59 0,'8'-3'157'15,"2"1"-5"-15,0 0-7 0,1 2-4 0,1 2-3 16,0 3-4-16,-2-2-9 0,1 2 2 0,0-1-5 16,-2 4-15-16,1 0-6 0,-5 1-13 0,1 0-1 15,1 2-8-15,-3 0-5 0,-1 1-6 0,-3-1-7 16,0 4 0-16,-5-3-4 0,2 1-8 0,-5 2 0 16,-1-2-9-16,-3 2 0 0,2-3-3 0,0-2-6 15,-1 0-3-15,0-2-1 0,2 1-1 0,-2-3-3 16,1-1-4-16,2 2 0 0,0-3 0 0,3-1-1 15,0 0-5-15,5-3 2 0,-8 4 0 0,8-4 1 16,-6 4 3-16,6-4 1 0,0 0-5 0,0 0 2 16,-8 1-7-16,8-1 0 0,0 0-2 0,0 0-3 15,0 0 1-15,0 0-1 0,0 0-4 0,23-9 2 16,-23 9 4-16,16-1-3 0,-9 1-5 0,4-2 4 16,1 2-2-16,1 0 4 0,2 2-3 0,2-2-1 15,3 0-17-15,-2 1-21 0,3 0-20 0,-1 0-27 16,-2 1-23-16,0 0-30 0,0 1-27 0,0 0-21 15,1-5-136-15,-6 4-346 0,-13-2 153 0</inkml:trace>
  <inkml:trace contextRef="#ctx0" brushRef="#br0" timeOffset="31917.16">18649 15802 14 0,'1'-13'214'15,"-1"13"-4"-15,3-12-4 0,-3 12-14 0,1-10-18 16,-1 10-17-16,0 0-16 0,0 0-14 0,0 0-10 16,4-6-8-16,-4 6-7 0,0 0 3 0,0 0 1 15,13 20-2-15,-8-11-9 0,1 0-4 0,1 1-4 16,-2 2-4-16,-1-1-6 0,2 5-8 0,2-2 2 16,-5-1-5-16,5 1-4 0,-3-4-7 0,1 2-3 15,-1-1 1-15,1 1-7 0,-1-3-7 0,0 1-1 16,0-1-5-16,2-1-3 0,-1 1 0 0,-1-2-1 15,-1-3-6-15,1 1 2 0,0 0-8 0,-1-1 4 16,-4-4-4-16,10 4 2 0,-5-3 0 0,-5-1-2 16,12 0-1-16,-4 0-2 0,-8 0 1 0,15-5-3 15,-6-1-4-15,4-2 12 0,-1-1-12 0,4-2 1 16,-2-3-1-16,5-4-3 0,0-2-2 0,2 2 4 16,-2-2-1-16,0-1 0 0,0 0-2 15,0-2 1-15,0 1 1 0,-1-1-5 0,-4 1 1 0,-1 6-1 16,0 1-8-16,0 2-10 0,-2 0-8 0,-3 5-10 15,-2-2-14-15,-2 5-27 0,-4 5-31 0,10-9-30 16,-10 9-64-16,7-6-42 0,-7 6-191 0,0 0-470 16,0 0 208-16</inkml:trace>
  <inkml:trace contextRef="#ctx0" brushRef="#br0" timeOffset="32100.02">19330 15817 92 0,'0'0'225'0,"0"0"-20"0,0 0-25 0,0 0-18 15,0 0-14-15,0 0-20 0,0 0-24 0,0 0-19 16,8 4-28-16,-8-4-39 0,0 0-40 0,0 0-44 16,0 0-47-16,-20 13-88 0,20-13-217 0,-13 4 96 15</inkml:trace>
  <inkml:trace contextRef="#ctx0" brushRef="#br0" timeOffset="34791.25">10676 16637 14 0,'0'0'51'0,"0"0"-10"0,0 0-3 0,0 0-11 16,-11 0 1-16,11 0 0 0,0 0-6 0,0 0 6 16,0 0-1-16,0 0 6 0,0 0-2 0,0 0-1 15,0 0 1-15,0 0 2 0,20 10 5 16,-12-10 7-16,4 1-1 0,0 2-3 0,-1-3 2 15,7 0-6-15,3 0 4 0,-3 1-3 0,1 1-5 16,1-2-3-16,11 0-4 0,-5 0 8 16,3 0-14-16,-1 0 8 0,-1 0 7 0,3 0-12 0,0 2 9 0,1-2 0 15,-1 0 4-15,5 1-12 0,-1-1 2 16,3 0 2-16,-1 0-2 0,5 1-1 0,11-1 2 16,-12-2 2-16,14 4-3 0,-2-2-7 0,0 1 2 15,-13 1 0-15,20-4-6 0,-3 4 5 0,-1-2 5 16,5-2-12-16,-3 1 2 0,6 0-4 0,-3 1 1 15,1 1 2-15,2-1-1 0,1 0 2 0,0 0-12 16,0 0 15-16,-1 1-6 0,0-3-1 0,2 3 1 16,-2-1 4-16,29 1 2 0,-32-1-7 0,4-1 4 15,25 2 0-15,-28 1 1 0,0-4 0 0,4 4-5 16,2-1 4-16,23-1-3 0,-30 1 1 0,3-2 1 16,0 1 3-16,2 0 3 0,30-4-10 0,-37 5-1 15,5-2 0-15,2 1-1 0,30 0 3 0,-37 0 1 16,32-1-2-16,-34 0-2 0,5-1 0 0,-1 5 3 15,3-4-2-15,2-1 0 0,-2 2 0 0,-2-2-2 16,30-1 7-16,-34 5-6 0,4-4-2 0,4 1 6 16,-2 2 0-16,0-3-3 0,3 2 2 0,1 0-3 15,-3 0 1-15,-1-2 4 0,3 1-3 0,-1 0 1 16,24-1-1-16,-30 2-3 0,4-1 5 16,2-2-5-16,-1 1 3 0,0 1 0 0,1 4-1 15,-4-5-1-15,5 1 3 0,-4 0-9 0,2-1 7 0,2 2 3 16,-4-2 3-16,3 1-3 0,0-2 0 15,-2 4 0-15,3-2 1 0,24-1-3 0,-32 4 2 0,4-5-1 16,-4 6 1-16,4-6-3 0,-2 2 2 16,1 1-2-16,-2-1 8 0,0 0-8 0,5-2 2 15,-2 0-5-15,-3 2 6 0,5 4-3 0,-1-3 0 16,-3-3 1-16,4 0-1 0,-7 2 0 0,3-1 2 16,-1 2 6-16,-4-2-10 0,1 0 4 0,-1-1 2 15,-1 1-3-15,1-1 2 0,-3 2-3 0,2-2 1 16,-4 3 5-16,5 0-6 0,-2 0 30 0,1 0-1 15,-3 0-14-15,0-1 7 0,2 1-1 0,-3 0 1 16,-10 1-4-16,12-1 0 0,-12 0-2 0,12 0-1 16,-15 0-2-16,3 0 3 0,12 0-2 0,-12 3-1 15,12-4-5-15,-13 2-8 0,13-2 8 0,0 1-4 16,-15 0 4-16,4 0-9 0,10 0 6 0,0 0-7 16,-15-2 8-16,4 4 1 0,14-1-3 0,-16-1 0 15,1 1 4-15,-1-2-5 0,15 1-2 0,-16 0 5 16,1-1 2-16,-1-1-2 0,0 2-1 15,14 0 4-15,-17 0-3 0,2-1 3 0,-3 2 2 16,2-1-5-16,-1 0 1 0,0 0 1 0,1 0-1 16,-2 0-1-16,1 0 0 0,-2 0 0 0,0-1 0 15,0 1 0-15,-2 0-1 0,-2 0 4 0,1 0-12 0,-2 1 14 16,-4-2 1-16,3-1-2 0,-5 2-1 0,1 2 3 16,1-2-7-16,-5 0 3 0,2 0-3 15,-3 0 6-15,2 0 3 0,-7 0 5 0,2-2-6 0,-3 4-3 16,2-2 6-16,-13 0-2 0,22-2-6 15,-11 1 2-15,-11 1-3 0,14 0-9 0,-14 0 14 16,0 0-5-16,18 0 4 0,-18 0 3 0,9 1-1 16,-9-1-5-16,0 0 5 0,0 0-8 0,0 0 9 15,13-1-3-15,-13 1-1 0,0 0 3 0,0 0-3 16,0 0-1-16,0 0 2 0,0 0-3 0,0 0-1 16,0 0-3-16,0 0-1 0,0 0 2 0,0 0 0 15,0 0 1-15,0 0-17 0,0 0 15 0,0 0-1 16,0 0-5-16,0 0 0 0,0 0 5 0,13 3-6 15,-13-3-1-15,0 0 1 0,0 0-1 0,0 0 7 16,0 0-7-16,0 0-3 0,0 0-6 0,0 0 14 16,0 0-3-16,0 0 0 0,0 0-11 0,0 0 11 15,0 0 2-15,0 0-1 0,0 0-1 0,0 0-3 16,0 0-1-16,0 0-5 0,0 0 7 0,0 0 6 16,0 0-11-16,0 0 3 0,0 0 2 15,0 0 1-15,0 0-3 0,0 0-2 0,0 0 6 0,0 0-13 16,0 0 18-16,0 0-6 0,0 0 2 0,0 0 7 15,0 0-11-15,0 0 12 0,0 0-2 0,0 0 2 16,0 0-9-16,0 0 3 0,0 0-1 0,0 0 12 16,0 0-8-16,0 0 3 0,0 0-2 0,0 0 3 15,0 0 6-15,0 0-1 0,0 0-16 0,0 0 5 16,0 0 11-16,0 0-10 0,0 0-1 16,0 0-4-16,0 0 4 0,0 0 2 0,0 0-7 15,0 0 3-15,0 0 5 0,0 0-9 0,0 0 0 16,0 0-2-16,0 0 2 0,0 0 5 0,0 0-2 15,0 0 1-15,0 0-6 0,0 0 2 0,0 0 2 0,0 0-3 16,0 0 7-16,0 0-5 0,0 0-3 16,0 0-4-16,0 0 3 0,0 0 5 0,0 0-4 15,0 0 2-15,0 0-2 0,0 0-4 0,0 0 2 16,0 0 3-16,0 0 0 0,0 0 3 0,0 0-5 16,0 0 1-16,0 0 1 0,0 0 0 0,0 0-4 15,0 0 9-15,0 0-13 0,0 0 2 16,0 0-2-16,0 0 12 0,0 0-3 0,0 0 0 0,0 0 7 15,0 0-10-15,0 0 2 0,0 0 5 0,0 0-3 16,0 0-2-16,0 0-1 0,0 0 7 0,0 0-11 16,0 0 9-16,0 0-3 0,0 0-4 0,0 0 5 15,0 0 0-15,0 0-5 0,0 0 4 0,0 0-1 16,0 0-1-16,0 0 2 0,0 0 2 0,0 0-2 16,0 0-12-16,0 0 13 0,0 0 6 0,0 0-7 15,0 0 4-15,0 0-6 0,0 0 7 0,0 0-3 16,0 0-5-16,0 0 2 0,0 0 1 0,0 0 2 15,0 0-2-15,0 0-4 0,0 0 2 0,0 0 3 16,0 0-6-16,0 0 5 0,0 0-7 16,0 0 2-16,0 0 4 0,0 0 1 0,0 0-8 0,0 0 9 15,0 0-16-15,0 0 9 0,0 0 3 0,0 0-5 16,0 0 6-16,0 0-3 0,0 0 2 0,0 0-4 16,0 0 6-16,0 0-6 0,0 0 0 15,0 0 1-15,0 0 2 0,0 0-2 0,0 0 0 16,0 0-3-16,0 0 6 0,0 0-2 0,0 0-1 15,0 0 2-15,0 0 1 0,0 0 2 0,0 0-4 16,0 0 0-16,0 0 0 0,0 0 0 0,0 0 0 16,0 0-4-16,0 0 1 0,0 0 2 0,0 0-3 15,0 0 7-15,0 0-1 0,0 0-6 0,0 0 6 0,0 0 2 16,0 0-5-16,0 0-3 0,0 0-5 0,0 0 12 16,0 0-12-16,0 0 11 0,0 0-1 15,0 0-4-15,0 0-5 0,0 0-11 0,0 0-24 16,0 0-21-16,0 0-13 0,0 0-24 0,0 0-22 15,0 0-15-15,0 0-29 0,0 0-20 0,0 0-26 16,0 0-28-16,-39-3-48 0,12 3-273 0,-8-1-610 16,-19-1 270-16</inkml:trace>
  <inkml:trace contextRef="#ctx0" brushRef="#br0" timeOffset="36780.25">10725 16719 32 0,'0'0'49'0,"0"0"7"0,0 0-4 0,0 0 1 16,-11 10-10-16,11-10 17 0,0 0-25 15,0 0 7-15,0 0 2 0,0 0 1 0,0 0 4 0,0 0 4 16,0 0 6-16,0 0 1 0,0 0 7 0,0 0 4 15,0 0 5-15,-5 7 1 0,5-7-3 0,0 0-10 16,0 0-8-16,0 0-8 0,-2-17-3 16,2 17-1-16,-2-16-8 0,1 8 0 0,-3-1-7 15,3-2 3-15,1-1-4 0,-4-4-2 0,2-1-4 16,2 3 5-16,-4-4-5 0,1 1-2 0,3-1-3 16,-1-8-1-16,0 7 0 0,1-9-5 0,-3 0-3 15,2 2 2-15,2-3-4 0,-2-1 3 0,2 0-3 16,-2-4 3-16,1 2-7 0,-3-15 1 0,2 15 4 15,1 1 0-15,-1-1-3 0,-1-2 3 0,1 4 3 16,1-1-7-16,-2-1 1 0,2 1-4 0,0 0 5 16,2 1-6-16,-4 0 3 0,5 0 6 0,-6 1-2 15,1 0-3-15,1-3-3 0,2-1-2 0,1 2 8 16,-4-2-11-16,4 3 11 0,-2-2-5 0,3 0-1 16,0 1-3-16,-2-1-4 0,-1 1 4 0,1 3 2 15,1-1-2-15,-2 2 3 0,1-1 0 0,-1 2 1 16,1-1 1-16,-2 1 3 0,2 7-6 0,-1-6 2 15,2 0-1-15,-4 5 1 0,1 1 9 16,0 0-5-16,-1 0-5 0,1 0 1 0,-1 1 2 16,2 0-2-16,0 0 1 0,-3 0 1 0,1-1-3 15,-1 3 2-15,3-2 0 0,-1 2 4 0,1-3-5 0,-1 3 2 16,2 0-3-16,-2 0-1 0,-2 4 1 0,3 12 1 16,0-29-3-16,0 29 4 0,0-18 7 0,0 18 4 15,-1-13 4-15,1 13-4 0,0 0-5 16,-2-19 2-16,2 19-2 0,-2-10-4 0,2 10 1 15,0 0-2-15,0 0 7 0,0 0-9 0,0 0 6 16,0-22 1-16,0 22-6 0,0 0-1 0,0 0-2 16,0 0 3-16,0 0 0 0,0 0-2 0,0 0-4 15,0 0 4-15,0 0 5 0,0 0-5 0,11-12-2 16,-11 12 2-16,18-3 0 0,-18 3 0 0,31-4 1 16,-10 0-4-16,9-2 5 0,1 4-5 0,4-4 2 15,2 2 7-15,16 0 0 0,-3 0-2 0,6 0-5 16,-1 0 1-16,6 0 8 0,4 0-3 0,1 1-4 15,26-2-1-15,-28 1 0 0,0-2 0 0,25 0 2 16,-25 2-2-16,1-1 5 0,30 1-2 0,-27 0 1 16,24 2 0-16,-27-1 1 0,25 2-3 0,-29 0 4 15,3-2-3-15,27 1-2 0,-30 4 0 16,6-2 2-16,27-1 3 0,-2-3-1 0,0 4-3 0,2-1-3 16,0 2-1-16,-2-3 4 0,1 2-1 0,1-2 0 15,-2 2 4-15,4 3-2 0,-1-4 1 16,3-2-1-16,0 1 1 0,-2 5-6 0,1-4 9 0,1 1-5 15,-3 1 1-15,3-2-3 0,-2 1 4 0,5-3-3 16,-1 3 2-16,1 0-9 0,3-2 7 0,-1 2-4 16,0-2 5-16,3 2-1 0,1-4 0 15,1-3 2-15,-2 7-1 0,5-2-2 0,2-3-1 16,1 3 1-16,-3 0 1 0,-4-2-2 0,0 2 4 16,2-2 0-16,1 4-3 0,0-3 0 0,2 1 3 15,-4 0-2-15,-2 1 0 0,0 1 3 0,-1-2 4 16,-3 4-8-16,3-1 4 0,-3-3 0 0,2 5-3 15,0-3 0-15,-3 3 0 0,-4-5-2 0,4-2 3 16,-5 8 2-16,4 2-3 0,0-6-4 0,-5 5-1 16,5-4 5-16,-6 0 2 0,-4 1-1 0,-23 0-2 15,26-2 0-15,-28 2-1 0,27 3 5 0,-27-3-4 16,26 1-2-16,-27-4-3 0,25 4 1 0,-29-1 0 16,3-4-1-16,-4 5 3 0,2 0-1 0,-3-2 1 15,-2 0 0-15,-4-1-4 0,1 2-1 0,-16-1 5 16,0-1-1-16,-1 0 1 0,-2 0 4 0,1-1-6 15,0 2 2-15,-3 1 1 0,-2-2 2 0,-3-2-4 16,-6 2 4-16,2 0-5 0,-1 0 1 0,-4 0 2 16,0-1-2-16,-5 2 5 0,-13-1-2 0,24-1 6 15,-24 1-9-15,13 1 6 0,-13-1-1 0,0 0-4 16,16-1-1-16,-16 1 7 0,0 0-6 0,0 0-2 16,0 0 3-16,13-2-2 0,-13 2 5 0,0 0-8 15,0 0 4-15,0 0-1 0,0 0 2 0,0 0-2 16,0 0-1-16,0 0 2 0,0 0-5 15,0 0 7-15,0 0-4 0,0 0-3 0,0 0 4 0,15 3 2 16,-15-3 0-16,0 0 1 0,0 0 0 16,3 12-3-16,-3-12-1 0,3 13 2 0,-3-13-4 0,6 16 4 15,-3-7-4-15,0 1 6 0,2 1-1 0,-1 1 2 16,1 4 2-16,2-2-6 0,-3 1 3 16,0 2 2-16,-2 1-2 0,4-2 4 0,-2 2-4 15,-1 1-5-15,-1-2 4 0,1 2 5 0,1 0-3 16,-2 1-1-16,2 4-3 0,-2-5 4 0,0 6 0 15,2 0 1-15,-3 3-2 0,-1-2 2 0,0 0-2 16,0 5 1-16,-1-1-1 0,-4 2 2 0,2 2 1 16,1 3 0-16,-2-2 3 0,0 11-6 0,-1 1 2 15,3-12-1-15,-3 11 1 0,-1 1 1 0,2-11 1 0,-1 14-9 16,1-4 8-16,-1 2-6 0,0-1 7 16,-3-1-5-16,3-10 3 0,3-1 3 0,-2 17 0 0,0-5-3 15,4 1 2-15,1 0 1 0,2-12 2 16,1 11-5-16,0-1-5 0,4 0-17 0,-1 1-9 15,-2-12-32-15,3 10-18 0,1 0-45 0,-3 1-167 16,-5-12-315-16,-2 14 141 0</inkml:trace>
  <inkml:trace contextRef="#ctx0" brushRef="#br0" timeOffset="37800.11">19925 16172 40 0,'0'0'78'16,"0"0"13"-16,-4-11 13 0,4 11-16 0,-2-9-2 16,2 9-2-16,0 0-1 0,0 0-4 0,-1-13 2 0,1 13-13 15,0 0-4-15,0 0-19 0,0 0 4 0,0 0 2 16,0 0-13-16,0 0-5 0,0 0-6 0,0 0 0 15,-1 41-4-15,0-20 5 0,-2 7-8 0,-1 1-2 16,-1 5-17-16,-1 1-56 0,-5 9-60 16,-5 2-75-16,3-11-205 0,-7 7 91 0</inkml:trace>
  <inkml:trace contextRef="#ctx0" brushRef="#br0" timeOffset="159092.93">13614 16131 25 0,'0'0'29'0,"0"0"-5"0,0 0-1 0,0 0-5 0,0 0-2 16,0 0 0-16,0 0 1 0,0 0 2 0,0 0-2 16,0 0-4-16,0 0 6 0,0 0-6 0,0 0 2 15,0 0 2-15,0 0-4 0,0 0 4 0,0 0 0 16,0 0-1-16,0 0 0 0,0 0 1 0,0 0-6 16,0 0 3-16,0 0 6 0,0 0-3 0,0 0-3 15,0 0-1-15,0 0-2 0,0 0-2 16,0 0 7-16,0 0-3 0,0 0 1 0,0 0-7 0,0 0 6 15,0 0-6-15,0 0 0 0,0 0 1 0,0 0-5 16,0 0 5-16,0 0-8 0,0 0 8 0,0 0-4 16,0 0-1-16,0 0 2 0,0 0-2 0,0 0-4 15,0 0 5-15,0 0-4 0,0 0 3 0,0 0 1 16,0 0-6-16,0 0 3 0,0 0 0 16,0 0 0-16,0 0-2 0,0 0-1 0,0 0 3 15,0 0-2-15,0 0 3 0,0 0-4 0,0 0 8 0,0 0-2 16,0 0-6-16,0 0 3 0,0 0-4 0,0 0 6 15,0 0-4-15,0 0-3 0,0 0 4 0,0 0 2 16,0 0-2-16,0 0-4 0,0 0 0 0,0 0 3 16,0 0 1-16,0 0 1 0,0 0-2 15,0 0-5-15,20 8 5 0,-20-8-4 0,0 0-6 16,0 0-5-16,9 2-4 0,-9-2-8 0,0 0-11 16,0 0-42-16,4 4-88 0,-4-4 39 0</inkml:trace>
  <inkml:trace contextRef="#ctx0" brushRef="#br0" timeOffset="160822.91">16258 16145 35 0,'0'0'38'0,"0"0"-1"0,0 0 6 16,0 0-5-16,0 0 0 0,0 0 1 0,0 0 2 16,0 0-4-16,0 0-7 0,0 0 3 0,0 0-3 15,0 0-5-15,0 0 3 0,0 0 1 0,0 0-3 16,0 0-7-16,0 0-6 0,0 0 4 0,0 0-5 16,0 0 1-16,0 0 2 0,0 0-3 15,0 0-3-15,0 0-2 0,0 0 6 0,0 0-6 0,0 0 0 16,0 0 0-16,0 0-4 0,0 0 2 0,0 0-2 15,0 0 2-15,0 0-6 0,4 5 7 0,-4-5-7 16,0 0 5-16,0 0 2 0,0 0-6 0,0 0-2 16,0 0 5-16,0 0 4 0,0 0-3 0,0 0 6 15,0 0-17-15,0 0 7 0,0 0-2 0,0 0 4 16,0 0 3-16,0 0-3 0,0 0-1 0,0 0 0 16,0 0 1-16,0 0-4 0,0 0 5 0,0 0-5 15,0 0 3-15,0 0 1 0,0 0-2 0,0 0-2 16,0 0 2-16,0 0-3 0,0 0 4 15,0 0 4-15,0 0-1 0,0 0-5 0,0 0 0 0,0 0 4 16,0 0-7-16,0 0 5 0,0 0 0 0,0 0-4 16,0 0 0-16,0 0 8 0,0 0-7 0,0 0-3 15,0 0 2-15,4 5 4 0,-4-5-3 0,0 0 9 16,0 0-4-16,0 0-3 0,0 0-1 16,0 0-2-16,0 0 6 0,0 0 0 0,0 0-3 15,0 0 0-15,0 0-4 0,0 0 0 0,0 0 4 16,0 0-1-16,0 0-1 0,0 0 4 0,0 0 4 0,0 0-2 15,0 0-8-15,0 0 7 0,0 0 2 16,0 0-6-16,0 0-1 0,0 0-2 0,0 0 3 16,0 0-3-16,0 0 8 0,0 0-6 0,0 0 2 15,0 0-4-15,0 0 9 0,0 0-8 0,0 0 8 16,0 0-9-16,0 0 8 0,0 0-2 0,0 0 1 16,0 0-1-16,0 0-4 0,0 0 4 0,0 0-2 15,0 0-1-15,0 0 5 0,0 0-1 0,0 0-2 0,0 0 0 16,0 0 8-16,0 0-2 0,0 0-3 15,0 0-1-15,0 0-8 0,0 0 2 0,0 0 4 16,0 0-2-16,0 0 3 0,0 0-7 0,0 0 8 16,0 0-2-16,0 0-1 0,0 0-6 0,0 0 5 15,0 0 2-15,0 0-2 0,0 0-7 0,0 0 1 16,0 0-9-16,0 0 11 0,0 0-4 0,0 0 1 16,0 0-1-16,0 0 4 0,0 0-11 0,0 0 4 15,0 0-3-15,0 0 3 0,0 0 1 0,0 0 5 16,0 0-9-16,0 0 2 0,0 0 8 0,0 0-9 15,0 0-2-15,0 0 0 0,0 0-2 0,0 0-2 16,0 0 0-16,0 0 2 0,0 0 1 0,0 0 0 16,0 0 7-16,0 0 1 0,0 0-8 0,0 0 8 15,0 0-3-15,0 0 3 0,0 0 2 0,0 0 3 16,0 0-4-16,0 0 3 0,0 0-2 0,0 0 4 16,0 0 1-16,0 0 3 0,0 0 2 0,0 0-2 15,0 0 2-15,0 0 2 0,0 0-2 0,0 0 4 16,0 0 3-16,0 0-1 0,0 0-1 0,0 0-2 15,0 0 6-15,0 0 4 0,0 0-7 0,0 0-1 16,0 0 3-16,0 0-3 0,0 0 1 0,0 0-1 16,0 0 4-16,0 0-1 0,0 0 0 15,0 0 0-15,0 0-1 0,0 0 4 0,0 0-3 0,0 0 2 16,0 0-4-16,0 0 5 0,0 0-7 0,0 0 6 16,0 0-12-16,0 0 7 0,0 0 0 0,0 0-6 15,0 0 5-15,0 0-4 0,0 0 3 0,0 0 1 16,0 0-7-16,0 0 6 0,0 0-5 0,0 0 3 15,0 0-4-15,0 0-1 0,0 0-1 16,0 0 8-16,0 0-13 0,0 0 0 0,0 0-7 0,0 0-3 16,0 0-8-16,0 0 2 0,0 0 0 0,0 0 1 15,0 0-2-15,0 0-13 0,0 0-44 0,-2 8-87 16,2-8 39-16</inkml:trace>
  <inkml:trace contextRef="#ctx0" brushRef="#br0" timeOffset="161713.67">15972 16069 45 0,'0'0'72'0,"9"-3"0"0,-9 3-9 0,0 0-9 15,0 0 8-15,0 0-13 0,0 0-5 0,0 0-14 16,0 0 4-16,0 0 4 0,0 0-12 0,0 0 1 0,0 0-9 16,0 0-3-16,0 0-8 0,0 0 8 15,0 0-22-15,0 0-3 0,0 0-7 0,0 0-7 16,0 0-12-16,0 0-11 0,0 0-42 0,0 0-95 16,0 0 42-16</inkml:trace>
  <inkml:trace contextRef="#ctx0" brushRef="#br0" timeOffset="164268.79">16067 16154 46 0,'0'0'50'0,"0"0"-3"0,0 0-7 0,0 0-1 16,0 0-11-16,0 0 8 0,0 0-4 0,0 0-5 15,0 0-4-15,0 0-8 0,0 0-5 0,0 0-4 16,0 0-7-16,0 0-6 0,0 0-13 0,0 0-10 15,0 0-28-15,0 0-61 0,0 0 28 0</inkml:trace>
  <inkml:trace contextRef="#ctx0" brushRef="#br0" timeOffset="164870.21">16130 16051 28 0,'0'0'80'0,"0"0"-13"16,0 0 3-16,0 0-3 0,0 0-13 0,0 0-7 16,0 0-4-16,0 0-7 0,9-1 6 0,-9 1-14 15,0 0-4-15,0 0 5 0,0 0-8 0,0 0-1 16,0 0-6-16,0 0-3 0,0 0-13 0,0 0-4 16,0 0-2-16,0 0-11 0,0 0-5 0,0 0-16 15,0 0-10-15,0 0-1 0,0 0-30 0,0 0-86 16,0 0 38-16</inkml:trace>
  <inkml:trace contextRef="#ctx0" brushRef="#br0" timeOffset="165806.87">19289 16234 30 0,'0'0'146'0,"0"0"-10"16,12 0-3-16,-12 0-1 0,0 0-14 0,0 0-4 15,0 0-8-15,0 0-15 0,0 0-2 16,0 0-13-16,0 0-6 0,0 0-11 0,0 0-16 0,0 0-29 16,0 0-46-16,0 0-49 0,0 0-127 0,-26 1-224 15,14-1 99-15</inkml:trace>
  <inkml:trace contextRef="#ctx0" brushRef="#br0" timeOffset="167482.87">11457 17121 32 0,'-4'-9'184'0,"2"4"-1"16,-4 0-13-16,6 5 3 0,-6-6-9 0,6 6-11 15,-4-6-13-15,4 6-14 0,0 0-15 0,-2-6-12 16,2 6-13-16,0 0-8 0,0 0-8 0,0 0-3 16,0 0-5-16,0 0-6 0,11 22-4 15,-2-9-3-15,-4-1 0 0,4 11 0 0,2-7-3 16,2 6 3-16,-6-5-9 0,8 7-3 0,-1-1 0 15,0-6-6-15,-4 4 0 0,2-6-7 0,-2 0 3 0,2-1-5 16,0 1-1-16,-1-2-5 0,-2 0 6 16,-2-4-2-16,0 0 0 0,-1 1-2 0,3-2-4 15,-5-1 4-15,-4-7-2 0,10 9-3 0,-8-5 1 16,-2-4 4-16,0 0 6 0,11 6 8 0,-11-6 9 16,0 0-6-16,0 0 2 0,0 0-2 0,0 0-7 15,13-15-3-15,-10 4 0 0,1-1-4 0,-1-4-3 16,1-4 0-16,-2 1-1 0,2-7-5 0,1 2-1 15,-2-3-1-15,-1 1-4 0,3-2 0 0,0 1 2 16,-2-1-2-16,1 3 3 0,1 0-2 0,-2 1-5 16,0 5 4-16,0 3-2 0,3 1-4 15,-6 6 5-15,0 9-4 0,4-17-9 0,-4 17-18 16,0 0-22-16,0 0-13 0,0 0-16 0,0 0-16 16,0 0-24-16,0 0-18 0,0 0-29 0,0 0-40 15,-16 49-167-15,7-24-401 0,0-4 178 0</inkml:trace>
  <inkml:trace contextRef="#ctx0" brushRef="#br0" timeOffset="167932.73">11968 17305 34 0,'2'-7'195'0,"-2"7"-11"0,0 0-15 0,0 0-8 15,0 0-9-15,0 0-6 0,0 0-8 0,0 0-16 16,-27 23 0-16,19-13-10 0,-1 0-3 0,1 4-13 16,-2 1-9-16,1 1-5 0,1-3-5 15,2 3-10-15,3 0-4 0,-1-2-6 0,4-3-9 0,-2 0 0 16,2 1-4-16,2-1-6 0,-2 0-2 0,4-3-2 16,-1 3-8-16,-3-11 3 0,6 11-12 15,0-5 6-15,-6-6 0 0,12 11-4 0,-8-8 0 16,-4-3-3-16,10 5-1 0,-10-5 1 0,8 3-5 15,-8-3-1-15,10 3-5 0,-10-3 5 0,0 0-10 16,17-10 7-16,-12 5-2 0,2-2-2 0,1 0 2 16,-3-1-4-16,1 0 3 0,-1 0-6 0,1 0 1 15,-2-1 1-15,-4 9 0 0,9-15-2 0,-5 11 1 16,-4 4-2-16,4-8-1 0,-4 8 4 0,6-8-2 16,-6 8-2-16,0 0 2 0,0 0-2 0,8-5-4 15,-8 5 2-15,0 0 1 0,0 0-1 0,13 15 3 16,-13-15 1-16,3 17 3 0,1-6-3 0,1 5 0 15,-3-1-1-15,1-2 5 0,1 5-8 16,0-2-18-16,-2 0-20 0,-2 2-28 0,3 0-24 0,-2 0-36 16,4-3-35-16,-3 3-38 0,-2-1-109 0,0-5-339 15,3-2 150-15</inkml:trace>
  <inkml:trace contextRef="#ctx0" brushRef="#br0" timeOffset="168259.02">12313 17422 172 0,'-4'-13'205'0,"0"7"-7"0,-2 2-18 0,6 4-18 16,-4-6-12-16,4 6-21 0,0 0-8 0,0 0-21 16,0 0-3-16,-23 13-9 0,17-4-10 0,-1-2-13 15,5 2 0-15,-2 1-11 0,0 0-6 0,3 0-5 16,3 2-2-16,1-2-10 0,1 0 3 0,2 0-6 15,1-1-6-15,5 5-2 0,-3-6-5 0,0 2 0 16,4 0 4-16,-2-2-6 0,1-4-2 0,-3 3 1 16,2-3-1-16,-4 2-7 0,4-1 2 0,-7 1-1 15,3 2-3-15,-7-8-1 0,6 13 5 16,-5-8-5-16,-1-5-5 0,-2 15 1 0,2-15 4 0,-7 18-5 16,1-9-5-16,-3 1-12 0,-5 2-7 15,0 0-13-15,-1-1-20 0,-1 1-14 0,0-2-15 16,-1 0-32-16,0 2-23 0,2-5-130 0,-5 2-299 15,8-3 133-15</inkml:trace>
  <inkml:trace contextRef="#ctx0" brushRef="#br0" timeOffset="168528.92">12578 17206 135 0,'0'0'194'0,"0"0"14"0,0 0-2 0,0 0-14 15,-9 51-6-15,0-24-14 0,1 4-16 0,0-2-10 16,-1 4-12-16,-1-2-20 0,2 0-7 0,4 0-15 16,-2-2-9-16,5 0-4 0,1-1-9 0,0-1-10 15,1-3-8-15,3 0-19 0,-2-4-20 0,0-1-28 16,6-2-23-16,-2-6-34 0,3 4-33 0,-3-3-2 15,4-4-32-15,-1-2-21 0,2 0-15 0,3-2-96 16,-1-2-292-16,5-2 129 0</inkml:trace>
  <inkml:trace contextRef="#ctx0" brushRef="#br0" timeOffset="168800.96">12830 17502 31 0,'0'0'147'0,"-7"-13"-2"16,7 13-4-16,0 0-1 0,0 0-1 0,0 0-7 15,0 0 5-15,0 0-14 0,0 0 0 0,-26 26-13 16,26-20-6-16,0-6-7 0,0 0-19 0,4 24-1 16,-4-24-6-16,5 16 0 0,1-8-13 0,3-1-6 15,-9-7 0-15,18 10-5 0,-7-8-5 0,3 2-5 16,-3-6-1-16,2 1-6 0,-13 1-1 0,23-6-8 16,-12 2 9-16,0 2-11 0,-6-4 0 0,-5 6 4 15,14-12-3-15,-10 7-3 0,-4 5-1 0,2-17-6 16,-2 17 2-16,-6-17 3 0,-2 6-14 0,2 3-12 15,-1-1-15-15,-1 1-13 0,-4 1-11 0,12 7-30 16,-18-11-15-16,8 5-29 0,-3 2-21 16,13 4-12-16,-18-5-131 0,18 5-311 0,-17-3 137 15</inkml:trace>
  <inkml:trace contextRef="#ctx0" brushRef="#br0" timeOffset="169154.99">13099 17336 145 0,'0'0'184'16,"0"0"2"-16,10 16-11 0,-8-7-4 0,-2 4-5 15,2 3-6-15,0 1-16 0,-2 1-6 0,3 1-7 16,-1 0-9-16,0-1-8 0,-2 0-15 0,0-4-6 16,4 4-8-16,-2-4-9 0,0 0-5 0,4 0-10 15,-6-4-6-15,2 1-2 0,-2-11-1 0,4 13-13 16,-1-5-2-16,-3-8 2 0,0 9-4 0,0-9 7 15,0 0 11-15,0 0 0 0,0 0-5 0,0 0-5 16,0 0-2-16,0 0-10 0,0 0-1 16,0 0-1-16,0 0-3 0,-9-37-6 0,4 21-4 15,4-1-1-15,-1 0-2 0,2-3-2 0,-2-4 0 16,2-1-16-16,4 0 1 0,2-1 0 0,3 3 4 16,-3-2-12-16,3 7 7 0,3 1-2 0,-2 0-1 15,-1 3-8-15,1 5-15 0,3-2-17 0,-4 5-12 16,0 0-20-16,-9 6-22 0,20-2-31 0,-20 2-11 15,0 0-9-15,20 8-11 0,-15 1-27 0,1 0-134 16,-4 3-351-16,-1 0 156 0</inkml:trace>
  <inkml:trace contextRef="#ctx0" brushRef="#br0" timeOffset="169597.98">13214 17549 50 0,'0'0'138'0,"0"0"-6"0,0 0 0 15,0 0-24-15,20 8-6 0,-20-8-7 0,22-1-8 0,-22 1-8 16,25-4-20-16,-9-1 3 0,-3 3-13 16,1-2-14-16,-1 1-7 0,2-1-13 0,-5-1-20 15,-10 5 5-15,30-10 5 0,-19 3-11 0,0-1-3 16,0-1 8-16,-4 1-3 0,-7 8-6 0,16-14 9 16,-16 14-7-16,9-13 8 0,-7 7 26 0,-2 6 11 15,0 0 1-15,0 0-6 0,6-13-6 0,-6 13-3 16,0 0 10-16,0 0 19 0,0 0 12 0,0 0 4 15,0 0 2-15,10 29 1 0,-10-29-6 0,-3 29-2 16,3-12 6-16,0 0-2 0,0-1 1 0,0 2-2 16,9-2-5-16,-8-4-7 0,1-2-4 15,-2-10-5-15,6 19-4 0,-1-9-3 0,-5-10-7 0,4 10 3 16,-4-10 2-16,0 0 7 0,2 11 15 16,-2-11 8-16,0 0-5 0,0 0-9 0,0 0-3 15,0 0-6-15,0 0-3 0,0 0-4 0,0 0-5 16,0 0-1-16,-6-47-6 0,3 36-5 0,1-5-4 15,0-2-8-15,0 0-9 0,0-1-8 0,0 2-8 16,2-8-14-16,2-1-1 0,6 1-5 0,-1 0-4 16,3 7 5-16,3-3-4 0,-7 4 5 0,4 3-10 15,-2 2-4-15,1 3-19 0,-4 0-19 0,4 3-22 16,-9 6-14-16,11-12-14 0,-11 12-27 0,11-1 8 16,-11 1-6-16,0 0-110 0,0 0-295 0,10 18 130 15</inkml:trace>
  <inkml:trace contextRef="#ctx0" brushRef="#br0" timeOffset="169950.69">13984 17247 19 0,'0'0'225'0,"0"0"-1"0,4 28 9 0,-4-10-6 16,0 8-19-16,-1 0-15 0,-4-1-10 0,3 4-16 15,-3-1-16-15,-1-1-15 0,-3 2 0 0,0-3-22 16,0 4-13-16,-1-3-9 0,-1 1-10 0,3 0-11 16,-4-1-27-16,1-2-33 0,4-8-33 0,-4 1-42 15,2 0-40-15,0-2-51 0,-1 1-58 0,-3-2-131 16,0 0-372-16,2-1 165 0</inkml:trace>
  <inkml:trace contextRef="#ctx0" brushRef="#br0" timeOffset="170351.04">13758 17559 87 0,'0'0'159'0,"22"-5"-28"0,-8 2 0 16,-1 0-15-16,7 2-14 0,1-1-17 0,-2 1-31 16,9-2-31-16,1 1-50 0,-7 0-117 0,6-1-155 15,0-1 68-15</inkml:trace>
  <inkml:trace contextRef="#ctx0" brushRef="#br0" timeOffset="170583.8">14950 17487 150 0,'-11'-6'179'16,"11"6"-19"-16,0 0-14 0,0 0-15 0,0 0-15 15,0 0-7-15,0 0-25 0,0 0-27 0,47 6-32 16,-33-6-67-16,-2 0-145 0,-12 0-200 0,0 0 89 16</inkml:trace>
  <inkml:trace contextRef="#ctx0" brushRef="#br0" timeOffset="170740.43">14768 17693 98 0,'0'0'163'0,"0"0"-19"0,27 2-12 0,-4-2-8 16,5-4-25-16,4 0-16 0,2 1-42 0,4-4-50 15,14 0-58-15,-14 2-68 0,2-2-146 0,14-2 65 16</inkml:trace>
  <inkml:trace contextRef="#ctx0" brushRef="#br0" timeOffset="171011.07">15646 17084 121 0,'-3'-7'241'0,"3"7"-24"0,-4-10-19 0,4 10-22 16,0 0-11-16,0 0-2 0,0 0-3 0,0 0-8 16,0 0 1-16,6 48-7 0,-4-22-14 0,1 6-6 15,-3 1-10-15,0 3-12 0,1 9-10 0,-1 1-9 16,-3-12-11-16,5 12-3 0,-1-12-14 16,-1 9-1-16,0-8-11 0,0 1-15 0,1 0-18 15,-1-3-26-15,0-2-32 0,0 2-27 0,0-3-45 16,3-3-31-16,3-3-39 0,-5-6-40 0,-2 1-119 0,-1-2-375 15,0-6 166-15</inkml:trace>
  <inkml:trace contextRef="#ctx0" brushRef="#br0" timeOffset="171343.21">15917 17279 167 0,'0'0'164'0,"0"0"13"0,0 0-2 16,0 0-8-16,0 0-15 0,16 33-5 0,-7-15-7 16,-2 0-9-16,2 6-7 0,-2 0-7 15,0-5-12-15,-1-1-5 0,0 0-10 0,1 1-10 0,3-4-10 16,0-1-1-16,2-1-2 0,-3-4-6 16,0-1-6-16,-3 1 2 0,-6-9-6 0,10 7 13 15,-10-7 10-15,12 9 2 0,-12-9-10 0,0 0-6 16,0 0-7-16,25-12 1 0,-14 4-7 0,-1-5-8 15,1-2-1-15,0-2 0 0,1-5-5 0,1-1-5 16,-1 1-7-16,-1-2 3 0,1 0-5 0,-1-2-3 16,2-1-3-16,-2 1-6 0,0 1-11 0,-1 9-11 15,-4-1-18-15,-1 6-25 0,1 1-42 0,-6 10-40 16,5-12-57-16,-5 12-35 0,0 0-10 0,0 0-128 16,0 0-399-16,0 0 177 0</inkml:trace>
  <inkml:trace contextRef="#ctx0" brushRef="#br0" timeOffset="171556.08">16278 17492 98 0,'3'11'206'0,"-3"-11"-1"16,2 12-13-16,-2-12-1 0,-1 18-11 0,1-6-13 15,1 5-12-15,-1 0-13 0,0-6-12 0,0 6-14 16,-2-2-13-16,2 2-13 0,-1-1-4 0,2 0-12 15,0 0-9-15,-2-5-6 0,1 2-16 0,-1-2-23 16,1 0-19-16,0-11-18 0,-2 21-36 0,2-21-39 16,-1 12-34-16,1-12-32 0,-4 9-156 0,4-9-338 15,0 0 150-15</inkml:trace>
  <inkml:trace contextRef="#ctx0" brushRef="#br0" timeOffset="171780.14">16386 17369 124 0,'15'0'169'15,"3"1"13"-15,-4 3 2 0,-2 1-11 0,2 3-12 16,-4-1-14-16,-1 2-1 0,2 3-14 0,-2-2-12 16,-5 0-9-16,0 4-6 0,-4-2-12 0,0 2-10 15,-3 1-10-15,-1 3-4 0,-4-3-10 0,0 0-16 16,-2-1-13-16,-3 0-30 0,-1-1-30 0,1-2-41 15,0 1-42-15,3-7-48 0,-1 3-145 16,-5-1-330-16,5-5 147 0</inkml:trace>
  <inkml:trace contextRef="#ctx0" brushRef="#br0" timeOffset="172016.73">16641 17201 140 0,'0'0'235'0,"16"14"-8"0,-14-4-5 0,1 4-2 0,-3 1-15 15,2 2-11-15,0 4-16 0,-4 3-12 16,2 1-15-16,0 0-11 0,0 0-16 0,-1-7-9 16,1 7-12-16,-1-5-9 0,2-3-12 0,-1 2-11 0,0 0-21 15,0-2-33-15,1 2-39 0,3-2-48 0,-2-5-54 16,1-2-45-16,2 1-55 0,0 1-131 15,2-2-383-15,-1-3 170 0</inkml:trace>
  <inkml:trace contextRef="#ctx0" brushRef="#br0" timeOffset="172163.86">17127 17374 59 0,'14'-7'95'0,"-14"7"-30"0,0 0-37 16,14-4-31-16,-14 4-38 0,0 0-45 0,0 0 21 16</inkml:trace>
  <inkml:trace contextRef="#ctx0" brushRef="#br0" timeOffset="172291.41">17073 17515 101 0,'0'0'130'0,"0"0"3"0,0 0 1 0,0 0-10 15,0 0-12-15,26 13-12 0,-7-13-14 0,3 0-27 16,10-5-59-16,1 1-55 0,3-2-99 0,1-1-168 16,1 3 75-16</inkml:trace>
  <inkml:trace contextRef="#ctx0" brushRef="#br0" timeOffset="173802.87">17083 17513 185 0,'0'0'163'0,"0"0"0"16,0 0-12-16,0 0-14 0,3-20-9 0,7 17-9 15,3-2-17-15,2-1-13 0,3 3-7 0,-1-2-6 16,2 1-7-16,-1 0-21 0,1 2-36 0,2-1-52 16,-2 1-74-16,-6 0-115 0,-13 2-247 0,23 0 110 15</inkml:trace>
  <inkml:trace contextRef="#ctx0" brushRef="#br0" timeOffset="174006.63">17003 17708 64 0,'0'0'186'0,"18"3"-6"0,-7-2-19 0,9-1-12 0,1 0-14 16,8-1-13-16,3-2-14 0,2 1-9 15,-1-3-23-15,0 0-41 0,-3 0-59 0,0 1-72 16,-10 5-104-16,1-6-216 0,-4 3 96 0</inkml:trace>
  <inkml:trace contextRef="#ctx0" brushRef="#br0" timeOffset="180961.45">27319 8716 109 0,'0'0'96'0,"0"0"2"0,0 0-4 0,0 0-6 0,0 0 3 16,0 0-5-16,0 0-1 0,0 0-2 16,0 0-15-16,-7-3 9 0,7 3-5 0,0 0-5 0,0 0 2 15,0 0-5-15,0 0-5 0,0 0-12 0,-8-4 1 16,8 4-6-16,0 0-2 0,-16 0-6 0,16 0-6 16,-9 0 2-16,9 0-3 0,0 0-2 0,-12 0-2 15,12 0-3-15,0 0-4 0,-9-2-1 0,9 2 6 16,0 0-6-16,0 0 0 0,0 0 5 0,0 0 1 15,0 0 8-15,0 0-7 0,0 0 3 0,0 0 3 16,0 0-4-16,0 0-6 0,0 0 3 0,0 0-2 16,0 0-5-16,0 0 4 0,0 0-8 0,43 2-3 15,-21-2-21-15,8 4-19 0,1-1-40 0,3-1-27 16,-3 1-49-16,1-1-128 0,-1 0-300 0,2-2 134 16</inkml:trace>
  <inkml:trace contextRef="#ctx0" brushRef="#br0" timeOffset="183422.07">21121 9726 8 0,'-4'-7'5'15,"4"7"1"-15,0 0 3 0,-1-7-2 0,1 7 0 16,0 0-2-16,0 0-2 0,0 0 4 0,-4-8-8 15,4 8 4-15,0 0 1 0,-6-7 3 0,6 7-7 16,-4-4 2-16,4 4-2 0,0 0 1 0,-8-5 1 16,8 5 0-16,-5-4-3 0,5 4 4 0,-7-3 2 15,7 3-2-15,-6-5 4 0,6 5 2 0,-8-4 3 16,8 4 4-16,-10-4 0 0,10 4-4 0,-11-4 3 16,6 2-1-16,5 2 11 0,-8-2 2 0,8 2-7 15,-10-2 2-15,10 2 3 0,-10-1 2 0,10 1 1 0,-11-2-3 16,11 2 7-16,-9-1-3 0,9 1 2 0,0 0 7 15,-12-1-6-15,12 1-14 0,-7-1 9 16,7 1 9-16,0 0-6 0,0 0 13 0,-10-1 2 0,10 1-2 16,0 0-4-16,0 0 8 0,0 0-4 0,0 0-7 15,0 0 1-15,0 0 0 0,0 0-3 0,0 0-2 16,0 0-6-16,0 0-2 0,0 0-13 0,0 0 12 16,0 0-1-16,0 0-2 0,0 0 3 0,0 0 2 15,27-2-2-15,-16 2 6 0,2-2 0 0,1 2 1 16,8-1 2-16,-6-2 0 0,5 3 7 0,-8-1 4 15,1 1-5-15,4-1-3 0,-2-1 1 0,-2-1-7 16,-1 2-5-16,-1-1 9 0,-1 1-2 0,2-2 3 16,-2 2-7-16,-3-1 3 0,0 0 1 0,-8 2 0 15,12-1 4-15,-6-1 2 0,-6 2 3 0,0 0 2 16,11-2 4-16,-11 2-3 0,0 0 3 0,8-1-4 16,-8 1 1-16,0 0-7 0,0 0 3 0,0 0-2 15,0 0-7-15,0 0-3 0,0 0-2 0,6-2-1 16,-6 2-5-16,0 0-3 0,0 0-1 0,0 0 2 15,0 0-6-15,0 0-3 0,0 0-13 0,0 0-23 16,0 0-28-16,0 0-21 0,0 0-35 0,0 0-44 16,14 5-203-16,-10-2-388 0,-4-3 172 0</inkml:trace>
  <inkml:trace contextRef="#ctx0" brushRef="#br0" timeOffset="187541.2">21187 9724 21 0,'0'0'85'16,"0"0"0"-16,0 0-6 0,0 0-14 0,0 0-11 0,0 0-1 15,0 0-21-15,0 0 6 0,0 0 3 0,0 0-11 16,0 0-11-16,0 0-8 0,0 0-8 0,0 0-8 15,0 0-12-15,0 0-1 0,-6 5-12 16,6-5-20-16,0 0-33 0,0 0-90 0,2 10 41 0</inkml:trace>
  <inkml:trace contextRef="#ctx0" brushRef="#br0" timeOffset="196470.79">9322 12626 132 0,'-2'-9'166'16,"-1"3"2"-16,0 0-5 0,3 6-15 0,-3-11-9 16,3 11-19-16,-2-5-13 0,2 5-8 0,0 0-1 15,0 0-2-15,0 0 8 0,0 0-6 0,10 19-3 16,-7-10-1-16,1 7-12 0,0 0-7 0,0 0-8 16,0 2-6-16,-3 2-4 0,3-2-4 0,-3 0-4 15,6-2-1-15,-4 1-4 0,0 0-4 0,1-5-2 16,-2-2-2-16,1-1-3 0,-2-2 6 0,1 0-4 15,-2-7 10-15,2 9 7 0,-2-9 9 0,3 6 4 16,-3-6 0-16,0 0-6 0,16-3-3 0,2-6-2 16,18-10-29-16,42-27-5 0,13-7 2 0,10-12-9 15,12-3-3-15,18-7-19 0,14-10-18 0,13-1-30 16,5-4-28-16,11-1-38 0,6-4-41 0,12-10-43 16,0 5-204-16,-4-2-443 0,3 1 196 0</inkml:trace>
  <inkml:trace contextRef="#ctx0" brushRef="#br0" timeOffset="197813.92">12262 5531 85 0,'-5'-6'96'0,"5"6"-4"0,0 0-2 16,0 0 16-16,0 0-3 0,0 0 3 0,-11 10-6 15,9-4-8-15,2-6-2 0,-3 13-7 0,3-7-5 16,0-6 4-16,0 13-3 0,5-9 14 0,-2 0 5 15,11-3-6-15,14-7-2 0,30-11-5 0,36-21-12 16,21-13-1-16,29-5-14 0,29-8-10 0,13-7-21 16,19 1-31-16,15-5-32 0,11-8-53 0,3 0-71 15,-4-5-129-15,7-3-311 0,-6-6 138 0</inkml:trace>
  <inkml:trace contextRef="#ctx0" brushRef="#br0" timeOffset="-126599.32">16533 2504 7 0,'0'0'18'0,"0"0"-1"16,-9-1 0-16,9 1-7 0,0 0-2 15,-13 0 4-15,13 0-2 0,0 0-1 0,-10-1-2 16,10 1-1-16,0 0 6 0,-12 0-3 0,12 0 0 16,0 0-3-16,-10 1-3 0,10-1 0 0,0 0 9 15,-8 0-10-15,8 0 6 0,0 0-4 0,0 0-4 16,0 0-4-16,-7 1 4 0,7-1 1 0,0 0 1 16,0 0 0-16,0 0-1 0,0 0 0 0,0 0 1 15,0 0-2-15,0 0 2 0,0 0 0 0,0 0-3 16,0 0 3-16,0 0-4 0,0 0 2 0,0 0 2 15,0 0 2-15,0 0-2 0,0 0-2 0,0 0 0 16,0 0 0-16,0 0 6 0,0 0 2 0,0 0 5 16,0 0-3-16,0 0 2 0,0 0-7 0,-10 1 3 15,10-1-1-15,0 0-5 0,0 0 3 0,0 0-5 16,0 0 7-16,0 0-7 0,0 0 3 0,0 0 7 16,0 0-13-16,0 0 9 0,0 0-5 0,0 0 1 15,0 0-1-15,0 0 2 0,0 0 0 0,0 0-1 16,0 0-1-16,0 0-9 0,0 0 3 0,0 0-9 15,0 0-12-15,0 0-18 0,0 0-48 0,0 0 21 16</inkml:trace>
  <inkml:trace contextRef="#ctx0" brushRef="#br0" timeOffset="-124471.43">12198 6840 20 0,'-4'-8'89'16,"-2"0"-13"-16,2 1 9 0,1 1 2 0,-2 0-13 16,0-2 3-16,1 3 0 0,0 0 5 15,4 5-12-15,-7-13-8 0,5 7-3 0,0 1-12 16,2 5 0-16,-8-13 0 0,6 8-2 0,2 5 0 0,-4-10-1 15,4 10-1-15,0-14-7 0,0 8-2 0,0-3-2 16,4 2-10-16,0-3 3 0,2-1-9 16,7-2-3-16,-2 2 3 0,7-2-7 0,7-4 5 0,3-1-4 15,3 1 0-15,16-5-4 0,2-3 0 16,5 4-4-16,1-1-2 0,6 1 6 0,29-5 2 0,-29 9 2 16,27-6-7-16,-25 8-1 0,33-5 0 0,-8 2 0 15,-23 8-1-15,25-8-1 0,0 2 1 0,2 1-8 16,4 1 14-16,1-2-11 0,1 6 4 0,8 0 4 15,-3 0-8-15,3 2 4 0,0 3 2 16,4-3-5-16,0 3 5 0,5 3 0 0,6 2 4 0,-2 5-6 16,6-4 2-16,1 6-6 0,0 2 7 15,10 0 3-15,2 2 5 0,1 4-11 0,7 2 2 0,-6-2 6 16,-2 4-3-16,1 2-2 0,-7 1 7 0,-5-1 5 16,-8 3-4-16,-6 2-4 0,-12-4 1 0,-11 1-2 15,-28-2 5-15,24 4 1 0,-29-5 0 0,-2 2-2 16,-1 3 4-16,0 3-6 0,-4-2 3 0,-1 2-5 15,-3 2 9-15,-5 3-6 0,-11-7 0 0,6 6 0 16,-11-3-2-16,-3 0 2 0,-6 0 10 16,2 1-14-16,-6 1-4 0,-3 0 9 0,-5 1-2 0,-4 2 4 15,-5 0-4-15,-7 10-5 0,-3-11-3 0,-8 11 7 16,-7-2 5-16,-3-5-7 0,-4 2 2 0,-3-3-2 16,1-3-3-16,-8-1 4 0,0 0-2 0,-1-2-1 15,-3-1 0-15,2-3 1 0,-1 0 1 0,3-2 3 16,-3 0-2-16,2-4-4 0,-3 2 7 0,-4-2-5 15,-5-3 0-15,-27 8-6 0,24-12-2 0,-28 10-7 16,27-12-2-16,-31 4-5 0,-1 0 1 0,0-2 0 16,1-2-1-16,-2 0-4 0,-5-4 5 0,-2 0-5 15,1-1 2-15,-6-4 1 0,3 2 7 0,-5 1-12 16,-6-3 8-16,1-1 3 0,-1-1-1 0,-6-1 3 16,-1-7 0-16,0 3 6 0,-1 0 0 0,-3-3 3 15,-1 1 2-15,-1-4 3 0,6 1 7 0,-10-2-7 16,-6-1 12-16,4-1-5 0,-4-1-2 0,1-4 4 15,2-1-3-15,2-1 2 0,-3-8 1 0,11 0-2 16,3-6 0-16,8-7 9 0,2 1-5 0,7-5 4 16,6-3 3-16,9-5 0 0,6 1 8 0,11-9-6 15,6 0-3-15,10 1 4 0,18 15-2 16,-7-25-8-16,17 21 3 0,4 0-8 0,8-2 0 0,9 0 1 16,7 0-10-16,7-6-6 0,16-24-7 0,-1 26-6 15,25-20-3-15,15 0-9 0,12 8-5 0,15-2 8 16,16 5-5-16,15 0 9 0,13 6 0 0,8 5-4 15,8 3 7-15,8 6 3 0,7 3 2 0,0 6-1 16,-1 5 1-16,1 4 4 0,-2 4 8 0,8 4-5 16,-4 8 0-16,-1 4-6 0,2 3 2 0,-4 4 3 15,2 7 3-15,-1 4 5 0,-6 5-8 0,2 2 8 16,-1 2-1-16,-6 1 6 0,-5 2-4 0,0 5 2 16,-10-2-8-16,-9 3 3 0,-10 0 7 0,-9 2-3 15,-10-2 2-15,-11 1-4 0,-31-3-9 0,-1-5-15 16,-3 4-8-16,-8 0-18 0,-12-4-11 0,-3 0-10 15,-5 2-7-15,-5 2-13 0,-6-3-83 0,-5 4-188 16,-3-9 83-16</inkml:trace>
  <inkml:trace contextRef="#ctx0" brushRef="#br0" timeOffset="-121763.98">17159 6954 146 0,'0'0'151'0,"0"0"-10"0,4-29-4 0,-4 29-15 0,4-3-14 16,-4 3-9-16,0 0-6 0,11-4-14 15,-11 4-9-15,12 4-9 0,-12-4 4 0,20 9-15 0,-10-2-1 16,8-2-2-16,0 5-11 0,3-2-1 0,5 5 1 16,1 3-8-16,1-1 9 0,0-1-14 0,-1 2 1 15,3-1 2-15,-2 0-6 0,-1 2 3 0,1-2-23 16,-3-3-16-16,-2 2-29 0,-6-2-17 0,-2-2-24 16,-2 2-2-16,-5-5-21 0,-1 2-14 0,-4-2-74 15,1-1-212-15,-3-2 94 0</inkml:trace>
  <inkml:trace contextRef="#ctx0" brushRef="#br0" timeOffset="-121570.5">17627 6877 2 0,'0'-10'133'16,"0"10"-20"-16,-3-7-2 0,3 7-16 0,0 0 2 15,0 0 19-15,-29 22-3 0,7-2 10 0,-5 3-6 16,-12 12-11-16,-4 4-9 0,1-3-8 0,-2 4-11 15,-1 0 8-15,3 1-14 0,3-4-27 0,5 2-33 16,-1-4-22-16,11-9-27 0,1-1-32 16,1 0-24-16,-1-1-26 0,0-1-95 0,-1-3-230 0,1-1 102 15</inkml:trace>
  <inkml:trace contextRef="#ctx0" brushRef="#br0" timeOffset="-121388.6">16994 7306 129 0,'35'-7'158'0,"16"3"-3"15,1-4-17-15,6 2-9 0,2 3-21 0,5-1-7 16,27 1-13-16,-28-1-13 0,29-2-35 0,-29 5-25 16,2-1-42-16,-3 1-30 0,-2 0-40 0,-3 3-63 15,-7-3-172-15,-11-1 76 0</inkml:trace>
  <inkml:trace contextRef="#ctx0" brushRef="#br0" timeOffset="-121262.61">18185 7257 99 0,'0'0'247'0,"9"-2"1"0,-9 2-4 0,0 0-6 16,7-8-12-16,-7 8-14 0,1-5-18 0,-1 5-11 15,0 0-11-15,1-8-21 0,-1 8-18 0,0 0-17 16,0 0-12-16,1-9-36 0,-1 9-43 0,0 0-35 16,0 0-57-16,0 0-63 0,4-4-48 0,-4 4-202 15,0 0-411-15,0 0 183 0</inkml:trace>
  <inkml:trace contextRef="#ctx0" brushRef="#br0" timeOffset="-118505.92">19112 6691 108 0,'33'-6'182'0,"-5"-1"1"0,-11 3-2 0,-3 0-16 15,-3 3-13-15,0-4-16 0,-1 4-15 0,-4-1-10 16,1 0-12-16,-7 2-20 0,0 0-34 0,12-2-43 16,-12 2-46-16,0 0-24 0,10 2-45 0,-10-2-111 15,4 5-242-15,0 1 108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59:23.0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6333 2447 16 0,'20'-3'108'0,"0"1"2"0,2-3-12 15,9-2-11-15,-2 4-11 0,-2 1-8 0,2 0-7 16,0-1-9-16,-6 2 3 0,-1-1-9 0,1-1-12 16,-2 3-12-16,0-1-26 0,1-1-23 0,-5 1-21 15,0-1-78-15,0 2-136 0,-6 2 60 0</inkml:trace>
  <inkml:trace contextRef="#ctx0" brushRef="#br0" timeOffset="613.87">6595 2373 58 0,'-14'-3'144'0,"14"3"4"16,0 0 11-16,-7 11-6 0,3-1-7 0,1 2-3 16,1 0-2-16,-2 6-1 0,1 0-6 0,1 6-8 15,-2-5-15-15,1 7-6 0,1 0-4 0,-3-2-1 16,2 1-13-16,2-6-6 0,0 6-4 0,-1-5-7 15,4-1-5-15,-5-1-5 0,3 1-3 0,-1-2-2 16,-1 0-5-16,1 0 0 0,1-1-7 0,-1 0-1 16,0 0-3-16,-5-2-5 0,4-3-3 0,-1-1-8 15,1 0-4-15,-3-1-4 0,5-9-3 0,-8 10 1 16,8-10-2-16,-6 7 1 0,6-7-5 0,-11 7-2 16,11-7-2-16,-14 3 4 0,14-3-10 0,-14-3 4 15,14 3-1-15,-15-5 2 0,15 5-1 16,-13-5 0-16,13 5 2 0,-9-4 1 0,9 4-2 15,0 0 0-15,-9-3 2 0,9 3-4 0,0 0 0 0,0 0 3 16,0 0-3-16,0 0 3 0,0 0-1 0,0 0 1 16,0 0-1-16,0 0-2 0,50 0-6 0,-31 0 3 15,3-1-16-15,7 0-8 0,1-1-11 0,-3 1-9 16,1-3-18-16,-5 4-11 0,-3-2-3 0,8-2-12 16,-7 3-1-16,-3-3-9 0,3 0 1 0,-2 2 4 15,0-4-1-15,-3 1 11 0,-4-1 11 16,0 1 2-16,-1-2 9 0,-2-2 8 0,-1 1 19 15,0-1 1-15,-2-1 24 0,0 0-5 0,-1-1 22 16,-3 0 14-16,3 2 10 0,-5 9 18 0,4-13 3 16,-4 13 12-16,4-11 2 0,-4 11-7 0,1-8-5 15,-1 8-11-15,0 0-6 0,0 0 2 0,0 0 5 16,0 0 2-16,0 0 3 0,0 35 13 0,-2-19-3 0,-1 1 1 16,-1 3-10-16,-1-2 2 0,3 6-3 15,-5 0-4-15,3-6-6 0,3 1 0 0,-3-2-8 16,3 1 3-16,-2 0-6 0,3-2-4 0,-2 2 1 15,2-7-10-15,0-11-12 0,0 24-18 0,-1-15-28 16,1-9-23-16,0 16-36 0,0-16-31 0,0 0-23 16,1 14-22-16,-1-14-158 0,0 0-364 0,0 0 162 15</inkml:trace>
  <inkml:trace contextRef="#ctx0" brushRef="#br0" timeOffset="882.42">6934 2766 38 0,'22'3'160'0,"-12"1"8"0,-1 0-3 15,4 3-9-15,-4 0-2 0,1 1 0 0,-1 0-8 16,-2 2-10-16,2 0-9 0,-2 1-5 0,-1 0-4 16,1 2-9-16,-5 0-4 0,-1-3-8 0,1 3-7 15,-2-1-3-15,-3-1-7 0,-2 5-5 0,0-5-3 16,-4 3-10-16,-1-2-3 0,-2 2-4 15,-2-1-5-15,1-1-6 0,-3 0-4 0,-1-3-3 16,-1 1-12-16,2-2-12 0,-2 0-18 0,4-2-15 16,1 1-23-16,1-3-21 0,1 1-36 0,11-5-28 0,-14 2-43 15,14-2-43-15,0 0-120 0,0 0-360 16,0 0 159-16</inkml:trace>
  <inkml:trace contextRef="#ctx0" brushRef="#br0" timeOffset="1143.78">7342 2807 28 0,'12'-3'177'0,"-12"3"-19"15,16-2-12-15,-16 2-18 0,12-4-13 0,-12 4-12 16,12-1-6-16,-12 1-9 0,0 0-11 0,0 0-10 16,20 4-7-16,-20-4-9 0,0 0-9 15,7 8-10-15,-7-8-2 0,0 0-13 0,0 0-6 0,-5 21-7 16,5-21 1-16,0 0 0 0,-7 17-1 0,7-17 1 15,-6 12-3-15,6-12-6 0,-4 10 8 0,4-10-4 16,0 0-2-16,-4 14 4 0,4-14 1 16,0 0-4-16,0 0 13 0,4 15-12 0,-4-15 3 0,17 7-18 15,-17-7-9-15,34 0-26 0,-3-3-32 16,3-1-34-16,4 1-81 0,0-1-214 0,14-5 94 16</inkml:trace>
  <inkml:trace contextRef="#ctx0" brushRef="#br0" timeOffset="1385.97">8262 2519 8 0,'0'-10'233'0,"0"10"-8"0,0 0-13 16,0 0-18-16,-3-12-25 0,3 12-6 0,0 0-8 15,0 0 0-15,0 0 0 0,-7 40-3 0,4-17-2 16,0-4-16-16,1 6-10 0,1 0-10 0,-2-1-16 15,2 2-5-15,-3-5-6 0,3-4-14 16,-2 9-2-16,1-8-5 0,0 1-11 0,0 0-13 0,0-1-31 16,1-2-21-16,0 0-25 0,0-3-35 15,-2 0-49-15,3-13-49 0,-3 22-58 0,3-22-160 16,-5 14-417-16,5-14 185 0</inkml:trace>
  <inkml:trace contextRef="#ctx0" brushRef="#br0" timeOffset="1686.03">8404 2779 80 0,'0'0'192'15,"6"-4"5"-15,-6 4-6 0,0 0-7 0,0 0-6 16,0 0-15-16,9 16-5 0,-9-16-16 0,8 8-5 16,-3-3-8-16,-5-5-8 0,10 10-4 0,-1-4-1 15,2-1-6-15,-2 0 4 0,3 0-8 0,1-3-5 16,0-1-5-16,0-1-2 0,2-3-10 0,2 0 4 15,1-1-13-15,-1-1-1 0,-5-1-11 0,1 2 1 16,-2-4 1-16,-1 0-17 0,1 0-3 16,-3-1-4-16,-1 0-6 0,-1-1 2 0,0 0-7 15,-3-2-1-15,-5 0-4 0,2 12-4 0,-3-22-7 0,-1 12-3 16,-2-1-1-16,-2 1-13 0,-2 3-8 0,-3 2-15 16,-3 0-12-16,-1 3-17 0,-4 3-19 0,2 2-25 15,-3 0-33-15,4 2-44 0,1 1-47 16,0 0-235-16,5 0-497 0,3 0 220 0</inkml:trace>
  <inkml:trace contextRef="#ctx0" brushRef="#br0" timeOffset="2268.14">8851 2648 104 0,'0'0'166'0,"0"0"6"0,0 0 3 0,5 16 2 0,-4-7-11 15,-1 2-3-15,0-11-16 0,-5 24-7 0,1-12-12 16,2 1 8-16,-1 0-13 0,1-2-6 0,0 0-17 16,1-1-6-16,1-10-10 0,-4 14-4 0,3-7-7 15,1-7-5-15,0 0 5 0,-3 12 1 16,3-12 7-16,0 0 23 0,-2 9 0 0,2-9 10 0,0 0 9 16,0 0-5-16,0 0-12 0,0 0-7 0,0 0-6 15,0 0-15-15,0 0-3 0,0 0-13 0,0 0 0 16,-4-36-9-16,5 25 4 0,3 0-13 15,1-5-3-15,0 0-9 0,3-1-5 0,1 0-6 16,5-6-9-16,-5 7-4 0,2 2-2 0,2 0-6 0,-4 4-6 16,1 2-1-16,2 2 0 0,-2 2-4 0,3 3-2 15,-13 1 8-15,25 4-5 0,-10 3-2 0,-3-1 4 16,1 8 2-16,0 0 3 0,-2-2-10 16,-2 2 7-16,-1 2 3 0,-3-5 2 0,2 1-4 15,-2-2 2-15,0 0 1 0,-1-1-1 0,0-1 7 16,-4-8-3-16,3 13 2 0,-3-13 0 0,0 0 4 15,4 10 3-15,-4-10-7 0,0 0 9 0,0 0 3 16,6 10-4-16,-6-10-2 0,0 0 3 0,0 0-9 16,0 0 6-16,0 0-4 0,0 0-2 0,6-25-3 15,-1 16-2-15,-5 9-2 0,9-19-4 0,-2 9 4 16,0-1-4-16,3-4-6 0,-1 1 3 0,1 4-2 16,2-1 2-16,-5 6-3 0,2-1-2 0,-2 0-6 15,-7 6-1-15,13-3-2 0,-13 3 1 0,16 2 4 16,-7 3 1-16,-1 1 11 0,-1 0-12 0,0 4 5 15,-2-1 2-15,0 2 2 0,0 2 2 0,0-1 4 16,0-2-3-16,-1 2 8 0,-1-1-28 0,-1 1-22 16,1-1-38-16,-1-2-17 0,-2-9-32 0,6 21-26 15,-4-14-38-15,-2-7-11 0,10 13-22 0,-10-13-15 16,12 9-130-16,-12-9-410 0,15 5 181 0</inkml:trace>
  <inkml:trace contextRef="#ctx0" brushRef="#br0" timeOffset="2670.1">9438 2814 278 0,'8'-7'22'0,"3"2"10"16,-1-3 14-16,0-1 0 0,0-2 9 0,-1 2 10 15,1 1 4-15,-2 0 6 0,0 0 19 0,0 0 5 16,-2 4 11-16,-6 4-6 0,6-6-13 16,-6 6-10-16,7-6-7 0,-7 6 3 0,0 0 0 15,0 0 11-15,10 17 7 0,-10-17-2 0,0 13-1 16,0-1 9-16,0-12-3 0,-1 16 3 0,1-6-13 16,0-10-5-16,-1 16-5 0,-1-8-2 0,2-8 4 15,-4 10-2-15,4-10 5 0,-1 11 3 0,1-11 10 16,0 0 11-16,0 0 11 0,0 0 1 0,-5 8-15 15,5-8-5-15,0 0-7 0,0 0-11 0,0 0-14 16,0 0 4-16,0 0-11 0,-7-33 0 0,7 33 0 16,0-21-7-16,3 10-3 0,1-5-12 0,0 0-10 15,4-2 4-15,-1 0-3 0,2-6-13 0,1-1 9 16,3 0-7-16,0 0-8 0,0 2-1 0,-2 6-6 16,1 3-2-16,-1 1 6 0,-1 0-8 0,-3 6-1 15,-2 2 0-15,-5 5-6 0,11-4 3 0,-11 4-4 16,0 0 0-16,20 11 3 0,-13-2 3 0,2 4 4 15,-1 3-2-15,1 1 3 0,1 2-2 16,-4-3 18-16,-1 3-10 0,2 0-2 0,-2-1 5 0,1 0 0 16,1 0 1-16,-3-2 1 0,1 2-13 0,0-4 9 15,-3-2-6-15,1 0-3 0,1-2-31 0,-2 1-39 16,-2-11-28-16,4 13-35 0,-4-13-41 0,0 0-24 16,1 15-26-16,-1-15-25 0,0 0-32 0,0 0-196 15,0 0-516-15,-19 4 229 0</inkml:trace>
  <inkml:trace contextRef="#ctx0" brushRef="#br0" timeOffset="2822.35">9687 2739 129 0,'0'0'211'0,"0"0"-2"15,-7-9-1-15,7 9-5 0,0 0-8 0,0 0-11 16,0 0-17-16,-2-9-19 0,2 9-15 0,0 0-14 0,16-10-9 16,-7 7-12-16,2-2-12 0,0 2-9 15,-1-2-31-15,3 1-31 0,-4 0-42 0,-9 4-49 16,17-6-61-16,-10 3-66 0,-7 3-114 0,0 0-341 15,0 0 152-15</inkml:trace>
  <inkml:trace contextRef="#ctx0" brushRef="#br0" timeOffset="3445.95">4976 2463 128 0,'0'0'218'0,"-5"-4"-14"16,5 4-13-16,0 0-16 0,0 0-18 15,0 0-21-15,-3-10-14 0,3 10-12 0,0 0-14 0,0 0-5 16,-5 19 3-16,4-8-6 0,-3 7 1 16,-2-1-14-16,-1 6-1 0,2-4-8 0,-1 6-4 15,-1 0-6-15,2-7-6 0,1 3-3 0,1 4-7 16,-5-7-1-16,3 0-4 0,1-3-3 0,0 1-1 16,3-4-6-16,-3-1-3 0,1 2-12 0,2-4-25 15,0 1-21-15,0 0-30 0,1-10-25 0,-4 12-37 16,4-12-35-16,-3 9-18 0,3-9-134 0,0 0-339 15,-3 9 150-15</inkml:trace>
  <inkml:trace contextRef="#ctx0" brushRef="#br0" timeOffset="4338.05">4998 2501 61 0,'0'0'98'0,"0"0"-7"0,2-10-2 0,-2 10 6 15,0 0-3-15,3-6 10 0,-3 6-7 0,0 0-5 16,0 0-14-16,1-10-2 0,-1 10 0 0,0 0 9 15,3-7 0-15,-3 7 5 0,0 0 0 0,0 0 0 16,1-7 2-16,-1 7-5 0,0 0-3 0,0 0-4 16,0 0-4-16,0 0-8 0,0 0-4 15,0 0-9-15,0 0-4 0,0 0-7 0,-15 14 3 0,6-1-4 16,-3 5-2-16,-2 4 2 0,1 2-9 0,-2 2 2 16,2 2-4-16,2 1 0 0,-1-2-5 0,3 0 3 15,-1 1-7-15,5-2 4 0,-3-3-2 16,4 5 0-16,1-8 0 0,-2-2-2 0,2 1-3 15,3-1-2-15,0 0 2 0,-1-1-5 0,3-7 1 16,0 3-2-16,1-4-1 0,0 2 0 0,1-3 0 16,-2 3 1-16,-2-11-4 0,9 11 2 0,-4-5 3 15,-5-6 3-15,13 6 1 0,-5-4 6 0,3-2 1 16,3 0 4-16,-14 0 2 0,26-7 0 0,-11 0-1 0,3-3-4 16,-1-1 0-16,-2 0-3 0,6-7-1 15,-6 5 1-15,4-8-7 0,-4 1 1 0,-2-4-3 16,3 2-3-16,-2-3 4 0,-2-2-7 0,-3-2 5 15,-1 0-5-15,0-3 3 0,-5 3-4 0,0-1 0 16,0-1-5-16,-6 0 5 0,2 2-10 0,-2 4 9 16,-1 6-8-16,-2 2 0 0,2 2-2 0,0 2 2 15,-2 1-3-15,1 5 0 0,-2-3-2 0,1 4 3 16,0 0-4-16,6 6 1 0,-16-4 0 0,2 5 1 16,14-1-1-16,-24 9 0 0,1 5 2 0,5-2 0 15,-2 6-2-15,7-4 4 0,0 1-3 0,0 0 1 16,3 2 6-16,2-1-9 0,0-1 3 0,4 0-2 15,1 2-1-15,2-1 0 0,2 0-3 0,3 0 2 16,0-6-3-16,3 2 1 0,2 1 0 0,-1 2-1 16,0-4 1-16,-1-1-1 0,2 2 2 0,0 1 0 15,4-2 4-15,-7-2-2 0,1 1-1 0,3 5 6 16,-1-3-3-16,-3 2 3 0,3-2-1 0,-2 1 0 16,-1-2 3-16,-2 1-1 0,0-1-1 15,0-2-6-15,-2 3-16 0,1-1-12 0,-2-1-12 16,-1-10-15-16,1 22-19 0,-1-22-25 0,0 17-24 15,0-17-21-15,0 12-23 0,0-12-23 0,0 0-107 0,-4 13-334 16,4-13 148-16</inkml:trace>
  <inkml:trace contextRef="#ctx0" brushRef="#br0" timeOffset="4870.52">5269 2692 70 0,'6'-7'162'0,"-6"7"-9"0,0 0-16 15,0 0-15-15,0 0-18 0,9-2-2 0,-9 2-8 16,0 0-10-16,0 0-2 0,0 0-16 0,0 0-1 16,13 0-8-16,-13 0-7 0,0 0-2 15,0 0-8-15,0 0 9 0,0 0-6 0,10 1 0 0,-10-1 2 16,0 0 11-16,0 0-2 0,0 0 5 0,0 0 2 15,9 1 0-15,-9-1 0 0,0 0-3 0,0 0-8 16,0 0-4-16,0 0-6 0,5-7-5 16,0 3-3-16,-5 4-5 0,8-4 2 0,-2 1-7 15,2 0-2-15,0 1 0 0,2 2-2 0,-1-2-4 16,-2 1 1-16,-7 1-6 0,15 3-5 0,-4-1 3 16,-3 0-4-16,-2 2 4 0,-1 0-2 0,2 1 1 15,1 3 3-15,-2-4-3 0,-5 3-3 0,3 1 4 16,-3-1 2-16,-1-7 2 0,0 14-11 0,-1-4 8 15,1-10-3-15,-4 12-2 0,1-5-1 0,1-1 3 16,2-6-4-16,-2 11 3 0,2-11-1 0,-5 9-3 16,5-9 2-16,0 0-4 0,-3 12-3 0,3-12-1 15,0 0 0-15,0 0-1 0,1 12 0 0,-1-12-1 16,5 9 5-16,-5-9-2 0,6 8-4 0,-6-8 3 16,7 7-2-16,-2-2 5 0,-5-5-2 0,6 10 3 15,-6-10-3-15,10 10 4 0,-10-10-6 0,4 9 13 16,-4-9-5-16,2 10 6 0,-2-10 2 0,0 0 1 15,-8 17 0-15,2-10-2 0,-1 0-5 0,-2-1-10 16,1 0-8-16,-2-2-22 0,10-4-25 16,-18 12-40-16,8-8-44 0,0-3-48 0,2 2-125 0,8-3-344 15,-20 1 152-15</inkml:trace>
  <inkml:trace contextRef="#ctx0" brushRef="#br0" timeOffset="5048.87">5542 2811 66 0,'0'0'220'0,"0"0"-5"0,8-2-18 15,-8 2-23-15,0 0-16 0,0 0-18 0,0 0-15 16,10-4-13-16,-10 4-7 0,0 0-32 0,0 0-23 16,0 0-37-16,0 0-37 0,12 15-43 0,-12-15-52 15,3 8-121-15,-3-8-260 0,0 0 115 0</inkml:trace>
  <inkml:trace contextRef="#ctx0" brushRef="#br0" timeOffset="5266.14">4926 3237 41 0,'0'0'225'0,"0"0"-9"15,0 0-17-15,22 8-12 0,-2-12-19 0,10-1-13 16,9-3-17-16,15-3-8 0,5-1-27 0,2-5-27 16,3 5-22-16,-1-5-23 0,-4 3-29 0,-3 1-24 15,-3-2-32-15,1 3-38 0,-4-2-17 0,-13 5-19 16,1-1-92-16,-2 3-239 0,-3-2 106 0</inkml:trace>
  <inkml:trace contextRef="#ctx0" brushRef="#br0" timeOffset="5353.41">5837 3046 564 0,'13'-3'-38'0,"-13"3"27"15,14-1 16-15,-14 1 35 0,0 0 6 16,21 0 6-16,-21 0-7 0,0 0 19 0,14-6-4 15,-14 6-3-15,0 0-8 0,0 0 3 0,0 0-35 16,0 0-28-16,0 0-36 0,11-4-111 0,-11 4-170 16,0 0 75-16</inkml:trace>
  <inkml:trace contextRef="#ctx0" brushRef="#br0" timeOffset="-140742.56">12326 4519 61 0,'-2'-10'157'16,"2"10"-19"-16,-4-6-13 0,4 6-18 0,0 0-4 16,0 0-15-16,0 0-8 0,0 0-5 0,0 0 4 15,0 0 2-15,20 27-7 0,-11-11 5 0,5 8-3 16,1 2-4-16,-2 2-4 0,1 5-7 0,-1-1 3 16,0 0-5-16,-2 0-7 0,-1 3-4 0,4-5-4 15,-3 1 0-15,1-1-7 0,-3-3-6 0,4 1 5 16,-4-3-5-16,3-1-2 0,-6-5 0 0,0-3-5 15,4-1-3-15,-1-1 0 0,-5-4-2 0,2 0-1 16,-1-2 0-16,0 0 3 0,-3-3 2 0,3-1 16 16,-5-4 10-16,7 6 4 0,-7-6 3 0,0 0-4 15,0 0-6-15,12-15-5 0,-6 4-5 0,0-6-4 16,-1 0-2-16,-1-7-4 0,5-1 1 16,-2-3-5-16,0 0-2 0,-3-3-6 0,-2-2 1 0,2 2-4 15,-1-4 1-15,-1 1-5 0,0-1-2 0,0-1 8 16,3 2-9-16,-4 3 1 0,3 3 2 0,0-2-2 15,-4 14-1-15,0-2-10 0,2 0 6 0,-1 9-14 16,0 0-20-16,-1 2-28 0,0 7-13 0,3-7-11 16,-3 7-16-16,0 0-17 0,0 0-30 0,6 20-34 15,-4-3-150-15,2 8-360 0,-4-5 160 0</inkml:trace>
  <inkml:trace contextRef="#ctx0" brushRef="#br0" timeOffset="-140303.4">13007 4774 137 0,'-13'0'186'0,"13"0"-2"0,-18 4-4 0,7 2-6 0,0-1-11 15,-3 7-8-15,1 2-14 0,-1 1-7 0,-2 5-11 16,2 3-5-16,1 3-5 0,-1-1-12 15,3-2-9-15,5-4-7 0,0 0-9 0,4 0-6 0,1-2-10 16,2 0-4-16,0-2-2 0,0-1-7 0,7 1-4 16,-6-4-1-16,5-1-10 0,-1-2 0 0,2 1-5 15,1-2 2-15,-1-2-5 0,-1 1-2 0,1-2-3 16,-2-2-1-16,1 0-2 0,-7-2 1 0,14 3-3 16,-14-3-1-16,10-2 7 0,-3-2-13 15,-3-1 3-15,4-2-3 0,-2-1-5 0,1-1 7 0,-1 1-4 16,-1-2-2-16,-1-2 2 0,3 1-3 0,-4-1-3 15,1 1-1-15,0-1 2 0,-1 5-3 0,-1 1-1 16,-2 6 4-16,4-11-5 0,0 7-4 16,-4 4-2-16,0 0 3 0,10-5-4 0,-10 5 10 0,0 0-5 15,13 9-2-15,-9-5 1 0,2 2 3 0,0 3 2 16,1-1 1-16,-1 1-3 0,-1 1 4 0,2 0-6 16,-2-1-12-16,1 1-12 0,1 1-16 15,-1-2-23-15,2 1-23 0,-2-1-19 0,3-1-42 0,-1-1-20 16,2-3-17-16,-1 2-121 0,0-3-338 15,2 0 149-15</inkml:trace>
  <inkml:trace contextRef="#ctx0" brushRef="#br0" timeOffset="-140006.02">13421 4817 69 0,'0'0'158'0,"0"-15"-5"0,-2 8-10 0,2 7-16 16,-5-9-11-16,5 9-7 0,-7-3-12 0,7 3-11 15,0 0-6-15,-11 10-10 0,5-1-7 16,1 0-2-16,0 3-8 0,2-1-1 0,1 2-6 0,2 0-3 16,2 2 3-16,-2-2-13 0,6 1-1 0,0 2-5 15,-3-1-2-15,3-5-1 0,-1 0-3 16,6 3-2-16,-2-4-2 0,-2 1 0 0,1 0-5 16,2-3 3-16,-4 2-2 0,-1-1-8 0,3 2 10 15,0-3-4-15,-4 2 7 0,-1-4-5 0,3 1 1 16,-4 3 3-16,-2-9 3 0,2 17 3 0,-2-17-1 0,-8 16-3 15,1-7 1-15,0-1-10 0,-4 4-15 16,0-5-17-16,-3 2-20 0,-1 1-33 0,3-6-28 16,1 2-34-16,0-1-26 0,-1-1-86 0,1-2-268 15,11-2 120-15</inkml:trace>
  <inkml:trace contextRef="#ctx0" brushRef="#br0" timeOffset="-139495.28">13767 4668 149 0,'-1'-9'219'0,"1"9"-12"0,-2-8-6 16,2 8-20-16,0 0-12 0,-2-6-15 0,2 6-18 15,0 0-13-15,0 0-13 0,0 0-5 0,0 0 2 16,0 0 1-16,-12 26-11 0,10-10-8 0,-4 2 2 15,-1 5-15-15,1-4-5 0,-1-1-6 0,2 2-8 16,2-2-5-16,-1 0-5 0,4 0-3 0,-4-1-3 16,4-1-8-16,-4-1 2 0,6 0-5 0,0-1 0 15,-2-5-6-15,0 4 0 0,2-2-6 0,0-1-1 16,2 0 2-16,-3-2-1 0,3-2-1 0,-1 2 0 16,1-3-2-16,1 1 1 0,1 1-2 0,1-2-1 15,3-1-3-15,0-1 4 0,-1 1-2 0,1 2 0 16,1-6-2-16,-1 2-1 0,2-1 0 0,-1-4 0 15,0 3-1-15,3-3 2 0,-1-1-2 0,5-2 1 16,-7 2 8-16,1-3-9 0,-1 2-2 0,-2-2-2 16,0-1 4-16,-2-2-1 0,2-4 0 0,-1 4-2 15,-3-2 1-15,2-2-1 0,0 0 2 0,-3-2-3 16,-2-1-1-16,-2 0 0 0,-2-2 2 0,0 2-4 16,-3-1 4-16,-1 0 1 0,1 1-1 0,-4 3-1 15,3 0-2-15,-3-1-2 0,-1 1 2 0,2 4-4 16,-1 1 5-16,2-1-2 0,-2 3-3 0,2 3 0 15,3 1-4-15,-1-2-3 0,5 5-10 0,-14-5-22 16,10 4-12-16,4 1-12 0,-13 3-14 0,8 2-26 16,-4 3-35-16,2 0-34 0,5 1-36 0,-2 1-14 15,2 1-135-15,2 0-389 0,0-11 173 0</inkml:trace>
  <inkml:trace contextRef="#ctx0" brushRef="#br0" timeOffset="-139207.75">14200 4613 118 0,'2'-11'178'0,"-2"2"-5"0,0-1 8 16,0 4 9-16,0 6-9 0,0-13-5 0,0 13-8 15,0-11-11-15,0 11-7 0,-4-7-15 0,4 7-17 16,0 0-13-16,0 0-8 0,0 0-6 0,0 0-3 16,-17 26-1-16,11-11-1 0,1 12-7 0,-3 0-7 15,3 2 3-15,-2 1-13 0,3-1-5 16,1 2-5-16,-1-2 3 0,4 2-8 0,-2-2 3 0,0 2 0 15,2-3-6-15,0-2-1 0,0-1-3 16,4-5-3-16,0-1-2 0,-1-2-3 0,-1 1-3 16,-2-3-3-16,5 1-1 0,-4-5-2 0,2 5-5 0,-2-5-13 15,1-2-20-15,0 1-18 0,-2-4-19 0,2 1-26 16,-2-7-25-16,0 0-31 0,0 16-29 0,0-16-31 16,0 0-25-16,2 9-189 0,-2-9-441 15,0 0 195-15</inkml:trace>
  <inkml:trace contextRef="#ctx0" brushRef="#br0" timeOffset="-138808.81">14087 4916 84 0,'10'-6'127'0,"-2"-2"-4"0,2 3-13 0,6-4-14 0,-1 1-6 16,1 0-14-16,2 0-8 0,6-3-3 15,4 0-6-15,-1-3-14 0,1 1-7 0,2 1-17 16,-1 0-16-16,0 0-6 0,-3 0-15 0,-3 1 0 15,-5 2-6-15,-4 0 9 0,0-1-3 0,-1-3-1 0,0 0 3 16,-4 0 5-16,-4-3 2 0,2 0 6 16,-4-1 0-16,1 0 21 0,-4 3 19 0,0-3 4 15,-2 7 6-15,-1-2 5 0,0 1 12 0,1 1 2 16,-2 3 8-16,4-1 3 0,0 8 0 0,-5-9-4 16,5 9-15-16,-4-6-2 0,4 6-11 0,0 0-1 15,0 0-7-15,0 0 9 0,-8 34 11 0,2-9 4 0,-1 3-2 16,3 3 2-16,2 0 11 0,-2-1-1 15,4 3-6-15,-4-3-5 0,4 1 6 0,0 1-3 16,-5-5-1-16,5 1-4 0,0-3-1 0,0-1-3 16,2 1 0-16,-2-7-5 0,2 0-3 0,-1 0-3 15,-1-1-3-15,0 0-3 0,1-2-6 0,-1-2-4 16,2 0 0-16,-2-3 2 0,1 1-29 0,-1 0-15 16,0-2-16-16,0-1-20 0,0-8-24 0,0 0-30 15,0 16-38-15,0-16-32 0,0 0-28 0,2 12-31 16,-2-12-120-16,0 0-379 0,0 0 168 0</inkml:trace>
  <inkml:trace contextRef="#ctx0" brushRef="#br0" timeOffset="-138638.39">14432 4872 1680 0,'0'-6'105'0,"0"6"-63"0,0-11-21 0,0 11-10 15,0-9 6-15,0 9-10 0,0 0 12 0,0-9 0 16,0 9 7-16,0 0-8 0,2-7 2 0,-2 7-2 15,2-7-5-15,5 3 0 0,2-1-19 0,9-1-17 16,-1 0-26-16,10-4-31 0,2 0-36 0,1-2-32 16,4 7-121-16,-3-4-289 0,-2 3 129 0</inkml:trace>
  <inkml:trace contextRef="#ctx0" brushRef="#br0" timeOffset="-138490.59">15099 4675 33 0,'0'0'133'0,"0"0"-11"0,13-1-16 0,-13 1 4 0,9-4-13 16,-9 4-9-16,11-4-8 0,-11 4-4 0,14-2-21 16,-14 2-13-16,13-4-20 0,-13 4-32 0,18-1-24 15,-18 1-32-15,11 0-77 0,-11 0-154 0,8 5 68 16</inkml:trace>
  <inkml:trace contextRef="#ctx0" brushRef="#br0" timeOffset="-138345.58">15143 4764 149 0,'-7'6'160'0,"7"-6"-8"0,-4 4 3 16,4-4-6-16,0 0-5 0,0 0-12 0,-4 5-6 16,4-5-7-16,0 0-14 0,0 0-7 0,0 0-6 15,20 3-26-15,-20-3-28 0,25-3-38 16,-3 1-42-16,7-6-36 0,6 2-65 0,0 0-94 16,15-4-257-16,-10 1 113 0</inkml:trace>
  <inkml:trace contextRef="#ctx0" brushRef="#br0" timeOffset="-137890.52">16143 4333 162 0,'-5'-5'288'0,"5"5"-13"0,-5-8-19 16,5 8-22-16,-3-6-22 0,3 6-26 0,0 0-14 0,0 0-22 15,-4-7-21-15,4 7-15 0,0 0-11 0,0 0-9 16,7 23-3-16,-2-8 2 0,5 9-14 0,0-1 0 16,-1 0-4-16,0 3-10 0,3 0-5 0,0 3-3 15,0 0-7-15,-1-1-2 0,1-2-3 0,-2-1-5 16,-1-8-5-16,3 7 2 0,-5-8-1 16,2 1 2-16,0-2-5 0,-4-4-1 0,2-1-7 15,0 0 2-15,-2 0-1 0,1-4-3 0,-3 0 2 16,0-1 0-16,1-1 5 0,-4-4 16 0,4 6 24 0,-4-6 15 15,0 0 3-15,0 0-9 0,0 0-5 16,15-11-8-16,-9-1-2 0,1-5-7 0,0-2-1 16,4-6-8-16,-2-3 0 0,2-3-8 0,-1-4-2 15,1 2-9-15,0-2-1 0,1-10-5 0,-3 12-9 16,1 0 3-16,-3-3-3 0,4 2 5 0,-2 2-13 0,1 2 1 16,-3 2-3-16,0 11-6 0,-2-2-12 0,1 4-15 15,-2 4-19-15,0 2-13 0,-1 2 2 0,-2 1-37 16,-1 6-30-16,0 0-8 0,0 0-6 15,0 0-7-15,0 0-7 0,13 21-17 0,-10-6-33 16,1 3-27-16,1 7-12 0,1 2-18 0,-1-1-148 16,-1 0-441-16,1-1 195 0</inkml:trace>
  <inkml:trace contextRef="#ctx0" brushRef="#br0" timeOffset="-137633.5">16681 4517 178 0,'6'7'216'0,"-6"-7"2"16,0 0 6-16,0 0-5 0,4 6 1 0,-4-6-9 15,0 0-11-15,0 0-17 0,0 0-5 0,0 0-21 16,0 0-13-16,4 8-24 0,-4-8-9 0,0 0-13 16,0 0-4-16,0 18 9 0,1-8 5 0,2 6-12 15,-2 4-2-15,3-2-4 0,0 7-2 0,-2-1 3 16,0 2-8-16,-1-7-22 0,0 5 8 0,-1-6-6 16,1 7 2-16,-2-6-12 0,1-2-5 0,-1 0-4 15,2 0-2-15,-2 0-23 0,1-2 18 0,0 3 1 16,-1-6-5-16,1-1-3 0,1 0-10 0,-1 0-16 15,0-11-24-15,1 17-29 0,-2-10-22 0,0-1-28 16,1-6-24-16,0 0-23 0,0 0-39 0,-4 17-41 16,4-17-57-16,-8 3-209 0,8-3-532 0,0 0 236 15</inkml:trace>
  <inkml:trace contextRef="#ctx0" brushRef="#br0" timeOffset="-137389.68">16745 4396 162 0,'13'-11'217'0,"-4"1"-8"0,1 3-15 0,-1-1-14 0,-1 4-13 15,3 0-12-15,0 1-22 0,0 3-7 0,3 1-7 16,-4 1-1-16,3 2-6 0,1 4 3 0,-4 1 2 16,4 3-6-16,-5 1-10 0,1 1-5 15,-2 2-6-15,-6 2-5 0,1-1-2 0,-4 1-8 16,-3 1-8-16,-6 8-3 0,-1-1-7 0,1-4-3 0,-5 0-5 15,-1-1-28-15,4-7-21 0,-1 1-20 16,-2-2-33-16,-2-2-42 0,1-1-58 0,0-2-70 0,-2 1-200 16,5-2-457-16,-3-2 203 0</inkml:trace>
  <inkml:trace contextRef="#ctx0" brushRef="#br0" timeOffset="-137222.89">16856 4683 119 0,'0'0'237'0,"0"0"-11"16,0 0-14-16,0 0-22 0,0 0-23 0,0 0-15 15,0 0-36-15,0 0-38 0,0 0-35 0,0 0-43 16,0 0-51-16,-2 12-52 0,2-12-128 0,0 0-251 16,-20 19 111-16</inkml:trace>
  <inkml:trace contextRef="#ctx0" brushRef="#br0" timeOffset="-136857.12">15521 5350 11 0,'-21'3'261'0,"3"1"-28"0,4-1-23 0,4 2-19 0,3-4-14 16,7-1-7-16,0 0 3 0,0 0-4 0,50 18 6 16,10-14-13-16,41-3-14 0,3 2-11 0,12-9-12 15,7-1-5-15,9-2-13 0,-2-4-13 0,-1 4-14 16,0-1 1-16,-13 0-14 0,-4 3-2 0,-11 1-3 16,2 3-6-16,-10 0-5 0,-3-4-5 0,-28 7-3 15,1-4-1-15,-3 2-4 0,-5-2-10 16,-15 5 2-16,-2-2-6 0,-3 0-2 0,-7-1 1 15,-9 5-1-15,-5-4-2 0,-4-1 2 0,-10 2-2 0,18 0 1 16,-18 0 3-16,0 0 6 0,12-1-3 0,-12 1-15 16,0 0-13-16,0 0-25 0,0 0-26 0,-40-5-25 15,12 3-41-15,-4 2-56 0,0-3-70 0,-5 4-245 16,-4-3-528-16,-13 3 235 0</inkml:trace>
  <inkml:trace contextRef="#ctx0" brushRef="#br0" timeOffset="-135983.78">15335 5554 98 0,'0'0'158'0,"0"0"-17"16,0 0-6-16,-46 5-11 0,14-1-11 0,-6 3-8 15,-20-1-8-15,0 3-1 0,-6 1-12 0,-31 2-2 16,0 2-9-16,1-1-4 0,-2 4-10 0,-4-1-4 15,-5-4-4-15,-3 2-3 0,2-2-6 0,-1 2-3 16,-8-1 2-16,0-3-4 0,5 1 3 0,-6-1-9 16,3 0 5-16,3-3-1 0,4-2-4 0,-1 2 3 15,2-2-4-15,-1-3-2 0,1 1-3 0,-2-4-1 16,7-4-4-16,3-4-1 0,7-1 1 0,25 0-9 16,-23-10 6-16,28 2-3 0,1-2 1 0,1-3-5 15,-20-16-1-15,30 11 2 0,6-4-4 0,-2-5-2 16,6-7-1-16,7-1 0 0,6-5-2 0,1-4-1 15,9 2-1-15,4-3-3 0,7-3 0 0,8 0-1 16,9-26 0-16,5 29-2 0,18-22-3 0,10 1-5 16,15 4 1-16,9 2-2 0,6 4 7 0,12 2-1 15,10 2 1-15,11 0 1 0,2-3 2 0,19 2-2 16,12 1 0-16,7 1 25 0,6-1-1 0,10 2-3 16,9 2 2-16,6-2-1 0,12 3 4 0,-5 7 1 15,6 3 0-15,10 3 2 0,-2 8-3 0,11 6-3 16,-2 5 8-16,5 2-8 0,-4 8 0 0,1 4-5 15,-9 5 8-15,2 5-4 0,-12 6-3 0,-5 4-2 16,-11 4-1-16,-9 0 4 0,-9 5-5 0,-9 7-1 16,-13 2-2-16,-13 0 3 0,-13 5-2 0,-4 3 0 15,-11-2 0-15,-8 1 0 0,-6 6 2 0,-28-10-1 16,17 17-2-16,-25-11 0 0,0 5 0 0,-3 1-2 16,-8 6 8-16,-7 1-8 0,-7 0 2 15,-10 3-1-15,-8 1-3 0,-16 0 3 0,-16 29 2 0,-14-6-1 16,-14-6 2-16,-15-1-3 0,-7-1 5 0,-9-1-4 15,-13-4 0-15,-5-5-7 0,-7-4 2 0,-7-1-5 16,2 0-1-16,-8-4-5 0,2 0-7 0,3-4-4 16,-2 6-16-16,-6-5-20 0,1 3-20 0,-3 0-26 15,3 0-23-15,-2 0-31 0,-3 4-25 0,-1-3-117 16,2-3-323-16,1-1 144 0</inkml:trace>
  <inkml:trace contextRef="#ctx0" brushRef="#br0" timeOffset="-135623.8">12225 7229 2310 0,'-3'7'53'0,"3"-7"6"0,-3 9-42 15,3-9-13-15,-2 9-21 0,2-9 7 0,0 0 0 16,5 7 3-16,-1-3 6 0,-4-4 4 0,22 0 3 15,-4-1 2-15,4-2 4 0,8-3-1 0,2-2-5 16,1-2 1-16,2-2-8 0,-1 4-21 16,3-3-19-16,-1 1-28 0,-3 1-36 0,-1 1-37 0,-1 0-35 15,-14 4-139-15,2-2-342 0,-10 2 152 0</inkml:trace>
  <inkml:trace contextRef="#ctx0" brushRef="#br0" timeOffset="-135307.47">12479 7213 126 0,'-2'8'180'0,"2"0"-17"0,-2 6-13 0,2 3 6 16,4 1-15-16,-6 1-8 0,4 1-4 15,0 4-7-15,0 2-2 0,4-2 9 0,-4 0-15 16,1 3-9-16,1-8-5 0,2 7-13 0,-3-3-5 16,1 3-5-16,-2-7-9 0,0 7-2 0,0-7-3 0,1-1-9 15,-6 2-5-15,1-1-5 0,-2-2-2 16,0-1-4-16,1-3-4 0,-3-4-4 0,-1 1-3 15,-2-1-1-15,0 1-9 0,-2-4-3 0,-1 1-6 16,-3-1-1-16,1-2-3 0,1-1 2 0,2-2 0 16,-3 0-2-16,5-2 1 0,-1 1 0 0,10 0 3 0,-13 0-2 15,13 0-1-15,-8-3-8 0,8 3-3 0,0 0-4 16,0 0 1-16,0 0 1 0,17-9-12 16,-3 4-14-16,4 0-18 0,11-3-16 0,2 1-19 15,0 0-28-15,6-1-19 0,14-2-12 0,-17 3-22 16,0 0-10-16,2-1-108 0,-4-1-309 0,-1 2 137 0</inkml:trace>
  <inkml:trace contextRef="#ctx0" brushRef="#br0" timeOffset="-135119.43">12911 7601 53 0,'9'-8'123'0,"-6"0"13"0,1 0-4 15,-2-2 17-15,-2 3 1 0,-2-3 7 0,0 1 7 16,2 9 15-16,-3-14-1 0,1 7-5 0,2 7 1 0,0-10-14 16,0 10-19-16,-5-7-12 0,5 7-17 0,0 0-15 15,0-8-13-15,0 8-8 0,0 0-11 16,0 0-3-16,0 0-6 0,5 32-8 0,-3-17-5 15,1 10 1-15,1 0-6 0,-2 3 0 0,2-1-5 0,-1 3-1 16,1-1-8-16,-2-2-20 0,0 0-23 0,0-1-19 16,-2-7-29-16,4 0-42 0,-8-2-47 0,4-2-40 15,-2 2-216-15,-2-6-446 0,-3-2 197 16</inkml:trace>
  <inkml:trace contextRef="#ctx0" brushRef="#br0" timeOffset="-134867.43">12920 7551 6 0,'11'-3'205'0,"0"0"-8"0,3 3-4 0,-3 4-3 16,2-2-4-16,3 6-9 0,-1 0-8 0,-1 3-8 16,-5-1-2-16,5 5-15 0,-5 2-2 0,-1-1-9 15,-3 2-11-15,2 0-9 0,-4 0-2 0,-1 1-3 16,-4-1 2-16,-1 0-10 0,-2 1-5 0,-4-1-8 15,-4 6-9-15,-3-3-7 0,-1 2-3 0,-2-2-12 16,-1-6-26-16,4-2-23 0,-2 1-21 0,3-3-30 16,-1-3-36-16,0 1-50 0,7-3-58 0,2-3-74 15,-1-1-155-15,-1 0-452 0,9-2 200 16</inkml:trace>
  <inkml:trace contextRef="#ctx0" brushRef="#br0" timeOffset="-134623.83">13417 7585 144 0,'10'-4'219'0,"1"0"-24"0,1 0-17 15,-5 1-22-15,-1 3-15 0,-6 0-19 0,14-3-16 16,-14 3-12-16,7 0-14 0,-7 0-21 0,4 6-18 16,-4-6-14-16,0 0-15 0,-4 22-15 0,1-11-1 15,-6-1-1-15,4 2 3 0,-3 2 0 0,1 0 1 16,1-5-6-16,-2 1 11 0,4 1-5 15,-3-4 5-15,5 1 2 0,-2-3 0 0,2 1-2 0,2-6 7 16,-2 12-5-16,2-12 3 0,0 5-3 0,0-5-11 16,0 0-41-16,27-1-43 0,-10-2-156 15,12-7-264-15,5-2 117 0</inkml:trace>
  <inkml:trace contextRef="#ctx0" brushRef="#br0" timeOffset="-134166.25">14636 7232 131 0,'0'0'288'0,"9"-7"-27"0,-5 5-29 16,1-2-23-16,4-1-19 0,0 0-23 0,2-1-15 16,0 2-14-16,0-2-12 0,3-1-15 0,-3 4-13 15,1 0-21-15,-4 0-22 0,-3 0-24 0,3 2-15 16,-8 1-18-16,8-3-13 0,-8 3-9 0,8-1-5 15,-8 1-10-15,0 0 0 0,0 0 2 0,0 0 12 16,0 0-1-16,12 2 0 0,-12-2 2 0,0 0 5 16,-1 9 4-16,1-9 7 0,0 0 12 0,-4 16 5 15,2-7 17-15,0 3 8 0,2 3 14 0,-1 3 1 16,1-1-1-16,0 2 6 0,0-1 0 0,-3 3 5 16,4-1 6-16,1-2-2 0,-1 0-2 0,-1 1-1 15,2 1 1-15,0-2-2 0,-2-1 9 0,2 0-3 16,2 0-3-16,-5-1-10 0,2-2-1 0,-1 3-5 15,1-5-6-15,-1-3-2 0,0 2-2 0,-1-3-6 16,1-8 4-16,-1 14-4 0,0-11 0 0,1-3-1 16,-4 10-1-16,4-10 2 0,0 0-2 0,-2 8 2 15,2-8-6-15,0 0 2 0,-9 2-1 0,9-2-5 16,0 0-3-16,0 0-2 0,0 0 4 0,0 0-5 16,0 0-3-16,-13-8-8 0,13 8-11 0,0 0-20 15,0 0-14-15,15-15-11 0,-2 12-16 0,4-2-21 16,3 0-30-16,0-2-35 0,9 1-38 0,1 3-28 15,-2-1-27-15,-6 1-149 0,-2 0-431 0,1-1 191 16</inkml:trace>
  <inkml:trace contextRef="#ctx0" brushRef="#br0" timeOffset="-133955.65">15181 7489 172 0,'2'-4'232'0,"-1"-4"13"0,1 1-9 16,0 0-8-16,-2 7-3 0,0-14-2 0,3 9 3 15,-3 5 8-15,1-12-10 0,-1 12-9 0,-1-8-17 16,1 8-20-16,0 0-18 0,2-7-23 0,-2 7-21 15,0 0-6-15,0 0-6 0,0 0-8 0,7 24-9 16,-2-13-1-16,1 4 8 0,-2 6-18 0,1 1-7 16,-1 4 6-16,2-2-11 0,-2 1-4 0,-1-5-4 15,-2-1-11-15,3-1 0 0,-1-1-40 0,0 1-44 16,-2-7-31-16,-1 1-27 0,0-2-31 0,0 2-35 0,0-5-46 16,0-7-42-16,-2 13-34 0,2-13-229 0,-5 8-555 15,5-8 246-15</inkml:trace>
  <inkml:trace contextRef="#ctx0" brushRef="#br0" timeOffset="-133742.79">15211 7518 118 0,'11'-17'186'0,"2"2"3"0,1 1 5 0,2 3 6 0,-2 0-8 16,1 3-12-16,-2 5-10 0,-1-1-14 16,0 4-10-16,1 0-8 0,1 4-3 0,-2 2 1 15,-1 1-3-15,3 4-19 0,-3 0-7 0,-1 3-8 16,-3 2-1-16,1 0-5 0,-4 2 14 0,0 1-14 15,-5 0-6-15,-2 6 4 0,-2-6-15 0,0-1-9 0,-3 1-5 16,-1-2-22-16,-6 4-26 0,6-6-28 0,-4 0-40 16,0-2-36-16,1 0-51 0,0 0-59 15,6-6-51-15,-1 0-195 0,2-4-482 0,5-3 214 16</inkml:trace>
  <inkml:trace contextRef="#ctx0" brushRef="#br0" timeOffset="-133441.53">15761 7417 230 0,'2'-6'278'0,"1"0"-14"0,0 1-14 0,-3 5-14 0,2-7-17 15,-2 7-22-15,0 0-19 0,4-4-19 0,-4 4-18 16,0 0-14-16,0 0-12 0,0 0-13 16,-13 21-7-16,8-11-13 0,2 1-7 0,0 0-9 0,3 2-6 15,0 2-2-15,3 0-11 0,2 0-5 0,-1 1-5 16,5-3 2-16,-1 2-8 0,3-2-2 15,1 0 0-15,1-1-3 0,-6-3-1 0,5 3-8 16,-4-2 0-16,2-1-1 0,-4 1-1 0,-1-2-1 0,3-1-5 16,-5 2-1-16,2-2 2 0,-4-2 4 0,-1-5-5 15,1 10-6-15,-1-10 3 0,-7 10-5 0,2-5-8 16,-6 3-9-16,1-3-2 0,-3-1-12 0,2-1-14 16,-3 2-16-16,3-1-22 0,1-2-25 0,-1-1-34 15,4-1-43-15,7 0-48 0,-15-3-178 0,9-1-443 16,6 4 197-16</inkml:trace>
  <inkml:trace contextRef="#ctx0" brushRef="#br0" timeOffset="-133142.97">16124 7405 200 0,'0'0'238'0,"0"0"-19"0,0 0-21 0,0 0-12 15,0 0-14-15,0 0-10 0,0 0-10 0,-19 10-12 16,10-3-14-16,2 0-9 0,2 3-11 0,0 0-7 15,1 2-13-15,0-3-5 0,3 6-15 0,2 0-3 16,1-2-7-16,0-2-4 0,5 4-6 0,-2-4-5 16,6 3-4-16,-3 4 4 0,1-4-10 0,2 0-2 15,-2-2-6-15,2 1 3 0,-3-4-8 0,-1 2 1 16,-1-2 0-16,-2 0-1 0,1 1-1 0,-2-3 3 16,-2 0 8-16,0 2 4 0,-1-9 10 0,-6 10 3 15,1-1-6-15,-2-5-1 0,-2 2-2 0,-6 3-5 16,2-3 0-16,-3 0 0 0,3-3-8 0,-4 2-9 15,1-2-18-15,3-1-22 0,3-1-31 0,-2 0-53 16,12-1-70-16,-14-2-83 0,14 2-180 16,-11-9-479-16,11 9 212 0</inkml:trace>
  <inkml:trace contextRef="#ctx0" brushRef="#br0" timeOffset="-132836.56">16801 6992 222 0,'0'-7'285'0,"0"7"-15"16,0-11-15-16,0 11-18 0,0-7-17 0,0 7-14 16,0 0-15-16,0 0 5 0,0 0-11 0,-26 25 3 15,14 2-3-15,-2 5-2 0,-7 16-7 0,1 2 14 16,-2 0-18-16,3 5-8 0,5-1-17 0,-1 1-10 15,0-1-14-15,8 2-2 0,1-1-11 0,4-4-8 16,5 1-12-16,4-5-9 0,5-1-9 0,1-13-1 16,7 9-6-16,11-3-4 0,2 0-9 0,7-2-11 0,6-4-26 15,5-6-26-15,3-1-47 0,3-4-38 0,3-2-38 16,0-4-22-16,0 0-39 0,-1-4-44 16,-3-5-48-16,-1-1-55 0,-19-4-208 0,1 0-594 15,-3-6 263-15</inkml:trace>
  <inkml:trace contextRef="#ctx0" brushRef="#br0" timeOffset="-132613.54">17544 7414 2503 0,'-3'-49'16'0,"-1"15"71"0,2 5 38 16,1 10-24-16,1 3-11 0,-2 5-19 0,2 2-15 16,0-1-20-16,0 10-11 0,-1-8-4 0,1 8 4 15,0 0 14-15,0 0 31 0,9 36 18 0,-4-8 18 16,-3 1 3-16,2 4 3 0,0 4-9 15,0 9-18-15,-3-1 7 0,1-10-6 0,1 12-10 0,0-11-8 16,3 10-5-16,-3-10-4 0,3-1-3 0,-1-3-10 16,3 1-32-16,1-4-37 0,0 0-46 15,-4-1-66-15,0-4-68 0,4-8-97 0,-8 0-317 0,1-5-667 16,0-4 295-16</inkml:trace>
  <inkml:trace contextRef="#ctx0" brushRef="#br0" timeOffset="-132427.05">17958 7524 264 0,'9'-5'359'15,"-3"4"-41"-15,3-4-23 0,-3 2-31 0,3-1-16 16,1 3-20-16,1 0-17 0,-3 0-15 0,4 1-20 16,8 1-13-16,0 0-19 0,7 0-11 0,2 0-13 15,2 2-27-15,2-3-45 0,-2 0-59 0,1 4-62 16,0-3-76-16,-2-1-82 0,-8 1-235 0,5-2-506 15,0-4 224-15</inkml:trace>
  <inkml:trace contextRef="#ctx0" brushRef="#br0" timeOffset="-132077.95">18707 7147 2917 0,'-7'-18'15'0,"-2"1"45"0,4 4-18 0,1 1-10 0,2 3-6 15,-3 2-3-15,5 7 0 0,-3-8-7 0,3 8 4 16,-2-7-14-16,2 7 2 0,0 0-2 0,0 0 3 16,0 0 7-16,17 31 8 0,-6-12-1 15,-4 6 1-15,6-3 6 0,0 6 2 0,0-3 30 0,-1 4 3 16,-1-4-2-16,3-3 0 0,-3 0-2 0,1-5-6 16,-2-1 3-16,-1-3 6 0,0 0-8 0,0-3 3 15,-2-2-5-15,0 0 4 0,-3-5 10 0,2 1 6 16,-2 0 15-16,-4-4 8 0,9 3 11 15,-9-3-5-15,9-3-3 0,-4-4-8 0,3 0-10 0,-3-5-6 16,2-4-9-16,1 0-5 0,0-8-6 0,-1-5-14 16,-1 1 5-16,1-1-9 0,-2-4-9 0,4-2-15 15,-2 2-19-15,-1 1-17 0,1 3-22 16,0 1-39-16,-3 1-41 0,0 9-37 0,-3-1-34 0,2 6-32 16,-2 3-34-16,-1 1-39 0,1 1-38 0,-1 8-255 15,0-7-641-15,0 7 283 0</inkml:trace>
  <inkml:trace contextRef="#ctx0" brushRef="#br0" timeOffset="-131719.12">19224 7044 170 0,'0'0'211'0,"0"0"-2"0,-9 15 3 0,3-7 8 16,-6 3-3-16,1 4-4 0,-2 1-7 0,-6 6-4 15,2 1-13-15,1 2-3 0,-1-1-17 0,2-2-9 16,1 4-14-16,2-4-15 0,4-6-9 0,2 3-12 15,0-2-14-15,3 0-9 0,3-1-2 0,0 0-9 16,2-5-8-16,1-1-5 0,2 2-8 0,4 3 0 16,-2-8-3-16,2-1-7 0,0 1-6 0,0-1 2 15,1-2-4-15,1-2-6 0,0-2 1 0,1 0 2 16,0-2-8-16,-3-2-3 0,1 0 2 0,1-2-7 16,0 0 5-16,-1-3-5 0,0 0-7 0,3-3 1 15,0 0-4-15,-3-1-10 0,0 3 4 0,-3 0-1 16,0 2 6-16,1 1-2 0,-4 1-6 0,0 2-5 15,-4 4 3-15,6-5-6 0,-6 5-2 0,0 0 1 16,11 0 5-16,-11 0-6 0,6 10 6 0,-3-2-2 16,0-1 0-16,0 4 5 0,-1 0 4 0,1 0 2 0,0 0-16 15,0 2-32-15,-3 0-27 0,1-2-40 16,0 1-43-16,-1 0-68 0,4-2-63 0,-4 0-245 16,0-10-573-16,4 11 253 0</inkml:trace>
  <inkml:trace contextRef="#ctx0" brushRef="#br0" timeOffset="-131421.79">19718 7103 222 0,'-2'-6'269'16,"2"6"-18"-16,-7-8-18 0,7 8-17 0,-11-1-17 15,11 1-13-15,-21 11-11 0,5 0-20 0,2 4-13 16,-5 2-13-16,1 5-12 0,5-5-15 0,2 7-9 15,3-6-6-15,1 0-11 0,3-1-6 0,3 3-8 16,-1 4-5-16,7-7-7 0,2 1-5 0,0 0-3 16,4 0-7-16,1-2-1 0,-1 0-4 0,0-2-1 15,2 0-4-15,-2 0-1 0,-2 0-7 0,3-3-2 16,-3 3 2-16,-4-5-2 0,0 1 1 0,0 3 0 16,-2-6-4-16,-5 3-1 0,0-1-1 0,-3 1-5 0,0-3-15 15,-4 5-21-15,-3 0-24 0,-4-1-35 16,-1 0-40-16,0 0-47 0,-2-4-49 0,0 3-203 15,-11-3-464-15,0 2 206 0</inkml:trace>
  <inkml:trace contextRef="#ctx0" brushRef="#br0" timeOffset="-131244.83">18700 7737 33 0,'-4'3'272'0,"2"1"-26"0,2-4-12 0,0 0 0 16,25 7-1-16,3-2-10 0,7-2-14 0,20-4-13 0,8-1-10 15,2-1-16-15,31-5-22 0,-4 1-14 0,7 1-15 16,-8 3-11-16,-1-2-18 0,-27 3-45 0,31-7-43 16,-33 12-29-16,2-1-62 0,-2 2-63 15,-2-4-47-15,-6 7-204 0,-13-3-436 0,-1 1 193 0</inkml:trace>
  <inkml:trace contextRef="#ctx0" brushRef="#br0" timeOffset="-130740.2">19052 8068 11 0,'-9'-7'275'15,"4"-2"-6"-15,0 3-10 0,2 2-14 0,3 4-18 16,-7-7-23-16,7 7-26 0,-5-6-19 0,5 6-14 16,0 0-12-16,0 0-7 0,0 0-2 0,11 34-7 15,-6-18-3-15,3 8-5 0,3-2-11 0,-5 4 0 16,-1-9-9-16,5 8-4 0,1 2-9 0,-3-5-5 16,-1 3-3-16,2-8-4 0,-2-1-10 0,0 0 6 15,1-7-11-15,0 1-3 0,3 4-2 0,-3-5 0 16,-4-4 0-16,0-1 11 0,-1 0 15 0,-3-4 6 15,10 6 14-15,-6-5 10 0,-4-1-4 0,0 0-8 16,13-7-6-16,-9 0-1 0,2 1-6 0,-1-5-4 16,1-1-7-16,0-3-9 0,0-1-7 15,1-2 4-15,-4 0-9 0,4-1-2 0,-2-5-7 0,-1 0-5 16,-1 4-4-16,-1 0 2 0,3 2-9 0,-1 1-3 16,-2 1 5-16,2 1-19 0,-2 3 15 0,-1 2-5 15,0 1-3-15,0 2-2 0,1 1 1 0,-2 6-3 16,1-9 3-16,-1 9-5 0,0 0-2 0,1-9-16 15,-1 9-11-15,0 0-14 0,2-6-6 0,-2 6-19 16,0 0-12-16,0 0-11 0,0 0-11 0,0 0-15 16,0 0-26-16,0 0-26 0,0 0-23 0,0 0-37 15,21 11-46-15,-17-8-53 0,-4-3-208 0,10 3-577 16,-10-3 255-16</inkml:trace>
  <inkml:trace contextRef="#ctx0" brushRef="#br0" timeOffset="-130477.86">19551 8136 103 0,'0'0'251'16,"0"9"6"-16,0-9-3 0,-2 10 0 0,2-10-5 16,-3 16-2-16,2-5-5 0,-2-1-5 0,1 1-8 15,1 3-14-15,-1-2-15 0,1 0-6 0,0 3-18 16,0 0-19-16,-1 0-19 0,2-2-8 0,2-3-11 15,-1 3-7-15,-2 0-17 0,2 3-7 0,-1 1-8 16,1 0-9-16,0-6-1 0,-1 2-17 0,3-1-22 16,-4-1-32-16,2-2-39 0,-1 0-32 0,0-2-24 15,0-7-30-15,0 14-37 0,0-14-40 0,0 0-43 16,0 12-52-16,0-12-204 0,0 0-542 0,0 0 240 16</inkml:trace>
  <inkml:trace contextRef="#ctx0" brushRef="#br0" timeOffset="-130267.84">19558 8143 47 0,'10'-12'206'0,"3"-2"15"15,0 2-14-15,-2 4-2 0,4 0-9 0,-4 4-10 16,3-1-12-16,-3 4-11 0,2 1-11 0,-2 1-8 16,0 2-14-16,0 3-11 0,-1 1-8 0,-2 2-6 15,-3 2-3-15,3-1-7 0,-7 7-4 0,-1-1-8 16,-4 1-8-16,-2-2-1 0,1 3-11 0,-3-2-3 15,0 0-13-15,-3-2-29 0,2-1-33 0,-3 2-34 16,0-5-45-16,2 3-62 0,2-5-67 0,-2 0-201 16,1-5-457-16,0 0 203 0</inkml:trace>
  <inkml:trace contextRef="#ctx0" brushRef="#br0" timeOffset="-129951.61">20073 7156 46 0,'5'-10'253'0,"0"2"-27"0,0 5-23 16,7 3-9-16,-1 3-1 0,3 8-2 0,5 7-2 15,4 5 2-15,-1 9-11 0,5 10-4 0,-4 3-4 16,-1 3 1-16,-2 4-12 0,-5 4-9 0,8 21-3 15,-16-19 6-15,1-1-21 0,-2 24-9 0,-7-22-5 16,-3 0-6-16,-5 21-6 0,1-29-6 0,-2 1-17 0,0-4-7 16,-7 3-6-16,-3-7-8 0,-1-1 0 15,1-3-12-15,3-8-5 0,-3-1 0 0,-2 10-11 16,3-13-26-16,-2-4-31 0,2-4-22 0,1-1-40 0,4-6-37 16,-2-2-50-16,2-2-68 0,1-5-83 15,-4-2-224-15,-1-4-589 0,0-2 260 0</inkml:trace>
  <inkml:trace contextRef="#ctx0" brushRef="#br0" timeOffset="-129595.36">20546 6865 2641 0,'15'-33'12'0,"0"3"34"0,1 4-27 0,-2 6-6 0,-3 5-12 16,2 3 0-16,1 2 0 0,1 0 1 16,1 3 4-16,-2 5-4 0,-1 2 0 0,1 2 1 15,2 5 7-15,2 3 11 0,4 6 14 0,-4 3 9 16,-3 5-8-16,-2 5 2 0,-3 4 4 0,-2 0 5 16,-3 1 7-16,-4 0 1 0,0 0 3 0,-3 0-3 0,-2-5 3 15,-2-3 4-15,2-6 0 0,0-4-5 0,1-1 0 16,0-2 1-16,1-5-2 0,1-1-7 15,0 0 3-15,1-7-9 0,0 10 0 0,0-10-4 16,9 9 0-16,1-7-2 0,10-4 6 0,12-2-7 0,7-4-10 16,21-7-7-16,2 0-11 0,25-12-21 0,-27 9-34 15,0-1-37-15,-2 2-38 0,-6 3-43 16,-13 3-40-16,-1 2-51 0,-5 0-62 0,-3 2-162 0,-2 1-520 16,-8-1 230-16</inkml:trace>
  <inkml:trace contextRef="#ctx0" brushRef="#br0" timeOffset="-125745.7">19447 8586 213 0,'0'0'216'16,"0"0"-18"-16,0 0-21 0,0 0-19 0,0 0-15 15,0 0-12-15,0 0-11 0,0 0-16 0,0 0-10 16,0 0-10-16,0 0-8 0,0 0-7 0,0 0-5 15,0 0-12-15,0 0-6 0,0 0-3 0,0 0-2 16,0 0-9-16,0 0-17 0,0 0-26 0,0 0-24 16,-4 9-25-16,4-9-38 0,-3 8-32 0,1-3-31 15,2-5-103-15,-5 6-285 0,5-6 126 0</inkml:trace>
  <inkml:trace contextRef="#ctx0" brushRef="#br0" timeOffset="-125571.85">19415 8687 87 0,'0'0'145'0,"0"0"-15"0,0 0-18 0,0 0-9 16,0 0-26-16,0 0-30 0,0 0-39 15,0 0-35-15,0 0-87 0,0 0-123 0,0 0 54 0</inkml:trace>
  <inkml:trace contextRef="#ctx0" brushRef="#br0" timeOffset="-125414.03">19399 8732 154 0,'0'0'159'15,"0"0"-11"-15,0 0-13 0,0 0-16 0,0 0-12 16,0 0-22-16,0 0-30 0,0 0-39 0,0 0-28 15,0 0-42-15,0 0-98 0,-11 1-165 0,11-1 72 16</inkml:trace>
  <inkml:trace contextRef="#ctx0" brushRef="#br0" timeOffset="-124559.74">13971 10254 215 0,'0'-8'189'0,"0"8"-19"0,5-7-17 0,1 1-15 15,3-1-10-15,3 0-9 0,7-2-7 0,6-4-9 16,6 1-11-16,1 0-8 0,4-3-11 0,2 4-5 16,16-1-6-16,-4-1-10 0,-14 6-25 0,-1 0-26 15,-1 6-28-15,-2 1-45 0,-1 1-20 0,-9 1-29 16,-1 3-125-16,-4 0-266 0,-3 0 118 0</inkml:trace>
  <inkml:trace contextRef="#ctx0" brushRef="#br0" timeOffset="-123973.6">14378 10204 26 0,'-13'0'126'15,"13"0"-1"-15,0 0-1 0,-10 5-6 0,5 0 4 16,1 4 12-16,4 3 2 0,-2 4-8 15,2 9-2-15,2 2-10 0,-2-1-7 0,5 3-9 16,-1 0-8-16,-2 1-8 0,5-1-7 0,-2 2-8 0,1-1-8 16,1-2-4-16,-2-1-2 0,1-3-8 0,1-5-5 15,-3 0-3-15,-1-1-8 0,1-4 0 0,-2 3 1 16,-1-5-7-16,0-3-5 0,0 1-3 16,-2 0-7-16,0-3-7 0,-2-1-4 0,-1-1-3 0,-1 0-7 15,-4-2 1-15,9-3-8 0,-16 2 7 0,3-4 4 16,2 1-1-16,0-2 0 0,-3-4 5 0,-1 1-3 15,5 2 3-15,1-4 11 0,0 4 0 16,1-3-1-16,2 1 2 0,0 2-6 0,1-1 11 16,5 5-4-16,-6-10-4 0,6 10 5 0,0 0 1 0,11-10-3 15,-4 7-4-15,6 0 1 0,5-3 2 0,2 1-6 16,8 0-11-16,-6 3-17 0,7-3-6 0,1 1-7 16,-1 1-16-16,-3 1-16 0,-3 1-12 0,4 1-6 15,-4 0-12-15,-4-3 3 0,1 3-11 0,-1 0 7 16,-2 0 2-16,-2-1 6 0,-3 1 14 0,-3 0 5 15,1-2 9-15,-2 0 9 0,-1-1 11 0,-2 0 14 16,-5 3 15-16,11-5 20 0,-9-1-7 0,-2 6 12 16,3-10 5-16,-3 10 21 0,-2-13 0 0,2 7 2 15,0 6 14-15,-2-13 15 0,1 6 5 0,1 7 8 16,-2-10 8-16,2 10 1 0,-2-9-2 0,2 9-9 16,0-7-10-16,0 7-8 0,0 0-4 0,0 0-5 15,0 0 4-15,0 0 10 0,0 0 5 0,0 0-1 16,13 25-8-16,-8-11-1 0,1 4-6 0,-1 3-4 15,-1-3-3-15,-2 1-4 0,4 8 0 0,-3-3-10 16,0 2 1-16,1-7-5 0,-1-1 1 0,0 2-5 16,1-4-10-16,0-3-24 0,-2-1-17 0,1 0-19 15,-2 0-23-15,1-1-24 0,-1-2-30 0,1-1-15 16,-2-1-20-16,0-7-11 0,2 10-128 0,-2-10-322 16,-7 5 143-16</inkml:trace>
  <inkml:trace contextRef="#ctx0" brushRef="#br0" timeOffset="-123737.83">14719 10587 88 0,'13'-15'129'15,"4"5"3"-15,-1 0-6 0,5 1-2 0,-2 3-1 16,-2 2-5-16,2 3-5 0,-1-1 1 0,1 2-7 0,-1 5-6 16,-2 1-11-16,0 3-2 0,-3 1-3 15,2 1-1-15,-5 1-5 0,-1 2-1 0,-3 4-4 16,1-1-6-16,-5 0-4 0,-2 3-4 0,-5 5 1 15,-4-1-3-15,-1 0-9 0,-3-1-2 0,-1-1-6 16,5-4-3-16,-2-2-3 0,2-7-10 0,-2 4-17 0,4-3-23 16,-2-3-22-16,2 1-27 0,2-4-24 15,1 1-29-15,4-5-24 0,-6 6-41 0,6-6-113 16,0 0-317-16,0 0 141 0</inkml:trace>
  <inkml:trace contextRef="#ctx0" brushRef="#br0" timeOffset="-123449.45">15163 10545 78 0,'6'-6'197'0,"-2"2"6"16,0-1-7-16,-4 5-13 0,7-6-12 0,-7 6-14 15,0 0-15-15,0 0-14 0,0 0-12 0,0 0-11 16,0 0-8-16,-25 19-4 0,19-10-14 16,-1 1-5-16,-3 5-11 0,2-1-5 0,4-1-5 0,3-2-5 15,-1 1-6-15,2 4 0 0,2 0-5 0,2-4-6 16,1-1-1-16,1-1-4 0,2 3-5 0,2-3-2 15,-1 0-2-15,5 0-1 0,0-1-2 16,-3 0-1-16,-4-3-3 0,0 3 5 0,-2-2-2 0,2 0-10 16,-2 2-3-16,-2-3 3 0,-3 1-2 0,4 0-5 15,-5 1-2-15,-3 2-5 0,0-4-14 0,-5 4-20 16,1-2-12-16,-1 1-13 0,-2-2-12 0,1 0-19 16,1-2-5-16,2 0-22 0,0-3-7 0,0 0-17 15,7-2-127-15,-14 0-302 0,14 0 134 0</inkml:trace>
  <inkml:trace contextRef="#ctx0" brushRef="#br0" timeOffset="-123157.47">15351 10567 110 0,'3'-5'212'16,"-3"5"-14"-16,4-5-10 0,-4 5-12 0,0 0-21 15,4-7-9-15,-4 7-11 0,0 0-17 0,0 0-10 16,0 0-10-16,0 0-12 0,-8 22-9 0,5-15-4 15,5 4-8-15,-4 0-9 0,4 0-2 0,0 0-6 16,2 5-6-16,2-2-4 0,-1-2-5 0,4 2-3 16,1 1-7-16,-1-1 4 0,1-1-3 0,-1-2 1 15,0-1-11-15,1 2 7 0,-2-3-6 0,-2 1 0 16,1-1 2-16,-1 3-4 0,-2-5-1 0,0 2 0 16,-2-1-4-16,-2 2-3 0,0-10-5 0,-2 13-6 15,-3-4 4-15,-3-2-3 0,1 0-10 0,0 0-10 16,-2 1-16-16,1-1-14 0,-2-2-17 0,-1 0-17 0,2-2-38 15,1-1-7-15,-2 0-30 0,10-2-127 16,-13 1-315-16,13-1 141 0</inkml:trace>
  <inkml:trace contextRef="#ctx0" brushRef="#br0" timeOffset="-122885.75">15823 10169 156 0,'2'-11'236'0,"0"2"-9"16,0 2-15-16,-2 1-21 0,0 6-12 0,0 0-8 16,0 0 0-16,0 0-9 0,-21 13 0 0,12 3-8 15,-4 10-8-15,-1 6 18 0,3 2-4 16,-7 12-10-16,5 0-9 0,7-10-9 0,-1 9-3 0,5 3-13 16,3-2-12-16,2-10-11 0,3 11-11 0,-1-17-9 15,4 4 0-15,1-4 0 0,3 2-8 0,3-1-6 16,1-3-7-16,4-1-11 0,-2-1-11 15,5-3-36-15,4-3-23 0,-1-1-34 0,3-2-32 16,-1 2-16-16,2-7-25 0,1 0-40 0,-2-4-15 0,2-2-64 16,-2-2-219-16,-10-3-513 0,2-2 227 0</inkml:trace>
  <inkml:trace contextRef="#ctx0" brushRef="#br0" timeOffset="-122652.04">16312 10439 1624 0,'-2'-35'-8'0,"0"6"62"0,-1 0 32 16,1 5 22-16,2 9 3 0,-3 4-20 0,2 3-16 16,0 2-19-16,1 6-7 0,0-10-6 0,0 10 7 15,0 0 26-15,0 0 19 0,11 18 9 0,-7-1 8 16,1 5 3-16,1 7 1 0,0 3-4 0,-3 1-7 16,-1 13-4-16,-1-12-12 0,-1 2-8 0,-1-3-5 15,2 13-10-15,-2-13-6 0,1-1-1 16,0-2-16-16,2-1-36 0,3-2-18 0,-2-2-25 0,-1-8-33 15,1 1-32-15,1-2-43 0,0 1-58 0,0-8-52 16,1 2-237-16,0-5-529 0,-2-3 234 0</inkml:trace>
  <inkml:trace contextRef="#ctx0" brushRef="#br0" timeOffset="-122484.35">16622 10565 1914 0,'14'-14'40'0,"0"0"43"0,-1 5-42 0,-4 0-11 15,0 1-11-15,0 4-4 0,0-2 15 0,2 2 13 16,-4 1 5-16,2 1 4 0,1 0 5 0,-1 2-15 16,5-2-1-16,0 2-3 0,4 0-1 0,1 3-16 15,-1-2-37-15,2 3-56 0,2-3-87 0,-5 2-225 16,1 0-416-16,-2-3 184 0</inkml:trace>
  <inkml:trace contextRef="#ctx0" brushRef="#br0" timeOffset="-122030.38">17716 9945 90 0,'-2'-12'255'0,"-2"3"-25"0,1 3-32 0,3 6-20 16,-2-8-17-16,2 8-14 0,0 0 4 0,0 0 1 15,0 0-9-15,26 14 4 0,-10-1-9 0,3 5-11 16,3 3-5-16,-3 2-7 0,1 1-6 0,1 1-7 16,-2 2-6-16,3-1-4 0,-4-1-11 0,-1-2-2 15,0-1-6-15,-7-3-9 0,2-2-3 0,1-2-5 16,-4-4-2-16,-2-1-4 0,0 0-6 0,0-4-3 15,0 2 3-15,-2-4-3 0,-1 1 10 0,-4-5 10 16,6 3 2-16,-6-3 11 0,0 0-25 0,15-10-3 16,-10 1-2-16,2-5-12 0,-1-4 1 0,3-1-3 0,-1-5-3 15,0-5 0-15,-2 2-5 0,1-3-4 16,-1-4 4-16,0 2-9 0,2 0-2 0,-2-1-6 16,0-2-15-16,1 5-16 0,-1 1-8 0,0 0-2 15,1 3-19-15,-4 8-13 0,-1 0-19 0,-1 7-21 0,-1 1-26 16,0 3-38-16,2 1-26 0,-2 6-31 15,0 0 10-15,0 0 9 0,0 0-1 0,0 0 1 16,2 23-134-16,1-5-373 0,1-1 166 0</inkml:trace>
  <inkml:trace contextRef="#ctx0" brushRef="#br0" timeOffset="-121654.92">18351 10049 68 0,'0'0'182'0,"0"0"10"0,0 0-5 0,0 0 0 16,0 0-1-16,0 0 4 0,0 0-13 0,0 0-1 15,-29-3-12-15,22 5-6 0,-5 3-6 0,2 2-2 16,-6 6-7-16,2 0-5 0,-5 8-9 0,2 0-14 16,2 2-3-16,2 3-4 0,2-4-16 0,1 3-6 15,4-7-8-15,4 1-3 0,1 2-6 0,2-4-10 16,1-1-6-16,4 0-5 0,0-1 3 0,3-5-6 16,-1-1-12-16,2 1 2 0,1-3-5 0,1-2-1 15,2-1-4-15,-1-1-2 0,-1-5-1 0,2 2 0 16,-1-2-10-16,0-1 3 0,-1-1-4 15,-1-2 1-15,0-3-5 0,2-1-4 0,-4 2-3 0,-1-3 2 16,2-2-1-16,-2-3-4 0,1 3-6 0,-3-2 15 16,-2 4-14-16,0 0 2 0,0 1-2 0,-2 2 2 15,1 2-3-15,-1 1 5 0,-2 5-6 0,4-8-2 16,-4 8-1-16,3-6 4 0,-3 6 3 0,0 0-2 16,0 0 1-16,10 12-1 0,-8-4 6 0,1 4-4 15,-3-3-3-15,3 2-17 0,-3 1-11 0,1 1-25 16,0 0-13-16,2-2-19 0,-1 0-25 0,2 1-30 15,0-2-28-15,1-1-31 0,1-1-31 0,0 1-183 0,0-5-457 16,2-3 203-16</inkml:trace>
  <inkml:trace contextRef="#ctx0" brushRef="#br0" timeOffset="-121357.75">18768 10094 100 0,'4'-16'169'16,"-4"5"1"-16,0 0-1 0,-3 1 1 0,1 1-3 15,-2 1-6-15,1 3-9 0,-3 1-12 0,6 4-15 16,-13-1-8-16,13 1-7 0,-19 7-8 0,9-1-5 0,-4 4-8 16,0 2-7-16,0 3-12 0,5 1-7 15,-5 6-5-15,7-4-7 0,2-1-5 0,3 2-5 16,3-2 1-16,3 2-11 0,2 0 0 0,4-2-2 16,2 1-1-16,-1-2-1 0,5-2-5 0,-2 0-1 0,2 0-4 15,0-4 0-15,-2 2 0 0,0-2-2 16,-4-2 0-16,-2-1 1 0,1 2 5 0,-3-3-3 15,0 0 3-15,-2 2-6 0,-1-2 10 0,-1 2-1 16,-2-8 0-16,-2 11-3 0,-3-3 0 0,-2 0-6 16,-3-1-13-16,0 2-14 0,-3-4-17 0,1 2-22 0,-3 0-33 15,1-3-40-15,-1 2-40 0,1-2-39 16,-3-1-184-16,-5 2-418 0,3-3 186 0</inkml:trace>
  <inkml:trace contextRef="#ctx0" brushRef="#br0" timeOffset="-121135.73">17808 10639 211 0,'21'7'215'0,"-1"-8"-12"0,15-1-2 0,21-2-4 16,0-4-11-16,35-4-4 0,-3-2-12 0,-24 5-9 16,25-9-14-16,-26 9-10 0,28-6-11 0,-30 8-16 15,-2 2-8-15,-2-2-9 0,-2 2-12 0,-15 1-5 16,-2 2-11-16,-2 0-5 0,-3-1-11 0,-3 2-20 15,-2 0-21-15,-8 1-21 0,-2 0-35 0,-8 2-36 16,1 0-31-16,-5 0-26 0,2 1-26 0,-8-3-50 16,1 7-121-16,-1-7-365 0,-10 10 161 0</inkml:trace>
  <inkml:trace contextRef="#ctx0" brushRef="#br0" timeOffset="-120526.99">18027 11010 218 0,'1'-9'210'0,"-2"0"0"0,1 9-1 0,0-13-12 16,0 13-17-16,0-11-17 0,0 11-19 0,0 0-12 15,0-8-18-15,0 8-10 0,0 0-8 0,0 0 6 16,0 0-6-16,0 0-5 0,18 21-6 0,-9-8-4 0,1 1 18 16,0 0-6-16,2 3-3 0,-1-1-14 15,3 4 0-15,0-4-6 0,-2 0-4 0,-1-1 0 16,3 2-8-16,-1-3-8 0,0 1-1 0,-3-1-2 16,0-1-8-16,2-1-1 0,-5-2-4 0,1-1 1 15,-1 0-4-15,0-1-3 0,-2-2-5 0,-1-1 1 16,0 0-1-16,-4-5-6 0,5 6-3 0,-5-6 6 15,5 4-1-15,-5-4-4 0,4 6 12 0,-4-6 2 16,0 0-3-16,0 0 3 0,0 0-5 0,14-13 0 16,-8 4-6-16,1-7 0 0,2-1-2 0,1-6-5 0,0 1 1 15,3-2-4-15,-3-3 6 0,1 0-5 0,2-2-3 16,0 0-1-16,-1-2-1 0,-1 2 0 16,1 0-3-16,-1 2-2 0,-2 3-13 0,-2 4-9 15,-2 3-14-15,1 7-9 0,-2-2-22 0,0 4-27 16,-3 2-24-16,-1 6-16 0,0 0-22 0,0 0-13 0,0 0-4 15,0 0-21-15,0 0-8 0,-8 29-17 16,7-13-157-16,1 0-409 0,0 2 182 0</inkml:trace>
  <inkml:trace contextRef="#ctx0" brushRef="#br0" timeOffset="-120177.64">18631 11110 15 0,'0'0'217'16,"0"0"-5"-16,0 0 0 0,0 0-8 15,-18 12-6-15,9-8-3 0,0 2-4 0,-1 1-8 16,1 1-10-16,-2 3-11 0,-1-1-12 0,2 3-9 0,0 1-7 16,0 1-11-16,3 1-14 0,1-1-7 15,2-3-10-15,0 0-6 0,0 0-11 0,4 0-2 0,-1-1-11 16,2 0-4-16,2-1-4 0,-1-3 3 16,1 0-12-16,1-2-9 0,1 1-1 0,0-1-4 15,1-1 0-15,1-1 0 0,-2 1 0 0,0-2-8 0,-5-2-1 16,15-1 2-16,-15 1 4 0,12-4-11 0,-8 1-3 15,2 0 0-15,3-5-4 0,0 2-3 0,-3 0-2 16,0-1 1-16,0 2-5 0,-1-1 3 0,-1 1-6 16,-4 5-3-16,9-6-4 0,-5 3 0 0,-4 3-7 15,0 0 2-15,6-1 1 0,-6 1 0 0,0 0 2 16,9 7 3-16,-7-1 2 0,-2-6-3 0,0 13-9 16,3-4-14-16,-3 1-18 0,-1 0-20 0,1 0-25 15,0-10-34-15,0 21-24 0,0-12-39 16,0 3-23-16,0-12-36 0,1 17-145 0,0-9-428 0,-1-8 189 15</inkml:trace>
  <inkml:trace contextRef="#ctx0" brushRef="#br0" timeOffset="-119879.4">18845 11250 50 0,'-2'-10'192'0,"2"0"-4"0,0 10-5 0,-2-16-4 16,-1 10-3-16,3 6-15 0,-2-8-11 0,2 8-17 15,-4-6-12-15,4 6-12 0,0 0-14 0,-9-1-8 16,9 1-8-16,0 0-7 0,-10 14-12 0,7-6-4 16,1 3-5-16,0-2-5 0,1 1-3 0,2 0-6 15,1 0-4-15,-1 3-3 0,3-2-5 0,1-2 1 16,-1 2-4-16,1-1-2 0,0-2 0 16,2 2-1-16,-3-2-5 0,1 0-5 0,-1 0 2 0,0 0 1 15,1-2-1-15,-2 1-3 0,-1-2 1 0,1 2 5 16,-3-7 2-16,-1 11-2 0,-3-3 1 0,-1-4-2 15,0 5-1-15,-4-2-10 0,1 1-8 0,-2-2-15 16,1-1-19-16,1 1-13 0,8-6-26 16,-13 9-23-16,13-9-35 0,-9 2-44 0,4-2-153 0,5 0-363 15,0 0 161-15</inkml:trace>
  <inkml:trace contextRef="#ctx0" brushRef="#br0" timeOffset="-119650.59">19094 11003 183 0,'1'-6'244'0,"-1"6"-16"0,0 0 6 0,0 0 0 15,0 0 4-15,0 0-17 0,-6 30-4 0,2-13 0 16,-1 10-8-16,-3-3-18 0,2 3-10 0,3 1-10 16,-1-2-3-16,3 2-32 0,1-3-8 0,3 1-27 15,-1-2 0-15,3-5-9 0,-1 0-11 0,4-4-21 16,1-1-43-16,0 1-32 0,0-5-38 0,1-3-40 15,0 1-53-15,0 0-39 0,3-5-56 0,-1 0-43 16,-1-2-156-16,-1-1-476 0,-10 0 211 0</inkml:trace>
  <inkml:trace contextRef="#ctx0" brushRef="#br0" timeOffset="-119374.02">19311 11164 152 0,'0'0'221'0,"0"0"-3"0,0 0-4 0,0 0-3 15,0 0 1-15,0 0-19 0,0 0-10 0,-2 25-9 16,2-25-14-16,2 15-9 0,1-6-13 0,2 0-7 16,-1-1-12-16,2-1-9 0,3-1-6 0,-1 0-14 15,1-2-6-15,1-1-6 0,-1 0 0 0,2 0-8 16,2-3-11-16,-4 0 0 0,-9 0 4 0,18-2 5 16,-10 1 4-16,-2-3-1 0,0 0-4 0,-1-1-8 15,-1 2-3-15,-4 3-8 0,5-13 3 0,-2 7-3 16,-3 6-10-16,-3-14-8 0,-1 4-3 0,1 0 5 15,0 2-14-15,-4-1-6 0,0 3-17 0,2-1-22 16,-3 1-20-16,-2 3-25 0,1-2-25 0,0 4-31 16,-2-1-40-16,11 2-51 0,-12 2-39 0,12-2-234 15,-11 4-532-15,11-4 236 0</inkml:trace>
  <inkml:trace contextRef="#ctx0" brushRef="#br0" timeOffset="-119005.47">19566 11051 237 0,'3'-8'245'16,"-3"8"-9"-16,0 0-14 0,0 0 7 0,0 0-2 15,0 0-3-15,10 15-14 0,-8-5-15 0,-2 2-13 16,4 0-13-16,1 5-7 0,-3 0-12 0,1 0-10 16,1 0-9-16,-3 0-9 0,5 2-12 0,-2-3-7 15,0-1-15-15,-1-2-7 0,-1-3-8 0,1 0-9 16,-1-1 2-16,2 1-13 0,-3-4-2 0,1 0-3 15,-2-6-2-15,3 7 1 0,-3-7 10 0,0 0 15 16,3 6 8-16,-3-6-9 0,0 0-10 0,0 0 0 16,0 0-10-16,0 0-6 0,0 0-10 0,-9-23 6 15,5 14-8-15,0-1-7 0,2-3 3 0,-1-1-4 16,-2-3-12-16,3 0-18 0,-2-1-13 0,0-1-1 16,1-2-3-16,1-4-8 0,2 1-5 0,0-1-9 15,2 6 4-15,1-1 0 0,1 3-2 0,2 0 0 16,-1 2-4-16,4-1 1 0,-2 5-8 0,1 3 1 15,2-3-10-15,-1 3-10 0,1 3-16 0,-3 1-22 16,4 1-17-16,-4 2-23 0,-7 1-25 0,14 4-19 16,-9 1-27-16,2 1-29 0,-3 4-189 0,-2-1-474 15,1 1 210-15</inkml:trace>
  <inkml:trace contextRef="#ctx0" brushRef="#br0" timeOffset="-118552.56">19690 11119 136 0,'0'0'184'0,"-3"7"-6"0,3-7-4 16,0 0-3-16,-1 7-3 0,1-7 0 15,0 0-1-15,7 6 4 0,-7-6-14 0,13-2-8 16,-13 2-17-16,23-4-9 0,-10 0-16 0,5-2-8 0,2 2-10 16,-1-1-9-16,2-2-11 0,-2-1-10 0,0 0-15 15,-2 0-13-15,1 2-9 0,-4-2-12 0,-2 2-7 16,-3 1 0-16,0-2-5 0,1 1-1 0,-2 0 0 16,0 0 1-16,-3 3 1 0,0-1 2 15,-5 4 4-15,6-5-2 0,-6 5 2 0,6-3 1 0,-6 3-6 16,0 0 5-16,0 0 8 0,0 0 5 15,10 8 10-15,-9-2 8 0,2 4 6 0,-2 1 7 0,4 0-1 16,-2 0 3-16,-2 1 5 0,1 0 3 0,1 0 6 16,0 0-6-16,-1 0-1 0,1 0-3 15,-1 0 7-15,1 0 11 0,-1-4-10 0,1-1-6 0,-2-2 0 16,-1-5 3-16,4 10 7 0,-4-10 15 0,3 7 10 16,-3-7 13-16,0 0 14 0,2 5-6 0,-2-5-13 15,0 0-10-15,0 0-2 0,0 0-10 0,0 0-1 16,0 0-13-16,0 0-4 0,-4-31-6 0,3 21-7 15,-3 0-3-15,2-1-9 0,-3-4 9 16,1 3-15-16,0 1-4 0,3-8-11 0,-3 2-9 16,0-2-16-16,1-6-9 0,3 7 0 0,2-3-16 0,0-4-6 15,2 7-9-15,4-6-1 0,-1 7 1 0,2 2-3 16,-1 1-13-16,1 1-2 0,2-1-12 0,-3 5-9 16,1 0-21-16,0 3-19 0,1 0-20 0,-3 4-14 15,-1-1-16-15,-6 3-15 0,0 0-14 0,23 5-25 16,-19 1-11-16,1 1-13 0,-2 3-181 0,-3 0-474 15,-3 2 210-15</inkml:trace>
  <inkml:trace contextRef="#ctx0" brushRef="#br0" timeOffset="-118424.64">20124 10971 15 0,'-3'11'74'0,"1"-1"11"0,1-2 8 0,-2-3 10 15,3-5 11-15,-1 12 3 0,1-12 7 0,-2 6 9 16,2-6 11-16,0 0-2 0,7 7-5 0,-7-7-11 16,10 2-13-16,-10-2-6 0,10 0-14 0,-1-4-8 15,-9 4-15-15,19-5-33 0,-8 1-41 0,3-1-50 16,-3-1-54-16,1-1-54 0,-1 2-102 0,-2-2-286 15,-1-1 126-15</inkml:trace>
  <inkml:trace contextRef="#ctx0" brushRef="#br0" timeOffset="-118219.33">20394 10805 101 0,'16'2'232'0,"-9"1"3"16,-1 1 2-16,2 3-1 0,-1 1-14 0,4 4-15 15,-2 2-5-15,-1 3-13 0,-1 1-16 0,1 7-11 16,-3 1-20-16,-5 1-11 0,0-1-16 0,0 3-2 16,-4 1-16-16,0-3-10 0,-4 0-8 0,-3 1-20 15,-2-3-27-15,-2-2-34 0,-2-2-20 0,3 1-35 16,-3-2-40-16,-3-1-54 0,-2-3-43 0,-2 0-228 16,-7-2-456-16,4-3 202 0</inkml:trace>
  <inkml:trace contextRef="#ctx0" brushRef="#br0" timeOffset="-117681.84">19286 10588 153 0,'109'-17'184'0,"-4"8"-12"0,0-2-6 0,-4 1-7 16,3-1-12-16,-7 0-8 0,0 3-17 0,-1-3-12 16,-6 2-9-16,-27 5-8 0,28-3-8 0,-27 2-6 15,-2-2-8-15,1 3-8 0,-3-2-7 0,-9 2-5 16,-11 1-6-16,-7-1-3 0,-1 1-6 0,-13 1-7 16,0-1-1-16,-5 3-1 0,-2-3-3 0,-5 2-14 15,1-1-20-15,-8 2-41 0,5-5-50 0,-5 5-38 16,0 0-46-16,0 0-100 0,-14-10-308 0,1 5 137 15</inkml:trace>
  <inkml:trace contextRef="#ctx0" brushRef="#br0" timeOffset="-117195.52">21020 9825 62 0,'33'-3'200'0,"18"3"-4"0,-10 4-9 0,8 5-7 0,3 5-6 15,-3 8 2-15,-2 7-8 0,-1 4-1 0,-3 2-12 16,-2 6-6-16,-4 5-14 0,-8 6-4 0,-3 0-14 16,2 24-5-16,-15-21-9 0,-4-2-7 0,-4 0-12 15,-7 0-10-15,-5 3-9 0,-8-3-15 0,-4 2-21 16,-6-3-15-16,-4 4-24 0,-18 17-17 0,8-26-24 16,-12 20-37-16,-5-4-16 0,-4-1-33 0,11-20-27 15,-22 15-53-15,-6-7-121 0,2-6-366 0,-7 1 162 16</inkml:trace>
  <inkml:trace contextRef="#ctx0" brushRef="#br0" timeOffset="-116693.39">21564 9287 169 0,'19'-5'176'0,"-6"5"-15"0,2 1-7 16,-2 3-4-16,-1 3-5 0,-2 0 0 0,2 5 0 15,-2 1 7-15,-3 3-13 0,-3 3-11 0,-1 6-6 16,-6 2-10-16,-1 1-9 0,-2-1-5 15,-3 2-4-15,0-1-7 0,-1-3-11 0,5-6-2 0,-1-1-11 16,2 0-6-16,2-2-3 0,2-2-5 0,4-3-5 16,4 0 3-16,1-1-6 0,5-3-6 0,14 1 0 15,1-3-5-15,5-2-4 0,3-5-2 0,18-4-1 16,-4-2-5-16,1-1-22 0,-2-2-11 0,-13 2-24 16,-1 0-27-16,-4-1-36 0,-3 1-40 0,-3-1-40 15,-10 4-50-15,-5 1-134 0,-6 1-396 0,-2-1 175 16</inkml:trace>
  <inkml:trace contextRef="#ctx0" brushRef="#br0" timeOffset="-115619.36">11828 10691 1281 0,'-22'-1'117'0,"9"0"-28"16,-4 1-5-16,6-2-14 0,2 1-22 0,9 1-23 15,-13-2-5-15,13 2-4 0,-5-2-4 0,5 2-5 16,0 0 2-16,0 0-2 0,25-9 6 0,-10 4 2 16,4-1-7-16,6-3-1 0,-3 2 0 0,2 0-2 15,-3 1-3-15,-1 2 0 0,-2 1-11 0,2-1-8 16,-5 1-5-16,-3 2-12 0,-1 0-3 0,-4-1 1 16,-7 2-5-16,13-2 16 0,-13 2 0 0,7-3 4 15,-7 3 1-15,0 0-3 0,0 0 7 0,0 0 2 16,0 0 12-16,0 0-6 0,-25-6 7 0,25 6 6 15,-14 0 3-15,14 0 7 0,-15 0 4 0,15 0 1 16,-11-1 2-16,11 1-8 0,-10 2-3 0,10-2 12 0,-6 8-1 16,4 2 17-16,-1 3 7 0,0 5 2 15,2 7 1-15,2 1 9 0,-1 2-9 0,2-2 1 16,0 2-1-16,0 1-11 0,2 0 9 0,-6 0-5 16,7-3-1-16,-2 0-5 0,-1-1 0 0,2 1-3 0,-2-2 9 15,-1-5-1-15,1 1 9 0,-2-2-19 0,0 1-1 16,1-2-6-16,-2-6 2 0,0 1-2 15,-1 0-4-15,0-1-1 0,0-4 4 0,2-7-5 16,-3 12-1-16,2-7 0 0,1-5-1 0,-6 7-3 16,6-7-1-16,0 0 0 0,-8 2 1 0,8-2-5 0,0 0 0 15,0 0-1-15,0 0-1 0,-7-11-3 16,7 11 0-16,0 0-1 0,7-15 1 0,1 7-6 16,4 2-6-16,1-4-4 0,6 3-13 0,-2-2-2 15,4 1-11-15,5 0-6 0,-1-2-11 0,1 2-10 0,-2 0 2 16,-2 1-4-16,-2 0 20 0,3 1-22 15,-7 0 0-15,2-3 2 0,-1 2 10 0,-5 2 10 0,-1-3-1 16,0 2 4-16,-2-1 11 0,-2 0 5 0,0-1 8 16,-3-1 5-16,1 0 13 0,-3 1 8 0,3 1 9 15,-1-3 9-15,-4 2 6 0,2 1 3 0,-2 7 8 16,-2-11 8-16,2 11 5 0,2-8 0 0,-2 8-7 16,0 0-7-16,0-10-8 0,0 10-3 0,0 0-5 15,0 0 6-15,0 0 4 0,0 0 7 16,9 24 7-16,-5-8-3 0,-1 0-6 0,3 8-3 15,-2-5-4-15,-1 8-2 0,2-1-3 0,-1-6 0 16,0-1-2-16,1 5-4 0,-1-6-10 0,1-1-28 0,-2 0-26 16,1-1-34-16,-4-3-47 0,0 3-35 0,0-3-46 15,-2-1-143-15,-3-1-377 0,-4 0 167 0</inkml:trace>
  <inkml:trace contextRef="#ctx0" brushRef="#br0" timeOffset="-115359.52">12435 10913 5 0,'13'-5'189'0,"-1"4"1"0,1-1-5 0,5 1-6 16,-7 4-4-16,2 0-1 0,1 1-12 0,-5 4-5 16,0-1-9-16,2 3-3 0,0 2-5 0,-4 4 2 15,0 0-10-15,-5 1-5 0,-2 1-4 16,-1 1-13-16,-7 5-1 0,-3-2-12 0,-2 2-8 0,-4-1-8 15,-1 0-10-15,1-1-9 0,-2-4-6 0,4-4-2 16,1-1-25-16,-1-1-19 0,1-1-23 0,5-3-23 16,-3 0-22-16,2-2-32 0,5 0-31 0,-1-2-31 15,3 0-25-15,3-4-29 0,0 0-22 0,0 0-116 16,0 0-371-16,0 0 164 0</inkml:trace>
  <inkml:trace contextRef="#ctx0" brushRef="#br0" timeOffset="-115215.95">12727 10887 17 0,'18'-13'134'0,"4"-4"-1"0,-6 3-3 16,2 4-4-16,-3 1-13 0,1-1-10 0,-2 3-9 15,-1 4-10-15,-6 0-16 0,0 3-20 0,-7 0-34 16,10 4-28-16,-5 4-28 0,-2 0-30 0,-3 3-84 16,-3 0-169-16,-1 5 74 0</inkml:trace>
  <inkml:trace contextRef="#ctx0" brushRef="#br0" timeOffset="-115089.64">12841 11050 47 0,'0'8'164'0,"0"-8"-7"0,2 7 5 0,-2-7 1 16,7 6-2-16,-7-6-4 0,9 1-10 0,-2-1-13 15,-7 0-11-15,25-5-10 0,-12 1-10 0,6-3-13 16,0 0-29-16,1 2-51 0,1 0-60 0,7-5-75 16,-12 3-145-16,5 2-292 0,-4-3 130 0</inkml:trace>
  <inkml:trace contextRef="#ctx0" brushRef="#br0" timeOffset="-113442.59">19190 8550 146 0,'-21'4'152'0,"3"0"-10"16,1 2-6-16,-3 0-6 0,4-2 5 16,-1-1-7-16,4 1-5 0,3-2-7 0,2 1-4 0,1-2-6 15,2 2-12-15,5-3-2 0,-11 3-12 0,11-3-4 16,0 0 2-16,-1 7 3 0,1-7 5 16,0 0 0-16,27 3-5 0,-6-3-3 0,13-3-5 15,4-1-5-15,17-5-8 0,5 3-2 0,0-5-5 0,7-1 0 16,22-4-2-16,-27 6-4 0,-4-3-2 0,4 3-3 15,-5 2-4-15,-3 0-1 0,-14 5-1 0,-5-5-9 16,1 0 0-16,-1 5-4 0,-6 1 0 16,-10 1-1-16,-1-2-2 0,-5 1-1 0,-3 0-3 15,2 2 1-15,-6-1-4 0,-6 1 1 0,9-2-4 0,-9 2 1 16,8-1-4-16,-8 1 4 0,0 0-25 0,0 0-12 16,0 0-25-16,0 0-27 0,-23 17-25 0,10-7-47 15,-5 1-45-15,-4 6-39 0,-3-1-154 0,0 4-421 16,-3-1 186-16</inkml:trace>
  <inkml:trace contextRef="#ctx0" brushRef="#br0" timeOffset="-112695.58">18046 11858 126 0,'-18'2'214'0,"7"0"-5"16,0-1-10-16,5-1-14 0,6 0-12 0,0 0-7 15,0 0-11-15,0 0-8 0,51 0 8 0,1-1-16 16,8-5-3-16,32-2-11 0,4-3-10 0,7 4-8 16,6-6-9-16,10 0-7 0,5-2-5 0,7 3-5 15,0-1-7-15,5-4-2 0,2 5-4 16,6-2 4-16,-1 0 1 0,2 4-5 0,-6-4 4 0,8 6-4 16,-18-6 2-16,-1 4-1 0,-9 3-5 0,-5-5 2 15,-9 3-3-15,-11 0-3 0,-33 2-2 0,0 1-1 16,-3 1-7-16,-18 1-3 0,-5-1-6 0,-3 0-5 15,-3 1 0-15,-14 1 2 0,-2 3 7 0,-2-2 21 16,-2 1 0-16,-9 1-9 0,9-5-2 0,-9 5-5 16,0 0-5-16,0 0-4 0,0 0-6 0,-22-18-1 15,9 17-2-15,-4-2-6 0,-1-1-1 0,-3 0 4 16,2 4-41-16,0-1-9 0,6 1-28 0,-1 1-30 16,0 1-24-16,1-1-29 0,2 2-38 0,-5 0-58 15,4-1-64-15,-7 6-300 0,-7 1-641 0,-1 1 284 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9T10:40:02.2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7554 1488 40 0,'0'0'47'0,"0"0"15"0,0 0-11 0,0 0 6 0,0 0 8 16,0 0 12-16,9-3-3 0,-9 3 4 0,0 0 13 15,6-7 10-15,-3 3 0 0,-3 4 4 0,5-8 1 16,-5 8-10-16,4-8-4 0,-2 2-7 0,1 0-8 15,-3 6 3-15,5-12-8 0,-6 4 3 0,4 2-5 16,-3 6-4-16,2-13-5 0,0 6-10 0,-3-1-5 16,1 8-1-16,0-16-12 0,0 16 1 15,-5-12-6-15,5 12-4 0,-6-12 0 0,2 7-7 0,-4 0 0 16,8 5-1-16,-17-8 0 0,5 6-6 16,0 0-3-16,-3 4 1 0,-6 0-3 0,-4 4-2 15,-2 1 3-15,-1-1-7 0,2 3 4 0,6 0-3 16,2 1 5-16,-1 1-5 0,1-2 5 0,0 2-3 15,-5 3-2-15,10-5 1 0,-2 5 0 0,5 1-2 0,-1 2 2 16,4-4-3-16,-1 3-1 0,4-1 3 16,2-2-5-16,2 4 4 0,1-1 1 0,4 0-3 15,1 2 5-15,5-3 2 0,-1 2-4 0,8 2 2 16,0-2 0-16,5-2-1 0,1 2 4 0,3-2-7 16,-3 1 1-16,4 3 4 0,0-2-1 0,0 0-3 15,0 2 2-15,-2-3-5 0,0 2 6 0,-6-1-11 16,1 2 0-16,-9-5-1 0,1 0-6 0,-3 1 5 15,-2-2-5-15,1 2 4 0,-7-5 1 16,1 2 5-16,-4-2-3 0,-4 0 0 0,-6-1 4 0,-3 3 1 16,-5-3 2-16,-6 1-3 0,-1-3 8 0,-3 2-6 15,-2-4 6-15,-2-1 3 0,0-1 2 0,-1 0-5 16,2-1 2-16,3-4-5 0,1 4-13 0,2-4-20 16,5 2-5-16,8-3-44 0,-3 1-49 0,5 1-45 15,-2 0-101-15,13 1-298 0,-17-2 132 16</inkml:trace>
  <inkml:trace contextRef="#ctx0" brushRef="#br0" timeOffset="462.29">8088 1653 154 0,'-11'-13'165'0,"-2"2"-17"0,0 5-10 0,-4 0-10 16,-2 2-11-16,-1 4-10 0,-7 7-7 0,-1 1-14 15,0 6-2-15,0 6-11 0,2-1 0 0,0 9-9 16,5 0-2-16,1 1-11 0,3 3-2 0,1-3-7 16,6-1-2-16,2 0-6 0,3-4 2 0,3-4-6 15,3 0-3-15,2-5-2 0,3 1-3 0,1-1-1 16,3-6 2-16,0 1-1 0,1-5-2 0,3 2-4 15,2-4 0-15,0-1 0 0,2-3 0 0,-1-4-2 16,1-4 2-16,-2-2-4 0,2 0-4 0,4-8-1 16,-5-2 4-16,-1 1 27 0,-2-6-4 0,0 4-6 15,-4-2 0-15,-3-4-7 0,-1 4 1 0,2-1-5 16,-4 1 0-16,0 7 2 0,-2 3 11 16,-1 2 8-16,2 2 4 0,-2 2-2 0,1 2-19 15,-2 6 0-15,1-8-2 0,-1 8-5 0,0 0-2 16,0 0-2-16,0 0 1 0,0 0 1 0,1 36 0 15,-2-10-1-15,-2 0-4 0,-1 2 5 0,3-1-2 16,2 1 0-16,-1-4-1 0,2-6-4 0,2 6 2 16,-1-6-10-16,4 2-23 0,-1-4-8 0,3 0-33 15,1-1-30-15,2-2-35 0,-1 1-46 0,0-6-175 16,-1-3-381-16,-1-2 169 0</inkml:trace>
  <inkml:trace contextRef="#ctx0" brushRef="#br0" timeOffset="695.15">8446 1477 87 0,'2'-26'197'0,"2"1"9"0,-1 9-4 0,-2 6-7 15,-2-1-17-15,1 11-19 0,0-11-23 0,0 11-13 16,0 0-17-16,0 0-13 0,0 0-8 16,0 0 11-16,0 0-6 0,-7 55-11 0,4-19-3 15,-3 11-13-15,1-12-4 0,0-1-2 0,1 13-10 16,1-14-1-16,-1 2-5 0,0 1 2 0,1-2-6 15,2-2-2-15,0-2-4 0,-2 0-19 0,2-4-20 16,-2-1-27-16,2 0-25 0,0-8-27 0,-1-2-31 16,2-2-46-16,0-13-41 0,-3 20-112 0,3-20-344 15,-8 10 152-15</inkml:trace>
  <inkml:trace contextRef="#ctx0" brushRef="#br0" timeOffset="1441.93">8223 1730 7 0,'-2'-10'173'16,"2"10"-15"-16,0 0-15 0,0 0-18 0,9-13-5 16,-9 13-16-16,20-4-5 0,1 4-4 0,1-1 0 15,8 0-13-15,2-2-1 0,-2 5-6 0,-1-4-6 16,0 2-6-16,-7 0-1 0,0 0-6 16,-3 0-2-16,-1 2-8 0,-7-1-5 0,2-1-6 15,-13 0 4-15,14 2-11 0,-14-2 0 0,12 4 6 16,-6 1 7-16,-6-5-2 0,6 12 1 0,-2 0 5 15,-2 0 1-15,-1 6-2 0,-1 0 4 0,2 1-5 16,-2 1-2-16,-1-1-3 0,1 0-5 0,0-1-2 16,-2-3-7-16,2 1 0 0,1-3-4 0,3-2 5 15,0-2-5-15,-1 0-3 0,4 0 4 0,-2-4-5 16,1 3-3-16,1-4 4 0,-7-4 0 0,14 5 0 16,-4-7-4-16,-10 2-8 0,21-5 8 0,-10-1-3 15,-2-3-4-15,2-3 1 0,1-2-2 0,-3-2-6 16,1 0 8-16,0-7-4 0,-1-2 2 0,-1 6-3 15,-1-7-2-15,0 0 0 0,-2 8 0 0,-1 1-2 16,1 2 3-16,-1 5 10 0,-3 0-6 0,-1 10 4 16,2-13-4-16,-2 13-6 0,4-9 0 0,-4 9 0 15,0 0-1-15,0 0-4 0,0 0 1 0,0 0 4 16,4 34-1-16,-4-15 3 0,0 7 1 0,0-3-3 16,2 7 3-16,-2-11 2 0,1-2-4 15,1 1 5-15,2-2-4 0,3 0 4 0,0 0-6 16,1-3 9-16,2-1 2 0,4-1 2 0,2-2-2 15,1-2 0-15,0-1-2 0,1-1-5 0,1 0 9 16,-2-6-4-16,0 1 6 0,0-2-1 0,0-4-4 0,0 2-1 16,-1-3 0-16,-2-2 0 0,0-3-3 15,-2 1 3-15,2-7-6 0,-4 1 0 0,2-6 2 16,-4-3 1-16,-3 1-4 0,1-1-1 0,-5 0-2 16,0 7 4-16,-1-6-7 0,-2 7 7 0,-1 4-5 15,-2-3 5-15,-1 5-4 0,2 1 2 0,0 3-5 16,4 8 0-16,-5-8 1 0,5 8-2 0,-7-9-10 15,7 9 10-15,0 0-3 0,-6-7 2 0,6 7 0 16,0 0 1-16,0 0-2 0,0 0 5 0,0 0 0 16,0 0 0-16,0 0 3 0,26 24 1 0,-12-19-7 15,2-1 7-15,11 3 0 0,-5-4 3 0,5-1-5 16,-7 1-7-16,1 1 7 0,-4-1 0 0,0 2 1 16,-4-1 0-16,-2-1-6 0,0 4 4 15,0 0-4-15,-3 2 2 0,2 3 3 0,-2-1 0 0,-1 5 6 16,-3 0 1-16,-1 0-3 0,-2 0 3 0,0 4 4 15,-1-2-7-15,-1 0 6 0,0 1-14 0,-1 0-13 16,1 1-16-16,0-2-20 0,1 1-36 0,2-2-53 16,4-1-47-16,0 1-192 0,0-1-412 15,6-6 182-15</inkml:trace>
  <inkml:trace contextRef="#ctx0" brushRef="#br0" timeOffset="1812.26">9799 1765 151 0,'0'0'183'0,"-10"-10"-15"0,10 10-3 0,-13-4-3 15,13 4-7-15,-22 9-5 0,7 1-12 0,-5 7-13 16,1-1-12-16,-2 5-8 0,7-1-11 0,1-3-10 16,6 0-5-16,-1-1-11 0,3 3-4 15,0-4-6-15,3 0 0 0,2-2-13 0,2-3-1 0,1 0-1 16,3-1-5-16,0 0-3 0,1-2-1 15,4-3-3-15,-2-2-6 0,2 1 5 0,-11-3-4 16,25-4-3-16,-14 0-1 0,2-1-4 0,2-5-1 0,-2-2-1 16,-3-1-1-16,2-2-4 0,-2 1-1 15,-1-4-4-15,-1 1 2 0,-1-1 1 0,-2 0 6 16,-1 5 13-16,0 5 3 0,0 0 0 0,-1 2-6 16,-3 6-2-16,2-12-5 0,-2 12-5 0,0 0 1 15,0 0-6-15,0 0-2 0,0 0-1 0,0 0 0 16,4 28 2-16,-4-12-1 0,0 0-2 0,2 3 5 15,-2-2-2-15,2 7-2 0,0-4-8 0,2-1-40 16,1 0-21-16,0-2-43 0,1 2-48 0,1-3-54 16,2-2-176-16,-5-3-415 0,4-3 184 0</inkml:trace>
  <inkml:trace contextRef="#ctx0" brushRef="#br0" timeOffset="2082.34">10230 1517 168 0,'4'-19'256'0,"-3"4"0"16,0 3-18-16,1 1-19 0,-1 4-22 15,-1 7-26-15,4-10-22 0,-4 10-17 0,0 0-16 16,0 0 5-16,0 0 6 0,0 51 3 0,-2-20-1 16,0 4-7-16,-1 10-8 0,2-10-16 0,0 0-8 15,0 0-4-15,-1 1-7 0,0-4-12 0,3 1 0 16,-1 0-7-16,1-3-10 0,-2-1-2 0,2-2-3 15,1-2-2-15,-1-1-3 0,0-5-17 0,-1-3-27 16,3 1-18-16,-2-2-29 0,1-2-22 0,-2-13-27 16,0 19-24-16,3-10-33 0,-3-9-11 0,0 0-21 15,0 0-42-15,-5 14-156 0,5-14-420 0,0 0 186 16</inkml:trace>
  <inkml:trace contextRef="#ctx0" brushRef="#br0" timeOffset="2358.75">10059 1811 92 0,'-7'-10'183'15,"2"3"-6"-15,1 0-18 0,4 7-10 0,-4-10-8 16,4 10-23-16,0 0-9 0,0 0-8 0,0 0-12 16,21-13-4-16,-1 11-5 0,11 0-6 15,4 1-5-15,5 4-4 0,13-3-4 0,-3 0-7 16,-12 0-4-16,2 0 0 0,-6 2-6 0,-2-1 3 16,-1 0-1-16,-4-1-4 0,-7 0 4 0,-2 3-1 15,-5-5-6-15,-1 2 3 0,-3 2-1 0,-9-2-3 16,12 0-1-16,-12 0-6 0,11 3 3 0,-11-3 3 15,9 9-2-15,-5 1 6 0,-2 0 2 0,-2 4-1 16,1 4 2-16,-4 0-1 0,-1 8 1 0,1-7-17 16,-4 4 9-16,2-4 0 0,-1-1-5 0,3 7-5 15,-2-1-1-15,2-6-25 0,1-2-31 0,-1 1-26 16,3 1-20-16,2-5-37 0,-2 2-35 0,3-4-50 16,0-3-189-16,-3-8-418 0,4 15 185 0</inkml:trace>
  <inkml:trace contextRef="#ctx0" brushRef="#br0" timeOffset="2519.46">10625 1520 1 0,'-3'-7'167'16,"3"7"-20"-16,-5-13-14 0,5 13-11 0,-4-6-19 15,4 6-9-15,0 0-31 0,0 0-26 0,-7 26-49 16,8-10-34-16,4 1-90 0,-4 9-145 0,3-8 65 15</inkml:trace>
  <inkml:trace contextRef="#ctx0" brushRef="#br0" timeOffset="3036.31">10796 1746 83 0,'0'0'198'0,"0"0"-18"0,0 0-14 0,0 0-5 0,5 7-3 15,-5-7-4-15,0 0-4 0,-4 18-16 0,4-18-12 16,-6 26-12-16,3-13-8 0,0 4-10 0,0 0-5 15,0 0-15-15,3 2 0 0,0-1-11 0,2-3-5 16,0 2-7-16,2-5-1 0,0-2-4 0,4 2-2 16,-1-2-2-16,1-3-6 0,1 3-1 15,2-3-2-15,-2-2-4 0,0-1-3 0,1 0 5 16,-10-4-7-16,13 0-9 0,-13 0 0 0,16-6-13 16,-10-1 4-16,-2-2-2 0,0-2-4 0,-2 1 4 15,-6-7-8-15,3 0 2 0,-3 2-4 0,0-5-4 16,-2 2 5-16,-1 0-4 0,4 1 5 0,-5 1-1 15,6 5-2-15,-1-1 6 0,0 1 2 0,3 11 4 16,-3-13-4-16,3 13-2 0,0 0 5 0,6-12-5 16,-6 12 2-16,16 3 4 0,-16-3-9 0,26 15 4 15,-10-3-1-15,-2 0-3 0,3 9 6 0,-2-7-5 16,0 0 8-16,-4 2 1 0,5 0-5 0,-6-5 8 16,-1 4-1-16,-2-7-4 0,0 2 2 0,-2-6 3 15,-1 3 1-15,-4-7 14 0,5 8 18 0,-5-8 12 16,0 0-3-16,0 0-3 0,0 0-2 0,0 0-4 15,0 0-2-15,0 0-7 0,0 0-1 16,0 0-6-16,-2-38 0 0,8 22-1 0,-1 0-4 0,4-1-4 16,6-4-3-16,3-1-1 0,-5 8-4 15,9-5 0-15,-7 8-2 0,5 0 1 0,-5 1-3 16,4 3-2-16,1 1 3 0,-3 4-6 0,2 3 3 16,-6 0 0-16,5 5 3 0,-4 3 2 0,-3-1-18 0,0 5 16 15,0 3-1-15,-4 2-1 0,1 1 3 0,-3 5-16 16,0-1-17-16,-2 5-29 0,-4-3-58 0,-3 2-45 15,3-1-74-15,-3-7-186 0,1 0-454 16,2-5 200-16</inkml:trace>
  <inkml:trace contextRef="#ctx0" brushRef="#br0" timeOffset="3419.99">12309 1459 90 0,'7'-11'253'0,"-1"1"-13"0,-1 0-8 15,-1 1-8-15,-4 9-10 0,5-10-8 16,-5 10-13-16,5-11-21 0,-5 11-23 0,4-6-19 16,-4 6-16-16,0 0-16 0,0 0-9 0,2 25-4 15,-4 3-4-15,0 8 4 0,-4 10-7 0,-3 2-24 16,3 1 16-16,-4-2-10 0,0 1-4 0,3-12-8 16,1 0 0-16,-1-2-17 0,1 0 11 0,0-1-3 15,-1-2-5-15,3 2-2 0,0-1-2 0,-3-1-3 16,3-1-11-16,1-4-30 0,-3 0-35 0,3-8-26 15,-1-1-29-15,-2-1-45 0,3 1-41 0,-1-7-62 16,-4 0-163-16,0-2-449 0,8-8 199 0</inkml:trace>
  <inkml:trace contextRef="#ctx0" brushRef="#br0" timeOffset="3754.73">12226 1609 1370 0,'21'-44'-35'0,"-7"13"71"0,1 5 19 0,0 3-16 15,1 3-1-15,-1 7 5 0,2 0-4 0,2 3 9 16,-1 1 3-16,3 6-4 0,-4 0 4 0,2 2 2 16,0 4-9-16,-2 1-3 0,-2 4-1 0,1 3-5 15,4 9-1-15,-9-4-2 0,0 10-2 0,-1-1-2 16,-4 1-6-16,-6 3 4 0,-2-1-4 0,-10 1 0 16,1-5-3-16,-9 5 0 0,0-6 0 0,-7-1-1 0,2 0-1 15,-4-6-5-15,0-2-2 0,6-2-1 16,3-6-1-16,2-1 1 0,3 0-1 0,1-2 0 15,6-3 2-15,8 0-5 0,-19-6 6 0,12 3-4 16,7 3-2-16,-9-8-3 0,9 8 1 0,-3-8-1 16,3 8 1-16,0 0 0 0,0 0-5 0,0 0-2 15,0 0 1-15,0 0 0 0,0 0-2 0,0 0 0 16,29 33 5-16,-17-18-2 0,5 6 1 0,0 1 2 16,2 2-21-16,0-1-27 0,2 2-45 0,2 1-69 15,-2 1-42-15,-4-1-110 0,1-2-337 0,-3-3 150 16</inkml:trace>
  <inkml:trace contextRef="#ctx0" brushRef="#br0" timeOffset="4062.14">12621 2155 154 0,'9'-6'232'16,"-9"6"-3"-16,18-10-11 0,-11 5-8 0,1-2-26 0,4 0-7 16,3 0-16-16,0-3-26 0,4 1-4 15,4-4-11-15,2 1-15 0,0-2-4 0,-8 5-16 16,10-7-5-16,-4 0-7 0,-3 0-10 0,4-3-4 15,-3 2-4-15,-2-3-9 0,-5-1-7 0,2-2-1 16,-4 0-5-16,-4 6-5 0,-3 1-2 0,-1-1-3 16,-2 2-1-16,0 3-2 0,-2 2-5 0,-2-1-2 15,2 11-11-15,-6-13 8 0,1 8-2 0,-5 1 0 16,-4 4-3-16,14 0-6 0,-32 7 5 0,13 1-4 16,-6 5 1-16,2 1 0 0,7 0 3 0,2-1-3 15,-3 6 1-15,7-4 0 0,4 2-2 0,2 2 6 16,4-3-3-16,4 2 1 0,2-1 1 0,4 0-9 15,7 4-24-15,2-4-30 0,5-1-27 0,3-1-25 16,2-4-30-16,3-1-37 0,-1-3-24 0,1 1-13 16,1-2-107-16,2-1-347 0,-4-6 153 0</inkml:trace>
  <inkml:trace contextRef="#ctx0" brushRef="#br0" timeOffset="4462.17">13281 2049 489 0,'18'-8'-21'0,"-2"-4"25"0,0 0 33 0,5-7 27 16,-11 2 2-16,-1 0 10 0,0 0 5 15,-4 0 4-15,-1 0 2 0,-3 1 13 0,-1-1 3 16,-1 2-7-16,-1 3 5 0,-5 1-2 0,-2 2-4 15,-2 3-5-15,-1 2-4 0,-7 2-12 0,-4 4 8 16,-4 2-5-16,-2 6-2 0,2 1-2 0,0 2-7 16,5 1-4-16,-1 0-5 0,10 0-10 0,-1-1-1 15,3 1-3-15,3-2-6 0,2 5 1 0,4-8-11 16,2 1 5-16,0-10 0 0,8 20-3 0,0-11-4 16,7-2-3-16,2 0-5 0,5-1-12 0,-2-3-3 15,0-2 2-15,1-4-8 0,-2 1 7 0,0-4-3 16,-2 0-1-16,0-1 2 0,-4-3 1 0,1-2 2 15,-6 3-2-15,5-5-3 0,-3 1 0 0,-1 2 7 16,-7-1 4-16,4 2 9 0,-3 3 9 0,2-1-2 16,-5 8-3-16,6-10-2 0,-6 10-6 0,0 0-4 15,5-7 2-15,-5 7-6 0,0 0-1 0,0 0 6 16,2 37 5-16,-8-12-2 0,1 2 3 0,-3 1 1 16,-2 2 5-16,3 3 6 0,-1-5-6 15,-2-1 3-15,1 5 1 0,0-2-1 0,0 2 3 16,2 0-8-16,-1-3 12 0,1-2-1 0,-3-1-2 15,0-4-2-15,3-4-10 0,-3-2 9 0,-3 1 3 16,-2-3-4-16,-8 4-3 0,0-3-1 0,3-3-12 0,-2-1-18 16,2-2-20-16,1-4-26 0,0-1-29 15,0-1-37-15,6-6-52 0,13 3-69 0,-25-8-224 16,17-2-503-16,0-3 222 0</inkml:trace>
  <inkml:trace contextRef="#ctx0" brushRef="#br0" timeOffset="4684.17">13704 1846 259 0,'6'-5'246'0,"-2"0"-19"16,-4 5-22-16,0 0-16 0,0 0-21 0,8-6-18 16,-8 6-10-16,0 0 4 0,0 0-8 15,0 26-8-15,-3-11-15 0,-1 3-11 0,-1 0-8 16,-1 1-8-16,1 4-6 0,1-2-11 15,0-3-4-15,-2 7-6 0,2-7-7 0,2 0-28 0,-1 2-31 16,2-2-33-16,-2 1-36 0,1-1-57 0,2-3-68 16,-2-2-180-16,0 0-411 0,2-13 183 0</inkml:trace>
  <inkml:trace contextRef="#ctx0" brushRef="#br0" timeOffset="4849.33">13832 1556 36 0,'0'0'60'0,"0"0"-50"0,0 0-28 0,0 0-19 0,0 0 8 16</inkml:trace>
  <inkml:trace contextRef="#ctx0" brushRef="#br0" timeOffset="5445.92">14041 1832 78 0,'-16'7'197'0,"0"3"-14"16,-2 2-16-16,3 0-9 0,-1 2-8 0,3 0-19 15,1 1-9-15,3 2-13 0,0-3-8 0,2 1-11 16,3-2-8-16,-1 1-7 0,5-1-5 0,2-2-7 15,1 0-3-15,1 0-7 0,3 0-4 0,4 0-5 16,-2 1-3-16,1-7-3 0,3 5-2 0,-2-5-5 16,0 0 1-16,2-2-4 0,-3 0-3 0,-10-3-2 15,20-4-5-15,-9 2-4 0,-2-4-2 0,0-1 2 16,-2-2-2-16,-2-6-8 0,-3 3 3 16,0-4-2-16,0-3-2 0,-2 2 2 0,0-2 5 15,-2 4 6-15,2-4 2 0,-4 2 3 0,4-1 7 16,-2 4 2-16,2 3 3 0,0-1-1 0,0 2 3 15,0 10-1-15,2-17-6 0,-2 10-1 0,0 7-9 16,13-7 4-16,-3 4-6 0,9 4-6 0,-1 4 2 0,2 2-2 16,0 4-2-16,-2 1-1 0,-2 6-4 0,0-5 2 15,2 9 0-15,-6-5-3 0,0 5 5 16,-3-3 1-16,-2-1-2 0,0 2 3 0,-3-5-1 16,-2-3-3-16,-2 0 2 0,1-5 2 0,-1-7 4 15,2 14 7-15,-2-14 0 0,-7 8 6 0,7-8 0 16,-12 4-6-16,12-4 2 0,-17 0-2 0,17 0-2 15,-16-7-4-15,16 7 5 0,-11-8 1 0,7-2-7 16,3 1-2-16,1 9 2 0,3-27-7 0,6 10 4 16,3-5-6-16,5 0 2 0,7-3 1 0,-1 4-5 15,4 0 1-15,-2 4-2 0,-5 3 0 0,7 1-4 16,-4 1 0-16,-3 6 1 0,-2 1-5 0,1 3 4 16,-1 0-2-16,-1 2-1 0,1 3 3 15,-7 0-4-15,2 4 1 0,-4 2-1 0,1-1 2 0,0 6 1 16,-3 0 0-16,-2-2 2 0,-3 3 1 0,3 2 0 15,-3-2 1-15,-2 0 1 0,-2 2-4 0,-1-2 6 16,0 1 1-16,-1 0-19 0,-1 0-30 0,-1-1-31 16,0-3-59-16,-2-2-81 0,-1 3-215 15,-4-2-466-15,2-3 206 0</inkml:trace>
  <inkml:trace contextRef="#ctx0" brushRef="#br0" timeOffset="5609.72">14740 1879 256 0,'0'0'256'0,"0"-12"-20"0,0 6-19 0,0 6-20 15,0 0-30-15,-2-12-21 0,2 12-28 0,0 0-28 16,0 0-29-16,0 0-52 0,0 0-51 0,0 36-67 16,-1-18-158-16,-4 0-290 0,1-1 128 0</inkml:trace>
  <inkml:trace contextRef="#ctx0" brushRef="#br0" timeOffset="5753.28">14764 2189 205 0,'0'0'253'0,"0"0"-1"0,0 0-6 0,4 8-15 16,-4-8-17-16,0 0-26 0,0 0-31 0,0 0-18 16,0 0-47-16,0 0-48 0,0 0-66 0,0 0-64 15,5 8-88-15,-5-8-117 0,0 0-313 0,0 0 139 16</inkml:trace>
  <inkml:trace contextRef="#ctx0" brushRef="#br0" timeOffset="5899.31">15073 2079 2524 0,'8'-6'43'0,"-2"0"-39"0,-1 1 1 0,-5 5 12 16,7-14 24-16,-3 9 22 0,-4 5 2 0,2-10 11 16,-2 10-12-16,0 0-7 0,5-10-12 15,-5 10-18-15,0 0-38 0,0 0-38 0,0 0-36 16,0 0-28-16,0 0-33 0,0 0-54 0,0 0-205 0,0 0-438 15,0 0 193-15</inkml:trace>
  <inkml:trace contextRef="#ctx0" brushRef="#br0" timeOffset="6265.26">13337 1369 142 0,'0'0'272'0,"1"-7"-19"16,-1 7-27-16,0 0-30 0,0 0-19 0,0 0-24 16,0 0-26-16,0 0-34 0,0 0-26 0,0 0-45 15,0 0-56-15,18 36-64 0,-12-17-168 0,-3-1-289 16,3-2 128-16</inkml:trace>
  <inkml:trace contextRef="#ctx0" brushRef="#br0" timeOffset="7565.14">8474 2457 50 0,'0'0'50'0,"-15"0"-10"0,15 0-1 0,-16-2-9 16,16 2 0-16,-18 1-2 0,4 0 6 0,1-1-12 16,1 2 6-16,0-1-12 0,-2 1-1 0,-2-1 0 15,4 1-4-15,-6-1 8 0,3 2-4 0,0-1 0 16,-6 1 4-16,3-2 5 0,-1 1-6 0,-1 0 2 16,0-1 0-16,1-1 4 0,-1 2 6 0,2 0 5 15,-4-1 5-15,4 1-2 0,-3-2-3 0,-1 0 1 16,1 0-6-16,0 1 3 0,0 2 1 0,-2-3-10 15,4 1 2-15,-4 1-4 0,-4 1-3 0,-2-2-4 16,2 2 1-16,-2-2-4 0,3 2 5 0,4-3 0 16,-1 2 0-16,2-2 5 0,0 2 5 15,1-1-5-15,2 0 12 0,-4-1 0 0,3 2-5 16,0-2 3-16,0 1 3 0,-1-1-11 0,6 0 9 16,0 0 1-16,-4 0-1 0,-1-1 3 0,2 1-7 0,0 0 3 15,4 0 4-15,-1-2 0 0,1 1-5 0,2 1 6 16,-2-1-4-16,1 1-2 0,-2-2-7 15,3 2-3-15,-3-1 3 0,1 0-5 0,0 1-1 0,-1 0 0 16,1-1-2-16,-2 1 0 0,-2-1-1 16,3 0 1-16,-4 2-1 0,4-2-4 0,-2 1 1 15,2 1 7-15,-3-2-8 0,-1 1 6 0,7 0 0 16,-2 1 2-16,1-2 4 0,2 1 2 0,1 1 1 16,9-1-2-16,-10 0 0 0,10 0-5 0,0 0-2 15,-12 0-6-15,12 0 1 0,0 0-2 0,-7 1-2 16,7-1 3-16,0 0-3 0,0 0 2 0,0 0 5 15,18 11 8-15,-7-7 0 0,10 1 3 0,9 1-2 16,2 1 0-16,7-2-2 0,12 2 3 0,6 1-4 16,4-3 3-16,5 1 0 0,28 1-4 0,-2-3-2 15,-1 4-1-15,2-2 1 0,-2-1 0 0,5 2-3 16,-2 0-3-16,2 0-1 0,3-2 0 0,0-2 1 16,0 1-4-16,4-2-1 0,-2 1 1 0,5-2 1 15,-1 1-4-15,2 1 1 0,1-2 1 0,6 4 0 16,-1-6-3-16,9 6 1 0,-1-2 4 0,3-2-6 15,5 2-2-15,2 0 2 0,-2-3 1 0,4 3 0 16,1 3 0-16,-3-3 2 0,4 2-1 0,-3 3 3 16,1-4 1-16,3 3 2 0,7 3 0 0,-2-1-1 15,4 1 0-15,6-3 2 0,4 2 2 16,6-3-3-16,-3 1 2 0,-1-1-4 0,-2-5 3 16,-4 2 0-16,-2 1 3 0,-4 0-3 0,-7 0-3 15,-9-2 7-15,-14-1-8 0,-1 3 0 0,-8-4 4 0,-5 0 5 16,-2 0-3-16,-3 0-2 0,-28 0 5 0,27 0 2 15,-32 2 3-15,-1-2-1 0,-3 1 3 0,-4 0 2 16,2-1 1-16,-6-2-7 0,-15 0-2 0,-2 4 4 16,-3-4 4-16,-2 2 1 0,-8 0 2 0,-2-1 0 15,0 1-2-15,-1-3 0 0,-5 3-1 16,1 0 6-16,0-1-4 0,-1 2 3 0,1-1 9 16,3 0-9-16,3 1-3 0,-6-2 5 0,0 1-11 15,4 0-5-15,-5 1 4 0,0-1-2 0,1 0-2 16,-1 2 8-16,3-2-14 0,-3 0 3 0,-1 1-3 15,1-1 0-15,-4 0-11 0,2 2-25 0,-4-2-16 16,-7 0-27-16,13 1-33 0,-7-1-27 0,-6 0-52 16,0 0-57-16,17-3-275 0,-17 3-552 0,15-7 244 15</inkml:trace>
  <inkml:trace contextRef="#ctx0" brushRef="#br0" timeOffset="7872.46">15521 2143 99 0,'0'0'212'0,"5"-5"-10"15,-5 5-12-15,0 0-16 0,6-4-15 0,-6 4-13 16,0 0-14-16,0 0-13 0,4-4-12 16,-4 4-12-16,0 0-7 0,0 0-15 0,0 0-5 15,0 0-6-15,0 0-4 0,0 0-1 0,9-3-6 0,-9 3 5 16,16 0-3-16,13-3-2 0,7-1-6 0,26-3-14 16,35-8-49-16,-1-2-51 0,1-5-57 15,2-3-227-15,-10-3-382 0,8-4 169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22:05.8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9697 3606 101 0,'-18'1'159'16,"18"-1"2"-16,0 0-8 0,-13-2-1 0,13 2-11 15,0 0-6-15,-15 0-6 0,9 0-5 0,6 0-5 16,-12 0-3-16,12 0 1 0,-8 0-5 0,8 0-2 16,0 0-10-16,-11 1-3 0,11-1-6 0,0 0-3 15,0 0-4-15,0 0-3 0,0 0-6 0,0 0-10 16,0 0-7-16,0 0 1 0,0 0-7 0,32-4-3 16,-10 0-5-16,10-2-4 0,2-1 2 0,17 0-8 15,-15 1-6-15,0 1-4 0,2 1-8 0,-3 0-10 16,-5 1-23-16,-2 0-23 0,-8 3-25 0,-4 0-39 15,1 0-29-15,-4 0-41 0,-3 0-34 0,1 2-163 16,-4 0-401-16,-7-2 178 0</inkml:trace>
  <inkml:trace contextRef="#ctx0" brushRef="#br0" timeOffset="227.67">9738 3593 104 0,'-7'12'173'0,"0"0"2"0,-2 4-6 0,0 10-10 16,1-1-4-16,2 5-9 0,-2 3-5 0,2 3-3 15,-1-2-12-15,2-1-15 0,4 1-10 16,1-1-7-16,-4 1-6 0,3-3-12 0,-2 1-5 16,2-4-9-16,1 0-5 0,0-3-4 0,0 0-6 0,0-7-16 15,1 0-24-15,2 0-31 0,-4-3-35 0,2-1-59 16,0-2-46-16,-2 0-157 0,0-1-346 0,-1-5 154 15</inkml:trace>
  <inkml:trace contextRef="#ctx0" brushRef="#br0" timeOffset="398.77">9590 3999 57 0,'11'-2'140'15,"2"2"-12"-15,7-1-14 0,0-2-15 0,9 1-5 16,2-1-12-16,1 0-20 0,3 0-34 0,0-1-47 16,-1-4-51-16,0 4-50 0,-1-3-129 0,1-5 58 15</inkml:trace>
  <inkml:trace contextRef="#ctx0" brushRef="#br0" timeOffset="778.1">10386 3636 126 0,'0'0'202'16,"-7"-6"-7"-16,7 6-12 0,-9 0-9 0,9 0-7 16,-16 7-9-16,6-1-12 0,1 4-5 0,-5 2-13 15,1 1-9-15,0 0-12 0,3 2-11 0,1-1-8 16,0 1-8-16,4 0-10 0,1 3-2 0,3-1-5 16,2-2-12-16,2 0-2 0,1-3-3 0,3-3-6 15,1 1-6-15,-1-4-11 0,4 1-5 0,0-2-7 16,-1 1-4-16,2-3-3 0,1-1-5 0,-4 0-3 15,2 0 2-15,-5-2 2 0,1 2-1 0,-7-2 4 16,9 1-2-16,-9-1-1 0,0 0 3 0,0 0-6 16,0 0 3-16,0 0-6 0,0 0 4 0,0 0-2 15,0 0-1-15,0 0-3 0,-40 3 5 0,20 4-3 16,2 1 7-16,-6 2-2 0,6 0 7 0,-3 6 0 16,-4-1 4-16,8-1-2 0,9-5 4 0,-4 4-6 15,-1-1 7-15,5-1-3 0,2 0 0 0,3 0 1 16,-1-1-1-16,4 1 1 0,0-1 1 0,3-2 3 15,2 3-5-15,1-4 1 0,5 2-1 16,5-3-6-16,6 0-19 0,4-4-24 0,4-3-35 0,6-1-48 16,-2-2-49-16,2-3-47 0,-2-2-131 0,-2-1-378 15,1-1 168-15</inkml:trace>
  <inkml:trace contextRef="#ctx0" brushRef="#br0" timeOffset="979.83">10759 3685 206 0,'0'0'230'16,"1"-7"-13"-16,-1 7-13 0,0 0-16 0,3-9-17 0,4 8-15 15,0-1-15-15,4-1-13 0,3 1-10 16,4-2-11-16,4 0-10 0,-2 2-11 0,7-3-8 16,0 1-7-16,2 0-20 0,-8 2-31 0,1-2-26 15,-6 2-31-15,2 2-30 0,-6-2-23 0,2 1-29 16,-4-2-17-16,0 0-9 0,-1 2-134 0,-9 1-301 15,8-6 134-15</inkml:trace>
  <inkml:trace contextRef="#ctx0" brushRef="#br0" timeOffset="1153.75">11078 3588 470 0,'-5'-5'-17'0,"-1"1"22"16,6 4 19-16,-10-6 15 0,3 4 20 15,0 0 14-15,7 2 11 0,-12-4 10 0,12 4-2 16,-9-2-11-16,9 2-16 0,0 0 10 0,-14 7 19 16,10 1 19-16,-2 6 7 0,-2 3-2 0,2 10 4 15,-2 0 8-15,1 2 5 0,-3 3-5 0,3 1-9 16,1-1-8-16,1 2-7 0,-3-4-12 0,3 2-7 15,2-3-11-15,1 0-3 0,0 0-10 0,4-3-4 16,-4-3-9-16,1 3-37 0,1-7-30 0,1 0-34 16,2-3-75-16,-3 0-79 0,1 0-222 0,-3-8-464 15,2-8 206-15</inkml:trace>
  <inkml:trace contextRef="#ctx0" brushRef="#br0" timeOffset="1953.84">7009 1884 180 0,'-12'-4'189'0,"0"-1"-7"0,6 3-4 0,-2-3-2 16,8 5-11-16,-10-3-16 0,5 1-17 15,5 2-14-15,0 0-9 0,0 0-1 0,0 0-1 16,0 0-11-16,25-4-7 0,3 4-6 0,7 0-13 16,15-3 2-16,10 5-2 0,4-5-6 0,38 3-3 15,-1-3-1-15,6-1-7 0,7 4-12 0,11-7 4 16,4 4 4-16,8-1-4 0,5 0-4 0,1 4-3 15,10-1-1-15,10-4-9 0,0 6 3 0,7-5-7 16,7 4 3-16,9 0-2 0,10-6-4 0,0 8-2 16,4 1 5-16,8-2-6 0,3 3-4 0,-1 1-1 15,1-2 6-15,7 6 4 0,1-3-4 0,-5 1 2 16,2 1 9-16,-1-3-3 0,-3 1 4 0,-2 0 8 16,-1-3-1-16,0-3-4 0,-5 2 1 0,-4 1 1 15,-9-6-1-15,-3 3-10 0,-8-2 11 0,-8 0-5 16,-13-1 4-16,-11 2-5 0,-13-2-2 0,-12 2-2 15,-10-1 8-15,-12 1-1 0,-9 0 4 0,-33 1-5 16,-3-2 0-16,-18 1-6 0,-3 1-1 16,-6-1-2-16,-10-1 2 0,-1 2 3 0,-9-1 1 15,1 1-7-15,-10 0 4 0,13-1-2 0,-13 1-1 16,10-3-33-16,-10 3-37 0,0 0-33 0,0 0-28 16,-27-17-25-16,-1 13-31 0,-10-3-34 0,-21 1-47 15,-6 2-270-15,-32-6-555 0,0 3 245 0</inkml:trace>
  <inkml:trace contextRef="#ctx0" brushRef="#br0" timeOffset="2369.25">10111 1903 1332 0,'-66'0'-3'0,"8"-4"3"0,21 3-15 0,5 0 20 16,5 1-18-16,11 0 8 0,3 1-15 0,3 0-6 16,3-1 8-16,3 4 4 0,4-4-3 0,0 0 2 15,0 10 14-15,0-10 2 0,18 8 10 0,3-2 9 16,12 0 13-16,19 3 7 0,10-2 10 0,33 1 10 16,13-3 32-16,9-5 0 0,13 6-3 0,17-5-6 15,5 0 1-15,10-1-5 0,17 0 1 16,7 3 0-16,9-5-8 0,5 6 4 0,7-3-13 15,-1 2 9-15,5 1-3 0,-4-3-2 0,4 0-5 0,-13 6 1 16,-6-5-6-16,-3-2 5 0,-5 4 4 0,-11-1-1 16,-9-3 5-16,-11 2 3 0,-13 0-4 0,-13-1 0 15,-13 0 0-15,-12-1-6 0,-10 2-12 0,-33-2 8 16,-3 0-6-16,-5 0 1 0,-12 2 0 16,-7-1-15-16,-5-2 3 0,-10 2 0 0,-5-1-8 15,-1 1 1-15,-11-1-8 0,13-1 1 0,-13 1-19 16,7-1-29-16,-7 1-37 0,0 0-44 0,-37-4-41 15,0 3-48-15,-18-2-67 0,-35 9-252 0,1-6-551 16,-12 2 244-16</inkml:trace>
  <inkml:trace contextRef="#ctx0" brushRef="#br0" timeOffset="3738.05">12054 3556 234 0,'-4'-11'217'0,"4"11"-23"0,-4-11-16 0,-2 7-19 15,-1 1-15-15,-1 1-8 0,-2 0-12 0,-1 0-13 16,-7 4-6-16,2 4-11 0,-3 1-11 0,1 3-3 15,-7 4-2-15,1 4-10 0,-2 4-1 0,3 2-10 16,3-1-4-16,2 4-4 0,0-3-5 0,9 3-2 16,-3-1-4-16,6-2-6 0,-2-4-1 0,7-1 0 15,2-2-6-15,5 2 1 0,-2-2-4 0,7 0 2 16,7 4-1-16,-4-9-8 0,10 3-15 0,0-3-12 16,-3-5-18-16,8-1-20 0,-2 0-18 0,2-6-9 15,3 0 4-15,-5-2-7 0,0-3 2 0,0-4-3 16,-7 4 11-16,5-7 2 0,-5 2 13 15,5-5 6-15,-9 2 16 0,-2-1 3 0,0-1 19 0,-2 0 12 16,-2 0 4-16,0-1 12 0,-5-1 21 16,1 2 3-16,-3 3 5 0,0 1 16 0,-1 1 3 0,-1 0 4 15,2 5 1-15,-3 5-3 0,0-12-9 0,0 12-8 16,0 0-10-16,0 0-5 0,0 0-4 0,0 0-1 16,0 0-5-16,0 0 0 0,-20 25-5 15,12-9 1-15,3 3 4 0,0-2-3 0,0 1 2 16,2 2-6-16,1-4 4 0,2 1-2 0,-2 1-6 15,6-2 0-15,-1 1 3 0,4-3-3 0,-3-3-1 0,3 0 1 16,-2-2-1-16,3 1-3 0,1-4 3 0,0-2 0 16,0 2 0-16,0 0 0 0,-1-5-2 0,-2 1 1 15,-6-2-4-15,0 0 2 0,21-3-9 16,-21 3-5-16,13-12-4 0,-7 5-3 0,0-5-2 16,-2 3 2-16,0-6-4 0,0-1-2 0,-4-1 0 15,2 0-6-15,-3-2-4 0,1 4 0 0,-1-2 0 16,2 5 5-16,-1-7-2 0,0 9 5 0,0 10 2 15,0-19-3-15,0 12 3 0,0 7-4 0,0 0 0 0,8-7 4 16,-8 7-1-16,0 0 8 0,0 0 2 16,23 20 3-16,-15-13 2 0,2 9 1 0,-3-1 2 15,1 2 0-15,-1-1 6 0,0-1 1 0,-2-1-3 16,-1-3 2-16,0 0-2 0,1 0 7 0,-3-3-6 16,0 2-1-16,-2-10 0 0,5 9 10 0,-5-9 10 15,7 6 15-15,-7-6 13 0,0 0 9 0,0 0-8 16,0 0 1-16,0 0-9 0,0 0-2 0,0 0-5 15,0 0-4-15,13-18-6 0,-7 9-2 0,2-6-1 16,1 1-1-16,-1 0-4 0,3-2-5 0,1 4-3 16,-1-2-1-16,-2 5-3 0,2 1-2 0,-2-1-6 15,0 4 3-15,3 1-5 0,-4 0-1 0,-8 4 1 16,15 1-4-16,-15-1 0 0,17 7 3 0,-9-1 2 16,0 3-4-16,-1 2 2 0,1-1 1 0,-1 4-2 15,-3 1-19-15,0-3-11 0,-2 4-13 0,2-4-24 16,0 5-35-16,-1 0-33 0,-1-2-48 0,2-3-51 15,0-1-138-15,0 0-405 0,2-3 180 0</inkml:trace>
  <inkml:trace contextRef="#ctx0" brushRef="#br0" timeOffset="3997.81">12883 3665 34 0,'-2'-12'258'0,"-2"2"4"0,2 0-6 15,0 5-16-15,2 5-21 0,-3-9-30 0,3 9-26 16,0 0-19-16,0 0-17 0,0 0-2 0,0 0 1 16,0 0-7-16,3 37-1 0,-3-16-9 0,0 6-7 15,4 4-7-15,-2 3-10 0,0-2-2 0,0 1 3 16,-1 2-11-16,3-2-2 0,-1-2-12 16,-1 1-1-16,1 0-4 0,-2-4-8 0,0 2-2 15,-1-4-1-15,2-1-14 0,0-6-15 0,-4 1-24 16,2-2-28-16,2-3-24 0,-4-2-26 0,0-1-34 15,1-2-26-15,1-10-30 0,-4 14-42 0,-1-9-216 0,-4 0-470 16,9-5 208-16</inkml:trace>
  <inkml:trace contextRef="#ctx0" brushRef="#br0" timeOffset="4265.63">12745 3949 122 0,'9'-7'122'0,"7"-1"-11"0,3 1-5 15,2 3-16-15,6-5-8 0,2 5-6 0,-2-1-4 16,3 0-1-16,-5-2-6 0,-2 3-3 0,-2 0 5 16,-2 0-3-16,0 0 10 0,1 0 1 0,-4 1 5 15,-4-2 14-15,1 3 6 0,-5-1 7 0,-8 3 3 16,14-5 2-16,-14 5 5 0,11-3-2 0,-11 3-5 16,6-4-14-16,-6 4-8 0,0 0-14 0,0 0-6 15,0 0-10-15,12 8 5 0,-12-8-5 0,7 18-7 16,-5-5 1-16,0 2 0 0,0 3-13 0,-2 3 3 15,3-1-16-15,-3 4-26 0,2 0-32 16,-4 0-35-16,2-5-45 0,2 5-62 0,-2-4-67 0,-5-2-151 16,5-1-422-16,-4-3 186 0</inkml:trace>
  <inkml:trace contextRef="#ctx0" brushRef="#br0" timeOffset="4429.33">13172 3798 1861 0,'-5'-19'-1'0,"0"3"5"0,3 5-17 0,-3 2-10 0,3 1-62 15,0 3-17-15,2 5-3 0,0 0 2 16,0 0-15-16,0 0-102 0,0 0-237 0,0 0 105 16</inkml:trace>
  <inkml:trace contextRef="#ctx0" brushRef="#br0" timeOffset="4753.14">13494 3795 45 0,'0'0'209'0,"0"-14"2"0,0 14-4 16,0 0-3-16,-8-10-5 0,8 10-10 0,-7-3-12 16,7 3-18-16,-7-2-13 0,7 2-17 0,0 0-10 15,-15 2-13-15,8 3-15 0,-3 3-7 0,4-1-8 16,-1 3-6-16,1 4-9 0,1-5-7 0,0 1-4 15,1 2-7-15,2-2-3 0,4 3-6 0,-6-1-1 16,8 3-4-16,0 0-3 0,1 2-3 0,0 0-5 16,1 0-7-16,3-2 3 0,-1 2-2 0,2 1 0 15,-3 1-6-15,-1 0 4 0,-1-2-1 0,0 2-3 16,-1 0 0-16,-1-1-2 0,3 0 2 0,-6 1 0 16,0-1-3-16,-4 2 1 0,0-1-5 0,-1-1-2 15,-4 1-4-15,-2 2-4 0,2-5-5 0,-3 0-10 16,1 0-8-16,-3-3-16 0,1-1-16 0,0 0-21 15,3-3-22-15,0-5-36 0,3 1-33 16,1-1-34-16,-4 0-121 0,10-4-361 0,0 0 160 0</inkml:trace>
  <inkml:trace contextRef="#ctx0" brushRef="#br0" timeOffset="5344.74">13683 3889 121 0,'4'-2'200'16,"-4"2"-23"-16,0 0-10 0,0 0-2 0,0 0-4 0,6 16-3 16,-4-5-9-16,-2 5-14 0,2 0-14 0,0 4-9 15,0-1-11-15,-1-2-10 0,1 2-9 16,0-1-6-16,4-2-8 0,-3 0-6 0,1-5-6 16,3 0-3-16,-2-2-6 0,-1 0-1 0,3-3-4 15,-1 0-4-15,2-4-3 0,-2 0-1 0,1-1-2 16,-7-1 1-16,20-5-5 0,-9-1-3 0,0-1-2 0,-1-2-2 15,1-3-2-15,-3 2 2 0,2-5-6 0,-1 1-1 16,-1-2 0-16,-3 0 6 0,0 0-3 16,-1-3 2-16,-2 1-2 0,1-1 6 0,1 3 4 15,-4 5 11-15,2 0 7 0,-2 4 4 0,2 1-7 16,-2 6-9-16,2-11-8 0,-2 11-3 0,1-7-9 16,-1 7 0-16,0 0-3 0,0 0 1 0,0 0 4 15,0 0-1-15,2 30-3 0,-2-20 3 0,0 3-2 16,4 1 2-16,-1 2-2 0,-1-4-5 0,1 4 2 15,1-3 0-15,0-1-2 0,3-2 3 0,-3 0-1 16,3-1-7-16,-2 0 10 0,4-3-3 0,-3 0 0 16,1 0 6-16,3-1-4 0,-4-1-1 0,1-3-8 15,-1 2 15-15,2-2-6 0,-8-1 0 0,13-4 1 16,-7 1 1-16,1 0-4 0,-2-1 2 0,1-2-4 16,-1-1 6-16,3-2-3 0,-5 1-2 0,1-3-2 15,2 0-2-15,-4-2 1 0,2 1-8 0,0 0-5 16,0-5-6-16,-1 1-6 0,-1 5-3 0,4-1 1 15,0 2 2-15,1 3-4 0,-3 0 2 0,0 2 5 16,2-1-6-16,-6 6-1 0,13-1 0 0,-7 1 2 16,-6 0 3-16,13 5 0 0,-7 3 2 0,0 0 3 15,0 0 1-15,-1 2 4 0,1 0-1 0,-3 2 3 16,2-1 1-16,1 4 2 0,-2-1-2 0,-1-1 2 16,1-1 2-16,-2 4-16 0,1-6-29 0,-1 0-31 15,5 0-42-15,-4-1-45 0,5 0-46 0,1-2-203 16,1-1-448-16,0-4 199 0</inkml:trace>
  <inkml:trace contextRef="#ctx0" brushRef="#br0" timeOffset="5706.07">14589 3859 169 0,'-10'-7'234'0,"2"1"-14"0,-1 2-10 15,3 3-15-15,-6 1-9 0,-1 4-7 0,-4 4-4 16,2 1-8-16,-1 3-10 0,3 1-16 0,-1 0-13 15,1 1-14-15,2 2-11 0,3 0-8 0,2-3-10 16,2 1-8-16,1-2-7 0,3 0-2 16,2-3-9-16,0 1-15 0,3-2-10 0,2 1-8 15,0-3-3-15,2-2-3 0,4 0-3 0,0-4-6 0,1 2-2 16,-1-5 0-16,-2 2-2 0,-1-4 0 16,3-1 0-16,-4 0 1 0,0-1 1 0,1-1-5 0,-2-1 0 15,-2 0 2-15,-1-3-1 0,2 2 0 16,-5 0 4-16,1 3 7 0,1 0 5 0,-3 1-2 15,2-1 6-15,-3 7-2 0,2-9-5 0,-2 9-4 16,0 0-7-16,3-6 0 0,-3 6 3 0,0 0 6 16,0 0-1-16,0 0-1 0,-5 28-1 0,2-12 1 15,0 1 1-15,1 2-5 0,-2 0 1 0,3 0-3 16,-2 6 8-16,3-8-23 0,5 0-21 0,-2-1-22 16,3 4-26-16,1-4-60 0,2-2-53 0,2-1-58 15,-2-3-196-15,0-5-479 0,5 1 212 0</inkml:trace>
  <inkml:trace contextRef="#ctx0" brushRef="#br0" timeOffset="5974.1">14937 3663 42 0,'0'-13'324'15,"0"2"-6"-15,0 2-9 0,0 3-30 0,0 6-33 16,2-7-30-16,-2 7-27 0,0 0-15 0,0 0 2 15,0 0 8-15,-2 33-12 0,2-5-5 0,-2 1-9 16,-2 17-7-16,1-11-24 0,1 1 9 0,-2 11-13 16,1-12-7-16,1 0-2 0,1-2-9 0,-1 0-14 15,0-1-6-15,2-1-11 0,-1-1-28 0,2-2 16 16,-2-4-20-16,2-6-59 0,-1-1 2 0,0-6-36 16,0 1-33-16,2-2-23 0,-2 0-19 0,0-4-26 15,0-6-20-15,0 10-28 0,0-10-38 0,0 0-30 16,-7 4-198-16,7-4-506 0,0 0 224 0</inkml:trace>
  <inkml:trace contextRef="#ctx0" brushRef="#br0" timeOffset="6236.05">14784 3993 82 0,'0'0'188'0,"-2"-10"-25"0,2 10-19 16,2-9-12-16,-2 9-14 0,9-8-11 0,4 5-11 15,3-3-3-15,0 0-4 0,3 1-9 16,2 1-6-16,6-1-4 0,-6 0-3 0,-1 3 1 15,0-1-3-15,2 1 3 0,-4-3-2 0,-1 2-1 0,-4 1-3 16,0 2-6-16,-2 2-4 0,0-4-2 16,-2 2-6-16,-9 0-1 0,14 0 3 0,-9 2 1 15,-5-2 4-15,13 6 4 0,-8-2 11 0,-1 2 5 16,-1 4 13-16,3 6-8 0,-4-5 1 0,-2 4-6 16,6 2-5-16,-4 1-4 0,-1 0-3 0,-1 0-10 15,-1 1-1-15,2 1-15 0,-8-1-25 0,7-2-31 16,-2 0-35-16,1 1-38 0,-2-1-85 0,2-5-67 0,-2-2-170 15,3 0-453-15,0-10 202 0</inkml:trace>
  <inkml:trace contextRef="#ctx0" brushRef="#br0" timeOffset="6406.61">15104 3743 53 0,'0'0'142'0,"0"0"-29"16,0 0-45-16,0 0-42 0,0 0-47 0,-4 19-43 15,4-19-69-15,4 17 31 0</inkml:trace>
  <inkml:trace contextRef="#ctx0" brushRef="#br0" timeOffset="7183.69">15296 3914 123 0,'-8'10'234'0,"2"-2"-15"0,0 2-10 0,1 1-17 15,-1 4-15-15,2-3-14 0,-1 3-13 0,-2 0-14 16,4-4-14-16,3 2-11 0,0-1-10 16,0-1-10-16,1 0-9 0,0-1-6 0,2 1-8 0,2-2-6 15,1-1-6-15,2 0-1 0,-3-1 1 0,0-1-3 16,1-2-5-16,1-1-6 0,-1 1-3 0,-6-4-4 15,12 2-1-15,-7-2-2 0,-5 0-8 0,12-6-6 16,-5 3-2-16,-2-4-4 0,1-2-4 0,-1 1-2 16,-1-3-3-16,-1 0 0 0,1 0-10 0,0-4-1 15,-2-3 2-15,1 5-4 0,-2-4 3 16,1 4 3-16,0 0 5 0,1 3 10 0,-3 1 9 0,5 0 1 16,-4 5 0-16,-1 4-5 0,4-10-3 0,-4 10-5 15,1-5-2-15,-1 5-3 0,0 0-3 0,0 0 2 16,13 15 0-16,-8 0 4 0,0-4 3 0,0 5 2 15,-3 0 9-15,3 3-2 0,-3-2 15 0,1 2-3 16,-2-4 2-16,1-1-3 0,0-4-4 16,1 0 0-16,-3 0 3 0,0-1-3 0,0-9 6 0,1 11-2 15,-1-11 4-15,1 7 9 0,-1-7 2 0,0 0 9 16,1 7 10-16,-1-7-2 0,0 0 1 16,0 0-12-16,0 0-5 0,0 0-5 0,0 0-9 15,0 0-5-15,8-28-2 0,-2 17-9 0,0 1-2 16,4-4-3-16,0-1-8 0,1 0-3 0,7-5-5 15,-1 1-8-15,-3 6 6 0,1 1-9 0,1 2 3 16,-6 3 0-16,-2 0-5 0,-1 4 1 0,1-2 1 0,-2 4-8 16,-6 1 8-16,13 0 0 0,-13 0 5 15,15 8 5-15,-6-3-2 0,0 0-5 0,0 1 3 16,-1 3 6-16,1-4 3 0,0 1 0 0,-3-2 0 16,1 0 4-16,-2 0 4 0,5-2 5 0,0-1-3 15,3-1 11-15,0-1 2 0,2-5 0 0,3 0-2 16,-3 0 2-16,2-2-1 0,-2-4-7 0,-1 3 9 15,-2-2-5-15,-2-2-1 0,1-1-4 0,-3-1 2 0,0 1 3 16,-2-1-1-16,-2 4-1 0,1-1-2 16,-1 0-7-16,-3 1 4 0,1-1-2 0,-1 1 4 15,-1 11 5-15,2-15-1 0,-2 15-4 0,2-9-6 16,-2 9-8-16,0 0-6 0,0 0-16 0,0 0 16 16,0 0 3-16,0 0 0 0,-14 29 3 0,6-13-16 15,2 3 15-15,-1 0-3 0,1-1 1 0,1 1 7 16,-2 0-14-16,4 0 9 0,-4 0 7 0,3 1-4 15,0 3 1-15,0 2 6 0,1-9 2 0,-2 1-8 16,1 0 4-16,0-2 0 0,1 1 6 0,0 0-16 16,1-3 19-16,0-1-4 0,-1 0-20 0,1 0-18 15,-1 0-21-15,-1-3-25 0,2 1-32 0,-1-3-34 16,3-7-55-16,-6 12-77 0,-1-5-251 0,7-7-564 16,-9 6 250-16</inkml:trace>
  <inkml:trace contextRef="#ctx0" brushRef="#br0" timeOffset="7357.24">16139 3946 98 0,'7'-3'208'0,"-7"3"-20"0,0 0-20 0,0 0-17 0,0 0-15 15,0 0-13-15,0 0-16 0,0 0-39 16,12 16-48-16,-12-16-41 0,7 11-61 0,-3-2-112 0,-2 1-211 15,1-2 94-15</inkml:trace>
  <inkml:trace contextRef="#ctx0" brushRef="#br0" timeOffset="7467.26">16156 4198 85 0,'0'0'165'0,"-5"8"-18"0,5-8-18 15,0 0-30-15,0 0-43 0,0 0-70 0,16-4-98 0,-16 4-120 16,26-17 53-16</inkml:trace>
  <inkml:trace contextRef="#ctx0" brushRef="#br0" timeOffset="7625.37">16629 4053 3625 0,'7'0'37'0,"1"3"-55"0,0-2 22 0,-2 1 6 16,-6-2 26-16,10 0 47 0,-10 0 9 0,0 0 3 15,0 0-13-15,0 0-14 0,17 0-7 0,-17 0-8 16,0 0-28-16,5 0-30 0,-5 0-46 0,0 0-49 15,0 0-58-15,0 0-65 0,0 0-83 0,0 0-263 16,0 0-615-16,0 0 272 0</inkml:trace>
  <inkml:trace contextRef="#ctx0" brushRef="#br0" timeOffset="8232.28">9320 4704 54 0,'-20'1'213'0,"2"-1"-2"0,6 1-11 16,4 0-9-16,2-1-24 0,6 0-12 0,0 0-4 16,0 0-2-16,24 5-5 0,13-2-14 0,27-3-9 15,41-3-6-15,15 0-5 0,12-4-10 0,16-3-2 0,9-1-3 16,18 0-8-16,7 0-5 0,13 3-9 0,1-4 9 16,14 6-17-16,2-2-7 0,5 6-5 15,8-3 1-15,7 2 6 0,-1 3-10 0,0 3-1 16,-2-3 3-16,1 2 5 0,-13 2-3 0,-1 2 9 15,-3-3 7-15,-1 1 5 0,-7 0 4 0,-6-2 11 0,-15 4-8 16,1-5 7-16,-8 1-4 0,-15-2-2 0,-1-1-5 16,-15-1 0-16,-8-4-13 0,-4 3 3 0,-10-2-6 15,-11-9-11-15,-11 4 4 0,-12 1-9 16,-27 3-4-16,-2-5-3 0,-6 4-1 0,-15 1-8 16,-4 0-8-16,-6 4 0 0,-4-5-15 0,-9 3-10 15,-3 2-17-15,-4 0-19 0,-2-1-39 0,-2 1-55 0,-6 2-81 16,0 0-86-16,0 0-75 0,0 0-215 15,-42-23-639-15,7 20 283 0</inkml:trace>
  <inkml:trace contextRef="#ctx0" brushRef="#br0" timeOffset="12730.71">9760 5683 110 0,'-3'-10'187'0,"0"4"-7"16,3 6-10-16,-5-11-13 0,0 5 2 0,2 2-8 16,-1-4-12-16,0 2-10 0,4 6-3 0,-8-9-4 15,3 5-6-15,-3 0-11 0,2 1-8 0,6 3-13 16,-14-5-6-16,2 3-9 0,2 1-6 0,-3 1-8 16,1 0-2-16,-5 3-11 0,0 2 3 0,-2 1-14 15,1 1 5-15,-6 6-9 0,7-1 1 0,-7 5-4 16,1 2-3-16,-4 1-4 0,3 2 5 0,3 1-2 15,0 3 2-15,0-1-2 0,5 1-3 0,1-3-3 16,4 0 3-16,3-4-3 0,-2 5 1 0,3-1-1 16,4-6 2-16,-1 3 1 0,4-4-2 0,2 4-2 15,0-2 2-15,2-3-2 0,2 2 0 0,6-2 1 16,-3-1 1-16,7-1 0 0,0 0-2 0,8 1-11 16,3-2-13-16,0-5-21 0,3-1-25 0,1-3-24 15,0 0-32-15,-1 0-42 0,1-6-16 0,-5-3-7 16,-3 3-8-16,3-2 3 0,-6-2-116 0,-2-1-323 15,-1-3 143-15</inkml:trace>
  <inkml:trace contextRef="#ctx0" brushRef="#br0" timeOffset="13607.56">9788 6079 671 0,'11'-15'-37'0,"2"1"14"0,-5 1 28 16,-2-3 6-16,1 0 19 0,-1 0 16 0,0 1 20 15,-3 6 9-15,1-3 19 0,-3 1 2 0,1 3-1 16,-2-2 5-16,0 4 5 0,0 6 2 0,0-9-4 16,0 9 3-16,0 0-18 0,-1-13-7 0,1 13-20 15,0 0 0-15,0 0-9 0,0 0-6 0,0 0-7 16,0 0 12-16,-15 23-7 0,10-13-3 0,1 2 0 15,-1 4 0-15,1 3 2 0,1 0 1 0,-1-1-8 16,2-2 0-16,1 1-3 0,1 0 5 0,0-2-11 16,2-4-1-16,1 2-6 0,-1-1 2 0,2-2-3 15,3-1 2-15,-1 0-2 0,2-1-2 0,-1-2-1 16,2-3 0-16,0 2-3 0,3-1 12 0,-2-3-11 16,3-2-1-16,-2 0-6 0,-2-2-2 0,4 0-3 15,-4-2-3-15,3-2-5 0,-1-2-6 0,-2 1-1 16,1-5-2-16,0 5-7 0,-2-7-9 0,-2 1-5 15,0-2 3-15,-3 0 3 0,1 0 4 0,0-3 1 16,-5 4 3-16,-2-1 0 0,1 2 0 0,-1 1 1 16,-2 2 2-16,-1 1 6 0,-1 1-4 0,-3 0 8 15,0 1-2-15,-1 2-1 0,1 1 9 0,0 1 0 16,-2-2 4-16,2 4-1 0,0 1 4 0,0-2-4 16,5 1 6-16,5 2-9 0,-12-2 4 0,12 2-5 15,-7-2-2-15,7 2 5 0,0 0 1 0,0 0 0 16,0 0-3-16,0 0 4 0,0 0-1 0,25 5 2 15,-11-5 3-15,5 1-2 0,3 1-1 0,-3-2 1 16,9-2 6-16,-7 4-1 0,-4-1-3 0,3 1 5 16,-5 2-9-16,-1-1 2 0,2 4-1 0,-1 0-2 15,-1 1-1-15,-3 0 1 0,-3 1-3 0,3 3 2 16,0 1 0-16,-6-2 6 0,0 1-4 0,0 3 3 16,-1 1-3-16,-1-1 2 0,2-2 0 0,-4 1-2 15,1-3 4-15,0 1 0 0,0-1-2 0,-2-4 1 16,0-7 3-16,0 13-1 0,2-8 5 0,-2-5 15 15,0 7 13-15,0-7 14 0,0 0 17 0,0 10 12 16,0-10-8-16,0 0-9 0,0 0-4 0,0 0-6 16,0 0-6-16,0 0-6 0,-14-23-4 0,12 15-5 15,2-1-8-15,0 0-8 0,2-5-6 0,4 0 0 16,-4-3-1-16,5 1-4 0,2 0 0 0,-1 0-15 16,3-3-1-16,1 6-5 0,2-1-1 0,-3 2-3 15,2 2 3-15,1 0-1 0,-4 3-2 0,3 2 3 16,-3 2 1-16,1 2-4 0,1 3 6 0,-2 3-3 15,1 0 3-15,1 2 2 0,0 4 10 0,-2 4-12 16,0-2 4-16,-1 1 1 0,-1 2 0 0,2 0-1 16,-5-6-1-16,-1 1 5 0,1 0-2 0,0 0 0 15,-2-2 6-15,1 3 3 0,-2-7-4 0,0 0 1 16,-2-5 4-16,3 9-2 0,-3-9 10 0,0 0 7 16,2 4-1-16,-2-4-2 0,0 0 1 0,0 0-2 15,0 0-2-15,0 0-4 0,-8-20 2 0,8 20 1 16,0-13 1-16,0 4-11 0,3-3-1 0,0-2-4 15,4-3 2-15,2 0-4 0,1 2-2 0,2 0 3 16,-2-1-2-16,2 2 1 0,0 2-3 0,2 2-1 16,-4 1 0-16,-1 3-4 0,0 1 0 0,0 1 1 15,-1 3-1-15,1 1-3 0,-9 0 4 0,18 6 0 16,-9 2 3-16,-2-2 0 0,2 4 0 0,-2 1 1 16,-4 0 2-16,4 3-2 0,-3-3 6 0,1 2-4 15,-1 2 3-15,-2-4 1 0,1 5-22 0,-2-4-31 16,0 4-45-16,-1-3-57 0,2-2-65 0,-5 1-177 15,3 0-431-15,0-12 190 0</inkml:trace>
  <inkml:trace contextRef="#ctx0" brushRef="#br0" timeOffset="14186.19">10754 5943 165 0,'0'0'203'15,"-3"-6"-13"-15,3 6-25 0,0 0-8 0,0 0-11 16,0 0-10-16,0 0-6 0,9 22-11 0,-7-12-9 16,3-2-9-16,-2 1-9 0,1 0 3 0,0-2-15 15,0 1-4-15,-1 0-7 0,-1-4-6 16,2 1-9-16,1 2-4 0,-5-7-2 0,1 7 12 16,-1-7 12-16,3 5 17 0,-3-5 16 0,0 0 16 0,0 0-5 15,0 0-9-15,0 0-7 0,0 0-14 0,0 0-3 16,0 0-4-16,0 0-7 0,0 0-8 0,-8-25-8 15,7 15-5-15,1 1-6 0,1-1-8 0,3 0-1 16,-1-2-11-16,2-3-2 0,1 1-7 16,1 0-4-16,3 0-5 0,-3 3-10 0,2-2 3 0,0 3-1 15,3 2-4-15,-2 3 0 0,2-1-1 16,0 3-3-16,-1 3 7 0,1 0-12 0,0 6 4 0,0 0 0 16,2 3 4-16,-1 4-5 0,1 1 5 0,-2 0-3 15,1 1 5-15,-4 4 0 0,1-3 2 0,-1-1 10 16,-2 1-12-16,-1-6 0 0,-2 1-2 15,-1-1 6-15,1-2-9 0,-1-2 4 0,-2-1 4 0,-1-5 2 16,0 0 0-16,6 11 12 0,-6-11-2 0,0 0 0 16,0 0 3-16,0 0-6 0,0 0 0 0,0 0 5 15,0 0-10-15,0 0 11 0,-10-23-14 16,10 12-4-16,3 2 0 0,-3-3-5 0,5-5 1 16,1 4-10-16,3-4-1 0,-1 3-5 0,3-2-11 0,0 0 3 15,0 3 0-15,3 2 0 0,-4 4 3 0,2 0-2 16,-1 1 5-16,0 1-1 0,-2 5 1 0,-1 0 2 15,3 2 4-15,-1 1 1 0,0 2 0 16,-2 2 4-16,1 1 1 0,-1 3-1 0,-1 0 1 16,-1 2 2-16,0-3 4 0,-1 2 1 0,-1 6 0 0,-1-9-21 15,0 4-19-15,-2 2-19 0,0-3-45 0,-2-3-37 16,1 3-38-16,-1-3-41 0,1-9-163 0,-8 14-422 16,8-14 187-16</inkml:trace>
  <inkml:trace contextRef="#ctx0" brushRef="#br0" timeOffset="14774.76">11378 5917 67 0,'0'0'200'0,"0"0"-17"0,0 0-16 0,0 0-14 16,0 0 13-16,0 0 6 0,0 0-15 0,0 0-16 15,1 29-12-15,-2-18-6 0,2-1-16 0,1 6-7 16,-2-7-10-16,5 4-9 0,-5-1-5 0,4-1-10 15,0 0-3-15,1 0-5 0,0-1-6 0,4 0-4 16,-2-1 2-16,2-2-11 0,-3-4 1 0,3 5-7 16,0-5-1-16,-4 1-2 0,3-2 0 0,-1 0-3 15,-7-2-2-15,13 0-4 0,-13 0 1 16,11-6-3-16,-8 3 2 0,2-4-5 0,-5 7-4 0,4-10 3 16,-1 0-2-16,-2 1-8 0,-1 0-1 0,0-2-6 15,-1 0-3-15,-2 0-8 0,2-1-3 0,0 2-6 16,-1-6-6-16,-1 0-1 0,3 6 2 0,-2-1 0 15,2 1 3-15,0 2-2 0,0 8 3 16,0-13 2-16,0 13-3 0,7-9 3 0,-7 9 3 16,7-2-1-16,-7 2 0 0,12 3 4 0,-1 1 1 0,-2 2 1 15,-1 2 0-15,0 1 0 0,3 3 1 0,-5-1 5 16,2-1 6-16,-1 1 2 0,0 2 9 16,-2-3 2-16,0 0 7 0,1-1 5 0,-4 0 3 15,1-1-1-15,3-3-1 0,-5 0 6 0,-1-5 9 16,4 8 2-16,-4-8 10 0,2 6 9 0,-2-6 7 0,0 0-9 15,0 0-3-15,0 0-3 0,0 0-10 16,0 0 1-16,0 0-10 0,5-18-6 0,-5 18-3 0,6-15-10 16,-2 6-3-16,1-2 6 0,1 0-1 15,2-4-8-15,0 0 0 0,2 2-3 0,3 0-10 16,-6 3-2-16,2 0 9 0,4 2-3 0,-4 1-12 0,3 3-1 16,-4-2 2-16,-1 5-3 0,2 1-1 15,-9 0 1-15,16 5 2 0,-7 0 2 0,-2 1 2 0,0 1-3 16,0 3 3-16,-3-1 0 0,2 2 1 15,-3 0-1-15,-1 0 7 0,2 5-7 0,-2-3-20 16,1 2-14-16,-3-4-29 0,0 7-39 0,1-6-52 0,0 6-31 16,2-6-49-16,-2 0-134 0,7-3-406 0,2 0 179 15</inkml:trace>
  <inkml:trace contextRef="#ctx0" brushRef="#br0" timeOffset="15247.98">12469 5859 56 0,'-5'-3'256'0,"5"3"-14"0,-12-3-12 16,12 3-15-16,-17 4-17 0,7 3-16 0,-1 0-18 16,2 1-15-16,-2 2-12 0,0 3-15 0,4-4-7 0,1 3-13 15,0-3-13-15,2 4-10 0,2-3-5 0,0 0-7 16,2-1-6-16,2 1-6 0,0-3-12 0,2 2-7 15,2-4-14-15,-2 0-8 0,3-2-8 0,-1 1-1 16,1-3-3-16,-7-1 2 0,11 2 3 16,-11-2-2-16,10-3 6 0,-10 3-10 0,13-8-1 0,-12 4 1 15,5-2 2-15,0 0 0 0,-5-1 3 16,3 3-1-16,2-5 3 0,-6 3 4 0,3 0 4 16,-3 6 2-16,5-8-1 0,-5 8-3 0,2-5-4 15,-2 5-5-15,0 0-3 0,0 0 1 0,0 0 4 16,11 13 4-16,-9-1 0 0,2 4 8 0,-1 4-2 15,1 8 2-15,3 1-2 0,-6 5-1 0,1 3 8 0,2-2 3 16,-2-1-1-16,2-2-3 0,-3 3-4 16,1 0 2-16,-2-2 0 0,-3-2 2 0,3-1 3 15,-4-1 7-15,2-3-4 0,-5-1 3 0,-2-2 12 16,2-5 13-16,-4-1-10 0,-3-2-5 0,-7 3 8 16,-2-2-10-16,-2-3-7 0,0-4-2 0,-2-1-4 0,-4-3 1 15,3-4-18-15,0-1-13 0,-1-3-22 0,0-1-23 16,0-3-27-16,2-2-30 0,8 0-36 15,2-1-42-15,2-4-42 0,5-1-50 0,3-1-162 16,5-4-474-16,4-8 209 0</inkml:trace>
  <inkml:trace contextRef="#ctx0" brushRef="#br0" timeOffset="15635.03">12870 5927 183 0,'0'0'228'0,"0"-9"-13"0,0 9-11 0,-8-6-5 16,8 6-18-16,-14 0-12 0,1 3-7 0,-4 9-4 0,0-2-14 16,-6 10-2-16,-4-1-16 0,3 2-8 0,6 3-12 15,2-1-3-15,5-7-11 0,1 2-10 16,0-1-7-16,3-1-3 0,2 1-13 0,3-7-2 16,0 2-11-16,4-3 2 0,-2-9-4 0,0 17-7 15,1-12-9-15,3 1-3 0,2-2-5 0,1-2-5 0,-1-2 1 16,4 0-6-16,1-2 0 0,-1-1 7 15,3 0-9-15,-3-4-3 0,2 1 3 0,-5-3 3 0,3-3-8 16,-1 1 3-16,-1-1-5 0,0-3 12 16,-1 4-9-16,-3-2 1 0,2-1-3 0,-2-1 7 15,0 2-4-15,1 3 1 0,-5 0 2 0,4 1 13 16,-2 2-1-16,-2 7 3 0,2-8-8 0,-2 8-6 0,1-8-8 16,-1 8 1-16,0 0-4 0,0 0-2 15,0 0 4-15,0 0 3 0,9 24-3 0,-7-15 2 16,-1 4 2-16,0-1-2 0,0 5 3 0,3-1 1 15,0 0-9-15,-2 1-28 0,3 2-36 0,-1-3-48 16,0 2-82-16,2-7-78 0,0 3-176 0,-1-4-488 16,-5-10 215-16</inkml:trace>
  <inkml:trace contextRef="#ctx0" brushRef="#br0" timeOffset="15909.8">13122 5770 254 0,'0'0'269'15,"0"-10"-29"-15,0 10-18 0,2-7-31 0,-2 7-20 16,0 0-13-16,0 0 3 0,2 22-11 0,-2-5-5 16,0 9-14-16,0-1-11 0,0 3-9 0,-4 1-5 0,4 2-5 15,0-2-7-15,-2-1-10 0,2-1-7 16,-3 0-9-16,3-6 0 0,-4-2-9 0,4 1-3 15,0-3-7-15,-2 2 1 0,2-3-11 0,2-1-24 16,-2-3-20-16,-2-1-26 0,2-2-30 0,-2 0-31 16,2-1-39-16,0-8-32 0,-2 11-32 0,-2-6-54 15,4-5-128-15,0 0-409 0,-13 4 180 0</inkml:trace>
  <inkml:trace contextRef="#ctx0" brushRef="#br0" timeOffset="16064.07">12998 5936 98 0,'11'-2'124'0,"1"2"-9"0,-3 0-15 16,5 0-19-16,3 2-37 0,0 0-51 0,2 1-86 16,-5 1-100-16,5 2 44 0</inkml:trace>
  <inkml:trace contextRef="#ctx0" brushRef="#br0" timeOffset="16386.03">13191 6241 78 0,'14'-7'245'0,"-5"2"-11"0,0-2-17 16,2-1-16-16,5-4-15 0,0 2-21 0,-3-4-13 15,5 0-15-15,-3 2-12 0,0 0-11 0,-2 0-9 16,3-5-9-16,-1-3-14 0,-3 6-4 0,-1-2-8 15,-2-1 1-15,-1 0-15 0,-2 1-9 0,-2 5 5 16,-2 2 5-16,0 0-4 0,-2 1-5 0,0 1-5 16,0 7-2-16,-4-13-1 0,0 9-7 0,4 4-4 15,-10-5-7-15,10 5 1 0,-18 5-6 0,9 0 0 16,-2 4-1-16,-2 1 5 0,-1 4 3 0,1-1 1 16,1 1-3-16,3-1-3 0,3 2-1 0,1-3 0 15,1 3-4-15,-1 1 1 0,3-3 0 0,2-1 6 16,2 0-10-16,3 0-10 0,-1-2-11 0,3-1-15 15,1 1-22-15,2-2-21 0,1-2-34 0,2 3-45 16,-1-4-43-16,-3-2-45 0,-1-1-157 0,-8-2-425 16,0 0 189-16</inkml:trace>
  <inkml:trace contextRef="#ctx0" brushRef="#br0" timeOffset="16582.16">12910 5983 2363 0,'-13'0'109'0,"2"-1"-66"0,4 1-23 0,7 0-21 15,-13-3-17-15,13 3 7 0,0 0 6 0,0 0-1 16,0 0 1-16,0 0 0 0,42-10 3 0,-8 4-7 16,0 0-19-16,1-1-33 0,4 3-68 0,-3-1-75 15,-2-2-139-15,-1 1-369 0,-6-1 164 0</inkml:trace>
  <inkml:trace contextRef="#ctx0" brushRef="#br0" timeOffset="24029.38">10606 4705 140 0,'1'-7'152'0,"-1"7"-8"16,0 0-4-16,0 0-4 0,0 0-18 16,-1-13-3-16,1 13-4 0,0 0-11 0,0 0-3 0,-5-7-7 15,5 7-11-15,0 0-6 0,0 0-6 0,-7-3-12 16,7 3-2-16,0 0-9 0,-16 2-1 15,8 2-4-15,-2 0-5 0,-1 2-5 0,-4 3 4 16,1 3-2-16,-1 1-9 0,-7 4 1 0,3 0 5 16,0 3 0-16,2 1-2 0,-1-1 3 0,4 1 0 15,-1-1 2-15,3-3-5 0,0 4 1 0,2-2-3 0,3-5 2 16,2 1-3-16,-3 1-4 0,6-1 8 0,0-1-1 16,2-1-1-16,0 1 0 0,2-2-2 15,-1-2-2-15,3 0-4 0,2 0 2 0,0-1 2 16,2 2-4-16,0-3-3 0,2 1-2 0,0-2 3 15,2-2 1-15,0 0-6 0,5 1 0 0,1 0-15 16,-3-2-14-16,4-1-16 0,-1 0-15 0,0-2-17 0,0 0-25 16,-1 1-15-16,1-4-14 0,-2 1-6 0,2-1-7 15,-5 0-4-15,0-3 4 0,0 3 2 0,-1-5 10 16,1 1-3-16,2-3 12 0,1 0-65 16,-2-1 151-16,-3-2-116 0,1 1 121 0,-1-2-34 15,0 1 16-15,-6 1 13 0,1-1 16 0,0 1 19 16,-1-1 1-16,-1 1 19 0,0 0 5 0,0 0 12 15,-4 4 8-15,0 7 22 0,1-12 9 0,1 7-5 16,-2 5-1-16,0 0-8 0,0-11-2 0,0 11-12 16,0 0-2-16,0 0-6 0,0 0 7 0,0 0 6 15,0 0 4-15,-9 19-3 0,5-9-3 0,1 3-5 16,-1-1 4-16,2 5-4 0,-3-1 1 0,4-3 0 16,-2-1-7-16,2-1-4 0,2 1-3 0,-1-1-3 15,4 0-4-15,-3-3 0 0,3 2-2 0,0-1-2 16,2 0-2-16,0-1-1 0,2-1-3 0,1-2-2 15,-1 0 7-15,1-2-13 0,-9-3 6 0,17 5-8 16,-7-2 3-16,-4-3 1 0,-6 0-11 0,14 0 0 16,-14 0-4-16,17-6 0 0,-13 5-1 0,6-3-5 15,-5 0-4-15,4-2-2 0,-2 1 0 0,1-2-8 0,-4 1 0 16,0-2 0-16,0 0-8 0,-2-2 1 16,1 1 0-16,-2 0 0 0,-1-1-2 0,1 0 1 15,-1-2 0-15,-1 2 4 0,0 0-1 0,1 1 2 16,0 0 3-16,1 0 3 0,2 0-3 0,-3 9 0 15,2-12-1-15,1 8 4 0,-3 4 0 0,3-9-1 16,-3 9 7-16,10-3-2 0,-3 3-4 0,-7 0 11 16,18 3-8-16,-9 3 4 0,2 1 3 0,1 1 13 15,-1 1 3-15,-1 0 0 0,2 4-8 0,1 1 7 16,-2-1 1-16,-2 1 6 0,0-3-6 0,-2 0 4 16,-1-2-3-16,-1-1 1 0,-2-1 5 0,1-1 3 15,-1-1 4-15,0-1 5 0,-3-4 11 0,5 8 7 16,-5-8 11-16,0 0 5 0,0 0-5 0,0 0-4 15,0 0 6-15,0 0 0 0,0 0 2 0,0 0-1 16,0 0-5-16,0 0-9 0,0 0-4 0,-4-30-5 16,4 22-7-16,4-4-9 0,1-4 2 0,4 1-11 15,-1 1 0-15,2 0-3 0,1-1-3 0,1 2-5 16,0 1-3-16,0 3-3 0,1-1 2 0,-3 4-3 16,1 1-2-16,-1 2-2 0,2 1 2 0,-3 2-2 15,2 3 1-15,-1-1 0 0,0 3 0 0,-1 1-3 16,3 0 5-16,-3 3-4 0,0 0 7 0,-3 1-4 15,3 1 5-15,-3-1-1 0,-1 1 8 0,2-1-7 16,-5 0-1-16,3 0-20 0,-2 0-26 0,-1 0-32 16,0-2-50-16,0 0-54 0,0-2-68 0,-2-6-138 15,0 0-421-15,1 16 187 0</inkml:trace>
  <inkml:trace contextRef="#ctx0" brushRef="#br0" timeOffset="24326.16">11541 4831 1867 0,'-6'-20'47'0,"-3"-3"38"0,2 8-28 0,2 1 16 0,0 5 2 15,1 0-3-15,-1 1 5 0,3 3-10 0,2 5-12 16,-4-9-9-16,4 9-1 0,0 0-11 0,0 0-2 16,0 0 13-16,-8 28 9 0,6-8-6 15,-4 5 2-15,1 6 1 0,2-3 0 0,-1 3-7 0,0 0 6 16,1-4 5-16,1 1-2 0,-1-1-3 15,2-3-4-15,1-3 3 0,0-2-5 0,0 1-2 16,0 0-5-16,0-2 2 0,1-1-8 0,-1-1-2 0,-1-3 0 16,2 2 0-16,-1-4-12 0,2 1-16 0,-1-2-13 15,-1-3-16-15,0-7-12 0,0 11-23 0,0-11-23 16,0 0-26-16,-1 14-26 0,1-14-18 0,0 0-31 16,-3 10-34-16,3-10-24 0,0 0-137 0,-14-1-413 15,14 1 183-15</inkml:trace>
  <inkml:trace contextRef="#ctx0" brushRef="#br0" timeOffset="24595.62">11352 5061 21 0,'9'-2'132'0,"2"-2"-12"0,1-1-3 0,7 2-8 16,9-2-9-16,-6 0-5 0,5-1-7 0,-9 2 0 15,5 0-8-15,-3 0-2 0,1-1-6 0,0 2-5 16,-3-2-3-16,-2 1 5 0,-4 0-4 0,1 1 0 0,0 0-3 15,-3-1 7-15,-2 1 1 0,-8 3 0 0,11-3 0 16,-11 3-1-16,8 0-6 0,-8 0-10 16,0 0-4-16,9-1-10 0,-9 1-4 0,0 0-3 15,0 0 11-15,8 8 0 0,-6-2 3 0,0 1 2 16,-2 2-5-16,1 3-1 0,-1-1-3 0,1 5-3 0,-1-3-2 16,-1-2-2-16,1 1-26 0,0 1-23 0,-1-2-29 15,1 6-36-15,0-17-41 0,-2 22-50 16,-2-11-174-16,3-2-377 0,1-9 167 0</inkml:trace>
  <inkml:trace contextRef="#ctx0" brushRef="#br0" timeOffset="25111.27">12008 4946 116 0,'0'0'198'0,"0"0"-12"0,0 0-13 16,-18-11-12-16,18 11-15 0,0 0-7 0,-18 8-10 16,8-1-11-16,-1 0 2 0,3 2-15 0,-2 0-8 15,0 1-8-15,5 0-6 0,-3-1-11 0,3 1-8 16,-3-3-7-16,6 3-6 0,-2-1-3 0,0-1-4 16,3-1-5-16,0 1 1 0,1-8-9 0,1 10 0 15,-1-10 0-15,5 10-9 0,-1-8-1 0,-4-2-4 16,12 7 2-16,-7-4-3 0,1-2-1 0,1 2-2 15,-7-3-1-15,14 4-2 0,-8-2-1 0,0 0-5 16,1 0 0-16,-2 0-3 0,2 2 2 0,-3 0-4 16,0 2 3-16,1 1 0 0,-2 0-4 0,2 3 4 15,-2 0 3-15,-3-3 7 0,0 5 0 0,-4-1 2 16,0 2-2-16,-6 1 0 0,4-3 4 0,-4 3-3 16,0-1 3-16,1 3-2 0,-3-4 2 0,1 1-2 15,-2-4-4-15,3-1-11 0,-1 1-23 0,-2-3-27 16,3-2-42-16,2 1-44 0,8-5-53 0,-23 5-179 15,11-4-398-15,12-1 177 0</inkml:trace>
  <inkml:trace contextRef="#ctx0" brushRef="#br0" timeOffset="25731.92">12115 4996 104 0,'0'0'202'0,"6"-4"-14"0,-6 4-1 15,0 0-13-15,0 0-3 0,0 0-6 16,4 19-14-16,-4-9-10 0,0 2-16 0,0-2-10 16,0 0-8-16,2 3-12 0,0-1-8 0,1-1-11 0,1 2-5 15,2-4-8-15,2 0 0 0,-1-1-8 0,3 0-2 16,-1-1-5-16,5-4-2 0,-5 2-5 0,4-1 2 16,-4-3 1-16,2-1-1 0,1-1 2 0,-1-1-12 15,0-2 1-15,-1-1 1 0,0-1-2 16,-1-1 1-16,1 0 0 0,-3-2-4 0,-1 0 4 15,0-1-6-15,-2-1-1 0,4-1-6 0,-4 0 4 16,1 1-4-16,-1-1 1 0,-2 2-8 0,3-1 0 0,-3 1 3 16,0 3 2-16,1 0 7 0,-3 7-4 15,4-10-3-15,-3 5-7 0,-1 5-6 0,0 0-1 0,0 0-5 16,0 0-2-16,0 0 0 0,0 0 12 16,0 0-4-16,0 0-1 0,0 0 4 0,-1 29 0 15,-2-19 2-15,3 0 1 0,-1 0-4 0,1 1 3 0,1-2-2 16,2 3-1-16,-2-3-1 0,3 1 5 0,-2-3-3 15,1-2-4-15,1 1 4 0,0-1 2 0,3 1-3 16,0 0 4-16,-1-2 1 0,1-2-1 16,-1 0-6-16,4 1 8 0,-3-3-6 0,0 0 6 15,-7 0-2-15,14-2-2 0,-4 1-2 0,-1-2-2 16,-3 0 0-16,4-2-3 0,-5 0-3 0,3-2-2 16,-3 2-4-16,1-5 4 0,0 2-4 0,0-3-8 0,-1 2 0 15,1-3-2-15,-2 0-6 0,0-4-3 0,-1 5 3 16,0-1 12-16,1 2-9 0,-4-1 3 15,2 1 1-15,0 0 1 0,-1 3 2 0,3 2-1 16,-2-2 2-16,-2 7-3 0,2-10 7 0,-2 10-9 16,4-5-1-16,-4 5 1 0,7-2-1 0,-7 2 2 15,0 0 1-15,17 8 1 0,-11-3-2 0,-2 0 4 16,4 4 0-16,-2-1 2 0,-3 2 2 0,3 1 3 16,-2-1-1-16,-4 1 3 0,2-1-2 0,0 2 11 15,-1-2-14-15,1 2-17 0,1-2-26 0,1-1-38 16,-4 1-42-16,2-1-40 0,-2-9-45 0,7 15-191 15,-7-15-439-15,5 10 193 0</inkml:trace>
  <inkml:trace contextRef="#ctx0" brushRef="#br0" timeOffset="26094.3">12911 4956 79 0,'-5'-7'229'0,"-4"-1"-8"0,0 4-14 16,0-1-12-16,0 5-14 0,-1 0-15 0,0 3-6 15,-1 1-10-15,2 4-6 0,-3-1-10 0,4 0-17 16,-1 2-9-16,-1-2-11 0,4 3-5 0,1-2-13 16,3-1-11-16,-2 2 0 0,2-2-8 0,2-7-6 15,2 13-3-15,-2-8-4 0,4 1-7 0,-4-6-11 16,7 8-4-16,-3-5 0 0,4-3-11 0,-8 0-1 16,13 2-3-16,-13-2-3 0,13-2 3 0,-5-1-4 15,0 1 2-15,-4-1 0 0,3-1-4 0,-1 0 4 16,-6 4-5-16,8-9 5 0,-6 4-8 0,2-1 1 15,1 0 7-15,-5 6-7 0,8-9 0 0,-8 9 1 16,3-7-5-16,-3 7 1 0,5-4-4 0,-5 4-4 16,0 0-2-16,0 0 1 0,0 0 1 0,0 0 3 15,0 0 5-15,11 9 5 0,-11-9 2 0,2 14 3 16,0-7 1-16,1 1-1 0,-1 1-2 0,0 3 4 16,0-3-6-16,-2 1-1 0,5-1-29 0,-3 1-33 15,1 2-59-15,1-6-56 0,0 2-70 0,-4-8-141 16,9 11-418-16,-5-7 185 0</inkml:trace>
  <inkml:trace contextRef="#ctx0" brushRef="#br0" timeOffset="26350.98">13172 4785 122 0,'0'0'282'0,"2"-8"-19"0,-2 8-29 0,0 0-23 15,0 0-16-15,0 0-2 0,0 0-1 0,0 0-7 16,4 32-1-16,-4-14-5 0,0 1-13 0,0 7-13 16,2-1 0-16,-4-4 4 0,2 3-8 0,0-6-14 15,0 1-13-15,0 0-8 0,0-2-11 0,0 1-11 16,0-1-7-16,2-2-7 0,-2-3-8 16,0-3-35-16,0-2-30 0,0 1-31 0,2-1-35 15,-2-7-27-15,0 10-36 0,0-10-33 0,0 0-33 0,-4 11-48 16,4-11-42-16,-9 5-170 0,9-5-486 0,0 0 216 15</inkml:trace>
  <inkml:trace contextRef="#ctx0" brushRef="#br0" timeOffset="26597.1">13122 4963 132 0,'2'-7'159'16,"-2"7"-3"-16,0 0-7 0,9-7-6 0,-2 5-8 15,2 1-7-15,0 0-7 0,5-3-7 0,1 3-10 16,3 1-8-16,-2-1-5 0,-3 1-6 0,5 0-6 15,-6 1-3-15,-1-1-5 0,2 1 1 0,-4 1-10 16,4 0-8-16,-6-1-1 0,3 3 0 16,-4-1-1-16,1 1 7 0,-1-2 6 0,0 3 5 0,-2 0 4 15,2 3-2-15,1 0 5 0,-3 2-4 0,0 0 0 16,-1-1-2-16,2 4-7 0,-5-2-5 16,0-1-4-16,2 2-7 0,0-2-17 0,-4 1-24 15,4 0-30-15,-2 0-38 0,0-11-56 0,-2 17-65 16,2-17-73-16,-4 17-153 0,4-17-441 0,0 0 195 0</inkml:trace>
  <inkml:trace contextRef="#ctx0" brushRef="#br0" timeOffset="26761.64">13411 4828 77 0,'3'-10'193'0,"-3"10"-28"15,0 0-48-15,0 0-22 0,0 0-37 16,0 0-47-16,0 0-59 0,0 0-64 0,0 0-120 16,11 28 53-16</inkml:trace>
  <inkml:trace contextRef="#ctx0" brushRef="#br0" timeOffset="27463.66">13499 4971 132 0,'0'0'205'0,"-4"14"-3"0,-1-7-12 0,3-1-14 16,0 1-18-16,2 2-8 0,-2-2-7 0,2-7-12 16,2 15-5-16,-2-9-10 0,0-6-10 0,0 13-10 15,4-8-6-15,-4-5-4 0,5 10-8 0,-1-6 2 16,-4-4-5-16,7 7 3 0,-2-5 2 0,-5-2-6 16,9 3-4-16,-9-3-3 0,10 0-3 0,-10 0-2 15,10-3-8-15,-10 3-3 0,9-5-7 0,-5 0-5 16,2 2-2-16,-1-4-3 0,3 0-4 0,-6 1 0 15,4-3-11-15,-4 1-5 0,1-2 6 0,-1-1-15 16,2 1 0-16,0 0 2 0,-1-3-1 0,0 2-5 16,-1 0 6-16,2 1-1 0,0 2 2 0,-1 0 3 15,-3 2 5-15,0 6-4 0,6-9-2 0,-6 9-6 16,0 0-1-16,5-5-5 0,-5 5 4 16,0 0-8-16,0 0 5 0,9 12-2 0,-9-12 2 0,3 11-1 15,1-4 9-15,-4 1-7 0,2 0 0 0,-2 1 3 16,2 1 1-16,-2-4 1 0,2 1 3 0,-2-7-1 15,3 11 2-15,-3-11 2 0,0 6-5 0,0-6 5 16,4 8 4-16,-4-8 2 0,0 0 11 0,0 0 6 16,0 7 8-16,0-7 9 0,0 0-3 0,0 0-5 15,0 0-7-15,0 0-2 0,0 0-4 0,0 0-1 16,10-17-4-16,-6 12 0 0,2 1-8 0,-1-6-6 16,6 2-5-16,-2 0-3 0,0-1 3 0,2 2-9 15,-1 1-5-15,0 1-1 0,-3 1 3 0,1 0-2 16,2 2-6-16,-3 1 1 0,-7 1-4 0,14 2 4 15,-5 0 4-15,-5 3-4 0,5 1 3 0,0-1 0 16,-2 1 4-16,-1 1-1 0,3-1 3 0,-1 0-4 16,-2 1 5-16,0-2 3 0,-1-1 0 0,-1-1 3 15,1 0-2-15,4-1 14 0,-4 0 3 0,-5-2 8 16,17 0-5-16,-7-4 2 0,-1 1 2 0,-1 0 6 16,2 0-21-16,-3-3 9 0,-1 1-7 0,0 0 2 15,-1 0 1-15,0-2-2 0,-1 3-1 0,-2-3-2 16,1 0-2-16,-1 2-5 0,-2 5 3 0,2-13-1 15,0 9-3-15,-2 4 0 0,0 0-1 0,4-8-3 16,-4 8-9-16,0 0-9 0,0 0-2 0,0 0 3 16,0 0-2-16,0 0 12 0,0 0-1 0,0 0 1 15,-10 30-3-15,5-17 4 0,1-3-5 0,-3 6 1 16,0 0-4-16,1-2-17 0,-1-2-21 0,0 2-23 16,-4 1-21-16,2-1-27 0,0 1-29 0,-1-1-41 15,-2-1-34-15,-1 1-48 0,-4-3-152 0,1 0-465 16,-4 0 205-16</inkml:trace>
  <inkml:trace contextRef="#ctx0" brushRef="#br0" timeOffset="28272.19">10405 5328 13 0,'0'0'186'0,"-10"-5"-11"0,2 3-9 0,8 2-14 16,-14-6-8-16,9 5-1 0,-4 1 1 0,9 0-3 15,-10-3 4-15,10 3-8 0,-9-1-8 0,9 1-14 16,-7-4-8-16,7 4-15 0,0 0-10 0,-8-2-10 16,8 2-6-16,0 0-6 0,0 0 2 0,0 0-2 15,0 0 3-15,40 10 4 0,-9-9-1 0,7 5 7 16,19-4-2-16,-1 0-1 0,3 0-4 0,2 2 1 15,31 1-6-15,-28 2-3 0,28-2-1 0,0 0 2 16,-26-5-7-16,33 3-9 0,-2 1 2 0,-4-5-4 16,1 1-7-16,-5 1 1 0,3 3-4 0,1 1 3 15,-2-4-5-15,-2 2 1 0,3 1-3 0,2 0-5 16,4 1 3-16,-3 0 0 0,-1-3 1 0,4 1-2 16,-1-1-1-16,0-2-3 0,-4 5-2 0,3-3 1 15,-4 2 2-15,0-4-5 0,-2-1-1 0,0 3-3 16,-25-1 1-16,29-1 4 0,-27-2-3 0,28-4-2 15,-3 1-2-15,-2 3 1 0,-27-1-2 0,27-4 4 16,-28 2 2-16,1 1-12 0,-2-1 2 0,-1 2-4 16,-5 0 7-16,0 0-3 0,-14 1 0 0,-5 1-3 15,-2-3 1-15,-3 1 2 0,-9 0-3 0,-2 1-4 16,1 0 3-16,-5-1 3 0,-1 1-4 0,-2 2 3 16,-1-1-1-16,-5 1 6 0,-7 0-9 0,14-2 1 15,-14 2 12-15,9 0-10 0,-9 0-1 0,0 0 0 16,11 3-2-16,-11-3 2 0,0 0 8 0,6 2-12 15,-6-2 4-15,0 0-5 0,0 0-10 0,0 0-23 16,0 0-26-16,0 0-40 0,0 0-55 0,0 0-67 16,0 0-63-16,0 0-235 0,0 0-566 0,0 0 250 15</inkml:trace>
  <inkml:trace contextRef="#ctx0" brushRef="#br0" timeOffset="30456.54">10630 5328 74 0,'0'0'144'0,"0"0"-11"15,0 0-6-15,0 0-10 0,0 0-6 0,0 0-3 16,0 0-12-16,0 0-13 0,0 0 0 0,0 0-14 15,-28-5 9-15,18 3-4 0,1 2 0 0,-3 0-4 16,1 0 3-16,-2-3-3 0,-1 2-9 0,-4 2-3 16,-1-1-8-16,-3-1-2 0,-6 1-2 0,-1 1-7 15,-3 0-2-15,2 1-3 0,-3-2-1 0,-4 3-3 16,-2-2-4-16,-13 3-1 0,1-2 3 0,13 3-7 16,-2-1-1-16,-12 1 1 0,13-2-4 0,-12 2 3 0,-4 2-3 15,5-2-2-15,-2 2 0 0,1 0 1 16,1-2-1-16,-2 0-2 0,13-2 1 0,0 0-2 15,-14 3 1-15,15 0 4 0,-2-3-1 0,3 2 5 16,1-2 4-16,-2-1 0 0,2 1-4 0,2-1-1 16,1 4-2-16,-2-3-23 0,5 1-1 0,-4 0 8 15,0-2-3-15,3 3 5 0,-1-1-2 0,1 2 0 16,2-2 4-16,0-4-7 0,6 3 1 0,-3 1-3 16,-2 1 4-16,1-2-3 0,7-1 9 0,-1 0-7 15,1-1 3-15,-3 1 3 0,4 0-4 0,-2-2-2 16,2 2 4-16,1-2 0 0,-1-2-3 0,1 2 1 0,0 0 4 15,0-1-3-15,5 1-1 0,-1-1 2 16,2 1 6-16,0 0-4 0,-2-2 3 0,4 1 3 16,-3 1-1-16,13 0 2 0,-13 0 0 0,7-2 12 15,6 2-7-15,-12 0-4 0,12 0 1 0,0 0-4 16,-11 0-2-16,11 0 0 0,0 0-4 0,0 0 0 16,-8 2-4-16,8-2 1 0,0 0-2 0,0 0-1 15,0 0 0-15,0 0-1 0,-7 5 3 0,7-5 0 16,0 0-3-16,0 10 1 0,0-10-2 0,5 11 0 15,-4-4-3-15,1 3 5 0,0 2 0 0,0 0 3 16,0 5-2-16,-2 2 5 0,2 0 2 0,3 8 5 16,-3 2 0-16,0 0 2 0,-1 1-4 0,3-2-1 15,0 5 3-15,-3-2-1 0,3 1 3 0,-1 3 2 16,-5 11 0-16,2-10 5 0,4 10-5 0,-1-11 1 16,-1 11 1-16,0-10-1 0,-1 14-2 0,3-6-2 15,-4 6 0-15,5-3 0 0,-5-1 1 0,4 4 1 16,-7 4-1-16,3-4 0 0,3 6 0 0,-2-1 6 0,-1 2 8 15,1 3-2-15,0 25-1 0,1-26 3 0,0 25 0 16,2-1-5-16,-2-25-2 0,-2 27 5 0,3-4-3 16,-4-22 4-16,0 27 1 0,1 5 2 15,-1-4 0-15,-2-1 1 0,0 1-4 0,-4 3 2 16,0 1 2-16,1 1 6 0,-2-2-10 0,3-2 8 16,-1 4-15-16,1 5 14 0,0-3-9 0,-1 7-1 15,-4-4-2-15,0 4-3 0,-5-4 0 0,1 4-7 16,-4-2 8-16,4 2 7 0,-4-1-7 0,0-7-9 15,2 0 11-15,3-1 2 0,1 0 1 0,3-2-1 16,-1 1 3-16,3-3-2 0,0 1 3 0,5-3-8 16,-1-3-2-16,-1-24-3 0,-1 23-1 0,2-27-7 15,1-2-14-15,3 0-9 0,-1-5-1 0,0-3-18 16,2 1-8-16,1-13-8 0,-3-4-22 0,4-3-23 16,-4-6-38-16,4-2-30 0,1-3-50 0,-1-4-40 15,1-2-253-15,-5-9-547 0,0 0 242 0</inkml:trace>
  <inkml:trace contextRef="#ctx0" brushRef="#br0" timeOffset="31628.05">14279 4606 66 0,'0'0'119'0,"0"0"-9"0,0 0-6 0,0 0-13 15,0 0-1-15,0 0-20 0,0 0-14 0,0 0-4 16,0 0-5-16,0 0-10 0,0 0-1 0,0 0-8 15,0 0 1-15,0 0 0 0,0 0 11 0,0 0-8 16,-7 29 10-16,6-15-23 0,0 3 15 16,-2 0 2-16,3 1 11 0,-4 8-3 0,2 0 7 15,0 3 5-15,-1-1-5 0,1 4 5 0,-2 0 3 0,4 15 16 16,-4-11-6-16,-2 0-6 0,6 11-5 0,-5-1-2 16,-1 0-5-16,2 1-2 0,0 3-2 0,-1 4 3 15,0 4 1-15,3 0 2 0,-5 0-4 0,5 23 7 16,0-24-3-16,-1-1 2 0,-1 0-6 0,2 3 2 15,-6-1 3-15,4 1-2 0,-2 23 11 16,3-2-11-16,3-23-5 0,-2 0 4 0,-4 1-7 0,4 1-3 16,-2 21-3-16,-2-26-2 0,6 0-5 0,-4 1 1 15,-1 0-4-15,1 3-3 0,4-3 1 0,-2 28-3 16,2 0 3-16,-2-22 9 0,2 26-15 0,-1-5 0 16,-3-24 0-16,-3 26-4 0,2-23-2 0,-3 24 3 15,-1-4-5-15,1 5 4 0,0-2-2 0,1-23 5 16,3 26 2-16,-2-1 4 0,-4-4 6 0,3 2-3 15,-1 0 11-15,1-2 1 0,-3 7-6 0,1 1 0 16,1 1 4-16,-4 0-1 0,6-3-4 0,-1 3-4 16,1-2 7-16,-2 0-3 0,2-5 11 0,1 4-8 15,1 3 1-15,2-4 1 0,-5 0-12 0,0-4 2 16,0-24-4-16,3 23 0 0,-3-2-2 0,-2-26-1 16,-3 3-5-16,2 3-10 0,-4 21-5 0,1-25-8 15,0-4-9-15,1 1-8 0,-3-5-14 0,3-2-5 16,1-13-15-16,0-2-12 0,-1-2-23 15,-1-4-26-15,3-7-42 0,-1-1-36 0,-1-6-51 0,0-3-46 16,-4-3-165-16,16-5-496 0,-33-4 219 0</inkml:trace>
  <inkml:trace contextRef="#ctx0" brushRef="#br0" timeOffset="33346.11">9629 4645 31 0,'-10'-2'33'0,"10"2"-7"0,0 0-1 15,0 0-7-15,-9-2 1 0,9 2-2 0,0 0-2 16,0 0 3-16,-12-1 2 0,12 1 14 0,0 0-13 0,-10-1 3 15,10 1-5-15,0 0 4 0,-11-1 2 16,11 1 4-16,-9 0-3 0,9 0-2 0,-10 1-2 16,10-1-6-16,-13-1-1 0,13 1 3 0,-15-1-4 15,6 2 0-15,-2 1-1 0,1-2 2 0,1 1-1 16,-1-1 0-16,0 2 5 0,-2 0-4 16,-1-1 5-16,1 2-5 0,0-3 1 0,-2 2 5 0,-2-1-18 15,0 2 9-15,0-1 2 0,-3-2-5 0,0 3 10 16,0-2-2-16,0 2-2 0,0-1 2 0,1 0-6 15,1 0 0-15,-2-1 3 0,3 2 9 0,3-2-2 16,0 0 5-16,0 0-15 0,2 0 7 0,-1-1 4 16,0 1-9-16,1 1-1 0,-1 0 0 0,1 0 0 15,2-2-1-15,-1 3-3 0,0-2 4 0,1 1 1 16,-2 0 1-16,0 0-6 0,2 1 8 0,-2-3-6 16,2 4-4-16,1-2 10 0,8-2-5 0,-15 2 10 15,9-1-5-15,6-1-1 0,-16 3 1 0,9-2 1 16,-1-1 0-16,0 3-2 0,0-3-2 0,-3 1-1 15,3 2 3-15,1-2-8 0,-2-1 4 0,0 2-5 16,-1 0 6-16,3-1-2 0,-2 0-1 0,9-1 3 16,-10 2-2-16,10-2-3 0,-10 1 1 0,10-1 11 15,-10 3-7-15,10-3-12 0,-7 0 6 0,7 0-6 16,-7 3 4-16,7-3-2 0,0 0 2 0,-8 0 0 16,8 0-4-16,0 0 2 0,0 0 0 0,0 0-1 15,0 0-5-15,0 0 13 0,-9 2-8 0,9-2 1 0,0 0-1 16,0 0 2-16,0 0-15 0,-6 5 12 15,6-5-5-15,0 0 9 0,0 0-5 0,0 0 0 16,0 0 1-16,0 0 9 0,0 0-4 0,0 0 4 16,-7 2 2-16,7-2 5 0,0 0 3 0,0 0-9 15,0 0 5-15,-9 5 0 0,4-3 2 0,5-2 3 16,-11 3-3-16,5-1 2 0,6-2 2 0,-12 4-2 16,3-2-8-16,0 3 12 0,-3-1-17 0,0-1 10 15,-5 2-4-15,-2 0-3 0,2 1 4 0,-3 0-5 16,2-1-1-16,2 1 6 0,-1-2-7 0,4 0 2 15,-1-1 7-15,5-1-3 0,1-1 4 0,0 3 5 16,8-4-3-16,-12 3 1 0,12-3-1 0,-8 0 0 16,8 0 3-16,-7 4-4 0,7-4 1 0,0 0-2 15,0 0 4-15,-7 3-4 0,7-3-6 0,0 0 3 16,0 0-5-16,0 0-2 0,0 0-1 0,-8 0 1 16,8 0-1-16,0 0-3 0,0 0 3 0,0 0-6 15,0 0 1-15,0 0-1 0,0 0 3 0,-2 10-2 16,2-10-2-16,0 0 4 0,0 0 2 0,5 12-2 15,-5-12 0-15,2 12-1 0,0-5 5 0,0 1-4 16,1 4 0-16,-1-2 10 0,-1 3 2 0,2 1-4 16,0 1 5-16,-2 2 0 0,0-5-2 0,2 1 4 15,-2 5 3-15,-1 0 5 0,0-1 0 0,1 0-4 16,-1-3 0-16,2 4 1 0,-1-1 0 0,-2 0 2 16,1 0-4-16,0 0 7 0,-2 2 0 0,2 0-2 15,-1 0 3-15,0 0-3 0,0 6-2 0,-1 3 1 16,1-1 0-16,1-1-3 0,0-6-1 0,0 5 1 15,-1-2-1-15,2-5-1 0,0 2-4 0,1 6 1 16,1-7 1-16,0 7-2 0,-2-6-2 0,1-1 2 16,-1 0-5-16,1 0 2 0,0 0-4 0,1-2 3 15,-1 2-3-15,-1-2 1 0,0 0 2 0,2-1-5 16,-1 1 5-16,0-6-2 0,-1 2-3 0,0-3 3 16,0 2-4-16,1-1-21 0,0-2-25 0,0 3-32 15,-1-3-33-15,0 1-47 0,2-3-44 0,-3 4-195 16,0-11-422-16,0 15 186 0</inkml:trace>
  <inkml:trace contextRef="#ctx0" brushRef="#br0" timeOffset="33501.35">8732 5591 1399 0,'0'0'-3'0,"10"-6"10"15,-5 2-84-15,-5 4-72 0,9-4-9 0,-1 3-13 16,-8 1-183-16,17-1 81 0</inkml:trace>
  <inkml:trace contextRef="#ctx0" brushRef="#br0" timeOffset="34736.18">14570 5323 8 0,'-12'4'13'0,"-2"-3"2"0,1 0-3 0,-1 2 20 15,0-1-2-15,4 0 2 0,-3 0 5 0,13-2-4 16,-14 3 8-16,14-3 0 0,-14 4-3 0,14-4 4 16,-9 2-5-16,9-2-5 0,0 0-6 0,-9 3 0 15,9-3-12-15,0 0 3 0,0 0-2 0,0 0 9 16,0 0 18-16,0 9 18 0,0-9 7 0,13 8-16 16,-2-5 7-16,10 3 7 0,6-1-7 15,6-2 2-15,3-1 3 0,16 3 2 0,4-3 3 0,1 4 4 16,4-6 1-16,4 0-5 0,30 0-6 0,-2 1-1 15,1 5-3-15,7-6 4 0,4 0-12 16,8 3 0-16,-1-3 7 0,1 4-6 0,-2 1-2 0,8 2 0 16,0-3-3-16,-1-4-4 0,5 9 5 0,1 3-3 15,-2-5-4-15,3 2 6 0,3-2 0 0,3-1 11 16,6 1-8-16,4-2-4 0,2-1 3 0,-5-4 1 16,4 4-2-16,-4-4 0 0,-2 2-10 0,1-4 10 15,-9 2-10-15,-5-3-2 0,-2-2-4 0,-10 0 0 16,-3 1 0-16,-8 4-1 0,-6 0-3 0,-30-2-2 15,1 1 7-15,-2 1-1 0,-3 0-11 0,-3-1-1 16,-6 1 2-16,-14-1-3 0,-4 3 1 0,-3-4 2 16,-10 2-1-16,1 0 4 0,-7-3-2 15,-1 3 4-15,-6 0-7 0,1 0 1 0,-8 0-6 16,13-1 2-16,-13 1 0 0,10-1-4 0,-10 1-1 0,0 0 0 16,9 0 1-16,-9 0-10 0,0 0-6 0,0 0-10 15,0 0-13-15,0 0-18 0,0 0-21 16,0 0-33-16,0 0-36 0,0 0-37 0,-27-3-59 0,13 3-200 15,-5 1-466-15,1-2 207 0</inkml:trace>
  <inkml:trace contextRef="#ctx0" brushRef="#br0" timeOffset="35277.32">15800 4750 73 0,'0'0'181'0,"-6"-2"-10"15,6 2-16-15,0 0-9 0,-8-2-17 0,8 2-15 16,0 0-14-16,0 0-6 0,0 0-10 0,0 0-8 15,0 0-5-15,31 1-5 0,-19 0-20 0,2-1-29 16,0 0-28-16,-1 2-25 0,0-1-38 0,-1 1-22 16,-2 0-25-16,0-1-77 0,-2 0-214 0,-8-1 95 15</inkml:trace>
  <inkml:trace contextRef="#ctx0" brushRef="#br0" timeOffset="35932.82">15864 4746 5 0,'-9'4'91'0,"9"-4"9"16,-2 10 18-16,2-10-7 0,0 19 15 0,-2-9-10 16,4 3-1-16,-2 4 3 0,0-5-10 0,0 6-8 15,1-1-3-15,0 2-10 0,-1-3-8 0,3 1-1 16,-4 0-11-16,3-5-5 0,-2 4-2 16,0-3-9-16,1-2-3 0,-1 0-3 0,-1-3-6 0,0 0-3 15,0 2-2-15,-1-1-2 0,-2-1-5 16,-1-1-5-16,-2 0-3 0,-1 1-5 0,-3-1-8 0,-1-2-3 15,-1-1-4-15,-3 2-3 0,-1-3-2 0,-2-2-2 16,6 1 3-16,0-2 8 0,1 2-4 0,-1 0-4 16,3-2-3-16,-1 0 5 0,4 0 2 0,7 0-1 15,-13 1 4-15,13-1-3 0,0 0 3 0,-9 2 1 16,9-2 0-16,0 0-7 0,0 0 10 0,0 0 0 16,0 0 2-16,27 5-7 0,-9-6 5 15,1 2-2-15,3-1 5 0,7 0-9 0,2-1-5 0,-1 1-14 16,-2-2-14-16,1 1-18 0,-1-2-8 0,-5 2-8 15,5-2-14-15,-7 0 1 0,0 2 0 16,-2-3 8-16,-6 1 2 0,0-1 8 0,-2 0 1 16,-1 0 12-16,-1 0 16 0,-2-1 7 0,-2 1 13 15,1-1 2-15,-1 2 11 0,-5 3 14 0,8-7 9 0,-8 7 5 16,5-5 3-16,-5 5-2 0,4-3 3 0,-4 3-12 16,0 0-6-16,0 0 4 0,0 0 14 0,0 0 0 15,0 0 2-15,0 0-4 0,8 13 7 0,-8-13-5 16,1 9 0-16,-1-9 5 0,4 11-2 15,-4-7-1-15,0-4-1 0,1 9-1 0,-1-9-3 16,0 7 5-16,0-7 18 0,0 0 15 0,0 0 16 0,0 0 19 16,0 0-4-16,0 0-9 0,0 0-5 15,0 0-6-15,0 0-4 0,0 0 2 0,0 0-13 0,-14-21-6 16,15 11 5-16,-1 0-16 0,2-1-4 0,0 0-2 16,1 0-4-16,3-1-4 0,-1-3-2 15,0 5-6-15,3-1-3 0,1 1-2 0,2 2-1 16,-2 1-6-16,2 2-2 0,1 1-4 0,-1 1 0 0,0 3-3 15,-1 1-2-15,2 1-2 0,0 2 8 0,-1 3-6 16,-2 1 0-16,2 0-2 0,-3 3 0 16,2 3 1-16,-1 0 2 0,0 1-16 0,-3 1-13 15,-2-1-13-15,1 2-29 0,-3-6-30 0,0 3-40 16,1 1-36-16,-6-4-47 0,3 2-174 0,0-4-428 16,0-3 190-16</inkml:trace>
  <inkml:trace contextRef="#ctx0" brushRef="#br0" timeOffset="36165.18">16530 4842 67 0,'1'-10'253'16,"1"1"-10"-16,-2 1-2 0,0 8-26 16,0-9-24-16,0 9-23 0,-2-10-21 0,2 10-17 0,0 0-16 15,0 0-8-15,0 0-12 0,0 0-5 16,2 40-2-16,-2-15-8 0,-2 2-3 0,2 0-7 15,-1 0-1-15,-1 4-7 0,0-5-3 0,1 2-8 0,-3-2-2 16,3-1-2-16,0 0-18 0,0-1-22 16,1-5-24-16,-3 1-29 0,2-4-38 0,-2 1-39 15,0-1-40-15,-2-7-49 0,0 2-135 0,0-3-376 16,-2 0 167-16</inkml:trace>
  <inkml:trace contextRef="#ctx0" brushRef="#br0" timeOffset="36373.11">16626 4933 84 0,'10'-3'155'0,"2"1"-6"0,-3 4-3 16,1 0-8-16,-2 1-14 0,-2 2-9 0,2 2-7 0,-2 2-4 16,-1-1 2-16,-1 4 2 0,-3-1-9 0,-3 1-7 15,-2 0-9-15,-1 4-6 0,-4-1-5 16,-3-1-14-16,0 0-13 0,-4-1-28 0,2 0-27 15,-1-1-37-15,-2-3-42 0,1-1-45 0,0-1-133 16,-3-2-289-16,6-1 128 0</inkml:trace>
  <inkml:trace contextRef="#ctx0" brushRef="#br0" timeOffset="36944.03">16747 4985 104 0,'0'0'158'0,"0"0"-5"0,0 0 3 0,9 6 1 16,-6-2-7-16,1 3 2 0,-4-7-6 0,4 12-10 16,-1-5-7-16,-1 3-15 0,-1-3-11 0,3 2-7 15,-3-1-12-15,2 0-2 0,1-1-14 0,-1-2-2 16,3 2-6-16,-1-3-10 0,2 1-1 0,0-3-1 16,2 1-3-16,1-1-4 0,-10-2-6 0,19-3 5 15,-8-1 1-15,2 1 1 0,-1-3-2 0,0 1 2 16,-1-2-2-16,-1 0-4 0,0-3 6 0,-2 3 3 15,0-2-3-15,-1-1-3 0,1 0-4 0,-3 0 1 16,3 2 3-16,-3 0 7 0,-3 2 10 0,3 0 1 16,-2 2-10-16,-3 4-7 0,4-7-3 0,-4 7-4 15,4-7-5-15,-4 7-8 0,0 0-9 0,0 0 3 16,0 0-8-16,0 0 6 0,0 0-6 0,0 0 1 16,1 26 0-16,-2-17-2 0,1 1 0 0,1-1-4 15,-1 1 3-15,3-1 1 0,-1 0 0 0,1 1 0 16,1-2 4-16,2 0-4 0,1-2 7 0,1 0 8 15,0-2-9-15,3 0-3 0,0-2 2 0,-1-2-2 16,2 0 2-16,0-3 6 0,0 0 0 0,0 0 11 16,0-5 3-16,1 1-2 0,-3-1 5 0,0 0 3 15,-1-1-8-15,3-4 0 0,-5-2-2 0,0 0 7 16,1-1-10-16,-4-1-9 0,-1 2 3 0,1-2 2 16,-2 1-6-16,1-1 0 0,-3 1 5 0,1 5-5 15,-1 0 1-15,0 4 7 0,2 1-3 0,-2 6-6 16,0-11-6-16,0 11-7 0,0 0-2 0,0 0-5 15,0 0 2-15,0 0 4 0,0 0-1 0,-3 30-1 16,0-12 1-16,-2 6 4 0,1 0 5 0,2-5 3 16,-1 6-5-16,2-5-1 0,0-1 2 0,-1-1 4 15,2 1-3-15,-1-1-20 0,1 0-25 0,0-2-29 16,0 1-13-16,0-5-28 0,0-1-41 0,3-1-56 16,-3-1-37-16,1 0-273 0,-4-2-559 0,3-7 247 15</inkml:trace>
  <inkml:trace contextRef="#ctx0" brushRef="#br0" timeOffset="37103.6">17187 5021 26 0,'0'0'204'16,"5"-10"-18"-16,-2 6-8 0,-3 4-19 0,7-8-18 16,-2 4-16-16,2 0-12 0,1 0-9 0,2-1-33 15,1 0-29-15,1 2-51 0,1-3-59 0,-1-1-56 16,-4 3-68-16,3-1-207 0,-3 0 92 0</inkml:trace>
  <inkml:trace contextRef="#ctx0" brushRef="#br0" timeOffset="37725.18">15928 4570 75 0,'0'0'136'0,"0"0"4"15,0 0-14-15,34 2-3 0,-8-4-6 0,8 1-7 16,6-2-3-16,19 0-2 0,8-1-13 0,-1-2-9 16,26-1 0-16,0 0-3 0,0-1-6 0,0-5-5 0,-1 6-4 15,2 3-6-15,3 0-5 0,1 1-5 0,0-2-12 16,3 2 3-16,0-1-3 0,-2 1-2 15,4 0-4-15,6 3-1 0,0-5 0 0,7 1-3 0,4 1-8 16,4 0 2-16,1-1-1 0,0 1-5 16,7-4 4-16,1-1-7 0,3 3 0 0,4-1 4 0,-4 5-8 15,-1 1 5-15,-1 0-7 0,-10-2 9 0,1 5-1 16,-7-1-3-16,0-1 1 0,-10 0-1 0,-2-2 0 16,-5 0-1-16,-7 5 0 0,-29-6-1 15,30 2 5-15,-31 0-6 0,1 0 8 0,-3-1-5 16,-1 1 4-16,-5 1-1 0,-4-3 3 0,-12 2 4 15,-5-2 3-15,-1 2 0 0,-2 0 0 0,-4 0-4 0,-8-1 2 16,-5 1 4-16,-1 0 6 0,-4-2 6 16,-3 2 1-16,-6 0 4 0,11 0-3 0,-11 0 1 15,11 0-2-15,-11 0 0 0,0 0-4 0,9 0-4 16,-9 0-4-16,0 0-6 0,8 0 1 0,-8 0-15 16,0 0-10-16,0 0-13 0,0 0-14 0,0 0-15 0,0 0-21 15,0 0-23-15,0 0-43 0,0 0-41 0,0 0-54 16,-27 12-142-16,20-9-398 0,-3-1 177 15</inkml:trace>
  <inkml:trace contextRef="#ctx0" brushRef="#br0" timeOffset="38984.06">18595 4442 31 0,'0'0'53'0,"4"-8"3"0,-4 8-16 0,0 0 12 0,4-3 1 15,-4 3-3-15,0 0 13 0,4-8-3 0,-4 8 11 16,0 0 6-16,3-8 1 0,-3 8 15 0,0 0 0 15,0 0-1-15,0 0-5 0,-2-11 3 0,2 11-5 16,0 0-3-16,0 0-4 0,0-9-5 0,0 9-5 16,0 0-8-16,0 0-1 0,0 0-17 0,-4-7 6 15,4 7 0-15,0 0-13 0,0 0-4 0,0 0-1 16,0 0-5-16,0 0 0 0,0 0-5 0,0 0 2 16,0 0 1-16,0 0-6 0,-1-10-2 15,1 10-1-15,0 0-1 0,0 0-6 0,0 0-3 0,0 0 1 16,0 0-2-16,0 0-2 0,0 0-7 0,0 0 3 15,0 0 3-15,0 0 1 0,-5-3-7 0,5 3 7 16,0 0-1-16,0 0 3 0,0 0-7 0,0 0 1 16,0 0 4-16,0 0 2 0,0 0-5 0,0 0 3 15,0 0-4-15,0 0 3 0,0 0-5 0,0 0 1 16,0 0-3-16,0 0 0 0,0 0 4 0,0 0-8 16,0 0 9-16,-3 20-10 0,0-10 15 0,-4 2-1 15,2 4 3-15,0 1-1 0,-1 11 9 0,-1-1 8 16,2 2 1-16,-2 3 1 0,0 4 5 0,2-1 3 15,-3 11 5-15,-2 2 4 0,8-1 6 0,-2 2-9 16,-1-1 1-16,1-2-2 0,-1-10 1 0,-3 17 3 16,5-4 0-16,0-2 5 0,-1 0-1 0,1 4-1 15,1-1 3-15,-2 3-3 0,1 1 0 0,1 0-1 16,-2 1-2-16,-4 2-2 0,3-1 3 0,1 4 0 16,0-3-1-16,0 0-11 0,-1 0 3 0,2 2-5 15,1-1-5-15,-1-3 1 0,-1 32-1 0,1-32 1 16,2 28-4-16,-2-3-1 0,-1-21-1 0,3-1-1 15,-7 24 4-15,2-22-1 0,5-2 2 0,-2 29-2 16,1-32-2-16,-1 32-2 0,-2-4 7 0,1-2 3 16,4-23-3-16,-1 24 5 0,0-21 1 0,-1 23 2 15,0-23 7-15,-6 21 2 0,7-1-2 0,0-21 16 16,2 24-12-16,-2-1 1 0,-1-2 3 0,1 0-12 16,0-23 6-16,5 27-1 0,-3-3 3 0,0-1 1 15,3 2-4-15,-3 8 0 0,-2-2 1 0,0 1-2 16,-4 3-2-16,3 1 13 0,2-7-16 0,-1 3 8 15,1-3-17-15,5 3 12 0,-2 1 0 0,3 1 9 16,-5 0-1-16,4 1 2 0,-1-2-8 0,0-4-6 16,-5 4 0-16,1 4-6 0,-3 0 5 0,-1-6-1 15,-6 3-4-15,3-3 4 0,-2 1-10 0,2-31-5 16,0 0-11-16,-2 25-15 0,5-30 2 0,3 7-15 16,-2-4-21-16,4-3-18 0,-1-1-20 0,0-6-16 15,3-11-20-15,-1-4-19 0,1-4-31 0,0-1-23 16,-1-8-38-16,3-3-37 0,0-7-32 0,-5-9-210 15,7 8-551-15,-7-8 244 0</inkml:trace>
  <inkml:trace contextRef="#ctx0" brushRef="#br0" timeOffset="39872.28">19113 5450 59 0,'0'0'99'0,"0"0"-7"15,0 0-3-15,0 0 3 0,0 0 6 0,0 0-3 0,24 9-1 16,-1-9 2-16,8 0-2 0,7-3 2 0,19 3-5 16,1-3 1-16,5 0-10 0,2 0-2 0,2 0-5 15,26 0-5-15,-27-1-4 0,25 3-8 0,-30 3-4 16,5-3-3-16,-4 1-1 0,0 0-4 15,0-1-7-15,-3-1-2 0,-4 2 2 0,-1 2-6 0,-15-4 3 16,2 2 2-16,-3 2-4 0,-3-2-6 0,-3-2 6 16,-1 0-5-16,-10 2 3 0,2-3 0 0,-2 2 4 15,-2 0-4-15,1-1-4 0,-3 2-4 0,1 0-4 16,-1-1 0-16,-5 0 0 0,2-1-1 0,-1 0-4 16,0 2-2-16,5-2 0 0,-5 2-6 0,3-2-8 15,-2 1-11-15,-1 0-18 0,5 2-13 0,-1-1-15 16,0 0-18-16,3 1-22 0,-2 2-5 0,3-2-18 15,1-1-21-15,-1 2-19 0,1 1-111 0,-4-2-295 16,3-2 130-16</inkml:trace>
  <inkml:trace contextRef="#ctx0" brushRef="#br0" timeOffset="42382.27">20621 5506 42 0,'51'-4'138'0,"3"3"-14"16,3-4 5-16,3 2-12 0,3-1-9 0,0 0-7 16,2 1-7-16,-4-2-4 0,-2 2-3 0,0 2-8 15,-6-2-11-15,0 2-3 0,-17 2 0 0,1-2-1 16,-4 0-13-16,-1-1 6 0,-3 2-7 0,-8 0-8 16,0 0 3-16,-3 0-4 0,-5 0-5 0,0 2-6 15,-2-1 1-15,-3 0-7 0,-8-1 4 0,14-1-7 16,-8 2 0-16,-6-1-4 0,0 0-10 0,12-1-10 15,-12 1-20-15,7 3-25 0,-7-3-12 0,0 0-39 16,0 0-40-16,0 0-111 0,0 0-272 0,0 0 121 16</inkml:trace>
  <inkml:trace contextRef="#ctx0" brushRef="#br0" timeOffset="43298.68">20798 4496 28 0,'0'0'70'0,"-6"-5"-5"0,6 5 4 15,0 0-17-15,0 0 5 0,0 0-10 0,0 0 4 16,0 0-3-16,18-7-1 0,0 6-1 16,4 0 10-16,12-3 15 0,5-1-12 0,14 4 1 0,1-1 2 15,5-1-14-15,1 1 4 0,2-3-6 0,2 1-1 16,2 1-7-16,24-2 3 0,-30 3-2 0,3 2-6 16,-2-3 0-16,-1 1-5 0,0-1-5 15,-2 2-2-15,-4 1 7 0,-1-3-3 0,-14 3-8 16,2 0 8-16,-4-1 1 0,-2-1-8 0,-3 0 3 0,-1 2-2 15,-3 0-11-15,-9 0 10 0,-2 0 1 0,-3 2 1 16,-4-2-9-16,-2 0 5 0,-2 0-2 0,-6 0 0 16,14 2-10-16,-9-1 2 0,-5-1-3 0,8 0 1 15,-8 0 7-15,8 3 4 0,-8-3-1 16,5 4 1-16,-5-4-2 0,0 0 0 0,4 6 6 0,-4-6-11 16,2 6 2-16,-2-6-6 0,3 11 5 0,-1-5-1 15,0-1 1-15,0 2 2 0,0 0-2 0,-1 4 2 16,0-2-3-16,0 3 6 0,1-1-6 0,-1 6 0 15,3 0 5-15,-4-1 12 0,0 3-6 16,0 0 4-16,0 0-2 0,0 6 0 0,1-6-1 16,-1 7 0-16,4-1-1 0,-2 2 0 0,1 1 4 0,0 0-6 15,0 1-2-15,1 3 0 0,0-2 0 0,2-1 2 16,-1 0 3-16,-1 0 0 0,0-1 1 16,0-1 2-16,1-3-2 0,-1 2-5 0,0-7 1 15,-2 0-1-15,0-1-1 0,-1 0-1 0,0 1-3 16,0-1 0-16,1 0 1 0,-1 0 0 0,0 3-1 0,-2-4 0 15,1 0 1-15,0-2-1 0,0-3 0 0,-1-1-3 16,-1 0 1-16,0 2 5 0,1-3-3 0,-2 2-2 16,2-3-2-16,-3 1-3 0,2-1 4 0,0 1-2 15,1-3 1-15,-3 1-1 0,0 0 3 16,0-2-4-16,2 0 3 0,-1-1-4 0,-3 0 2 0,3 1 2 16,-3 1-5-16,-2-2 5 0,2-1-1 0,-2-2 1 15,-2 1 0-15,-2 0-2 0,1 0 6 16,-3-3-2-16,-4 6-6 0,-1-4-3 0,-9 1 3 15,-6 0-4-15,0 0 3 0,-6-1 4 0,-12 1-2 16,0 0-3-16,-6-2-5 0,-1 2-3 0,-1 0-5 16,-2-3-12-16,-1 4-15 0,2-5-12 0,-1 1-16 0,1-3-32 15,7 3-29-15,15-2-28 0,-1 1-32 0,-11-3-131 16,13 0-345-16,0-1 152 0</inkml:trace>
  <inkml:trace contextRef="#ctx0" brushRef="#br0" timeOffset="43947.99">19090 4770 82 0,'0'0'160'0,"-15"0"-12"0,7 0-7 15,2 4-16-15,-3 3 10 0,-4 1-1 0,1 3-17 16,0 2-3-16,1 1-9 0,2 2-7 16,2 0-4-16,-2 2-13 0,4-3-6 0,3 2-8 0,1-2-6 15,1-2-2-15,4-1-8 0,3 2-1 0,0-3-5 16,5 0 0-16,-2-4-4 0,4-1 3 0,-1-2-5 16,3-2 4-16,4-1-1 0,-1-2 0 0,2-1-5 15,-3-5 7-15,-1 3-10 0,-3-5 3 0,2 0 0 16,-1-3-2-16,-8 4 0 0,3-3-3 15,-2 2-2-15,-4-3-2 0,-1 0-5 0,-2-1 3 0,-1 0-12 16,-3 2 0-16,1-2-4 0,-3-3 2 0,-3 1-7 16,-2 1 4-16,1 5-10 0,1-1-4 15,-2 1-7-15,-4-2-9 0,5 6-10 0,-1-1-15 16,3-1-21-16,-2 3-26 0,9 4-25 0,-11 0-23 16,11 0-23-16,-9 6-22 0,5-1-117 0,-1 0-327 15,5-5 144-15</inkml:trace>
  <inkml:trace contextRef="#ctx0" brushRef="#br0" timeOffset="44186.04">19503 4605 38 0,'5'-10'226'0,"1"0"3"0,-3 2-2 16,-1 3-2-16,-2 5-11 0,3-9-18 0,-3 9-21 15,5-8-21-15,-5 8-20 0,0 0-19 0,0 0-14 16,0 0-10-16,0 22 3 0,-1-3-3 0,1 10-8 15,-8 16-2-15,-2 4-5 0,0-2-7 16,2 0-5-16,-7 0-9 0,8-14-1 0,0-2-8 0,0 2 0 16,-2-1-5-16,2-3-2 0,2 1-2 0,-1-3-9 15,-1 0-25-15,-1-2-13 0,-1-3-25 0,5-5-26 16,-2-1-45-16,1 1-51 0,1-6-68 0,-2 3-182 16,-1-4-440-16,2-3 195 0</inkml:trace>
  <inkml:trace contextRef="#ctx0" brushRef="#br0" timeOffset="44424.08">19679 4810 89 0,'3'-3'206'0,"-3"3"-16"16,4-6-8-16,-4 6 1 0,0 0-6 0,0 0-7 15,-2 26-7-15,1-10-11 0,-2 4-10 0,0-3-16 16,-1 8-10-16,-1 0-4 0,0-2-11 0,1-3-9 15,0 3-7-15,1-4-9 0,0 0-7 0,0 0-6 16,-1-2-6-16,1-1-2 0,2 0-21 0,-3 1-18 16,4-2-26-16,-3-3-30 0,1 1-23 0,0-3-34 15,-1 3-37-15,2-4-28 0,1-9-34 0,-8 17-130 16,3-10-353-16,5-7 156 0</inkml:trace>
  <inkml:trace contextRef="#ctx0" brushRef="#br0" timeOffset="44643.54">19665 4821 95 0,'8'-8'150'0,"2"1"-9"0,-1 1-15 16,-1 2-13-16,-2 1-3 0,2 2-9 0,-8 1-6 16,15 3-10-16,-7 1-6 0,-2 2 5 0,1 0-1 15,-2 3 0-15,0 2-5 0,-4 1-1 16,1 2-7-16,-2-2-5 0,-2 1-4 0,-1 4-5 0,-3-1-10 15,-2-1-4-15,-1-2-19 0,-2 0-19 0,-2 0-33 16,2-3-36-16,-2 3-28 0,0-5-38 16,-1 2-128-16,3-3-279 0,0-3 124 0</inkml:trace>
  <inkml:trace contextRef="#ctx0" brushRef="#br0" timeOffset="44896.32">19995 4676 16 0,'4'-5'218'0,"2"0"-4"0,-2-1-15 15,-4 6-16-15,5-5-17 0,-5 5-24 0,5-4-12 16,-5 4-12-16,0 0-5 0,0 0 7 0,10 19 8 0,-6-2-1 16,0 3-8-16,-3 0-4 0,1 6-10 0,-4 2 0 15,1-1-5-15,-3 1-16 0,2 0-4 0,0-3-7 16,-1 2 0-16,-3-3-13 0,3 2-7 15,-1-7-21-15,1-2-11 0,-1 2-20 0,2-3-27 16,-3 0-30-16,2 1-37 0,1-5-47 0,0-2-41 16,1 0-38-16,-2-2-145 0,3-8-393 0,-5 11 173 15</inkml:trace>
  <inkml:trace contextRef="#ctx0" brushRef="#br0" timeOffset="45063.39">19919 4808 85 0,'4'-6'129'0,"-4"6"-14"15,8-3-19-15,0 3 1 0,-8 0-23 0,18 2-31 16,-9 0-41-16,2 3-22 0,-1 1-40 0,-2 3-34 16,2-1-102-16,-2 0 46 0</inkml:trace>
  <inkml:trace contextRef="#ctx0" brushRef="#br0" timeOffset="45551.75">20123 5048 174 0,'0'0'214'0,"0"0"-11"0,15-5-11 0,-9 3-15 16,3-3-12-16,0 0-7 0,-1-3-4 0,0-1-15 16,1 1-9-16,-1 0-15 0,3-5-8 0,-5 3-9 15,6-5-9-15,-6 5-10 0,4-5-7 16,-3 1-7-16,-2-1-9 0,0 4-1 0,-1-2-6 0,-2 1-6 15,1 1-6-15,-2-2-1 0,2 3-5 0,-3 1-6 16,0 0 3-16,0 9-8 0,-4-13-1 0,3 6-3 16,-3 1-3-16,4 6-4 0,-8-4-1 0,8 4-3 15,-13 1-1-15,6 5-2 0,-1 1-4 0,0 0 0 16,-2 2 2-16,2 4-1 0,2 2 2 16,-3 2-3-16,4-2 5 0,0 0 3 0,1 2-3 0,1-6-2 15,2 2-1-15,0-1-1 0,2-1 3 0,0 1 1 16,3-2 0-16,-2-2-3 0,3 0 0 0,-1-1 9 15,1 0-3-15,0-2 5 0,2 0-5 0,0-1-2 16,-1 0 2-16,4-2-3 0,2 0 6 0,-4-2 2 16,2 0-5-16,1-2-1 0,-11 2-2 15,16-4 5-15,-5 0-6 0,-2-3-1 0,1 3 3 0,0-2-3 16,-1-2 0-16,-1 1-2 0,4-5 4 0,-3 3-2 16,0 0 3-16,3-4-3 0,-4 4 0 0,0-1-4 15,2-1 2-15,-3 1 1 0,1 3 2 16,-1 0 2-16,-4 2-6 0,4 0-5 0,-3 1 1 15,-4 4-2-15,6-5 0 0,-6 5 0 0,6-1-1 16,-6 1 1-16,0 0-3 0,8 8 3 0,-5-3 4 0,2 2-1 16,-4 2 6-16,3-1-5 0,-2 1-20 0,1 1-27 15,0 1-36-15,0 1-52 0,0-3-39 0,1 4-19 16,2-3-161-16,-3 0-388 0,3-1 173 16</inkml:trace>
  <inkml:trace contextRef="#ctx0" brushRef="#br0" timeOffset="46280.25">20598 4932 90 0,'1'-9'201'0,"-1"9"-22"0,0 0-19 16,0 0-19-16,0 0-14 0,0 0-10 0,0 0-2 16,0 0-8-16,0 0-3 0,0 0-14 0,0 0 0 15,-1 34 0-15,1-25-5 0,-1 1-8 0,-1 1-3 16,2-2-8-16,0 1-9 0,2-2-3 0,-2-8-3 0,0 13-4 15,0-7-4-15,0-6 0 0,0 0 15 0,-2 10 5 16,2-10 11-16,0 0 20 0,0 0 3 16,0 0-2-16,0 0-3 0,0 0-16 0,0 0-6 15,0 0-8-15,0 0-2 0,0 0-1 0,-6-22-4 16,6 12-3-16,0 10-7 0,0-16-4 0,1 4-6 16,1 2-2-16,1-3-10 0,4-2-6 0,2 0-5 0,0 0-4 15,-2 4 1-15,2-1 0 0,0 2-7 16,0 2-4-16,-2 0 3 0,2 5-5 0,-4 0 1 15,2 0-4-15,-7 3 9 0,14 3-12 0,-6 0 3 16,1 3-1-16,-1 3 1 0,-2-2 1 0,2 5 2 16,-3-1 0-16,1-1 1 0,-2 3 0 0,0-3 0 15,-1 2 3-15,-1-1 0 0,1 1-1 0,-2-3 1 0,0-1 1 16,1-2 0-16,-1 0 1 0,-1-6-2 16,2 9 1-16,-2-9 5 0,2 7-2 0,-2-7-2 15,0 0 7-15,0 0 6 0,0 10-9 0,0-10 1 16,0 0-3-16,0 0-4 0,0 0-5 0,0 0 3 15,0 0 2-15,0 0-5 0,0 0-9 0,11-20-1 16,-11 20 3-16,7-9-4 0,-5 2 0 0,2 3 1 16,1-5-12-16,3 2 2 0,-3 0 3 0,0 5 0 15,0-4 1-15,0 3 1 0,-5 3 1 0,12-4 1 16,-6 3-2-16,-6 1 5 0,14 1-6 0,-6 2 6 16,-1-2 1-16,2 5 2 0,-2-3 2 0,3 1 0 15,-1 2 8-15,1-3-2 0,0 3 1 0,1-2 2 16,0 0-1-16,0-2 1 0,1 1 1 0,-2-2 0 15,3 0 3-15,-3-2-1 0,2 0 0 0,-2-2 3 16,-1-3 6-16,-1 0-7 0,1-1 1 0,-2 1-2 16,-3 0-1-16,1-1 8 0,0-1 9 0,2-2-2 15,-4 2-10-15,3-2 0 0,-2 0 1 0,-2 1-2 16,-2 2 1-16,0 7-1 0,1-13-1 0,-1 6 5 16,0 7-1-16,0 0-4 0,3-11 0 0,-3 11-7 15,4-3-1-15,-4 3-4 0,0 0 1 0,0 0-1 16,0 0 3-16,0 0-3 0,0 0 3 0,1 22 2 15,0-13-1-15,-2 1-1 0,1 2 2 0,0-2 4 16,0 3-20-16,1-3-13 0,2 0-24 0,-2 3-28 16,-1 0-42-16,4-3-52 0,-2-1-50 0,0 3-178 15,-2-2-438-15,0-10 193 0</inkml:trace>
  <inkml:trace contextRef="#ctx0" brushRef="#br0" timeOffset="46451.1">20995 4689 73 0,'0'0'51'16,"0"0"-27"-16,0 0-26 0,17 15-23 0,-12-5-26 15,3 4 12-15</inkml:trace>
  <inkml:trace contextRef="#ctx0" brushRef="#br0" timeOffset="46700.33">21215 5009 206 0,'0'0'213'0,"0"0"0"0,7-11-12 0,-7 11-15 0,4-9-15 16,-3 5-16-16,4-5-16 0,0 1-11 0,1-1-12 15,1 1-8-15,-1-2-7 0,4 1-10 16,-1-5-7-16,3 6-9 0,-2 0-4 0,0 1-12 0,1-1-6 15,0 3-2-15,-1 2-13 0,-3 2-1 0,0 0-5 16,-7 1-4-16,17 3-5 0,-9 0-3 16,-1 6-1-16,1 0-4 0,-2 1 0 0,0 0-3 0,-3 7 2 15,1-1 1-15,-2 0-2 0,0-1-7 0,2 2-14 16,-3-5-26-16,0-1-25 0,2 1-38 16,-2-2-38-16,3 0-36 0,1-2-38 0,0 0-124 0,3-3-360 15,2-2 159-15</inkml:trace>
  <inkml:trace contextRef="#ctx0" brushRef="#br0" timeOffset="47061.95">21670 4889 185 0,'0'0'179'0,"-20"3"-10"0,10 0-4 0,-4 4-13 0,2-3-6 15,-3 8-8-15,5-6-10 0,-1 3-8 16,0-1-13-16,2 2-11 0,1-4-10 0,3 5-7 15,-1-2-8-15,2 1-3 0,0-2-9 0,3-1-8 16,1-7-1-16,2 12-7 0,-2-12 0 0,4 7-8 16,1-3 2-16,-5-4-7 0,10 3-4 0,-1-2 2 15,-1-1-7-15,-8 0 1 0,15-2-1 0,-8-1-3 16,-1 0 0-16,-1-1-2 0,3 1-2 0,-4-4 0 16,-4 7-1-16,5-11-3 0,-3 4 0 0,1 1-1 15,0 0 0-15,-1 0 0 0,-2 6 3 0,3-10 1 16,-3 10 1-16,1-7-9 0,-1 7-1 0,0 0-4 15,0 0-2-15,0 0-4 0,0 0 3 0,0 0-2 16,0 0 2-16,0 0 5 0,6 19 10 0,-6-19-3 16,2 12 0-16,-2-1-3 0,1-2 1 0,0-2 0 15,3 4 1-15,-3-3-7 0,3-1-18 0,1 1-17 16,-1-3-45-16,6 3-41 0,1-3-52 0,-2-3-189 16,2-1-391-16,2-1 174 0</inkml:trace>
  <inkml:trace contextRef="#ctx0" brushRef="#br0" timeOffset="47253.51">21909 4745 136 0,'0'0'235'0,"0"-11"-28"0,0 11-20 0,0 0-9 16,0 0 3-16,0 0-10 0,0 0-8 0,-7 32-11 15,3-15-9-15,-1 0-15 0,2 1-10 0,-1 1-11 16,-2 7-9-16,2-2-25 0,0-5-27 0,-1 8-32 15,1-8-49-15,0-1-52 0,1 1-57 0,-1-3-50 16,-8 0-120-16,6 1-338 0,-6-4 150 0</inkml:trace>
  <inkml:trace contextRef="#ctx0" brushRef="#br0" timeOffset="48992.65">17550 4805 39 0,'3'-10'162'0,"-3"10"-13"0,0 0-3 0,0 0-12 16,0-9-11-16,0 9-12 0,0 0-15 0,0 0-16 15,0 0 0-15,0 0-16 0,0 0-1 0,0 0-9 16,0 0-7-16,0 0 7 0,0 0 4 0,0 0-4 15,0 0-3-15,-2 32 4 0,1-23-12 0,0 2 5 16,-1 1-3-16,-1 4-1 0,1 0-4 0,0 1-1 16,-2-6-2-16,3 4-6 0,0-2-3 0,-2 5-2 15,3-6-4-15,-3-1 1 0,2 2-6 0,0 1 0 16,-1-1-2-16,1-1 3 0,1 0-3 0,1 0 1 16,-1 0-4-16,-1 0-2 0,1-2-1 0,1 2 1 15,-2 0 0-15,1-2-12 0,-2 1-21 0,0-2-16 16,2-1-14-16,0 1-26 0,-1 0-16 0,0-1-26 15,1-8-22-15,-4 10-131 0,0-1-296 0,-1-4 132 16</inkml:trace>
  <inkml:trace contextRef="#ctx0" brushRef="#br0" timeOffset="49642.75">17558 5178 160 0,'0'0'196'0,"0"0"-12"0,0 0 2 0,0 0-19 16,0 0-12-16,0 0-15 0,0 0-19 0,0 0-6 0,0 0-14 16,0 0-8-16,20-14-6 0,-16 10-9 15,0-3-6-15,4 0-5 0,-3 0-3 0,2-1-6 16,-3 2-8-16,3-1-2 0,-2-1-1 0,-1-1-4 15,2-1-6-15,-4 2-6 0,2-3-3 0,-1 2-3 16,-1-1-3-16,0-1-2 0,0 2 0 0,-1 3-6 0,-1 6 1 16,0-12-3-16,0 12 0 0,2-8 0 15,-2 8-6-15,0 0-2 0,-3-8-3 0,3 8-4 0,0 0 1 16,0 0 1-16,-19 12-1 0,10-2-2 16,1 3 3-16,-1 1-4 0,1-3 6 0,0 3-1 15,3-3 1-15,-2 5-4 0,1-6-1 0,2 3 3 16,3-4 1-16,0 0 5 0,-1 0-5 0,2-2-3 0,0-7 3 15,2 12 0-15,0-7-6 0,-2-5-14 16,5 6-6-16,-5-6 3 0,7 3-1 0,-7-3 2 16,10-1-5-16,-10 1 2 0,14-3 4 0,-7-1 4 15,1-1 0-15,-1 1 6 0,0-2 0 0,-2 1-1 16,-1-1 5-16,1 0-1 0,-1 0 1 0,0 1 4 0,1 0-3 16,-1-1-2-16,1 0 8 0,-5 6-6 0,6-6 2 15,-6 6-5-15,6-7 2 0,-6 7-5 16,5-4 2-16,-5 4 1 0,0 0 2 0,0 0-1 15,0 0 1-15,12 7 1 0,-12-7-2 0,5 10-3 16,-3-4-24-16,0 4-36 0,1-3-37 0,-2 1-39 0,1 2-138 16,-1 0-307-16,0 1 137 0</inkml:trace>
  <inkml:trace contextRef="#ctx0" brushRef="#br0" timeOffset="50198.35">17807 5138 31 0,'0'0'159'0,"3"-14"-7"0,-2 7-18 15,1-1-11-15,2 2-7 0,-1-1-16 0,-3 7-8 16,5-8-11-16,-5 8-13 0,4-10 0 0,-4 10-13 16,5-5-4-16,-5 5-12 0,5-3 1 0,-5 3-4 15,0 0-8-15,0 0-1 0,18 9 2 0,-14-4-2 16,-1 0-3-16,0 2-1 0,2 0-5 0,-2 0 3 15,-2 0-1-15,3 0 4 0,-3 0 0 0,2-1-6 16,-1 0-9-16,-2-6 1 0,1 8-2 16,-1-8 3-16,0 0 0 0,4 9 9 0,-4-9 5 0,0 0 6 15,0 0 0-15,2 4-9 0,-2-4 1 0,0 0-3 16,0 0 1-16,0 0 0 0,0 0 1 0,0 0-4 16,0 0 1-16,0 0-7 0,0 0 1 0,0 0-3 15,0 0 3-15,1-22-3 0,-1 22-3 0,4-8-2 16,-4 8-2-16,4-6 1 0,-4 6-3 0,5-4 3 15,-5 4-4-15,0 0 1 0,7-4-5 0,-7 4 2 16,0 0 2-16,13 4-2 0,-13-4-10 0,8 3 7 16,-8-3 4-16,10 5 2 0,-5-3-4 0,-1 2 1 15,1 0 6-15,-5-4-3 0,10 3 4 0,-5-1 5 16,-5-2-8-16,11 2 2 0,-11-2 8 0,9 1-7 16,-9-1-2-16,8-5 6 0,-8 5 0 0,9-6 3 15,-3 1 6-15,-3 0 2 0,1 1 0 0,-1-3-4 16,-3 7 5-16,7-12-2 0,-5 5 3 0,-1 0 0 15,-1 7 2-15,2-10-3 0,-2 10 7 0,2-8-10 16,-2 8 2-16,0 0-4 0,1-7-5 0,-1 7-4 16,0 0-5-16,4-4 0 0,-4 4 1 0,0 0 1 15,0 0-1-15,0 0-6 0,0 0 0 0,2 20-8 16,-2-14-20-16,0-6-24 0,0 14-25 0,0-14-31 16,-1 14-39-16,2-4-34 0,-2-3-111 0,1-7-319 15,-2 12 140-15</inkml:trace>
  <inkml:trace contextRef="#ctx0" brushRef="#br0" timeOffset="50915.71">18105 5155 45 0,'0'0'123'0,"6"-9"-12"16,-6 9-9-16,4-5-2 0,-4 5-17 0,4-7-3 15,-4 7-8-15,6-6-5 0,-6 6-9 0,5-4-9 16,-5 4-3-16,7-5-7 0,-7 5-1 0,5-4-4 16,-5 4-7-16,6-4-8 0,-6 4 0 0,0 0-1 15,0 0-2-15,13 3-3 0,-13-3 2 0,6 4-4 16,-6-4 7-16,8 5-8 0,-8-5-7 0,8 5 9 16,-8-5-2-16,9 4 8 0,-4-2-3 0,-5-2 0 15,9 0-4-15,-9 0-3 0,10 0-1 16,-10 0 3-16,11-5 7 0,-4 3-11 0,-2-1 4 0,-5 3-2 15,9-6-1-15,-5 2 3 0,-4 4-5 16,6-8-4-16,-6 8 5 0,3-6-2 0,-3 6 4 16,1-8 5-16,-1 8 0 0,0 0 4 0,0 0-4 0,0 0 0 15,0 0 3-15,-7-11-4 0,7 11-4 16,0 0-1-16,0 0 0 0,-13 3-4 0,13-3-1 0,0 0 1 16,-11 7 1-16,11-7 1 0,-6 8 2 0,6-8-5 15,-4 6 6-15,4-6-7 0,-1 6 0 16,1-6-1-16,-2 8-3 0,2-8 4 0,0 0-2 0,0 0-7 15,0 0 4-15,4 9 0 0,-4-9-4 0,0 0 8 16,9 1-2-16,-9-1-5 0,0 0 6 16,18-4-3-16,-13 2 1 0,2-2-3 0,-2 0 4 0,1 0-2 15,2 0 1-15,-3-2-3 0,1-2-2 0,-2 3 0 16,3-2 10-16,-4-4-4 0,0 5-1 16,2-3-3-16,-3 1 6 0,1-2 3 0,-2 1 0 0,2-1 3 15,-3 1 12-15,1 0 3 0,-1 9-5 0,2-12 11 16,-2 12 3-16,0-10 0 0,0 10-6 15,1-5-5-15,-1 5-7 0,0 0-2 0,0 0-4 0,0 0 2 16,0 0 4-16,0 0-5 0,0 0-1 16,0 0-6-16,-9 29-12 0,7-17-24 0,-1-1-18 15,1 0-24-15,-3 1-39 0,2-1-122 0,-3 0-258 0,3 1 114 16</inkml:trace>
  <inkml:trace contextRef="#ctx0" brushRef="#br0" timeOffset="51136.18">17398 5055 86 0,'15'-12'116'0,"3"5"-36"16,10-1-39-16,0-2-34 0,6 1-62 0,-1 2-61 16,4-4 27-16</inkml:trace>
  <inkml:trace contextRef="#ctx0" brushRef="#br0" timeOffset="53525.88">8528 6681 14 0,'0'0'84'0,"0"0"-2"0,-8-3-12 16,8 3-1-16,0 0-6 0,0 0-11 0,-11-1 3 16,11 1-7-16,0 0-1 0,-13 1-4 0,13-1 1 15,-9 1-6-15,9-1-1 0,-14 3-6 16,6-2 0-16,-2 1-10 0,2 0 1 0,-2 0 2 15,0 2-2-15,0-2-6 0,-1 2 3 0,-2-4 2 0,1 3 0 16,1 0-2-16,0-2 15 0,1 2-11 0,-1-2 2 16,3 0 0-16,-1 2 1 0,1-2 2 0,8-1 3 15,-10 3 3-15,3-1 6 0,7-2-7 0,-7 2 2 16,7-2 6-16,0 0-10 0,0 0-3 0,-9 1 0 16,9-1-2-16,0 0-3 0,0 0-6 0,0 0 5 15,0 0-8-15,0 0 3 0,0 0-3 0,0 0 0 16,0 0-1-16,0 0-1 0,0 0-4 15,0 0 2-15,24 2-5 0,-24-2 0 0,15 0 4 16,-4 0 7-16,1 0-4 0,2 2 2 0,0-2-3 0,4 1 2 16,4-1 2-16,0 0-1 0,5 0 4 0,1 0-3 15,2 0 7-15,1 0-8 0,1 1-1 16,-1 1 3-16,-1-2-1 0,3 2 2 0,1 0-5 0,-2-2-2 16,2 2 2-16,0 0 2 0,0 1 2 15,-2-1 2-15,3-1 1 0,-1 2-5 0,17-1 0 0,-16-2 2 16,3 1 1-16,1-1 1 0,1 0-2 0,0-1-3 15,16 3 0-15,-5 0-1 0,-1-2-1 0,1 0 0 16,-11 0-1-16,11 3 0 0,0 1-2 16,-14-1 3-16,13 0-4 0,-12 0 1 0,2 1-2 0,0-2 2 15,11 4-3-15,-14-2 0 0,1 1 1 0,14 0 0 16,-1 0 1-16,-11-2-2 0,11 3-1 0,-11-3 3 16,11-1-2-16,-11 3 6 0,14-3-5 0,0-2 6 15,3 2 4-15,-4 1-6 0,1-3 1 0,-3 2-3 16,1 1 5-16,-13 0-4 0,16 0-1 0,-3 1 0 15,-3-1 5-15,8-2-5 0,-2 1 3 0,4 4-2 16,-2-6 3-16,5 5 1 0,0-1 1 0,0-2 0 16,3 0-1-16,0-1-1 0,26 3-2 0,-30 1 1 15,0-1 0-15,3 0 2 0,26 0-1 0,-30 2-2 16,6-4 0-16,22 6 1 0,-22-7-6 0,24 2 0 16,-24-2 3-16,24-1-2 0,-26 0 1 0,27 0-5 15,-27-1 2-15,33 2 1 0,-5-5 1 0,-27 5 1 16,27-5-1-16,-25 6-1 0,29-7 3 0,-6 4-1 15,-25 2-3-15,2-1 1 0,23 3 0 0,-27-3 0 16,29 0 5-16,-36 2-5 0,36-2 1 0,-29 0 0 16,29 0-1-16,-27 1-1 0,27 3 1 0,-27-5-3 15,27 2 1-15,-29-2 1 0,25 1-2 0,-23 1-2 16,25-1 0-16,-25 0 2 0,29-3-4 0,-31 3 4 16,32-1-6-16,-6 4 6 0,-26-5-4 0,0 5-5 15,4-1-1-15,23-4-1 0,-25 2-4 0,28-1-5 16,-29 1 1-16,28 1-11 0,-24-1-10 0,22-1-1 15,-23 1-16-15,24 1-4 0,-29-2-12 0,2-2-16 16,27 2-20-16,-29-1 8 0,4 0-10 0,-2-3-26 16,1 1-18-16,-4 0-10 0,0 3-91 0,-2-3-273 15,-1-1 122-15</inkml:trace>
  <inkml:trace contextRef="#ctx0" brushRef="#br0" timeOffset="54274.08">15430 6956 11 0,'0'0'108'0,"0"0"-6"0,0 0 4 15,0 0 14-15,0 0-9 0,27 3-4 16,-11-2 0-16,5 0-1 0,6-1-5 0,3 0 3 15,5 0-10-15,-1 0-2 0,3 2-3 0,3-2-6 16,15-2-4-16,0 2-6 0,2-2-4 0,5-2-5 16,0 4-5-16,5-4-1 0,26-1-4 0,-25 2-7 0,26-2-6 15,-3 2 1-15,1 2-3 0,-28-2-3 16,27-3-6-16,-2 5 1 0,2-1 1 0,-28 2-2 16,30-4-3-16,4 0 0 0,0 4 1 0,-4-4-1 15,1 4 0-15,0-5-1 0,2 2 0 0,5 0 4 0,1 4-1 16,2 0-3-16,2-6 0 0,3 6-2 15,-3 1-1-15,2-2-1 0,5-2-4 0,-5 4 4 0,3-5 2 16,2 6-5-16,-3-3 0 0,7 1 1 16,-5 0-1-16,-1-2-2 0,0 2-1 0,-6-1 7 15,2-2-1-15,8 4-2 0,-7 2 1 0,-6 1-3 0,1 0 4 16,2-2-1-16,-4-3 4 0,-1 2-2 0,-3 0 4 16,5 1-2-16,-1-1-1 0,1 0 3 15,4 0-4-15,-11-1-2 0,3 2 1 0,0 0-5 16,-3-3 2-16,1-1 1 0,1 2 2 0,2 2-5 0,-2 0 6 15,-3-3-6-15,2 1 2 0,-4 1-3 0,2 2 0 16,0-4 0-16,-3-1 2 0,-26 6-4 16,35-7 1-16,-4 0 1 0,-3 5-4 0,-28-3 1 15,28 2-3-15,-31-1 3 0,32-1-3 0,-27-1 2 0,22 2 2 16,-24-1-4-16,27 0 5 0,-25-1-10 0,22 1 4 16,-26 1-6-16,-3 1 5 0,3-1-3 15,-1 0 4-15,-2-1-3 0,-1 2 1 0,0-4 0 0,-4 2-1 16,-6 0-3-16,3 0-5 0,-16 0-8 0,0-1-9 15,-3-2-7-15,4 5-8 0,-5-5-14 0,-2-2-13 16,0 4-15-16,-10 1-25 0,1-1-26 0,-5-2-41 16,-2 2-41-16,-3-2-240 0,-11 3-487 0,11-7 216 15</inkml:trace>
  <inkml:trace contextRef="#ctx0" brushRef="#br0" timeOffset="55779.24">22437 5042 22 0,'0'0'49'0,"0"0"1"0,0 0-6 0,0 0 4 0,0 0-6 16,0 0 5-16,0 0 4 0,-2-8 2 0,2 8-6 15,0 0 6-15,0 0 9 0,0 0-9 0,0 0 1 16,0 0-11-16,0 0 18 0,-5-5-15 0,5 5-2 16,0 0-7-16,0 0 0 0,0 0 2 0,0 0-11 15,0 0 0-15,0 0 12 0,-7-5-8 0,7 5-2 16,0 0 1-16,0 0-8 0,0 0 6 0,0 0-1 16,0 0-12-16,0 0-4 0,0 0 0 0,0 0-2 15,0 0-2-15,-5-6-3 0,5 6 1 0,0 0-9 16,0 0 3-16,0 0 2 0,0 0-1 0,0 0-2 15,-5 16 3-15,5-16-3 0,-4 11 10 0,1-6-15 16,0 1 7-16,0 2 1 0,1-2 3 0,-1 2-5 16,-1 0 3-16,0 1 0 0,0 1 0 0,1-2-2 15,0 2 3-15,-2-1-1 0,2 2 1 0,0-1 8 16,0 1-7-16,-2 0 4 0,2 0 2 0,2 2 0 16,-2-3 2-16,1 2 1 0,-1 1-2 0,2-1 2 15,-3 3 0-15,4 1 6 0,-1 0 2 0,-1 1-3 16,2 0 9-16,-2 1-1 0,0 0-3 0,0 0 2 15,1 1-4-15,0 1-2 0,1-1 1 0,-2 1 7 16,1-1-11-16,0 5 2 0,2-3 5 0,-3 6-6 16,0-3-1-16,2 1-4 0,-1-1 2 0,1 1 2 15,0-4-6-15,0 2 3 0,0 3-2 0,0 0 0 16,0-7 3-16,0 0-3 0,-3 1 4 0,3-1 0 16,0 9 0-16,-2-3 0 0,-1 0 3 0,0-1 6 15,0 0-6-15,1-1-6 0,-1-2 4 0,0 5 0 16,1-1-1-16,-2 1 1 0,0-2 1 0,3 3-5 15,0 4 5-15,-2-4-5 0,2 1-2 0,-3 1 4 16,0 1 1-16,4-2-4 0,-2 1-4 0,2 0 7 16,-2 1-2-16,0-1-1 0,2-3-1 0,-2 3 2 15,1-3-4-15,0 3 2 0,0-1-4 0,-1-2 4 16,-2 1 3-16,3-2-6 0,-3-1 0 0,2 3-2 16,-2-1 1-16,-1 1 0 0,1 1 2 0,-1 0 3 15,1 1-1-15,-1 0 4 0,1 2-3 0,-2 1 2 16,1 1-2-16,1 0-1 0,0 0 3 0,0 0 1 15,1-1 0-15,0 3 1 0,-4-2-1 0,4 3 1 16,0 9 3-16,0-10 4 0,1 0-3 0,-2-2-3 16,1 0 0-16,0 14 2 0,3-14-5 0,-2 2 3 15,1 1 1-15,1 9 3 0,0-9 8 0,-1 10-7 16,1 2 4-16,-3-4-1 0,2-9-3 0,6 1 3 16,-5 13-2-16,-1-4 0 0,1-10-6 0,0 1 4 15,0-2-4-15,1 15-2 0,2-4 3 0,-2-9 1 16,0 0-4-16,-1-1 3 0,3 11-1 0,-2-10 0 15,2 11-3-15,0 3 3 0,-1-2 1 0,0 0-5 16,1-2 2-16,-2 2 1 0,0-3-3 0,1 5 2 16,-4-4-3-16,1 0-5 0,-1-10 5 0,0 11-3 15,2 2-1-15,0 0 1 0,0-2-2 0,2 6 2 16,-4 2 1-16,2 0 3 0,3 2 1 0,-2 3-5 16,-2-2-1-16,1 24 3 0,1-26-2 0,-1 27 1 15,0-26-8-15,-1 23 4 0,-2-25-2 0,1 4 3 16,3 29 0-16,-7-7 5 0,2-21-7 0,-3 25-10 15,0-3-4-15,3-25-10 0,-4 1-18 0,-2 25-16 0,1-28-17 16,1 0-31-16,1 2-31 0,0-1-24 16,1-4-28-16,0-4-33 0,-1 3-200 0,-2-17-452 15,0-3 200-15</inkml:trace>
  <inkml:trace contextRef="#ctx0" brushRef="#br0" timeOffset="97604.77">15536 5896 80 0,'0'0'131'0,"0"0"-5"0,-3-10-1 0,3 10-6 0,0 0-8 16,-2-9-6-16,2 9-2 0,-5-3-15 0,5 3-15 15,0 0-3-15,-7-4-6 0,7 4-5 0,0 0-7 16,-10-3-1-16,10 3-6 0,-10-1-7 16,10 1-1-16,-10 0-6 0,10 0-6 0,-9 0 1 0,9 0-3 15,-13 1 0-15,7 0 3 0,6-1-15 0,-12 3 4 16,6 0 1-16,6-3-1 0,-12 4-4 0,7 0-5 15,-1 0 3-15,-2-1-2 0,8-3 3 16,-10 7 0-16,3-3 3 0,2 1-8 0,-4 2 2 16,4-2 2-16,0 2-2 0,0 0-4 0,2-2 3 0,-2 4-8 15,2-4 7-15,1 2-7 0,-3-1 7 0,5-6 0 16,-2 13-6-16,0-7-2 0,2-6 7 0,0 13-2 16,2-6-2-16,0 1 0 0,1 1 3 0,3 1 3 15,-1-1-4-15,3 2 2 0,-2-3-3 0,3 3 6 16,1 1-8-16,-2-1 5 0,0-3-15 0,1 1 10 15,0 1 7-15,-2-3-5 0,1 6 1 0,-1-5-2 16,0 0 6-16,-2 1-1 0,-1-2-4 0,-1-1 1 16,0 3 4-16,-1-2-3 0,-2-7 4 0,0 10-3 15,0-10 1-15,-7 10 2 0,2-7 3 0,-5 4 2 16,-3-2 2-16,-5 0-3 0,-1 1-4 0,-3-1 3 16,2 2-1-16,-1-4-1 0,1 1 0 0,5-2-4 15,-4 0 1-15,6 1-19 0,1-2-20 0,12-1-28 16,-14 2-34-16,8 0-40 0,6-2-136 0,-9 1-294 15,9-1 130-15</inkml:trace>
  <inkml:trace contextRef="#ctx0" brushRef="#br0" timeOffset="97975.92">15575 6125 9 0,'0'0'216'15,"0"0"-9"-15,8-4-14 0,-8 4-19 0,0 0-15 16,5-3-21-16,-5 3-21 0,0 0-8 0,0 0-11 16,0 0-11-16,0 0-1 0,2 15-10 0,-2-15 0 15,-2 17-11-15,2-7-5 0,-1 2-5 0,1-1-1 16,0-1-7-16,1 1-5 0,2-1-5 0,0 0 0 16,0 0-4-16,5-1 6 0,0-1-11 0,-1 1-1 15,5-2-2-15,-4-1-2 0,4-2-2 0,1 0 3 16,0-3-4-16,-2-1-3 0,3 0 6 0,-2-3 1 15,1 1 6-15,-1-2-3 0,0 0 6 0,3-5 9 16,-6 3 3-16,5-6-10 0,-7 2-1 0,-2 0-2 16,1-1 0-16,-2 1-7 0,0-3-2 0,-2-2-2 15,-2-2-2-15,-2 1-2 0,-2 4-7 0,0 0-1 16,-4-4-7-16,1 2-7 0,0 5-3 0,0-1-15 16,-1 2-13-16,0 0-16 0,1 1-23 0,-3 4-19 15,2 1-20-15,-2 4-13 0,-2-1-16 0,2 3-13 16,1 3-16-16,-2 0-142 0,0 1-338 0,1 1 150 15</inkml:trace>
  <inkml:trace contextRef="#ctx0" brushRef="#br0" timeOffset="98642.07">15892 6070 19 0,'4'-4'192'0,"0"1"-1"0,-4 3-8 0,5-7-9 16,-5 7-20-16,7-3-12 0,-7 3-18 0,0 0-20 15,0 0-13-15,0 0-1 0,0 0-2 0,0 0 2 16,10 11-3-16,-9-3-8 0,0 3 2 0,-1 2-5 16,3 0-9-16,-3-1-3 0,0 1-6 0,1-1-5 15,1-1-6-15,-1 2-5 0,0-2-6 0,2-1-6 16,-2-4-2-16,5 4 4 0,-1-3-3 0,-1 0 0 16,0-1-3-16,1-2-2 0,-1 1-1 0,4-3 0 15,-5 2 5-15,4-1-8 0,-7-3-3 0,12 1 2 16,-12-1 0-16,13-3 2 0,-6 0-4 0,1-1 0 15,2-1 2-15,-1-2 0 0,-2 0 2 0,1 0-2 16,0-1-2-16,-2-2 7 0,-1 0 0 0,0 0 0 16,-1-2 0-16,3 2 4 0,-2-2-11 0,-2 2-3 15,1-2-2-15,-1 5 1 0,-2-2-1 0,0 2-2 16,-1 7-3-16,2-7-2 0,-2 7-6 0,2-6-3 16,-2 6 5-16,0 0 0 0,0 0-9 0,0 0 0 0,0 0 7 15,0 0-6-15,0 0 0 0,0 0 4 16,4 28-3-16,-5-18 4 0,5 1 2 0,-4 0-1 15,2-1-2-15,3-3 2 0,-2 3-2 0,2-1 3 16,0 0 0-16,3-1 3 0,1 1 5 0,-2-4-4 0,2 1-1 16,2-1 1-16,0 0-1 0,2-1 3 0,2 0-2 15,-3-4 0-15,2 0-1 0,-1 0 1 0,1 0 7 16,-2-2-7-16,0-2 2 0,-2 0 0 16,0 1 0-16,-1-2-3 0,-2-2-1 0,0 0 9 15,0 0-10-15,-3-3 4 0,1 1-6 0,-3-4-3 0,1 2-5 16,-3-3 5-16,0 2-7 0,0-1 3 15,-1 2-3-15,-2-2 6 0,2 1-3 0,-1 4 1 16,1-2-3-16,0 3 3 0,1 7-4 0,-3-11-3 16,3 11-5-16,0-7-1 0,0 7-4 0,0 0 3 15,0 0 2-15,11-3 1 0,-11 3 2 0,0 0 4 0,21 9-3 16,-12-3 2-16,1 1 2 0,-1-1 5 16,0 4 0-16,-1-2 0 0,1 0 4 0,-1 3-7 15,-2-2-1-15,0 3 4 0,1-2 0 0,-2 1 3 16,-1 0 0-16,1 0 1 0,-3-1 1 0,2 0-3 0,-2 0 1 15,-1 0-12-15,0 0-24 0,-1 0-25 0,-1 0-36 16,2-3-38-16,-1 2-33 0,-1-1-37 0,0 2-125 16,-2-4-359-16,3-6 160 0</inkml:trace>
  <inkml:trace contextRef="#ctx0" brushRef="#br0" timeOffset="99062.5">16764 6061 155 0,'0'0'208'0,"0"0"-11"0,3-8-20 0,-3 8-18 15,0 0-14-15,0 0-10 0,0 0-16 0,0 0 2 0,0 0-7 16,0 0-13-16,-27 13-2 0,15-4-4 0,5 2-9 16,-1-1-6-16,-1 0-5 0,3 2-6 0,1 2-3 15,-1-4-12-15,2 2-3 0,2 0-2 16,-1-3-7-16,3 2-6 0,2-2 1 0,-1-2-4 0,1 4-2 15,2-1-4-15,3-2 2 0,2-1-1 0,1-2-3 16,1 2 2-16,7-3-6 0,0-1 3 0,1-1 4 16,-1-1-4-16,3-2-1 0,-1-1-2 15,-3-1 0-15,2-1 2 0,-2-3 3 0,-1 0 4 0,1 0 4 16,-2-3-7-16,-1-2-2 0,0 2 0 0,-1-1 6 16,-2-2 0-16,-1 0 7 0,-4 3-1 0,0-5-3 15,2 1-6-15,-4 2-1 0,-3 0 1 0,0 1 0 16,1 0 0-16,-2 3-5 0,0 8 1 0,-3-11-9 15,3 11-2-15,-6-6-4 0,6 6-4 0,-18 3-2 16,2 3 0-16,-1 2-1 0,0 4 4 0,2 0-4 16,3 3-1-16,1 2-4 0,2 0-6 0,2 0-2 15,6 0-19-15,2 0-15 0,4-1-20 0,6 1-23 16,8 0-36-16,6-3-42 0,7-2-48 0,4-3-234 16,2 1-484-16,19-3 214 0</inkml:trace>
  <inkml:trace contextRef="#ctx0" brushRef="#br0" timeOffset="102086.34">19790 6160 56 0,'-1'-23'158'0,"0"4"23"16,-2 0-13-16,1-1-16 0,2 2-8 0,-1 1 4 15,1 0-3-15,-2 1-9 0,2 4-10 0,-1-1-22 16,0 1-1-16,2 3-1 0,-2 1-1 0,-1-1-3 16,2 9 3-16,0-12-13 0,0 12-12 0,2-8-5 15,-2 8-15-15,0 0-5 0,-3-9-12 0,3 9-1 16,0 0-11-16,0 0 1 0,0 0-3 0,0 0-3 15,0 0-4-15,-3 36 2 0,1-19-3 0,-1 3 7 16,1 6-13-16,-2-1 2 0,0 0-2 0,-1 2 0 16,3-3 0-16,0 2-2 0,0-1-1 0,2-6 1 15,-2-1-2-15,2 2 0 0,-1-1 4 0,2-1-6 16,-1-1-11-16,2-2-29 0,-2 0-15 0,1-1-13 16,-1-3-25-16,0-1-20 0,1 0-26 0,1 0-28 15,-2-3-24-15,1-1-132 0,-1-6-344 0,-4 7 153 16</inkml:trace>
  <inkml:trace contextRef="#ctx0" brushRef="#br0" timeOffset="102379.86">19696 6020 55 0,'7'-9'116'0,"-3"6"-5"16,4 1-9-16,1-1 3 0,4 3-7 0,0 2-1 15,4 1-7-15,1 0 2 0,1 4-8 0,1 0-14 16,-4 2-1-16,1 3-6 0,-4 1 1 0,1 2-3 16,-3 0-7-16,-1 2 3 0,-1 8-4 0,-4-6-9 15,-2 6 1-15,-2-7-2 0,-2 8-9 0,-5 0 1 16,-2-7-5-16,2-1-2 0,-3 0 6 0,-3 0-9 16,-3 1-1-16,3-3-3 0,-2-3-1 0,1 0-1 15,-2-3-3-15,1 0 2 0,-1 0-5 0,1-1 2 16,2-4-2-16,1 0-13 0,-1-1-14 0,1 1-16 15,2-4-21-15,2 1-35 0,7-2-32 16,-10-2-29-16,10 2-99 0,-10-3-266 0,10 3 118 0</inkml:trace>
  <inkml:trace contextRef="#ctx0" brushRef="#br0" timeOffset="103558.58">20042 6211 37 0,'8'0'140'0,"-8"0"-3"0,19 0 5 0,-10 1-5 16,1 2-8-16,2 3-14 0,-2-2-15 0,1 3-6 16,0 1-8-16,1 2-6 0,-3-3-2 0,0 3-7 15,-1 0-12-15,0 1 0 0,-3-2-6 0,2 0-2 16,-2 0-2-16,-2-3-8 0,0 0-1 0,0 2-4 16,0-3 2-16,-3-5-6 0,1 7-1 15,-1-7 0-15,0 0 5 0,-5 9-9 0,5-9 5 0,0 0 2 16,-10 3 8-16,10-3-9 0,0 0 5 0,0 0 1 15,-15-8 5-15,15 8-5 0,-5-9-6 16,5 9-4-16,-3-11-4 0,3 11-6 0,3-16-4 16,3 7-1-16,0-4-3 0,4 1-5 0,1-2 2 15,3 0-5-15,1 1-2 0,0-2 4 0,2 2 0 0,3-6-5 16,-3 7 5-16,5-2-7 0,-7 1 1 0,1 4-1 16,-6 2 4-16,1-2-1 0,-2 1 2 0,-1 5 7 15,-2-1 5-15,1 0 4 0,-4 0 1 0,-3 4 9 16,6-6-12-16,-6 6 2 0,0 0-5 0,6-1-3 15,-6 1-5-15,0 0 0 0,0 0-3 0,0 0 2 16,-14 19-3-16,4-8 2 0,-3 4 5 0,3-2-8 16,-4 3 2-16,1-1 1 0,0 1-1 0,2-1 2 15,2 2 2-15,-1-2-7 0,6-2-1 0,-2-1 4 16,4 0-3-16,-2-1 4 0,1 0-1 0,3-2 1 16,0 0-4-16,4 0 5 0,0-3-2 0,-1-2 0 15,1 2 3-15,1-3 0 0,2 0 4 0,-7-3 3 16,13 1-7-16,-5-2 1 0,2-3-1 0,-2 0-1 15,-1-1 0-15,4 0 2 0,-1-2-4 0,-1-2 7 16,-3-1-4-16,4 1 0 0,-2-1 2 0,-3 2 7 16,0-3-3-16,0-1-1 0,-1 2 1 0,3 0-2 15,-4-1 0-15,3 2 1 0,-4 1-4 0,1 3-2 16,-1-1-1-16,-2 6-1 0,3-10-6 0,-3 10 1 16,0 0-4-16,0 0 2 0,5-3-4 0,-5 3-1 15,0 0-1-15,0 0 7 0,0 0-2 0,10 18 1 16,-6-14-2-16,-1 4 4 0,0 0-2 0,1 1 4 15,0-3-1-15,4 3 4 0,-3-1-2 0,0-2-1 16,3 1 0-16,-1-1 1 0,1-2 0 0,1 1 5 16,0 0-3-16,2-5 4 0,0 1 0 0,0 1-1 15,0-4-3-15,1 1 4 0,-2-4 1 0,3 2-2 16,-1-2-1-16,-1 0 0 0,-1-1-2 0,1 1 2 16,0-5-1-16,2 0 0 0,-3 1-1 0,0 0 0 15,-2 1 3-15,0-1 5 0,-1-1-1 0,2 3-2 16,-4-1 1-16,2-1-3 0,-3 4 0 0,-2-1 5 15,1 0-2-15,-3 6 1 0,7-7-5 0,-7 7 3 16,3-5-2-16,-3 5-5 0,0 0-8 0,0 0 1 16,0 0-2-16,0 0 4 0,0 0 1 0,0 0-2 15,0 0 0-15,-5 24 2 0,3-18 1 0,2 4 2 16,-5 2-4-16,4-2-1 0,0 1 10 0,0-2-7 16,2 2-2-16,-1-2 2 0,1 1 2 0,3-1 0 15,1 2 3-15,-1-6-1 0,4 2-1 0,2 0 14 16,0-2-13-16,3-4 0 0,-2 1 2 0,3 0-2 15,-1-6 2-15,6 0 0 0,0-1-1 0,-7 1 1 16,1 0-1-16,-1-2 4 0,1 0-2 0,-1-1 2 16,-2 1-4-16,0-1 2 0,0 0-2 0,-2-1 1 15,-3 2 1-15,2-1 0 0,-2 1 3 0,1-3 0 16,-1 1 0-16,-2 3-4 0,-1-1-1 0,-2 6 2 16,7-7-4-16,-7 7-2 0,6-5-3 0,-6 5-1 15,0 0-2-15,3-5 0 0,-3 5 1 0,0 0-6 16,0 0 4-16,0 0 4 0,0 0-2 0,0 0 1 15,-4 24-1-15,4-24 5 0,-3 11-3 16,3-11 1-16,0 8 3 0,0-8-6 0,-2 6 7 0,2-6-1 16,0 0 1-16,0 9 0 0,0-9 0 0,0 0 5 15,0 0-1-15,0 0 1 0,0 0 0 0,0 0 1 16,2 6-3-16,-2-6 0 0,0 0 0 0,0 0 4 16,19-8-6-16,-11 5 3 0,0 0-6 0,-1-2 6 15,0 4-3-15,1-2-1 0,-2 1-3 0,-6 2-2 16,15-3 1-16,-7 3-3 0,-8 0 1 0,9 1 0 15,-9-1 0-15,14 7 1 0,-10-1 6 0,0-2-1 16,2 5-7-16,-2 0 3 0,1 0 0 0,0 1-3 16,-3 0-7-16,0 0-2 0,-1 3-18 0,0-1-14 15,-1-1-17-15,-1 2-26 0,2-1-27 0,-1-2-40 16,-2 0-25-16,2 0-31 0,-2-3-130 0,2-7-373 16,0 0 165-16</inkml:trace>
  <inkml:trace contextRef="#ctx0" brushRef="#br0" timeOffset="103746.98">20841 5982 74 0,'-4'-6'226'15,"4"6"-19"-15,-8-9-17 0,8 9-24 0,-5-4-29 16,5 4-37-16,-2-6-46 0,2 6-27 0,0 0-34 15,0 0-54-15,0 0-50 0,0 0-56 0,0 0-182 16,24 7 81-16</inkml:trace>
  <inkml:trace contextRef="#ctx0" brushRef="#br0" timeOffset="115282.69">22464 4473 59 0,'0'0'100'16,"0"0"-3"-16,0 0 1 0,0 0-11 0,0 0-15 15,0 0-3-15,-5-4-4 0,5 4 3 0,0 0-29 16,0 0-2-16,0 0-6 0,0 0 2 0,0 0-1 16,0 0-6-16,0 0-7 0,22 0 6 0,-10-2-2 15,8 4 2-15,8-5 1 0,2 3-1 0,6 0 0 16,15-3-2-16,0 1 2 0,11 1 1 0,-1-3-2 15,31 1 1-15,-2 0-1 0,-24 3-7 0,31-3 9 16,-5 1-9-16,-4-3 3 0,4-1-5 0,-25 6-7 16,30-3 8-16,-4 0-1 0,0-1-1 0,-1 1 1 15,2 1-2-15,-2 0 0 0,0-1-3 0,-26-1-1 16,28 0 2-16,-5 0-3 0,-24 2 6 0,26 0-11 16,-26 2 4-16,31-3 6 0,-7 1 0 0,-23 1-2 0,24 1-1 15,-28 1 1-15,-4-1 0 0,3 2-5 16,0-2 6-16,-8 1-5 0,-14 1 0 0,-2-2-2 15,-3 0 6-15,-3 0-11 0,-8 0 4 0,-4 0-5 16,-2 2 5-16,-6-1 3 0,0-1-2 0,-4 1-2 16,-1 1-2-16,-6-2-1 0,12 1 2 0,-12-1-2 15,0 0-2-15,12 0 5 0,-12 0 2 0,0 0-5 16,8 1-1-16,-8-1 10 0,0 0-6 0,0 0-5 16,7 3 7-16,-7-3-10 0,0 0 8 0,5 5-4 15,-5-5 1-15,4 4 2 0,-4-4 0 0,3 5-3 16,-3-5 4-16,0 0-6 0,0 0 3 0,2 8 0 15,-2-8 2-15,0 0-1 0,0 0 5 0,6 5-7 16,-6-5 5-16,0 0-9 0,0 0 4 0,0 0-1 16,0 0-10-16,0 0 10 0,2 6 1 0,-2-6 0 15,0 0-1-15,0 0 2 0,0 0 4 0,2 5 3 16,-2-5 2-16,0 0 2 0,3 8 2 0,-3-8-3 16,3 8 4-16,-3-8 6 0,2 7-5 0,-2-7-2 0,2 13 1 15,0-7-4-15,-2 3 1 0,4 1 5 0,-1-1-3 16,-3 2 4-16,2 5 5 0,0-4-4 0,-2 5 0 15,2 1 6-15,0 1-2 0,3 6-1 16,-3 0 3-16,1-6 1 0,2 9 0 0,-1-1-2 16,0-1-2-16,0 0-2 0,-3 2 7 0,3 0-8 15,0-1 3-15,2 3-4 0,-2-1 8 0,1 0-3 16,1 2 1-16,-4-2 2 0,1 1-4 0,-1 0-5 0,2 0 2 16,-1 1-5-16,-1 3 6 0,-2 12-3 15,5 2 5-15,-4-12-1 0,2 12-1 0,-3 1 2 16,0-1-1-16,4 4-2 0,-4-1 1 0,-2 3-1 15,0-1 1-15,2 0 3 0,-4 0-5 0,1 2 0 0,3 1-2 16,-4 1 0-16,1 1 5 0,-2 27-4 16,1-2 7-16,-1-23-3 0,2 25-1 0,0-2 4 15,1-2 0-15,-2-22 1 0,3 24-3 0,4 0 0 16,-5 0-2-16,2 3 1 0,0-1 1 0,4 5 7 16,0-4 0-16,-4 5 0 0,-2-3-1 0,0-5-1 15,2 4-5-15,0 2 1 0,-2 2 2 0,4-1-3 0,-2 2-2 16,0 1-4-16,0-7 5 0,2 6-1 15,0-4 1-15,-2 5-8 0,0 4 4 0,1-1-1 16,-1 4 1-16,0 0 1 0,0-3-3 0,-1 2 0 16,1-1-1-16,0-5-3 0,-2 8 7 0,2-2 0 15,-4 0 0-15,-3-4-1 0,4 1-4 0,-7-5 7 16,1 1-4-16,-1-3-4 0,7 3-2 0,-7 0 4 16,1-1-4-16,-1-1-1 0,4-6 0 0,0-3 1 15,-1-23 2-15,-2 3-2 0,0 23-1 0,7-28-4 16,-1 4-1-16,1-3-10 0,0 1-6 0,2-6-8 15,-2 1-7-15,4-2-7 0,2-5-19 0,-4-13-12 16,3-2-14-16,-2-2-17 0,4-3-24 0,-1-7-24 16,1 1-14-16,0-3-40 0,-1-7-36 0,-3 1-149 15,-1-11-414-15,0 0 184 0</inkml:trace>
  <inkml:trace contextRef="#ctx0" brushRef="#br0" timeOffset="116189.9">23198 6889 6 0,'0'0'78'15,"0"0"-6"-15,0 0 8 0,30 12-4 0,-7-10 2 16,10 5-1-16,18-1-6 0,6 0 2 0,4-1-4 16,34-3-6-16,0 0 2 0,7-6-9 0,0 2 1 15,8 1-7-15,5-3 14 0,-5 0-10 0,6 2-13 16,1 0 0-16,0 0 7 0,-1-2-17 0,4 1-1 16,0-1 2-16,2-3-3 0,-5 10 4 0,0-9-11 15,-7 6 3-15,-4-4-2 0,-4 1-2 0,-5-2-3 16,-5 4 4-16,-29 2-3 0,2-2 1 0,-8-3 4 15,-3 2-4-15,-16 2-1 0,13-2-2 0,-19 2 3 16,-3-1-3-16,0-1-6 0,-9 2-3 0,-2 0-4 16,-5 0 7-16,-1 0-6 0,-5-1 12 0,1 0-11 15,-8 1-2-15,10 0-16 0,-10 0-15 0,0 0-21 16,11-2-16-16,-11 2-14 0,0 0-24 0,0 0-25 16,0 0-85-16,0 0-229 0,0 0 102 0</inkml:trace>
  <inkml:trace contextRef="#ctx0" brushRef="#br0" timeOffset="117045.56">21814 5538 10 0,'20'9'116'0,"7"-2"2"16,11 0-8-16,27 1 5 0,41-1-5 0,11-2-1 16,8 0-9-16,9-4-4 0,0 1-11 0,12 0-7 15,3 2 2-15,7-3-7 0,-1 2 6 0,2 2-1 16,3 1-2-16,-1-2-4 0,0 3-1 0,5 0-14 16,-6-1-4-16,1 1-2 0,-6-1 2 0,2 0-6 15,-2-2-2-15,-3 2-7 0,-6-5-4 0,-2 2-6 16,-3-1-2-16,-11-4 1 0,0 0-7 0,-7-2-3 15,-15 2-6-15,0-6-1 0,-14 4-8 0,-34 2-9 16,-2-2-5-16,-2-1-4 0,-18 3-6 0,-2-1-9 16,-5-1-9-16,-11 1-2 0,0 0-20 0,-7-1-19 15,-2 1-26-15,-2-1-19 0,-5-1-22 0,-2 5-86 16,0 0-253-16,-18-18 113 0</inkml:trace>
  <inkml:trace contextRef="#ctx0" brushRef="#br0" timeOffset="117795.7">22873 4941 100 0,'0'0'178'0,"0"0"-17"16,0 0-24-16,0 0-9 0,0 0-16 0,0 0-11 15,0 0 8-15,0 0-2 0,-5 25-5 0,0-14-6 16,2 1-7-16,-2 3-6 0,2-2-9 0,0-1-8 16,-3 0-3-16,5 0-12 0,-1-2 0 0,0-1-4 15,1-3-6-15,1-6 6 0,-4 11 13 0,4-11 10 16,-1 7 18-16,1-7 11 0,0 0 2 0,0 0-11 15,0 0-3-15,0 0-16 0,0 0-8 0,-9-23-4 16,5 11-6-16,2-6 2 0,-2-1-14 0,-1-7-4 16,1-3-4-16,3 2-7 0,-1-4 0 0,1 2-9 15,2-2-2-15,7 3-6 0,0-3 0 0,3 5-3 16,4-2-1-16,1 5-3 0,-2 6-1 0,0 4 0 16,1 3-4-16,-1-1-2 0,-5 4 1 0,4 2-1 15,-4 2 1-15,4 1-1 0,-4 1-1 0,-9 1-1 0,18 5 0 16,-7 0-1-16,-2 0 2 0,-1 4 3 15,-1 0-3-15,-2 1-9 0,1 1 9 0,-1 0-17 16,-3 5 2-16,0-5-7 0,0 2 5 0,-2-1-13 16,0-1 8-16,2 0-3 0,-2 0-1 0,1 0-2 15,-1-1-10-15,0 0-6 0,2 0-4 0,0-1 1 16,3 0-4-16,-2-1 7 0,3 1 5 0,-3-2 3 16,5-1 3-16,0 2 4 0,-1 1 1 0,2-2 6 15,2 0 1-15,-3 0 9 0,0 1-4 0,0-1-2 16,-3 1 3-16,1-2 5 0,-2 1 0 0,0 0 1 15,-1 0 5-15,-1-2-1 0,-1 2 4 0,-1-7 5 16,-1 13-3-16,-1-7 2 0,-2 0 6 0,-3 2-5 16,-1-1 4-16,0 2-19 0,-1-5-11 0,0 1-15 15,1 0-31-15,2-2-34 0,-1-1-41 0,1 0-115 16,6-2-284-16,-13 0 127 0</inkml:trace>
  <inkml:trace contextRef="#ctx0" brushRef="#br0" timeOffset="118191.82">23392 4721 52 0,'11'-4'131'0,"5"-1"-13"16,0 2-12-16,2-2-11 0,-5 2-6 0,7 2-13 15,-8-1-3-15,7 2-9 0,-5 0-7 0,-1 2-6 16,0-1-28-16,-3 2 10 0,1-2-23 0,-2 0-23 15,-2 0-10-15,-1 2-2 0,-6-3 2 0,12 2 3 16,-12-2-1-16,0 0 3 0,0 0 5 0,6 2 5 16,-6-2 20-16,0 0-13 0,0 0 7 0,0 0 11 15,0 0 5-15,0 0 7 0,0 0 6 0,0 0 10 16,-28 0-3-16,28 0-1 0,0 0-14 0,0 0-13 16,-8 3 3-16,8-3-3 0,-4 7 14 0,4-7 9 15,-5 17 8-15,3-2 6 0,1 1-1 0,-1 1-1 16,1 1-2-16,0 0-2 0,-1 0 1 0,0 2 4 15,2-3 2-15,-3 2-3 0,1-2 2 0,-1 1-2 16,0-2-3-16,1 0-3 0,-3-1-1 0,0 0-7 16,0-4 3-16,0 0-7 0,-3 0 3 0,-1-3-6 15,0 1-2-15,1-2-15 0,-1 0-13 0,-2-1-24 16,2-2-18-16,-1 0-27 0,1-1-40 0,9-3-41 16,-14-3-134-16,5-1-308 0,2 0 136 0</inkml:trace>
  <inkml:trace contextRef="#ctx0" brushRef="#br0" timeOffset="118560.39">23830 4710 112 0,'12'-1'142'0,"-1"2"-17"0,6 0-5 15,1-2-17-15,-2 1-12 0,3 0-2 0,-1 1-11 16,2-1-6-16,-1 1-11 0,-1-2-1 0,-4 2-4 15,2 1-6-15,-2-2-13 0,-2 0-12 0,-3 1-16 16,0-1-12-16,-9 0 3 0,12 0-1 0,-12 0 2 16,10-1-20-16,-10 1 3 0,8-3 0 15,-8 3 3-15,3-6 0 0,-3 6 5 0,0 0-3 0,0 0 6 16,-4-12 7-16,4 12 11 0,0 0 4 0,-7-10 1 16,7 10 11-16,-6-5 4 0,6 5-5 0,0 0 3 15,-4-4-10-15,4 4-8 0,0 0 0 0,0 0 4 16,0 0 7-16,0 0 7 0,-6 19-1 0,5-8 9 15,-2 0 6-15,2 2 0 0,-3 4 4 16,-1-1-3-16,3 0 0 0,0 3 0 0,0-2-7 0,-1 0 0 16,1 0 0-16,0-1-5 0,0 1-2 0,-1 0-6 15,0-5-14-15,2-1-22 0,-1 0-39 0,0-2-19 16,2-2-37-16,-2 0-28 0,2-7-137 0,0 12-292 16,0-12 129-16</inkml:trace>
  <inkml:trace contextRef="#ctx0" brushRef="#br0" timeOffset="118721.12">24125 4738 30 0,'13'0'109'0,"-3"2"-9"0,3-2-11 0,-1 1-9 0,-1 3-21 15,2-1-32-15,0 2-31 0,-2 1-22 0,1 1-52 16,-5 2-84-16,2 2 38 0</inkml:trace>
  <inkml:trace contextRef="#ctx0" brushRef="#br0" timeOffset="119189.46">23072 6073 95 0,'-2'-12'242'16,"2"12"-7"-16,-5-8-10 0,5 8-14 0,-4-8-15 15,4 8-21-15,-5-6-19 0,5 6-11 0,-10-2-18 16,10 2-18-16,0 0-6 0,-20 12-17 0,10-4-6 15,-3 5-2-15,2 2-7 0,-2 0-14 0,3 3 6 16,2-1-17-16,1 2-3 0,5-1-4 0,0-1-6 16,-1 0-2-16,6-1-5 0,1 2-16 0,4-3-12 15,4-3-15-15,-1 3-19 0,6-4-26 0,3-2-23 16,6 2-39-16,4-6-25 0,0-1-28 0,0-4-12 16,-1 2-119-16,-7-4-331 0,-1-1 146 0</inkml:trace>
  <inkml:trace contextRef="#ctx0" brushRef="#br0" timeOffset="119411.76">23396 6168 59 0,'9'-18'118'16,"1"-4"16"-16,1-4 4 0,-4 11 8 0,-1-2-7 16,-1-3 22-16,-1 4 5 0,1 4-5 0,-2 0 5 15,-2 2 5-15,1 1 2 0,1 2-11 0,-2 1-15 16,-1 6-17-16,0-8-11 0,0 8-20 0,0 0-11 16,0 0-11-16,0 0-8 0,0 0-9 0,0 0-3 0,-2 23-4 15,-1-7-5-15,1 2-6 0,-1 2 3 0,-4 5-12 16,4-5 2-16,-1-1-3 0,0 5-5 15,2-5 0-15,0 1-1 0,0-1-3 0,0 1-6 16,1-2-15-16,0 1-16 0,0-2-26 0,-3-1-24 16,3 0-26-16,-2-4-38 0,-1 2-12 0,4-2-54 0,-2-3-35 15,-1 2-147-15,1-4-406 0,-1-1 180 16</inkml:trace>
  <inkml:trace contextRef="#ctx0" brushRef="#br0" timeOffset="119814.68">23459 6015 197 0,'9'-9'208'0,"2"-1"-6"0,1 0-6 0,3 0-11 16,1 1-18-16,-4 5-15 0,0-2-11 0,2 3-14 16,3 0-10-16,-4 3-8 0,5 2-11 0,-7 0-9 15,6 0-11-15,-7 2-7 0,0 2-8 0,-2-3-7 16,3 4-6-16,-4 0-3 0,1 0-8 0,-2 2 2 15,-2-1-6-15,0 1-3 0,-3 1-3 0,-2 1 1 16,-3 1-2-16,-1-1 0 0,-2 0-2 0,1 0 0 16,-3 3-5-16,-4-3-1 0,8-1-3 0,-3-3-1 15,2 1-4-15,-3-1-13 0,5 0-1 0,0 0-3 16,2-4-3-16,-1 6 2 0,3-9-3 0,-2 10 10 16,2-10-9-16,4 11 3 0,-1-5 0 0,3 0 0 15,0 1 3-15,3-1-2 0,0 1-1 0,-1 1-1 16,2-4 4-16,-1 3 3 0,1-2-6 0,0 0 3 15,0 2 0-15,-1-1 1 0,-2 0-2 0,-1-3-1 16,-1 1-2-16,-1 0 5 0,-4-4-1 0,5 10-2 0,-4-5 0 16,-1-5 2-16,-3 12-3 0,3-12-2 15,-13 8-3-15,-3 0-5 0,5-4-9 0,-2 2-19 16,-5 0-19-16,0-1-34 0,2-1-40 0,-1-1-52 16,-5 1-156-16,4-1-371 0,-2-3 164 0</inkml:trace>
  <inkml:trace contextRef="#ctx0" brushRef="#br0" timeOffset="119973.66">23793 6331 2023 0,'17'-6'150'16,"-7"2"-54"-16,1 1-42 0,-4-1-20 0,-2 1-1 16,-5 3-1-16,8-5-8 0,-8 5-3 0,8-3-11 15,-8 3-24-15,7-2-56 0,-7 2-79 0,0 0-72 16,0 0-117-16,0 0-365 0,0 0 162 0</inkml:trace>
  <inkml:trace contextRef="#ctx0" brushRef="#br0" timeOffset="124922.96">9395 7021 19 0,'-14'10'127'15,"-1"-3"4"-15,-7 10-12 0,2-1 4 0,1 3 2 16,1 2-12-16,-1 2-12 0,0 2 3 0,4 0 0 16,3 0-13-16,0-2-8 0,2 1-9 0,5-4-7 15,-2-3-6-15,5 0-5 0,-1 2-4 0,2-1-9 16,4-4-3-16,0 2-1 0,4-4 0 0,-1-1-5 15,2-2-8-15,1 1-1 0,5-1-9 0,-3-2-12 16,5 0-8-16,0-5-10 0,3 0-9 0,1-1-17 16,0-3 3-16,3-1-8 0,-4-4-5 0,9 0 2 15,-2-2-1-15,-1-4 6 0,0-1 3 0,-2 0 8 16,-1 1 1-16,-2-4 12 0,-1 0 6 0,-5 3 7 16,3-7 4-16,-6 6 2 0,1-1 6 0,-2 1 11 15,-1 0 13-15,-3-1 10 0,0 5 12 0,-3 2 11 16,2 2 8-16,-3 1 1 0,0 0-1 0,-2 6-3 15,3-9-10-15,-3 9-6 0,0 0-6 0,0 0-4 16,0 0-5-16,0 0 4 0,0 0 0 0,-14 19-2 16,6-3 2-16,-1 2-3 0,-4 4-3 0,3 0-5 15,4-4-1-15,0-2-2 0,0 1-4 0,4 0-2 16,-1-4 1-16,2 1-5 0,2-1 3 0,2-2-4 16,-1-1 1-16,4 2-2 0,1-2-4 0,1-4 0 15,-1 1 1-15,3-1 2 0,-1-2-6 0,2-2-7 0,0-2-2 16,-1 1-6-16,1-1-1 0,0-3-8 15,-2 0 0-15,0-1-3 0,0-2 0 0,-3 0-1 16,1-2-13-16,-1 0-2 0,-1 1 3 0,2-3 1 16,-5-2 0-16,2 4 8 0,-4-5-4 0,1 1 2 15,-2-1 3-15,0 0 1 0,-2-3 1 0,-1 4 2 16,-1 0 1-16,2 0 4 0,0 2 8 0,-1 3 1 16,1-1 16-16,2 2-11 0,1 6 5 0,-4-11-1 15,4 11-4-15,-1-6-2 0,1 6 1 0,0 0-4 16,8-7 2-16,-2 5 0 0,-6 2 0 0,19 0-3 15,-6 0 6-15,5 3-5 0,-1 1 7 0,3 0 4 0,-3 0-2 16,-1 5 1-16,0-2 1 0,-5-1-4 16,2 5 2-16,0 1 1 0,-4-3 3 0,1 5 8 15,0-1-6-15,-5-2 1 0,2 3 1 0,-2-2-6 16,-1-1 2-16,-1-2 0 0,-1 2 2 0,-1-4-4 0,0-1 10 16,-1 0 11-16,0-6 8 0,0 12 5 15,0-12 0-15,-5 6 4 0,5-6 0 0,0 0 2 16,-10 4 2-16,10-4 0 0,0 0-3 0,-14-5-1 15,14 5 0-15,-9-8 0 0,8 1 0 0,1 7-8 0,-3-15-6 16,4 5-3-16,4 0-5 0,-3-2-6 0,4-4-3 16,3 1-5-16,1-3-5 0,4-3 1 0,-2 4-1 15,3 6-4-15,-1-2 1 0,3 1 1 16,-3 8-5-16,-1-2 2 0,-1 3-5 0,1 1 1 16,0 2 0-16,0 4 3 0,-2 4-4 0,1-2 1 0,-1 5 6 15,2 4-1-15,-3-4-5 0,-1 2 3 0,0 0 0 16,-4-1-2-16,0-1 1 0,-1 0 2 0,0-1 3 15,0-2-1-15,0-1-2 0,-3-3 3 0,-1-4 1 16,2 9 2-16,-2-9 1 0,3 5 2 0,-3-5 0 16,0 0-1-16,0 0-1 0,0 0-4 0,0 0 3 15,0 0-2-15,0 0-2 0,0 0 4 0,-4-30-5 16,4 30 3-16,4-17-3 0,1 6 3 16,2 0-6-16,0-2 0 0,1 3 1 0,0-1-2 0,-1 1-1 15,2 2-1-15,1 0 1 0,-1 4-1 0,-2 1-6 16,-1-1-2-16,3 4 5 0,-9 0-3 0,16 8 1 15,-10-3 1-15,1 5-1 0,0 0 1 16,-1 5 3-16,-2 0 1 0,0-2-2 0,2 3-3 16,-4 0-14-16,0 0-9 0,-1-1-23 0,-2 0-27 0,0 3-29 15,1-7-31-15,0 0-28 0,-1 0-38 0,1 0-139 16,-2-5-376-16,2-6 166 0</inkml:trace>
  <inkml:trace contextRef="#ctx0" brushRef="#br0" timeOffset="125476.62">10511 7309 7 0,'0'0'187'0,"4"-6"-21"15,-4 6-20-15,0 0-14 0,0 0-16 0,0 0-6 16,0 0-6-16,13 12-8 0,-12-5-8 0,0 2-5 16,1 2-2-16,0-1-2 0,-1 1-8 0,1 0-3 15,-2 0-9-15,0-1-4 0,1 1-7 0,-1-2-7 16,0 0 0-16,0-9-3 0,0 13 2 0,0-13 8 15,1 8 17-15,-1-8 21 0,0 0 5 0,0 0-8 16,0 0-6-16,-5 4-11 0,5-4 1 0,0 0-3 16,0 0 4-16,-10-16-12 0,10 16-3 0,-3-13-5 15,1 3-5-15,2 0-3 0,-3-1-6 0,7-2-2 16,1-2-8-16,2 1 0 0,-2-2-3 0,1 3-3 16,4-1-1-16,-3 5-5 0,2 0-2 0,-2 1-3 15,5 3 1-15,-3-1-5 0,0 4-1 0,1 1-4 16,1 2 0-16,0 1-1 0,0 5-1 0,-1 0 1 15,-1 1-1-15,0 2 3 0,-1 1 1 0,1 2-2 16,-3-1 4-16,4 1-2 0,-3 0-1 0,-2-3-1 16,-1 0 2-16,0 0 0 0,1-1-2 15,-3-3 3-15,-1-1-3 0,-1-5 4 0,4 9 2 0,-4-9 2 16,3 4 0-16,-3-4-1 0,0 0 2 0,0 0-2 16,0 0 2-16,0 0-1 0,0 0-3 0,0 0 5 15,-8-22-4-15,8 12-3 0,1-2-1 0,1 2 3 16,0-5-4-16,6-1 1 0,-3 0-2 0,5 1 2 15,-2 0 3-15,1 1-2 0,0 0 1 0,-1 5-5 16,1 0-1-16,-3 4-1 0,0 0 3 0,1 2-5 16,-1 1-4-16,-6 2 1 0,0 0 0 0,17 7-1 15,-8 1 2-15,-3 0 2 0,-2 4 1 0,1 3 0 16,-1 2-1-16,2-1 7 0,-2 4-3 0,-1-4 0 16,-3 3-5-16,0-2-15 0,0-1-13 0,0 1-24 15,-2 0-29-15,1-5-36 0,1 0-40 0,1 0-39 16,2 1-19-16,-1-3-116 0,1-2-366 0,-3-8 161 15</inkml:trace>
  <inkml:trace contextRef="#ctx0" brushRef="#br0" timeOffset="126015.98">11114 7333 44 0,'0'0'216'0,"-6"-6"-15"15,6 6-16-15,-8-6-15 0,8 6-17 16,0 0-19-16,-11 2-13 0,11-2-11 0,-9 12-10 15,2-4-11-15,2 1-5 0,2 0-12 0,0 0-3 16,3 1-8-16,-3 0-4 0,2-3-6 0,1 5-3 16,1-1-4-16,2-3-5 0,1-1-3 0,-2 2-3 0,3-4-2 15,0 3-3-15,1-4-1 0,-1 0 0 0,0-2-2 16,-5-2-1-16,11 3 0 0,-6-1-2 16,-5-2 0-16,12-2-2 0,-12 2-3 0,10-5 1 15,-5 0 0-15,-1-1-2 0,1-2 0 0,-2 3-2 16,-1-4 0-16,1-1-3 0,-2 1-1 0,3-2-1 0,-3 1-1 15,1-1 2-15,3 0-2 0,-3 2-2 16,2-2 0-16,2 2-3 0,0 0 0 0,-1 4-3 16,4-1 5-16,-2 2 1 0,2 1 1 0,-1 2 0 15,5 2-3-15,-3 2 3 0,3 1-4 0,-3 2 3 0,0 2 5 16,0-1-11-16,1 2 0 0,0 3-1 0,-3-2 2 16,-2-2 4-16,1 3-2 0,-2 0-1 0,0-3 0 15,0 1 2-15,-2-4-1 0,-3-5 5 16,2 10 9-16,-1-6 16 0,-1-4 16 0,3 6 17 15,-3-6 19-15,5 4 15 0,-5-4 9 0,0 0-10 0,0 0-11 16,0 0 12-16,0 0-15 0,0 0-6 16,5-14-5-16,-5 14-15 0,6-13-5 0,-2 2-7 0,4 2-2 15,0-6-5-15,2 2 7 0,1 0-27 16,0 1 2-16,-1-1-6 0,0 4-3 0,-1 1 4 0,-1-1-8 16,-1 3-3-16,3 1-4 0,-4 2-10 0,1 2-5 15,-7 1 3-15,11 0 1 0,-11 0-2 0,11 7 9 16,-3-1-5-16,-3 3 5 0,0-3-12 0,0 4-25 15,0 3-24-15,-2 1-25 0,-2-1-19 16,2 3-20-16,0 2-17 0,2 2-42 0,1-1-68 0,6 5-235 16,-3-6-530-16,5 4 234 0</inkml:trace>
  <inkml:trace contextRef="#ctx0" brushRef="#br0" timeOffset="126377.92">11799 7632 273 0,'2'-7'281'0,"5"-2"-6"0,0 0-9 0,-1-2-10 16,3-2-20-16,0-2-19 0,5 1-18 0,-5-1-18 16,4 0-13-16,-1-2-13 0,6-3-16 0,-2-3-12 15,3 3-10-15,-1-2-14 0,0-3-10 0,-3 2-11 16,0 3-4-16,2-3-5 0,-3 0-11 0,-5 6 5 16,1 2-13-16,-2 0-3 0,-1 5-9 0,-3 0 1 15,-1 1-9-15,0 0-4 0,-2 3-1 0,-1 6-6 16,2-11-5-16,-2 11-5 0,0 0-15 0,-7-7-8 15,7 7-10-15,0 0-10 0,0 0-6 0,-21 16-5 16,15-6-4-16,2 1-9 0,-4 4 1 0,3 1-6 16,0-2-4-16,2 0-1 0,1 1 6 0,2 2 2 15,2 1 2-15,2-2 5 0,2 0 4 0,-1 0 5 16,1 1 3-16,2-3 2 0,0 3 5 0,-4-8 3 16,3 4 4-16,-5-3-2 0,4 0 6 0,-3 0 3 15,-1-2 0-15,1-2 3 0,-3 5 0 0,0-11 0 16,-3 13-16-16,1-9-16 0,-4 2-16 0,1-2-16 15,-6 1-25-15,0 0-27 0,3 0-25 0,-2-4-23 16,4 3-151-16,-2-4-355 0,8 0 157 0</inkml:trace>
  <inkml:trace contextRef="#ctx0" brushRef="#br0" timeOffset="126678.98">12190 7422 117 0,'7'-3'147'0,"-7"3"-12"15,0 0 5-15,0 0 14 0,6 9 4 0,-6-9-10 16,2 13-4-16,-2-6 4 0,2 2-12 0,-2 1-13 16,0-1-12-16,0 1-8 0,3-1-9 0,-1-1-10 15,3-1-3-15,-2 1-12 0,-1-4-5 0,4 2-1 16,0 1-6-16,-1-4-5 0,2 0 0 0,0-2 6 16,-1 1 11-16,-6-2 4 0,21-2 7 0,-13 2 6 15,2-4-3-15,1 1-5 0,-2-4 2 0,-1 1 4 16,2 0 6-16,-5 0-4 0,3-1-10 0,-6-3-4 15,1 2-5-15,-1-3-4 0,0 2-5 0,-2 1-14 16,-4-2-4-16,1 1-8 0,1 0-5 0,-2 2-18 16,-1 0-17-16,1 1-18 0,-5 0-25 0,0 0-23 15,0 4-36-15,-1 0-37 0,0 2-44 0,10 0-37 16,-17 2-45-16,7 3-166 0,5-3-473 0,-3 0 210 16</inkml:trace>
  <inkml:trace contextRef="#ctx0" brushRef="#br0" timeOffset="127290.36">12511 7365 154 0,'4'-5'260'0,"-4"5"5"0,6-8-10 0,-6 8 2 15,2-5-10-15,-2 5-6 0,0 0-28 0,0 0-24 16,2-6-24-16,-2 6-21 0,0 0-13 0,0 0 3 16,0 0-10-16,-4 26-9 0,-2-13-6 0,4 0-7 15,-4 1-7-15,3 3-2 0,1-3-18 0,0-3 0 0,2 5-4 16,-2-4-7-16,2 0-5 0,4-1-13 15,0-1-4-15,-1-1 0 0,1 1-11 0,0-4 1 16,2 1 0-16,-2-2-4 0,1-2 13 0,1 1-15 16,-6-4-2-16,9 1-1 0,-9-1 3 0,14-2-4 0,-8-2-3 15,3 0-2-15,1-2-2 0,-2 2 10 0,-1-2 3 16,-1-3-18-16,4-1-1 0,-4 3 1 16,-1-3-8-16,-1 0 3 0,0 0-1 0,4 0-5 15,-4 1 0-15,-2-3 11 0,1 3-9 0,1 3-5 16,-4-1 2-16,2 1-5 0,-2 6 7 0,2-9-3 0,-2 9 4 15,2-5-13-15,-2 5 1 0,0 0-5 0,0 0 0 16,0 0 2-16,0 0-1 0,0 0 3 16,0 0 0-16,3 23 4 0,-3-14-2 0,0 1 3 15,0-2-2-15,0 3 3 0,2 0 3 0,-2-1 0 0,4 1 0 16,0-1 4-16,0 1 5 0,2-5-6 0,-1 3-1 16,3-3 0-16,-2-2 1 0,3-1 1 15,-1 3 1-15,-3-3 4 0,4 1 1 0,-4-2 1 16,3-2 4-16,-8 0-7 0,11 2 4 0,-11-2 1 15,12-5 0-15,-6 0-3 0,-1 1-2 0,-1-2 2 0,1 2 1 16,0-3-4-16,-1-3-11 0,0-1-8 0,-3 1-5 16,3 0-2-16,0-1-4 0,-2-1 0 0,0 0-5 15,1 4 0-15,-1-3 0 0,0 3 3 16,3 0 1-16,-4 2 1 0,-1 6-1 0,4-8 6 0,-4 8-7 16,4-7-3-16,-4 7 2 0,0 0 2 0,7-3-4 15,-7 3 7-15,0 0 0 0,8 10 5 0,-8-10 3 16,5 11-1-16,0-2 3 0,-5-1 2 0,2-1 0 15,-2-7 1-15,0 16 2 0,0-6 7 0,0-1-2 16,0 3 1-16,0-2 4 0,0-4-21 0,0 3-17 16,0-9-26-16,0 14-30 0,0-7-52 15,0-7-57-15,0 8-52 0,0-8-193 0,4 6-482 0,1-3 213 16</inkml:trace>
  <inkml:trace contextRef="#ctx0" brushRef="#br0" timeOffset="127683.75">13174 7343 51 0,'4'-7'251'0,"-4"7"-16"15,0 0-18-15,0 0-17 0,0 0-14 0,0 0-12 16,0 0-5-16,-14 15-4 0,8-5-8 0,-3 3-6 16,-2 0 1-16,-1 0-3 0,3 4-10 0,1-3-12 15,2-3-13-15,-2 2-9 0,4-1-14 0,1-1-7 16,1 0-7-16,4 0-11 0,0-1-4 0,-1 0-4 15,7-2-4-15,-4 0-7 0,6-2-1 0,-1-1-2 16,5-2-1-16,1 0-5 0,1-2 1 0,2-1 3 16,2 0-5-16,0-3-1 0,-2-1 1 0,1-2 5 15,0 0-11-15,-1-2 5 0,-2 0-4 0,-4 2-2 16,-2-3-2-16,5-2-3 0,-5-1-2 0,-3 1-6 16,-1 2 6-16,-3-3-3 0,4-2-5 0,-5 2-8 15,-2 0 5-15,-2 1-1 0,2 1-3 0,-5-2 0 16,3 5-4-16,2 7-2 0,-5-10 0 0,5 10-3 15,-6-7-2-15,6 7-8 0,-11 3 6 0,11-3 1 16,-18 13 1-16,5-3 0 0,0 1-2 0,1 1-1 16,3 0 6-16,-1 4 3 0,6-5-29 0,0 1-24 15,-1-1-21-15,3 0-32 0,2 1-28 0,2-1-48 16,3-1-70-16,1-1-68 0,1-2-160 0,2-1-515 16,2 1 229-16</inkml:trace>
  <inkml:trace contextRef="#ctx0" brushRef="#br0" timeOffset="132134.29">16048 7265 180 0,'-3'-7'208'0,"-3"0"-15"15,0-1-1-15,-3 1-11 0,0 0-5 0,0 3-15 16,-2 0-18-16,0 1-12 0,1 2-10 0,-2 2 3 15,-1 3-4-15,-6 3-6 0,-1 10 0 0,-4 2 1 16,1 3-2-16,-1 4-13 0,2 3 0 0,-2-1-6 16,-3 11-10-16,8-11-7 0,2-1-7 0,6 2-5 15,2-2-6-15,2-2-5 0,6 2-7 0,0-3-9 16,3-4-8-16,2-1-2 0,0-4-6 0,0 0-5 16,2 1-2-16,1-7-4 0,-1 2-4 0,2-3 0 15,-2-4-2-15,0 1 3 0,2-4-1 0,0 4-2 16,-2-5 1-16,-6 0 5 0,17-2-2 0,-11-2-5 15,2 1 1-15,2-3-4 0,-1 0 4 0,1-1-3 16,3-3 0-16,-5-1 1 0,6 0 1 0,-2-6-5 0,1 6 3 16,-4 3-4-16,3 0 0 0,2-1 1 15,-4 1-1-15,2 1-4 0,-3 1 3 0,-2 3-5 16,2-1 0-16,-1 4-4 0,0 0 2 0,-8 0-3 16,15 7 3-16,-10-5-2 0,0 3 4 0,3 3-3 15,-3 2 3-15,-1 0 1 0,-2 1-7 0,1 0-5 16,-2-1-7-16,0 1-14 0,1-1-18 0,-1-1-19 15,-2 1-34-15,1-1-37 0,1-3-29 0,-1-6-26 16,1 13-25-16,-1-9-134 0,0-4-390 0,1 9 173 16</inkml:trace>
  <inkml:trace contextRef="#ctx0" brushRef="#br0" timeOffset="132929.87">16303 7535 138 0,'1'-8'225'15,"-1"8"-3"-15,0-11-5 0,0 11-14 0,-2-9-23 0,2 9-17 16,0 0-19-16,-8-2-15 0,8 2-13 16,0 0-6-16,-19 13-9 0,11-6-5 0,0 3-7 15,2-1-5-15,-3 4-12 0,4-2-5 0,1 4-7 16,1-2-3-16,1-2-8 0,1 0-3 0,1 0-3 0,0-2-2 16,2-1-5-16,1 0-2 0,1-5-2 0,-1 4-5 15,4-3-1-15,-2 0 0 0,0-1-4 16,-5-3-4-16,10 2 1 0,-10-2 0 0,12-2-4 15,-12 2 2-15,6-6 6 0,-1 1-1 0,-1-2 6 16,0 3-2-16,1-5 3 0,1 0 3 0,-3-1-5 0,-1 0-1 16,1 1-9-16,-3 0 3 0,0 2 4 0,0 7 7 15,0-12 1-15,3 7-5 0,-3 5-6 16,1-8-6-16,-1 8-5 0,0 0-2 0,2-5-4 16,-2 5 1-16,0 0-5 0,0 0 3 0,0 0 2 0,0 0-5 15,0 23 0-15,2-16 5 0,-1 3-4 0,2 2 1 16,-1-2-4-16,1 0 3 0,3 0-1 0,-1 2 2 15,2-6 2-15,2 3-2 0,3-1 0 16,0-2 6-16,6-2-2 0,0 1-6 0,1-4 2 0,4 1-1 16,-5-4-1-16,3-1-4 0,0 0 5 0,-3-3 0 15,1-2 0-15,-2-2-3 0,-1 0 4 0,-2-3-2 16,-1-2 1-16,-2 2 0 0,0-3 2 0,-1-1 2 16,-1-5-5-16,-3 3 2 0,2-6 5 0,-1-1 3 15,-4 2 2-15,0-2 2 0,-3-1-6 0,0 3 12 16,0-1 2-16,0 1 5 0,-2 6 0 0,1 1 0 15,-2 1-3-15,2 6 4 0,0-1 8 0,0 4-9 16,1 7 0-16,0-11-7 0,0 11-8 0,0 0-5 16,-2-8-1-16,2 8-3 0,0 0 2 15,0 0-3-15,-11 38-2 0,7-13 11 0,-1 4-6 0,0 1-2 16,0 1 0-16,-2-1-1 0,5 0 0 0,-1-3 0 16,1 1 1-16,2 0-2 0,2-2-2 0,1 1 8 15,2-8-6-15,0-1-1 0,0-3 0 0,2 0-1 16,-1-3 3-16,3-2 1 0,0-1 4 0,0-2 0 15,1 0-4-15,4-2 6 0,-1-1-7 0,5-4 11 16,-5 0-6-16,3-3 4 0,1-2-3 0,-1-3-4 16,5 1 9-16,-5-5-11 0,5-5 3 0,-8 4-3 15,1-2 2-15,4-5 4 0,-2-1-6 0,0 0-2 16,-6 5 7-16,-1 1-8 0,-2-1 0 0,-3 5 1 16,0-2 4-16,-1 3 1 0,-2 0 10 0,-1 2-7 15,0 8 0-15,-3-11 1 0,3 11-6 0,-5-7-6 16,5 7 0-16,-13 4 2 0,13-4-6 0,-15 11 6 15,5-4-5-15,0 6 2 0,0-3-5 0,0 2 3 16,4 3 6-16,0 1-5 0,3-6-4 0,3 2-16 16,0 1-12-16,3-1-10 0,2-1-13 0,0-1-16 15,5 2-20-15,2-2-22 0,-1-5-41 0,7 0-53 16,-1-1-66-16,-3 0-196 0,2-5-512 0,-2 2 226 16</inkml:trace>
  <inkml:trace contextRef="#ctx0" brushRef="#br0" timeOffset="133104.96">16703 7482 2065 0,'-31'-5'202'0,"11"2"-71"0,-2-1-47 0,5 1-43 16,4 1 2-16,2 1 3 0,3-2 0 0,2 2-2 16,6 1-12-16,0 0-1 0,-5-6-1 0,5 6-18 15,23-8-11-15,5 3-44 0,8-3-53 0,19-5-80 16,-2 2-240-16,6-5-450 0,-5 3 199 0</inkml:trace>
  <inkml:trace contextRef="#ctx0" brushRef="#br0" timeOffset="135384.79">19617 7428 113 0,'0'0'192'0,"-2"-13"-2"0,4 7-7 0,-2 6 0 16,-3-9 0-16,3 9-5 0,0 0 16 0,-3-13-12 16,3 13-9-16,0 0-19 0,-2-7-15 0,2 7-19 15,0 0-15-15,0 0-15 0,0 0-9 16,0 0-7-16,0 0-9 0,0 0-5 0,-10 24-5 16,5-8-3-16,-1 2-6 0,0 1-8 0,0 6 1 0,-4 3 0 15,2 0-8-15,-1-1-3 0,4 3 2 0,-4-3-4 16,1 1 0-16,6-4-5 0,-2-5-23 0,2-1-25 15,0 0-28-15,1 0-33 0,-1-2-28 16,1 0-37-16,1-5-35 0,-1-1-36 0,1 0-150 0,-3-4-403 16,3-6 179-16</inkml:trace>
  <inkml:trace contextRef="#ctx0" brushRef="#br0" timeOffset="135674">19499 7433 41 0,'5'-8'137'0,"4"2"-1"0,1 2-8 16,3 0 1-16,1 0-10 0,3 6 2 0,4 2-9 15,6 0 0-15,1 7-2 0,-1 2-11 0,-1 0-3 16,-3 5-9-16,1-1-5 0,-2 4-6 0,-3 0-7 16,-1 1-3-16,-3 2-7 0,1 0-6 0,-6-1-3 15,-3-5-5-15,0 5-4 0,-2-4-3 0,-5 0 0 16,-1 0 5-16,-2-3 7 0,-3 0-8 0,-3 1 0 15,-3-2-2-15,-4-2-2 0,-6 2-2 0,-4-2-4 16,-2-2-3-16,-1-3-4 0,-3-2-3 0,1-2-7 16,1-2-10-16,-1-2-8 0,3-1-21 0,0-1-18 15,6-1-28-15,3-3-30 0,1 2-37 0,8-1-36 0,-4 0-146 16,2-3-347-16,4 2 154 0</inkml:trace>
  <inkml:trace contextRef="#ctx0" brushRef="#br0" timeOffset="136505.74">19934 7672 149 0,'6'1'163'0,"3"0"-10"16,1 2-5-16,-3-2-11 0,1 3-11 0,-3-2-11 0,2 2-8 16,-2 1-6-16,0-2-12 0,-1 4-9 0,-4-7-7 15,9 8-5-15,-7-3-6 0,1 3 0 0,-3-8-6 16,0 11 0-16,0-11-4 0,-3 11 2 15,3-11-4-15,-3 8 0 0,0-3 0 0,3-5-2 16,-7 5-3-16,7-5-4 0,-6 5-3 0,6-5-4 0,0 0-2 16,0 0-3-16,-6 2-3 0,6-2-9 0,0 0-7 15,0 0-9-15,0 0-2 0,0 0-10 0,0 0 0 16,23-22 2-16,-8 13-1 0,3 0 2 16,1 0-5-16,7-4-2 0,-2 0 1 0,2 3 6 15,-7 1-4-15,0-3-2 0,0 4 7 0,-3-2-3 0,0 1 5 16,1 2 0-16,-3 1 9 0,-4-1 4 0,0 1 8 15,-1 3 5-15,-4-1 7 0,2 0 8 16,-7 4 0-16,6-4 6 0,-6 4-1 0,4-5 2 0,-4 5-6 16,0 0-9-16,0 0-1 0,0 0-1 15,0 0-4-15,0 0 1 0,0 0-3 0,-24 19-4 16,14-10 4-16,-1 6-1 0,1-1-3 0,-3 1-1 0,4-1 0 16,3 0-4-16,-3-3-1 0,3 4 0 0,2-5-2 15,0 2-2-15,3-3 1 0,2 1 0 0,0-2-2 16,0-1 1-16,3-2 0 0,-1 0 0 0,-3-5 2 15,11 8-2-15,-4-7 0 0,3-1 1 0,1-1-1 16,4-3 2-16,-3 0-2 0,1 0 2 0,-1-3-1 16,-1-1 2-16,3-1 1 0,0 0 4 0,-4 0 0 15,-1-4 4-15,2 0 1 0,0 1 5 0,-5 0 0 16,2-3-1-16,-4 5-1 0,2 0-2 0,-3-5 6 16,1 8 10-16,0-2-2 0,-3 1-2 15,0 3-4-15,-1 5 1 0,3-10-6 0,-3 10-3 0,4-8-7 16,-4 8-7-16,0 0-3 0,0 0 3 0,0 0-3 15,0 0-3-15,0 0 0 0,0 0 0 0,-11 27 1 16,10-16 0-16,0-2-1 0,-1 4 3 0,1-1-3 16,1-1 0-16,1 1 2 0,2 1-1 0,0-3-1 15,0 3-6-15,4-6-6 0,-2 2-9 0,1 2 1 16,1-3-2-16,-1-2-2 0,4 1-3 0,-2-3-4 16,1-1-4-16,0 0 3 0,2-2 3 0,-3 0-3 15,2-2 2-15,-2-1 5 0,-8 2 3 0,18-6 1 16,-9 0 5-16,0-1-2 0,-2 0 4 0,2 0 1 15,-1-1 2-15,0-3 4 0,-2-1 1 0,-1 2 7 16,0-3 13-16,1 3 6 0,-3-2 3 0,1 1 7 16,-1 2 2-16,-1-3 6 0,1 5 4 0,-2 0 10 15,2 1-8-15,-3 6-4 0,2-9-5 0,-2 9-6 0,1-8 0 16,-1 8-15-16,0 0 0 0,0 0 1 16,0 0-6-16,0 0-1 0,0 0 4 0,0 0-5 15,-5 30 1-15,4-19 4 0,0 2-6 0,-1-3 1 16,2 3-1-16,-1-1 0 0,1 1-12 0,0-4-22 0,1 3-22 15,2-3-36-15,-2 3-51 0,2-1-49 0,1-2-45 16,0 0-218-16,-2-3-486 0,2 0 215 0</inkml:trace>
  <inkml:trace contextRef="#ctx0" brushRef="#br0" timeOffset="136666.84">20648 7427 11 0,'0'-10'93'0,"0"10"-32"0,0 0-29 0,0 0-10 15,0 0-29-15,0 0-29 0,14 31-38 16,-11-15 17-16</inkml:trace>
  <inkml:trace contextRef="#ctx0" brushRef="#br0" timeOffset="136887.57">20799 7764 127 0,'0'0'270'0,"0"0"-9"0,10-11-18 16,-6 5-13-16,1-3-18 0,0 0-12 0,1-2-12 0,2 2-11 15,1-4-12-15,0-1-8 0,2 0-16 0,0 0-15 16,0 2-10-16,-1 3-8 0,2-2-9 0,-3 3-8 16,1 4-12-16,-2 0-13 0,-2 1-8 0,2 3-3 15,-8 0-10-15,14 3-2 0,-8 2-10 16,-1 0 2-16,2 7-4 0,-1-2-2 0,-3 2-9 0,-1 3-12 15,1 3-29-15,-2-1-24 0,-2 1-49 0,-1-3-59 16,2 3-61-16,0-2-64 0,-1-4-157 0,2-1-471 16,1 1 208-16</inkml:trace>
  <inkml:trace contextRef="#ctx0" brushRef="#br0" timeOffset="137365.07">23199 7461 128 0,'-4'-6'222'0,"-1"0"-4"0,0 2 2 0,-4-2-7 16,-1 2-16-16,1 0-12 0,1 1-18 0,-3 0-17 16,-1 6-10-16,0 1-10 0,-4 3-5 0,-1 2-10 15,3 4-5-15,-7 4-5 0,2 4-10 0,4-5-10 16,2 7-4-16,3-6-10 0,4 2-3 0,-1-1-7 16,6 2-5-16,0-1-9 0,2 0-7 0,2-1 2 15,3-2-2-15,4-1-6 0,3-3-22 0,4 2-27 16,7-1-30-16,3-2-34 0,4-2-44 0,1-4-52 15,3-1-43-15,2-2-199 0,-5-3-452 0,0-2 200 16</inkml:trace>
  <inkml:trace contextRef="#ctx0" brushRef="#br0" timeOffset="137831.81">23701 7479 115 0,'4'-6'256'15,"-3"0"3"-15,-1 6-7 0,0-10-10 0,0 10-14 16,0-10-18-16,0 10-16 0,-1-9-14 0,1 9-18 0,-4-7-16 16,4 7-14-16,-8-7-17 0,8 7-7 15,-14-1-13-15,4 1-8 0,-1 4-16 0,-1 0-9 16,-1 2-6-16,-2 1-4 0,6 1-7 0,-2 0-4 16,2 0-4-16,0 2-5 0,1 0-4 0,3 1-7 15,1-1 4-15,1-1-7 0,2 2 3 0,1-2-7 0,1 1-1 16,3-1-1-16,3-1 1 0,-1 0-2 15,2-2-6-15,-1 2-5 0,-1-3 2 0,0-1-4 16,0 1 0-16,-2-3 1 0,-4-2-1 0,9 7 3 0,-6-5-2 16,-3-2 5-16,5 3-2 0,-5-3 0 0,0 0 7 15,0 0 2-15,7 5 2 0,-7-5-3 16,0 0-1-16,0 0 0 0,0 0-1 0,0 0-2 16,0 0-4-16,0 0 6 0,-24 5-3 0,14 2 7 0,1-1 0 15,-5 5-1-15,0-3 14 0,1 3-11 0,0 2 1 16,3-6-4-16,2 4-2 0,1-4 1 0,-2 3-2 15,5 1 1-15,0 0 0 0,3 0-3 0,2-2 4 16,2 2-1-16,3-1 5 0,3-1-6 0,5 2 1 16,5-4-1-16,7 3 2 0,2-5 1 0,6-1 0 15,1 2-4-15,-3-5-5 0,-2 0-12 0,0-1-19 16,-9-1-21-16,-1 1-11 0,-1 0-16 0,-1 0-16 16,-4 0-24-16,-1-4-36 0,-4 3-43 15,2-1-31-15,-2-1-221 0,-4 0-486 0,-5 3 215 0</inkml:trace>
  <inkml:trace contextRef="#ctx0" brushRef="#br0" timeOffset="140910.51">9707 8743 40 0,'-5'-10'195'0,"0"0"-4"15,0 0 1-15,-3 0-8 0,1 0-10 0,0 0-13 16,-1 2-14-16,-2 1-14 0,0 0-10 0,1 4-11 16,-4-1-16-16,2 1-6 0,-1 3-11 0,-2 3-7 15,0 1 2-15,-2 3-9 0,-9 7 0 0,10-1-7 16,-5 8-3-16,2 1 9 0,1 1-4 0,2 1-1 16,1-1-9-16,7-4 0 0,-2 4-5 0,0 1-3 0,6-6-4 15,1 1-4-15,4-2 2 0,1 0-5 16,4 1-3-16,-1-3-1 0,3 2-2 0,3-4-7 15,2 0-16-15,1-2-22 0,2-1-9 0,2-3-17 16,0 1-24-16,0-4-9 0,2-2-16 0,-1-1-9 16,-1-2-8-16,0 0-4 0,0-1 3 0,2-3-5 15,-4-1 7-15,0-1 13 0,-1-3 5 0,0 0 11 16,-1 0 10-16,0-2 11 0,-4-3 19 0,3 1-4 16,-3 0 15-16,-1-3 20 0,0 0 0 0,-1 0 15 15,-1 0 14-15,-1 0 11 0,0 2 5 0,-4 3 9 16,0 1 19-16,0 2 13 0,-1 1 10 0,-1 3 0 0,-1 5-3 15,4-9-7-15,-4 9-11 0,2-7-5 16,-2 7-4-16,0 0-1 0,0 0 3 0,0 0 4 16,0 0 1-16,-8 31-5 0,5-16-1 0,-3 1-3 15,0 1-3-15,2 2-6 0,0-4-1 0,1 2-8 0,2 1-5 16,2-3-1-16,1-2-1 0,-1-1-1 0,4-1-1 16,1 0-2-16,-1-1-3 0,3-1-1 0,1-2-2 15,1-1-2-15,-1-2-2 0,3-1-2 16,0 0-5-16,0-2-9 0,-3-2-5 0,2-1-1 15,0 0-3-15,-3 0 0 0,0-2-2 0,0-3-4 0,0 0 5 16,-3-1-4-16,1-2 4 0,1-1-2 0,-4 1 0 16,0-1 1-16,-2-2 0 0,1 0-1 0,-1-1-2 15,-2-2 5-15,-1 1-1 0,1-1 3 0,-4 0-1 16,1 2 2-16,0 3 0 0,3 0 2 0,-2 1-1 16,0 1 2-16,1 2 5 0,2 7 7 0,-2-13 0 15,2 13-7-15,-2-7-2 0,2 7-1 0,7-8-1 16,-7 8 2-16,10-2-3 0,-10 2 3 0,18 2-2 15,-5 2 1-15,-1 0 1 0,0 3-5 16,5-1 5-16,-3 5 1 0,1-1-2 0,-6-1-1 0,5 4 0 16,-1-1 7-16,-3 1-4 0,0 1-1 0,-3-5 2 15,-1 1 0-15,-1-2-1 0,0 2-1 16,0-3 1-16,-2 0 5 0,-2-2 7 0,-1-5 7 16,3 8 4-16,-3-8 3 0,0 0-2 0,-7 9-1 0,7-9 0 15,-8 2 0-15,8-2 2 0,0 0 2 0,-16-6 3 16,16 6-4-16,-11-8 3 0,7 2 0 0,3-1 2 15,-2-2-5-15,4-1-5 0,-1 0-6 0,4-1-2 16,2-5-2-16,1 4 0 0,0-1-5 0,4 0-2 16,1 0-1-16,-1 1-5 0,-1 5 3 0,1 0-5 15,0 1 4-15,1 4-2 0,0 1-3 0,0 2 1 16,0 4-3-16,-3-1 0 0,1 5 3 0,1-1 1 16,-2 2-1-16,1 3 2 0,0 1 1 15,-2 2 1-15,-2-2-2 0,-2-3 2 0,0 1 2 0,2 3-1 16,-3-6 9-16,-1 2-12 0,-1-5 2 0,1 0 2 15,0 1 2-15,-2-7-1 0,3 7 3 0,-3-7 4 16,1 6-2-16,-1-6 2 0,0 0-2 0,0 0 3 16,0 0 0-16,0 0-1 0,0 0-3 15,0 0 1-15,1-25-2 0,5 18-2 0,-3-5 0 0,5 0-5 16,-2 0 2-16,3-5-1 0,-1 6-1 0,0 1-1 16,-1-1 2-16,0 2-2 0,1 0-3 0,0 2 2 15,-1 3-3-15,-1 1 0 0,-1 1-3 0,-5 2-3 16,14 2-1-16,-14-2 4 0,12 10 1 0,-7-1 0 15,0-1 1-15,0 4 2 0,0-1 1 0,-2 1 3 16,1 4-7-16,-2 0-21 0,0 0-32 0,-1-3-34 16,0 0-29-16,-1 2-37 0,1-5-35 0,1 1-23 15,-4 0-137-15,1-3-386 0,1-8 171 0</inkml:trace>
  <inkml:trace contextRef="#ctx0" brushRef="#br0" timeOffset="141461.03">10681 8900 44 0,'3'-9'176'16,"-3"9"-19"-16,0 0-18 0,0 0-8 0,0 0-1 15,0 0 2-15,0 0-9 0,2 22-9 0,-1-15-9 16,-2 2 0-16,2 4-2 0,-1-3-3 0,-1 1-11 16,1 0-5-16,0-2-7 0,0 1-8 0,0-2-6 15,0-8-5-15,-1 13-5 0,1-13-3 0,-1 9 5 16,1-9 12-16,1 8 14 0,-1-8 12 0,0 0 9 15,0 0-10-15,0 0-8 0,0 0-7 0,0 0-1 16,0 0-11-16,0 0-3 0,0 0-5 0,-10-21-4 16,10 21-8-16,1-14-3 0,0 3-7 0,2 0 0 15,-1-2-6-15,5-3 0 0,0 0-8 0,4 2 2 0,-1 0-10 16,-1 0-2-16,3 2-1 0,-2 4 0 16,-1 1-5-16,-1 1-3 0,0 3 0 0,0 1-4 15,-1 2-1-15,5 1 3 0,-3 3-3 0,1 0 4 16,-1 3-6-16,-1 0 6 0,-1 3-5 0,0-1 2 0,0 3 0 15,-2-2-3-15,1 0 4 0,0 2-1 16,-2-5 4-16,0 5 1 0,-2-5-3 0,0 1 3 16,1-3-1-16,-3-5 4 0,5 9-1 0,-5-4 1 15,0-5 4-15,4 5 1 0,-4-5 0 0,0 0 0 16,0 0-4-16,0 0 2 0,0 0-6 0,0 0 1 0,5-15 0 16,-3 5 0-16,0 0-2 0,1 2-2 0,2-1 3 15,3-1 0-15,-3-1-1 0,2 1-2 0,1 1 1 16,6-3-1-16,-5 2-3 0,-1 4 0 15,1 0-2-15,0 2 2 0,-3-1-5 0,2 2 3 0,-8 3-3 16,15 3-3-16,-9-3 3 0,0 5 3 0,0-1-1 16,1 2-2-16,-1 2 1 0,-1 1 5 0,0 1 2 15,-1 0-3-15,-3 2 1 0,3 1 1 0,-2 2-20 16,1 0-15-16,-8 2-24 0,4-5-28 16,1 0-34-16,1 0-54 0,4 1-41 0,-4-3-44 0,2 0-138 15,-3-10-433-15,9 12 191 0</inkml:trace>
  <inkml:trace contextRef="#ctx0" brushRef="#br0" timeOffset="142020.01">11219 8891 174 0,'-4'-7'175'0,"4"7"-18"0,0 0 0 15,0 0-6-15,0 0-7 0,0 0-10 16,-4 26-10-16,6-16 0 0,-1-1-12 0,2 1-8 0,-1 1-4 15,1 0-12-15,2 1-5 0,0-3-8 0,1 1-4 16,0-1-11-16,0 0-1 0,3 0-8 0,-2-2-2 16,1 2-3-16,2-4-5 0,-2-2-5 15,2 1 0-15,-3 0-4 0,0-3-2 0,1-1-1 16,-8 0-5-16,12-2-3 0,-6-2 0 0,-6 4-4 0,10-10 0 16,-6 5 1-16,-2 0-1 0,1-3-4 0,0-1 0 15,-2-3-3-15,-1 3 1 0,2-1-2 0,-3 0-1 16,1 0-3-16,0-1 4 0,0 0-3 0,-1 1-1 15,0-1 2-15,-1 2-4 0,2 9-2 16,-1-13 2-16,1 13-4 0,1-9-2 0,-1 9 0 0,2-7 4 16,-2 7-3-16,0 0-4 0,0 0 2 0,0 0 0 15,15 5-1-15,-15-5 1 0,9 9 2 0,-4-1 4 16,1-1-6-16,-1 0-1 0,2 0 5 0,-5 0-3 16,1-1 7-16,1 0-5 0,-2 1-1 0,2-2 2 15,-4-5 1-15,3 9-1 0,-3-9 2 0,2 7 12 16,-2-7 8-16,0 0 12 0,4 6 10 0,-4-6 5 15,0 0-3-15,0 0-10 0,0 0 0 0,0 0-5 16,0 0 0-16,0 0-2 0,14-12-1 0,-5 6-1 16,0-3-4-16,5 0 1 0,3-1 3 0,-2-1-10 15,-1 1 4-15,3 3-2 0,-2-2-1 0,2 2 5 16,-6 2 2-16,3 0-3 0,-2 3-4 0,-1-2 8 16,2 4-10-16,-1 0-6 0,-1 0 1 0,2 1-5 15,-8 2 0-15,6 0 0 0,-4 2 2 0,0 1-2 16,-1 1-3-16,-2 2 1 0,2 0 5 0,-2 3-4 15,-4-3-5-15,0 2-16 0,2-2-27 0,-4 3-28 16,-1 0-40-16,-1 0-30 0,4-12-55 0,3 23-51 16,-2-12-186-16,4-3-469 0,0 3 208 0</inkml:trace>
  <inkml:trace contextRef="#ctx0" brushRef="#br0" timeOffset="142741.57">12174 8882 233 0,'-3'-9'257'0,"-1"1"-4"0,0-2-11 0,-1 6-11 15,1 0-13-15,4 4-21 0,-11-8-15 0,6 6-18 16,5 2-14-16,0 0-12 0,-20 8-7 0,11-3-10 16,0 5-8-16,-2 3-15 0,-1-1-8 0,3 3-9 15,1-1-9-15,-1 0-6 0,4 2-6 0,2-4-4 16,0 5-5-16,1-5-7 0,2-1-3 15,2-1-4-15,1 1-7 0,0-2-3 0,1 0-4 0,1-4-1 16,4 0-2-16,0-1-5 0,-4-2-2 0,3-1 0 16,4-1-1-16,-3-1-8 0,2-1-2 0,0-2 10 15,0-1-2-15,1-2-11 0,-6-3 1 0,5-2-2 16,-2-2-4-16,-1 2 5 0,0-4 4 0,-3 2-4 16,-1-2-4-16,-2-3 3 0,1 0-1 0,-1-8 1 15,-2 0 0-15,0 2 3 0,0-4-1 0,0 3 2 16,2-2 2-16,-2 2 1 0,3-4 12 0,-5 5-3 15,4-1 5-15,0 5 18 0,-2 2-5 0,0 4 17 16,0 3-11-16,0 1 5 0,0 2 0 0,0-1 2 16,2 3-9-16,-2 7-6 0,0 0 1 0,0-11-12 15,0 11-3-15,0 0 6 0,0 0-6 0,0 0-1 16,1 39 10-16,-1-11 9 0,1 1-5 0,-3 1 10 16,0 4-11-16,2-2 8 0,-2 4-5 0,-1-4 1 15,3 0-2-15,-2-2-10 0,2-2 5 0,3-3-6 16,-3-6 6-16,2 6 2 0,0-9-13 0,3 3 10 15,-1-8-7-15,3 1-5 0,-1-2 1 0,2 0 2 0,0-3 15 16,-1 1-21-16,-1-2 2 0,6-3-4 0,-3 0 9 16,1-2-8-16,2-2 4 0,-1 0-10 15,-2-3-6-15,3 1-16 0,-2-2-4 0,1-2 13 16,-1 0-22-16,-1-2-4 0,0 1-5 0,0-2 3 0,2-4-4 16,-2 1-11-16,-2-2 8 0,-2 5 2 15,1 0-1-15,-4-2 8 0,-1 2 3 0,0-2 1 16,-1 2 4-16,3 0 0 0,-3 2 9 0,0 8 0 15,0-13 3-15,0 8 0 0,0 5 4 0,0-9-5 16,0 9 3-16,4-7-4 0,-4 7 2 0,10-7 1 0,-4 7 3 16,-6 0-1-16,9-3 4 0,-9 3-7 15,14 3 4-15,-9 0 4 0,3 0-3 0,-4 2 1 16,5 1 1-16,-4 2 3 0,2 0-2 0,-3 2 4 16,0 0 2-16,-1 0 3 0,1 1-3 0,-4-1 4 15,2 0 3-15,-2 1-10 0,2-1-26 0,-2-1-32 16,0 1-36-16,0 1-41 0,0-11-58 0,-2 13-45 0,4-6-46 15,-2-7-152-15,0 0-478 0,6 16 212 16</inkml:trace>
  <inkml:trace contextRef="#ctx0" brushRef="#br0" timeOffset="143661.87">12780 8858 11 0,'-2'-13'243'0,"-2"7"1"16,4 6-9-16,-7-7-13 0,7 7-17 15,-9-4-15-15,9 4-13 0,-11 3-6 0,11-3-12 0,-16 10-12 16,9-3-11-16,-1 3-5 0,1-1-14 0,-3 3 1 16,4 0-11-16,-1-2-12 0,3 2-9 0,-1-3-8 15,3 2-10-15,-1-2-6 0,3 1-4 16,0-1-4-16,4-1-5 0,-2-3-3 0,2 1-3 0,2-1-2 16,-1-3-4-16,-5-2-6 0,14 3-2 0,-8-3-2 15,-6 0-1-15,16-2 2 0,-9 0-5 0,-7 2 1 16,13-6 0-16,-9 1-8 0,1 1 1 0,1-4-2 15,0 3-4-15,-2-6 3 0,0 3-6 16,-2-3 0-16,1 2 0 0,-1-1-6 0,0 2 2 0,-2-1 10 16,2 3-7-16,-2 6 0 0,2-11-10 0,-2 11 2 15,1-7-7-15,-1 7 1 0,0 0-3 0,0 0-1 16,0 0 4-16,0 0-3 0,0 0 0 0,0 0 1 16,0 0-1-16,0 0 5 0,2 28 0 0,-4-21-3 15,4 0 2-15,1 3 5 0,-1-4-5 0,0 3 6 16,3-2 0-16,-1 0-2 0,0-2 11 0,3 1 9 15,3-2 12-15,0 1 10 0,1-3 9 0,3 1 6 16,-1-3 8-16,1 0-17 0,3-3-2 0,-2 0 4 16,-2 0 3-16,1-1 3 0,-4 1-4 0,2-3-4 15,1 0-1-15,-4-1-3 0,0 0 2 0,0 0-6 16,-4-2-6-16,3-1 2 0,-3 3-5 0,-1-2 0 16,-1 0-2-16,-1 1-8 0,1 2 10 0,-1-3-14 15,0 2 4-15,-2 7-4 0,0-9-7 0,0 9 1 16,2-9-14-16,-2 9 5 0,0 0 13 0,0-5-17 15,0 5 2-15,0 0-4 0,0 0 1 0,0 0-3 16,0 0 3-16,-12 22 1 0,8-14 3 0,0 2-1 16,-1-1 1-16,3-1-11 0,0 1 13 0,-2 0-10 15,4-2 9-15,0 3 0 0,0-10-5 0,0 13 2 16,2-7 4-16,0 0 5 0,2 0-2 0,5-1-1 16,-5 0 0-16,4-3-1 0,1 2 1 0,-1-3 3 15,6-2-1-15,-5-1 1 0,4 1 6 0,1-2-8 16,-1 0-2-16,-1-1 2 0,-3 0-2 0,2-1-1 15,-2-1 3-15,-2 0 1 0,2 0-3 0,-1-1-3 16,-3 1-3-16,4-2 4 0,-4 2-1 0,-1-1 1 16,0-1 13-16,-1 1-8 0,-1 1 2 0,3 1-11 15,-5 5 9-15,4-12-4 0,-4 12 2 0,2-6-3 16,-2 6-2-16,0 0-2 0,3-6 1 0,-3 6 6 16,0 0-9-16,0 0 5 0,0 0 5 0,0 0-11 15,0 0 2-15,0 0-3 0,0 0 3 0,0 0-4 16,0 0 4-16,-12 18 4 0,12-18 4 0,-5 8-7 15,5-8-4-15,-2 9 4 0,-2-4-11 0,4-5 20 0,0 0-12 16,-2 7 7-16,2-7-3 0,0 0-2 0,0 0 13 16,0 0-8-16,2 10-2 0,-2-10 10 15,0 0 0-15,7 4-9 0,-7-4 2 0,11 2 1 16,-11-2 7-16,7 0-9 0,-7 0 0 0,11 2 2 16,-5-1-2-16,-6-1-6 0,14 0 8 0,-9 2-3 0,3 0-4 15,-3 0 4-15,-5-2 1 0,9 7-6 0,-4-4 6 16,-1 0-2-16,-2 4-4 0,2-3 3 15,-4-4 1-15,3 12 1 0,-1-5-3 0,-2-7 4 16,-2 13-2-16,4-7-20 0,-2-6-18 0,0 11-26 16,0-11-20-16,-2 11-31 0,2-11-35 0,-2 8-53 15,2-8-72-15,-5 8-320 0,5-8-646 0,0 0 286 0</inkml:trace>
  <inkml:trace contextRef="#ctx0" brushRef="#br0" timeOffset="143836.07">13109 8695 176 0,'-8'-5'211'0,"8"5"-21"16,-4-5-37-16,4 5-46 0,0 0-44 0,0 0-68 15,0 0-145-15,0 0-161 0,0 0 71 0</inkml:trace>
  <inkml:trace contextRef="#ctx0" brushRef="#br0" timeOffset="146025.74">16355 9054 141 0,'-8'-8'147'0,"-2"2"-10"0,3 1-11 16,-4 1-9-16,0-1-8 0,-2 5-3 0,0 2-1 16,-3 3-11-16,0 1 3 0,-3 5 10 0,-4 6-4 15,0-1-9-15,0 11-8 0,0-5 3 0,1 4-8 16,1 2-6-16,0-1-6 0,3-1-2 0,4 0-4 16,4-3-7-16,2-4-4 0,7 0-5 0,1-2-8 15,4-1-1-15,6-1 0 0,0-1-7 0,4-2-1 16,-1-2-1-16,3-2-3 0,1 0 0 0,1-5-7 15,-5 0 3-15,7-2-5 0,-7-1 1 0,3-2-3 16,0 0 0-16,-2-1-1 0,-2 0 0 0,-2-2-3 16,0-3 2-16,1 1 2 0,-4 0-2 0,0-1-4 15,0-1-1-15,0 1-3 0,-2-2 2 0,0 3-4 0,0-1 2 16,-1 2 1-16,-2 1-1 0,-2 5-3 16,5-9 1-16,-5 9-5 0,4-5-3 0,-4 5 0 15,0 0-1-15,0 0 1 0,0 0 3 0,11 10-4 16,-11-10 5-16,0 18-3 0,0-2 2 0,-2 1 2 0,0 4-2 15,-2 2 1-15,-1 0 1 0,0 2-14 0,1-6-13 16,-1-1-23-16,2 0-31 0,1 0-36 0,0-1-23 16,2-1-32-16,0-3-165 0,-1-2-366 15,2-1 162-15</inkml:trace>
  <inkml:trace contextRef="#ctx0" brushRef="#br0" timeOffset="146831.34">16607 9287 117 0,'-1'-9'208'0,"1"9"-16"0,-7-9-14 15,7 9-11-15,-6-5-13 0,6 5-3 16,0 0-12-16,-19 10-10 0,10-2-8 0,0 2-16 0,1 1-7 16,0-1-11-16,2 5-6 0,1-1-11 0,1-2-5 15,3-1-5-15,-2 0-6 0,3 1-7 0,4-1-1 16,-1-1-7-16,0-2-3 0,3 1-4 0,0-2 2 15,-1-1-5-15,1-3-1 0,2 1-3 0,-1-3-3 16,-7-1 0-16,14-1-2 0,-14 1 0 0,12-7-3 16,-5 3-3-16,-1-5 0 0,3 2 0 0,-4-2-1 15,0 0-2-15,-1-1 3 0,0 1-3 0,0-2 4 16,0 1 8-16,-2 0 1 0,1 1-3 0,-2 2 0 16,0 0 1-16,-1 7 0 0,3-10-1 0,-3 10-4 15,1-7-5-15,-1 7-3 0,0 0-3 0,0 0 0 16,0 0-1-16,0 0 0 0,0 0-7 0,0 0 7 15,-6 24 0-15,2-14 1 0,1 0-3 0,2 2 2 16,0-1-4-16,2 1 1 0,-1 1-2 0,3-3 7 16,2 1-6-16,-1 0 1 0,1-3 0 0,-1 0 4 15,3 1 4-15,1-4-8 0,2 2 0 0,-1-5 2 16,1-1-2-16,3-1 1 0,-3-1-2 0,4-2 4 16,-2-3-2-16,2-3 2 0,1 0-1 0,-2-2 0 15,0-3 1-15,-3 1-1 0,-1-3 3 0,1-1-5 16,-1 0 3-16,-2-2-2 0,3-5 2 0,-3 1-2 15,1-2 4-15,-3 1 2 0,2-2 0 0,-1-1 4 16,0 3 3-16,-3 5 3 0,1 0-4 0,-3 0 0 16,-1 2-1-16,1 1-2 0,2 4 5 0,-2 2 16 15,-1 4-15-15,2-1-3 0,-2 7-6 0,1-9-5 16,-1 9-3-16,0 0 1 0,0 0-1 0,0 0 4 16,0 0-5-16,-9 27 1 0,4-9 0 0,1 11-2 15,-1 1 3-15,-2 4 0 0,5-2 1 0,-1-2 3 16,3 0-2-16,-1-3-6 0,2 2 0 0,6-2 2 15,-1-2-3-15,0-6 8 0,2 0 0 0,1-2-3 16,1-4-3-16,2 2 4 0,-1-4 1 0,3-1-3 0,-2-3 5 16,0-2-1-16,1-1-2 0,1-2 5 15,3-3-2-15,-2 0 9 0,2-3-11 0,-1-2 3 16,0-3-2-16,0 0 1 0,-1 0 0 0,-1-2-2 16,-3-3 0-16,-2 3-1 0,1-4 0 0,-2 2 5 0,-4 0-5 15,1-1 1-15,-2-2-6 0,-1 2 2 0,-3 3 1 16,-2 0 3-16,1 1-6 0,0 3 5 0,2 7-8 15,-1-11 2-15,1 11 0 0,0 0-2 16,-5-3-1-16,5 3 6 0,0 0-7 0,-20 17 3 0,12-7 1 16,0 6-2-16,-1-1 2 0,3 1-3 0,-1 1-1 15,5-2 4-15,-2 2-1 0,5-2 1 0,2-4-5 16,1 5-6-16,0-5-23 0,2 0-20 0,4 0-24 16,-1-3-35-16,6 2-38 0,2-5-44 0,2 0-42 15,-2-2-166-15,2-1-438 0,-6-2 194 0</inkml:trace>
  <inkml:trace contextRef="#ctx0" brushRef="#br0" timeOffset="147019.57">16897 9247 234 0,'-13'-2'228'0,"4"-1"-21"16,4 0-21-16,5 3-17 0,0 0-19 0,0 0-14 15,28-13-8-15,3 7-23 0,3-1-27 0,19-5-33 16,2 4-23-16,5 1-55 0,3-5-54 0,-1 1-60 16,0 1-91-16,-2-1-256 0,-7 2 114 0</inkml:trace>
  <inkml:trace contextRef="#ctx0" brushRef="#br0" timeOffset="149105.57">19942 9174 121 0,'-19'-9'177'15,"-2"5"-17"-15,-9-1-8 0,1 9 2 0,-2-1-8 0,1-1-12 16,-1 5-10-16,-2 4-4 0,1-1-9 0,1 3-13 16,0 1-5-16,4 2-9 0,11-6-10 0,1 2-7 15,2 1-6-15,5-1-3 0,-1 2 1 0,7-2-11 16,4 0-4-16,4 2-4 0,6 0-4 0,2-2-1 16,10 3-8-16,4-1-1 0,4-3 2 0,3 0-3 15,15 0-2-15,-12-3-2 0,-2 0-4 0,0 1-2 16,-6-2-2-16,-3 2-1 0,-8-4 0 0,-6 0-6 15,0 0 1-15,-3 1 1 0,-1-1 4 0,-1-2-2 16,-2 3 5-16,-3-2 3 0,-3-4 1 0,0 0 2 16,-4 11 1-16,-6-7-3 0,-3 1 2 0,-5 0-3 15,-3 2 3-15,-5-3-5 0,3-1-1 0,0-1-1 16,2 0-1-16,-1-1-1 0,0-1 0 0,1 0-6 16,2 2-12-16,-2-2-27 0,9 0-25 0,-9-2-25 15,3 2-23-15,6 2-18 0,0-4-18 0,2 2-5 16,0 0-10-16,10 0-8 0,-11-1-119 0,11 1-307 15,0 0 137-15</inkml:trace>
  <inkml:trace contextRef="#ctx0" brushRef="#br0" timeOffset="149410.44">19862 9443 2 0,'8'-2'166'16,"-3"0"-9"-16,-5 2-7 0,11-6-9 0,-11 6-13 15,9 0-1-15,-9 0-3 0,0 0 1 0,10 3-7 16,-6 0-6-16,-4-3-10 0,8 6-6 0,-3-3-6 15,-1 3-3-15,1-2-5 0,3 3-5 0,0-1-7 16,2 1-6-16,0 0-5 0,1-2-5 0,2-1-3 16,1 1-4-16,0-3-7 0,-1 0-3 0,5-2-3 15,1 0-4-15,-5-3-1 0,-1 2-6 0,-2-4 6 16,1 3 11-16,-2-3 7 0,-4 2-1 0,0-2-6 16,0-3-2-16,-1-2-4 0,-2 0-1 0,2 0-2 15,-4-2-1-15,-1 1-4 0,-5 0 5 0,2-1-12 16,-7-2-3-16,-1 2-1 0,0 2-4 0,-3 2-4 15,3 2-5-15,-2-1-14 0,0 4-16 0,-2-1-14 16,0 4-23-16,1 0-22 0,-1 2-18 0,2 1-18 16,1 1-20-16,3 2-19 0,0 2-15 0,5-3-17 15,2 3-103-15,2-8-321 0,7 12 142 0</inkml:trace>
  <inkml:trace contextRef="#ctx0" brushRef="#br0" timeOffset="150025.03">20272 9339 180 0,'3'-4'214'16,"-1"-5"0"-16,-2 9 0 0,5-9-3 0,-5 9-13 16,3-8-20-16,-3 8-24 0,0 0-16 0,1-6-19 15,-1 6-3-15,0 0-20 0,0 0-8 0,0 0-9 16,0 0-9-16,1 23-4 0,1-14-5 0,-2 3-7 16,1-1-4-16,-1 2-6 0,4-1-4 0,-2-2 0 15,5 2-4-15,-2-2-5 0,4 1-4 0,-3-1-4 0,3-3 3 16,3 0-2-16,-2-1 0 0,-1-1-5 15,2-1-3-15,-3-1 2 0,0-2 0 0,3 1-4 16,-11-2-2-16,16-6 2 0,-7 2 0 0,2-2-1 0,-2 0-2 16,-1-2-1-16,1-2-1 0,1 2-2 0,-4-3-1 15,1-1 7-15,-1-2-6 0,2-1 1 16,-5 3 0-16,3 2-2 0,-4-1 1 0,2-5 0 16,-1 5 9-16,-2 4-5 0,1 0 7 0,-2 7-1 15,2-11 1-15,-1 5-5 0,-1 6-8 0,1-7-1 16,-1 7-2-16,0 0 1 0,0 0-4 0,0 0 1 0,0 0 1 15,0 0-2-15,0 0-1 0,-5 30 3 16,4-18-4-16,1-1 2 0,0 3-1 0,0 0 4 16,1-3 1-16,3 5-3 0,1-6 2 0,-1 2 1 0,1-1-2 15,3 1-1-15,-1-3 4 0,3 1 8 0,0-4-9 16,0 1 3-16,0-1 1 0,-1-2 0 0,1-1-4 16,0 0 0-16,-2-2 2 0,-2-1 2 0,-6 0 3 15,16-1 2-15,-16 1-8 0,10-5 0 0,-5 1 0 16,2 0-2-16,-4-1 9 0,2-2-3 0,0 0-8 15,-2-2 3-15,0 0-3 0,-2 2-1 0,1-1 1 16,0-2-7-16,-1 2 11 0,2-1-12 0,1-1 3 16,-2 2-3-16,3-2 1 0,-1 5-5 15,0-4 9-15,1 4-8 0,0 2-1 0,-5 3 0 0,9-6 1 16,-3 4 0-16,-6 2 8 0,11 0-11 0,-11 0 10 16,11 7-6-16,-3-2 2 0,-5 1-3 0,3 4 4 15,-1-1-1-15,-1 2 4 0,-2 1-2 0,1 0 2 16,-2 1-6-16,0 1 8 0,-1 2 0 0,0 0 0 15,0-3-1-15,-1 3-2 0,0 0-15 0,0-5-26 16,-1 3-19-16,1-3-37 0,1-1-41 0,0 2-27 16,1-5-39-16,2 3-178 0,-2-5-417 0,7 0 185 15</inkml:trace>
  <inkml:trace contextRef="#ctx0" brushRef="#br0" timeOffset="150403.7">21089 9328 143 0,'1'-6'213'0,"-1"6"-9"16,-1-9-21-16,1 9-20 0,0 0-12 0,0 0-15 15,0 0-1-15,0 0-5 0,0 0 3 0,-26 20-10 16,21-10-11-16,-4 5-6 0,4 1-8 0,0 1-9 16,1-5-8-16,4 4-4 0,0 1-3 0,1-2-7 15,3-2-7-15,1 2-4 0,2-3-6 0,0-2-3 16,5 0-6-16,4-1 1 0,3-2-8 0,0 1 1 15,-3-4-8-15,5-2 4 0,0-4-6 0,-1 2-1 16,-3-3-2-16,0-1-3 0,-4 0 9 0,0-1-8 16,-1-1-4-16,1-3-2 0,-1 1-4 0,-2-2 0 15,-2 2 2-15,-2-2 2 0,0-1-9 0,-1-1 4 16,-1 2-4-16,-2-3 3 0,-2 0-3 0,0 1-2 16,-2 1 0-16,0 2 1 0,-2 0-1 0,0 4-1 15,-2-1-1-15,-1 4-2 0,7 2 1 0,-14 1-2 16,2 4 4-16,0 2-2 0,-2 4 1 0,2 2 0 15,2 1 1-15,-2 4 0 0,6-1-2 0,2 2-2 16,4-1-15-16,4 0-13 0,4-1-24 0,10 5-34 16,5-3-43-16,5-4-42 0,5-2-57 0,3-3-168 15,16-3-430-15,-2-1 191 0</inkml:trace>
  <inkml:trace contextRef="#ctx0" brushRef="#br0" timeOffset="151027.81">23612 9031 203 0,'0'0'203'0,"-4"-8"-6"15,4 8-19-15,-9-8-6 0,5 6-8 0,4 2-5 16,-9-7-12-16,4 5-13 0,5 2-7 0,-18-3-9 16,6 3-11-16,0 4-2 0,-4 2-8 0,-3 1-1 15,4 6-1-15,-11 1-7 0,3 2-9 16,3 5-6-16,2-2-1 0,0 2-7 0,5-6-7 0,1 6-2 16,4-2-6-16,2-3-7 0,0 2 2 0,6-1-5 15,2-1-3-15,2 1 1 0,2 0-4 0,4-2-5 16,2 1 0-16,2-4-2 0,2-1-2 0,3-1-4 15,7 2 1-15,0-2-6 0,-5-3-22 16,0-4-26-16,6 4-28 0,-8-4-31 0,0 0-42 0,-4 0-40 16,3-3-30-16,-6 1-48 0,-5-2-133 0,5 1-415 15,-12 0 184-15</inkml:trace>
  <inkml:trace contextRef="#ctx0" brushRef="#br0" timeOffset="151490.4">24231 9041 197 0,'0'0'231'0,"-3"-10"-7"0,3 10-18 16,-4-8-16-16,4 8-15 0,-10-7-16 15,3 5-12-15,-3 2-12 0,-3 1-6 0,-5 5 3 16,-2 2-4-16,-7 3 1 0,2 3 2 0,0 3-20 16,1-1-13-16,1 2-3 0,5 3-1 0,4-8-10 0,5 3-3 15,-1 0-9-15,2-1-5 0,4-2 0 16,2 2-8-16,0 0-3 0,5-2-4 0,6 1-1 0,4-2-4 16,3 0-5-16,12 1-4 0,6-1-3 15,0-3-6-15,16 0-4 0,-11-4-26 0,-1 0-29 0,0-2-37 16,0 0-34-16,-3-1-46 0,-2 0-58 0,0-2-49 15,-11 0-199-15,6-2-489 0,-7 0 218 16</inkml:trace>
  <inkml:trace contextRef="#ctx0" brushRef="#br0" timeOffset="153527.59">8267 10255 91 0,'-9'-2'106'16,"1"1"9"-16,8 1-19 0,-16-3 0 0,7 1-2 15,1 1-8-15,0 0 1 0,8 1 3 0,-12-3 8 16,12 3-15-16,-12-2-8 0,12 2-4 15,-10-1 2-15,4-2-7 0,6 3-7 0,0 0-3 0,-9-3 1 16,9 3-4-16,0 0-2 0,-8-1-2 0,8 1-8 16,0 0-5-16,0 0-8 0,0 0 1 0,0 0-3 15,0 0 0-15,0 0-6 0,0 0 5 0,23 5 4 16,-9-2-4-16,6-1-3 0,1 1-2 0,10 1-5 16,1-3 4-16,5 1 6 0,2-1-8 0,12 1-6 15,2 1 7-15,0-2-4 0,1-1 1 0,-1 3-5 16,1-1 0-16,1 2-1 0,1-1-1 0,-3 1-2 15,2-7 0-15,0 8 2 0,4-1-5 0,3 0 1 16,2-2 7-16,27 1-4 0,-28-3-1 0,27 4 0 16,0-2 0-16,-26-3 16 0,28-3 6 0,-27 6-7 15,28 4-3-15,-2-5-2 0,-2 2 1 0,2-2 1 16,0 2-3-16,-1-1 2 0,2-2 0 0,3 1-4 16,-3 6 1-16,1-5-3 0,-3-1-1 0,1 2 3 15,8 0-1-15,-2-2-2 0,2 3-1 0,4-2 1 16,0 0 1-16,-2-1 1 0,5-2 3 0,1-1-4 15,-2 2 1-15,0 2 2 0,4 0-2 0,-1-2 2 16,3-1-4-16,-4 2-1 0,-3-1-1 0,3 2 0 16,-1-2 2-16,-2 3-3 0,1 0 1 0,3-2-3 0,-3 3 2 15,-2-1-1-15,-1-1 0 0,-5-1-2 16,3 1 3-16,-1-2-2 0,0 0 2 0,4 4 1 16,-2-2-5-16,3-1 8 0,-5 2-4 0,-1-3 0 15,1 1 3-15,-2-1-2 0,1 3-1 0,6-4 1 16,-3 3-2-16,5 0 1 0,-5 0-3 0,1-2 0 15,3-2 12-15,-3-1-11 0,0 2 0 0,3-1 0 16,1 0-1-16,-1 0 2 0,-3 1-2 0,0-1 3 16,-2 1 0-16,2 0 1 0,-1-1 1 0,-2-1 0 15,0 3 0-15,2 1-2 0,-1-1 1 0,-3-1 0 16,0 1-2-16,-3 0 1 0,2 0 0 0,-2 3 0 16,3-3 5-16,-1 0-4 0,1-2-2 0,-2 0 1 15,-1 1-2-15,1 2 3 0,2-4-4 0,-5-2 6 16,3 0 0-16,-1 3 3 0,2 2-7 0,1 0 6 15,0 0-4-15,-2 0-3 0,-2-4 1 0,0 2 2 16,-26 1-2-16,33-2 1 0,-3 1-2 0,2 1 0 16,-4 1 3-16,-3 0-2 0,-3 1 1 0,5-2-1 15,-2 1-2-15,-31 0 4 0,35-2 1 0,-31 1 1 16,30 2-3-16,-29-1 1 0,31 0-1 0,-6 2 1 0,0-5 0 16,-29 4 0-16,29 1-2 0,-28-2 1 0,30 1 3 15,-30-1-1-15,27 0 5 0,-26-1-4 16,30 4-3-16,-29-3 6 0,32 0-7 0,-32 0 1 15,28 0 0-15,-28 0 1 0,30 0-1 0,-28 0-1 16,25-2 0-16,-26 4 2 0,29-2 2 0,-2 0-5 0,0 0 1 16,-28 2 1-16,30 0-1 0,-4-3 0 15,-25 1-1-15,29 0 6 0,-5 1-4 0,1-2 2 16,-26 2 0-16,32 1 3 0,-3 0-1 0,-2-6 2 16,-3 3-2-16,-25 2 0 0,31-1-1 0,-29 0 4 15,29 0-1-15,-30 0 1 0,35-1 0 0,-8 4-3 0,-2-2 2 16,2-1-2-16,-25 3 0 0,26-1-2 0,-2 0 1 15,-26 1 2-15,31-1 2 0,-3-1-2 0,-2 3-2 16,1-2-2-16,2 3 2 0,1-1-3 0,-3 1 1 16,3-3 1-16,0 2-1 0,1 2 3 0,-2-1-5 15,3 1 1-15,0 2 0 0,1-3-1 0,6 3-3 16,-7-2 2-16,-4 0 1 0,-1 2 0 0,2-2 2 16,-2 1 3-16,4-1-2 0,4-3 1 0,-6 6 4 15,-2-5 7-15,-2 1-8 0,-25-1 3 16,29 0 5-16,-29-2 2 0,27 2 3 0,-27 0-1 0,25 1 3 15,-27-1 3-15,2-3-5 0,0 2 1 0,0 0 18 16,-6-3-25-16,-3 3 14 0,0 0 3 0,-20-2-1 16,2-1 3-16,-6 3-5 0,-1-4 6 0,-4 1 5 15,-8 0-6-15,-2-2 11 0,-5 5 2 0,-1-3-7 16,-3-1 11-16,0 1 3 0,-8 0-4 0,11 0-6 16,-11 0 5-16,0 0-28 0,11-2 15 0,-11 2-5 15,0 0-1-15,6 2-7 0,-6-2-5 0,0 0-3 16,0 0-11-16,0 0 7 0,0 0-6 0,0 0-13 15,0 0-13-15,0 0-27 0,0 0-19 0,0 0-33 16,0 0-37-16,0 0-33 0,0 0-33 0,0 0-36 16,-26 7-54-16,16-2-59 0,-3-1-240 0,3 0-633 15,-5 2 280-15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34:15.7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8866 4561 47 0,'-7'-4'117'0,"7"4"0"16,-4-7-11-16,4 7 13 0,-8-6 2 0,8 6-5 16,-6-6-10-16,6 6-12 0,-7-4-4 0,7 4 3 15,-5-6-7-15,5 6-5 0,-7-5 1 0,7 5 3 16,0 0-12-16,-5-5-10 0,5 5 3 0,0 0-10 16,0 0-2-16,-6-4 1 0,6 4-2 0,0 0-5 15,0 0-4-15,0 0-7 0,0 0 2 0,0 0-9 16,0 0-2-16,-6-4-5 0,6 4-5 0,0 0 0 15,0 0-1-15,0 0-6 0,27-2 5 0,-13 1-4 16,6-1 5-16,11-5-7 0,0 2 7 0,4-2-7 16,16-1 3-16,-15 0-7 0,3 2-2 0,-1-3-9 15,2 2-2-15,-7 1-11 0,-3 1-9 0,-3 2-6 16,-5 0-7-16,-1-1-28 0,-6 1-24 0,3 0-19 16,-7 0-14-16,1 2-18 0,-5-1-19 0,1 1-83 15,-8 1-265-15,0 0 118 0</inkml:trace>
  <inkml:trace contextRef="#ctx0" brushRef="#br0" timeOffset="536.69">9085 4464 65 0,'0'0'139'0,"0"0"-7"16,-7-5 1-16,7 5-12 0,0 0-4 0,-3-4-9 15,3 4-6-15,0 0-6 0,0 0-15 16,0 0-9-16,0 0 3 0,0 0-15 0,0 0-8 0,0 0-9 16,0 0 1-16,0 0-9 0,0 0 0 0,-8-5-9 15,8 5 2-15,0 0-3 0,0 0-5 16,0 0 6-16,0 0-14 0,0 0 4 0,0 0-3 15,0 0-1-15,0 0 3 0,0 0-1 0,0 0 13 16,0 0-8-16,0 20 4 0,0-20-5 0,-3 15 4 16,2-4-2-16,1 0-3 0,-1 6 6 0,1 0 6 0,-1 2 1 15,2 6 0-15,0 1 0 0,-1 1-1 16,-2 3-3-16,0-3-1 0,2 1 4 0,-1 2 2 0,1 0-8 16,-1 0 6-16,2 1-4 0,0-2-3 0,-1 0 0 15,2 1-1-15,-2-3 0 0,0 2-2 0,0-10-4 16,-2 1-2-16,1-4-2 0,0 0 1 15,-3-1-1-15,1-3-1 0,2-2 4 0,0 1-3 0,-2-1 0 16,1-4 7-16,2-6 10 0,-7 11-1 16,2-7 2-16,-4 0 1 0,-2-1-4 0,-2 1 0 15,-4-4-3-15,-1-2 4 0,-3 0-5 0,0-1 13 16,-7-2 2-16,1 0-8 0,-2-3-3 0,1 1-5 16,0-2 1-16,0 1-4 0,0-1-5 0,8 2-9 15,1-2-4-15,0 1-14 0,4 1-22 0,1 3-18 0,3-1-38 16,4 4-29-16,7 1-51 0,-11-5-31 15,11 5-165-15,0 0-397 0,0 0 175 0</inkml:trace>
  <inkml:trace contextRef="#ctx0" brushRef="#br0" timeOffset="906.54">9540 4569 123 0,'-2'-8'236'0,"0"2"-12"16,2 6-13-16,-1-11-17 0,1 11-11 0,0 0-11 16,-2-10-15-16,2 10-21 0,0 0-18 0,-3-7-8 0,3 7-17 15,0 0-11-15,0 0-5 0,0 0 0 0,0 0 6 16,-2 39-4-16,1-20-5 0,1 7-3 15,-1 3-12-15,0-3-3 0,-2 3-1 0,2 0-6 16,-2 0 2-16,1 1-11 0,0-4-7 0,1-1 1 16,0 0-7-16,-1-6-1 0,-2 0-3 0,3-2 0 15,1 0-3-15,0-2 1 0,0-1-4 0,-1 0 1 0,1-5-5 16,-1 3 2-16,1-2-6 0,-3 0 2 16,2-2-11-16,1-8-11 0,0 13-13 0,0-7-15 15,0-6-24-15,-1 8-22 0,1-8-23 0,0 0-26 16,0 0-22-16,0 0-26 0,-3 14-15 0,3-14-154 15,0 0-379-15,-9 2 169 0</inkml:trace>
  <inkml:trace contextRef="#ctx0" brushRef="#br0" timeOffset="1109.83">9544 4550 31 0,'-2'-12'134'15,"2"1"-8"-15,2-1 13 0,-2 5-6 0,2 0 4 16,-2 7-19-16,4-12-7 0,-1 7-10 0,-1 0-13 16,3 0-5-16,2 0-12 0,2 1-9 0,0 0-7 15,3 2-14-15,1 2-32 0,2 1-16 0,-1-1-24 16,4 5-36-16,-2 2-20 0,-5 0-17 0,3 3-87 16,-2 2-206-16,-6-2 91 0</inkml:trace>
  <inkml:trace contextRef="#ctx0" brushRef="#br0" timeOffset="1291.72">9636 4774 182 0,'0'0'185'16,"0"0"-4"-16,0 0-7 0,0 0-12 0,0 0-19 16,0 0-12-16,0 0-20 0,0 0-7 0,0 0-8 15,0 0-15-15,25-8-9 0,-9 2-28 0,4 1-28 16,-2 0-36-16,10-4-39 0,-2 1-31 0,-6 2-35 15,7-4-13-15,-8 4-71 0,1-3-225 0,6 0 99 16</inkml:trace>
  <inkml:trace contextRef="#ctx0" brushRef="#br0" timeOffset="1702.48">10141 4485 132 0,'-9'-4'142'0,"9"4"-1"0,-16 0-3 0,16 0-4 15,-22 8 4-15,6 1-9 0,0 4-5 0,-3 4-9 16,0 2-9-16,5-3-12 0,3 0-4 16,-2 1-10-16,5-2-10 0,0 4-3 0,6-4-13 15,1 1-1-15,1-3-8 0,3 0-3 0,1-2-6 0,3 0-1 16,4 3-4-16,1-3 1 0,-3-2-2 0,1-2-6 16,8 0 3-16,-7-1-6 0,3-3-5 0,-3 1-3 15,1-2 0-15,-3-1-3 0,2-1 2 0,-4 1 0 16,-7-1-2-16,12-1 4 0,-12 1-3 15,7 1 5-15,-7-1-4 0,0 0-4 0,0 0 10 16,0 0 6-16,0 0-4 0,0 0-1 0,0 0-1 0,0 0 0 16,-28-2 2-16,12 5-5 0,-2 6 8 0,-3-2 0 15,3 4-1-15,-7 2 2 0,-2 2 3 0,3-1 1 16,3 2-3-16,0 1-1 0,4-6-2 16,4 3 0-16,-1-1-4 0,1 0 4 0,3 0-7 0,2-3 0 15,3-1-4-15,3 1-1 0,-2-2 2 16,4-1-1-16,0-7 2 0,1 15-4 0,3-9-3 0,5 2 1 15,0-4-8-15,3 1-10 0,1-1-20 0,7-3-22 16,1-1-31-16,9-4-30 0,0 1-16 0,1-4-29 16,2 2-17-16,-2-2-11 0,1-2-125 0,-1 1-338 15,-2 1 149-15</inkml:trace>
  <inkml:trace contextRef="#ctx0" brushRef="#br0" timeOffset="1938.86">10482 4556 73 0,'0'0'202'0,"0"0"-7"0,-5-7-15 0,5 7-12 16,0 0-15-16,-3-6-12 0,3 6-17 0,0 0-12 0,0 0-10 16,0 0-9-16,13-5-9 0,-2 4-9 15,6-5-4-15,5 2-7 0,4-2-5 0,3 3-5 16,1-4-6-16,-2 2-6 0,0-1-4 0,-1 1-16 15,-6 1-22-15,-1 1-27 0,2-1-30 0,-3 1-23 16,2-5-25-16,-9 5-21 0,1 2-22 0,-4-4-112 16,1 2-281-16,-10 3 125 0</inkml:trace>
  <inkml:trace contextRef="#ctx0" brushRef="#br0" timeOffset="2152">10741 4450 134 0,'0'0'131'15,"0"0"-13"-15,-9 5 11 0,5 1-4 0,-1 5 10 16,0 1-1-16,-3 2 2 0,1 5-9 0,-5 3-15 16,3 2-1-16,4 2-11 0,-5 3-3 0,4-2-14 15,-2-2-7-15,3 0-2 0,-4 1-7 0,3-1-6 16,0-6-8-16,3 5-1 0,-4 2-4 0,3-7-4 16,-1 0-4-16,1 0-6 0,2-2 0 0,-1 0-19 15,1 1-19-15,-1-3-25 0,1 2-33 0,0-4-36 16,2-4-28-16,0 1-63 0,-2 1-105 0,2-11-318 15,-2 15 141-15</inkml:trace>
  <inkml:trace contextRef="#ctx0" brushRef="#br0" timeOffset="2362.14">10956 4698 2021 0,'6'-3'77'0,"1"-1"-52"16,-7 4-4-16,7-3-16 0,-7 3-4 0,8-3 3 16,-8 3-2-16,0 0-5 0,5-3-11 0,-5 3-13 15,0 0-18-15,0 0-4 0,0 0-13 0,0 0-18 16,10 7-24-16,-10-7-27 0,5 7-19 0,-2-1-99 16,-2 1-269-16,-1-7 119 0</inkml:trace>
  <inkml:trace contextRef="#ctx0" brushRef="#br0" timeOffset="2499.94">10969 4913 83 0,'0'0'91'0,"0"0"-8"0,0 0-18 0,0 0-17 16,0 0-32-16,0 0-39 0,12 0-38 0,-12 0-66 15,13-11 30-15</inkml:trace>
  <inkml:trace contextRef="#ctx0" brushRef="#br0" timeOffset="2669.39">11328 4734 47 0,'0'0'207'0,"0"0"-18"16,0 0-14-16,0 0-17 0,9-3-19 0,-9 3-17 15,0 0-11-15,0 0-8 0,0 0-14 0,0 0-21 16,0 0-25-16,0 0-33 0,0 11-55 0,0-11-49 15,0 0-127-15,-9 11-238 0,2-9 105 16</inkml:trace>
  <inkml:trace contextRef="#ctx0" brushRef="#br0" timeOffset="3118.07">8713 5606 4 0,'0'0'136'0,"-4"6"2"0,4-6-11 15,16 7 1-15,0-3 0 0,12 2-2 16,7-1-7-16,21-2-5 0,6-2-8 0,33-5-2 16,7 1-4-16,8-5-8 0,9-3-9 0,8 3-3 15,4-4-10-15,2-4-11 0,5 4-4 0,-1-2-2 16,2 2-6-16,-6 2-3 0,-4-3-6 0,-7 3 0 15,-10-3-9-15,-11 0 0 0,-6 0-6 0,-30 7 1 16,0-4-4-16,-5 2 1 0,-4 0-5 0,-1-2 1 16,-18 5-2-16,-1-1-5 0,-6-1 3 0,-4 3-1 15,-7 0-9-15,-2-2 0 0,-4 3 10 0,-3 2-9 16,-3-3-31-16,-4-2-40 0,3 1-50 0,-4-2-52 0,-2 7-142 16,-13-11-336-16,3 3 149 0</inkml:trace>
  <inkml:trace contextRef="#ctx0" brushRef="#br0" timeOffset="70443.5">13517 5007 59 0,'0'-7'131'0,"0"7"-20"0,0 0-11 15,0 0-5-15,0 0-3 0,5-5-13 0,-5 5-4 16,0 0-6-16,0 0-10 0,0 0-6 0,0 0 1 0,0 0-6 16,0 0-7-16,0 0-6 0,0 0-5 0,0 0 0 15,0 0-3-15,0 0 5 0,0 0-10 0,0 0 0 16,0 0-2-16,0 0-1 0,0 0 7 15,0 0-15-15,0 0-16 0,0-8-17 0,0 8-19 16,0 0-17-16,0 0-27 0,0 0-104 0,0 0-203 16,0 0 90-16</inkml:trace>
  <inkml:trace contextRef="#ctx0" brushRef="#br0" timeOffset="71942.53">2777 4710 171 0,'-4'-12'178'0,"-5"-3"-9"0,2 7-5 0,0-4 1 16,0 2-12-16,1 0-6 0,1 2 0 0,1 4-4 15,0-3-11-15,4 7-15 0,-6-8-10 0,6 8-12 16,-4-7-11-16,4 7-12 0,-3-5-10 16,3 5-8-16,0 0-7 0,0 0-3 0,0 0-6 15,7 30 0-15,-3-7-3 0,1 5-4 0,0 4-3 16,-1-1 0-16,-2 3-8 0,2 14 1 0,-3-15-29 16,2 3 4-16,0-2 2 0,-1 1-3 0,-1-3 6 0,2 2-2 15,1-3 0-15,-3 2 1 0,0-4 4 0,2-3-4 16,1 0-1-16,-2-3 1 0,-1-4-11 15,1 0-10-15,0-2-19 0,0 2-22 0,-1-2-16 16,2 1-22-16,-2-8-17 0,0 3-31 0,0-4-8 16,-1-9-134-16,-1 12-315 0,1-12 140 0</inkml:trace>
  <inkml:trace contextRef="#ctx0" brushRef="#br0" timeOffset="72248.61">2589 4825 76 0,'2'-17'133'0,"2"4"-10"0,0 2-10 0,1 0-9 0,3 3 3 15,-2-4-14-15,3 7-1 0,4-2-10 0,-2 3-3 16,11-2 5-16,-3 6-6 0,4 2-12 0,3 2 4 16,2 4-13-16,-1 4-7 0,0 5-4 0,-2 1-3 15,3 4-8-15,-3 2 8 0,-4 2-13 16,1 2 0-16,-5 1 0 0,-1 3 3 0,-4-2-12 15,-1 2 1-15,-2-1 0 0,-2 2 1 0,-6 1-4 0,-2-3 3 16,-3-2-7-16,-1 0-4 0,-4 1 6 16,-3-3 3-16,-4 0-5 0,-1-1-2 0,-2-2-7 15,-2-3 5-15,0-2-3 0,-4-2-6 0,1-2-8 16,1-3-11-16,4-5-19 0,0 0-21 0,2-2-20 16,3-2-24-16,1-4-37 0,-1 1-114 0,3-3-273 15,-1-3 120-15</inkml:trace>
  <inkml:trace contextRef="#ctx0" brushRef="#br0" timeOffset="72887.66">3178 4946 61 0,'13'7'105'0,"-3"0"-5"0,0 3-4 15,3 2-9-15,-3 1-1 0,-3-2-2 0,0 2-4 16,1 2-5-16,0 1-7 0,-6 1 0 0,1-5-1 16,-2 4 0-16,-1-1-5 0,-3 2-3 15,1-1-11-15,-2-4 1 0,1-1-8 0,-1 1 6 0,-4-1-12 16,3-1-2-16,-4-3-6 0,2 0 6 0,2 0-5 16,5-7 3-16,-13 7 11 0,8-3-4 0,5-4 3 15,0 0-7-15,-13 1-3 0,13-1-6 0,0 0-3 16,0 0-10-16,-11-17-4 0,11 17-8 0,4-16-3 15,1 3 1-15,5 0 0 0,-1-4-4 16,5 2 5-16,3-6-4 0,3 1 0 0,-2-1 0 16,2 1 2-16,3 1-5 0,-3 0 4 0,1 0 0 15,-2 2-1-15,-2 5-3 0,-2-2-1 0,1 4 5 0,-2-1 2 16,-1 0-1-16,-3 5 3 0,0 0-7 0,-3 2 6 16,-2-1 2-16,0 1-3 0,-5 4-8 15,9-3 5-15,-9 3-5 0,5-3 4 0,-5 3 5 16,0 0 13-16,0 0 6 0,4 17 5 0,-6-7-1 15,-2 7-5-15,1 0 7 0,0 2 6 0,-3 0-6 16,-1 0 8-16,1 4-1 0,-1-7 0 0,1 3-6 16,2-3 3-16,3-4-10 0,0-2 1 0,1 0-2 15,0-3-4-15,0-7 2 0,2 12 2 0,1-7-5 16,-3-5 0-16,9 6 2 0,-9-6-1 0,9 3 1 16,-9-3-10-16,15-6 6 0,-6 3-6 0,-1-4 1 15,3 1 4-15,1-2-7 0,-1-5 5 0,2 3-1 16,-5 1-3-16,1 0 0 0,-2-1 0 0,1 1 4 15,-3-3-1-15,0 4-2 0,-1-1-1 0,1 2 5 16,-2 1 6-16,-1-1 2 0,-2 7-9 0,5-9 4 16,-5 9-5-16,3-5 0 0,-3 5-2 0,0 0-3 15,0 0 0-15,0 0-1 0,0 0 3 0,5 21 1 16,-6-8-3-16,1-1 1 0,0 3-1 0,0 1 4 16,1 0-3-16,0 1-23 0,-1 0-24 0,2-2-40 15,0-4-39-15,2 2-47 0,-3-2-142 0,-1-11-337 16,4 20 149-16</inkml:trace>
  <inkml:trace contextRef="#ctx0" brushRef="#br0" timeOffset="73400.16">3813 5043 177 0,'0'0'183'16,"1"-7"-17"-16,-1 7-15 0,0 0-15 0,0 0-4 15,0 0 2-15,0 0-6 0,-9 23-12 16,4-12-7-16,3 1-13 0,-3-1-10 0,0 4-10 16,2-3-4-16,0 2-13 0,2-4-1 0,1-1-6 15,0 2-5-15,1-1-10 0,-1-2 2 0,3-3 0 16,-3-5-1-16,8 12-7 0,-4-10-3 0,1-1-1 16,3 1 0-16,-8-2-10 0,17-2 1 0,-17 2-5 15,23-9-2-15,-11 3-2 0,-1-1 0 0,3-3-2 16,-4 1 0-16,-1 1 3 0,0-2-8 0,-1 1 3 15,1 2-1-15,-3-2 0 0,-1 0 3 0,-1 2-4 16,0 1 0-16,0 1 6 0,1 0-8 0,-5 5-1 16,4-8 2-16,-4 8-7 0,5-5-2 0,-5 5-1 15,0 0 1-15,0 0 5 0,0 0-1 0,0 0 0 16,0 0-3-16,15 20 0 0,-13-12 4 0,1 0-1 16,1 2 1-16,1-1 2 0,2 1-3 0,2-2 1 15,-2 1-2-15,1-1 3 0,0-1 2 0,3-2 2 16,1-1 2-16,-1-3-7 0,2 1 5 0,-1-2 8 15,-12 0 3-15,25-7 0 0,-13 2 2 0,3-2 5 16,-4 0 4-16,0-2 6 0,3-2 9 0,-3-1 5 16,-1-2 0-16,-5 4 3 0,1-2-6 0,0-3 3 15,-2-1 0-15,-1 6-4 0,-2-6-4 0,-2 2-5 16,-2-1 0-16,0-2-3 0,1 7-4 0,-2-1-4 16,-1 0-13-16,1 0-11 0,-1 2-21 0,1 3-13 15,4 6-29-15,-8-14-38 0,8 14-35 0,-5-11-48 16,5 11-27-16,0 0-157 0,0 0-402 15,0 0 179-15</inkml:trace>
  <inkml:trace contextRef="#ctx0" brushRef="#br0" timeOffset="74668.66">4598 4773 161 0,'-3'-14'165'0,"2"8"-8"16,1 6-10-16,-3-10 0 0,3 10-13 0,0 0-15 0,0-9-15 15,0 9-14-15,0 0-13 0,0 0-4 0,0 0-7 16,0 0-12-16,12 30-1 0,-8-11-1 0,1 5-6 16,0 6-5-16,-1-1-3 0,-2 2-6 0,1-3 2 15,0-1-7-15,-1-2 2 0,1 0-8 16,-3-6-1-16,2-2 3 0,1-5-6 0,-3 1 2 15,1-3-7-15,-1 0 6 0,0-2-6 0,0-8 1 16,0 10 0-16,0-10 5 0,1 9 11 0,-1-9-1 0,0 7 11 16,0-7 7-16,0 0 8 0,1 8 7 15,-1-8 1-15,0 0-8 0,0 0-5 0,0 0-7 16,0 0-4-16,0 0-7 0,0 0 2 0,0 0-9 16,0 0-4-16,3-34-5 0,-2 25-3 0,4 0-6 15,1 0 2-15,0 0-7 0,2 2 0 0,-2 1-4 16,2 0-1-16,2 1 2 0,0 1 1 0,-1 0-2 15,5 2 1-15,-2 0-1 0,-2 2 1 0,3 0-3 16,-13 0 3-16,20 4-1 0,-10 1-1 0,1-2 2 16,-11-3-4-16,12 6 7 0,-5-1-3 0,-7-5 2 15,9 9-1-15,-8-1 4 0,-1-8 2 0,0 0-2 16,-12 24-1-16,5-16-2 0,-3 1 4 0,-7-1-5 16,2 2 4-16,-5-1-2 0,2-2 2 0,-1 0-1 15,0-4 0-15,3 4-4 0,-2-2-12 0,6-2-16 16,1-2-22-16,-2 0-18 0,13-1-43 0,-16 2-41 15,16-2-32-15,-12 0-156 0,12 0-369 0,0 0 163 16</inkml:trace>
  <inkml:trace contextRef="#ctx0" brushRef="#br0" timeOffset="75207.07">5218 4849 115 0,'-2'-10'197'16,"2"10"-11"-16,-5-7-9 0,5 7-11 0,-9-5-6 16,4 3-9-16,5 2-14 0,-14-2-13 0,4 4-9 15,0 1-7-15,-2 6-4 0,1 1-12 0,-2 6 10 16,1 1-9-16,-1 7-10 0,1-1-6 0,2 1-9 16,3-6-8-16,2 0-4 0,1-1-5 0,3 0-8 15,1-7-2-15,0 6-3 0,4-6-3 0,0 0-2 16,1 0-6-16,-1-3 1 0,2 0-5 0,-6-7-6 15,13 8-8-15,-7-5-5 0,-6-3-4 0,16-1-3 16,-16 1-3-16,21-8-2 0,-10 1-3 0,0 0 5 16,-2-2 1-16,0-2 1 0,0 2-3 0,0-5 3 15,-3-1-5-15,-2 4 7 0,1-4-5 0,-2 2 2 16,-2 0 0-16,1 1 2 0,0 2 0 0,-1 1 6 16,-1 3 5-16,0 6-1 0,1-12 2 0,-1 12-5 15,0 0-4-15,0-9-4 0,0 9 1 16,0 0 0-16,0 0-1 0,0 0 4 0,0 0-1 0,0 27-3 15,1-15 1-15,1 4 6 0,-1-4-3 0,3 5 2 16,0-2-4-16,0-4-10 0,2 1-25 0,3 2-27 16,-3-4-47-16,2-2-45 0,5-1-42 15,-2 0-147-15,0-3-373 0,2-1 165 0</inkml:trace>
  <inkml:trace contextRef="#ctx0" brushRef="#br0" timeOffset="75657.16">5499 4866 101 0,'-12'-2'181'15,"12"2"-8"-15,-13 5-6 0,7 0-3 0,-3 3-9 16,0-2-11-16,0 5-12 0,0 3-6 0,2 1-5 16,2 0-4-16,-2-1-14 0,4 3-7 0,2-6-9 15,1 2-14-15,3 0-4 0,-1 1-4 0,4-3-4 16,-1-1-3-16,4-1-7 0,1 0-3 0,1-3-6 15,5-3-6-15,0 1-10 0,2-3-8 0,1-2-10 16,3-3-12-16,-3 0-10 0,0-4-9 16,2-2-5-16,-3 0 1 0,-3 0 3 0,2-4-1 0,-2-1 4 15,-2 1-1-15,-2-1 4 0,0-1 12 0,-4-1-2 16,2 1 15-16,-5-2 3 0,-1 0 3 0,0-1 7 16,-3 1 1-16,2-2 4 0,-5-5 9 0,2 7 4 15,0 0 10-15,-2 1-1 0,0-2 3 16,1 3 9-16,-1-1-1 0,1 7 2 0,-2-2 4 15,4 12 5-15,-3-13-6 0,3 13-7 0,-1-9-6 16,1 9-11-16,0 0-9 0,0 0-5 0,0 0-5 16,0 0 5-16,0 0 5 0,0 0 8 0,13 34-3 0,-9-8 11 15,0 3-3-15,2 0 1 0,-3 2-6 0,-2 1 1 16,1-1-5-16,1-1-4 0,-1-1-2 0,1 0 1 16,1-1-5-16,-3-2-4 0,2-8-26 15,-2-2-24-15,-1 0-28 0,1-3-30 0,2-1-30 16,-3-12-45-16,4 20-59 0,-4-20-40 0,2 13-182 15,-2-13-481-15,0 0 212 0</inkml:trace>
  <inkml:trace contextRef="#ctx0" brushRef="#br0" timeOffset="75925.23">5972 4751 1670 0,'10'-15'72'0,"-1"2"26"0,-4 4-22 0,0 0-22 15,-1 2-30-15,-4 7 14 0,5-7-9 0,-5 7-7 16,0 0-2-16,0 0-3 0,0 0 16 0,0 0 4 15,0 0-2-15,-29 16 6 0,17-5-1 0,-4 2-1 16,1 1-7-16,0-2-1 0,-3 8-1 0,3-8-5 16,3 4 0-16,-2-2-5 0,3-1 6 0,0 1-12 15,4-5 2-15,1 0-5 0,0 0-1 16,1-4-5-16,1 2 4 0,4-7-3 0,-2 14-1 0,2-14 0 16,1 11 3-16,-1-11-2 0,8 14 1 0,0-6-2 15,3-1 2-15,3 1-2 0,1 1-10 0,1-1-7 16,4-3-16-16,-1 0-15 0,4-2-23 0,4 2-31 15,3-2-25-15,0 1-40 0,3-4-27 0,-1 0-133 16,0-2-349-16,2-3 156 0</inkml:trace>
  <inkml:trace contextRef="#ctx0" brushRef="#br0" timeOffset="76562.25">6666 4796 121 0,'-12'-8'221'0,"12"8"-9"0,0 0-6 16,0 0-9-16,-22 14-8 0,15-5-9 0,-4 7-9 16,1-1-10-16,0 2-12 0,2-1-7 15,1 1-13-15,-2 0-8 0,4-1-14 0,1 0-9 16,2-3-8-16,0-1-10 0,3 0-6 0,-1 1-5 16,3-2-10-16,1-1-3 0,0-1-8 0,1 1-1 15,0-5-6-15,-5-5 1 0,15 12-7 0,-15-12 3 16,20 5-2-16,-8-3-5 0,1-4-3 0,0 2-1 15,-2-3 1-15,2 1-4 0,-4-1-2 0,0-5-3 16,1 4-6-16,-4-5-4 0,-2-1-4 0,0 0-1 16,-1-1 0-16,-3-6-6 0,0 4-9 0,-3-4 5 15,-2 1 0-15,0-3-2 0,-3 4 2 0,-1-2-1 16,-2 1 0-16,-2 2 1 0,1 1 1 0,3 4-2 16,4 3 0-16,-2-2 1 0,7 8 1 0,-9-8-6 15,9 8 1-15,-7-7-1 0,7 7-3 0,0 0 4 16,0 0 0-16,0 0 2 0,0 0 3 0,0 0 5 15,28 11-7-15,-11-9 5 0,5 1 0 0,6-2 6 16,0 1-2-16,1-5 1 0,3-2 7 0,0-1-5 16,-1 1 0-16,0-4 0 0,-2 2-1 0,-4-3 2 15,0-2-3-15,0 0 3 0,-7 2 3 0,-1 0 0 16,0-4-3-16,-5 1 1 0,2 0-1 16,-1-2 5-16,-3-1 1 0,-1 2 3 0,0-2-8 0,-4-2 13 15,-1 1-3-15,0 0-2 0,0 1 3 0,-3 3 3 16,3 4 6-16,-3-1 9 0,-1 10-6 0,0-13 1 15,0 13-5-15,0 0-8 0,3-11-2 0,-3 11-9 16,0 0 2-16,0 0 4 0,0 0 17 0,-12 56-3 16,2-24 2-16,-1 12 4 0,-1 3 9 15,-1 2 2-15,2 4 13 0,-3 0 1 0,1-1 1 16,-2 2-3-16,4-4 1 0,1-1-2 0,-3-2-3 16,8-11-3-16,1 0-10 0,2-1 0 0,-1-2-3 15,2 13 7-15,0-14-12 0,3-2 6 0,-2-1-4 0,0-3 0 16,3-7-11-16,-2-1-36 0,2-2-34 0,-2-5-29 15,2 1-46-15,-2-6-41 0,-1-6-33 0,0 0-21 16,4 17-36-16,-4-17-41 0,0 0-233 16,0 0-571-16,0 0 253 0</inkml:trace>
  <inkml:trace contextRef="#ctx0" brushRef="#br0" timeOffset="76724.33">7008 5078 145 0,'0'0'245'0,"4"-9"-29"0,-4 9-18 0,11-5-11 16,-2 4-14-16,5-3-14 0,3 1-13 0,6-2-16 16,4-1-11-16,4 1-7 0,-1-4-17 0,0 3-20 15,0-1-37-15,-2 0-46 0,-1-2-60 0,-1 2-60 16,-7 1-178-16,-1 0-331 0,-1-1 146 0</inkml:trace>
  <inkml:trace contextRef="#ctx0" brushRef="#br0" timeOffset="77374.64">3343 5886 73 0,'-12'-3'146'15,"2"2"6"-15,1 0-2 0,9 1-13 0,-13-2-8 16,13 2-19-16,0 0-6 0,0 0 2 0,0 0 5 16,0 0 11-16,25 10-4 0,3-6 3 0,7-1-1 15,28-2 5-15,29 2 2 0,5-7-6 0,4 3-5 16,13-5-1-16,6-4 0 0,12 4-3 0,10 0-13 15,8-4 1-15,6-1-5 0,9 2 3 0,9 1 1 16,10-7-9-16,4 3-4 0,5 3-7 0,10-2 9 16,5 1-12-16,6 1 3 0,-2 1-11 0,1-4 0 0,5 3 7 15,-7 0-8-15,1 2-1 0,-4-5 4 16,1 2 13-16,-1 3-9 0,0-3-9 0,-6 1 9 16,-7-4-4-16,-3 3-1 0,-4-8-7 0,-5 1-4 15,-15 0-5-15,-7-2-1 0,-5-1-7 0,-7 1-2 16,-16 0-5-16,-6 2-3 0,-9-2 0 0,-13 0-5 15,-8 3-2-15,-8 3-4 0,-30 0-7 0,-4 6 1 0,-5-1 1 16,-16 1 3-16,-7 1-3 0,-8 2-4 16,-6 3-4-16,-1-4 5 0,-2 1-3 0,-10 4-2 15,10-6-12-15,-10 6-21 0,0 0-10 0,4-13-15 16,-4 13-32-16,0 0-26 0,-19-12-33 0,-3 7-41 16,-5 4-41-16,-7 5-59 0,-2-5-54 0,-18 6-267 0,2-2-649 15,-3-1 287-15</inkml:trace>
  <inkml:trace contextRef="#ctx0" brushRef="#br0" timeOffset="79782.27">13407 5364 185 0,'0'0'214'16,"0"0"6"-16,0 0-9 0,0 0-20 0,0 0-23 16,-4-14-16-16,4 14-1 0,14-25-16 0,-4 9-11 15,3-8-6-15,6-1-5 0,3 0-12 0,3 0-21 16,-3-2-10-16,1-1-11 0,0 0-1 0,10-10-7 15,-6 0-6-15,3 1-2 0,-11 6-6 0,2 1 4 16,-1 0-13-16,-4-1-2 0,2 0-4 0,-5 2-3 16,1 4 1-16,-5 1-5 0,-3 6 5 0,0 6 4 15,-5-1-10-15,3 4-1 0,-4-1 1 0,0 4 0 16,0 6-6-16,-4-11-1 0,4 11-1 0,-5-8-8 16,-3 7 0-16,-1-1-5 0,-5 4-4 0,-1 4-3 15,-4 2 1-15,-3 6 1 0,8-3-4 0,-4 1-2 16,3 2-1-16,5 0 3 0,2 1 0 0,1-4-3 15,5 3 2-15,0 2 1 0,4 0 3 0,0-1 2 16,2 2-2-16,5 0 2 0,1-1-8 16,3-2 12-16,-1 1 0 0,1-2 3 0,0 0-4 0,5 6 2 15,-5-2 0-15,3-4-3 0,-1 1 7 0,-3-2 0 16,-1 0 2-16,-2 0-3 0,-2-2-1 0,0 0 1 16,-5 3-3-16,2-2-6 0,-3 1-5 0,-2-2-8 15,-1 1-13-15,-2-2-19 0,0 3-10 0,-8 2-24 16,1-2-20-16,-2-2-28 0,-3 1-24 15,3 0-132-15,-4-3-318 0,5-2 141 0</inkml:trace>
  <inkml:trace contextRef="#ctx0" brushRef="#br0" timeOffset="80325.59">13926 5021 171 0,'0'0'166'0,"6"-2"-21"0,-6 2-5 15,0 0-11-15,8-4-8 0,-8 4-8 0,0 0-10 0,0 0 2 16,0 0-5-16,11 9-8 0,-7-4-8 0,-4-5-8 16,4 11-4-16,-1-6-11 0,-3-5-8 0,2 8 1 15,-2-8-1-15,5 7 5 0,-5-7 7 16,0 0 9-16,2 7 13 0,-2-7 11 0,0 0 8 16,5 3 14-16,-5-3-13 0,0 0-8 0,0 0-13 0,0 0-5 15,0 0-10-15,0 0-7 0,-2-24-8 0,2 14-3 16,2-1-10-16,0 0-6 0,4-7-10 0,1 1-5 15,4-5-7-15,-4 4-3 0,4 2 1 16,3-5-6-16,-3 7-8 0,-2 5 3 0,3 0-7 16,1 0 3-16,-3 4 0 0,3 0-5 0,-1 3-2 15,-2 2 3-15,1 1-1 0,2 2 4 0,-1 4-5 0,-1-1 1 16,3 6 4-16,-1-1 1 0,-2 2-1 16,3 0 0-16,-5 2-2 0,-3-5 1 0,5 0 3 15,-6-3 0-15,-1 2-2 0,-2-1 1 0,3-4 3 16,-3 1 3-16,-2-5-3 0,3 6 5 0,-3-6 6 15,7 6 6-15,-7-6-13 0,0 0 3 0,0 0 1 16,0 0 8-16,0 0-14 0,0 0 2 0,0 0-2 16,0-21-3-16,0 11-6 0,2 0-2 0,0-2 0 15,4-5-9-15,-3 2-6 0,7-3 0 0,0 1 10 16,1 3 1-16,-2-1-9 0,1 3 1 0,-1 3-2 16,-3 3 2-16,3 1-1 0,-4 1-1 0,3 2 2 15,-1 2 5-15,-7 0-4 0,13 5 3 0,-3 1 1 16,-3 0 4-16,-1 3-1 0,1 3-2 0,-2-1-5 15,2 4-13-15,-3 0-11 0,0 0-14 0,4 1-17 16,-2-1-29-16,-1-3-28 0,-1 0-25 0,5-3-7 16,-3 2-22-16,5-3-137 0,-4 0-348 0,2-2 155 15</inkml:trace>
  <inkml:trace contextRef="#ctx0" brushRef="#br0" timeOffset="81126.48">14813 4831 120 0,'2'-13'172'0,"-2"1"-3"15,-2 1-1-15,-4 1 0 0,3 0-5 0,-4 2-8 16,2 1-6-16,-1 0-13 0,6 7-15 0,-11-3-9 16,4 3-13-16,-4 5-9 0,0 1-1 0,-3 5-15 15,3 1-6-15,0 2-3 0,1 1-4 0,0 0-10 16,6 1-3-16,1-3-6 0,1-1-3 0,4 1-6 16,0-2 1-16,0-2-2 0,3 2-7 0,2-6 3 15,-3 4-3-15,8-3-2 0,-6-1 0 0,1-3-2 16,5 0 8-16,-6-2-5 0,5-2 3 0,1-1 3 15,1-1 4-15,2-5-6 0,-3 3 0 0,-3-3 0 16,0 1 1-16,0 0-2 0,1-2-1 0,-1-3 0 16,-3 4-2-16,4-5-2 0,-5 5 0 0,1-2-6 15,-1 2 2-15,0-1-3 0,-1 2-2 0,-2-1 6 16,1 3-7-16,-3 6-7 0,4-8 4 0,-4 8-7 16,1-7 0-16,-1 7-6 0,0 0 7 0,0 0-11 15,0 0 1-15,0 0 2 0,0 25 3 0,0-10 0 16,-1 2 4-16,2 0-3 0,1 2 5 0,0-3 0 15,2 0-9-15,2-1 2 0,0-2 0 0,2-2 5 16,-1-2-1-16,2 0 1 0,4-2 1 0,-1-2 1 16,2-3 5-16,3 1-1 0,4-6 3 0,1 0-3 15,6-4 5-15,-4-4 2 0,-4 0 3 0,2-3 5 16,-2-2-1-16,0-3 1 0,-1 2-1 0,-2-2 3 16,-6 2 1-16,0-6-1 0,-1 0 6 0,1 0-4 15,-8 3 2-15,5-4-4 0,-6-2-3 0,1-1-3 16,-3-1 2-16,-2 1-5 0,1 1-1 0,2 0 2 15,-3 1-3-15,2 0-6 0,-3 8-2 0,2 4 1 16,-2 3-1-16,1 1 0 0,2-1-3 0,0 10-3 16,-2-10 1-16,2 10-4 0,-1-9 1 15,1 9-5-15,0 0-1 0,0 0-4 0,0 0 7 0,0 53-1 16,-3-20 3-16,0 1-1 0,-2 2 4 0,3 11-3 16,1-12 5-16,2-6-2 0,1 2 9 0,2-5-8 15,2 0 3-15,2-2-2 0,-1-6-1 0,3-4 11 16,1 2-11-16,0-5 4 0,0-1 0 0,0-2 2 15,2-5-1-15,3 3 0 0,3-4-2 0,-2-2 3 16,1-1-1-16,0-3 2 0,1-2-8 0,-2-2 8 16,1-2-1-16,-3-1 1 0,2-3-3 0,-3 2 2 15,-2-4-5-15,0 0 4 0,0-6 0 0,-1-1-3 16,-2-2 0-16,-1 0-4 0,1-4 2 0,-3 3 5 16,-1 1-4-16,-1 1 2 0,0 5-2 0,-2-2 2 15,-1 4-6-15,1 1 13 0,-2 6 3 0,0 0-3 16,1 3 2-16,-1 7-3 0,3-11-5 0,-3 11-3 15,1-8 2-15,-1 8-9 0,0 0-4 0,0 0 6 16,0 0 2-16,3 29-5 0,-5-11 7 0,2 9 10 16,-2-1-10-16,3 1 4 0,-2 1-4 0,-2-1 2 15,3-1-2-15,-1 3 5 0,-2-2-4 0,3-1-18 16,1-1-16-16,1-6-33 0,2 7-28 0,-2 0-34 16,1 0-43-16,0-6-54 0,4-2-62 0,0 6-180 15,1-9-504-15,4-2 224 0</inkml:trace>
  <inkml:trace contextRef="#ctx0" brushRef="#br0" timeOffset="81617.64">16664 4741 2815 0,'14'-12'51'15,"-7"1"2"-15,-3 0-19 0,0 2-9 0,-4-2 9 16,2 0 7-16,-3 1 2 0,0 1 3 0,-3-3 1 15,-2 4 5-15,1-4 1 0,-1 3 8 0,0 1 2 16,-1-1 2-16,0 2-6 0,-2 0-8 0,1 7-11 16,8 0-5-16,-23 7 1 0,6 3-1 0,0 2-4 15,-4 4-4-15,-1 1-3 0,2 2-6 0,6-3 0 16,2 0 6-16,2-2-9 0,2 1-4 0,3-5-3 16,3 1-4-16,0-3-7 0,2 2-2 0,2-3-8 15,-2-7-9-15,3 12-3 0,1-8-5 0,0 2 0 16,-4-6 6-16,12 5 2 0,-5-4-2 0,1-1 6 15,-8 0 0-15,13-3 1 0,-4 0-4 0,-2-3 0 16,0 3 7-16,2-2-4 0,1-2 2 0,-1 3 11 16,-3 1-15-16,3 0 0 0,-1 0 1 0,0 1-2 15,-8 2 2-15,15 1 3 0,-5 2-4 0,-1 3 5 16,0 0 1-16,4 7 4 0,-5 1-4 0,1 3 2 16,1 7 0-16,-3 2 6 0,-3 4 0 0,-1-5 2 15,-2 5-2-15,0-3 11 0,-2 2-13 16,1-3 1-16,-2 2 6 0,-1-4-1 0,0-6-3 15,-1 7 7-15,-1-6 0 0,-1-1 4 0,0-4 7 0,-5 5 4 16,0-4 6-16,-3 6-3 0,-5-4 0 0,-2 0 1 16,-2-2 6-16,-2-3-10 0,1 0-3 0,4-4 4 15,1 2-6-15,0-4-3 0,0 0-23 0,2-3-23 16,-2-1-42-16,1-1-49 0,4 0-45 0,1-2-48 16,-1-3-45-16,3 2-172 0,11 2-474 0,-12-9 210 15</inkml:trace>
  <inkml:trace contextRef="#ctx0" brushRef="#br0" timeOffset="82560.03">17008 4702 178 0,'-10'-6'251'0,"0"2"-17"0,-4 1-16 0,2 2-9 16,-6 0-15-16,5 3-9 0,-7 4-15 15,3 0-14-15,-2 4-14 0,3 0-15 0,3 3-9 0,1-1-14 16,2-1-7-16,4 2-11 0,2-1-7 0,1-2-11 16,1 1-4-16,3 0-2 0,2-1-8 0,0 0-4 15,4 0-4-15,3-3-6 0,-2-1-4 0,3 0 0 16,2-3-1-16,0-3-8 0,0 0-1 16,1-2-1-16,2-2-8 0,-3-1 4 0,-1 0-8 0,-1-2 2 15,-2 0 3-15,-1-1-2 0,-1 1-8 0,1-3 2 16,-2 1 2-16,0-2-2 0,-3 1-1 0,1-2-2 15,-1-1 3-15,-1 5 4 0,2-4-5 0,-4 4 6 16,1 1-1-16,-1 0-1 0,0 7-3 0,0-12 2 16,0 12-6-16,2-7-4 0,-2 7 1 0,0 0-6 15,0 0 2-15,0 0-1 0,0 0 1 0,0 0-1 16,-8 20 2-16,7-8 5 0,-4 3-1 0,2-4-3 16,2 3 3-16,0-2 0 0,2 0-3 0,-1 2 3 15,2-4 6-15,4 0-4 0,-3-1-2 0,5 0 2 16,1-3 2-16,2 0-2 0,2-2 2 15,5-3-2-15,3 0 7 0,-1-3-7 0,1 0 3 0,0-2-6 16,-2-2-2-16,1 2 1 0,-3-5-1 0,-1 2 2 16,-1-2-2-16,-2-2 4 0,1 2-4 0,-5 0 7 15,1-3-6-15,0-1-1 0,-3 4 1 0,-1-1-1 16,-1-6 2-16,0 5-6 0,0-1 4 16,-2 1 0-16,-1 1-3 0,1-1 4 0,-2 3-2 0,-1 8 2 15,2-9-1-15,-2 9-1 0,2-10-3 16,-2 10 1-16,0 0-6 0,-1-8 0 0,1 8 6 0,0 0 0 15,0 0-6-15,0 0 4 0,-8 25-1 0,4-14 0 16,2 1 2-16,-4 3 3 0,3-3-3 0,0 2 3 16,2-4 1-16,2 2-2 0,1-1 9 0,2 0-5 15,-1-2 3-15,5 1-4 0,0-3 4 0,-1-2-4 16,5 1 5-16,-1-2-2 0,2-2 0 0,5 1 3 16,1-2-2-16,-2-1-3 0,-3-1-1 0,-1-2-1 15,1 1 0-15,2-2-7 0,-4-2 5 0,0 2-4 16,-3-3-3-16,3 1 2 0,-2-2 1 0,-1 0-4 15,-1 1 4-15,2-3-4 0,-1 2-2 0,-3 0 3 16,0 2 0-16,-3-2 2 0,0 2 3 0,2 0-1 16,-1 0-1-16,-4 6-1 0,5-10 0 0,-5 10-6 15,5-6 5-15,-5 6-1 0,0 0-2 16,3-4 0-16,-3 4 0 0,0 0 2 0,0 0-3 0,0 0 4 16,0 0 2-16,0 19 1 0,0-19 0 0,-4 10-1 15,4-10 0-15,-3 10 1 0,3-10 0 0,-2 9 2 16,2-9 1-16,-2 5 5 0,2-5-3 0,0 0 4 15,0 0-1-15,0 0 3 0,-1 8 8 0,1-8 0 16,0 0 2-16,0 0 6 0,0 0-5 0,16-4-1 16,-16 4-2-16,12-6-1 0,-5 4 0 0,-7 2-3 15,12-5-5-15,-3 4 0 0,2-2-1 0,-2 2-2 16,-9 1-2-16,15 3-1 0,-6-2-1 0,-3 2-1 16,1 2 1-16,1 1 4 0,-1 2-4 0,-1-2 3 15,0 3-4-15,-3-1 5 0,1 2-6 0,-1-2 4 16,-2 1-3-16,1-1-16 0,-2 1-5 0,2-1-22 15,-1-1-17-15,-1-7-25 0,0 12-40 0,0-12-50 16,-1 9-51-16,1-9-34 0,0 0-149 0,-9 7-446 16,9-7 197-16</inkml:trace>
  <inkml:trace contextRef="#ctx0" brushRef="#br0" timeOffset="82773.67">17356 4452 2300 0,'-17'-12'76'0,"4"-1"-12"0,-2 0-13 0,5 6-27 15,-2-2-7-15,5 4 4 0,2 0 8 0,-1 0 4 16,1 1 4-16,5 4-4 0,-7-5-1 0,7 5-4 16,-5-5-3-16,5 5-6 0,-4-5-15 0,4 5-21 15,0 0-32-15,0 0-50 0,0 0-66 0,0 0-76 16,0 0-130-16,24-4-401 0,-24 4 177 15</inkml:trace>
  <inkml:trace contextRef="#ctx0" brushRef="#br0" timeOffset="83668.8">18428 4465 56 0,'-6'-12'186'0,"1"6"-2"0,-1-3-2 0,2 2-12 16,1 0-10-16,-1 1-6 0,4 6-12 0,-4-7-13 16,4 7-20-16,-4-6-10 0,4 6-12 0,0 0-11 0,0 0-8 15,0 0-4-15,-2 24-2 0,-1-5-6 16,7 7 2-16,-4 5 1 0,-5 1-1 0,1 1-4 15,0-1-4-15,-2 0-7 0,2 0 2 0,-1-3-10 16,4 0-1-16,-5-3-3 0,4-9-2 0,1-1-1 16,2-4-2-16,-5-2-1 0,3-4-6 0,-1 1 4 15,2-7-1-15,-1 12 7 0,1-12 5 0,-1 8 12 16,1-8 12-16,-1 6 1 0,1-6 9 0,0 0-2 16,0 0-4-16,0 0-6 0,0 0-8 0,0 0-7 15,0 0-8-15,12-21-3 0,0 8-8 0,-1 1-4 16,4-2-4-16,0 2-4 0,2 0-2 0,7-3-3 15,-6 7-2-15,-3 0-3 0,5 4-8 0,-2 3 2 0,-4 1 2 16,4 0-3-16,-1 5 1 0,-6-3 0 16,1 4-2-16,-2 0 0 0,-2 2 2 0,-3 2-2 15,1-1 2-15,-2-1 5 0,0 3-6 0,-5 1 7 16,-5-3 6-16,-1 2-7 0,-2 2 4 0,-4 2-6 16,-2-3 5-16,1-3 0 0,-3 1-3 0,2-3 4 15,-3 2-9-15,4-3-10 0,0-2-17 0,2 1-18 16,1-3-21-16,-1 0-34 0,2 1-35 0,10-3-25 15,-14 3-39-15,8-4-30 0,6 1-137 0,0 0-403 16,0 0 178-16</inkml:trace>
  <inkml:trace contextRef="#ctx0" brushRef="#br0" timeOffset="84020.66">19012 4679 128 0,'6'-2'220'0,"-6"2"-19"0,0 0-3 15,0 0-10-15,0 0-14 0,0 0-4 0,-26 5-3 16,10 2-7-16,0 2-3 0,-7 5-9 0,0 2-6 16,0-2-10-16,6-3-12 0,3 1-11 0,1-2-12 15,2 3-10-15,-2-2-6 0,8-3-12 0,1-1-7 16,1 0 2-16,1-1-16 0,2-6-5 0,-1 11-10 16,1-11-1-16,0 0-5 0,3 11-3 0,1-9-4 15,-4-2 1-15,9 2-7 0,-9-2-1 0,15-2-6 16,-8-2-2-16,2 0-2 0,2-3-3 0,-3-1 5 15,1 1-4-15,0-1 0 0,0 0 0 0,-1-1 3 16,-1 1-3-16,1-1 2 0,-1 2-2 0,0 0-2 16,-3 2 2-16,-2 1-1 0,-2 4-6 0,8-6 3 15,-8 6-5-15,6-3 4 0,-6 3-6 0,0 0 5 16,0 0-2-16,7 14 2 0,-6-3 1 0,0 0 11 16,-1-1-15-16,0 7-20 0,-1 0-20 0,0-3-27 15,-1 2-41-15,1 0-35 0,0-4-30 0,1 2-45 16,-1-3-159-16,-2-1-415 0,3-10 184 0</inkml:trace>
  <inkml:trace contextRef="#ctx0" brushRef="#br0" timeOffset="84378.98">19186 4731 6 0,'0'0'165'0,"4"-6"-19"16,-4 6-9-16,0 0-2 0,0 0-9 0,0 0 12 15,0 0-2-15,0 0 0 0,4 21-6 0,-4-16-9 16,0 5-11-16,-3-1-8 0,3 2-12 0,0-3-6 16,0-8 1-16,0 13-17 0,0-13 2 0,0 11-4 15,0-11-2-15,1 8 8 0,-1-8 7 0,0 0-3 16,-2 6 4-16,2-6 6 0,0 0 0 0,0 0 2 16,0 0-17-16,0 0-5 0,0 0-7 0,0 0-8 15,0 0-4-15,0 0-5 0,6-29-6 16,-2 19-7-16,1 0-10 0,0 1-4 0,0 0 1 0,2 2-4 15,-1-1-6-15,2 1 1 0,-2 3-1 0,1 1-3 16,-1-1-3-16,0 0-3 0,-6 4-1 0,16 0 2 16,-16 0-2-16,11 4 3 0,-3 0-5 0,-1-1 4 15,1 4-10-15,-4 0-9 0,2 1-19 0,-4 0-16 16,6 0-24-16,-2 1-24 0,-1-1-30 0,0 1-11 16,3-1-26-16,0-3-25 0,3 2-22 0,0-2-110 15,2-1-356-15,0-4 158 0</inkml:trace>
  <inkml:trace contextRef="#ctx0" brushRef="#br0" timeOffset="84798.64">19729 4717 174 0,'4'-8'204'15,"0"-3"-10"-15,-3 6-9 0,-1-3 1 0,0 8 1 16,-3-12-17-16,-2 5-11 0,0 2-11 0,-1 0-9 16,-2 1-13-16,0 3-8 0,-3 0-11 0,1 3-8 15,-4 2-9-15,-2 1-6 0,1 5-10 0,0 0-3 16,2 1-3-16,-1 1-4 0,5-2-11 15,1 0-6-15,1 0-2 0,0 1-8 0,3 0-1 0,2-2-6 16,2 1 0-16,1 0-2 0,0-3 0 0,5 2-5 16,2-3-1-16,-1-3 1 0,-1 1-4 0,6-3 2 15,0 2-5-15,0-3 4 0,-1-1-7 0,2-3-1 16,-1-1 0-16,0-1 1 0,-1-1 0 0,-1-3-2 16,0 3-2-16,-2-4 4 0,-2-1-5 0,1 2 1 15,0-8 2-15,-2 2 1 0,-2 0 0 0,-2-2 5 16,1-7 3-16,-2 1 5 0,-3 4-6 0,-2-5-1 15,5 1 4-15,-3 3 4 0,1-4 1 0,-2 0 1 16,3 7-4-16,1 3 3 0,-2 2 7 0,1 2-2 16,0 1 2-16,-2 3 0 0,3 7-2 0,-2-10-10 15,2 10-9-15,-2-8-3 0,2 8-3 0,0 0-2 16,0 0 2-16,0 0-6 0,-1 33 3 0,1-9-1 16,0 6 1-16,1-2 3 0,-1 3-4 0,-1-4 0 15,0 2 5-15,2-2-4 0,-1 3-21 0,3-3-17 16,-1 0-21-16,1-8-23 0,-3 0-31 0,2 0-31 15,1-2-52-15,3-1-20 0,-1-7-33 0,2 1-208 16,-1-1-489-16,1-2 218 0</inkml:trace>
  <inkml:trace contextRef="#ctx0" brushRef="#br0" timeOffset="85252.05">20001 4721 63 0,'8'-10'207'0,"-3"3"4"0,-1 1 3 0,-2 1 0 16,2 0-6-16,-4 5-19 0,5-5-12 0,-5 5-22 0,0 0-11 15,7-4-22-15,-7 4-3 0,0 0-9 0,0 0-4 16,-8 22-10-16,4-14-7 0,2-2-13 16,2 4-1-16,-2-1-12 0,1 0 10 0,0 1-19 0,1-10-4 15,0 13-8-15,2-6 2 0,-2-7-8 16,4 9 1-16,-1-5-4 0,-3-4 3 0,10 7-7 0,-5-4-1 16,3-1-4-16,2-2 0 0,-1 0 1 15,-9 0-5-15,17-7-4 0,-6 2-3 0,-2 2 2 0,0-2-3 16,0 0-7-16,2-2-1 0,-2 1 0 0,-1-1-1 15,3 1-3-15,-4-1-5 0,-1 0 6 16,2-2-10-16,0 2-8 0,-5-1-6 0,3 1 4 0,-6 7-6 16,9-9-1-16,-3 5 1 0,-6 4 4 0,13-6 2 15,-13 6 1-15,15-1 2 0,-15 1 2 0,0 0 0 16,18 3 5-16,-18-3-4 0,14 4 5 16,-1-2 2-16,-3 2-1 0,3-3 2 0,-2 1 0 15,3-2 2-15,-1 2 3 0,-1-4 1 0,2 2-2 16,-3 0 3-16,0-3-3 0,1 3 8 0,-3-3 9 0,-1 0 14 15,-2-1 7-15,1 1 9 0,-7 3-5 0,9-9 3 16,-9 9 0-16,1-14-8 0,-1 14-1 0,-4-13-6 16,4 13 0-16,-6-14-2 0,-2 6 6 15,0 2-17-15,-1-1 0 0,2 2-20 0,-6 1-20 16,4 0-18-16,9 4-22 0,-22-2-23 0,12 1-31 0,10 1-36 16,-19 3-40-16,19-3-25 0,-8 4-24 0,8-4-141 15,0 0-414-15,0 0 184 0</inkml:trace>
  <inkml:trace contextRef="#ctx0" brushRef="#br0" timeOffset="85431.85">20505 4568 74 0,'4'-2'280'0,"1"-1"-5"0,-5 3-6 15,0 0-8-15,10-10-8 0,-10 10-10 0,0 0-13 0,8-6-19 16,-8 6-22-16,0 0-22 0,0 0-25 0,0 0-10 16,0 0-15-16,0 0-15 0,9 16-9 0,-8-7-2 15,-1-9-15-15,0 23 0 0,-1-8-12 16,-1 0-5-16,0 1-12 0,2-4-27 0,-3 5-32 15,2 0-19-15,1-4-37 0,-1-1-42 0,1-1-48 0,1 0-54 16,0-2-47-16,-1-9-179 0,0 16-473 16,0-16 211-16</inkml:trace>
  <inkml:trace contextRef="#ctx0" brushRef="#br0" timeOffset="85600.5">20509 4398 46 0,'0'0'55'0,"0"0"-22"0,0 17-38 16,7-7-17-16,0-1-24 0,9 0 12 0</inkml:trace>
  <inkml:trace contextRef="#ctx0" brushRef="#br0" timeOffset="85991.48">20962 4527 140 0,'12'3'229'0,"-12"-3"-19"0,0 0-14 0,8-3-17 16,-8 3-10-16,0 0-12 0,0 0-3 0,0 0-4 15,-27 7-4-15,14 2-11 0,-4-2-4 0,1 4-5 16,-2 1-8-16,2 0-12 0,-1 2-6 0,4-2-1 16,-3 2-14-16,6-1-11 0,0 0-7 0,2-5-6 15,3 2-4-15,1-1-7 0,2-2-3 0,1 1-7 16,1-8-3-16,2 12-2 0,2-7-1 0,2-1-3 15,1-1-1-15,0-2-5 0,4-1-4 0,1-3-11 16,0 0 2-16,1 0-3 0,-2-6 0 0,-1 4 0 16,6-5-1-16,-7 3 4 0,-2-1-4 0,0-3-4 15,3-3-2-15,-6 3 2 0,2-5 4 0,-1-1-3 16,-1-1 4-16,0 1-1 0,0-3 4 0,-2 2-1 16,1-1 5-16,-1-6 0 0,0 6-2 0,0 1 3 15,0-1 6-15,0 2 0 0,-1 4 3 0,1 2 5 16,-1 1 4-16,-1 3-3 0,0 7-11 0,3-11-3 15,-3 11-4-15,0-7-11 0,0 7 4 0,0 0-2 16,0 0 0-16,1 24-2 0,-1-8 6 0,0 4 0 16,0 5-2-16,0-1-2 0,1 3 1 0,-1-4 11 15,1-2-19-15,1-3-33 0,1 1-20 0,1 4-25 16,-1-5-35-16,-2-1-41 0,3-5-79 0,0 1-41 16,-3-2-189-16,2-1-503 0,-3-10 222 0</inkml:trace>
  <inkml:trace contextRef="#ctx0" brushRef="#br0" timeOffset="86650.49">21190 4419 160 0,'1'-10'232'0,"2"1"-5"0,-1 0-5 16,0 3-9-16,-2 6-22 0,3-8-17 0,-3 8-26 15,0 0-15-15,0 0-1 0,0 0 17 0,9 24-5 16,-8-8 6-16,2 8-15 0,-2 5-4 0,1-1-14 15,-4-2 3-15,1 0-9 0,0 2-5 0,-3-2-14 16,1 0-3-16,0-7-8 0,5 5-8 0,-4-5-10 16,0-2-10-16,2-2-7 0,2-2-16 0,-2-3-27 15,-2 0-26-15,2-2-24 0,0-8-18 0,0 0-24 16,0 18-17-16,0-18-15 0,0 0-17 0,-1 9-5 16,1-9-12-16,0 0-8 0,0 0-2 0,0 0 9 15,0 0 8-15,0 0 23 0,0 0 3 0,-13-32 39 16,13 32-6-16,-2-23 31 0,3 10 21 0,0 3 18 15,-1-9 19-15,3 2 15 0,-2 7 11 0,3-2 9 16,-1-1 1-16,0-2 14 0,4 5-3 0,-4-3 13 16,4 5 0-16,1-4 0 0,-1 6-1 0,5-7-4 15,-3 6 1-15,5-3-2 0,0 0 8 0,1 1-2 16,-1-1 9-16,3 3-1 0,-7 1 1 0,0-1 4 16,3 0 3-16,-4 2-4 0,1-2 3 0,2-1-5 15,-3 1-4-15,0 0-2 0,-3 0-4 0,2-2-1 16,-2 3 0-16,-1-3-7 0,0-1 0 0,0 2-6 15,-1 2-7-15,1 0-2 0,-2 1-6 0,-3 5-2 16,5-8-4-16,-5 8-6 0,3-7-11 0,-3 7 4 16,0 0 0-16,0 0-1 0,5 20-4 0,-8-6 4 15,-1 3-4-15,3 7 1 0,-4 1 3 0,1-1-1 16,0-5 2-16,0-1-4 0,2-2-2 16,1 2-2-16,-2-3 2 0,3-4 4 0,-1-1-3 0,-1-3-3 15,2-7 4-15,-2 11-3 0,2-11 3 0,0 7-1 16,0-7 1-16,0 0 0 0,0 8 2 0,0-8 2 15,0 0 4-15,0 0-8 0,0 0 0 0,0 0 0 16,0 0-7-16,0 0 5 0,27-14-6 0,-18 9 8 16,0 0-5-16,2-2-3 0,-1 1 0 0,1 3 1 15,-1-1-4-15,-10 4-3 0,14-2-1 0,-5 3 1 16,-3 1 1-16,4 3 1 0,-3-1-4 0,-2 1 2 16,2-2 0-16,-3 2-11 0,4 4-24 0,-5-2-13 15,2 1-29-15,1 2-37 0,-2-2-47 0,1-1-68 16,1 0-51-16,-3 1-155 0,-3-8-477 0,10 8 211 15</inkml:trace>
  <inkml:trace contextRef="#ctx0" brushRef="#br0" timeOffset="86920.47">22215 4324 84 0,'7'-17'243'0,"1"3"-1"15,-4 3 5-15,-2 3 1 0,1 2-16 0,0 1-26 16,-3 5-19-16,4-8-23 0,-4 8-14 0,0 0-1 16,0 0-7-16,8 28 2 0,-8-2-3 0,0 3 1 15,2 2-6-15,-2 1-5 0,-2 4-4 16,5 0-7-16,-6 9-2 0,2-13-15 0,1 0-9 0,-1 1-1 16,3-1-9-16,-4-2-9 0,-1-1-2 0,3-2-6 15,3-7-25-15,-1 4-14 0,0-5-37 0,0-2-27 16,-1-3-37-16,-1-3-37 0,2 2-35 15,-2-3-42-15,0-10-53 0,0 16-26 0,-3-11-225 0,-3 2-533 16,6-7 236-16</inkml:trace>
  <inkml:trace contextRef="#ctx0" brushRef="#br0" timeOffset="87182.61">22248 4479 62 0,'13'-16'227'0,"-2"1"-8"0,2 3 1 0,1 3-10 0,-2 1-9 16,2 3-9-16,-3 5-16 0,4 0-5 0,-3 3-16 16,6 3-10-16,-4 2-8 0,4 2-3 0,-7 1-17 15,2 3-9-15,-1 2-10 0,-3-2-7 0,-2 1-11 16,0 2-1-16,-6 1 2 0,0-3-9 0,-2-2-6 16,-7 2-2-16,1 0-7 0,-5-1 1 0,-3 0-8 15,-1-4-5-15,-1 3-3 0,-1-4-3 0,0 0-2 16,-3-3-21-16,-6 2-23 0,7-3-31 0,-2-2-27 15,4-3-37-15,-9 0-42 0,6-2-37 0,3 0-35 16,6-4-39-16,0 6-153 0,12 0-440 0,-17-12 196 16</inkml:trace>
  <inkml:trace contextRef="#ctx0" brushRef="#br0" timeOffset="87662.56">22511 4517 180 0,'12'-2'188'0,"-1"2"-2"16,-2 0-3-16,0 2-7 0,3 2 0 15,-3-1-7-15,-9-3-17 0,19 7-1 0,-13-4-1 16,1 5-15-16,0-1-2 0,1 1-7 0,1 1-7 0,-4-1-16 16,3 0-4-16,-4 2-14 0,2-5-5 0,-6-5-8 15,6 13-7-15,-3-7-4 0,-2-1-10 16,-1-5-2-16,4 10-2 0,-4-10-5 0,0 0-8 0,4 8 1 16,-4-8-2-16,0 0 1 0,0 0-3 0,0 0 2 15,5 8 1-15,-5-8 3 0,0 0-1 16,0 0-2-16,0 0-3 0,0 0-3 0,0 0-7 0,0 0-2 15,0 0-2-15,10-31-4 0,-6 23-8 0,2-3-2 16,1-1 1-16,-1 1-9 0,5-2-6 0,0-1-1 16,-1 3-3-16,1-1-2 0,-2 3-1 15,2 2 3-15,-2-1-2 0,0 3 4 0,-3-1-2 16,-6 6-2-16,13-4 4 0,-13 4-2 0,0 0 2 0,18 8 0 16,-14-3 1-16,-4-5-1 0,11 13 4 0,-5-4 1 15,-1 1 3-15,1 1 7 0,-1-6-10 0,1 4 2 16,-1-1 4-16,0-3-1 0,-5-5 6 0,9 11 2 15,-5-8 4-15,-4-3 5 0,13 3 0 0,-13-3-1 16,11 0 2-16,-11 0 0 0,22-5 3 16,-13 0 0-16,-2 2 2 0,1-3-1 0,-1-3 4 0,0 3-6 15,-3-1 1-15,1-1 2 0,-1-1-2 0,1-1-3 16,-2 1-1-16,-4-1-3 0,2 1-2 0,-1-1-2 16,-3 1-12-16,-2 2-11 0,3 0-13 0,2 7-11 15,-5-8-13-15,-2 6-17 0,7 2-23 16,0 0-26-16,-20-1-33 0,20 1-34 0,0 0-28 0,-16 10-34 15,10-4-132-15,6-6-411 0,0 0 182 0</inkml:trace>
  <inkml:trace contextRef="#ctx0" brushRef="#br0" timeOffset="88406.51">23290 4498 163 0,'5'-3'238'0,"-5"3"-14"0,9-6-6 15,-9 6-5-15,0-10-11 0,0 10-14 0,-2-9-1 16,2 9-16-16,-7-6-12 0,7 6-21 0,-11-3-11 15,11 3-13-15,-11 2-10 0,11-2-11 0,-18 7-5 16,8 2-9-16,1 1-1 0,0-1-5 16,3 1-7-16,-3 6-6 0,2-4-6 0,3-1-3 15,3 3-6-15,1 0-2 0,1 2-1 0,2-5-5 0,6 1-3 16,-1-3 0-16,4 1-7 0,4-1 0 0,3-1 0 16,0-5-5-16,3 0 1 0,7-2-4 0,-2-2 0 15,-6 0-6-15,0-3 3 0,-1 2-10 0,-1-6 3 16,0 2-8-16,-5-4 4 0,1-1 0 15,-5-2-2-15,-2 3 1 0,1-7-1 0,-3-8 4 0,-2 0-3 16,-4 6-1-16,-1-8-2 0,-2 1 1 0,1-3-1 16,-1 1-4-16,-1-1 1 0,-1 1 11 15,3-1-10-15,-1 2-2 0,1-2 4 0,-2 3 6 16,1 1-1-16,1 7 7 0,-1 0 3 0,2 7 5 16,-1 1 8-16,1 3-6 0,0 0 1 0,1 7-4 15,-1-11-7-15,1 11-6 0,0 0 0 0,0 0-1 0,0 0-2 16,-3 32 2-16,-1-7-3 0,2 5-1 15,-3 2 1-15,-1 1 7 0,3-1-3 0,-1 1-4 16,2-1 2-16,1-3 1 0,2 4 2 0,2-5-2 16,0-3 3-16,2 0 10 0,1-7-5 0,3-1-1 15,0-4-3-15,3 3 10 0,-2-7-1 0,-1 0 1 0,6-1 0 16,2-3-1-16,-2 0-1 0,-1-4 1 16,3 0-2-16,-2-2-7 0,-15 1 8 0,24-5-13 15,-12 2 0-15,-2-3-4 0,0-2 1 0,-1-1-1 16,0 0-2-16,1-4 1 0,-5 3 0 0,2-3-8 15,2-2-5-15,2-1 2 0,-6 6 3 0,-1 0 1 0,0 1-2 16,0 4-1-16,-4 5 1 0,4-12-5 0,-4 12-4 16,0 0-3-16,6-5 3 0,-6 5 4 0,0 0 1 15,0 0 2-15,0 0 2 0,0 0 4 16,3 23-1-16,-3-23 1 0,-2 16 0 0,2-16 3 16,3 14 0-16,1-5 2 0,-4-9-3 0,4 13 3 15,-2-8 6-15,-2-5-2 0,7 12 2 0,-1-10-1 0,-6-2 3 16,14 5-3-16,-14-5-1 0,23-1 0 0,-13 0-1 15,-1-2 0-15,3 0-4 0,-2-1-1 16,-10 4 2-16,18-7-3 0,-11 2 3 0,1 1-8 16,0-2 2-16,-8 6 7 0,11-10 0 0,-7 5 0 15,1 1-10-15,-5 4-1 0,8-5 3 0,-8 5 1 0,6-4-9 16,-6 4-1-16,0 0 3 0,0 0 2 16,0 0 0-16,0 0-1 0,0 0 6 0,5 20-5 0,-5-10-18 15,0-10-23-15,-2 19-28 0,-1-11-32 16,3-8-36-16,2 18-55 0,1-8-49 0,1-1-231 15,3 0-521-15,2-3 231 0</inkml:trace>
  <inkml:trace contextRef="#ctx0" brushRef="#br0" timeOffset="88640.28">24290 4456 3 0,'0'0'244'16,"-1"-14"-12"-16,-2 6-2 0,3 8-7 0,-1-7-11 15,1 7-16-15,-6-8-19 0,6 8-13 0,0 0-6 16,0 0-6-16,-17 10-1 0,11-2-7 0,-3 2-8 16,2-1-7-16,1 4-14 0,1-3-4 0,1 6-8 15,-1-4-13-15,5 4 0 0,4 0-14 0,-3 0-8 16,5-5-12-16,1 0-10 0,2-3-20 0,2 2-31 16,5-3-25-16,1 4-32 0,1-6-40 0,9 1-35 0,-5-2-35 15,0-4-44-15,-3-1-30 0,0-1-148 16,-7 0-426-16,2-3 188 0</inkml:trace>
  <inkml:trace contextRef="#ctx0" brushRef="#br0" timeOffset="88857.61">24546 4279 145 0,'4'-19'206'16,"-3"8"11"-16,0 1 7 0,1 5 0 0,0-2-13 15,-2 7-22-15,-2-10-20 0,2 10-23 0,0 0-12 16,0 0-14-16,0 0 15 0,0 0-1 0,0 36 1 15,-2-17-7-15,0 8-7 0,-2 1 0 0,1 2-13 16,-2-2-5-16,3 2-7 0,-2 0-7 16,-1-3-9-16,2-1-4 0,2 4-23 0,2-3-25 0,0-2-29 15,-1-8-40-15,2 1-46 0,-1-1-56 0,3-7-63 16,-4 1-56-16,0-11-180 0,-5 18-480 0,5-18 213 16</inkml:trace>
  <inkml:trace contextRef="#ctx0" brushRef="#br0" timeOffset="89016.3">24398 4467 2111 0,'0'0'100'0,"0"-8"-29"0,0 8-55 0,0 0 1 16,0 0-14-16,6-11 0 0,-6 11 1 0,8-5-1 16,2 2-2-16,4-1-1 0,8 2-7 0,0 1-23 15,7-1-35-15,5 2-46 0,1-3-52 0,16 3-163 16,-14-3-353-16,19-1 157 0</inkml:trace>
  <inkml:trace contextRef="#ctx0" brushRef="#br0" timeOffset="89488.37">25251 4417 248 0,'11'-2'244'16,"-11"2"-18"-16,0 0-12 0,0 0-8 0,6 6-9 15,-6-6 14-15,-4 12 1 0,4-12-1 0,-4 20-1 16,1-8-13-16,1 1-7 0,0 2-10 0,0 6-12 15,1 3-16-15,2-6-6 0,1-4-15 0,2 3-6 16,-1 0-14-16,0-5-5 0,7 3-14 0,-1-3-6 16,-1-3-4-16,3-1-9 0,-1 0-9 0,1-3 4 15,-1 0-10-15,-1-1-6 0,-1-1-7 0,1-1 2 16,-9-2-10-16,0 0-14 0,19-4-9 0,-19 4-2 16,10-6-8-16,0 0-22 0,-6 1-1 0,2-4 0 15,-6 9-3-15,9-16-4 0,-6 10 1 0,-1-4 4 16,-2 10-5-16,8-16 3 0,-7 9 6 0,-1 7-1 15,5-13-1-15,-5 13 2 0,0-9 1 0,0 9-7 16,0 0-2-16,0 0 5 0,0 0-5 0,0 0 6 16,0 0 4-16,0 0 3 0,15 19-1 0,-13-10 4 15,4 1-1-15,0-4 1 0,0 3 0 0,3-1 2 16,1 1 5-16,-4-2 2 0,6-3 2 0,-1 1 5 16,2-2 7-16,0 1 5 0,1-3-2 0,0-2 0 15,-1-2-2-15,-2-1 0 0,3-1-2 0,-3 0 0 16,-2-1 8-16,1-2 1 0,-2-1-5 0,-1-1 6 15,-1-5 2-15,-2-2 11 0,-1 3-17 0,2 0 0 16,-3-2 11-16,-2 3-27 0,-2-6 3 0,-3 2-11 16,0-2-19-16,-4 1-14 0,1 2-17 0,-2 0-18 15,-3 1-1-15,2 3-15 0,-1 5-21 0,4-3-31 16,-1 4-46-16,9 6-54 0,-10-8-34 0,6 8-15 16,4 0-162-16,0 0-489 0,0 0 217 0</inkml:trace>
  <inkml:trace contextRef="#ctx0" brushRef="#br0" timeOffset="89645.45">25738 4569 2871 0,'9'5'197'16,"-3"0"-108"-16,1-2-48 0,-7-3-18 0,10 7 16 15,-10-7 29-15,8 6 25 0,-8-6 17 0,0 0 5 16,0 0 2-16,9 4-15 0,-9-4-11 0,0 0-15 16,0 0-37-16,0 0-51 0,0 0-41 0,9 2-57 15,-9-2-81-15,0 0-75 0,0 0-69 16,16-2-183-16,-16 2-560 0,0 0 248 0</inkml:trace>
  <inkml:trace contextRef="#ctx0" brushRef="#br0" timeOffset="90082.76">26174 4717 155 0,'0'0'302'0,"0"0"-7"15,13 0 2-15,-13 0 2 0,0 0-15 0,12-6-14 16,-12 6-7-16,0 0-15 0,11-11-17 0,-5 6-19 15,-6 5-22-15,5-12-19 0,0 5-18 0,-5 7-13 16,6-15-1-16,-4 10-18 0,-2 5-11 0,7-19-5 16,-5 9-10-16,-2 10-9 0,7-23-12 0,-3 11-16 15,-1-3 2-15,1 2-12 0,-4-5-4 0,1 2 1 16,3-3-8-16,-2 6-8 0,-2 0 1 0,-2 2 7 16,2 1-10-16,0 10-6 0,-5-16-4 0,5 16 6 15,-7-14-17-15,1 11-12 0,6 3 6 0,-14-7-4 16,1 6 10-16,4-1-6 0,9 2-1 0,-25 4-3 15,16-1 0-15,-2 0-5 0,11-3-11 0,-12 5-8 16,6 0-6-16,6-5 2 0,-5 9 3 0,5-9-14 16,0 0 6-16,0 0-6 0,13 20-1 0,4-13 4 15,0 0-4-15,4-2-1 0,10-2 0 0,-10 0 3 16,10 0 4-16,-4-3 10 0,0 4-6 0,-7-1 9 16,0-2-6-16,-4 1 5 0,-2-1-2 0,-3 1 8 15,0 1-4-15,-4 1 3 0,-7-4 3 0,15 10 1 16,-13-4 6-16,4 2-1 0,-6-8 8 0,4 18 17 15,-2-8-15-15,-2 2 4 0,0-12 2 0,-4 20-1 16,4-8-14-16,-6-3-17 0,4 1-27 0,0-1-26 16,2-9-42-16,-4 15-51 0,4-15-66 15,-3 12-53-15,3-12-183 0,0 0-514 0,0 0 227 0</inkml:trace>
  <inkml:trace contextRef="#ctx0" brushRef="#br0" timeOffset="90242.05">26672 4609 183 0,'5'-7'226'16,"-5"7"-3"-16,4-5-7 0,-4 5-12 0,0 0-15 16,0 0-17-16,0 0-19 0,4-6-19 0,-4 6-5 15,0 0-20-15,0 0-9 0,0 0-24 0,0 0-42 16,0 0-51-16,0 0-69 0,0 0-58 0,0 0-174 16,0 0-343-16,0 0 153 0</inkml:trace>
  <inkml:trace contextRef="#ctx0" brushRef="#br0" timeOffset="90498.56">27090 4292 21 0,'5'-5'326'0,"-3"0"0"0,2 2-11 0,-4 3-19 15,5-7-15-15,-5 7-32 0,0 0-24 0,0 0-2 16,0 0-11-16,0 0 4 0,8 24-9 0,-6-9-2 15,-4 4-7-15,0 0-15 0,4 5-14 0,-8 1-12 16,4 0-15-16,-1-1-8 0,-1-1-18 16,2 5-11-16,-2 1 1 0,1-6-11 0,1-4-10 15,-3-1-15-15,3-3-13 0,1 3-35 0,-3-6-38 0,2-2-40 16,0 0-50-16,0-1-51 0,2-9-15 0,0 15-28 16,0-15-30-16,-3 9-63 0,3-9-293 0,0 0-633 15,0 0 280-15</inkml:trace>
  <inkml:trace contextRef="#ctx0" brushRef="#br0" timeOffset="90838.31">27034 4465 140 0,'13'1'217'0,"-13"-1"3"0,16 1-22 0,-7 1-2 15,-9-2-13-15,18 3-14 0,-9 2-12 16,0 1-13-16,2-1-12 0,-2 2-9 0,0 3-6 0,0-1-3 15,-2 2-10-15,6 0-1 0,-2 0-9 0,-1-3-2 16,3 1-5-16,1 1-5 0,-1-4-2 16,1 1-3-16,-3-3-3 0,4 0-4 0,4-1-1 15,-7-2 0-15,2-1-2 0,4-2 2 0,-4 0-8 16,-1-2-6-16,-1 0 7 0,-1-3-6 0,0 1-2 16,1-2-7-16,-4-3 0 0,-1 2-7 0,-1-3 1 0,-3 1-5 15,0-2-4-15,-3 1-2 0,-1 0-5 0,-1 0-10 16,-7-2-8-16,2 2-3 0,3 1-2 15,-5 1 0-15,1 1-3 0,-2 2-12 0,1 0-7 0,-3 1 0 16,4 3-10-16,-4 0-8 0,1 2-13 0,2 1-15 16,-2 0-24-16,4 2-31 0,7-2-40 0,-20 5-49 15,20-5-44-15,-4 7-211 0,4-7-504 0,0 0 223 16</inkml:trace>
  <inkml:trace contextRef="#ctx0" brushRef="#br0" timeOffset="91084.93">27934 4253 2318 0,'5'-3'177'0,"-5"3"-94"0,7-4-30 0,-7 4 12 15,7-4 10-15,-7 4 8 0,5-4 4 16,-5 4 6-16,0 0-9 0,0 0 1 0,0 0-15 16,0 0-1-16,0 0 5 0,6 9-7 0,-6-9 15 15,0 22 19-15,0-6 8 0,0 0-2 0,-4 3-14 0,4-2-5 16,-2 2-7-16,-1 0-3 0,-2 6-7 0,-2-6-6 15,3 0-6-15,0-1-2 0,-1 1-18 0,1-1-36 16,0 2-37-16,-2-6-39 0,2 3-36 16,1-1-36-16,-1-1-33 0,2-5-48 0,2 1-48 15,0-2-47-15,0-9-205 0,0 0-571 0,-4 16 253 0</inkml:trace>
  <inkml:trace contextRef="#ctx0" brushRef="#br0" timeOffset="91525.66">28013 4325 90 0,'3'-16'264'0,"5"-2"1"0,-1 1 8 0,4 2 1 0,-2 0-16 15,-2 5-4-15,4-4-13 0,-3 5-18 16,-2 0-20-16,2 3-20 0,-1 1-14 0,1 2-19 16,0 0-14-16,-1 2-19 0,-7 1 0 0,16 3-29 15,-7 1-5-15,-3 0-13 0,3 2 4 0,0 2-9 16,-4 2-5-16,3-1-10 0,-3 2-4 0,-2 1-3 15,-1 0 0-15,-1 0-11 0,-1 0 4 0,-1 3-11 0,-1-1 1 16,-1-2-5-16,-2 0-6 0,-3 1-12 16,4 0 12-16,-4-4-15 0,4-1-9 0,-5 1-2 15,5 0-11-15,-2-3-6 0,1 1-10 0,0-3-5 16,2 2-7-16,-1-1 0 0,4-5-6 0,-5 8-2 16,5-8-1-16,-2 9 6 0,2-9-2 0,0 9 6 0,0-9 0 15,3 8 6-15,1-4 2 0,0 2 3 16,1-1 1-16,0 0 2 0,1 0 6 0,1-1 1 15,0 2 5-15,-1 2 0 0,3 1 0 0,-3 0 5 16,-1-3 9-16,0 2-5 0,-1 0-1 0,-2-1 2 16,1 0 7-16,0-1-1 0,-1 0 3 0,-2-6 4 15,0 10 3-15,0-10 5 0,-8 13 5 0,2-9 4 16,1-1 0-16,-3 4 4 0,8-7 7 0,-19 7-7 16,11-5-3-16,-5 0-2 0,-2-2-1 0,-3 1-11 15,1-1-27-15,-1 0-14 0,2-1-45 0,2 1-40 16,-5-4-39-16,7 1-44 0,12 3-217 0,-16-7-456 15,16 7 202-15</inkml:trace>
  <inkml:trace contextRef="#ctx0" brushRef="#br0" timeOffset="92000.26">28478 4211 168 0,'7'-3'245'16,"0"1"-11"-16,-7 2-15 0,14-5-11 0,-4 4-1 16,1-1-18-16,3 0-18 0,-3 1-15 0,7-2-16 15,-1 3-14-15,-3 0-14 0,-2-3-10 0,6 3-6 16,-4-2-15-16,-3 2-7 0,0-2-17 0,-4 1-18 16,-7 1-17-16,12-2-18 0,-12 2-24 0,10-3-27 15,-4 1-12-15,-6 2-6 0,0 0 3 0,0 0 3 16,6-5 4-16,-6 5 8 0,0 0 6 0,0 0-2 15,0 0 5-15,0 0 7 0,0 0 17 0,0 0 14 16,0 0 4-16,0 0 9 0,0 0 0 0,0 0 2 16,0 0 3-16,0 0 17 0,0 0 9 0,-18 12-3 15,17-5-1-15,1-7 9 0,-4 16-2 0,-1-4 8 16,4 3 6-16,-3 1-3 0,-1 0-5 0,2 0 6 16,-2 0-6-16,2 2 1 0,-4-1-6 0,4 0 1 15,-1-1-10-15,1-3 3 0,-1-1 0 16,1 3 0-16,-1-4 3 0,0 0-2 0,2-2-5 0,-2 1 0 15,2-4-1-15,-2 4 0 0,2-3 5 0,-3 1-2 16,1-2 9-16,1-1-6 0,-6 2 4 0,1-1-4 16,-2-3-7-16,-4 1-2 0,1-3-9 0,-6 3 3 15,0-7-12-15,-1 3-12 0,1-1-19 0,3 0-12 16,4 1-18-16,1 0-17 0,2 0-26 0,9 0-41 16,-14-2-51-16,14 2-57 0,-8-11-44 0,3 4-157 15,5 7-474-15,5-17 210 0</inkml:trace>
  <inkml:trace contextRef="#ctx0" brushRef="#br0" timeOffset="92264.58">29010 4159 6 0,'6'-3'250'0,"-6"3"-6"0,0 0-15 0,8-4-9 15,-8 4-12-15,10-4-14 0,-4 3-17 0,5 0-12 16,2 0-14-16,7 1-5 0,-2 0-10 0,1-2-7 16,3 0-14-16,-2-1-5 0,0 2-11 0,2-2-8 15,6 3-15-15,-9 0-4 0,-1-3-10 0,2 1-7 16,-4 1-13-16,-3-2-17 0,1-1-18 0,-3 3-27 16,0-2-25-16,0 0-36 0,-5 0-34 0,-6 3-43 15,15-9-33-15,-10 5-31 0,0 2-142 0,-5 2-392 16,0 0 174-16</inkml:trace>
  <inkml:trace contextRef="#ctx0" brushRef="#br0" timeOffset="92528.83">29351 4078 47 0,'0'0'175'0,"0"0"2"0,-8-2-10 0,8 2-15 16,0 0-7-16,0 0-12 0,0 0-17 0,0 0-9 15,0 0-3-15,0 0 9 0,-8 7 1 16,8-7 0-16,-5 10-1 0,3-5 3 0,-1 2-15 15,-2 2 0-15,0 0-2 0,1 2 7 0,0 2 4 16,-2-1-12-16,1 2-9 0,0 2-5 0,0 2 19 16,-2-1-11-16,3 1-4 0,-2-3-7 0,1 3 2 0,-1-2-9 15,0 0-18-15,0 0 10 0,0-1-7 16,1-3-7-16,2-1-5 0,-2 2-1 0,1 2-7 16,0-4-2-16,0 0-4 0,-1-1-18 0,-1 0-23 15,2-1-27-15,0 1-27 0,0-4-32 0,4-6-49 16,-9 11-76-16,4-5-83 0,5-6-164 0,0 0-503 15,0 0 223-15</inkml:trace>
  <inkml:trace contextRef="#ctx0" brushRef="#br0" timeOffset="92747.12">29425 4043 1962 0,'0'0'97'0,"0"0"-81"0,0 0-5 16,0 0-7-16,0 0-5 0,0 0 11 0,23-13 8 15,-9 11-3-15,3-3 1 0,-1 2-2 0,5 0 3 16,0 1-5-16,9-2-13 0,-1 0-21 0,-1 1-32 16,2-2-53-16,-1 2-67 0,-10 0-132 0,3 1-331 15,-4-4 147-15</inkml:trace>
  <inkml:trace contextRef="#ctx0" brushRef="#br0" timeOffset="92921.4">29787 4189 209 0,'-3'4'275'0,"3"-4"4"0,-4 5 5 0,4-5-6 15,-4 5-19-15,4-5-22 0,0 0-30 0,-4 5-14 16,4-5-40-16,0 0-26 0,0 0-54 0,0 0-73 15,0 0-94-15,0 0-143 0,0 0-138 0,0 0-404 16,-16-19 179-16</inkml:trace>
  <inkml:trace contextRef="#ctx0" brushRef="#br0" timeOffset="106088.57">12082 5298 64 0,'-5'-7'160'0,"5"7"-17"0,0 0-21 15,-4-6-13-15,4 6-12 0,0 0-10 0,0 0-1 16,0 0-1-16,0 0 3 0,8 30 0 0,0-11-2 15,-1-3-1-15,3 6-1 0,4 2-7 0,-4 0-32 16,2-2 0-16,0-5-5 0,1 3-1 0,1-3-4 16,-3-3-17-16,0 0-23 0,3 0-35 0,-1-1-33 15,1-3-40-15,-1 0-129 0,-2-4-263 0,3-2 117 16</inkml:trace>
  <inkml:trace contextRef="#ctx0" brushRef="#br0" timeOffset="106285.59">12305 5291 126 0,'0'0'150'0,"0"0"-15"0,0 0-9 0,0 0-11 0,0 0-10 16,-14 16-8-16,5-2 3 0,2 2-18 0,-7 7-7 15,1 3-5-15,-1-2-18 0,4 0-9 0,3-5-38 16,-3 0-20-16,2 4-37 0,3-7-31 0,-1 2-106 15,-1-2-204-15,2-1 90 0</inkml:trace>
  <inkml:trace contextRef="#ctx0" brushRef="#br0" timeOffset="106443.55">12378 5364 92 0,'0'0'113'0,"0"0"-23"16,0 0-17-16,0 0-28 0,0 0-31 0,0 0-52 16,-10 34-28-16,4-21-70 0,-2 1 32 0</inkml:trace>
  <inkml:trace contextRef="#ctx0" brushRef="#br0" timeOffset="106782.28">11839 6421 19 0,'0'0'239'16,"-9"-3"-18"-16,9 3-29 0,-10 0-20 0,10 0-20 16,0 0-18-16,-10 0-17 0,10 0-7 0,0 0-17 15,0 0-8-15,0 0-5 0,8 17-4 0,0-11-12 16,1 3-2-16,6 0-8 0,1 2-5 0,0 0-3 16,0 0-4-16,8 1-2 0,1 1-8 15,-8-5-2-15,2 2-27 0,-1-3-18 0,0 3-22 0,-2-1-27 16,-1 0-27-16,-3-2-31 0,-1-1-36 0,-2 0-114 15,0 0-292-15,-4-4 129 0</inkml:trace>
  <inkml:trace contextRef="#ctx0" brushRef="#br0" timeOffset="106955.98">12068 6346 43 0,'-4'-4'174'16,"4"4"-21"-16,-9-5-13 0,9 5-16 0,-14 7-2 15,4 0-9-15,-6 6-14 0,0 10-6 0,-5 4-11 16,1 0-8-16,-7 13-2 0,10-10-27 0,1 0-31 16,2 2-35-16,-2-2-35 0,4-1-42 0,0 0-98 15,-2-4-212-15,8-1 94 0</inkml:trace>
  <inkml:trace contextRef="#ctx0" brushRef="#br0" timeOffset="107119.6">12078 6576 1952 0,'13'-12'-9'0,"-4"-1"11"16,-3 5 18-16,-1 3-8 0,-1-2-2 0,-1 3-4 15,-3 4 1-15,7-6-6 0,-7 6-1 0,4-8-14 16,-4 8-24-16,5-3-33 0,-5 3-17 0,0 0-16 16,0 0-20-16,16 9-137 0,-12-4-282 0,0 2 125 15</inkml:trace>
  <inkml:trace contextRef="#ctx0" brushRef="#br0" timeOffset="116724.3">13791 6683 98 0,'0'0'143'0,"0"0"-3"0,0 0-20 15,0 0-6-15,0 0 5 0,15-26-9 0,-7 16-10 16,3-8-5-16,0-3-4 0,3-1-1 0,3 0-5 0,-3 0 4 16,2-1 0-16,0 0-3 0,-5 2-8 15,3-4-7-15,-3 2-2 0,2-4-8 0,-2 1-3 0,0-2-6 16,-4 2-7-16,4-1 0 0,-2-1-8 16,-2 1-4-16,-3 0 0 0,1-2-4 0,-2-1-2 15,-1 3-2-15,0 2 1 0,-2 7 7 0,2 0 1 0,-4 3-2 16,2 0-20-16,0 2 1 0,0 3 4 15,-2 1-1-15,0 2 5 0,2 7-1 0,-3-11-1 16,3 11-6-16,0-7-6 0,0 7-5 0,0 0 1 16,0 0-4-16,0 0 0 0,0 0-3 0,-5 23 3 15,1 2-2-15,0 1 4 0,1 5-1 0,-3 5-2 16,2-2 4-16,-2 2 1 0,2-1-2 0,0-1 1 0,1-3-2 16,3-1 0-16,-2-6 1 0,7 1 1 0,-3-7-5 15,4-1 5-15,0-1 4 0,2 1 2 16,-1-3-8-16,4-2 3 0,-4-2-2 0,2-2 3 15,2-1 0-15,0-1 0 0,0-1-4 0,0-2-1 0,3 1-6 16,-1-3-3-16,-3-1 1 0,3-3-7 0,-2 3 1 16,-1-5 4-16,2 1-4 0,-3-3-3 15,1 0 1-15,-3-2-1 0,1-1 2 0,2-3-3 16,-3 3 9-16,-1-6 0 0,-2 5 2 0,1-4 0 16,-3 4 1-16,0 0-4 0,-2 1 8 0,2-2-1 15,-2 5-3-15,0 7 7 0,3-9-3 0,0 2-6 0,-3 7 5 16,0 0-4-16,-2-9-1 0,2 9 0 0,0 0 1 15,0 0 1-15,0 0-1 0,6 22 2 16,-6-12 3-16,2 2-5 0,0 0 5 0,1 0-2 16,1 3-1-16,0-3 3 0,2-2 0 0,2 1 5 0,1-4-5 15,-3 2 4-15,1-3 4 0,7-2-4 0,-5 1 3 16,2-3-8-16,-4-1-4 0,4-2-3 16,-3-1 6-16,3-3-6 0,-1 1 3 0,-3-2 3 15,3-3 0-15,-2 2 5 0,-3-3-2 0,-1 1 1 0,0-2-3 16,-1-1-1-16,-3 1 6 0,2-3-6 0,-4 3-1 15,-1 0 0-15,-1 1 2 0,-3-1-10 0,1 0-2 16,-8-1-4-16,1 1 0 0,4 3 3 16,-7-1-12-16,7 5-4 0,-3 1-14 0,3 1-20 15,-3 4-5-15,1 0-7 0,1 3-17 0,-1 3-14 16,-1 3-14-16,-1 2-104 0,4 2-246 0,2-4 109 0</inkml:trace>
  <inkml:trace contextRef="#ctx0" brushRef="#br0" timeOffset="117174.18">14558 6359 11 0,'0'0'183'16,"0"0"-14"-16,1 7-6 0,-1-7-14 0,-1 12-8 16,1-12-13-16,-5 13-5 0,2-4-18 0,3 1-13 15,-2 1-7-15,2 0-3 0,2-1-11 16,1 0-5-16,0-1-8 0,-1 1-9 0,0-3-4 0,0 1-3 15,2-5-5-15,2 3-8 0,-1-1-8 0,-1-1-7 16,2 0-5-16,-6-4-1 0,10 3 3 0,-5-1-9 16,-5-2 1-16,10 0-8 0,-10 0 8 0,13-1-8 15,-13 1 5-15,11-4 0 0,-5 0 0 16,1 0-5-16,-2-1 3 0,-5 5 9 0,8-7-4 16,-5 2-11-16,-3 5 3 0,7-5 1 0,-7 5-2 15,5-7 1-15,-5 7-1 0,0 0-5 0,8-2-1 16,-8 2 5-16,0 0-3 0,0 0 2 0,14 4 3 0,-10-1 0 15,-4-3 7-15,16 5-11 0,-7 0 5 16,1-4 1-16,2 0-1 0,0-1 12 0,1 0-10 16,-2-1-1-16,8-4-3 0,-4 1 4 0,1-4-3 0,2-1 12 15,-3 2-7-15,-1-6-3 0,0 1 6 0,-3 1-6 16,-3 1 12-16,0-2-6 0,-4 1 12 0,2 0 3 16,-3-2-1-16,-1-3 2 0,2 5 4 0,-3-2-6 15,-1 3 1-15,0-1 9 0,-1 0-4 16,-3 3-8-16,2-3-2 0,0 6-8 0,2 5-13 0,-4-12-23 15,1 6-34-15,3 6-33 0,-6-9-37 0,6 9-143 16,0 0-299-16,-11 2 133 0</inkml:trace>
  <inkml:trace contextRef="#ctx0" brushRef="#br0" timeOffset="118851.72">15699 6293 58 0,'-5'-7'218'0,"5"7"-18"0,-2-7-18 16,2 7-20-16,0 0-11 0,0 0-24 0,0 0-17 15,0 0-9-15,0 0-13 0,0 0-7 0,0 0-6 16,14 18-12-16,-5-9-3 0,1 6-10 0,2 0 0 15,-1 0-6-15,3 2-2 0,-2-2-5 0,0-1-4 16,0 2-3-16,-2-1-2 0,0-2-1 0,-1 0-5 16,-2-3-1-16,0-1 0 0,0-1-6 0,-1 0 0 15,0-2-1-15,-2 1 3 0,0-4-3 0,-4-3 7 16,7 7 22-16,-7-7 17 0,5 3 23 0,-5-3 19 16,0 0 0-16,0 0-12 0,0 0-12 0,0 0-4 15,10-19-11-15,-9 9-4 0,2-8-10 0,-1 1-2 16,0-2 0-16,4-5-10 0,-2 5-4 0,-2-7-2 15,1-2-3-15,3-1-5 0,1 0-3 0,-3 2 0 16,-1 0-3-16,5 0-4 0,-5 8-1 0,0 2-15 16,0 1-13-16,0 6-12 0,-2-1-26 0,-1 3-41 15,0 8-44-15,2-10-54 0,-2 10-28 0,0 0 10 16,0 0 2-16,0 0-148 0,0 0-386 0,0 0 170 16</inkml:trace>
  <inkml:trace contextRef="#ctx0" brushRef="#br0" timeOffset="119158.55">16148 6378 28 0,'0'0'183'0,"4"4"-5"0,-4-4-5 16,0 0-11-16,5 5-7 0,-5-5-12 0,0 0-22 16,0 0-7-16,4 6-12 0,-4-6-12 0,5 4-5 15,0-1-6-15,-5-3-9 0,9 2-3 16,0-2-4-16,-9 0 5 0,18-3-1 0,-4 1-2 0,-1-3 1 15,4-2-4-15,-2-1-4 0,1-3-2 0,-2 1-1 16,2-1-1-16,-7 3-4 0,2-4-3 0,-3 5 1 16,-2-5-2-16,-2 3-5 0,0 0-2 0,-3-2-5 15,-3 1 2-15,-1 0-9 0,-3 0-2 0,-1 1-4 16,-2-1-3-16,0 5-5 0,-5 0-4 0,-2 2-3 16,0 5-5-16,-3 0-8 0,-8 6-1 0,0 1-16 15,2 2-19-15,-2 5-14 0,3-1-14 0,1 3-28 16,1 0-32-16,3 2-23 0,5-1-39 0,6-2-147 15,3-5-368-15,0-2 163 0</inkml:trace>
  <inkml:trace contextRef="#ctx0" brushRef="#br0" timeOffset="119384.45">16671 5995 225 0,'4'-9'260'0,"-1"4"-11"15,-1-2-12-15,-2 7-23 0,2-7-28 0,-2 7-22 16,0 0-19-16,4-6-12 0,-4 6-15 0,0 0-2 16,8 20-10-16,-4-5-6 0,3 3-5 0,1 9-9 15,-2-1-3-15,1 2-10 0,-2 1-5 0,0-1-6 16,3 1-8-16,-5-3-15 0,4-1-28 0,-3-6-27 16,0 0-19-16,1 0-47 0,0-2-51 0,0 1-43 15,-3-6-59-15,-2-1-124 0,2 2-386 0,-2-13 170 16</inkml:trace>
  <inkml:trace contextRef="#ctx0" brushRef="#br0" timeOffset="119619.59">17017 5954 160 0,'0'0'217'0,"0"0"-16"16,0 0-6-16,0 0-11 0,6 15-6 0,-4-6-15 15,0 2-14-15,1 6-8 0,2 1-13 0,-2 1-11 16,0 5-10-16,0-6-1 0,1 1-10 0,-3 1-7 16,3-2-11-16,0 0-8 0,-2-1-3 15,1 1-5-15,-2-2-17 0,2-4-26 0,-1-1-19 0,0 1-21 16,-1-4-34-16,0 3-37 0,-1-3-32 0,1-2-39 16,-1-6-31-16,-1 10-127 0,1-10-347 0,-4 8 153 15</inkml:trace>
  <inkml:trace contextRef="#ctx0" brushRef="#br0" timeOffset="120678.33">16938 6118 133 0,'11'-3'142'0,"9"-4"-7"0,6 1-9 0,4-1-7 15,0-1-4-15,1 0-13 0,1 2-3 0,1-1-12 16,2 1-7-16,-5 0-10 0,2-1-6 0,-3 3-5 15,-8 0-8-15,-3 1-4 0,0-1-5 0,-5 0-1 16,-3 1 1-16,-4 3 7 0,2-1-2 0,-1-2 6 16,-7 3 8-16,10-1 13 0,-10 1 8 0,0 0 1 15,0 0-11-15,9 0-4 0,-9 0-8 16,0 0-8-16,0 0-5 0,-16 14-3 0,2-5 3 0,-1 3 4 16,-4 6-9-16,-3-2-5 0,2 4 2 0,2-1-5 15,4-3-2-15,2-3-5 0,4 2-3 0,1-1-4 16,2-4 0-16,1-1-2 0,3 0 0 0,2 0-3 15,-1-9-1-15,6 11 0 0,3-5-2 0,1-1-1 16,3-2-1-16,1-3 0 0,3-1-1 0,3-1-2 16,1-2 2-16,-2-1-6 0,0-3-3 0,1 1 4 15,-3-2-4-15,0 2 3 0,-4-3-1 0,-2 4 0 16,1-5 2-16,-2 3 0 0,-3-1 1 0,1 2-3 16,-4-6 2-16,0 4 5 0,-2-2 5 0,1 5 0 15,-2-4-2-15,-1 10 0 0,0-12-3 0,0 12 0 16,2-8-2-16,-2 8-5 0,0 0-1 0,0 0 1 15,0 0-4-15,0 0 2 0,0 0-3 0,0 0 5 16,-8 23-5-16,8-13 4 0,2 0-4 0,0-1 3 16,0-2 2-16,3 1-1 0,4-1 0 0,0 0 3 15,3-1-4-15,6-1 8 0,1-1-5 0,1-4 3 16,10 0-1-16,0-3 0 0,-2-3 2 0,2 0 1 16,-1-3 0-16,-7 6-2 0,5-6-3 0,-8 2 6 15,0 0-1-15,-2-1-2 0,1-1-3 16,-4 0 0-16,-2 3 2 0,-3-2-1 0,0 2 3 0,-1-1-1 15,0-1 2-15,-5 4 5 0,3-1 9 0,-2 0-3 16,-4 5-3-16,1-9 1 0,-1 9-5 0,1-8-1 16,-1 8-4-16,0 0-3 0,0 0-2 0,-10-5 2 15,10 5-4-15,0 0 2 0,-19 7 1 0,10-4 1 16,0 2-5-16,1 1 0 0,-1 0-1 0,3-3-2 16,1 5 5-16,-1-2-3 0,3-2-1 0,0 3-1 15,3-7 2-15,-5 10-2 0,5-10-3 0,-2 6-3 16,2-6 1-16,0 0 2 0,2 11 2 0,-2-11-5 15,5 8 3-15,-2-4-1 0,-1 2-1 0,2 0 4 16,2 3-1-16,1 1-1 0,2 4 0 0,0 2 1 16,1 6 4-16,3 1 4 0,-2 4-4 0,1 1 2 15,-2 1-2-15,0-1 2 0,-1 5-1 0,1-3 4 16,-1 1-2-16,-4-1-2 0,1 0-2 0,-1-1 3 16,-2 1-3-16,-1-6 2 0,-2 2-2 0,-4-7-2 15,1 0 2-15,-2 1 0 0,-1 4-6 0,-3-6-1 16,-1-2-7-16,-3 0-5 0,-4-3-11 0,2-2-10 15,-2 0-1-15,1-2 0 0,2-6 1 0,3 0-1 16,-3-2 2-16,3-2 1 0,3-3 3 0,0-2-1 16,2-2 1-16,0-2 6 0,2-3 2 0,1-4 0 15,5 0 7-15,0-2-2 0,3-6 7 0,7 0 4 0,-2 1 2 16,4-3 0-16,0 4-1 0,4-4 1 16,-1 2 3-16,3 0-2 0,2 0 2 0,-2-1-1 15,5 0 3-15,0 2 2 0,-1-3-1 0,0 3 5 16,0-2-5-16,0 0 1 0,-1-1 2 0,-2 0-1 15,1 1 7-15,-2-1 7 0,-4-1-2 0,1 4 4 16,-4 0 5-16,-2 0 2 0,-2 6 4 0,-5 2 5 16,1 1 4-16,-2 3 7 0,-1 1 14 0,-1 1 3 15,1 3-3-15,-2 0-2 0,0 7-8 0,0-10-3 16,0 10-12-16,0 0 0 0,-12 0-2 0,12 0-1 16,-25 18 0-16,5 2-2 0,-4 2-2 0,1 2 0 0,2 2-4 15,0 1 1-15,3-2-2 0,3 2-2 16,2-3-10-16,7-5-17 0,3 1-9 0,2-3-21 15,5 2-27-15,2-3-37 0,5-2-40 0,11 2-36 16,4-4-59-16,2-6-128 0,3-1-400 0,3-4 176 0</inkml:trace>
  <inkml:trace contextRef="#ctx0" brushRef="#br0" timeOffset="121145.19">19082 6001 56 0,'5'-12'238'0,"-1"4"3"16,-2-3-13-16,-1 5-9 0,-1 6-11 0,-3-13-20 16,3 13-17-16,-6-5-9 0,6 5-16 0,-18 1-7 15,3 6-16-15,-11 6-7 0,2-1-7 0,-2 8-8 16,2 1-11-16,5 1-7 0,-2-1-8 0,5-2-9 0,3-2-5 16,5-3-4-16,3-4-9 0,1 0-5 15,3 1-4-15,1-1-16 0,3-1-6 0,0 0-10 16,5-3-15-16,2-1-14 0,3-1-15 0,4-3-3 15,2-1-3-15,0-3-5 0,0-3 3 0,0 3 3 16,-1-3 7-16,-4 2 1 0,-1-5 2 0,1-1 4 16,-4 1 9-16,0 2-4 0,-2-3 4 0,0 2 0 15,-3-1 3-15,-1 4 9 0,1-2 9 0,-2 2-2 16,-3 5-3-16,6-7 0 0,-2 4-3 0,-4 3-2 16,4-5 0-16,-4 5 0 0,0 0 7 0,0 0 13 0,10 19 14 15,-4-5-1-15,-1 4 5 0,2 6 4 0,-1 4-5 16,3-1 2-16,0 3 1 0,-1 2 6 15,-1 0-1-15,2-1 0 0,0-1-11 0,-2 0 6 16,0 1-4-16,0 1 0 0,-2-3-1 0,1 0-3 16,-3-5 2-16,-3 3-5 0,-3-7-4 0,1 3 1 0,-5-3-1 15,0-3 1-15,-5 7 0 0,-6-5 1 0,-5 1-4 16,1-3-1-16,-3-3-8 0,1 0-9 0,-2-4-12 16,-1-2-19-16,0 1-23 0,7-6-32 15,-2-1-39-15,3-2-39 0,5 0-33 0,0-2-48 16,1-1-127-16,3-4-406 0,5-3 181 0</inkml:trace>
  <inkml:trace contextRef="#ctx0" brushRef="#br0" timeOffset="122118.32">19509 5984 201 0,'-7'-5'194'0,"-4"3"-6"0,-3 2-2 0,1 1-10 16,-2 3-12-16,-7 0-6 0,-2 10-14 0,4-4-10 0,0 7-13 16,-1 5-11-16,2 1-10 0,3-3-8 0,2 2-8 15,5-5-8-15,4-2-5 0,0 0-10 0,4-2-5 16,2 0-3-16,0-3-4 0,3 2-4 0,3-6-2 16,3 3-1-16,0-2-3 0,7-2-2 15,2-3-3-15,4-2-7 0,4-4 0 0,-8 1-5 16,0-1-5-16,0-2 1 0,-1-2-4 0,0 1-1 0,-3-3-2 15,-1 0 2-15,-2-1-6 0,-1 0 2 16,-1-2-2-16,-3-1 2 0,-3 2-2 0,1 1-3 0,-2-1 0 16,-2 1 3-16,0-1-3 0,-2 1 3 15,1 2 2-15,0 9 1 0,-1-13 2 0,-1 8-3 16,2 5 2-16,-1-9-8 0,1 9-2 0,0 0 0 0,0 0 0 16,0 0 10-16,0 0 2 0,-17 17-1 0,13-7 4 15,-1 1-2-15,-1 2-1 0,3 0-2 0,2 0 1 16,1-1-1-16,0 0 0 0,1-1 5 15,1-3 1-15,2 3 5 0,-1-5 5 0,6 1 2 0,2-1 1 16,1-1-2-16,6-1 1 0,1-2-2 0,2-2-2 16,1-1-5-16,7-2 0 0,-2-1 1 0,-8 0-5 15,3-1-1-15,-2 1-2 0,-2-4-2 0,0 1-1 16,-3-3 0-16,2 1-4 0,-4-1-2 16,-2 1 2-16,-1-2 3 0,-1 2-3 0,-1-3 1 0,-2 2-2 15,-2-1-3-15,0 0 0 0,-1 0 0 0,-1 1-2 16,1 1 1-16,-3 3 2 0,0 6-3 0,0-11-2 15,0 11-2-15,2-8 1 0,-2 8-3 0,0 0-3 16,0 0-2-16,0 0 1 0,0 0 2 16,0 0-2-16,0 0 2 0,-15 21 0 0,10-11-3 0,1 1 4 15,-2 1 6-15,2-2-5 0,1 3 5 0,-1-1-4 16,4-2 3-16,-1 0 0 0,1-1 5 0,1-2 0 16,2 1-2-16,2-1 1 0,1 2 0 0,2-2 7 15,0-2-2-15,2 0 4 0,1-1-2 0,0 0 0 16,3-2 1-16,-1-2 0 0,1-1 2 0,3-4-5 15,-4 2 1-15,5-1-3 0,-5 1-1 0,0 0 1 16,-2-2 3-16,1-1 1 0,-1-2-4 0,-3 1 1 16,2-3 0-16,-2 4-4 0,1-3 4 0,-3-1-5 15,3 0-2-15,-4-1-3 0,0-1 3 0,0 2-3 16,-1-1-2-16,1 0-1 0,-2 1 3 0,1 4-1 16,-2-1-2-16,-1 1 3 0,-1 6-2 0,3-9-3 15,-3 9 4-15,3-5-9 0,-3 5 5 0,0 0-4 16,0 0-1-16,0 0 5 0,0 0-1 0,0 0 5 15,0 0-2-15,0 0 3 0,-2 25-4 0,2-25 4 16,-2 12 0-16,0-5 1 0,2-7-2 0,0 11 0 16,-1-5 6-16,1-6-4 0,1 11 4 0,-1-11-1 15,4 8 1-15,-4-8 6 0,3 6-1 0,-3-6 3 16,6 3 2-16,0-1 0 0,-6-2-2 0,16-1 1 16,-8 0 0-16,-8 1-4 0,20-3-1 0,-10 1 0 15,4 0-2-15,-1 2 2 0,-2-2-1 0,0 1-3 16,-3 0 3-16,-1 1-7 0,-7 0 2 0,16 2-3 15,-6 0 0-15,-4 1-1 0,1 1 1 0,-1-1-3 16,-1 0 4-16,-1 3 0 0,0 1 3 0,0-3-3 16,0 1 1-16,-2 0 0 0,-2-5 8 0,3 11-4 15,-1-7 0-15,-2-4-8 0,1 10-17 0,-1-10-27 16,0 10-29-16,0-10-46 0,0 0-60 0,-7 9-64 16,7-9-207-16,0 0-493 0,0 0 218 15</inkml:trace>
  <inkml:trace contextRef="#ctx0" brushRef="#br0" timeOffset="122297.45">20043 5824 2062 0,'-6'-9'18'0,"0"-2"24"0,-2 2-20 0,3 0 12 0,1 5-14 15,0-3 9-15,4 7-12 0,-5-9-3 0,5 9 0 16,-6-6-5-16,6 6-20 0,-3-7-36 0,3 7-28 15,0 0-23-15,0 0-39 0,0 0-183 0,0 0-344 16,0 0 152-16</inkml:trace>
  <inkml:trace contextRef="#ctx0" brushRef="#br0" timeOffset="128710.37">20575 6154 12 0,'0'0'119'0,"5"-5"-13"0,-5 5-8 0,4-8 8 15,-4 8-15-15,6-10-1 0,-1 0-3 0,1 3 2 16,-1-2-9-16,-1 1-4 0,2-2 0 0,0 1 0 0,2-1-3 16,1-3-5-16,-3 2-4 0,4-2-3 15,-3 2-10-15,-1 0 3 0,2-6-8 0,1 2-7 16,-3-1 0-16,1 2 1 0,-2 3-3 0,0-1-13 16,0 1 7-16,-2 2 5 0,-1 1-6 0,-2-1 1 15,3 3-1-15,-3 6 1 0,1-13 9 0,-1 13-3 0,1-8 3 16,-1 8-2-16,2-6-6 0,-2 6-3 0,0 0-12 15,0 0 1-15,0 0 0 0,0 0-5 16,0 0-4-16,-25 12-1 0,18-5-2 0,-1 1-12 16,0 3-11-16,1-1 3 0,-1 1 4 0,1-1-8 15,4-1-3-15,0 1-9 0,1-1 5 0,2 1 0 16,1-2 4-16,4 1 5 0,0-1-5 0,4 1 0 0,-1-1 4 16,2-2 0-16,0 2 3 0,4 0-1 0,-1-2 0 15,-3 0 0-15,3-1 6 0,-1 0 0 16,-2 2 2-16,0 0 3 0,-1-4-4 0,0 5 0 15,-4-3 3-15,3 0-1 0,-8-5-6 0,7 9-10 16,-7-9-3-16,4 11-1 0,-4-11-5 0,1 16-8 0,-1-16-18 16,-3 14-12-16,-1-6-9 0,-1 2-22 15,-3-3-24-15,0 4-80 0,-1-4-220 0,2 0 98 16</inkml:trace>
  <inkml:trace contextRef="#ctx0" brushRef="#br0" timeOffset="129274.59">21264 5766 152 0,'-3'-11'185'0,"0"2"12"0,0 0 3 0,2 4-8 16,1 5-12-16,-3-10-15 0,3 10-20 0,-1-7-21 16,1 7-15-16,0 0-10 0,0 0-13 0,0 0-11 15,0 0-7-15,0 24-5 0,1-6-4 0,-1 2-9 16,1 8-1-16,-1 1-6 0,0-2-4 0,0 4-2 15,0-2-4-15,0-3-3 0,2-3-1 0,-2 3-3 16,-2-8-1-16,2 2-5 0,0-1-1 0,0-2 1 16,0-5-3-16,0-1-2 0,0 1 1 0,2-3 2 15,-4-2-3-15,2-7 0 0,2 12 4 0,-2-12 0 16,-2 8 0-16,2-8 8 0,0 0 4 0,0 9 6 0,0-9-1 16,0 0-2-16,0 0-3 0,0 0-3 15,0 0-6-15,0 0-2 0,0 0-6 0,11-25-2 16,0 13-4-16,-3 1-4 0,3 1-1 0,5 0-1 15,-2 2-2-15,2 1 0 0,0 1-4 0,-4 1 1 16,1 3-5-16,1 1-2 0,-2-1 4 0,2 4-3 0,-4 0 0 16,-1 2 1-16,-1 0-1 0,-1-3 3 0,-2 3 0 15,-1 2 0-15,-1 2 2 0,-2-1 5 16,-2 3-5-16,-3 1 2 0,-4 0-5 0,-3 2-6 16,-3 2-1-16,-4-4-7 0,-5 4-4 0,-3-1-16 15,1-1-15-15,0 0-22 0,1 0-27 0,6-5-40 0,-2 1-36 16,0-4-186-16,0-1-399 0,6-1 177 15</inkml:trace>
  <inkml:trace contextRef="#ctx0" brushRef="#br0" timeOffset="129804.59">21739 5905 152 0,'0'0'234'15,"0"0"-7"-15,2-9-30 0,-2 9-16 0,0 0-16 16,0 0-15-16,0 0-15 0,0 0-13 0,-27 14-7 16,16 0-6-16,-1 3-8 0,0-3-14 0,-2 9-7 0,4-6-6 15,2-1-6-15,1 1-10 0,-1 2-3 16,4-2-6-16,2 1-6 0,0-1-2 0,2-7-9 16,3 2-1-16,0-1-3 0,0-1-10 0,6 2-10 15,-1-6-17-15,1 1-11 0,2-2-12 0,1-1-4 16,2-2-9-16,4-3-11 0,1 1-6 0,-1-3-4 0,0-3 0 15,-3-1 2-15,2 0 11 0,-2-3 1 0,3-1 4 16,-4-1 4-16,1 1 6 0,-3 0 5 0,0-5 13 16,-1 3 2-16,-3-2 9 0,0 4 5 15,-3 1 15-15,1 1 17 0,0 1 19 0,-2 2 10 16,-3 1 2-16,-1 5-2 0,4-7-6 0,-4 7-9 0,5-6-5 16,-5 6-10-16,0 0 8 0,0 0-4 15,0 0-6-15,0 0-1 0,-1 25-3 0,-4-15 1 16,4 3 1-16,-1-1-4 0,1-1-3 0,1 0-1 15,0 0-3-15,0-1-2 0,4-2-1 0,-3-2 2 16,3 2-3-16,-2-3 3 0,2 1-3 0,1-1 4 0,3-1-3 16,1-1 2-16,2-2-3 0,-2-2 4 15,3-2 2-15,-2 0-3 0,0-4-1 0,2 0 8 16,-2 1 8-16,-1-4-1 0,-1 2 0 0,-1-2-1 16,-2 0 2-16,-1-1-6 0,0 0-1 0,-4-2-3 15,0-2-2-15,-1 3-5 0,-2-1-12 0,-1 2-11 0,1 1-12 16,-1-1-5-16,-1 4-23 0,0 1-22 15,-1 0-20-15,3 2-38 0,3 4-21 0,-12-2-9 16,12 2-14-16,-13 2-136 0,4 1-339 0,9-3 151 16</inkml:trace>
  <inkml:trace contextRef="#ctx0" brushRef="#br0" timeOffset="130066.2">22247 5914 67 0,'11'-3'186'0,"-1"1"-6"0,-1-2-7 0,-1 3-13 15,0-1-12-15,-8 2-13 0,14 0-15 0,-14 0-10 16,11 3-10-16,-6 1-9 0,0 0-1 0,1 4 2 0,-1 0-4 16,-3 1-4-16,1 1 3 0,-6 1 0 0,2 0-8 15,-3 5-4-15,0-3-9 0,-1-3-4 16,-1 6-3-16,-1 0-8 0,1-7-2 0,1 4-8 16,1-3-3-16,0-1-3 0,0-4-4 0,3 1-3 15,-1 0-8-15,2-6 3 0,-4 9-3 0,4-9-3 0,0 8-4 16,0-8-2-16,4 7-2 0,-4-7-9 0,10 2-17 15,0-3-17-15,4 0-21 0,5-4-28 0,8-2-33 16,4-2-22-16,2 2-41 0,3-3-17 16,-2-1-123-16,1 0-343 0,2-2 152 0</inkml:trace>
  <inkml:trace contextRef="#ctx0" brushRef="#br0" timeOffset="130707.46">23065 5863 15 0,'0'0'240'0,"0"0"2"0,0 0-18 0,0-7-15 15,0 7-12-15,0 0-15 0,0 0-11 0,0 0-7 16,0 0-12-16,0 0-17 0,-19 0-12 16,19 0-9-16,-15 10-11 0,10-3-14 0,-4 1-5 15,3 0-9-15,1 2-8 0,1-2-9 0,1 0 6 16,1 2-17-16,1-3-3 0,1 2-5 0,0-9-5 0,1 13-1 15,3-6-2-15,0-1 0 0,-1 0-7 0,4-1-2 16,2-1 1-16,0-2 1 0,-2 0 0 16,6 0-3-16,-3-2 0 0,2-2-3 0,1 0-1 15,-2-1 0-15,-1 0 0 0,-1-2-6 0,0 1 7 16,-1-4-4-16,-2 1-2 0,1-1-4 0,-4-2-13 0,0 1 1 16,0-4 1-16,-3 1-2 0,-4-3 2 0,-1-1-3 15,-3 2 0-15,2-1 2 0,-1 5 0 16,2-1 4-16,-1 4-8 0,-2-1-1 0,2 3 6 15,1 0-1-15,1 0 0 0,4 5-13 0,-8-4 6 16,8 4-1-16,-9-2 1 0,9 2 0 0,0 0 2 16,0 0 1-16,0 0 2 0,0 0-1 0,10 17 8 15,-1-14-8-15,4 0 3 0,6-2 0 0,2-2 3 16,9-2-2-16,0 0 2 0,2-4-3 0,1-5 3 16,0 1-4-16,2 0 4 0,-6-3 1 0,-1 3 1 15,-6-3-3-15,-4 2 5 0,-3 1-1 0,-3-2 0 0,-3 3 19 16,-2-6-2-16,1 3-1 0,-3-3 0 15,-1-1-4-15,-3 1-2 0,0 0 3 0,-2 1 1 16,0 4-1-16,0-2 6 0,-1 3 4 0,0 1 5 16,2 9-5-16,-2-8-2 0,2 8-2 0,0 0-10 15,0-11-7-15,0 11 0 0,0 0 0 0,0 0 0 0,0 0 0 16,-6 47-1-16,1-18 1 0,0 4 4 16,0 1-4-16,-2 13 0 0,2-13-1 0,1 12 2 0,-1-12 0 15,4 2 1-15,1-3-5 0,0 0 3 16,0-2-3-16,1-3 4 0,3-2-2 0,0 2 6 15,-2-3 5-15,1-6-12 0,-2 0 1 0,2-1 2 0,1-2-25 16,-3-3-36-16,3-1-17 0,-1-1-20 0,-2-1-30 16,1-1-62-16,2 0-32 0,-1-3-44 15,-3-6-150-15,0 0-443 0,0 0 196 0</inkml:trace>
  <inkml:trace contextRef="#ctx0" brushRef="#br0" timeOffset="130874.18">23427 5993 99 0,'0'0'213'0,"0"0"-21"16,2-9-18-16,-2 9-16 0,6-8-14 15,-2 2-19-15,4 1-8 0,3-1-15 0,5 0-12 16,4-2-7-16,8-3-22 0,0-2-34 0,5 2-41 16,3 0-31-16,19-5-52 0,-5 1-45 0,2 0-73 0,-2-1-232 15,-1-2 103-15</inkml:trace>
  <inkml:trace contextRef="#ctx0" brushRef="#br0" timeOffset="131874.21">24405 6043 81 0,'0'0'200'0,"-13"-5"-2"0,13 5-10 16,-4-7-12-16,4 7-15 0,-3-11-11 0,1 1-7 15,1 1-14-15,2-3 2 0,-1 1-11 0,5-6-7 16,-1 1-12-16,0-5-8 0,4-3-6 0,3-1-8 0,-3 1-8 16,4-2-3-16,0 2-7 0,-1-3-3 0,0-1-6 15,1 1-3-15,-1-3-8 0,-1 1-2 16,1 1-4-16,0 2-4 0,1 2 1 0,-5 8-5 15,-2-1 8-15,-1 6-5 0,0 2-2 0,-3-1 0 16,-1 1-3-16,0 3-3 0,0 6-3 0,-1-11-5 0,1 11-4 16,-11-6 1-16,3 8-2 0,-6 1 9 15,-2 4-14-15,-3 3-3 0,-6 4 1 0,-1 1-3 16,2 3-1-16,1-3-4 0,3 3 0 0,7-5-1 0,4 2-1 16,1-4-2-16,6-1-1 0,2 2 6 15,3 5-2-15,6-7 0 0,2 2 1 0,2 4 3 0,5-6-2 16,7 3 2-16,0 0 0 0,-5-5 0 0,5 3 1 15,1-1 8-15,-7-3-6 0,0-1-1 16,0 0 0-16,-6 0 6 0,-3-2-9 0,0 1 1 16,-1 1 0-16,-2-2 3 0,3 1 6 0,-8-1-8 15,2 1-2-15,0 0 0 0,-4-5-9 0,-2 12-9 0,-4-5-15 16,0 2-16-16,-4-1-23 0,0 0-28 0,-6 2-31 16,6-2-39-16,-7-1-28 0,1 0-141 0,-2-2-371 15,6-2 165-15</inkml:trace>
  <inkml:trace contextRef="#ctx0" brushRef="#br0" timeOffset="132398.57">24752 5773 147 0,'7'-1'145'0,"-7"1"-1"16,0 0 0-16,0 0 2 0,11 2-4 15,-11-2-11-15,3 5-5 0,-3-5-10 0,7 8-8 16,-7-8-10-16,2 12-4 0,-1-6-10 0,-1 0 2 0,0-6-1 15,0 13-7-15,0-6-5 0,0-7-8 0,0 9-10 16,0-9 4-16,0 7-1 0,0-7 3 0,0 0 13 16,0 0 9-16,0 0 2 0,0 0-6 15,0 0-13-15,0 0-1 0,0 0-5 0,0 0-10 16,-15-18-5-16,14 10-5 0,-1 0-3 0,2-3-5 0,0-2-8 16,1 2 9-16,1-4-15 0,1-3-3 15,5 1-2-15,-2 0-4 0,1 2-4 0,2 2-3 0,0 3-4 16,-1 2 2-16,4 2 0 0,0 0-4 15,-1 3-1-15,0 3 2 0,2 3 0 0,0 0-3 16,4 5 2-16,-4 2 3 0,1 4-2 0,-1-1-4 0,0 4 3 16,-3-1 4-16,0 0-3 0,-1 2 3 0,1-3-2 15,-3 1 7-15,-3-7-4 0,1 1 5 16,-2-3-6-16,0 0 5 0,-3-1-3 0,0-6 2 16,7 8 3-16,-7-8 3 0,2 5 0 0,-2-5-2 15,0 0 1-15,0 0-3 0,0 0-1 0,13-20-1 0,-8 8-2 16,0 1-2-16,6-5 0 0,-4-2-3 15,3-5 5-15,3 1-7 0,-5 4-2 0,3 2-2 0,-2-1-2 16,0 0 3-16,4 3-2 0,-1 1-1 16,-5 6 2-16,0-1 1 0,2 3-5 0,-3 2-1 15,-1 1 2-15,-5 2 1 0,13 0 0 0,-13 0 3 0,11 9 1 16,-3-2-1-16,-3 2 2 0,0-1 1 16,3 1-6-16,-2 3-13 0,-3-1-12 0,-1 1-14 0,2 0-21 15,0-1-28-15,2 1-42 0,2-2-31 16,1-2-41-16,-3 0-142 0,5-2-384 0,3 0 171 15</inkml:trace>
  <inkml:trace contextRef="#ctx0" brushRef="#br0" timeOffset="133165.64">25626 5621 182 0,'0'0'214'0,"-3"-12"1"0,3 5-7 0,0 7-3 15,-8-7-19-15,5 3-16 0,3 4-19 0,-14-2-13 0,14 2-13 16,-17 10-13-16,3-4-8 0,1 4-3 0,-1 3-11 15,1 0-7-15,2-1-9 0,-1 2-9 0,5-4-4 16,-1-1-6-16,0 3-7 0,6-2-6 16,-2-1-4-16,4-1-2 0,0 1-4 0,0-9-1 15,2 13-5-15,0-7-6 0,0 0 6 0,6-2-12 0,-8-4-3 16,11 3-4-16,-7-2-3 0,-4-1 2 0,14-1-1 16,-14 1 1-16,9-5-2 0,-5 0 1 15,0-1-2-15,1-1 2 0,0 1 1 0,0 0-3 16,-5 6 0-16,8-14-1 0,-8 6-3 0,4-1 5 15,-4 1-4-15,0 8 4 0,3-9-2 0,-3 9-1 16,2-9-1-16,-2 9-4 0,0 0 0 0,0-7-1 0,0 7-6 16,0 0 8-16,0 0-5 0,0 0 2 0,0 0 7 15,0 0 2-15,0 0-10 0,4 22 5 16,1-13-1-16,0-1 1 0,0 0-1 0,3 0 2 16,-2 1 0-16,4-3 2 0,1 0 0 0,0 0 7 15,7-2-6-15,-5-4 3 0,10 2-3 0,-2-4 4 16,6-1 6-16,-1-3-8 0,-6-1 1 0,-1-1-2 0,0 1 3 15,-4-2 2-15,-1-2-5 0,-1-3 3 16,-3-2-4-16,-3 1 4 0,-3 0 0 0,-1-6 4 16,-1 4-4-16,-4-2 8 0,1-9-2 0,-3 5 2 15,-3 4 1-15,1-5 1 0,2 6 4 0,-1 1 4 0,-2-1-4 16,2 1 15-16,1 1-4 0,0 4 2 0,0 2 1 16,1 0-5-16,-1 3 1 0,4 7-4 15,-2-9-7-15,2 9-2 0,-3-7-9 0,3 7-2 0,0 0-1 16,0 0 6-16,-1 34-4 0,0-15-2 15,1 7 4-15,-3 2-6 0,3-2 2 0,0 4-2 0,3-1 3 16,2-1 0-16,-1 0-2 0,2-2 3 0,3 0-3 16,-4-9 2-16,5-1 0 0,2 0 0 15,1-5-2-15,-1 1 1 0,1-2 3 0,6-1 2 16,-2-5-2-16,2-2 3 0,1 0-1 0,-1-2-4 16,0-4 2-16,1-2-2 0,-6-1 2 0,4 0-5 0,-5-4 1 15,-2-2 4-15,-1-2-2 0,-2-1-1 0,5-8-2 16,-7 6 1-16,0-6-1 0,-1 5 4 0,-3-2-3 15,2-5-5-15,-2 1 3 0,0 5 0 16,-2 1 1-16,0-2 2 0,1 6-4 0,-1 2 0 16,1 3-1-16,-1 2 4 0,0 8-2 0,0-12 1 15,0 12-4-15,0-9-2 0,0 9 0 0,0 0-4 0,0 0 3 16,0 0 11-16,0 0-11 0,-2 41-1 0,0-22 5 16,0 7-2-16,-2 1-1 0,2-3 1 15,2 2 3-15,0-2 1 0,0-4-25 0,2-2-12 16,4 0-31-16,1 6-22 0,2-7-26 0,0 1-42 15,4-4-42-15,3-2-45 0,0 1-204 0,2-3-484 0,7-2 214 16</inkml:trace>
  <inkml:trace contextRef="#ctx0" brushRef="#br0" timeOffset="133420.41">26771 5346 21 0,'2'-17'240'0,"2"5"9"0,-4 1-2 0,4 5-4 16,-2 1-21-16,-2 5-19 0,2-12-25 0,-2 12-19 16,0 0-19-16,0 0-10 0,0 0 0 0,6 24-3 15,-6 3 1-15,-2 2-4 0,4 1-4 0,-2 2-2 0,-2 3-14 16,2 0-10-16,-2-2 0 0,2 0-12 0,0 1-12 16,0-1-5-16,0-5 0 0,0 2-5 15,0-3-7-15,0-1-3 0,2-6-25 0,0 4-24 16,-2-5-43-16,0-3-23 0,0 1-23 0,-2-1-24 15,0-4-39-15,2-1-41 0,-2-2-39 0,2-1-213 0,-8-4-480 16,4 1 212-16</inkml:trace>
  <inkml:trace contextRef="#ctx0" brushRef="#br0" timeOffset="134034.65">26735 5578 161 0,'9'-7'198'15,"3"3"-1"-15,0-2-10 0,-3 4-7 16,5 0-13-16,5 4-9 0,-2 0-7 0,1 4-15 16,0 0-13-16,-2 0-5 0,2 4-13 0,-4 1-3 15,3 0-3-15,-3 2-8 0,-5-3-10 0,5 4-7 0,-4-2-6 16,-5 2-6-16,3 1-1 0,-3-5-9 0,-2-1-2 16,-1 1-5-16,-2-1-3 0,-5 0 1 0,1-1-4 15,-5 1-7-15,2-2-2 0,-1-3-2 16,-4 2-2-16,1-2-1 0,2-3-5 0,0 1 3 15,9-2-2-15,-13-2-4 0,13 2-3 0,-12-5 1 0,9 1-14 16,-1-2-1-16,4 6-4 0,0-18-2 0,5 5-7 16,2 3 0-16,4-6-6 0,2 1-2 0,1 0 0 15,1 1 1-15,6-5 2 0,-1 2 2 16,2 1 2-16,-1 2-7 0,1-1 3 0,-5 6 4 16,0-1-1-16,-2 2 5 0,-3 2 0 0,-1 1 2 0,-5 2 2 15,2 0 1-15,-4 1-8 0,-4 2 3 0,9-3-1 16,-9 3 2-16,0 0 2 0,0 0 13 0,9 8 7 15,-9-8 10-15,-2 16 11 0,-3-5 9 16,1 1 1-16,-3-1 1 0,3 0-3 0,-2 0-1 16,2-2-9-16,-2 0-1 0,1 0 6 0,1-3-10 0,0 0-3 15,3 1-2-15,1-7-2 0,-1 12 0 0,1-12-4 16,1 10 0-16,-1-10-1 0,5 7 7 0,1-5-9 16,-6-2-10-16,11 2-4 0,-1-2-2 15,1-4-6-15,-2-1-2 0,5 2 1 0,-4-3 2 0,-1 0-3 16,3-2 0-16,-1 0 1 0,-2 0-1 0,3-3-4 15,0-3 0-15,-3 1 2 0,5 2 2 0,-7 1-1 16,1 0 2-16,0-1 1 0,0 3 5 0,-3 1 2 16,-1 0 8-16,0 3 2 0,-4 4-4 0,5-5-4 15,-5 5 2-15,5-6-4 0,-5 6-1 16,0 0 3-16,0 0 6 0,0 0 2 0,3 15-3 0,-3-15 4 16,-1 13-1-16,0-4 2 0,1 4-1 0,-1-1-1 15,1-2-2-15,0 2-25 0,1-1-19 16,0 2-39-16,0-1-39 0,1 0-59 0,2 0-40 15,-2-1-215-15,3-1-466 0,1 1 207 0</inkml:trace>
  <inkml:trace contextRef="#ctx0" brushRef="#br0" timeOffset="134495.18">27508 5782 65 0,'0'-10'251'0,"0"10"-5"15,0-11 15-15,1 3-7 0,-1 8 10 0,-1-14 2 16,1 3-27-16,0 1-19 0,0 0-10 0,1 0-17 15,0 0-18-15,-1-2-9 0,2 1-22 0,0-1-22 16,0 0-10-16,3 0-10 0,0-3-16 0,0-1-4 16,-1 5-7-16,4-5-10 0,2 1-10 0,-3 4-14 15,-1 3-5-15,3 2-7 0,-2-1-8 16,-2 4-6-16,3 0 1 0,-8 3-8 0,11 0 2 0,-3 0-2 16,1 3 0-16,-3 1-4 0,2 4-1 0,0-3 1 15,-1 3-6-15,-1-1 3 0,3 3 8 0,-1-2-7 16,-2-1-1-16,2 2-2 0,-1-1 9 0,5-1-5 15,-1 0 2-15,-1-2 0 0,1-2 4 0,1 1-2 16,1-4-6-16,-3 0-3 0,3-2-1 0,1 0-1 16,-3-4-4-16,6 0 1 0,-7 1-2 15,1-3-7-15,-1 1 1 0,0-2 1 0,-1-3-3 0,-4 2-3 16,0-1-8-16,1 1 5 0,-3-2-4 0,-1 1 3 16,0 0-2-16,-2 3 2 0,0 0 4 0,0 8-2 15,0-11 0-15,0 11 2 0,0-11 0 16,0 11-7-16,0 0 7 0,0 0 2 0,0 0-1 0,0 0 5 15,-13 17 2-15,6-6-1 0,-2 5 2 0,0 0 0 16,2 1 5-16,-2 1-2 0,2 0 1 16,-1 0 0-16,1-1 3 0,2-1-2 0,-1 1 8 0,1 0-6 15,1-3 3-15,-1-1-7 0,1-1-15 16,0-2-30-16,3 0-30 0,-4 0-33 0,5 0-43 0,-4-3-50 16,4-7-42-16,-2 14-157 0,2-14-441 15,2 7 195-15</inkml:trace>
  <inkml:trace contextRef="#ctx0" brushRef="#br0" timeOffset="134823.81">28236 5504 72 0,'0'0'239'0,"-5"-12"-15"0,1 9-13 16,-3-1-14-16,7 4-12 0,-13-3-7 0,0 4-11 0,0 1-6 15,2 2-9-15,-7 4-10 0,3-3-12 0,-3 3-9 16,1 0-10-16,3-1-8 0,3 1-5 0,-1-1-10 16,2 0-9-16,0 2-3 0,2-1-6 0,2 1-11 15,1-1-4-15,-1-1-9 0,1 0-3 0,3 0-7 16,0-2 4-16,-1 2-9 0,3-7-1 0,0 15-3 16,3-8 0-16,-1-1-4 0,1 2 2 0,1 1-7 15,3 1-3-15,-1-3 4 0,3 1-1 0,0-1-6 16,0 0-9-16,5-2-9 0,-3 1-17 15,4 0-13-15,3-1-15 0,-7-1-19 0,0-1-17 16,-1 1-15-16,3-3-27 0,-1 1-28 0,1-2-31 0,-1-2-36 16,-1-1-153-16,0 1-407 0,5 0 180 15</inkml:trace>
  <inkml:trace contextRef="#ctx0" brushRef="#br0" timeOffset="135429.06">28483 5444 153 0,'0'0'212'0,"-13"-1"-2"0,13 1-4 0,-14 2-9 0,3 0-10 15,1 4-5-15,-1 2-12 0,-2 3-11 0,-1 2-5 16,1 1-13-16,-1 0-12 0,4 0-8 0,0 0-17 16,-1 1-8-16,4-1-14 0,2-2-5 0,1 1-9 15,3-2-5-15,0 1-5 0,2-1-3 0,2 1-7 16,-1 0-6-16,3-1 0 0,2-3-8 0,2 2-3 15,2-3-9-15,0-1-6 0,3 0-12 0,-3-2-5 16,2-2 1-16,1-1-13 0,-1-1-3 0,-1-1-3 16,-1-1-3-16,-2-2 1 0,2-1-2 0,-4-2 3 15,0-1-3-15,-1-1 1 0,1-2 3 0,-3 0 3 16,-1 1 6-16,1-2-7 0,-1 1-1 0,-1-4 2 16,2-2 5-16,-1 6 0 0,-1-2 0 15,0 2-1-15,1 2 5 0,-1 2 14 0,-2 1 0 16,0 6-3-16,2-10-1 0,-2 10-3 0,4-4-1 0,-4 4-1 15,0 0 5-15,9 0-2 0,-9 0 2 0,9 9 9 16,0 0 1-16,-4 0-2 0,3 6 3 0,1-1-3 16,-2 1-1-16,0 0 2 0,-1 0 3 15,1-1-2-15,-2-2-4 0,0 0 6 0,0-2-2 16,-3-3 4-16,1-1-5 0,-2 0-4 0,-1-6 5 0,4 7 3 16,-1-3 3-16,-3-4 3 0,0 0 1 0,0 0 2 15,0 0-7-15,0 0-3 0,0 0 2 0,-13-17 1 16,10 11-1-16,1-1 0 0,0-3 0 15,0 0-6-15,2-1 1 0,2-2 1 0,0 1-2 16,3-3-3-16,0-2 1 0,3 1 0 0,1-1-1 16,5 0-7-16,2-7-1 0,0 10 3 0,5-1-3 0,-5 3 2 15,-1 3-1-15,-1 0-1 0,-4 5-4 0,2 0 3 16,-2 2-1-16,-2 2-4 0,-8 0 4 0,14 6-4 16,-7 0 3-16,-1 3 0 0,-3 1 2 15,2 1-3-15,-1 0 3 0,-4 3 10 0,0-3-10 16,-1 2 1-16,2 2-5 0,-2 0-19 0,0 1-16 0,-4 0-39 15,2-6-41-15,1 2-36 0,0-2-56 0,4 0-41 16,-2-10-140-16,3 11-426 0,8-7 189 0</inkml:trace>
  <inkml:trace contextRef="#ctx0" brushRef="#br0" timeOffset="136174.07">29102 5457 194 0,'-2'-7'219'0,"1"0"-3"0,1 7-6 15,-4-12-8-15,4 12-13 0,-5-7-13 16,-2 3-14-16,7 4-17 0,-14 4-10 0,4 0-7 16,-5 6-9-16,0 1-4 0,-1-1-9 0,2 4-4 15,-1 0-11-15,2 1-2 0,3-2-10 0,1 0-12 0,1 2-5 16,5-1-5-16,-1 3-5 0,5-5-3 0,-1-2-6 16,3 0-1-16,2 1 3 0,0-1-3 0,3-3-11 15,2 1-2-15,-1-3-2 0,1-2 0 0,4-2-3 16,-3 1-4-16,5-4-1 0,-5-1-3 15,2-2-1-15,-2-1-1 0,0-2 7 0,-1-6-2 16,1 1-12-16,-2-4 1 0,-1 0 2 0,0-1-7 0,-3-9 7 16,-1 3-7-16,0-3 2 0,-2-2-6 0,-1 1 10 15,2-1-4-15,-3-2-2 0,1 3 6 16,-1 3-2-16,0-6 11 0,2 3-3 0,-1 3 3 16,-2-1 2-16,2 7 9 0,-2 2 1 0,1 0 11 15,-2 6 0-15,4 3 1 0,-4 1-6 0,2 7-4 0,0-10-10 16,0 10-5-16,0 0-4 0,0 0 1 0,0 0-6 15,0 0-1-15,-1 29 11 0,0-10-10 16,1 8 1-16,-3 1-6 0,2-2 4 0,1 2-1 16,0 4 4-16,0-3 3 0,2-2 7 0,1-1-11 15,0-5-4-15,3 3 6 0,2-5 1 0,-1-2-7 0,2-2 6 16,1 1 3-16,2-3-8 0,-2-6-1 0,4 5 7 16,-2-6-5-16,0-2 5 0,3 1 2 15,-3-3-8-15,2 1 7 0,-2-4-6 0,1-1 1 16,-2-1 3-16,-2-4-9 0,1 1-2 0,-1 0 1 0,-1-5-2 15,0 2-9-15,-1-2-1 0,-2-3-1 16,-1 2 4-16,0 0-3 0,0 2 2 0,0 0 1 0,-2 0-1 16,2 4 3-16,-3 0 1 0,-1 6-7 0,4-10 0 15,-4 10 2-15,0 0-7 0,0 0 5 16,0 0-2-16,0 0-1 0,0 0 6 0,0 0 1 16,0 0 2-16,-1 26 0 0,0-16 5 0,3 0-7 15,-2-3 9-15,1 1-7 0,3 0 3 0,0 0 4 0,0 0-3 16,0-3 0-16,1-1 0 0,1-1 4 0,3 0 0 15,-1-2-2-15,1 1-2 0,-9-2 1 16,18-3-4-16,-10-2-3 0,3 0 5 0,-1 0 3 16,-2 0-1-16,-2-4 0 0,1 5-2 0,-2-2 6 15,0-2-6-15,1 1-1 0,-1 0 11 0,0 1-4 16,-5 6 2-16,6-7-8 0,-6 7 1 0,5-7-10 0,-5 7 6 16,2-6 2-16,-2 6-3 0,0 0-2 0,0 0 4 15,0 0-3-15,0 0-7 0,7 19-20 16,-7-14-17-16,1 5-33 0,-1 0-28 0,3-2-29 15,2 1-25-15,1 0-38 0,3-2-28 0,5 2-32 16,3-1-158-16,3-2-458 0,1-2 204 0</inkml:trace>
  <inkml:trace contextRef="#ctx0" brushRef="#br0" timeOffset="136394.18">29922 5328 22 0,'-4'-14'179'0,"2"9"17"15,-1-2 5-15,-1 0-10 0,4 7-12 0,-9-4-12 0,2 1-7 16,7 3 2-16,-21 5-6 0,10 1-5 16,-6 1-9-16,3 5-4 0,-1 1-11 0,3-1-6 15,0 0-19-15,1 3-7 0,5 1-9 0,1-1-7 16,5 2-8-16,2-1 3 0,5 0-15 0,-1 0-4 16,7-2-28-16,3-2-20 0,10 0-32 0,2-1-29 15,1-5-33-15,5 2-25 0,-1-4-39 0,3-5-56 0,-4 0-179 16,-2-6-417-16,-1 1 185 0</inkml:trace>
  <inkml:trace contextRef="#ctx0" brushRef="#br0" timeOffset="136626.62">30161 5053 95 0,'0'0'242'0,"-2"-10"-24"0,2 10-22 16,-2-6-21-16,2 6-5 0,0 0 23 0,0 0-4 15,0 24-4-15,-1-7-6 0,0 3-2 0,-2 3 0 16,1 6-9-16,-1 0-4 0,0-3-8 0,0 3-8 16,0 1-12-16,-2-1-9 0,3-1-8 0,-2-1-13 15,1 1-11-15,-2-4-13 0,4-5-15 0,-1 0-33 16,1-2-26-16,0 0-36 0,1-3-37 0,-3-3-41 16,1-4-46-16,2-7-52 0,0 0-52 0,-3 14-211 15,3-14-503-15,0 0 222 0</inkml:trace>
  <inkml:trace contextRef="#ctx0" brushRef="#br0" timeOffset="137096.62">30064 5253 56 0,'11'-4'162'0,"1"-3"-6"0,8 2-10 0,0 1 5 0,1 2-15 15,7-5-7-15,0 3-4 0,3-2-12 0,-3 1-9 16,0 2-10-16,2 1-10 0,-1 0-7 0,-1-1-4 15,-6 1-10-15,0 0-4 0,-9-1-4 0,1 3-8 16,-3-3 3-16,-2 3 8 0,-1 0 6 0,-8 0 3 16,13 0-3-16,-13 0-5 0,7 0-5 0,-7 0-6 15,4 4 9-15,-4-4 16 0,0 0 3 0,-18 23 6 16,5-11 2-16,1 1 1 0,-4 2-2 0,3-3 0 16,2 2 2-16,0-4-1 0,3 0-11 0,-1 2-8 15,2-2-7-15,1 0-4 0,2-1-4 0,0 1-4 16,3-2-7-16,1-8-3 0,0 15-3 0,0-15 2 15,4 13-5-15,1-7-1 0,4-1-5 16,-9-5-2-16,17 5-4 0,-5-3-3 0,0-3-8 16,-12 1-8-16,23-1-2 0,-10-3-7 0,1 2-6 0,-4-2-7 15,2-2 3-15,0-1-6 0,-3 1 6 0,2-3 0 16,-3 1 5-16,1-1 2 0,-1-1-1 0,0 1 2 16,-1-1 3-16,5-1 2 0,-7 3 0 0,0-1 11 15,-2 3 6-15,2 1 8 0,-3 0-3 16,-2 5 0-16,4-6-4 0,-4 6-4 0,0 0-3 0,0 0 1 15,0 0 6-15,0 0-3 0,0 0 1 0,-8 25 0 16,5-14 3-16,-1 1-8 0,3 0-24 0,-2 4-25 16,2-3-28-16,1-1-29 0,0 5-30 0,2-3-27 15,-2 0-39-15,5-3-33 0,2 0-34 0,-1 5-139 16,-1-7-437-16,0-1 194 0</inkml:trace>
  <inkml:trace contextRef="#ctx0" brushRef="#br0" timeOffset="137299.41">30703 5443 120 0,'3'-11'138'0,"0"2"6"0,3-4-4 0,0-4-12 16,-1 2 10-16,3-3 2 0,-3 0-4 0,6-6-11 16,-2 10 5-16,1-3 2 0,-2 4 8 15,0 2-10-15,-3 1-7 0,-1 2 5 0,0 1-9 16,-2 3-12-16,-2 4-8 0,4-7-14 0,-4 7-13 16,0 0 2-16,0 0-13 0,0 0-7 0,13 11-3 0,-12-2-5 15,1 1-5-15,-2 3-4 0,0 3 0 0,2 0-4 16,-2-4-18-16,-2-1-23 0,2 2-22 15,0-1-50-15,0 1-48 0,3-4-52 0,0 1-59 0,-3-10-138 16,4 14-407-16,1-9 180 0</inkml:trace>
  <inkml:trace contextRef="#ctx0" brushRef="#br0" timeOffset="137712.1">31137 5180 104 0,'-2'-10'235'16,"2"10"16"-16,0 0-17 0,-10 0-12 0,10 0-13 16,-19 7-9-16,4 1-14 0,-1 3-9 0,-1 1-5 0,2 0-18 15,2 2-12-15,-3 9-6 0,5-7-11 16,2-2-6-16,3 3-9 0,1-2-8 0,4-2-2 16,-2 0-7-16,4-2-11 0,3 2 5 0,3-1-5 15,3-1-1-15,3-1-24 0,3-1 11 0,-1-1-8 16,6-2 0-16,-2-2-6 0,3 1-4 0,6-3-11 15,-9-4 15-15,-5 2-17 0,7-5-11 0,-5 1 0 16,2-2-3-16,-2-4-16 0,-1 1-10 0,-6 0-11 16,6-4-6-16,-5 0 1 0,3-2-4 0,-5 5-10 15,1-5 8-15,-4 0 1 0,0 0 2 0,-2 3-3 16,0 2 4-16,2 0 8 0,-2 0-3 0,-3 3 9 16,0-1 7-16,0 8 9 0,0 0 7 0,0 0-2 15,0 0-4-15,0 0 25 0,-19-6 11 0,19 6 12 16,-28 14 5-16,11-3 1 0,0-2-1 0,2 3-9 15,1 2-10-15,4 0 1 0,0 1-5 0,3 0-3 16,3 2 2-16,2-1-10 0,4-1-36 0,4-3-25 16,4 2-32-16,1-1-62 0,6-2-49 0,1-3-49 15,11 0-57-15,2-1-295 0,1-4-624 0,-3-2 276 16</inkml:trace>
  <inkml:trace contextRef="#ctx0" brushRef="#br0" timeOffset="137826.91">31628 5425 48 0,'0'0'221'0,"-8"-15"-24"16,8 15-15-16,0 0-19 0,-8-10-31 0,8 10-38 16,0 0-88-16,-5-14-95 0,2 7-70 0,3 7-173 15,-3-16 76-15</inkml:trace>
  <inkml:trace contextRef="#ctx0" brushRef="#br0" timeOffset="142229.49">12167 8571 85 0,'7'-6'86'0,"-5"-1"2"0,3 0-13 0,-1 3 9 15,1-5-20-15,-1 0 11 0,1 2-3 0,-1 2 0 16,0-2 4-16,4 0 5 0,-6 0-2 0,1 1-5 16,-1 0 1-16,-2 6-10 0,4-10-1 0,-4 10 3 15,4-10 2-15,-2 6-1 0,-2 4-3 0,0 0 0 16,0-11 2-16,0 11-6 0,0 0-1 0,1-7-7 15,-1 7-4-15,0 0-9 0,0 0 1 0,0 0-9 16,-5-9-1-16,5 9-8 0,-11-1-1 0,11 1-2 16,-14 4-4-16,5 0 5 0,-2 2-7 0,-3 2 2 15,-1 1 0-15,-1 2 4 0,1-1 0 0,-1 2-1 0,-5 4 1 16,8-4 4-16,-4 3-6 0,3 0 6 16,-1 4 3-16,2-2-2 0,-4 4-2 0,6-4-2 15,1 0 0-15,-4 5 1 0,2 1 1 0,7-4-3 0,-4 7 4 16,0-1-3-16,2-1 4 0,3 2 0 0,-3-1 5 15,5-6-8-15,0 1 3 0,-1-1 0 16,1 7-5-16,1-6 2 0,1-3-5 0,3 2-3 16,0-1-1-16,0 0-1 0,2-3 0 0,-2-2-3 0,2-1 1 15,3 1-1-15,-1-3 2 0,0-1-3 0,0-1 1 16,3 0-1-16,0-2-1 0,1 1 0 16,-1-5-1-16,3 3 2 0,-2-2 1 0,3 1-5 0,5-4 3 15,-2 0-2-15,0 0 2 0,3-3 2 0,-2-2 0 16,0 1-3-16,-4-1-3 0,1-1-2 0,-4-1 8 15,1 2-5-15,-1-2 0 0,-2 0-2 0,0 1 4 16,-2-1-5-16,0 0 5 0,-1 0-2 0,-1-2-2 16,-1 0-7-16,-2-4-8 0,-2 3-2 0,3-2 3 15,-3 2-1-15,-3-2 3 0,2 0-3 0,0 3 5 16,-3-1-1-16,-1-1 3 0,0 3-4 0,1 2 4 16,2 0-2-16,2 6 1 0,-9-10-3 15,3 8 5-15,0 0-2 0,6 2 1 0,-15-2-3 0,4 4 3 16,0-1 0-16,1 2 4 0,2-3-4 0,-1 1 1 15,9-1 1-15,-10 2-3 0,10-2 0 0,-8 3 2 16,8-3-2-16,-4 5 4 0,4-5 3 0,0 0-2 16,0 0 0-16,0 0 3 0,0 0-3 0,15 12 2 15,-9-12-1-15,2 1 6 0,-8-1-8 0,15 1 2 16,-6-1 4-16,0 1-1 0,2 1-2 0,0-4 0 16,-1 2-1-16,0 0-2 0,-1 2 2 0,-2-1-2 15,1 0 1-15,2 2 0 0,-1 0 0 0,-1 0-2 16,0 1 2-16,-1 2 0 0,1 0 0 0,2 0 4 15,-3 3-5-15,-1-2 3 0,0 3-1 0,2 0-1 16,-3 3 2-16,1 3 3 0,0-2-1 0,-1 3 1 16,-1-1 2-16,-2 1-3 0,2 0 0 0,0-1-19 15,0 1-20-15,-2-6-19 0,3 4-26 0,-3 2-33 16,2-4-35-16,-1 2-29 0,2-4-168 0,-3 1-375 16,0-2 166-16</inkml:trace>
  <inkml:trace contextRef="#ctx0" brushRef="#br0" timeOffset="143176.14">12762 8890 44 0,'0'0'180'0,"-4"-11"-11"0,-1 6-8 0,-1 2-3 0,-1 0-3 15,7 3-12-15,-18 3 0 0,5 1-11 0,1 3-10 16,-5 3-2-16,-4 6-9 0,0 2-9 0,8-2-15 15,0 0-5-15,0-1-8 0,4 0-9 16,4-4-5-16,0 1 0 0,5 1-8 0,0-1-7 16,0-2-5-16,3 1-2 0,2-1-5 0,4-3-1 0,1 0 0 15,0 0-4-15,1-2-3 0,0-3-1 0,2-1-2 16,1 0 3-16,2-1-4 0,1-1-2 16,2-2 0-16,-6-2-1 0,-3 1-2 0,0-1 5 15,1-2-4-15,-1 0 2 0,-1-3-2 0,-3 0-3 0,1-6 2 16,2 3-2-16,-4-2-5 0,1 1 3 0,-2-2-4 15,-1 0 3-15,-3-2-3 0,2 3-3 0,-4-3 2 16,0 4-4-16,2 3 5 0,-1 0-4 0,1 4 0 16,0 7 5-16,-2-14-3 0,2 14-1 0,-2-10-7 15,2 10 0-15,0 0-2 0,0 0-2 0,0 0 3 16,0 0 0-16,0 0 0 0,0 0 1 0,-2 26-1 16,2-14-1-16,0 3 1 0,2 1-3 0,0-4 4 15,0-1 1-15,3 2 0 0,0-3 1 0,0 1 0 16,3-1 3-16,1-2-3 0,1-2 4 0,5 1-3 15,1 0 6-15,2-3-1 0,0 0 1 0,-5-3-4 16,7-2 3-16,-2-2-2 0,2 3 2 0,-9-2 1 16,7-3 0-16,-6 0 0 0,-1 1 1 0,0-3 4 15,-4 1 1-15,2-2-3 0,-2 0 3 0,-1-1-3 16,-1-1-2-16,-1 3 1 0,0-5 1 0,-2 0-3 16,2 1 2-16,0 0 1 0,-4-1 7 0,2 3-4 15,-2 2 1-15,0 7 3 0,2-12-5 0,-2 12-1 16,1-10 0-16,-1 10-2 0,0-7-7 0,0 7-4 15,0 0 1-15,0 0-4 0,0 0 2 0,0 0 0 16,0 0 4-16,0 0-3 0,0 0 0 0,0 33 5 16,2-23-3-16,-2 4-3 0,2-3 4 0,-2-1 0 15,4 2-3-15,-2-5 0 0,0 3 2 0,4-3-3 16,0 2 4-16,1-4 0 0,-1 2 4 0,1-3-3 0,3 0 1 16,-4-1 0-16,5-3 2 0,1 0-4 0,1-1-3 15,-4-2 5-15,5-2-5 0,-6 0 1 16,3-1 1-16,-1 0 0 0,-3-1-3 0,-1 1 1 15,1-5 2-15,0 2 1 0,-3-1-1 0,1 1 2 0,-1-4-2 16,0 3 0-16,-1-2 0 0,3 0 0 16,-3 1-2-16,-1 4 1 0,-1 1 0 0,-1 6-2 15,2-14 0-15,-2 14-3 0,0-6 2 0,0 6-5 0,0 0 3 16,6-6-4-16,-6 6 7 0,0 0-3 16,0 0-1-16,0 0 1 0,5 19 0 0,-5-19 1 0,4 10 1 15,-4-3-1-15,0-7 1 0,4 10 0 0,-4-10 3 16,2 9-2-16,-2-9 4 0,0 9-1 0,0-9-1 15,0 0 2-15,4 5 2 0,-4-5-1 16,0 0 2-16,0 0 0 0,4 6 7 0,-4-6-10 0,0 0 6 16,0 0-3-16,0 0 1 0,0 0-2 15,0 0 3-15,17-11-1 0,-10 9-2 0,-2-2 0 0,-5 4 0 16,11-3-5-16,-11 3 2 0,11-3-1 16,-11 3-2-16,10-1-1 0,-10 1 2 0,8 4-2 0,-3-1-1 15,3-1-2-15,-8-2 1 0,8 8-7 0,-4-2-8 16,-2 2-10-16,3-2-16 0,-5 4-18 0,0-1-23 15,0 3-22-15,0-12-30 0,-3 20-28 0,1-11-36 16,-4 1-157-16,-4 4-390 0,1-7 173 0</inkml:trace>
  <inkml:trace contextRef="#ctx0" brushRef="#br0" timeOffset="143367.54">13151 8583 89 0,'0'0'59'0,"0"0"-19"0,0 0-21 16,21 3-39-16,-11 0-12 0,9 1-34 0,1 2 16 0</inkml:trace>
  <inkml:trace contextRef="#ctx0" brushRef="#br0" timeOffset="143604.43">14078 8646 76 0,'5'-3'233'0,"-5"3"-21"16,12-1-21-16,-12 1-17 0,10-1-10 15,-10 1-10-15,0 0-10 0,7 0 3 0,-7 0 12 0,7 4-1 16,0 0-7-16,0 2-18 0,-1 0-11 0,3 4-13 15,0 1-7-15,1 2-9 0,0 3-10 0,2 1-8 16,1-4-3-16,1 3-8 0,-1 0-6 16,-2-2-2-16,5 0-10 0,-1 0-15 0,0 0-20 0,0 0-22 15,-1-2-30-15,1 0-45 0,-1-2-54 0,-3-2-45 16,-1-1-50-16,-6-2-152 0,4 1-419 0,-3-5 185 16</inkml:trace>
  <inkml:trace contextRef="#ctx0" brushRef="#br0" timeOffset="143806.28">14346 8600 108 0,'-4'-4'193'0,"-1"0"-14"0,5 4-19 16,-11-2-1-16,11 2 7 0,-11 5 2 0,4 3-5 16,-2 3-5-16,-3 3-18 0,2 4-8 0,-4 7-13 15,1 1-11-15,-1 1-12 0,3 1-10 16,-3 1-7-16,1-1-7 0,0-1-24 0,3-2-25 0,-1-1-27 15,3 0-35-15,-2-6-37 0,3 0-34 0,3-2-33 16,2-4-40-16,0-3-118 0,1-3-325 0,1-6 144 16</inkml:trace>
  <inkml:trace contextRef="#ctx0" brushRef="#br0" timeOffset="144055.91">14859 8451 29 0,'8'-9'283'0,"-4"3"-27"16,-1 2-21-16,2 0-17 0,-5 4-23 0,5-6-19 15,-5 6-12-15,0 0-1 0,0 0 1 0,0 0-13 0,13 14-14 16,-9-4 0-16,1 2-17 0,-3 4-11 16,1 3-7-16,0 1-13 0,0 5-5 0,0 1-9 15,1 0-4-15,-3-2-5 0,0 1-13 0,1 1-18 16,0-1-14-16,-1-1-26 0,-1 1-28 0,2 0-26 0,0 1-35 15,-3-7-43-15,2-3-43 0,-1 1-27 0,2-1-30 16,-5-3-127-16,3-2-394 0,-1-1 174 16</inkml:trace>
  <inkml:trace contextRef="#ctx0" brushRef="#br0" timeOffset="144458.1">14959 8390 72 0,'9'-16'237'16,"-2"2"-20"-16,2 4-23 0,-2 2-11 0,1-1-11 16,2 1-12-16,1 3-13 0,0 0-11 0,-2 1-10 15,0 3-15-15,0-2-7 0,0 5-12 0,2 0-5 16,0 0-9-16,0 4-5 0,-1-2-6 0,-2 2-5 16,-2 3-4-16,0-2-8 0,-4 4-4 0,4 0-4 15,-6 2-10-15,2-3 1 0,-4 3-10 0,-2 3 6 16,2 1-11-16,-3-4-7 0,1-2-9 0,-1 3-5 15,0-1-8-15,0-3-1 0,1 2-12 0,0-3-12 16,0 1-9-16,2-1 1 0,2 1 0 0,-3-2 0 16,3 2-2-16,3-1-1 0,-3 1 6 0,5-1 4 15,-1 1 5-15,1 0 0 0,2 0 0 0,2 6 3 16,-1-4 7-16,5 1-8 0,-3 1-3 0,2-2-1 16,-1 2-5-16,-1-1 1 0,2 1 11 0,-6-6 2 15,1 3 0-15,-1-3 2 0,-1 2 4 0,-2-2 1 16,-2-2 0-16,-1 2 9 0,0-8-2 0,-4 13 2 15,2-7 6-15,-7-2-6 0,0 3 1 0,-4-1 5 16,1-1-2-16,0 0-7 0,0 0 5 0,-1-1-23 16,1-2 2-16,-3 0-30 0,3 0-25 0,-1 1-38 15,1-2-105-15,0 2-246 0,0 0 109 0</inkml:trace>
  <inkml:trace contextRef="#ctx0" brushRef="#br0" timeOffset="144681.64">15379 8752 198 0,'0'-24'278'0,"0"24"-27"15,0 0-25-15,0 0-20 0,-1-11-24 0,1 11-17 16,0 0-18-16,0 0-18 0,0 0-25 0,-3-8-42 15,3 8-35-15,0 0-39 0,0 0-45 0,0 0-46 16,0 0-59-16,9 20-112 0,-9-20-297 0,1 10 133 16</inkml:trace>
  <inkml:trace contextRef="#ctx0" brushRef="#br0" timeOffset="145242.44">15669 8431 186 0,'0'0'247'0,"-2"-10"-16"15,2 10-24-15,-2-11-24 0,2 11-20 0,0 0-19 16,0 0-10-16,0 0-2 0,0 0-11 0,-4 25-8 16,2-14-11-16,0 8-11 0,-1-1-8 0,3 2-9 0,1-2-5 15,-2 2-4-15,2-3-13 0,1 2 0 16,2-3-5-16,0 0-7 0,-2-3-2 0,4-3-1 15,-3 4-5-15,3-5-3 0,0-3-1 0,2 1-1 16,-3-1 0-16,0-2 0 0,0-2-4 0,3-2 7 16,-8 0-12-16,16-3-1 0,-5-1 5 0,-5 0-5 15,4-1-2-15,-2-1-4 0,-2-2-1 0,1 0 2 16,-1-1-9-16,-1-2 5 0,0 2 2 0,0-1-5 16,-1-1 3-16,1 2-4 0,0-1-1 0,-2 4 0 0,-1 2 1 15,-2 4-3-15,4-10-1 0,-1 5-3 16,-3 5-2-16,0 0 1 0,0 0-2 0,5-3 0 15,-5 3 4-15,0 0 2 0,8 10-6 0,-3-5 1 16,-3 2 4-16,3 0-1 0,0 1 0 0,1-1-2 0,-1 1 4 16,4-1 0-16,-3 0 2 0,0-3-1 0,1 3 4 15,2-4-5-15,0 1 4 0,-3-1-2 0,3-4 4 16,-9 1-4-16,18-3 4 0,-10 2-1 0,-1-3 0 16,0 0-1-16,0-2 0 0,0-1-1 0,1-3 6 15,0-4 0-15,0 0 1 0,-2-4-3 0,-2 4 4 16,0-3 3-16,1 1-2 0,-2-1-1 0,-1-1 3 15,-3 0-2-15,2 1 1 0,-3 0-2 0,-2-2 1 16,1 4-5-16,1-2 5 0,-1 2-7 0,1 3 0 16,-1 2 0-16,1-1 6 0,-2 3-11 0,2 0 2 15,0 0-5-15,2 8-16 0,-4-7-23 0,4 7-20 16,-5-5-25-16,5 5-21 0,0 0-22 0,0 0-30 16,0 0-30-16,-5 22-211 0,6-10-432 0,-1-12 192 15</inkml:trace>
  <inkml:trace contextRef="#ctx0" brushRef="#br0" timeOffset="145452.47">16410 8479 72 0,'0'0'317'0,"6"-2"-27"0,-6 2-23 0,7-6-20 0,-7 6-15 15,11-4-10-15,-3 0-17 0,2 1-18 16,3-2-17-16,0 2-20 0,5 1-4 0,0-5-26 15,3 6-17-15,-2 1-25 0,1-1-32 0,-1 2-31 0,-2 2-36 16,0 1-37-16,-4-2-36 0,-1 1-52 16,-2 0-25-16,-1 1-29 0,-2 3-164 0,-3-1-392 0,-1-1 174 15</inkml:trace>
  <inkml:trace contextRef="#ctx0" brushRef="#br0" timeOffset="145611.07">16479 8678 53 0,'-5'3'238'0,"1"1"-20"15,4-4-9-15,-8 5-5 0,8-5-1 0,-6 3-2 16,6-3-7-16,0 0-8 0,0 0-13 0,0 0-17 16,0 0-14-16,15 4-16 0,-2-4-11 0,6-4-16 15,2 3-29-15,1-1-42 0,4-2-43 0,1 0-67 16,-5 0-75-16,-3 1-66 0,0-1-134 16,0-3-386-16,-4-1 171 0</inkml:trace>
  <inkml:trace contextRef="#ctx0" brushRef="#br0" timeOffset="147282.72">18064 8085 114 0,'-4'-5'207'0,"4"5"2"0,-6-12-9 16,2 9-18-16,0-1-2 0,-1-1-4 0,0 0-11 15,-2 0-19-15,7 5-11 0,-12-5-14 0,5 3-9 16,7 2-12-16,-16 2-8 0,5 1-8 0,0 1-1 16,-3 8-2-16,0-1-5 0,-4 8-3 0,4 2-5 15,-2 1-6-15,6-4-10 0,-1 5 3 16,3-6-10-16,3 2-2 0,2 0-1 0,1-1-5 0,2-2-3 16,1 3-1-16,3-2-5 0,4-2 2 0,2 0-6 15,3 0 3-15,1-1-4 0,5-3-9 0,8 1-18 16,-1-5-15-16,2 0-24 0,3-2-14 0,-3-4-18 15,-7 1-17-15,2-5-11 0,-2 0-11 0,-1 1-1 16,1-3-10-16,-3-2 4 0,0-1 9 0,0 0 10 16,0-1 0-16,-1-3 16 0,-3 1 7 15,-2-1 22-15,-4 3 10 0,1-5 21 0,-1 2 4 0,-3 1 17 16,0-2-7-16,-1 2 32 0,-2 0 3 0,1 1 8 16,0 0 3-16,-2 3 11 0,-1 7 7 0,1-9 3 15,-1 9-3-15,1-10-3 0,-1 10-4 0,0 0-10 16,0-6-5-16,0 6 4 0,0 0-6 0,0 0 3 15,0 0 9-15,0 0 5 0,0 0 11 0,2 29 6 16,-2-19-4-16,0 2 2 0,0 0-1 0,0-2-4 16,2 2-6-16,1-1-4 0,-2-2-6 0,1 0-3 15,2 1 0-15,0-2-2 0,0-1-3 0,0-1-5 16,1 0-1-16,0-1-3 0,1 0-3 0,1 2 3 16,2-5-1-16,-2-1-4 0,2 1-6 0,-1-1-4 15,0-1-4-15,-8 0 0 0,15-4-3 0,-6 2-8 16,-4-1 5-16,0-1-2 0,2-1-11 0,-2 0-10 15,-3-3-1-15,2-2 0 0,-3 1 6 0,1-1-4 16,-2-1 5-16,-2 2 1 0,-1-2 0 0,0 1-2 16,-1-2 3-16,-2 2 0 0,0 0 0 0,0 1 2 15,0 0 4-15,1 1-1 0,-2-1 4 0,1 4 1 16,4 1 0-16,2 4 2 0,-8-9 0 0,8 9-2 0,-4-5 2 16,4 5 2-16,0 0-5 0,-7-6 9 0,7 6-3 15,0 0-1-15,0 0 1 0,0 0 1 16,0 0 4-16,15-9 3 0,-8 9 0 0,3 0 1 15,2-1 0-15,-3 1-2 0,2 0 0 0,0 1-5 16,-1 0 4-16,3 1 2 0,-3 0-2 0,1 3 0 0,0-3 0 16,-1 2 0-16,1 1-1 0,0 1-5 15,-1-1 7-15,-4 4-4 0,3-2 3 0,-1 1-4 16,-2 0 9-16,2 1-2 0,-1-1 5 0,0 2 1 16,-2-2 10-16,0 0-11 0,-1 1-1 0,-1 1 0 0,2-4 1 15,-3 1 9-15,1-1-10 0,-3 1 0 0,0-7 2 16,1 9 1-16,-1-9 4 0,5 6 0 15,-5-6 4-15,3 6 5 0,-3-6 6 0,0 0-3 16,0 0 6-16,1 7 2 0,-1-7 0 0,0 0 1 0,0 0-1 16,0 0-7-16,0 0-2 0,0 0 0 0,0 0-4 15,0 0 1-15,0 0-8 0,0 0-2 0,-5-24-5 16,4 16 1-16,1-1-3 0,1-1-11 16,-1-2 2-16,2 0 1 0,1 0-16 0,2-4-2 15,0 6 4-15,2-2-3 0,-2 2 3 0,1-1 0 0,-1 2-1 16,2 4 2-16,-4 0-1 0,2 0 0 0,-5 5-1 15,8-8-1-15,-4 6 2 0,-4 2-2 0,10 0 5 16,-10 0-2-16,14 5 2 0,-7 0 3 16,-1 3-1-16,3-1-1 0,-1 1 1 0,-1 1 1 0,0 1 2 15,-1-1-1-15,3 0 4 0,0-2 7 0,-1 0-6 16,-1 1 2-16,2-3 0 0,-1 1 2 0,0-3-1 16,2-2 0-16,0 1 0 0,2-2 4 15,2-2-1-15,-1 0 2 0,4-3-1 0,-1 0 0 0,-2 0 1 16,-3-2-5-16,5-2 1 0,-6 2 1 0,1-4-1 15,-1 2 2-15,-2-1-3 0,-1-2-3 0,-1 3 2 16,0-4 14-16,-2 1-2 0,-1 1 1 0,-1-1-3 16,0 0-1-16,0 2 1 0,-3 1-2 0,2 1-2 15,-1 8-2-15,-1-13 0 0,1 13-5 0,0-9 1 16,0 9-3-16,0 0-2 0,0-9-1 0,0 9 1 16,0 0 1-16,0 0 0 0,0 0 0 0,-20 11 0 15,13-4 2-15,3 4-3 0,0-1 1 0,2 0-2 16,-1 1-6-16,1-1 0 0,2 2 0 15,1-1 1-15,1 0 2 0,4 0 0 0,1 1-1 0,-1-2 11 16,5 4-6-16,0-3 0 0,-3-1-2 0,2 0 3 16,1 2 0-16,0 1 2 0,-2-4 1 0,-1-3-4 15,-2 3 1-15,1-1 0 0,-2 1-2 0,0-3 4 16,-2 0 1-16,0 1-3 0,-2 1 0 0,-1 3 5 16,-2-2-8-16,-1 1-11 0,-3 0-7 0,-2-1-9 15,-2 3-18-15,1-3-19 0,-5 0-23 0,2 0-28 16,1-3-29-16,2 0-26 0,-1-4-27 0,0 3-148 15,10-5-380-15,-14 0 168 0</inkml:trace>
  <inkml:trace contextRef="#ctx0" brushRef="#br0" timeOffset="147567.43">19275 8015 1889 0,'7'-16'-7'0,"-3"3"73"0,1 1 34 0,-3 5-10 15,1 1-26-15,-2 0-18 0,-1 6-9 0,4-8-6 16,-4 8-7-16,2-5 4 0,-2 5 11 0,0 0 14 16,0 0 21-16,11 15-5 0,-6-5-2 0,-1 2-1 15,-1 4 14-15,0 3-4 0,-1 2-9 0,4 1-2 16,-6-2-7-16,1-1-4 0,-1 5 3 16,1-3-3-16,-2-3-4 0,2-1-5 0,-2-1 4 0,2 2-7 15,-2-4-5-15,4 3 0 0,-2-5-4 0,-2-1-14 16,2 2-23-16,-1-4-15 0,0 2-11 0,0-2-18 15,0 1-22-15,-1-1-25 0,1-9-27 0,0 13-28 0,0-13-30 16,0 0-18-16,-2 13-12 0,2-13-10 16,0 0-150-16,-2 12-399 0,2-12 177 0</inkml:trace>
  <inkml:trace contextRef="#ctx0" brushRef="#br0" timeOffset="148096.49">19254 8177 185 0,'1'-9'179'0,"-1"9"-15"0,8-8-12 16,-2 5-2-16,4-2-12 0,0 0-5 0,4 3-12 0,-1-2-9 16,6-1-9-16,1 2-7 0,3-1-10 0,-2 0-5 15,7 1-12-15,2-1-8 0,-3 2-6 0,-8 0-6 16,3-1-5-16,-1 2-6 0,-1-2 0 16,0 0-5-16,-1 2-1 0,-4-1-6 0,1 1 0 15,-6 0-2-15,0 1-4 0,-1-2-1 0,-1 1-1 0,-8 1-3 16,14-1 1-16,-14 1 3 0,9 0 2 0,-9 0 9 15,9-2 4-15,-9 2 6 0,0 0 7 16,0 0 4-16,10 0-3 0,-10 0 0 0,0 0-6 16,0 0-5-16,0 0-5 0,0 0-1 0,0 0-4 15,6 2-10-15,-6-2 1 0,0 0 3 0,0 0 3 0,-10 20 5 16,5-12 7-16,-3 4 13 0,2-2-6 16,0 4-3-16,0-3-5 0,0 2-2 0,2-1 0 15,0-2-8-15,1 0 1 0,1 0-2 0,0 0-3 0,1-1-1 16,1-2-1-16,0-7-6 0,3 13 1 0,1-7 2 15,0-1 0-15,-2 1-2 0,-2-6-2 0,9 5 4 16,-3-4-4-16,-6-1 0 0,12 1 0 0,-4-1 1 16,-8 0-4-16,13-4-6 0,-7 1-5 15,2-1-1-15,-2-1 2 0,1-2-5 0,-1 0 5 0,0-1-7 16,-1 0-9-16,-1-3 1 0,0 2 0 0,-1-1 2 16,1 1-1-16,-3 1 3 0,2 0-2 0,-1 2 3 15,-2 6 0-15,6-10 0 0,-3 6 1 16,-3 4-5-16,0 0-3 0,4-7 6 0,-4 7-5 0,0 0 4 15,0 0 9-15,0 0-8 0,0 0 0 0,2 19 6 16,0-13-4-16,0 2 5 0,-2 4-1 0,1-4 4 16,-2 1 0-16,0 1-13 0,1 4-21 0,-1-4-39 15,-1 2-47-15,2-12-48 0,0 22-55 0,-1-9-195 16,0-5-455-16,1-8 201 0</inkml:trace>
  <inkml:trace contextRef="#ctx0" brushRef="#br0" timeOffset="148341.34">20005 8196 106 0,'5'-15'215'0,"-1"1"4"0,0 1 1 16,1 1-11-16,-1 1-11 0,1-1-13 0,3 4-16 16,-3-2-13-16,1 4-17 0,1-2-18 0,-2 3-12 15,1 3-11-15,3-1-10 0,1 2-11 0,3 2-7 16,-3 1-10-16,3 2-2 0,4 3 2 0,-2 2 2 15,0-1-7-15,-3 1-6 0,0 1-5 0,0 2 0 16,-2 1-9-16,-2-3-5 0,-2 2-17 0,1-2-8 16,-1-1-21-16,0 2-44 0,-3-1-36 0,-1 1-39 15,-2-11-44-15,3 14-44 0,-3-14-142 0,-3 13-394 16,3-13 175-16</inkml:trace>
  <inkml:trace contextRef="#ctx0" brushRef="#br0" timeOffset="148582.34">20376 7887 52 0,'1'-5'254'0,"0"-1"-17"0,-1 6-21 16,0 0-29-16,0-9-18 0,0 9-20 0,0 0 17 16,0 0 5-16,8 19-5 0,-4-8 1 0,0 5-6 15,0 9-10-15,-2-6-2 0,2 5-21 0,-3-3-5 16,0-1-14-16,2 4-6 0,-2-5-10 0,0 1-9 15,2-2-8-15,0-1-4 0,-2-2-13 0,0-4-27 16,-1 0-26-16,1 0-35 0,2-1-26 0,-3 2-30 16,0-3-39-16,0-9-53 0,-1 15-33 0,1-10-47 15,0-5-134-15,0 0-423 0,-11 7 187 0</inkml:trace>
  <inkml:trace contextRef="#ctx0" brushRef="#br0" timeOffset="148729.43">20354 8061 211 0,'3'-7'194'16,"-3"7"-18"-16,6-3-20 0,-6 3-9 0,13-5-17 15,-4 4-18-15,1-2-26 0,3 0-43 0,3 1-21 16,3-2-55-16,2 0-38 0,7 0-125 0,-8 2-212 16,10-3 94-16</inkml:trace>
  <inkml:trace contextRef="#ctx0" brushRef="#br0" timeOffset="148855.93">20800 8003 47 0,'0'0'168'0,"0"0"-12"0,0 0-21 15,8 1-11-15,-8-1-14 0,0 0-21 0,0 0-37 16,0 0-25-16,0 0-62 0,0 0-111 0,0 0-158 0,-22 5 70 16</inkml:trace>
  <inkml:trace contextRef="#ctx0" brushRef="#br0" timeOffset="155430.29">12255 9474 10 0,'0'0'16'0,"-2"-9"4"0,2 9-4 0,0 0 1 15,0 0-3-15,0 0-5 0,0 0 4 0,-5-5-2 16,5 5 2-16,0 0-4 0,0 0-2 0,-7-4 1 16,7 4-5-16,0 0-1 0,0 0-2 0,-7-5-3 0,7 5 3 15,0 0 1-15,-8-2 1 0,8 2 0 0,0 0-4 16,-7-2 0-16,7 2-4 0,0 0 3 15,-7-4-8-15,7 4 2 0,0 0 1 0,0 0-2 16,0 0-11-16,-11-1-21 0,11 1 11 0</inkml:trace>
  <inkml:trace contextRef="#ctx0" brushRef="#br0" timeOffset="156195.91">12176 9439 21 0,'-9'0'-4'0,"9"0"8"16,0 0 5-16,0 0 0 0,0 0 2 0,-9 2 2 16,9-2-4-16,0 0 3 0,0 0-3 15,0 0 5-15,0 0 2 0,0 0 1 0,0 0 1 0,0 0-2 16,0 0 6-16,0 0-2 0,0 0-3 0,0 0 2 15,0 0-6-15,0 0 7 0,0 0 2 0,-6-5-3 16,6 5-2-16,0 0 3 0,0 0-6 16,0 0 1-16,0 0 6 0,0 0-4 0,0 0-4 0,-8-5 7 15,8 5-4-15,0 0-3 0,0 0 1 0,0 0-2 16,-4-5 2-16,4 5-3 0,0 0 0 16,0 0 0-16,0 0-4 0,-8-3-3 0,8 3 6 15,0 0-6-15,0 0-3 0,-9-1 7 0,9 1-1 0,0 0 3 16,-10-2-3-16,10 2 7 0,0 0-8 0,-11 0 4 15,11 0-14-15,0 0 11 0,-13-1 2 0,13 1 1 16,-14 1 2-16,14-1-8 0,-10 0 2 0,10 0 3 16,-14 0 0-16,9 0-5 0,5 0 7 0,-15-1-2 15,5 2-3-15,3 1 8 0,7-2-10 0,-17 1 8 16,9 0-4-16,0-1 3 0,-1 2 0 0,9-2-5 16,-16 0 2-16,8 2 9 0,1-1-4 15,-1 1 1-15,8-2-4 0,-13 1 7 0,13-1-4 0,-10 1 2 16,10-1-3-16,-8 2-1 0,8-2 10 0,0 0-3 15,0 0-8-15,-7 4 1 0,7-4 10 0,0 0-17 16,0 0 1-16,0 0 3 0,-8 0 10 0,8 0-17 16,0 0 7-16,0 0-10 0,0 0 7 0,0 0 1 15,0 0 5-15,0 0 2 0,0 0 7 0,0 0 15 16,25 2-1-16,-12-2-2 0,7-4-2 0,3 0 1 16,6 0-5-16,1 1 5 0,3-3-5 0,1 0 0 15,2 4-3-15,1-3-5 0,-1 1 9 0,2-2-16 16,-2 0 12-16,3 2-4 0,1-1-10 0,-4 1 8 15,3 0-7-15,-1-1 3 0,-1 0-7 0,1 4 9 16,2-4-5-16,0-1-2 0,-3 3 2 0,3-1 0 16,-1 1-7-16,1 0 1 0,-2-1 3 0,-4 2-2 15,5 1 1-15,-3-2 2 0,-2 0-4 0,1 1 1 16,-1-1-2-16,-1 0-3 0,-1-1 2 0,3 0-2 16,-1 3 3-16,1-3 0 0,-2 2 2 0,1-1-6 15,-3 0 8-15,1 0-5 0,-3 2-4 0,-2 0 4 16,2-1-2-16,-3-3-4 0,-5 5 5 0,0 0 3 0,-2 1-3 15,0 0 0-15,-6 0-7 0,3-1 6 0,-5-1 1 16,1 2 1-16,-2 1-4 0,3-2 5 16,-3 2-9-16,1-1 2 0,-4 0 4 0,-7-1-1 15,14 0 0-15,-6 0 6 0,-8 0 2 0,11 2-1 0,-11-2 10 16,12 0 0-16,-12 0 2 0,9 0-3 16,-9 0 1-16,8 0 9 0,-8 0-13 0,0 0-2 15,8 1 3-15,-8-1-2 0,0 0-3 0,0 0 1 16,0 0-6-16,0 0 8 0,0 0-1 0,0 0 0 0,0 0-1 15,9 0-4-15,-9 0 1 0,0 0-4 0,0 0-4 16,0 0-11-16,0 0-20 0,0 0-43 0,0 0-23 16,0 0-44-16,0 0-116 0,0 0-280 0,-32 7 124 15</inkml:trace>
  <inkml:trace contextRef="#ctx0" brushRef="#br0" timeOffset="161808.97">12538 9436 7 0,'0'0'37'0,"0"0"-7"0,0 0-5 0,0 0 1 0,0 0-1 16,0 0-6-16,0 0-2 0,0 0 0 0,0 0-6 15,0 0-3-15,0 0-12 0,0 0-5 0,0 0-6 16,0 0-18-16,2 6-35 0,-2-6 16 0</inkml:trace>
  <inkml:trace contextRef="#ctx0" brushRef="#br0" timeOffset="162802.4">15655 8699 31 0,'0'0'87'0,"0"0"-11"16,0 0-3-16,0 0-8 0,0 0-1 0,0 0-13 15,0 0-6-15,0 0-10 0,0 0 3 16,0 0-5-16,0 0-4 0,0 0 1 0,0 0-12 0,0 0 12 16,0 0-9-16,0 0 0 0,0 0-8 0,0 0-1 15,0 0 2-15,0 0-1 0,0 0-7 0,0 0-1 16,0 0 3-16,0 0-10 0,0 0-15 0,0 0 17 15,0 0-18-15,0 0-2 0,6 4-14 0,-6-4-18 16,0 0-61-16,0 0-122 0,-7 14 54 0</inkml:trace>
  <inkml:trace contextRef="#ctx0" brushRef="#br0" timeOffset="166607.87">18150 8709 11 0,'0'0'79'16,"-8"0"-8"-16,8 0-3 0,0 0-8 0,0 0-4 15,0 0-2-15,0 0-6 0,0 0 2 0,0 0-5 16,0 0 1-16,0 0-9 0,-8 2 1 0,8-2 2 15,0 0-8-15,0 0-1 0,0 0-3 0,0 0-6 0,0 0 6 16,0 0-9-16,0 0 4 0,0 0 3 16,0 0-3-16,0 0-7 0,0 0-4 0,0 0 2 15,0 0 5-15,0 0-1 0,0 0-5 0,14 7 8 16,-14-7-2-16,0 0-1 0,10 1-1 0,-10-1-2 16,7 3 8-16,-7-3-3 0,0 0 2 0,11 1-11 15,-11-1-8-15,12 1 8 0,-7 0 5 0,-5-1-6 16,13 3-5-16,-13-3 18 0,12 1-17 0,-12-1 0 15,9 2-3-15,-9-2 4 0,8 0 0 0,-8 0-2 16,9 0 6-16,-9 0-14 0,0 0 0 0,13-3-14 0,-13 3-6 16,6-4-9-16,-6 4 0 0,8-2-7 15,-8 2-3-15,0 0-6 0,9-4-9 0,-9 4 0 16,5-2-11-16,-5 2 2 0,0 0-14 0,5-3-44 16,-5 3-133-16,0 0 59 0</inkml:trace>
  <inkml:trace contextRef="#ctx0" brushRef="#br0" timeOffset="168598.61">18218 8679 53 0,'-3'-10'82'0,"3"10"-2"0,0 0-9 15,0 0-4-15,0 0-1 0,0 0 0 0,0 0 0 16,0 0-18-16,0 0-7 0,0 0 4 0,5-13 15 15,-5 13-6-15,0 0-8 0,0 0-5 0,-4-9-2 16,4 9 1-16,-3-5 3 0,3 5 5 0,0 0-26 16,-2-11 6-16,2 11 6 0,-3-6-2 0,3 6 1 15,-2-7-2-15,2 7 0 0,-4-9 5 0,4 9 4 16,-4-6-8-16,4 6 3 0,-3-8 0 0,3 8 1 16,-3-6 5-16,3 6-5 0,0 0-2 0,-4-6 6 15,4 6-7-15,-5-8-6 0,5 8-2 0,0 0-7 16,-5-7 1-16,5 7-1 0,-4-5-5 0,4 5 6 15,0 0-4-15,-4-8 5 0,4 8-8 0,0 0 1 16,-3-6-2-16,3 6-2 0,0 0 4 0,0 0-4 16,0 0-1-16,0 0-3 0,0 0-1 0,0 0 4 15,0 0-4-15,0 0 0 0,0 0-1 0,0 0 3 16,0 0-8-16,0 0 1 0,0 0 1 0,0 0 3 16,0 0-1-16,0 0-2 0,12-3 3 0,-12 3 1 15,0 0 2-15,16 1-4 0,-16-1-4 0,12 1-1 16,-4-1-9-16,-8 0-2 0,15 0-6 0,-9-1-2 15,-6 1-4-15,17 1 7 0,-9-1-7 0,2 0 2 0,1-1-3 16,0 0 11-16,1 1-8 0,1 0-3 0,0-3 2 16,-2 3 5-16,0-1 3 0,-4 0-5 15,2-1 0-15,3 0 4 0,-5 2-8 0,2-4 9 16,0 3-3-16,0-2 8 0,-1 1-11 0,3 0 7 16,1 1 3-16,0-2-2 0,0 1 6 0,0-2 0 0,2 3 0 15,-3-3 9-15,6 3-8 0,1-4 1 16,-7 4-6-16,7-5 13 0,-5 4-8 0,6-1-3 15,-6 1 2-15,7-2 3 0,-6 1 0 0,-1 1 1 0,5-4 3 16,-1 5-3-16,-5-2 1 0,-1 0 2 0,2 0 2 16,-2 1-4-16,-1-1-3 0,1 3 3 0,-1-2 8 15,0-1-8-15,-1 0 5 0,0 2 1 0,-9 1-3 16,13-2 7-16,-6-1 0 0,1 2-3 0,-8 1 5 16,13-3-1-16,-13 3-4 0,9-2 4 0,-9 2-6 15,7-4 7-15,-7 4 11 0,8-3-4 0,-8 3 6 16,0 0-2-16,0 0-7 0,9-1 5 0,-9 1-3 15,0 0 4-15,0 0-2 0,0 0-7 0,6-1 1 16,-6 1-2-16,0 0-9 0,0 0 6 0,0 0 4 16,8-6-5-16,-8 6-1 0,0 0 6 0,9-2-5 15,-9 2 5-15,8-2 1 0,-8 2-15 0,7-3 12 16,-7 3-2-16,13-2-2 0,-7 0 1 0,2 2-2 16,1-1 4-16,2-2-6 0,1 3 4 0,1 0-4 15,3 0 3-15,3 0-2 0,0 0-6 0,2-1 4 16,2 1 3-16,-4 0-6 0,11-3-3 0,-10 3 1 15,2-3-5-15,-5 3-11 0,3 0 11 0,-2 0-1 16,1 0 3-16,0-2-2 0,-1 1 4 0,0 0 0 16,0-1 2-16,4 1-3 0,-1 1-2 0,7-3 7 15,-7 5-1-15,8-2-8 0,0-2 12 0,1 2-5 16,-2 0 12-16,3 2-4 0,0-4 5 0,2 2 6 16,0 2-5-16,-3-2-5 0,1 2 6 0,0-2-2 15,2 2 5-15,-5 0-10 0,2 3 7 0,-8-1-5 16,6-4 2-16,-7 4-4 0,0-1 7 0,1-1 5 15,-2 1-8-15,-3 0 1 0,2 1 1 0,-3-1 1 0,4 1-7 16,-1-2 10-16,-7 0-4 0,1 0 2 16,5 1-6-16,-5-2 0 0,0 3 4 0,-2-3 8 15,2 2-2-15,-1-3 3 0,-2 1 0 0,2-1 3 16,-1 0 2-16,-1 2 1 0,3-2-2 0,0 1 1 0,-1 1-4 16,-1 1 1-16,0-2 2 0,2-1-3 0,-3 0 0 15,3 1 0-15,-2-2-5 0,1 0 0 0,-1 1-1 16,1 0 2-16,-4 0 1 0,2 0-4 15,0 0 4-15,0 0-4 0,-10 0 0 0,18 0 0 0,-9 0 5 16,1 0-7-16,2 0 3 0,-5-3-3 16,2 2 2-16,3 0 1 0,-4 0-1 0,1-1-4 15,2 2 1-15,-11 0 0 0,13-1 1 0,-6 1-1 16,2-3 2-16,-9 3-4 0,14-2 1 0,-7-1 1 0,-7 3 0 16,15-1-1-16,-15 1-3 0,9 0 2 0,-9 0-4 15,8-2-3-15,-8 2 7 0,0 0-3 0,11-2-7 16,-11 2 8-16,0 0 2 0,5-3-4 0,-5 3 1 15,0 0-3-15,0 0 1 0,0 0-2 0,0 0 4 16,0 0-1-16,8-2-1 0,-8 2-2 0,0 0 2 16,0 0-12-16,0 0-2 0,0 0-12 0,0 0-13 15,0 0-38-15,0 0-21 0,0 0-32 0,0 0-43 16,-41 7-130-16,19-5-325 0,-7-4 144 0</inkml:trace>
  <inkml:trace contextRef="#ctx0" brushRef="#br0" timeOffset="171615.07">13304 8992 41 0,'0'0'78'0,"0"0"0"0,0 0-12 0,0 0-2 15,0 0-12-15,0 0-1 0,0 0-14 0,0 0-12 16,0 0-15-16,0 0-8 0,0 0-19 0,0 0-15 16,0 0-45-16,8 11-81 0,-8-11 37 0</inkml:trace>
  <inkml:trace contextRef="#ctx0" brushRef="#br0" timeOffset="172249.64">15955 8867 84 0,'0'0'72'0,"0"0"-4"0,0 0-7 0,0 0-3 0,0 0-10 15,0 0-6-15,0 0 3 0,0 0-10 16,0 0-4-16,0 0-7 0,0 0 1 0,0 0 2 15,0 0-3-15,0 0 1 0,0 0-13 0,0 0 8 16,0 0-4-16,0 0-2 0,0 0-8 0,0 0 11 0,0 0 3 16,0 0-4-16,0 0 6 0,0 0-2 0,0 0-13 15,0 0 1-15,0 0-7 0,0 0 17 0,0 0-9 16,0 0-7-16,0 0-12 0,0 0-15 16,0 0-9-16,0 0-14 0,0 0-79 0,-6 12-137 15,-1-8 60-15</inkml:trace>
  <inkml:trace contextRef="#ctx0" brushRef="#br0" timeOffset="174459.53">18924 8181 61 0,'0'0'80'15,"4"-7"-8"-15,-4 7-6 0,0 0 8 0,0 0 1 16,3-6-10-16,-3 6-13 0,0 0-3 0,0 0-3 16,0 0-2-16,3-7-10 0,-3 7 1 0,0 0 0 15,0 0-19-15,0 0 11 0,0 0-14 0,0 0-5 16,0 0 0-16,0 0-10 0,0 0 0 0,0 0-6 15,0 0 0-15,0 0 3 0,0 0-8 0,0 0-4 16,0 0-2-16,0 0-3 0,0 0-2 0,0 0-16 16,0 0 3-16,0 0-4 0,0 0-4 0,0 0-5 15,0 0-39-15,0 0-94 0,0 0 42 0</inkml:trace>
  <inkml:trace contextRef="#ctx0" brushRef="#br0" timeOffset="-201412.72">3113 10571 97 0,'0'0'150'0,"-8"-2"1"0,8 2 11 0,0 0-2 16,-13-1-10-16,13 1-3 0,0 0-10 0,-10-1-12 15,10 1-2-15,0 0-5 0,0 0-6 0,-10-2-2 16,10 2-8-16,0 0-4 0,0 0-4 0,0 0-10 16,0 0-8-16,-9-1-9 0,9 1-7 0,0 0-7 15,0 0-5-15,0 0-4 0,0 0-7 0,0 0-1 16,0 0-3-16,0 0-6 0,46 1-2 0,-24-2-2 15,8-1 0-15,5 0-2 0,-2-1 0 0,4-2-7 16,0 0-3-16,3 1-14 0,-6 2-21 0,1 1-16 16,-5 0-42-16,-2-1-34 0,1 1-36 0,-11 1-31 15,1 1-174-15,-8 2-386 0,-3-1 170 0</inkml:trace>
  <inkml:trace contextRef="#ctx0" brushRef="#br0" timeOffset="-200996.53">3349 10595 154 0,'0'0'189'0,"-9"-2"2"16,9 2-3-16,-6-5-6 0,6 5-11 0,-4-5-7 15,4 5-13-15,0 0-4 0,-8-6-11 0,8 6-7 16,-4-3-14-16,4 3-13 0,0 0-7 0,0 0-13 15,0 0-12-15,-8-3-2 0,8 3-12 0,0 0-9 16,0 0-2-16,0 0-10 0,0 0-3 0,0 0 1 16,6 24-5-16,-4-12 0 0,2 3-3 0,1 5 1 15,1 5 1-15,-3 2 1 0,4 0 1 0,-4-2 0 16,4 4-2-16,-2 0 5 0,2-1-7 0,-4 0 3 16,0 0 3-16,2-2-3 0,-3 3-2 0,1-5-4 15,0 1 1-15,-3-6 0 0,0-1 0 0,-2 2-3 16,0-2 1-16,-2 0 1 0,-1-3 1 0,-3 1-6 15,1-2 2-15,-4 1-3 0,-1-3-1 0,-4 0 1 16,1-3 0-16,-2 1-3 0,1-3-2 0,-6 1 0 16,3-4 2-16,-3-1 6 0,3 1-11 0,0-5-17 15,0 1 1-15,1-1 0 0,1-4 1 0,0 2-3 16,3-3-17-16,4 1-25 0,-3-1-25 0,3-2-18 16,0 1-55-16,2-1-60 0,3 1-45 0,0 0-152 15,2-2-442-15,3 9 196 0</inkml:trace>
  <inkml:trace contextRef="#ctx0" brushRef="#br0" timeOffset="-200684.4">3684 10746 43 0,'0'-6'267'0,"0"6"-18"0,0-11-1 0,0 11-24 16,0 0-25-16,1-9-17 0,-1 9-26 0,0 0-17 16,0 0-15-16,0 0-14 0,0 0-1 0,7 19-1 15,-5-3-5-15,1 4-7 0,-1-1-8 0,2 8-6 16,-2-1-7-16,0 1-3 0,1-1-5 0,-1 0-1 16,-1 1-5-16,-1-2-25 0,0 0-6 0,0-7-2 15,0 0 0-15,0-1-3 0,0 0-2 0,2-5-4 16,-4 0 1-16,2 0 0 0,-1 0-5 0,-1-1-18 15,0 0-18-15,2-1-26 0,-2 1-29 0,-2-2-23 16,1 3-45-16,-1-6-27 0,1 0-38 0,-1 1-182 0,-3-1-423 16,1-1 188-16</inkml:trace>
  <inkml:trace contextRef="#ctx0" brushRef="#br0" timeOffset="-200504.64">3722 10685 119 0,'9'-16'172'0,"0"2"-9"0,1 0-12 16,-1 4-22-16,0 1-9 0,5-1-12 0,-2 5-17 15,2 2-4-15,4 0-15 0,-4 3-20 0,4 4-27 0,0 3-33 16,0-2-33-16,-2 4-28 0,-2 2-16 0,-2-2-17 16,-3 7-62-16,-3-1-178 0,2 0 78 15</inkml:trace>
  <inkml:trace contextRef="#ctx0" brushRef="#br0" timeOffset="-200344.72">3913 10937 194 0,'-4'6'205'0,"4"-6"3"15,0 0-4-15,0 0-7 0,-1 6-16 0,1-6-18 16,0 0-14-16,0 0-16 0,0 0-13 0,0 0-17 16,25-4-19-16,-12 0-25 0,5-1-32 0,0 0-27 15,3 0-34-15,1-2-31 0,6 0-25 0,-1-5-29 16,3 2-17-16,-1 1-20 0,-1 0-83 0,0 1-256 15,-1-5 113-15</inkml:trace>
  <inkml:trace contextRef="#ctx0" brushRef="#br0" timeOffset="-199960.3">4441 10665 104 0,'0'0'157'16,"-4"-11"-5"-16,-4 3-3 0,0 4 2 0,-3-1 1 16,1 3-1-16,-2 3-5 0,-1 2-5 0,-2 3-1 15,-2 3-1-15,0 2-11 0,-1 6-4 0,-3 2-10 16,8-2-7-16,-2 4-7 0,5-7-6 0,1 1-12 15,0 2-6-15,5-1-7 0,2-3-8 0,2-1-3 16,4 3-7-16,1-5-3 0,1 1-6 0,3-2-1 16,2-2-1-16,2 0-8 0,3-1-7 0,-3-2-6 15,4 0-4-15,1 0-8 0,-1-3-5 0,-2-1-3 16,2-1-1-16,-3-1-1 0,-3-2 3 0,1 2 2 16,-3 0-1-16,-2-1-1 0,-2 0 3 0,2-1-3 15,-7 4 0-15,5-6 0 0,-5 6-1 0,0 0 2 16,0 0-2-16,-10-12-1 0,10 12 2 0,-18-1 2 15,3 2 4-15,-2 5 6 0,-4-1 0 0,-3 5 4 16,-3 0 0-16,4 1 3 0,-2 4 8 0,0 2 4 16,3-3 0-16,0 2 2 0,5-4 9 0,4-1-4 15,2 2 0-15,1 1-5 0,3-5-5 0,2 2-7 16,0-1 5-16,4-1-3 0,3 1 0 0,3-1-3 16,3-3 1-16,0 1-1 0,3-2-7 0,8 0-19 0,3-2-14 15,6-6-24-15,3 2-26 0,1-1-31 16,1-1-35-16,0-3-39 0,4-1-37 0,0-3-29 15,-3 1-169-15,1-2-445 0,-6-1 197 0</inkml:trace>
  <inkml:trace contextRef="#ctx0" brushRef="#br0" timeOffset="-199560">4746 10684 63 0,'0'0'263'0,"-1"-9"-12"0,1 9-12 0,5-7-17 16,0 3-7-16,6-2-19 0,1 1-10 0,6-3-26 16,1 0-16-16,11-2-17 0,0 2-7 0,5-1-12 15,0 0-12-15,0-1-11 0,-2 4-12 0,2-2-20 16,-5 2-24-16,-2-1-21 0,-8 3-23 0,-1 2-23 16,-1-2-30-16,-7 2-16 0,2 1-23 0,-3-1-9 15,-10 2-17-15,14-4 1 0,-14 4 3 0,10-3 14 16,-10 3 5-16,0 0 15 0,0 0 5 0,0 0 14 15,0 0 8-15,0 0 13 0,0 0 22 0,0 0 8 16,-30-7 8-16,30 7 16 0,-16 0 8 0,16 0 15 16,-14 1 14-16,14-1 2 0,-11 4 7 0,4-4 10 15,7 0 7-15,-9 7 11 0,6-1 15 0,-5 1 7 16,4 5 12-16,-1 4 1 0,-1 8 10 0,0 0-10 16,4 0-2-16,-4 1 4 0,2-1-3 0,0 2-12 15,1-2-5-15,0 4-6 0,0-8-2 0,0 6-17 16,2-1 4-16,-3-5-11 0,3 6-9 0,0 1-11 15,-3-2-15-15,1-4-35 0,1 5-51 0,2-1-32 16,-3 3-48-16,5-9-60 0,-2 0-223 0,-2 1-461 16,4-4 205-16</inkml:trace>
  <inkml:trace contextRef="#ctx0" brushRef="#br0" timeOffset="-198789.2">6128 10632 233 0,'5'-9'282'0,"-3"-4"-20"15,0 3-15-15,-2 1 1 0,-2 0-3 0,0 2-11 16,-2-1-13-16,-4 1-16 0,-1 4-18 0,-1-1-18 15,-3 4-18-15,-7 4-6 0,-8 6-8 0,0 1-13 16,1 4-7-16,2 5-8 0,2-1-3 0,3 3-14 16,1 3 0-16,2 0-23 0,6-1 17 0,-1-7-7 15,4 1-11-15,5-3 11 0,0 3-16 0,4-3-8 16,3 0-7-16,0-2-8 0,4 1-13 0,4-2 14 16,1 0-3-16,1-2-7 0,4-3 4 0,1-1-12 15,1-1 0-15,1-3 1 0,0-4-2 0,-1 2-5 16,2-2-3-16,1-4-2 0,-3 2-1 0,1-2-7 15,-1-2 3-15,4-6-5 0,-9 7 0 0,1-4-13 16,-3 0 6-16,1 1 3 0,-5 0-3 0,0-3-3 16,-3 2-1-16,1-1-3 0,-4 0 3 0,1-3 2 15,-1-1-3-15,-2 2 4 0,0-1-2 0,-1 6 9 16,2-1-10-16,-2 3 4 0,0 7-7 0,0-11-2 16,0 11 7-16,1-6-9 0,-1 6 5 0,0 0 2 15,0 0-3-15,0 0 1 0,-4 25 4 0,2-7-4 0,0 1 6 16,1 1 1-16,1-2 7 0,1 2 5 0,2-1-1 15,-1-2 0-15,4-1 4 0,1-1-1 16,2 0 4-16,-1-6 3 0,2 3-2 0,2-4-3 16,-1-1 9-16,6 0-5 0,-1-3 1 0,2-3-6 15,4-2 3-15,7-3-3 0,1-1 3 0,-2-4 4 16,3 0-8-16,-2-3 2 0,-4-1-1 0,0 2-6 16,-7-1 5-16,-2 2-5 0,-3-1 1 0,1 0-6 15,-4 0 2-15,-1-3-4 0,-2 3-9 0,-2-9-8 16,-3 5 15-16,0 1-14 0,-1 2-14 0,-4 2 4 0,1-3-4 15,-1 3 7-15,2 4-7 0,-2-1 4 0,3 7 9 16,-3-11-7-16,3 11 2 0,0 0-2 0,-9-2 6 16,9 2 0-16,-9 14 6 0,0 0 1 15,1 6-2-15,-1-4 4 0,1 8-1 0,2 0 4 0,-2 0-1 16,3-7 6-16,3 2-3 0,-1 0 8 0,2 1-9 16,2-1 2-16,-1-3 5 0,0 2-3 0,3-1-5 15,-2-3 3-15,0-2 4 0,3 1 0 0,-3-3 2 16,1-1-1-16,0 2 11 0,1-4-15 15,-3-1 8-15,0 2-2 0,0-8-1 0,-5 15 5 0,1-8-12 16,-4 2-18-16,-2-1-20 0,-7 0-25 0,-9 3-30 16,-4 0-48-16,-2 1-51 0,-4-2-70 15,1 1-277-15,-4-2-591 0,1-1 261 0</inkml:trace>
  <inkml:trace contextRef="#ctx0" brushRef="#br0" timeOffset="-198014.77">7408 10773 1 0,'12'-15'122'0,"0"1"5"0,1-2 1 16,-3-1 0-16,1 3 16 0,-3-1 8 0,-2 2-9 16,-3 2-6-16,0-1-9 0,0 2 1 0,-2 0-5 15,-2 2-6-15,1 8-7 0,-4-13-13 0,0 4-5 16,0 4-4-16,-2 4-11 0,6 1-1 0,-17-2-3 16,7 5 1-16,-5 6-5 0,2 1 3 0,-5 9-4 15,0 3-2-15,0 2-4 0,3 0-7 0,1 2-6 16,2-4-2-16,3 2-4 0,3-7-5 0,2 0-3 0,3 0-5 15,2-2-4-15,3 1-2 0,0-4 2 16,3-2-5-16,1 1 1 0,2-6-4 0,3 1-1 16,-1 0 0-16,0-4-1 0,4 0-4 0,-3-2-3 15,0-3 0-15,-1-1-7 0,3-3-1 0,-3 1-2 16,1-4 4-16,2 1-1 0,-7 0-4 0,1-1 1 0,1-4 7 16,-5 3-3-16,0-4-2 0,0 3-5 0,-2 0 5 15,2-2-2-15,-3 1 1 0,0 4-1 0,-1 0 1 16,-2 2-2-16,1 7 6 0,1-12-14 15,-1 12 2-15,0 0-7 0,0 0 6 0,0 0 2 0,0 0 1 16,0 0-1-16,5 34-1 0,-5-17 4 0,-1 2-1 16,-2 4 1-16,2 3-12 0,0-2-20 15,1 0-18-15,-4-4-26 0,0-1-24 0,3 0-28 0,-1 0-25 16,4-2-19-16,0 0-22 0,1-2-164 0,-1-4-391 16,1-6 173-16</inkml:trace>
  <inkml:trace contextRef="#ctx0" brushRef="#br0" timeOffset="-197676.47">7703 10876 115 0,'8'-9'159'0,"-2"-1"-11"0,-1 3 2 15,-2 0-11-15,0 4-14 0,-3 3-1 0,7-3 9 16,-7 3-1-16,0 0-2 0,13 8-10 0,-9-1-10 16,0 0-2-16,1 3-12 0,-1 0-9 0,1 1-6 15,-3-2-9-15,1 0-4 0,2 0 8 0,-4-2-3 16,2-2-13-16,-3-5-1 0,4 10-7 0,-3-4 3 15,-1-6 9-15,2 5 4 0,-2-5 5 0,0 0-1 16,0 0-9-16,0 0-6 0,0 0-3 0,0 0-10 16,13-18-3-16,-6 9 5 0,-2-1-11 0,5-4-6 15,0-2-5-15,0 1-2 0,6-4 3 0,-2 3-5 16,4-3-4-16,-4 4-3 0,4-3-7 0,-3 5-1 16,0 1-2-16,-1 1-1 0,-1 3-4 0,-1 3-3 15,-1 0 0-15,0 3 0 0,1 0-1 0,-2 5 1 16,1 3-3-16,1 1 8 0,-4 1-3 0,0 3 0 15,1 3-1-15,-3 2-6 0,-1 1-12 0,-2 0-16 16,1 1-29-16,-3-3-23 0,0 2-31 0,-1 1-39 16,2-1-45-16,-4-2-212 0,1-5-450 0,0 1 200 15</inkml:trace>
  <inkml:trace contextRef="#ctx0" brushRef="#br0" timeOffset="-197228.33">8633 10682 222 0,'0'0'240'0,"8"-1"-6"0,-8 1-4 0,0 0-7 16,2 13-8-16,-4-2-8 0,1 6-13 0,-3 3-16 16,-1-3-17-16,-1 7-15 0,1 0-6 0,1-5-11 15,-1-2-5-15,-2 0-19 0,5-1-10 0,-2-4-5 16,1 0-14-16,1-2-3 0,1-3-6 0,-1 2-4 15,2-9-6-15,-2 7-2 0,2-7-7 0,-2 6 1 16,2-6 6-16,0 0-11 0,0 0-3 0,0 0-2 0,0 0-7 16,-4-24-1-16,7 13-1 0,0-2-7 15,1-4-8-15,1-2-1 0,2-7-9 0,2-2 6 16,0 2-8-16,2-5 0 0,1 4-2 0,0-5-1 16,2 3-9-16,-4-1-3 0,3 3 0 0,2-1 3 0,-1-2-5 15,1 5 2-15,0 1 4 0,-3 9-2 16,-1 1-1-16,0 2-4 0,-2 5 1 0,-1 2 1 15,-1 2 2-15,1 3-3 0,3 4 2 0,-2 3 1 16,-1 4 2-16,2 8 2 0,-1 3 7 0,-1 5 6 16,1 2 9-16,-2-1 3 0,0 3-1 0,-1-2-5 0,1 0 2 15,0-2-1-15,0-3-2 0,-3-5-1 16,2 6 3-16,-2-7-3 0,1 0-1 0,0-2 1 16,-1-2-6-16,-2-2-17 0,1 0-28 0,0-2-38 15,-5-3-36-15,2 0-39 0,-2 2-49 0,-1-3-42 0,-2-1-235 16,-6 1-519-16,-1-3 229 0</inkml:trace>
  <inkml:trace contextRef="#ctx0" brushRef="#br0" timeOffset="-196620.91">8604 10796 123 0,'0'0'219'0,"-1"-11"-17"0,1 11-11 0,8-12-7 0,-1 3 1 15,4 3-16-15,6-3-14 0,3 2-9 16,9-5-12-16,2 3-8 0,1 3-12 0,1-1-9 15,-2 0-12-15,-1 2-9 0,2 1-9 0,-1 2-5 0,0 1-9 16,-2-1-5-16,-7 2-5 0,-1 2-5 0,-1 0-4 16,0 1-2-16,-1 4-8 0,-3 1 1 0,-3 3-3 15,-2-2-3-15,-2 1-1 0,2 2 4 16,-1 0-4-16,-6 0 1 0,0-1-1 0,0 0-4 16,0-1 0-16,0-1-4 0,-3 1-3 0,-1-3 4 0,0 0-2 15,0-7 0-15,1 13-1 0,-1-13 6 0,-2 9 7 16,2-9 1-16,-3 7 0 0,3-7 0 0,-10 2-5 15,10-2 4-15,0 0-7 0,-14-3-5 0,14 3 0 16,-13-9 1-16,9 4 0 0,0-3-7 0,0-1 1 16,3 0 0-16,0-1-1 0,3-1 1 0,-2-4-5 15,7-2 2-15,-1 1-3 0,3-1 1 0,8-4-2 16,-1-1 2-16,-3 7-6 0,6-4 3 0,4 4-1 16,-6 6-1-16,0 0-4 0,1 3 0 0,-5 4-1 15,4 2-2-15,-2 2 0 0,-2 1 1 0,3 4 2 16,-2 3 1-16,-3 2-1 0,1 1 2 0,-2 0-3 15,-1 0 3-15,1 1-1 0,-4 1 1 0,0-5 0 16,-2-1 5-16,-2-3-6 0,1 1 2 0,-3-7-3 16,3 7 15-16,0-1-1 0,-3-6 11 0,2 4-1 15,-2-4-6-15,0 0 2 0,0 0-1 0,0 0 0 16,0 0 0-16,0 0-4 0,0 0 2 0,0 0-6 16,-11-25-2-16,12 15 3 0,-1 0 6 0,4 1-13 15,1-2-6-15,-1 0-1 0,4-5 0 0,2 4-3 16,3-1-4-16,-2 1-2 0,6 2 6 0,-2 0-6 15,0 2 5-15,1 2-4 0,-3 4 0 0,1 0 1 16,-3 4 2-16,-1 0-2 0,1 4 4 0,-4 0-3 16,2 3 3-16,-1 1 0 0,-2 5 1 0,0 2 2 15,-1-1 2-15,0 2 1 0,-3 0-2 0,1-1 0 16,1-2-2-16,-3 1-20 0,-1 0-28 0,1-3-35 16,-1-3-59-16,0 2-48 0,3-5-53 0,-1 1-209 15,-2-8-493-15,9 9 219 0</inkml:trace>
  <inkml:trace contextRef="#ctx0" brushRef="#br0" timeOffset="-196378.66">9904 10478 199 0,'1'-16'266'0,"0"4"-1"0,1 2-2 0,-2-1-13 15,0 5-21-15,0 6-28 0,2-8-20 0,-2 8-14 16,0 0-4-16,0 0 14 0,7 24 13 0,-7-5-17 15,1 8-11-15,-2 2-9 0,2 3 5 0,-1 15-20 16,-5-1-5-16,0-12-11 0,-4 12-15 0,1-1-7 16,3-10-23-16,0-2 8 0,-1-1-4 0,-3-1-8 15,2-2-11-15,2-2-24 0,1 0-38 0,2-8-26 16,-2 1-45-16,-1-4-30 0,2 0-40 0,0-7-75 16,1-2-67-16,0 1-280 0,2-8-609 0,0 0 270 15</inkml:trace>
  <inkml:trace contextRef="#ctx0" brushRef="#br0" timeOffset="-196141.67">9881 10565 119 0,'12'-13'242'0,"0"2"-4"16,-1 3-4-16,-1 4-14 0,2 1-17 0,1 1-12 15,0 2-14-15,0 2-7 0,-2 5-10 0,7 1-13 16,-4 2-2-16,0 1-15 0,-2 4-12 0,-1-2-9 15,0 0-12-15,-6-2-9 0,1 4-7 0,-2-2-11 16,-3 1-1-16,-1-1-6 0,-2 3-3 0,-2 0-10 16,-1 0-5-16,-6-1-1 0,-2 0-8 0,-4-3-29 15,-4 7-23-15,-3-6-32 0,5-4-38 0,-7 1-56 16,5-4-78-16,-5 2-248 0,6-6-505 0,-1 0 225 16</inkml:trace>
  <inkml:trace contextRef="#ctx0" brushRef="#br0" timeOffset="-195776.75">10106 10207 202 0,'9'-7'239'0,"1"4"-5"0,0 3-3 0,1 3-11 15,3 2-10-15,0 5-9 0,0 3-11 0,0 0-14 16,4 8-11-16,-3 2-14 0,2-1-11 0,-3 0-10 0,-3-1-8 15,-2-3-16-15,-1-1-8 0,-2-1-7 16,-1-2-5-16,-2-2-9 0,-1 0-4 0,-2-4-6 0,0 0-7 16,0-8-1-16,-6 12-9 0,0-8-2 15,1-2-5-15,5-2 5 0,-15 2-4 0,7-2-7 0,8 0 2 16,-16-8-13-16,10 2 3 0,-1-3-1 0,2 1-4 16,2-3 1-16,-1-4-2 0,1-2-1 0,2 0-1 15,2-2-4-15,4 2-5 0,0-2 0 0,4 0-4 16,1 2 4-16,3 1-4 0,0 1 1 0,0 2-5 15,2-1 6-15,1 3-2 0,0 2-5 0,0 1-2 16,1 2 5-16,0 1-11 0,-3 1-19 0,0 3-18 16,0 2-17-16,3 1-28 0,-3 1-26 0,-3 4-37 15,1 0-45-15,-1 4-49 0,-2 2-41 0,-5-3-173 16,1 5-494-16,-1-3 219 0</inkml:trace>
  <inkml:trace contextRef="#ctx0" brushRef="#br0" timeOffset="-195619">10488 10551 98 0,'0'0'226'0,"-1"7"12"16,1-7 4-16,0 0-5 0,0 0-17 0,-4 9-14 15,4-9-21-15,0 0-19 0,0 0-18 0,0 0-14 16,0 0-13-16,0 9-15 0,0-9-39 0,0 0-47 16,-3 11-51-16,3-11-70 0,-2 8-58 0,2-8-196 15,-7 9-382-15,5-5 169 0</inkml:trace>
  <inkml:trace contextRef="#ctx0" brushRef="#br0" timeOffset="-195479.42">10423 10786 215 0,'-3'10'233'15,"3"-10"4"-15,-1 5 7 0,1-5 1 0,0 0-14 16,-2 8-17-16,2-8-20 0,0 0-19 0,0 0-19 16,0 0-23-16,0 0-34 0,0 0-44 0,0 0-62 15,0 0-80-15,0 0-68 0,0 0-59 0,23-8-114 16,-11 4-356-16,6-1 158 0</inkml:trace>
  <inkml:trace contextRef="#ctx0" brushRef="#br0" timeOffset="-195327.82">10755 10749 2310 0,'14'0'200'15,"-2"0"-75"-15,-3 0-46 0,2-2 3 0,-11 2 19 16,9 0 31-16,-9 0 25 0,9 0 6 0,-9 0-3 16,0 0 2-16,9-1-7 0,-9 1-13 0,0 0-11 15,0 0-15-15,10-2-7 0,-10 2-16 0,0 0-22 16,0 0-48-16,0 0-51 0,7-2-60 0,-7 2-66 15,0 0-81-15,0 0-84 0,0 0-296 0,0 0-665 16,0 0 294-16</inkml:trace>
  <inkml:trace contextRef="#ctx0" brushRef="#br0" timeOffset="-194477.03">3318 11824 109 0,'-8'-9'232'0,"1"2"-22"16,2 3-23-16,0-3-16 0,1 4-18 0,4 3-12 16,-6-8-17-16,1 4-13 0,5 4-10 0,0 0-7 15,-8-7-7-15,8 7-8 0,0 0-7 0,0 0-11 16,0 0 2-16,0 0-6 0,8-11-3 0,0 9 2 15,4 0 0-15,6 0 6 0,1 1-1 0,8-1-6 16,5-1 4-16,2 2 0 0,6 2-3 0,12-2 1 16,5-1-1-16,0 2-6 0,4 0-1 0,1-2-2 15,3 2-4-15,28-1-1 0,-27-2-1 0,31 3-3 16,-4-4 2-16,6 0-1 0,3-1-6 0,0 3-1 16,2-3-2-16,3 3-7 0,2-3 7 0,0 0-4 15,4-5-1-15,-2 4-2 0,5 5-3 0,-1-7 2 16,0 2-4-16,0 4 1 0,-4-3 0 0,4 4-2 15,0 0-3-15,2-2-2 0,0 0-1 0,-2 3 3 16,4 2-8-16,-6-2 7 0,3 0-6 0,2-3 2 16,5 2-1-16,4 1 1 0,1-2-4 0,2 2-3 15,3-2 12-15,-3-4-9 0,3 3-1 0,4-3 2 16,-7-2 2-16,-6-2-6 0,3 1 0 0,-6 0-1 16,-3 2 7-16,-2-5-7 0,4 5 3 0,-3 0-1 15,-2-3-2-15,-2 1 9 0,-1 2 7 0,0 1 4 16,0-4-4-16,1 6 2 0,-1 1 1 0,-7-8 4 15,-4 4 0-15,8 2-1 0,-13-4-1 0,-5 0 4 16,2 0-8-16,-28 5 1 0,26 0-3 0,-27-4 2 16,2 2 9-16,-1 2-5 0,-2-3 0 0,-4 3-9 15,1-2 5-15,-8 1-1 0,-11 1-2 0,-4-1-1 0,0 3 1 16,-6 1 0-16,-2-2-2 0,-7 1-5 16,-4 4-2-16,-4-4-12 0,-14 2-20 0,18-2-17 15,-11 2-33-15,-7 0-38 0,0 0-60 0,0 0-92 16,0 0-296-16,0 0-610 0,0 0 270 0</inkml:trace>
  <inkml:trace contextRef="#ctx0" brushRef="#br0" timeOffset="-185822.47">23829 10629 82 0,'0'0'191'16,"-1"-6"-6"-16,1 6-11 0,-3-6-8 0,3 6-6 15,0 0-3-15,0 0-14 0,-6-5-8 0,6 5-8 0,0 0-12 16,0 0-2-16,0 0-10 0,-11-2-10 16,11 2-6-16,0 0-8 0,-14 8-7 0,8-3-3 15,-2-1-9-15,-2 5-7 0,-1 0 1 0,-2 2-4 16,2 2-3-16,-1 0-4 0,0 2-5 0,1 1-5 16,1-2-2-16,1 3-5 0,1-2-3 0,0 4-1 15,1-1-3-15,3 0 2 0,-1 1-3 0,2 0-6 16,2 0 2-16,-2 0-2 0,3-1-1 0,-1 0-3 15,1 2 4-15,2-4 2 0,1 0 2 0,1 0-5 0,1-1 1 16,4-1-3-16,0-2 1 0,0-1 0 0,-1-2-1 16,7 0 0-16,-4-1-1 0,6-2 0 0,0-1 2 15,-5 0 2-15,1-3-1 0,6 0 0 16,-2 0-2-16,2-2 2 0,-3 0-3 0,1-4 18 0,0 0-1 16,0-1-5-16,-2-1-4 0,-1 0 0 0,0-2 1 15,1-2-2-15,1 1-3 0,-6 0 3 0,1-4-5 16,-2 4 4-16,0-1-4 0,-2 0 0 0,-1-4-1 15,-3 1 0-15,-1 0-2 0,-2-2-5 0,-1-3 4 16,-2 3 0-16,1-1-1 0,-2-2-1 0,-4 1-2 16,1-2-2-16,-2 3-2 0,0-1 2 0,-3 2 2 15,2-1-1-15,1 3-3 0,-2-1 2 16,3 5 1-16,-1-1 0 0,-1 4-2 0,1 0-1 0,-1 3 0 16,-1-2 3-16,0 3-5 0,-2 1-2 0,0 1 5 15,-2 4-1-15,1-1 2 0,-4 5-3 0,0-1-5 16,1 0-9-16,0 1-18 0,5-3-24 0,-2 2-22 15,5 2-36-15,0-4-45 0,4-1-49 0,-1 4-222 16,6-8-467-16,-5 6 207 0</inkml:trace>
  <inkml:trace contextRef="#ctx0" brushRef="#br0" timeOffset="-185126.55">24028 10852 94 0,'-14'1'178'0,"14"-1"-8"15,-11-1-5-15,11 1-12 0,-9-1-18 0,9 1-20 16,0 0-2-16,0 0-10 0,-11 0-14 0,11 0 4 15,0 0 5-15,0 0 0 0,0 0 0 0,0 0-6 16,22 8-2-16,-9-5-1 0,7-1-9 0,9 1-4 16,4-2-4-16,1-1 0 0,5 0-5 0,0-4-2 15,18-1-5-15,-5 1-7 0,-2 2-2 0,3 0-5 16,1 1 0-16,1-4-2 0,-4 1-3 0,4 2-3 16,0 0-4-16,1 2 0 0,-1-1-3 0,4-2 3 15,1 0-9-15,-1-3-1 0,-2 5 5 0,0-3-14 16,-6 2 5-16,-1 1-4 0,-13 2 0 0,2-2-3 15,-2-1 1-15,1-2 1 0,0 3-2 0,1-1-2 16,-1-2 3-16,-2 1-3 0,-1 2 1 0,1-1 4 16,-8 1 7-16,-1 1 2 0,-5-2 7 0,-5 2 1 15,-3-3-3-15,-1 3-5 0,0 0 3 0,-3-3 1 16,-3 5 1-16,-7-2 3 0,12-3-1 0,-5 2-2 16,-7 1 4-16,10 0-1 0,-10 0-1 0,9 1 2 15,-9-1-4-15,0 0-7 0,0 0 8 0,10-1-13 16,-10 1 1-16,0 0-2 0,0 0-3 0,0 0-1 15,0 0 0-15,10 0 0 0,-10 0-9 0,0 0 6 16,0 0-3-16,0 0 2 0,0 0-2 0,0 0-3 16,0 0-2-16,0 0-1 0,0 0 2 0,0 0-11 15,0 0-12-15,0 0-10 0,0 0-10 0,7 2-14 16,-7-2-12-16,0 0-25 0,0 0-34 0,0 0-47 16,0 0-57-16,0 0-63 0,0 0-171 0,0 0-501 15,0 0 222-15</inkml:trace>
  <inkml:trace contextRef="#ctx0" brushRef="#br0" timeOffset="-182314.63">25772 10313 69 0,'-3'-6'86'0,"3"6"3"0,-2-11 7 16,0 5-17-16,2 6-2 0,-2-13-7 0,-1 7-3 16,3 6-6-16,0-13 22 0,-3 7-5 0,3 6-1 15,0-11-2-15,0 11-4 0,-1-9 1 0,1 9-3 16,-2-10 4-16,2 10-5 0,0-8-7 0,0 8-4 16,0 0-2-16,-3-11 5 0,3 11-9 0,0 0-3 15,0-6-9-15,0 6-7 0,0 0 0 0,0 0-6 16,0 0-3-16,0 0-3 0,0 0-6 0,0 0 2 15,0 0-5-15,0 0-2 0,0 0 2 0,0 0 5 16,2 31-6-16,-1-20 1 0,-1 0 0 0,0-1 1 16,0 2 6-16,0 4 3 0,0-3-4 0,1 0-2 15,-1 2 7-15,0 2 0 0,1-2 2 0,0 1-3 16,2-1 3-16,-3 1 4 0,3-1-1 0,-1 1-4 16,-2 0 2-16,0 0-1 0,2 0 11 0,-1 0-4 15,0 2 0-15,-1-3-1 0,1 2-4 0,1-5-3 16,0 8 2-16,-2-5-2 0,0 0 1 0,0 2-3 15,0 1-2-15,-2 0-2 0,2 3 3 0,0-5-3 16,-2 2 0-16,1 1 2 0,0-2 3 0,0 2-1 16,-1-1 3-16,2 0-6 0,0-2 10 0,0 0-6 15,-2-5-4-15,-1 4 1 0,6-2-2 0,-1 2 0 16,-2-5 18-16,2 2-2 0,-1-2-3 0,0 1-3 16,2 0-3-16,-3 0 2 0,2-1-2 0,-2 1 0 15,2 0 3-15,0-1-3 0,0 1 1 0,-2-2-4 16,0 1-4-16,3 0 4 0,-1 1 1 0,-2 0 5 15,2 1-3-15,0-1-2 0,-2 0-2 0,0 0-2 16,0-1 2-16,0-1-2 0,2 3-3 0,-2-2 5 16,1 2-2-16,1-2-4 0,-2 0-2 0,0-1 2 15,2 2-2-15,-2-4-1 0,0 3-5 0,1-1 3 16,-1-1 1-16,0-8-4 0,0 17 5 0,2-10-2 16,-4 3 2-16,2 0 1 0,-3 1 1 0,3-2 3 15,-2 3 2-15,1-4 4 0,-1 3 3 0,2-1 7 16,-2 2 4-16,0-3-18 0,0 0 1 0,-1 3-3 15,3-1 3-15,-2-1-6 0,0 0 2 0,2 1 1 16,-2-1 2-16,2 0 6 0,0 2 2 0,0-2-2 0,0 1-4 16,0-1 5-16,0 0-2 0,0-3-11 15,0 2 7-15,0-2-5 0,0-7-1 0,0 13 2 16,0-7 2-16,0-6 0 0,0 8-11 0,0-8 5 0,0 0-6 16,0 9 4-16,0-9 1 0,0 0 0 15,0 0-1-15,0 0 2 0,0 7 0 0,0-7 0 16,0 0 10-16,0 0-12 0,0 0-28 0,0 0-20 15,0 0-32-15,0 0-38 0,0 0-32 0,0 0-37 16,0 0-55-16,-5-34-32 0,4 23-271 0,-2-6-579 0,3 1 256 16</inkml:trace>
  <inkml:trace contextRef="#ctx0" brushRef="#br0" timeOffset="-181639.02">25332 10565 46 0,'0'0'119'0,"0"0"-6"15,-8 4 3-15,8-4-9 0,0 0 3 0,0 0-7 16,0 0-1-16,-2 7-8 0,2-7-2 0,0 0-4 16,0 0 0-16,0 0-2 0,6 12-1 0,-6-12-2 15,10 5 5-15,-6-3 2 0,5 6-1 0,0-6 2 16,1 1-4-16,9-1-7 0,-2 2-4 0,3-1-4 16,0 0-6-16,0 0 1 0,0 0-9 0,7 0-4 15,-5-1-6-15,-1 2-3 0,-2-2-4 0,0 0-1 16,0 2-6-16,-2-1-4 0,-1 2-3 0,-3-2-2 15,1-1-5-15,-1 2 7 0,-4 0-10 0,2 0 1 16,-2 0-1-16,-2-1-3 0,3 4 3 0,-4-3-8 16,-1 0-1-16,3 0 1 0,-4 2-2 0,1-2 1 15,0 2-1-15,-1 1 2 0,1-2-1 0,-3 1 1 16,0 1-3-16,2 0 11 0,-3 0-7 0,3 0-1 16,-2-1 2-16,0 0 5 0,-2-6-1 0,3 13 4 15,-1-2 2-15,-2-4-3 0,1 1 0 0,-2 1 0 16,-1 1-1-16,0-1 6 0,-1 1 2 0,1 2 7 0,-5 2-2 15,1 1-7-15,-5 0 0 0,-1 2 3 16,-1-3-4-16,-5 7-5 0,0-2 1 0,-2 1 1 16,1-2-3-16,2 2-1 0,3-5-1 0,1-2-12 0,-1 0-18 15,1 1-21-15,2-2-22 0,-3-2-26 16,6 0-40-16,-3 2-53 0,3-2-45 0,2-2-215 0,-1 0-473 16,3-1 211-16</inkml:trace>
  <inkml:trace contextRef="#ctx0" brushRef="#br0" timeOffset="-178824.66">25826 11353 57 0,'0'0'110'0,"0"0"-3"0,0 0-13 0,0 0-4 0,0 0-6 16,0 0-5-16,0 0-3 0,-10-2-16 16,10 2 15-16,0 0 1 0,0 0 1 0,0 0-5 15,0 0-8-15,0 0-2 0,0 0 5 0,0 0-13 0,0 0-3 16,0 0-1-16,-4-4-4 0,4 4-3 0,0 0-2 15,0 0 0-15,0 0-4 0,0 0-3 16,0 0-1-16,0 0-10 0,0 0 6 0,0 0-4 0,0 0-3 16,0 0 1-16,0 0 4 0,0 0 3 0,0 0 0 15,0 0-3-15,0 0-3 0,0 0-1 0,0 0-1 16,0 0-1-16,0 0 0 0,0 0 1 0,23-1 1 16,-23 1 1-16,0 0-8 0,0 0 3 0,0 0-1 15,10 0-2-15,-10 0-5 0,0 0 5 0,0 0-1 16,0 0-1-16,12 1-3 0,-12-1 0 0,7-2 0 15,-7 2 1-15,11 1 1 0,-11-1 2 0,16-1 1 16,-8 1 2-16,4 0 2 0,0 0-1 0,0-1-1 16,-1 0 0-16,1 2 0 0,1-1-4 0,5 0 3 15,-4 1 0-15,6-1 0 0,1 0 0 0,8-2 1 16,-3 1 3-16,3 1-4 0,3-3 3 0,5 1-1 16,-4 2-2-16,3-1 0 0,-5-2 4 0,3 0-5 15,-1 3 4-15,-3 0-4 0,-1-2 4 0,2 1-3 16,-3 0 0-16,-1 1 3 0,-3 0-5 0,-4 0 1 15,7-1 1-15,-4 1-1 0,-6-2-3 0,6 4 0 16,-5-2 0-16,0-2 3 0,-2 4-2 0,1-4 2 16,-3 1 2-16,-1 1 2 0,1-1-1 0,-1 1 0 15,2-1 1-15,-5 1 2 0,3 0 0 0,1-1-4 16,-5 0 2-16,2 0-1 0,-3-1-2 0,-8 2-3 16,10-1 4-16,-10 1-2 0,11 0-5 0,-11 0-3 15,6-3 1-15,-6 3 2 0,0 0-2 0,0 0-10 16,10 0-16-16,-10 0-25 0,0 0-25 0,0 0-35 15,0 0-51-15,0 0-48 0,0 0-61 0,0 0-138 16,0 0-431-16,0 0 191 0</inkml:trace>
  <inkml:trace contextRef="#ctx0" brushRef="#br0" timeOffset="-177820.68">25778 10403 96 0,'0'0'99'0,"0"0"-12"0,0 0 5 16,-8-2 0-16,8 2-5 0,0 0-8 0,0 0 5 16,0 0 2-16,0 0-5 0,0 0 3 0,0 0-8 15,0 0 2-15,0 0-2 0,-7-2 5 0,7 2-11 16,0 0 1-16,0 0-4 0,0 0-1 0,0 0-4 16,0 0 2-16,0 0-6 0,0 0-3 0,0 0-2 15,0 0-4-15,0 0 3 0,0 0-9 0,0 0 2 16,0 0-6-16,0 0-3 0,0 0 0 0,0 0-2 15,0 0 15-15,0 0-11 0,0 0-4 0,0 0 0 16,0 0 5-16,0 0-1 0,26 0 3 0,-6 0-2 16,1 1-1-16,7-4 2 0,-2 2-2 0,3-3-1 15,2 3 0-15,-2-1-2 0,1 0 0 0,-1 1-1 16,2-2-2-16,-2 2-1 0,-3-2-2 0,-2 2 1 16,-3-2-2-16,7 3-2 0,1 0 1 0,-8-2-7 15,8-2 2-15,-2 3-2 0,-6-2-6 0,0 3 4 16,0-3-4-16,0 2 0 0,-4-2-1 0,1 3-1 15,-5 0-2-15,4-2 1 0,-4 2-3 0,1 0 0 16,-5 0 0-16,1-1 2 0,-3 1-1 0,2 1-2 16,-9-1-1-16,14-1-2 0,-14 1 0 0,14 1 0 15,-8-1-2-15,-6 0 0 0,13 0 0 0,-8 2 4 16,4-2-2-16,-9 0-1 0,11 3-1 0,-4-3 6 16,-7 0-5-16,12 1-1 0,-12-1 0 0,12 0 0 15,-12 0-2-15,9 2 5 0,-9-2-4 0,10 1-5 16,-10-1-17-16,0 0-12 0,8 0-20 0,-8 0-17 15,0 0-32-15,0 0-37 0,0 0-34 0,0 0-39 16,0 0-198-16,0 0-445 0,0 0 197 0</inkml:trace>
  <inkml:trace contextRef="#ctx0" brushRef="#br0" timeOffset="-176305.39">26546 10323 32 0,'0'0'24'0,"0"0"13"16,0 0-6-16,0 0 0 0,0 0-8 0,0 0 0 0,0 0-3 16,0 0 0-16,0 0-9 0,0 0 5 15,0 0-4-15,0 0 0 0,0 0 0 0,5 3-9 16,-5-3 1-16,0 0 6 0,0 0 0 0,0 0-7 15,0 0 3-15,0 0-3 0,0 0-11 0,0 0 10 16,0 0-5-16,0 0 1 0,-2 11 3 0,2-11 2 16,0 0-2-16,0 0 5 0,0 0 3 0,0 0 3 15,0 0 1-15,0 0 4 0,0 0 0 0,0 0 2 16,0 0 0-16,0 0 2 0,0 0-3 0,0 0-1 16,-7 5-3-16,7-5 1 0,0 0 6 0,0 0-2 0,0 0 3 15,0 0-4-15,0 0 1 0,0 0 9 0,0 0-2 16,0 0 2-16,-9 0 0 0,9 0-2 15,0 0 6-15,0 0 8 0,0 0-3 0,0 0 5 16,-14-5-2-16,14 5 4 0,0 0-1 0,0 0 4 0,-8-2-1 16,8 2 7-16,0 0-5 0,0 0 3 0,0 0-5 15,-7-3-2-15,7 3-2 0,0 0-5 16,0 0-1-16,0 0-1 0,0 0-2 0,0 0-2 16,0 0-4-16,0 0 2 0,0 0 7 0,0 0-2 0,0 0-5 15,0 0-5-15,0 0-1 0,36 4 9 0,-25-4-1 16,0 1-1-16,1-2-1 0,3 1-5 0,3 0-1 15,1 0-4-15,-4-1 2 0,5 1 5 0,-5 0-1 16,-1 0-2-16,-1-3-4 0,-2 3-2 0,1-1-1 16,1 1 1-16,-3 0 1 0,-1 0 4 0,-3-2-2 15,-6 2-3-15,13 0-1 0,-13 0 3 16,0 0 1-16,12 2-3 0,-12-2-1 0,0 0 0 0,7-2 0 16,-7 2 0-16,0 0-2 0,0 0 0 15,0 0-1-15,0 0-3 0,0 0 2 0,10 0-3 0,-10 0 2 16,0 0-2-16,0 0-1 0,0 0-7 0,0 0 4 15,0 0 1-15,0 0-12 0,0 0-12 0,0 0-20 16,0 0-24-16,0 0-40 0,0 0-23 0,0 0-40 16,0 0-162-16,0 0-353 0,0 0 156 0</inkml:trace>
  <inkml:trace contextRef="#ctx0" brushRef="#br0" timeOffset="-175273.01">26701 9564 2 0,'-2'-9'93'16,"2"9"-13"-16,-4-9-1 0,4 9-4 0,0-9 1 15,0 9-2-15,0-9 2 0,0 9 13 0,-2-8-7 16,2 8 2-16,0-9-13 0,0 9-3 0,-2-8 5 15,2 8 5-15,0 0 1 0,-1-10-8 0,1 10 0 16,0 0-5-16,0 0 4 0,0-9 1 0,0 9 3 16,0 0-2-16,-5-7-4 0,5 7-6 0,0 0-10 15,0 0-4-15,0 0-8 0,0 0-2 0,0 0-8 16,0 0 0-16,0 0-8 0,0 0-3 0,0 0-2 16,0 0 0-16,0 0-3 0,0 0 4 0,8 20 9 15,-6-10 0-15,-2 2 0 0,0-2-1 0,2 3 21 16,0 1-6-16,-2 1-6 0,0 2 4 0,2-1 0 15,-2 1 7-15,2 1 10 0,-1-2-4 0,-1 3-5 16,0-2-5-16,-1-1-3 0,2 0-4 0,-1 0-2 16,0 0-2-16,0 1-3 0,0 1-1 0,0-2-1 15,0 0 3-15,0 1-8 0,0-5-1 0,2 4 3 16,0-1 4-16,-2 2 1 0,0 1 2 0,0-2 2 16,2 2-2-16,0-7-2 0,-2 1 5 0,2 0-6 15,2-1 0-15,-4 2-3 0,4-1 1 0,-2-2-2 16,0 3-3-16,0-4 2 0,-1-1 1 0,1 3-9 15,0-3 1-15,0-2 2 0,0 1 4 0,0 3 0 16,-2 0-4-16,2-2 1 0,-2 1-2 0,1-1 3 16,-1 0-4-16,2 1 1 0,-2 0 0 0,0-1 3 15,2-1 3-15,-2 1-2 0,0 1 2 0,0 1-2 16,0-2 5-16,0-8 4 0,-2 14-6 0,2-4 1 0,0-3 1 16,0-7-4-16,0 13-1 0,0-5 2 15,0-8 0-15,-2 11-5 0,2-11 1 0,0 12 2 16,-1-6-5-16,1-6 1 0,0 11-1 0,0-11 5 15,0 7-5-15,0-7 9 0,0 0-12 0,-2 10 6 0,2-10 3 16,-2 8-6-16,2-8 7 0,0 0-6 0,-2 9-3 16,2-9 0-16,0 0 1 0,0 0 0 15,0 8 1-15,0-8-9 0,0 0 5 0,0 0-6 16,0 0 4-16,0 9-4 0,0-9 1 0,0 0 5 16,0 0-5-16,0 7-2 0,0-7 3 0,0 0 5 0,0 0-13 15,0 12 2-15,0-12-2 0,0 0 0 0,0 0 5 16,0 8-1-16,0-8 2 0,0 0-5 15,0 0 4-15,0 9-3 0,0-9 3 0,0 0 0 16,2 9 0-16,-2-9-5 0,0 0 0 0,2 6 3 0,-2-6-16 16,3 5-33-16,-3-5-29 0,0 0-29 0,0 0-27 15,0 0-37-15,0 11-62 0,0-11-56 16,-3 5-266-16,3-5-597 0,0 0 265 0</inkml:trace>
  <inkml:trace contextRef="#ctx0" brushRef="#br0" timeOffset="-174147.75">26827 11325 84 0,'0'0'90'0,"0"0"-3"16,0 0 0-16,0 0-16 0,0 0 0 0,0 0 7 0,0 0-10 15,0 0-4-15,0 0 1 0,0 0-3 0,0 0-8 16,0 0 2-16,0 0-1 0,0 0 1 0,0 0-7 16,0 0 6-16,0 0-7 0,0 0-4 0,0 0-11 15,0 0 4-15,0 0-8 0,0 0 1 0,0 0 2 16,0 0 17-16,0 0-3 0,0 0 2 0,0 0-3 15,0 0 1-15,-7 20 4 0,7-20-6 16,-2 11 2-16,0-4-4 0,2-7 10 0,0 15-11 0,-2-6 6 16,2-2-5-16,0 2 3 0,0 2 1 0,0 1 2 15,-2-2-2-15,2 4-6 0,-2 1 2 0,2-2-5 16,-3 3 7-16,2-3-1 0,1 4-5 0,-2 0 5 16,2 1 2-16,0 0 0 0,-2-1-6 0,0 2-3 15,2-2-2-15,0 2-3 0,0-1 17 0,-4 0 0 16,4 0-2-16,0-3-5 0,0 3 4 0,0 0-5 15,0 0-4-15,0-2-1 0,0 3-3 0,2-3 6 16,-4 2-4-16,2-1 8 0,2 0-2 0,-2 0-1 16,2 2-4-16,-2-3 1 0,2 1-4 0,-2-2 1 15,2 1-8-15,0-3 2 0,-2-1-4 0,4 5 4 16,-4-1 1-16,2 1 0 0,0-5 4 0,-2 1-4 16,0-1-1-16,4-1-1 0,-4 1 2 0,0 0 0 15,0-1 0-15,-2 0 2 0,2-1-2 0,0-10-1 16,0 23 2-16,0-13-5 0,-2 1 7 0,2 0 12 15,0 5-9-15,0-5 3 0,0 0 2 0,-2 1 1 16,2 1-1-16,2-3-10 0,-4 2 10 0,0-2-13 16,4 0 4-16,-4 0 0 0,2 1-4 0,-3 0 0 15,2 0 2-15,-1 0-4 0,2-2-6 0,-2 1 0 16,0-4 1-16,2-6 0 0,0 12-18 0,0-12 15 0,-2 12-2 16,2-12 2-16,-2 9 1 0,2-9-5 15,0 9 1-15,0-9 2 0,0 0-3 0,0 9-1 16,0-9-3-16,0 0-2 0,0 0 4 0,0 0 2 15,-2 7-3-15,2-7 3 0,0 0-3 0,0 0-2 16,0 0 0-16,0 0 6 0,0 0 2 0,0 0-6 0,0 0-19 16,0 0-26-16,0 0-38 0,0 0-38 15,0 0-38-15,0 0-41 0,0 0-60 0,0 0-74 16,-3-22-273-16,3 22-649 0,-4-15 287 0</inkml:trace>
  <inkml:trace contextRef="#ctx0" brushRef="#br0" timeOffset="-159125.22">26814 12405 91 0,'0'0'137'16,"0"0"-8"-16,0 0-2 0,0 0-8 0,0 0-10 15,0 0-5-15,0 0-5 0,0 0-3 0,0 0-5 0,0 0-5 16,0 0-2-16,0 0-6 0,0 0-12 0,0 0-7 15,0 0-5-15,0 0-7 0,0 0-2 0,0 0-2 16,0 0 0-16,0 0 1 0,0 0-8 16,0 0 7-16,0 0 4 0,0 0-6 0,0 0 14 15,-8 21 2-15,6-15 1 0,0 3 1 0,2-9-3 0,-4 15-7 16,2-6-8-16,0-2-1 0,2 3-2 0,-3-1-5 16,1 0-3-16,2-2 2 0,0 3-4 0,2-2-2 15,1 0-5-15,-1 0 3 0,-2 0-5 16,6-1 2-16,-4-1 1 0,4-2-3 0,-2 2-2 0,0-3 2 15,3 1-2-15,-1-1 2 0,4 0-3 0,-3-2-1 16,4 0 0-16,-1-1-2 0,0 0 0 0,-1 0 4 16,-9 0-3-16,18-2 0 0,-9-1 0 0,2-1 0 15,0 1-1-15,-6 0-1 0,2-3 0 0,1 1 1 16,0 1-4-16,-2-2 3 0,-1 1-1 0,1-4-3 16,-2 2-2-16,1-1 2 0,-3-1-4 0,3 0 3 15,-5 0-3-15,3-2 4 0,-3 0-5 0,-3 1 1 16,3 2-2-16,0-1 0 0,-5-1 1 0,1 3-3 15,-1 0-1-15,-1-2 2 0,-1 1 1 0,1 1-6 16,-4 0 3-16,1 4 0 0,-2-2-3 0,-1 3 2 16,-1 0-1-16,-1 1 1 0,-1 1 0 0,-3 0-3 15,5 1-8-15,-1 1-8 0,1 0-18 0,4 1-15 16,-3 0-17-16,1 1-20 0,5 1-19 0,6-5-27 16,-12 7-24-16,8-4-29 0,-1 2-160 0,1-1-378 15,4-4 168-15</inkml:trace>
  <inkml:trace contextRef="#ctx0" brushRef="#br0" timeOffset="-158694.93">27290 12373 137 0,'4'-4'221'0,"-4"4"-5"15,0 0-11-15,6-3-10 0,-6 3-18 0,0 0-11 16,0 0-19-16,0 0-10 0,0 0-9 0,0 0-9 16,0 0-7-16,0 0-10 0,0 0-10 0,-26 7-11 15,17-3-6-15,2 0-3 0,1 0-11 0,-1 0-6 16,3 0-9-16,-1 1 0 0,0 1-8 0,1-2 0 16,2 2-6-16,2-6-6 0,-7 12 3 0,7-7-6 15,0-5 2-15,0 15-3 0,0-7-7 0,0-8 3 16,4 11-2-16,-3-4-3 0,3 0-3 0,2-1 7 15,-1-1-9-15,5 1 6 0,-2 1-5 0,3-2-2 16,1 1 2-16,-1-2-4 0,0 0 3 0,3 2-1 16,-2-1-2-16,-2-1-1 0,-1 2-2 0,-3-3 0 15,1 0 0-15,0 2-1 0,-2-2 0 0,0 1 1 16,-1-1 4-16,-4-3 2 0,4 7 4 0,-4-7 3 16,0 8-2-16,0-8 1 0,0 0 1 0,-9 11 0 15,0-7-1-15,0 0-1 0,-2 1-5 0,-3 0-12 16,3 0-14-16,-2-4-15 0,-5 3-17 0,5 0-20 15,-4-2-33-15,-2 0-28 0,5-1-40 0,-3-2-52 16,-6 1-165-16,4-4-421 0,0 0 186 0</inkml:trace>
  <inkml:trace contextRef="#ctx0" brushRef="#br0" timeOffset="-157450.84">26739 9503 40 0,'0'0'180'0,"0"0"-4"0,0 0-15 0,0 0-3 16,0 0-12-16,0 0-6 0,0 0-9 0,0 0-6 15,0 0-11-15,-10-11-6 0,10 11-12 0,0 0-7 16,0 0-7-16,-9-1-5 0,9 1-8 0,0 0-6 15,0 0-6-15,-14 2-8 0,14-2-3 0,-7 3-4 16,7-3-3-16,-8 3-2 0,8-3-1 0,-10 5-1 0,6-1 2 16,-1 1-5-16,5-5-4 0,-6 9 3 15,3-4-5-15,-1 0-1 0,4-5-3 0,-5 10-2 16,3-3-3-16,2-7-2 0,-2 9 15 0,2-9-2 16,0 11-2-16,0-11-1 0,2 9-1 0,-2-9-2 15,7 8 4-15,-3-4-2 0,3-2 1 0,0 0 2 16,-7-2 1-16,16 2-1 0,-6-2 6 0,-1-2-5 15,-1 1 2-15,3-2 1 0,-5 3 3 0,1-3 1 16,2 1 1-16,-2-2-3 0,-3 1-2 0,3-4-2 16,-1 3 2-16,0-2 0 0,0-1-3 0,-1 0-7 0,-3 1-2 15,0 0 1-15,2-4 2 0,-2 4-7 0,-2-3-3 16,2 2 0-16,-2 7 1 0,-2-16-2 16,2 6-1-16,-4 1-2 0,2 2-1 0,0 0-3 15,2 7-1-15,-5-11-14 0,1 5-14 0,-2 2-11 16,-4 0-14-16,3 3-17 0,-2-1-11 0,-2 2-27 0,-2 2-29 15,4-1-43-15,-3 1-37 0,1-1-212 16,2 2-460-16,0-2 203 0</inkml:trace>
  <inkml:trace contextRef="#ctx0" brushRef="#br0" timeOffset="-157030.89">27052 9161 82 0,'0'0'197'0,"0"0"-3"16,5-6-6-16,-5 6-9 0,0 0-6 0,0 0-12 16,0 0-9-16,0 0-11 0,0 0-10 15,0 0-7-15,2-6-11 0,-2 6-10 0,0 0-6 0,0 0-12 16,0 0-8-16,0 0-7 0,0 0-6 0,0 0-5 16,0 0-8-16,0 0-5 0,0 0-5 0,0 0-6 15,0 0-1-15,0 0-6 0,0 0-1 0,0 0 1 16,0 0-5-16,0 0-6 0,0 0 2 0,0 0-4 15,0 0-2-15,0 0 1 0,0 0 1 0,0 0-4 16,0 0 2-16,0 0-7 0,0 0-21 0,0 0-19 16,0 0-20-16,4 18-31 0,-4-18-29 0,3 7-28 15,-3-7-33-15,4 9-29 0,-2-5-131 16,-2-4-360-16,7 9 159 0</inkml:trace>
  <inkml:trace contextRef="#ctx0" brushRef="#br0" timeOffset="-156534.78">27330 9351 159 0,'-2'-6'215'0,"2"6"5"0,-3-10-4 0,3 10-4 16,-2-9-14-16,2 9-13 0,-4-4-15 0,4 4-11 15,0 0-10-15,-4-6-12 0,4 6-14 0,0 0-11 16,0 0-11-16,0 0-14 0,0 0-10 0,0 0-10 16,0 0-8-16,0 0 0 0,0 0-5 0,0 0 7 15,0 0-4-15,0 0 1 0,0 25 0 0,0-17-1 16,0 0-2-16,0 2-7 0,-1-1-1 0,1-1-1 16,1 3-3-16,-1-1 5 0,0-1 2 0,0 1 1 15,0-3-9-15,0 1-2 0,0 0-5 0,0 0 0 16,0-8-6-16,2 13-1 0,-2-6 6 0,0 1-7 15,2 1-5-15,-2-9-6 0,0 12 0 0,0-6-16 16,0-6-20-16,0 12-23 0,2-7-15 0,-2-5-22 16,0 0-24-16,-2 14-31 0,2-14-35 0,-2 6-39 15,2-6-26-15,-5 5-217 0,5-5-488 0,-11 4 216 16</inkml:trace>
  <inkml:trace contextRef="#ctx0" brushRef="#br0" timeOffset="-156233.39">27265 9306 25 0,'10'-6'187'16,"-4"3"-2"-16,-6 3-3 0,15 0-1 0,-3 0-12 16,-3 0-9-16,4 3-9 0,-1 0-13 0,1 1-4 15,3 3-4-15,-3-2-4 0,3 2-5 0,-5-1-12 16,0 0-10-16,1 2-6 0,-2-2-8 0,-3 1-4 15,3 2-10-15,-3-1-1 0,-3 2 0 0,0-3 0 16,0 3-7-16,-3 0-4 0,1 0-3 0,-4-1 9 16,-3 0-8-16,1 1-1 0,-3 0-5 0,1 0-1 15,-4 1-10-15,1-3-4 0,-1 1-5 0,-4 1-11 16,2-2-12-16,-2-2-11 0,4 0-19 0,-1 1-20 16,-1-1-24-16,1-3-26 0,0 2-33 0,0-1-42 15,2-2-51-15,-5 0-198 0,3-2-451 0,-2 0 200 16</inkml:trace>
  <inkml:trace contextRef="#ctx0" brushRef="#br0" timeOffset="-151581.18">26823 7199 52 0,'0'0'65'0,"0"0"-5"0,-9 0-1 16,9 0-3-16,0 0-7 0,-12 0-2 0,12 0-5 16,0 0-1-16,-11 0 0 0,11 0 7 0,-8 0-2 15,8 0-12-15,-10 0 4 0,10 0 4 0,-11 0-7 16,11 0 4-16,-7 1-7 0,7-1 3 0,-11 2-1 16,11-2 3-16,-9 1-8 0,9-1 8 0,0 0-7 15,-11 0-3-15,11 0 10 0,0 0-9 0,0 0-2 16,-10 3 5-16,10-3-5 0,0 0-2 0,0 0-2 15,-6 0 3-15,6 0-1 0,0 0 2 0,0 0 1 16,0 0 4-16,0 0-8 0,0 0 5 0,0 0-3 16,0 0 1-16,0 0-3 0,0 0 1 0,0 0-2 15,-11 0 3-15,11 0-6 0,0 0-2 0,0 0 2 0,0 0-2 16,0 0-6-16,0 0 3 0,0 0-3 0,0 0-2 16,0 0 5-16,0 0-6 0,0 0 4 15,0 0 6-15,0 0 6 0,0 0 0 0,0 0 5 16,0 0 0-16,0 0 3 0,27 8-1 0,-22-7-2 15,3-1-2-15,-8 0 0 0,18 3 1 0,-9-2-3 16,2-1 3-16,1 2-2 0,1-2 2 0,1 0 2 0,-1 1-1 16,6-1-4-16,-2 0-2 0,3-1-3 0,-4 2-1 15,4-2 0-15,-1 2-2 0,0-1-2 16,0-1-1-16,1 1-4 0,-3-3-1 0,4 2 7 0,2-1-3 16,-4 1-4-16,2 1 4 0,0-2-2 0,0 0 0 15,0 1-1-15,1 0 1 0,0-1-2 0,-1-1 0 16,6 2-3-16,-5-2 1 0,5 0 1 0,-4 2 1 15,-3-1-1-15,3 2 2 0,-4-1 0 16,2-2-2-16,1 0 3 0,-2 3 0 0,1-2-4 0,3 0 0 16,-4 0 8-16,1 1-5 0,3-1-1 0,3-1-1 15,-7 2 1-15,1-2 0 0,0 0-4 0,8 3 1 16,-10 0-1-16,2-2 0 0,1-2 1 0,-2 4 4 16,3-2-3-16,-2 2-3 0,-2-2 0 0,2 1 1 15,-3-1 0-15,4 1-1 0,-2-1 3 0,0 1 0 16,0 0 0-16,0-1-1 0,-1 1 0 0,0 0 2 15,0-1 0-15,-1 2-2 0,2-1 4 0,-9 1 0 16,9 1-2-16,-4-2-2 0,-2 0 0 0,-1 0 2 16,1-1 0-16,3 2 0 0,-2 0 0 0,4 0-1 15,-5-2-2-15,2 1 1 0,0 0 3 0,2-1-4 16,-6 1 2-16,5 1 0 0,-4-2 0 0,3 1 0 16,-3 1 2-16,0 0-3 0,1-1 1 0,0-1-1 15,4 2 2-15,-5 0-1 0,5-2 1 0,-7 1-3 16,7 1-1-16,-1 0 0 0,-3-1 0 0,0-1 1 15,4 2 1-15,-5-1 8 0,2 1-5 0,-4-3 2 16,3 3-5-16,-1-1-1 0,-3 1 3 0,2 0 0 16,-1-1-2-16,-3 0-4 0,4 1 1 0,-3-1 1 15,1 0 2-15,-10 1-2 0,18-1 5 0,-9 0-5 16,-2-1 1-16,-7 2 1 0,17 0 2 0,-7-1-2 16,0-1 2-16,-10 2 1 0,13-1 2 0,-6-1-4 15,-7 2 3-15,11 0-4 0,-11 0 0 0,10-1-1 16,-10 1-2-16,8-2 4 0,-8 2 1 0,0 0-2 15,10-4 0-15,-10 4-4 0,0 0 2 0,9 0-1 16,-9 0 3-16,0 0-3 0,8-1 0 0,-8 1-1 16,0 0 1-16,0 0 1 0,0 0-2 0,8-2 2 15,-8 2-1-15,0 0-2 0,0 0 0 0,0 0 2 16,0 0 0-16,7-2 1 0,-7 2-3 0,0 0 2 16,0 0-1-16,0 0-3 0,0 0 3 0,0 0-6 15,0 0-10-15,0 0-14 0,0 0-20 0,0 0-21 16,0 0-37-16,0 0-33 0,0 0-31 0,0 0-32 15,0 0-32-15,0 0-138 0,0 0-403 0,0 0 178 16</inkml:trace>
  <inkml:trace contextRef="#ctx0" brushRef="#br0" timeOffset="-151110.72">28847 7054 113 0,'0'0'137'0,"0"0"-21"0,0 0 5 16,0 0-13-16,-30 3 2 0,23 0-3 0,2 2 5 15,0 0 1-15,-3-1-3 0,0 0-11 0,0 2-2 16,0 0-1-16,-1 1-7 0,0-1-4 0,2 0-5 16,-1-1-4-16,0 2-1 0,3-3-7 0,0 2-3 15,0-1-1-15,1 0-2 0,1 1-4 0,3-6-6 16,-6 10-4-16,6-10-2 0,-3 10-5 0,3-10-3 15,-2 10 0-15,2-10-3 0,0 7 0 0,0-7-1 16,5 9-2-16,-5-9 9 0,6 7-1 0,-2-2-1 16,3-2 3-16,2 1 2 0,-2-2-1 0,0 1-3 15,-1-2-3-15,8 2 1 0,-4-1 0 0,3-2-2 16,-3 0-1-16,1-1-2 0,-4 1-4 0,2 1 1 16,-9-1-1-16,16-2 1 0,-8-1-2 0,-2 0 0 15,1-2-1-15,-2 1-3 0,-5 4 1 0,7-7 0 16,-2 1 3-16,-4 0-2 0,5-1-4 0,-3 0 0 15,0-2-2-15,0 1-4 0,1-1-2 0,-2 0 2 16,-2-1-5-16,1 0 1 0,-1 10 0 0,0-15-5 0,0 5-1 16,0 4-1-16,0 6 0 0,-4-12 0 15,-1 5-4-15,1-1-3 0,-1 4 2 0,-3 1-6 16,-1-3-5-16,-3 1-12 0,-2 3-10 0,1 0-13 16,1 1-12-16,1 2-21 0,-6-1-24 0,-1 4-34 15,-1 0-43-15,10 0-46 0,-8 2-219 0,-3-2-480 16,1 0 212-16</inkml:trace>
  <inkml:trace contextRef="#ctx0" brushRef="#br0" timeOffset="-147377.25">26739 7227 50 0,'0'0'75'15,"0"0"-4"-15,0 0 0 0,0 0-8 0,-6-5 14 16,6 5-6-16,0 0 2 0,-7-4 3 0,7 4-6 16,0 0 0-16,-6-6-1 0,6 6-8 0,0 0 4 15,-6-7 6-15,6 7-6 0,0 0 5 0,-2-5-7 16,2 5 1-16,0 0-5 0,-6-7-4 0,6 7-6 15,0 0 0-15,0 0-2 0,-3-6 0 0,3 6-2 16,0 0-2-16,0 0-4 0,0 0 2 0,0 0-3 16,0 0 1-16,0 0-4 0,0 0-5 0,-6-4 9 15,6 4-11-15,0 0 1 0,0 0-1 0,0 0-4 16,0 0-5-16,0 0 3 0,0 0-5 0,0 0 0 16,0 0-5-16,0 0 0 0,0 0-1 0,0 0-2 15,0 0 0-15,0 0 0 0,0 0-3 0,0 0 1 16,0 0-3-16,0 0 1 0,0 0-2 0,0 0 1 15,0 0 1-15,0 0 8 0,0 0-10 0,0 0 0 16,0 0-2-16,0 0 2 0,0 0-1 0,-4 17-3 16,4-17 2-16,0 0-1 0,0 0 4 0,0 0 4 15,0 0-8-15,0 8 5 0,0-8-5 0,0 0-1 16,0 0 2-16,0 0-2 0,-5 5 5 0,5-5-1 16,0 0-1-16,0 0 1 0,0 0 3 0,0 0-4 15,0 0 1-15,-5 6 0 0,5-6 0 0,0 0-2 16,0 0 1-16,0 0 2 0,0 0-2 0,0 0 0 15,-13-1-2-15,13 1 1 0,0 0 0 0,0 0 1 16,-9 0 2-16,9 0 0 0,0 0-2 0,0 0 3 16,-9 1-4-16,9-1 3 0,0 0 3 0,0 0-1 0,0 0-1 15,0 0 5-15,-9 2-1 0,9-2-6 16,0 0 5-16,0 0-1 0,0 0-1 0,0 0 0 16,0 0 0-16,0 0 1 0,0 0-2 0,0 0 1 15,0 0 0-15,0 0 0 0,0 0 0 0,0 0-1 16,0 0 1-16,0 0-1 0,0 0 0 0,0 0-4 0,0 0 5 15,0 0-3-15,0 0 2 0,0 0-2 16,0 0 0-16,0 0-3 0,0 0 5 0,0 0-1 0,0 0-5 16,0 0 4-16,0 0 1 0,0 0-2 15,0 0-4-15,0 0 1 0,0 0 1 0,0 0-1 16,0 0 1-16,0 0-5 0,0 0 5 0,0 0 0 0,-9 1-2 16,9-1 3-16,0 0-3 0,0 0 1 0,0 0 0 15,0 0 1-15,0 0 2 0,0 0-2 16,0 0-1-16,0 0 0 0,0 0 1 0,0 0 0 15,0 0-1-15,0 0-3 0,0 0 2 0,0 0 0 0,0 0 1 16,0 0 0-16,0 0 2 0,0 0-1 0,0 0-2 16,0 0 3-16,0 0-4 0,0 0 3 0,0 0 1 15,0 0 0-15,0 0-1 0,0 0 1 16,0 0 1-16,0 0-4 0,0 0 2 0,0 0 5 16,0 0-6-16,0 0 9 0,0 0-7 0,0 0-1 0,0 0 2 15,0 0 1-15,0 0 0 0,0 0 3 0,0 0-1 16,0 0 0-16,0 0 5 0,0 0-1 0,0 0 1 15,0 0 3-15,0 0 3 0,0 0 0 0,-14 0 4 16,14 0 2-16,0 0 1 0,-9 0 3 0,9 0 2 16,0 0-1-16,0 0 3 0,-12-1 2 15,12 1 6-15,0 0-1 0,0 0 0 0,0 0 2 0,0 0-1 16,-10-2-4-16,10 2 3 0,0 0 0 0,0 0-2 16,0 0-1-16,0 0-7 0,0 0-4 15,0 0-1-15,0 0 0 0,0 0-7 0,0 0 4 0,-9-2-2 16,9 2-5-16,0 0-3 0,0 0 2 0,0 0 1 15,0 0-7-15,0 0 5 0,0 0-1 0,0 0 0 16,0 0-7-16,0 0-1 0,0 0 1 0,0 0-2 16,0 0 0-16,0 0-2 0,0 0 3 15,0 0-1-15,0 0-5 0,0 0 1 0,0 0 3 0,0 0 2 16,0 0-5-16,0 0 8 0,0 0-8 0,0 11 8 16,0-11-7-16,0 0 5 0,0 0-4 0,4 14 2 15,-4-14-1-15,0 0 1 0,3 10-2 0,-3-10 4 16,0 6-6-16,0-6 2 0,2 9-1 0,-2-9 5 15,0 9 0-15,0-9-5 0,0 10 5 0,0-10 0 16,0 7-2-16,0-7-2 0,2 10 1 0,-2-10 2 16,3 8-1-16,-3 0 3 0,0-8-1 0,2 12 4 15,-2-5 2-15,0 1 0 0,2 0-5 0,-2-8-1 16,0 14 7-16,0-8-5 0,0-6-3 0,0 17 3 16,0-11-1-16,0 2-2 0,0 2 4 0,1-2-1 15,-1 2 1-15,0-2 4 0,2 1-6 0,0-2 1 16,-2 3 1-16,0-10 4 0,2 16-2 0,-2-9 1 15,2 0 1-15,-2 1-2 0,2 0 3 0,-2-2-2 16,0-6-3-16,0 12-2 0,0-5 5 0,0-7-1 16,0 12-2-16,2-2-2 0,-2-3 3 0,0 0 0 15,0-7 0-15,0 13-2 0,0-13 4 0,0 9-2 16,0-9 2-16,0 7 1 0,0-7-1 0,0 9 1 16,0-9 0-16,0 0-1 0,0 10-1 0,0-10 3 15,0 0 0-15,0 0-1 0,0 9 0 0,0-9-9 16,0 0 11-16,0 0-1 0,0 0 2 0,0 0-12 15,0 0 0-15,0 7 1 0,0-7 1 0,0 0 2 16,0 0-1-16,0 0-1 0,0 0 5 0,0 0 0 16,0 0-4-16,0 0 1 0,0 0-3 0,0 0 5 15,0 0-3-15,0 0-3 0,0 0 7 0,0 0-1 16,0 0-5-16,0 0 2 0,0 0-3 0,0 0 7 16,0 0-6-16,0 0 4 0,0 0-4 0,0 0 0 15,0 0 8-15,0 0-11 0,0 0 6 0,0 0-2 16,0 0-2-16,0 0 3 0,0 0-1 0,0 0 2 15,0 0-3-15,0 0 3 0,0 0-5 0,0 0 3 16,0 0-3-16,0 0 1 0,0 0 5 0,3 6-6 16,-3-6 1-16,0 0 0 0,0 0-4 0,0 0 1 15,0 0 1-15,0 0 2 0,0 0-2 0,0 0 1 16,0 0 0-16,0 0 2 0,0 0-2 0,4 6 2 16,-4-6-3-16,0 0 1 0,0 0 0 0,7 5-4 15,-7-5 16-15,1 4-9 0,-1-4 1 0,0 0-4 16,8 5 1-16,-8-5-1 0,4 5-2 0,-4-5 0 15,0 0 3-15,3 6 2 0,-3-6-1 0,6 3-4 16,-6-3 4-16,0 0 1 0,0 0-4 0,2 6-1 16,-2-6 5-16,0 0 0 0,3 4-5 0,-3-4 2 15,0 0 1-15,0 0-1 0,0 0 0 0,5 11-3 16,-5-11 2-16,0 0 0 0,0 7 2 0,0-7-3 16,0 0 11-16,2 5-3 0,-2-5-5 0,0 0-1 15,0 0 1-15,2 7 6 0,-2-7-6 0,0 0 2 16,0 0-6-16,0 7 5 0,0-7-2 0,0 0 1 15,0 0 5-15,0 0-5 0,0 0 3 0,0 0-5 16,0 0 7-16,0 0-4 0,0 0-1 0,0 0-1 16,0 0 0-16,0 0 3 0,5 7-3 0,-5-7 5 15,0 0-6-15,0 0 6 0,0 0-3 0,0 0 2 16,0 0-3-16,0 0 5 0,4 3-1 0,-4-3 5 16,0 0 1-16,9 3-2 0,-9-3 11 0,6 2 3 15,-6-2-16-15,8 1-3 0,-8-1 4 0,10 3-1 16,-5-1-4-16,-5-2 6 0,14 3-3 0,-7-2 2 15,-1 0-1-15,-6-1-1 0,14 3-1 0,-10-1 0 16,-4-2 1-16,11 3-2 0,-4-1-6 0,-7-2 11 0,6 3-10 16,-6-3 1-16,8 4-1 0,-8-4 1 15,6 3 3-15,-6-3-5 0,0 0 3 0,5 6 0 16,-5-6 1-16,0 0-4 0,4 5 1 0,-4-5 3 16,0 6-2-16,0-6 1 0,0 0 1 0,-4 12 0 15,-1-6-1-15,1 2 3 0,-2 0-4 0,-2-2 3 0,1 3 0 16,-1 0 4-16,-1-1-10 0,-1 1 1 15,0-1 4-15,-1 0-2 0,-3 3 6 0,5-2-4 16,-1-2-3-16,1 2 0 0,-1 0 4 0,3-1-1 16,0-2 1-16,0 1 2 0,1-2-4 0,-1 1-1 15,5 1 3-15,-2-2-5 0,-2 0 1 0,2 0-1 16,4-5 0-16,-4 9 7 0,4-9-9 0,-1 8 3 16,1-8 2-16,0 9 0 0,0-9 3 0,3 9-2 15,-3-9 1-15,6 9-7 0,-1-8 11 0,-5-1-6 16,9 8 2-16,-5-6-5 0,1 0 2 0,1 4 1 15,2-3 7-15,-2-1-9 0,1 0 1 0,-3 2 1 0,1 0 0 16,-5-4 3-16,14 5-7 0,-12-3 5 16,4 2-1-16,-6-4-4 0,9 6-1 0,-5-5 10 15,-4-1-11-15,8 6 3 0,-8-6 0 0,4 5 0 16,-4-5 3-16,5 4 2 0,-5-4-6 0,6 7 0 0,-6-7 4 16,0 8 0-16,0-8 0 0,2 9 2 15,-2-9-5-15,-4 10 2 0,4-10 10 0,-6 12 0 16,3-8-4-16,-1 2-6 0,0 0 1 0,-2 0-1 15,2 0 4-15,-1 2-5 0,-3-1-2 0,4 2-4 16,-2-4 10-16,2 2-1 0,0-3-1 0,-3 3 0 0,7-2-4 16,0-5 1-16,-7 10-1 0,5-6 2 15,2-4-2-15,0 10-2 0,0-10 1 0,0 10 2 16,0-10-1-16,2 8 0 0,-2-2-1 0,0-6-3 16,7 10-3-16,-7-6 3 0,0-4-1 0,6 9-4 15,-3-7 4-15,-3-2 1 0,6 9-3 0,0-5 8 0,-6-4-6 16,8 8 3-16,-3-4-3 0,-1 0 3 15,2 1-1-15,-6-5 3 0,8 6-1 0,-8-6 3 0,7 7 1 16,-7-7-1-16,4 7-3 0,-4-7 2 16,0 0 2-16,6 9-3 0,-6-9 5 0,0 0 0 15,0 0 0-15,0 0 1 0,0 13-2 0,0-13 0 0,0 0-6 16,0 0 6-16,-8 10-3 0,8-10 8 0,-7 7-4 16,7-7-3-16,-6 9 4 0,6-9-2 0,-8 9 1 15,8-9-4-15,-6 8 2 0,6-8-1 0,-3 8 3 16,3-8-4-16,-4 8 1 0,4-8-2 15,0 0 2-15,-4 12-2 0,4-12 3 0,0 10-7 0,0-10 4 16,0 0-4-16,2 15 1 0,-2-15 5 16,4 11 4-16,-4-11-9 0,4 7-1 0,-3-1 0 15,-1-6 1-15,4 9-3 0,-4-5 1 0,0-4 3 16,7 13-3-16,-4-8 6 0,-3-5-9 0,2 9 4 16,0-4 6-16,-2-5-3 0,0 12-2 0,0-12 1 0,0 10-1 15,0-10 2-15,-2 12 3 0,0-7-4 0,2-5 1 16,-6 14 4-16,2-9-2 0,0 3 4 0,1 0-3 15,-3-1-1-15,4-2 2 0,-6 3 4 0,4-2-7 16,-3 4 6-16,3-3 1 0,-3 1-6 16,5-2-2-16,-2 2 4 0,-1 1-3 0,2-4 4 0,-1 3-7 15,2-1 2-15,0 0 0 0,2-7 0 0,-2 11 2 16,2-11 1-16,0 14-2 0,2-7 3 0,0 0 0 16,0 4-3-16,2-2 3 0,-1-1 1 0,2 2-2 15,-1-1 5-15,-2 0-3 0,1-2-3 16,1-1-1-16,0 2 4 0,-1-2-1 0,-1 1-2 0,2 2-3 15,-2-2 4-15,1-1-1 0,-3-6 3 0,5 12 0 16,-3-2-1-16,0-4 2 0,0 1-1 0,0 2-3 16,-2-2 5-16,0-7-4 0,-2 14 5 15,2-7-3-15,0 3 0 0,0-10 3 0,0 15-3 16,-4-9 0-16,4 4 2 0,-2-3-2 0,2-7 3 0,-3 15-5 16,1-4 3-16,-1-1-3 0,1 1 0 0,2-11 1 15,-2 20 10-15,0-8-9 0,0-2-3 16,1 2 8-16,-1 0-7 0,0-1-1 0,0-1 3 0,2 0 6 15,0 2-3-15,-2-1-5 0,0 0 1 0,-1 1 0 16,3-12-1-16,0 20 1 0,0-9 0 0,0-1 0 16,-2 1 4-16,2-11 0 0,2 19-1 0,-2-11-3 15,0-8 3-15,0 14-3 0,0-14-1 0,0 15 6 16,0-15-5-16,3 15-1 0,-3-9 4 0,4 1 0 16,-4-1-2-16,0-6-1 0,2 14 0 0,0-9-2 15,0 2 7-15,-2-7-5 0,3 10 1 0,-1-3 2 16,-2-7-2-16,2 9 2 0,0-4-2 0,-2-5-1 15,5 7 1-15,-5-7 0 0,1 8 1 0,-1-8-1 16,2 8-2-16,-2-8 2 0,2 6 3 0,-2-6-6 16,0 10 3-16,0-10 0 0,0 9 2 15,0-9-3-15,2 8 0 0,-2-8-1 0,0 9 2 0,0-9 2 16,0 8-3-16,0-8 2 0,2 9-1 0,-2-9 0 16,0 9 3-16,0-9 3 0,0 10-7 0,0-10 1 15,0 9 2-15,0-9-3 0,2 9 8 0,-2-9-7 16,0 0 4-16,0 9-3 0,0-9-2 15,0 0 1-15,-2 11-2 0,2-11 0 0,0 6 2 0,0-6-2 16,0 0 2-16,0 0 3 0,2 9 6 0,-2-9-12 16,0 0 2-16,0 0-1 0,0 0 8 0,0 0-4 15,0 0-7-15,0 0-7 0,0 8-13 0,0-8-16 16,0 0-16-16,0 0-28 0,0 0-36 16,0 0-56-16,0 0-65 0,0 0-227 0,0 0-507 0,0 0 225 15</inkml:trace>
  <inkml:trace contextRef="#ctx0" brushRef="#br0" timeOffset="-146611.98">27099 8085 171 0,'0'-8'180'0,"0"8"-3"0,0-7-8 0,0 7-12 16,0 0-1-16,4-9-14 0,-4 9-11 0,0 0-13 0,2-5-13 16,-2 5-12-16,0 0-10 0,0 0-9 0,0 0-10 15,0 0-1-15,0 0 3 0,0 0-5 16,0 0-2-16,-6 30-3 0,4-20-5 0,0 1 0 16,0 2-6-16,-1 0-2 0,-2 2 2 0,1-2-5 0,2 4 4 15,-1-5-3-15,1 1 1 0,0-1-4 0,0 1-3 16,2-3-3-16,0 1-2 0,-3-1 3 0,4 1-2 15,-2 0-7-15,1-2 2 0,-1-3-6 0,1-6-3 16,0 14 1-16,1-8-3 0,-1-6-1 0,0 13 1 16,0-7-1-16,3 1-1 0,-3-7-1 0,0 8 2 15,0-8-8-15,2 8 4 0,-2-8-18 16,0 0-16-16,0 9-11 0,0-9-19 0,0 0-19 0,0 7-13 16,0-7-13-16,0 0-27 0,0 0-16 0,0 0-32 15,0 0-31-15,0 0-115 0,0 0-347 0,0 0 154 16</inkml:trace>
  <inkml:trace contextRef="#ctx0" brushRef="#br0" timeOffset="-145816.65">27083 8064 78 0,'0'0'125'0,"5"-8"-5"0,-5 8 1 16,5-6-3-16,-5 6-3 0,4-8-7 0,2 5 5 16,-1-1-9-16,-5 4-3 0,10-7-8 0,-8 3-3 15,-2 4-5-15,10-5-4 0,-7 1-7 0,-3 4-7 0,6-4-5 16,-6 4-3-16,12-3-5 0,-7 1-4 16,-5 2 0-16,8-3-3 0,-8 3-6 0,11-1 2 15,-11 1-9-15,10-2-2 0,-10 2-3 0,0 0 0 16,11 2-2-16,-11-2-5 0,8 2-4 0,-8-2-1 0,8 4-3 15,-8-4 3-15,6 7 0 0,-2-3 3 16,-4-4-3-16,5 9 2 0,-3-4-3 0,0 1 2 16,-2-6-1-16,5 12-3 0,-3-5-3 0,1-1-7 15,-3 1 6-15,4-1 0 0,-4-6-1 0,0 12 2 16,0-12-3-16,0 12-2 0,-2-4 3 0,0-2 1 0,2-6 1 16,-5 16-4-16,2-11 0 0,1 2 3 15,-2 1-4-15,2-2 3 0,-1 0-4 0,-5 4 4 16,4-4-3-16,-4 2-2 0,2 0 2 0,1-3 3 15,-1 1-7-15,-2 0 1 0,2 0 0 0,4-2 1 16,-3 0 1-16,5-4 1 0,-8 7-1 0,5-5 0 16,3-2 1-16,-12 7-2 0,8-5 0 0,4-2 0 15,-11 4-1-15,7-2 3 0,4-2-4 0,-12 1 3 16,12-1 0-16,-11 0-2 0,11 0 1 0,-11-1 0 0,11 1-1 16,0 0 2-16,-12-2-2 0,12 2 0 15,-6-4 2-15,6 4-3 0,0 0 0 0,-9-2-1 16,9 2 4-16,0 0-1 0,-4-4-4 0,4 4 0 15,0 0 4-15,0 0-8 0,0 0 1 0,0 0 0 0,0 0-2 16,0 0 3-16,0 0-6 0,0 0 4 0,0 0 1 16,0 0 3-16,0 0-7 0,0 0 7 15,0 0-3-15,0 0 7 0,17 15 5 0,-11-12 0 16,2-1 3-16,-1 3 7 0,2-3 2 0,1 4 2 0,0 0 2 16,-1-1 1-16,1 0 3 0,0 1 0 0,1 2 4 15,0-3-4-15,-1 2-1 0,0-1 4 0,-1-2-7 16,1 2 0-16,-1 0-4 0,-5-3 4 15,5 3-2-15,0-1-1 0,-4-3 3 0,1 5 4 0,1-2-2 16,-1 0-1-16,2-2 0 0,-4 3 1 0,2-4-3 16,-6-2-1-16,5 6-3 0,-5-6-1 0,8 5-2 15,-8-5 1-15,6 5-3 0,-6-5 0 0,6 2 0 16,-6-2-3-16,0 0 1 0,0 0-1 0,0 0-5 16,5 3 3-16,-5-3-1 0,0 0-3 0,0 0 3 15,0 0-4-15,2 6 1 0,-2-6-5 0,0 0-2 16,0 0-16-16,0 0-13 0,0 0-9 0,0 0-24 15,0 9-18-15,0-9-30 0,0 0-34 0,0 0-46 16,0 0-35-16,-9 6-210 0,9-6-471 0,0 0 208 16</inkml:trace>
  <inkml:trace contextRef="#ctx0" brushRef="#br0" timeOffset="-143566.48">27490 8403 76 0,'0'-10'152'0,"0"10"1"16,0 0-6-16,0-7-11 0,0 7-7 0,0 0-14 15,0 0-2-15,0 0-2 0,0-8-14 0,0 8 1 16,0 0-3-16,0 0-1 0,0 0-5 0,0 0 1 16,0 0-12-16,0 0-2 0,0 0-6 0,0 0 0 15,0 0-6-15,0 0 0 0,0 0-7 0,0 0 1 16,0 0-7-16,0-9-4 0,0 9-5 0,0 0 0 16,0 0-3-16,0 0-3 0,0 0 0 0,0 0 0 15,0 0-2-15,-5-11 3 0,5 11-2 0,0 0-5 16,0 0-4-16,-2-7 2 0,2 7-3 0,0 0 0 15,0 0-3-15,-4-7-2 0,4 7 3 0,0 0-3 16,0 0 0-16,0 0-1 0,-7-3-4 0,7 3-1 16,0 0-6-16,0 0 0 0,0 0-2 0,0 0-6 15,0 0 3-15,0 0-3 0,0 0 4 0,0 0-3 16,0 0-3-16,-2 19 4 0,2-6 0 0,0-1 0 16,0 0 0-16,-2 5 6 0,1-6-5 0,-1 2 3 15,0 3-2-15,2 1 1 0,0-1 0 0,0-6 4 16,0 3-4-16,-2-4 2 0,2 3 4 0,0 0 2 15,0-2-5-15,0 1 6 0,0-4-8 0,0-7 0 0,0 13 2 16,0-6 0-16,0-7-2 0,0 9 3 0,0-9-2 16,-2 8 0-16,2-8-1 0,0 0 0 15,2 7-1-15,-2-7 1 0,0 0 8 0,0 0-6 16,0 0-2-16,0 0-1 0,0 8-1 0,0-8 4 0,0 0 1 16,0 0-2-16,11-1 4 0,-11 1-7 15,13-3 2-15,-2-2-3 0,1 2-1 0,6 1 3 0,1-4-5 16,2 0-7-16,0 2-20 0,8-2-23 15,-2 2-26-15,-10 2-36 0,1-2-39 0,-7 2-47 0,1 0-36 16,-3 0-168-16,-2 2-434 0,-1-3 193 0</inkml:trace>
  <inkml:trace contextRef="#ctx0" brushRef="#br0" timeOffset="-142513.6">26471 7433 123 0,'0'0'161'0,"0"0"-2"0,-6-6-8 0,6 6-5 0,0 0-6 15,0 0-9-15,-2-8 2 0,2 8-9 0,0 0-1 16,0 0-7-16,0 0-4 0,-4-6 6 0,4 6-7 16,0 0-8-16,0 0-14 0,0 0-7 0,0 0-8 15,0 0-11-15,0 0-7 0,0 0-5 0,0 0-4 16,0 0-8-16,0 0-2 0,0 0-5 0,0 0-3 16,0 0 0-16,0 0-3 0,18 10-3 0,-18-10 1 15,9 9-4-15,-3-6-3 0,-1 3-1 0,0-2 2 16,4 0-5-16,-1 4 4 0,1-2 0 0,-1 1 1 15,2-1-2-15,-1 1 1 0,1 0-1 0,-1 0-2 16,-1 1-3-16,1 0 4 0,-1-3 0 0,0-1-4 16,-1 1 0-16,-1-1 0 0,0 0-2 0,2-1-1 15,-3 1 2-15,-1-1-3 0,-4-3 2 0,9 5-1 16,-4-2 1-16,-5-3 3 0,9 2 1 0,-9-2 1 16,6 2 5-16,-6-2 4 0,0 0 2 0,7 3 4 15,-7-3 9-15,0 0 0 0,0 0-3 0,0 0 3 16,14-7-3-16,-14 7-1 0,2-5-3 0,-2 5-5 15,4-10 3-15,0 5-7 0,-3-1-2 0,1-3-1 16,0 1-2-16,-2-2-3 0,2 0-10 0,0-1-11 16,1 0-15-16,0-2-8 0,1 3-13 0,0-2-16 15,-1 1-27-15,3-5-20 0,-2 5-23 0,1 2-31 0,4-1-27 16,-2 4-21-16,1-3-22 0,-1 3-146 0,-1 2-407 16,0 2 180-16</inkml:trace>
  <inkml:trace contextRef="#ctx0" brushRef="#br0" timeOffset="-141604.79">27054 7435 221 0,'0'0'215'16,"0"0"-11"-16,0 0-17 0,0 0-16 0,0 0-15 15,0 0-12-15,0 0-20 0,3-20-9 0,-3 20-17 16,10-2-7-16,-1-2-10 0,3 2-13 0,-1 0-4 0,0 0-5 16,1 1-10-16,-4-1-21 0,-8 2-24 15,13 0-15-15,-13 0-20 0,10-3-21 0,-10 3-16 16,11-1-14-16,-11 1-9 0,0 0-1 0,9 1-1 15,-9-1 3-15,0 0 10 0,0 0 3 0,9 3 12 0,-9-3 3 16,0 0 8-16,0 0 9 0,0 0 8 16,0 0 10-16,0 0 7 0,0 0 12 0,0 0 10 15,0 0 10-15,0 0 0 0,0 0 12 0,0 0-4 16,0 0 16-16,-29-4 7 0,29 4 2 0,0 0 7 16,-10 1 3-16,10-1-16 0,0 0 4 0,-6 5 8 0,6-5 4 15,-5 8 12-15,5-8-1 0,0 12 2 16,-1-3 1-16,1-2-1 0,-1 3-1 0,1 2-1 15,1-4-4-15,-1 3-6 0,2-1 0 0,0 1 3 16,-2-1-3-16,0-1-5 0,0 3-6 0,0-5-2 16,2 3 0-16,-4-1-5 0,2 1-1 0,2-3 1 15,-2-7-3-15,2 13-4 0,-2-8-5 0,0-5-1 16,0 11-3-16,0-11-3 0,-2 10 1 0,2-10-2 16,-4 7 4-16,4-7-8 0,-2 8 1 0,2-8 2 15,-5 4-4-15,5-4 1 0,-8 3 0 0,8-3 1 0,-12 3-7 16,12-3 9-16,-11-3-10 0,11 3 6 0,-10-3-10 15,4 0 2-15,6 3-2 0,-13-4 2 0,8 3 0 16,5 1-1-16,-9-6 0 0,9 6 3 0,-7-2-7 16,7 2 3-16,0 0-3 0,0 0 1 0,-7-2-2 15,7 2 4-15,0 0-9 0,0 0 6 0,0 0 0 16,0 0-1-16,23-5-1 0,-10 1 0 0,1 2 3 16,-1-1-5-16,8-1-3 0,-2 3-11 0,0-2-13 15,3 1-17-15,-2-1-10 0,1-1-20 16,1 2-20-16,-2 2-16 0,-2 0-13 0,0-4-11 0,2 3-7 15,-2-1-2-15,-4 0 5 0,-1 0 3 0,-3 0 5 16,-2-1 14-16,1 1 19 0,-2-1 15 0,0 0 12 16,-7 3 12-16,8-7 12 0,-3 4 11 15,-1-2 19-15,-4 5 19 0,5-11 7 0,-3 7 14 16,-2 4 17-16,3-9 15 0,-3 9 10 0,0-11 14 0,0 11 5 16,2-8 10-16,-2 8 5 0,0-8 10 0,0 8-4 15,0 0-5-15,0 0-5 0,0 0-8 0,-2-9-10 16,2 9-12-16,0 0-6 0,0 0 2 0,0 0 2 15,0 0-4-15,0 0-2 0,-2 28-2 16,2-16 1-16,-1-1-3 0,1 1 2 0,0 0-4 0,0 1-5 16,-1-2-3-16,1 0-1 0,0 0-5 15,-1 1-1-15,2-2-2 0,-1 1-5 0,0-1 0 0,0-2-4 16,0 1-3-16,1 0-7 0,0-3-15 0,1 2-22 16,-2-8-26-16,0 11-28 0,0-11-28 0,0 9-33 15,0-9-25-15,2 7-27 0,-2-7-24 0,2 6-114 16,-2-6-357-16,0 0 158 0</inkml:trace>
  <inkml:trace contextRef="#ctx0" brushRef="#br0" timeOffset="-141298.65">27444 7507 129 0,'0'0'157'0,"5"-3"-6"0,-5 3-9 15,8-3-1-15,-8 3-3 0,13 0-4 0,-7 3-8 16,3-1-6-16,3 2-6 0,-4 2-3 0,1-2-5 16,1 3-8-16,-2 1 3 0,-1-2-8 0,0 1-11 15,0 2 3-15,0-3-16 0,-3-1-3 0,0 3-6 16,0-2-1-16,-3-1-3 0,-1-5 3 0,2 14-2 16,-2-4-4-16,-3-3 1 0,-1 0-4 0,-2 3-1 15,-3-3-4-15,0 2-6 0,0-1-2 0,-4 2-3 16,-4-2-6-16,8-2 1 0,-4-2-5 0,2 1-13 15,2-1-10-15,-3 0-14 0,4-1-12 0,-1-1-21 16,-1-1-22-16,3 0-25 0,1 2-32 0,6-3-41 16,0 0-48-16,-18 0-146 0,18 0-390 0,0 0 173 15</inkml:trace>
  <inkml:trace contextRef="#ctx0" brushRef="#br0" timeOffset="-139696.09">28891 7378 83 0,'-8'-4'171'16,"8"4"-12"-16,0 0-4 0,-6-3-5 0,6 3-12 15,0 0-3-15,0 0-12 0,0 0-7 0,0 0-8 16,-7-3-9-16,7 3-10 0,0 0-7 0,0 0-6 0,0 0-4 16,0 0-8-16,23-5 7 0,-9 3-3 15,-1 1-8-15,0-2-6 0,6 1-3 0,0 1-8 16,-2 1-9-16,1-3-20 0,0 3-22 0,-4 0-29 15,0-1-30-15,0 1-41 0,-3 0-37 0,2 0-31 16,-7 1-103-16,-6-1-303 0,11-1 134 0</inkml:trace>
  <inkml:trace contextRef="#ctx0" brushRef="#br0" timeOffset="-139454.08">28982 7286 11 0,'0'0'195'0,"0"0"-16"0,0 0-10 0,-8-3-13 16,8 3-14-16,0 0-9 0,0 0-6 0,0 0 2 15,0 0-10-15,0 0-3 0,0 0-2 0,5 23-15 0,-5-23-6 16,3 13-11-16,-3-5-9 0,1-3-5 16,-1-5-6-16,1 14-5 0,0-8-5 0,2 3-6 0,-3 0-4 15,0 1 4-15,1-1-14 0,1-1-17 16,-1 2-22-16,-1 0-28 0,0-10-31 0,-1 14-35 15,1-7-29-15,1 0-39 0,-1-7-140 0,-3 12-333 0,2-5 147 16</inkml:trace>
  <inkml:trace contextRef="#ctx0" brushRef="#br0" timeOffset="-139071.58">29181 7232 118 0,'2'-7'231'0,"-2"7"-12"0,3-7-18 0,-3 7-24 16,2-8-18-16,-2 8-18 0,0 0-15 0,0 0-15 15,0 0-4-15,0 0-6 0,13 15 4 0,-6-4-4 0,0 0-3 16,-2-1-5-16,1 3-8 0,-1-3-6 0,1 5-4 16,2-4 0-16,-2 3 0 0,-2-3-10 15,1-1-5-15,2-1-4 0,-2-1 0 0,1 1-9 16,-2-2-5-16,0-1 0 0,0 0-4 0,-1-3-2 15,1 1-3-15,-4-4 0 0,5 7 4 0,-5-7 10 0,8 4 7 16,-8-4 8-16,9-1-5 0,-9 1 6 0,9-6-7 16,-4 1 0-16,3-4-4 0,-2 0 1 0,2 2-8 15,-2-3-6-15,4-4-1 0,-1-2-1 16,0 0-11-16,1 1 0 0,-1-3-3 0,0 0-4 16,-2 1 3-16,2 2-9 0,-2 0 1 0,-3 5 0 0,0 0-5 15,0 1-19-15,-2 4-16 0,1-1-16 0,-3 6-30 16,4-9-35-16,-4 9-39 0,0 0-16 15,3-4-9-15,-3 4-26 0,0 0-24 0,0 0-18 16,-3 26-170-16,-1-16-444 0,1 2 197 0</inkml:trace>
  <inkml:trace contextRef="#ctx0" brushRef="#br0" timeOffset="-138830.55">29532 7349 111 0,'0'0'229'0,"0"0"-1"0,0 0-13 15,7 1-15-15,-7-1-16 0,0 0-18 0,0 0-19 16,0 0-18-16,0 0-7 0,4 7-5 0,-4-7-3 16,1 10-3-16,-1-10-8 0,0 7-7 15,0-7-10-15,1 13-3 0,-1-7-7 0,0 3-8 16,0-9-3-16,0 13-8 0,1-5-5 0,-1-8-3 0,0 14-4 16,-1-7-5-16,1-7-1 0,1 11-5 0,-1-5-13 15,3 0-24-15,-3-6-22 0,-1 10-29 0,1-10-29 16,0 0-25-16,0 0-35 0,-2 18-27 0,2-18-23 15,0 0-14-15,2 9-127 0,-2-9-362 16,0 0 161-16</inkml:trace>
  <inkml:trace contextRef="#ctx0" brushRef="#br0" timeOffset="-138585.08">29551 7322 137 0,'9'-5'147'0,"-2"2"-5"0,3 0 12 0,1 1-4 15,1 1-1-15,1 2-7 0,-2 0-9 0,1 0-9 16,-1 3-9-16,0 1-5 0,-1 2-9 16,-1-2-5-16,0 1-8 0,-2 2-7 0,-1-2-2 15,0 3 4-15,-4-3 0 0,2 1-1 0,0 2-2 16,-4-1-6-16,-1 1-3 0,-1 1-3 0,0-1-3 0,-3-1-8 16,-1 3-5-16,-2-3 0 0,0 0-6 0,-3-1-11 15,3-1-13-15,-1-1-19 0,0 1-16 0,-1-1-25 16,1 0-31-16,0 0-56 0,-1-2-47 15,2-2-57-15,-4 2-134 0,12-3-392 0,-12 3 173 0</inkml:trace>
  <inkml:trace contextRef="#ctx0" brushRef="#br0" timeOffset="-138311.49">29848 7318 103 0,'4'-3'277'0,"-4"3"-11"0,0 0-18 16,5-6-19-16,-5 6-29 0,0 0-19 0,0 0-19 16,0 0-10-16,0 0-11 0,0 0-8 15,9 13-6-15,-9-6-4 0,0-7-10 0,-1 19-4 16,-1-10-11-16,1 1-6 0,0-3-11 0,1 5-6 0,0-5-4 16,0 5-8-16,-2-2-8 0,0-3-2 0,2-7-7 15,-1 13-1-15,1-6-8 0,-2-1 1 16,2-6-4-16,3 13-11 0,-3-13-22 0,-1 11-18 15,1-11-14-15,1 11-26 0,-1-11-27 0,0 7-42 0,0-7-41 16,0 0-38-16,0 11-41 0,0-11-162 0,0 0-441 16,0 0 196-16</inkml:trace>
  <inkml:trace contextRef="#ctx0" brushRef="#br0" timeOffset="-138068.95">29861 7329 81 0,'10'0'192'0,"0"3"-5"0,2-2-6 0,-1 3-5 15,1-2-14-15,-1 2-14 0,2 1-10 0,-2-1-13 0,-2 4-5 16,2 0-2-16,-2-2-11 0,1 2 1 0,-2 1-4 16,-1-3-2-16,-3 2 5 0,0 2-7 15,-2-2-6-15,-2 1-9 0,-5 1-5 0,3-2-7 16,-5 2-13-16,0-2-11 0,-2 2-19 0,-5-1-20 15,0-1-25-15,-3 2-31 0,3-1-37 0,-3-1-53 0,6-1-51 16,-2-1-192-16,-4 0-410 0,1 0 182 0</inkml:trace>
  <inkml:trace contextRef="#ctx0" brushRef="#br0" timeOffset="-131739.78">23874 9959 11 0,'1'-7'180'0,"0"0"-17"0,-1 7-6 0,-1-13-4 0,2 5-1 16,-1 8 4-16,-1-13-4 0,-3 5-7 0,4 8-15 16,-1-11-2-16,-2 6-9 0,3 5-6 15,-4-9-5-15,4 9-10 0,-2-7-11 0,2 7-11 0,0 0-8 16,-4-4-8-16,4 4-8 0,0 0-1 0,-13-2-9 15,13 2-6-15,-14 9-4 0,3-3 0 0,-2 5-6 16,-4-2-2-16,3 6-1 0,0 1-4 0,-4 4-1 16,2 0-1-16,2 0 0 0,5-2-5 0,-2-1 1 15,5 0-2-15,-3 1 0 0,5-1 2 0,-1-1-4 16,0-2-1-16,3 1-1 0,0-1 0 0,2-4-2 16,2 1 2-16,-1 0 0 0,3-2-2 0,1 1 0 15,2-1 3-15,1 1-5 0,1-4 3 0,0-1 3 16,1 0-2-16,0 0-1 0,0-1 0 0,2-3 1 15,-2 2-2-15,2-2-4 0,-2 1 1 0,-2-2 2 16,2 0 2-16,-1 0-3 0,0-3 3 0,2 0-5 16,-4 2 4-16,3-3-3 0,0-1 2 0,-1 0-3 15,0 0 2-15,0-3-1 0,1 2 3 0,-1-1 0 16,0-3-3-16,0 3 1 0,-4-1-2 0,2-1 0 16,-4 1 1-16,3-2-2 0,-4 2 0 0,1-2 2 15,-2-1-4-15,1 3 1 0,-2-3 4 0,0 11-3 16,-2-14 0-16,-2 7-4 0,3 1 4 0,1 6-3 15,-7-10 4-15,4 6-5 0,-3 1 0 0,6 3 1 16,-11-5 1-16,11 5-3 0,-13-2 2 0,7 0-1 16,6 2 0-16,-15 0-3 0,15 0 1 0,-12 3 0 15,12-3 4-15,-9 1-4 0,9-1 3 0,-9 3 1 16,9-3 1-16,0 0-2 0,-1 8 2 0,1-8 2 16,0 0-1-16,0 0 1 0,15 7 1 0,-15-7-2 15,17 3 3-15,-6-3-8 0,1 1 7 0,-1-2-2 0,3-1 3 16,-1 0-3-16,1 2 3 0,-2 0-3 15,-1-2 1-15,-2 2-2 0,-9 0 8 0,18 0-12 16,-10 3 3-16,-1-2-2 0,0 2 2 0,-7-3-3 0,10 4 2 16,-5 0 2-16,-1 1-2 0,0 1 3 0,-2 2-2 15,1 3-1-15,-2-1 5 0,-1 0-1 0,1 3 2 16,1 3-3-16,-2 1 1 0,-2 1-13 16,1 2-22-16,-1 4-31 0,0-1-46 0,0 2-38 15,-2 3-42-15,-1-6-184 0,-4 4-404 0,0-3 179 0</inkml:trace>
  <inkml:trace contextRef="#ctx0" brushRef="#br0" timeOffset="-130071.13">23690 10891 121 0,'-4'-10'134'0,"4"10"-9"15,-3-6-1-15,3 6-2 0,0 0-21 0,0 0 3 16,-4-10-6-16,4 10-8 0,-5-5 1 0,5 5-12 15,0 0-4-15,-10-2-2 0,4-1-5 0,6 3-5 16,-13-1-5-16,3 1 1 0,-1 0-9 0,0 1-2 16,-3-2 4-16,1 1-2 0,-5 0 0 0,0 1-7 15,-1-1-1-15,1 0-2 0,-1 0-7 0,-3 0 4 16,3 0-4-16,-4 2 0 0,-5-4-1 0,-1 4-4 16,1-2 3-16,-2 1-5 0,1-1-2 0,-1 1-1 15,1 0 1-15,0-1-5 0,-1 0 2 0,2 0-3 16,2 0-1-16,6 2 1 0,-3-4 0 0,1 4-3 15,-3-5 3-15,4 3-8 0,1-2 4 0,2 2 3 16,-3-2 1-16,0 2-2 0,4-1 3 0,-2 1-4 16,2 0-1-16,3 0 4 0,1-1-3 0,0 1-1 15,0-1 0-15,0 1-2 0,1 0 1 0,0 1 0 16,2-1-2-16,-1 1 3 0,3-1-3 0,-2 1 0 0,0-1-1 16,1 2 9-16,-1-1-6 0,2 1-1 15,2 0 4-15,6-2-3 0,-12 2 0 0,12-2 1 16,-11 3 0-16,11-3-2 0,-10 1 1 0,10-1-2 0,0 0 1 15,-11 1 1-15,11-1-1 0,-8 2-1 0,8-2 1 16,-7 1 0-16,7-1 1 0,0 0 0 0,0 0-2 16,-10 2 0-16,10-2-1 0,0 0 1 15,-13 0-2-15,13 0-2 0,0 0-3 0,-11-2 3 0,11 2 0 16,0 0-2-16,-11 0 2 0,11 0 3 0,0 0-4 16,-11 0 0-16,11 0 2 0,0 0-2 0,-10-1 0 15,10 1 2-15,0 0 0 0,-9 0 6 16,9 0 0-16,0 0 1 0,0 0-4 0,-10-2 9 0,10 2-8 15,0 0 3-15,0 0-4 0,0 0 0 0,0 0 1 16,0 0-2-16,0 0 0 0,0 0 1 0,0 0-1 16,0 0-2-16,0 0 2 0,0 0-2 0,0 0 4 15,0 0-5-15,0 0 4 0,0 0-1 16,0 0 1-16,0 0-5 0,-8-2 0 0,8 2 0 0,0 0 0 16,0 0-6-16,0 0 3 0,0 0-1 0,0 0 1 15,0 0-3-15,0 0 0 0,0 0 3 0,0 0-6 16,0 0-1-16,0 0 0 0,0 0 3 0,0 0-2 15,0 0-1-15,0 0 0 0,0 0-1 0,0 0 10 16,0 0-9-16,0 0 2 0,0 0-2 0,0 0 2 16,4 15-1-16,-4-15 2 0,0 0-2 0,6 12 0 15,-2-7 4-15,-2 1-2 0,2-1-2 0,-1 3 3 16,-2-2-1-16,3 3 1 0,-2 1 1 0,1 0 22 16,0 2 0-16,0-2-5 0,0 1-6 0,2 2 2 15,-2-2-5-15,0 4 2 0,3 0 0 0,-4 1 0 16,2 0 0-16,0 0-3 0,0-1 1 0,-1 1-2 15,1 0-1-15,0 1 1 0,-1 0-2 0,-1-5 2 16,1 4-1-16,-2 1 3 0,2-1-5 0,-1 0-1 16,2 0-2-16,0 1 1 0,-3-2 3 0,0 2-2 15,1-1-1-15,0 0 2 0,1 2 0 0,-1-1-4 16,0 2 6-16,0-2-4 0,1 1 1 0,-2-1 1 16,0-1 0-16,1 1 1 0,-1 2-1 0,0-1 0 0,0 0-4 15,1-1 6-15,-1 0-1 0,3 1-1 16,-3-2 7-16,0 2-10 0,-1-2 0 0,0 1 1 15,2-5 0-15,-1 1 1 0,0 3-1 0,0-2-1 16,2 1 1-16,0-4 3 0,-1 5-2 0,1-5-1 16,-1 1 0-16,1 1 3 0,-1-2 1 0,0 2-6 15,1 0 2-15,-1 2 4 0,0 0-3 0,-1-2 1 16,1 0 8-16,0 2-6 0,0-1 0 0,2-3 5 16,-3 2-3-16,-1-1 3 0,0 0 2 0,0 4-3 15,1 0 4-15,0-4 0 0,1-1-2 0,-2 1-3 16,1-1 0-16,0 2-2 0,-1-1 10 0,2 1-3 15,-4 0 3-15,2-3 9 0,2 0-12 0,-1 0 2 16,-2 1-2-16,2-3 14 0,-1 1-13 0,0 1 1 16,0-1-7-16,-1 1 7 0,2 0 1 0,-1-1 4 15,0 0 4-15,0 2-3 0,0-2 1 0,0 1 5 16,-1-3 8-16,1-7-14 0,0 17 1 0,0-11-1 0,0-6-21 16,0 15 19-16,1-6-3 0,-1-2-2 15,0-7 0-15,0 13-3 0,0-7 3 0,0-6-2 16,-1 9 1-16,1-9-4 0,0 10 3 0,0-10 0 15,0 8-6-15,0-8 1 0,0 0-3 0,-3 10 1 16,3-10-4-16,0 0 2 0,0 7 10 0,0-7-14 0,0 0 7 16,0 0 1-16,-3 8-2 0,3-8-1 15,0 0 1-15,0 0 0 0,0 0-3 0,0 0-1 16,0 0 0-16,0 0 1 0,0 0-3 0,0 0 7 0,0 0 0 16,0 0 1-16,-2 6 1 0,2-6-7 0,0 0 1 15,0 0-6-15,0 0-16 0,0 0-12 0,0 0-16 16,0 0-27-16,0 0-34 0,0 0-29 15,0 0-32-15,0 0-38 0,0 0-32 0,0 0-52 16,0 0-249-16,0 0-583 0,0 0 259 0</inkml:trace>
  <inkml:trace contextRef="#ctx0" brushRef="#br0" timeOffset="-127744.98">22667 12362 38 0,'0'0'68'0,"-1"-17"6"0,-2 8 14 0,2 0-17 16,-2 1 4-16,3 8-1 0,-5-14 9 0,3 7-15 15,-3 1 4-15,1-3-4 0,0 4 3 0,4 5-10 16,-10-9 5-16,5 4 0 0,-2 2-4 0,1 0-6 0,-2 0-11 16,8 3 1-16,-19-2-5 0,8 3 3 15,-2 1-9-15,-1 3 6 0,-5 0-4 0,2 4 3 16,-2 1-4-16,-3 2 2 0,-2 2 8 0,1-1-4 15,0 2-2-15,6-4 1 0,-6 7-7 0,0-1-3 0,3-1 2 16,3-3 13-16,-3 5-4 0,-1 0 0 0,3 3-3 16,7-5-1-16,-4 5-2 0,0 1 0 0,1 1 4 15,3-1-4-15,3-3-1 0,-3 5 2 16,4-5-2-16,2 1-4 0,1 2 3 0,-1 4-2 0,1-7-4 16,1 6 3-16,1-6-2 0,0 7 7 0,2-6-5 15,-1-1-2-15,4 6-2 0,-3 2 0 0,7-3-3 16,-2 0-2-16,1 3-2 0,1-2 2 0,0-6-4 15,5 3 0-15,-1 0 0 0,3-1-1 16,2 0 0-16,-2-6-3 0,6 6 0 0,1-2 0 0,0 0-2 16,1-1 3-16,5-1-20 0,1-2 5 0,-1-2-3 15,2-3 3-15,1 0-3 0,0-2 3 16,2-3 2-16,0-1 1 0,-1-2 0 0,1 0-1 16,0-4 2-16,0-1 0 0,-2-2-1 0,0-1 0 15,-1-1 0-15,1-3 2 0,-1-2 1 0,0 1-1 0,-2-1 0 16,0-2 4-16,-3-3-4 0,2 1 1 0,-2-4 1 15,-1 0-2-15,1-2 1 0,-2 0 0 0,0 1 1 16,0-2 0-16,-3-1-1 0,1-2 2 16,-1 1-4-16,-3-3 0 0,-1 0 1 0,0 0 3 15,-4-4-4-15,1 2 0 0,-5 1 1 0,-1-2-3 0,-4-1 6 16,-4-1-10-16,1 0 6 0,-2 1-3 0,-3 3 0 16,0-1 0-16,-6 1 2 0,1 1-2 0,-2 2-1 15,-3 0-3-15,-1 4 2 0,-3 1-1 0,0 0 1 16,-4 4-2-16,1 1 2 0,0 0-2 15,-5 4 6-15,1 2-4 0,-5 4-6 0,-1 2 6 0,-2 3-4 16,0 2 5-16,0 5-4 0,-3 0 0 0,0 2 0 16,3 1-1-16,-1 4-5 0,0-2-4 0,3 3-7 15,1 1-2-15,2-2-10 0,1 1-9 16,3 0-9-16,1 2-12 0,3-1-15 0,7-1-18 16,0-1-34-16,2 3-16 0,0-3-26 0,3 3-32 0,-1 1-115 15,1-3-345-15,1 0 153 0</inkml:trace>
  <inkml:trace contextRef="#ctx0" brushRef="#br0" timeOffset="-127102.73">22437 12914 53 0,'0'0'155'15,"0"0"-3"-15,0 0-11 0,0 0 8 0,0 0-8 0,0 0 0 16,0 0-4-16,0 0-9 0,0 0-7 0,0 0-12 16,0 0-2-16,0 0-8 0,0 0-4 15,0 0-3-15,0 0-12 0,0 0-6 0,0 0 4 16,0 0-9-16,-26-7-5 0,26 7-4 0,-7-6-3 16,7 6-6-16,-6-7-5 0,2 3-4 0,0-1-3 0,4 5-8 15,-5-14 0-15,2 5-4 0,3 0-3 16,-1 0-2-16,1-3 1 0,1 1-6 0,0 1-2 15,1-3-3-15,2-3-3 0,2 2-1 0,-2 4 1 16,3 0-1-16,0 1-2 0,-2-1 3 0,3 3-5 16,-1-1 6-16,1 1-5 0,1 1-5 0,1 3 5 0,0-1-4 15,-1 1 2-15,2 2-2 0,1 2-3 0,-1 2-2 16,-1-1 5-16,1 3-4 0,1 1 3 16,4 1-2-16,-2 2-2 0,-3-1 6 0,4 1-2 15,-1 0-2-15,3-2 1 0,-2 0 6 0,-4-2-1 16,1-1 1-16,1 0-3 0,0-1 2 0,-2-3-2 0,3 0 2 15,-4 0 4-15,3-3-1 0,-1-1 6 0,-2 0-5 16,1-1 6-16,-3 1-3 0,0-4-4 0,-2 1-2 16,3 0 3-16,-3-1-7 0,-2-2 5 15,3 0 0-15,-2 2 1 0,-1-2-2 0,1 2 0 16,-3-2-1-16,1 3-2 0,-3-2-10 0,0 9-15 0,-3-14-19 16,3 14-23-16,-1-10-22 0,1 10-19 0,0 0-24 15,-14-3-18-15,14 3-23 0,-13 7-20 0,5 1-129 16,-3-1-346-16,5 0 153 0</inkml:trace>
  <inkml:trace contextRef="#ctx0" brushRef="#br0" timeOffset="-123304.7">21250 12533 40 0,'-5'-6'140'0,"5"6"-3"15,0 0-15-15,-5-5-8 0,5 5-17 0,0 0-2 16,0 0-10-16,0 0-12 0,0 0-10 0,0 0-5 16,-4-5-8-16,4 5-6 0,0 0-4 0,0 0-2 15,0 0-3-15,0 0 3 0,0 0-4 0,0 0 9 16,0 0 6-16,0 0-2 0,4 26-3 0,-3-19-3 16,1 2 0-16,1 1 1 0,0 0-8 0,-1-2 0 15,3 2 0-15,-1 0 1 0,-1-1-4 0,3 1-4 16,-1-1-2-16,-1 1 2 0,1-1-5 0,-1 2 2 15,2-1-1-15,1 1-3 0,-2-2 1 0,0 1 2 16,0-1-5-16,0 0 2 0,0-1-1 0,-2 0-2 16,1-1-1-16,-2 0-3 0,1 0 0 0,1-1-2 15,-2 0 0-15,2 1-2 0,-1-4-1 0,-3-3-1 16,2 10 0-16,1-4 1 0,-3-6-3 0,5 7 4 16,-5-7-5-16,2 6 8 0,-2-6-8 0,0 0 3 15,3 7 5-15,-3-7 6 0,0 0 8 0,0 0 10 16,0 0-4-16,0 0-2 0,0 0-3 0,0 0-1 15,0 0-3-15,0 0-2 0,8-20-2 0,-6 12-1 16,2-1-3-16,-1-3 0 0,0-3 1 0,2 1-3 16,0-3-6-16,1 1 2 0,0-4-2 0,1-5 0 15,0 6-2-15,-1-6 0 0,2 1 4 0,-3 6-3 16,3 0-2-16,-2-1-2 0,1 1 4 0,-1 2-2 16,1 1 0-16,-2 4-1 0,1-1-1 0,-2 0-2 15,0 0 2-15,2 2-4 0,-1 1-3 0,-1 3 2 0,-1 0-11 16,-3 6-12-16,6-8-5 0,-6 8 2 0,5-3 0 15,-5 3-5-15,0 0-26 0,0 0-18 16,8 13-28-16,-6-5-23 0,-2 1-28 0,0 3-24 16,0-1-112-16,-2 2-316 0,0-1 140 0</inkml:trace>
  <inkml:trace contextRef="#ctx0" brushRef="#br0" timeOffset="-121886.65">21659 12705 143 0,'0'0'130'0,"0"0"5"0,0 0-10 15,-3-7-3-15,3 7-13 0,0 0-9 0,0 0-13 16,0 0-10-16,0 0-5 0,0 0 1 0,0 0-10 16,0 0 2-16,0 0-9 0,0 0 6 0,0 0 1 15,0 0 6-15,0 0 18 0,0 0-10 0,0 0 3 16,3 25-8-16,-3-25-6 0,-3 17-2 0,1-8-4 0,-2 2-4 16,0 1 0-16,-1-2-4 0,1 3-1 15,-3 3-1-15,1-6-7 0,1 2-1 0,1-2-2 16,2 1-4-16,-2-2-2 0,1 1-7 0,0-1 2 15,1-1-5-15,1-3-3 0,0 3-1 0,1-8 0 16,-1 8-1-16,1-8-4 0,0 0-1 0,2 12 0 0,-2-12-2 16,5 4 4-16,-5-4-3 0,13 0-3 15,-4 0-4-15,2-3-21 0,1 1-20 0,-1-1-36 16,0 0-42-16,0-1-44 0,-2 3-47 0,-1-3-160 16,-5 0-394-16,-3 4 175 0</inkml:trace>
  <inkml:trace contextRef="#ctx0" brushRef="#br0" timeOffset="-121671.96">21672 12545 132 0,'-8'-9'250'0,"8"9"-12"0,-4-8-14 0,4 8-18 16,-4-5-20-16,4 5-22 0,-2-6-15 0,2 6-14 15,0 0-18-15,0 0-12 0,0 0-21 0,-4-8-20 16,4 8-23-16,0 0-25 0,0 0-38 0,0 0-60 16,19-4-51-16,-13 3-54 0,-6 1-95 0,0 0-304 15,17-1 134-15</inkml:trace>
  <inkml:trace contextRef="#ctx0" brushRef="#br0" timeOffset="-120526.83">22789 13187 31 0,'-3'-11'142'0,"3"11"-9"0,0 0-18 0,0 0-13 0,-1-8-6 16,1 8-15-16,0 0 2 0,0 0-1 16,0 0 9-16,0 0-6 0,-5 31-3 0,3-16 3 0,1 4 16 15,-4 7 0-15,4 2-8 0,-3-2-3 0,0 4-6 16,3-1-3-16,-1 0-1 0,-1 3-5 0,1-2-3 15,1 0-5-15,0-1-3 0,2-1-1 0,-1 1-5 16,0-3-2-16,0 3-5 0,0-3-2 16,0-1-3-16,0-6 1 0,0 0-2 0,3 1-6 0,-2 0-2 15,0-3-1-15,3 2 1 0,-1 1-3 0,-1-2-5 16,1 0 3-16,-1 2-4 0,1-4 1 0,-1 1-13 16,-3-1-3-16,2-1-3 0,-1-4-1 0,3 1 0 15,-3-2-2-15,2 0 4 0,1-1-4 0,-3-2 3 16,0-7-3-16,-1 13 6 0,2-6-9 0,-1-7-1 15,0 9 5-15,0-9-3 0,1 10-1 0,-1-10 3 16,3 10-3-16,-3-10-1 0,0 7 2 0,0-7-13 16,0 0-14-16,1 7-18 0,-1-7-20 0,0 0-24 15,0 0-40-15,0 8-36 0,0-8-38 16,0 0-185-16,-5 11-412 0,5-11 182 0</inkml:trace>
  <inkml:trace contextRef="#ctx0" brushRef="#br0" timeOffset="-118166.77">22626 14101 11 0,'0'0'56'0,"0"0"0"0,-10-1 4 16,10 1-4-16,0 0-2 0,0 0 1 0,0 0 0 16,0 0 0-16,0 0 0 0,-8-2 3 0,8 2-7 15,0 0-2-15,0 0 0 0,0 0-6 0,0 0 3 16,0 0 0-16,0 0 0 0,0 0 2 0,0 0 0 15,-2-7 2-15,2 7 2 0,0 0 9 0,0 0 1 16,0 0-7-16,0 0-7 0,0 0 5 0,0 0-11 16,0 0-6-16,0 0-8 0,-4-8 0 0,4 8 3 15,0 0-2-15,0 0-2 0,0 0-5 0,0 0 4 16,-9-3-7-16,9 3 1 0,0 0 3 0,-8-3-11 16,8 3-1-16,0 0 7 0,0 0-3 0,-15 0-1 15,15 0-2-15,-10 2 0 0,10-2 2 16,-13 1 2-16,13-1 0 0,-10 0 1 0,10 0-4 0,-10 0 0 15,10 0 2-15,0 0-3 0,0 0-3 0,-11 1-1 16,11-1 1-16,0 0 4 0,-10-1-6 0,10 1 1 16,0 0-1-16,0 0-2 0,-8 2 9 0,8-2-9 15,0 0 4-15,0 0-1 0,0 0 1 0,0 0-1 16,0 0 1-16,-11 0 7 0,11 0-1 0,0 0-5 16,0 0-1-16,0 0 0 0,0 0 6 0,0 0-4 15,0 0 6-15,33-5-6 0,-19 4 6 0,2-2 1 16,1 2-3-16,3-3-1 0,0 2 4 0,0-2-4 15,2 0 0-15,6 1 3 0,-7 1-4 0,8-3 1 16,-2 1-5-16,1 1 4 0,0-1-5 0,-1 3-4 16,1-1 6-16,0-2-2 0,3 2-1 0,-4-1 0 15,2 0-3-15,-2-1 1 0,0 1 3 16,-7 1-4-16,0-2 6 0,-1 3 0 0,-1-3 3 0,0 2-5 16,-7 1 8-16,3-1-2 0,-4 1 6 0,2-1 0 15,-5 0 2-15,-7 2 0 0,13-2 5 0,-13 2-9 16,12-2-1-16,-12 2-1 0,9 0-1 0,-9 0 0 15,0 0-5-15,7-1-1 0,-7 1-6 0,0 0-13 16,0 0-14-16,0 0-16 0,0 0-19 0,0 0-25 16,0 0-38-16,0 0-14 0,0 0-57 0,-14 16-144 15,3-8-364-15,1-3 162 0</inkml:trace>
  <inkml:trace contextRef="#ctx0" brushRef="#br0" timeOffset="-117464.64">22598 14282 54 0,'0'0'76'0,"0"0"-2"0,-10-3-14 0,10 3 5 0,0 0-3 15,-10 0 0-15,10 0 0 0,-11 0-3 16,11 0-3-16,-15-2-2 0,15 2 8 0,-14 0-5 16,6 0 7-16,-3 0-5 0,2 2 6 0,9-2 0 0,-17 0-6 15,10-2 11-15,7 2-11 0,-16 2 6 0,9-2-2 16,7 0 0-16,-11 1-2 0,11-1-5 16,-7 2 5-16,7-2-12 0,0 0 1 0,-12 0-8 15,12 0-3-15,0 0-1 0,0 0-5 0,0 0 3 16,-9-2-2-16,9 2-3 0,0 0-2 0,0 0-4 0,0 0 0 15,0 0 2-15,0 0 0 0,0 0 3 0,0 0-2 16,32 0-2-16,-18-1-2 0,3 1 1 0,1-2-1 16,1-2 1-16,1 3-2 0,2-3-8 15,-1 3 4-15,7-4-3 0,-1 3-3 0,1 0 13 16,0 1-7-16,0-2 3 0,3-1-4 0,2 1 3 16,4-1-3-16,-1 2-2 0,15-4-1 0,-13 1 1 0,13 0 0 15,-14 2-5-15,13-3 2 0,-11 2-1 0,-2 1-1 16,-2-1 0-16,2 1-4 0,-1-1 0 15,-1 4 1-15,-2-3-3 0,-1 0 5 0,-1 1-3 16,-3 0-2-16,-7 0-1 0,-1-1 1 0,0 1-1 16,-7 0 0-16,0 2 2 0,-2 0-3 0,1-2 4 15,0 1-1-15,-3 0 0 0,-1 1 0 0,-8 0-1 16,13-2 3-16,-13 2-3 0,9 0 0 0,-9 0-1 0,0 0-3 16,11 0 1-16,-11 0 1 0,0 0-10 15,0 0-8-15,8-1-23 0,-8 1-23 0,0 0-28 16,0 0-34-16,0 0-32 0,0 0-40 0,0 0-149 15,0 0-372-15,0 0 165 0</inkml:trace>
  <inkml:trace contextRef="#ctx0" brushRef="#br0" timeOffset="-115005.52">22847 14495 50 0,'0'0'82'0,"0"0"2"16,0 0 4-16,-5-10-6 0,5 10 3 15,0 0-4-15,0 0-5 0,-5-6 5 0,5 6-10 16,0 0 2-16,0 0-8 0,-10-4 9 0,10 4-10 0,0 0-3 15,-6-3 1-15,6 3 0 0,0 0-5 16,-11-3 3-16,11 3-1 0,0 0 1 0,0 0-3 16,-9-2-1-16,9 2 1 0,0 0-4 0,0 0-3 15,0 0-4-15,0 0-6 0,0 0-2 0,0 0-8 16,0 0 0-16,0 0-2 0,0 0-5 0,0 0 2 0,25-5 0 16,-14 2-8-16,1 1 4 0,1-1-7 0,-1 1 4 15,1 0-8-15,2-1 3 0,2 1-14 0,1-3-6 16,-7 5 10-16,5-1-12 0,-5-2 6 15,1 2 6-15,-1 0 0 0,-2-1-3 0,-1 0 0 16,-8 2-4-16,15 0 2 0,-8 0 0 0,-7 0 2 0,7-3 3 16,-7 3-1-16,9-1-2 0,-9 1-5 0,0 0-10 15,0 0-13-15,0 0-8 0,9 0-21 0,-9 0-23 16,0 0-15-16,0 0-16 0,0 0-24 16,0 0-124-16,0 0-280 0,0 0 123 0</inkml:trace>
  <inkml:trace contextRef="#ctx0" brushRef="#br0" timeOffset="-114359.18">22450 14689 13 0,'-17'0'82'0,"11"1"-1"0,6-1-4 15,-14 0-3-15,7 0 2 0,7 0-7 0,-15 0-1 16,15 0 11-16,-10 0-5 0,10 0 2 0,-10 0 5 16,10 0 0-16,0 0-7 0,0 0 2 0,-11-3 0 15,11 3-1-15,0 0-6 0,0 0 1 0,0 0-13 16,0 0 2-16,0 0-9 0,0 0-12 0,0 0 6 15,0 0 1-15,0 0-6 0,0 0 0 0,30-8 2 16,-9 6-3-16,-1-2-1 0,7 0 4 0,2-2-6 16,0 2-2-16,3-1-1 0,2 3 1 0,1-5 0 15,2 1-4-15,12-2 0 0,2 1-1 0,-13 1 2 16,1 1-4-16,14-3 2 0,-13 5-6 0,12-4 1 16,-13 2-4-16,13-3-1 0,-15 7-3 0,14-5 0 15,-14 3-5-15,1-4 6 0,1 4-5 0,-1 1 1 16,0 0-4-16,-4 0 1 0,-2-1-3 0,0-2 4 15,0 5 1-15,-3-7-3 0,1 7-1 0,-9-1-3 16,0 0 1-16,-2-4 0 0,1 3-4 0,-5 0 4 16,-2 0-5-16,0 2 1 0,1-2-2 0,-3-2 6 15,-5 3 2-15,2-1-8 0,-8 2 2 0,12-1 1 16,-12 1-7-16,0 0-8 0,8-1-11 0,-8 1-13 16,0 0-15-16,0 0-16 0,0 0-35 0,0 0-10 15,0 0-24-15,-24 13-20 0,14-11-140 0,-1 3-322 16,-3-1 143-16</inkml:trace>
  <inkml:trace contextRef="#ctx0" brushRef="#br0" timeOffset="-112290.83">22941 14786 7 0,'-3'-7'48'16,"3"7"-9"-16,-8-9 15 0,3 5-17 0,5 4 6 15,-3-12-1-15,0 8 4 0,3 4 9 0,-5-9 7 16,5 9-1-16,-4-8-12 0,4 8 9 0,-4-7 0 15,4 7 5-15,0 0-4 0,-2-8 7 0,2 8-5 16,0 0-1-16,0 0-4 0,0 0-5 0,-3-6-1 16,3 6-4-16,0 0-7 0,0 0-3 0,0 0-4 15,0 0-4-15,0 0-1 0,0 0-3 0,0 0 1 16,0 0 6-16,0 0 11 0,0 0-3 0,0 0 11 16,0 0-9-16,0 0 7 0,6 33 10 15,-4-23-10-15,-1 4 0 0,0 3 5 0,-1 9 1 0,0-1-1 16,3 2-5-16,-3 0 0 0,1 0-3 0,2 2-2 15,-3-4-4-15,-2 0-3 0,1-5 1 0,2-1-3 16,1 8-3-16,0-10 3 0,0 11 1 0,0-4-1 16,1-4-1-16,2-1-1 0,-3 0 0 0,2-2-4 15,-1 3 0-15,0 5-2 0,0-6 2 16,-2 0-2-16,3 0-4 0,0-3 1 0,1 0 2 0,-1 0-6 16,-2-3-5-16,0-2 3 0,-1 2-4 0,3-3 0 15,0 1 1-15,-2 0-3 0,2 0 30 0,-3-1-3 16,2 0-4-16,1-1-1 0,-2-2-7 0,1 0-3 15,-2-1-1-15,-1-6-1 0,3 10-3 0,-3-10 0 16,4 7-5-16,-4-7-1 0,1 6 2 0,-1-6-3 16,0 0 0-16,1 8-1 0,-1-8 0 0,0 0-2 15,0 0 1-15,3 7-3 0,-3-7 2 0,0 0 1 16,0 0-1-16,0 0-2 0,0 0 6 0,0 0-5 16,0 0-3-16,0 0-4 0,4 5 11 0,-4-5-7 15,0 0-3-15,0 0 6 0,0 0-5 0,0 0 2 16,0 0-3-16,0 0 3 0,11 0 0 0,-11 0-2 15,10 0-1-15,-10 0-5 0,12-3 8 0,-3 2-2 16,-9 1-2-16,19-4 3 0,-6 1-1 0,-2 3 3 16,4-1-3-16,5-4 1 0,0 1-5 0,3 3 4 15,3-4-2-15,1 1 6 0,1-1-4 0,0 1 1 16,0 0-2-16,-1 0 3 0,2 0-3 0,2-1-1 16,-1 0 4-16,2 0-2 0,2 1-2 0,-2 0 1 15,3 1 1-15,4-4-3 0,14 0-1 16,1 0 3-16,1 1-8 0,0 0-5 0,3-1-4 15,-1 5-3-15,2-5-13 0,1 4-7 0,-1-3-9 0,2 4-8 16,-2-4-17-16,-2 0-12 0,3-1-22 0,2 3-28 16,0-5-14-16,1 0-28 0,30-1-27 15,-33 3-158-15,0-2-392 0,5 0 173 0</inkml:trace>
  <inkml:trace contextRef="#ctx0" brushRef="#br0" timeOffset="-111404.68">24392 15362 132 0,'0'0'129'0,"0"0"-1"0,0 0-10 0,0 0-5 0,0 0-14 16,0 0-1-16,0 0-9 0,0 0 5 0,0 0-16 16,0 0 15-16,0 0-8 0,38-3 2 0,-19 3-6 15,1 2-2-15,11-4 2 0,2 4-6 16,1-2 0-16,4 0-2 0,0-2-5 0,17-3-7 0,-17 4-1 15,13 1-4-15,2-1-3 0,0 1-4 0,1-2-4 16,1 0-3-16,2-2-4 0,-3 1-2 0,3 1 0 16,-4-3-8-16,1 4-3 0,1-3 0 0,-2 2 0 15,-17-1-4-15,5 0-2 0,-3 0-1 0,2 3-2 16,-1-3-5-16,-4 3 3 0,1 0-4 0,-2 0 6 16,-3 0-8-16,1 0 1 0,1 0-3 0,-4-2 1 15,1 2-3-15,-3-1 2 0,-4 1 2 0,-4 1-4 16,0-2 0-16,-2 1 2 0,1 0-3 0,1-3 1 15,-6 3-2-15,3-2 2 0,-3 0-3 0,-2 1 3 16,3-1-3-16,-14 2 1 0,15-3-12 16,-5 2-8-16,-10 1-20 0,9-3-24 0,-9 3-24 15,0 0-34-15,8-9-25 0,-8 9-33 0,0 0-157 16,0 0-362-16,0 0 161 0</inkml:trace>
  <inkml:trace contextRef="#ctx0" brushRef="#br0" timeOffset="-106256.49">21852 13915 90 0,'-5'-6'123'0,"5"6"-1"0,0 0-4 0,-5-7-8 0,5 7-13 16,-3-6-9-16,3 6-11 0,-3-8 6 0,3 8-3 15,-3-6-1-15,3 6-9 0,-4-6 1 0,4 6 0 16,0 0-6-16,-7-7-6 0,7 7-7 0,-5-4 1 15,5 4 1-15,0 0 1 0,-5-10-3 0,5 10 0 0,0 0-6 16,0 0-3-16,-5-5-2 0,5 5-2 0,0 0-4 16,0 0 1-16,0 0-1 0,-6-3-4 15,6 3 4-15,0 0 0 0,0 0-4 0,0 0 0 16,0 0-1-16,0 0-4 0,0 0 0 0,0 0-2 16,0 0-3-16,0 0 4 0,0 0-12 0,0 0 2 15,0 0-1-15,0 0-6 0,0 0 1 0,0 0 0 16,0 0-1-16,0 0 1 0,0 0-2 0,0 0 3 0,0 0 0 15,21-3-2-15,-13 3 0 0,2 0-3 16,-2-3 3-16,3 3-5 0,1-1 2 0,1 1 1 16,-4 1 0-16,1-1-3 0,-2 0 3 0,2 0-1 0,-10 0-5 15,13 3-6-15,-7-2-16 0,-6-1-26 16,10 2-25-16,-10-2-28 0,9 2-35 0,-9-2-39 16,7 3-147-16,-7-3-347 0,0 0 154 0</inkml:trace>
  <inkml:trace contextRef="#ctx0" brushRef="#br0" timeOffset="-104276.53">22001 14979 120 0,'0'0'127'0,"-7"0"-11"0,7 0-4 15,0 0-6-15,0 0-10 0,0 0 3 0,0 0-11 16,0 0-8-16,0 0-6 0,0 0-2 0,0 0-5 16,0 0-8-16,0 0 0 0,0 0-5 0,0 0 4 15,0 0 0-15,0 0-5 0,0 0-1 0,0 0 2 16,0 0-8-16,0 0-7 0,28 0 3 0,-18 0-10 15,3 0 1-15,1-4-3 0,-1 2-4 0,5 2-1 16,-1-3-2-16,-2 2 0 0,2 1-6 0,-5-3-12 16,3 3-18-16,-3-3-23 0,0 2-30 0,-3 0-26 15,-1 0-27-15,-8 1-23 0,14 0-105 16,-14 0-266-16,9-1 118 0</inkml:trace>
  <inkml:trace contextRef="#ctx0" brushRef="#br0" timeOffset="-104051.84">22107 14853 180 0,'-5'-4'177'0,"5"4"-2"0,0 0-1 16,0 0-8-16,-7 14 1 0,5-7-17 0,0 3-5 0,1 1-14 15,-1 1-14-15,1 2-8 0,1-2-9 0,-3-1-12 16,3 7-4-16,-2-6-12 0,2 1-4 15,0-2-6-15,0 3-4 0,1-3-19 0,0 4-18 16,2-4-32-16,-2-2-41 0,2 3-40 0,1-2-47 16,1 0-55-16,-4-2-106 0,0 0-324 0,2-2 144 15</inkml:trace>
  <inkml:trace contextRef="#ctx0" brushRef="#br0" timeOffset="-100672.55">26897 12594 19 0,'-5'-5'116'0,"5"5"-10"0,-4-8-3 0,4 8-6 16,-5-5-6-16,5 5-4 0,0 0 9 16,-6-5-6-16,6 5 1 0,0 0-6 0,0 0-2 0,-4-5-7 15,4 5-5-15,0 0-6 0,0 0-9 0,0 0-6 16,0 0-4-16,0 0-5 0,0 0-1 15,0 0 2-15,0 0-3 0,0 0-2 0,0 0 2 16,-8 17-5-16,6-10-3 0,2-7 1 0,0 15-2 16,0-6 1-16,-2 0 0 0,2 1 0 0,2 2-4 0,-4 0-1 15,2 0 3-15,-2 4-6 0,2-1 2 0,2 2 0 16,-2-1 6-16,0 1 0 0,0 1-3 0,0 0-3 16,2 0-2-16,-2-1-2 0,-2 1-2 0,2 6 0 15,2-5-5-15,-2 0 2 0,0-2-1 0,0-2 2 16,2 5-3-16,-2-4-4 0,2 3 3 0,-2 0 1 15,2 0-7-15,-2-2 4 0,0 2-1 0,4-2-3 16,-4 0 0-16,2 0 1 0,0 0 0 0,-2-1 1 16,0-4-3-16,0 5 2 0,0-2-1 0,0-4-5 15,0 2 6-15,0-1-2 0,0-1-3 0,0 2 2 16,0-3 0-16,0 3-1 0,-2-1-1 0,0-1-15 16,2 5-2-16,0-4 4 0,-4 1 5 0,4 1-3 15,0 3 0-15,0-1 7 0,0 1-2 0,0-1-1 16,4-5 1-16,-4 5-1 0,0-3-1 0,2-1 2 15,0 0 0-15,-2 0 2 0,0 0-3 0,0-1 4 16,2 1 3-16,-4 1-9 0,4 1 6 0,-2 3-2 16,0-4 0-16,0 3 1 0,4-2 0 0,-1 2 3 15,-3 0-4-15,2 0-5 0,-2 0 7 0,0 3 8 16,0-4-5-16,2 2-4 0,-2-6-1 16,2 3 5-16,-2-3-5 0,0 7 5 0,0-3-2 0,0-3 2 15,0 7 1-15,0-2-2 0,0-1-7 0,0 0 7 16,0 0-2-16,2 1 0 0,-4-2-3 0,4 1 6 15,0 3-5-15,-2-2 1 0,1 0 1 0,-1 0 2 16,2 0 1-16,1 0-2 0,-3-2-1 0,4 2 0 16,-4-1 0-16,4 3 3 0,-3-2-6 0,-1 0 5 15,2-2-4-15,0-3 2 0,-2 5 0 0,2-2 0 16,0 1 0-16,-2-3 0 0,0-1 3 0,0 0 0 16,0 1-2-16,0 0 2 0,2-3-2 0,-2-1-1 15,2 3 6-15,-2-3-4 0,0 2 0 0,1-1-3 16,-1-1 1-16,0 1 0 0,0 0-1 0,0 3-1 15,0-4-1-15,0 2 3 0,0 1 0 0,0 1 1 16,0 1-2-16,0-2 2 0,0 0 0 0,-1 4 1 16,-1-4 1-16,2 0-6 0,0-1 3 0,-2-2 2 15,4 3 0-15,-2 4 4 0,2 0 1 16,-4-1 3-16,0 1-4 0,4-5 2 0,1 5-5 0,-3-3 2 16,4 2-2-16,-2 0 1 0,-2-1 4 0,3 2-4 15,-1-5-1-15,1 6 4 0,-3-4-2 0,4 3-5 16,-2 1 4-16,0-2 0 0,-2 0 0 0,2-1-4 15,1 5 0-15,-3-6 2 0,2 2-1 0,0 1 1 16,2 1-2-16,-1-2 3 0,0-3-2 0,-3 0 2 16,2-1 1-16,0 0-3 0,-2-2 2 0,2 0 0 15,-2 0-3-15,2 1 5 0,-2-2-1 0,0-8 1 16,0 12-3-16,0-3 2 0,2-3-2 0,-2-6 4 16,1 12-1-16,1-6 2 0,-2-6-2 0,0 10 0 15,0-10-2-15,-2 7 2 0,2-7 4 0,0 11-1 16,0-11 2-16,-1 9-1 0,1-9-5 0,-4 9 2 15,4-9 2-15,0 9 0 0,0-9-5 0,-2 10 3 16,2-10-3-16,0 9 2 0,-2-2 0 0,0 1 1 16,2-8 0-16,0 21 8 0,4-8 0 15,-4-2 0-15,6 1-3 0,-3 1 1 0,-1-1-4 0,2 5 4 16,1-7-3-16,-3 3 0 0,0-1-2 0,1-1 0 16,2-1-3-16,-3 3 3 0,0-1-2 0,0 2-2 15,2-3 1-15,-4-3 0 0,0 1-2 0,2-3 2 16,0 2-3-16,-1 0-1 0,-1-8 6 0,-1 12-5 15,2-5 1-15,-1-7 1 0,0 10 0 0,0-10-4 16,0 8 4-16,0-8 0 0,0 0 1 0,2 11 1 16,-2-11-3-16,2 8 3 0,-2-8 1 0,0 0 3 15,0 10-6-15,0-10 3 0,0 0-3 0,-2 11 0 16,2-11 2-16,-2 6 29 0,2-6-8 0,0 0 4 16,0 11-4-16,0-11-4 0,0 0-2 0,-1 8 0 15,1-8-5-15,0 0 1 0,1 8-3 0,-1-8 1 16,-1 8-5-16,1-8 3 0,0 0-6 15,-4 8-8-15,4-8-5 0,0 0-9 0,-4 7-11 16,4-7-20-16,-9 8-19 0,4-4-23 0,5-4-46 0,-7 4-57 16,1-2-51-16,-1 1-148 0,7-3-423 0,-12 4 186 15</inkml:trace>
  <inkml:trace contextRef="#ctx0" brushRef="#br0" timeOffset="-99678.8">25927 15276 18 0,'0'0'86'0,"0"0"-1"0,0 0-13 0,0 0-2 16,0 0-4-16,0 0-14 0,0 0 18 15,0 0-21-15,8 0 8 0,-8 0-10 0,0 0 12 16,14 0-13-16,-14 0 0 0,9 0-2 0,-9 0-2 16,17 0 5-16,-9 1 2 0,3-1-2 0,0-1-1 15,3 1-7-15,-1-1 3 0,8-1 2 0,-1-1-3 16,-1-1-1-16,8 3 3 0,3-5-8 0,-10 6-7 0,0-2 1 16,7-2 7-16,0 1-10 0,-6 0-1 15,1 0-4-15,4 0 0 0,1-1-1 0,1 4-3 16,-8-3-6-16,10 0-1 0,-9 0 4 0,0 2-5 15,8 0 2-15,-6-1 0 0,4 0 0 0,-6 1-10 16,0-2 11-16,0 4-5 0,0-2-3 0,-2 0-1 16,3-1 1-16,-4 0 0 0,2 2 2 0,1-2-3 15,-4 2 3-15,6-2 4 0,-2 2-6 0,0-2-7 16,-2 2 8-16,3-2-4 0,-4 4 0 0,5-2 0 16,-5-2 5-16,2 0-6 0,0 1 2 0,-2-1-2 15,9-1 6-15,-7 1-6 0,1 0-2 0,-2-3 0 16,2 2 7-16,6 0-1 0,-5 2-4 0,-6-3 4 15,4 2-3-15,0 0 0 0,-2 1-2 0,-5-1 2 16,-1 1 2-16,3-1 0 0,-1 1 8 0,-3 0-6 16,8-1 6-16,-8-1-5 0,2 2-3 0,0-1-3 15,1 2 9-15,0-1-2 0,-1 1 8 0,3-2-3 16,-3 1 2-16,1 0-2 0,-3-1-2 0,0-1 8 16,0 3-4-16,-4 0 0 0,-7 0 4 0,13-2-11 15,-13 2 7-15,12-2-3 0,-12 2-12 0,9-2 13 16,-9 2-2-16,0 0-11 0,9 0 6 0,-9 0-7 15,0 0-10-15,0 0-7 0,0 0-9 0,0 0-16 16,0 0-25-16,0 0-30 0,0 0-25 0,0 0-18 16,0 0-105-16,0 0-267 0,-18 13 118 0</inkml:trace>
  <inkml:trace contextRef="#ctx0" brushRef="#br0" timeOffset="-99128.31">26906 15580 56 0,'0'0'143'16,"-9"-1"-6"-16,9 1 0 0,0 0-3 0,0 0-4 15,-9-3-7-15,9 3-3 0,0 0-6 0,0 0-8 16,0 0-13-16,0 0 0 0,0 0-8 0,0 0 1 15,0 0-3-15,0 0 0 0,0 0 1 0,0 0-8 16,0 0-3-16,25 3-8 0,-12-3-5 0,5-2-2 16,3 0-7-16,-2-1-7 0,0 1-3 15,8-4-7-15,-6 4-3 0,-2 0-9 0,1 0-21 0,0 1-16 16,-2-2-32-16,-5 2-24 0,-1 0-38 0,-1 1-37 16,-2 0-39-16,-9 0-114 0,0 0-323 0,16 2 143 15</inkml:trace>
  <inkml:trace contextRef="#ctx0" brushRef="#br0" timeOffset="-98945.64">27003 15689 110 0,'0'0'207'0,"-7"3"-6"0,7-3-13 0,0 0-13 15,0 0-9-15,0 0-17 0,0 0-15 0,0 0-11 16,20 1-14-16,-20-1-16 0,18-2-34 15,-5 0-27-15,1-1-44 0,-3 3-45 0,0-3-50 16,1 3-155-16,-2-3-283 0,-3 0 124 0</inkml:trace>
  <inkml:trace contextRef="#ctx0" brushRef="#br0" timeOffset="-98796.04">27053 15747 5 0,'-4'4'214'16,"4"-4"2"-16,0 0-1 0,0 0-7 15,0 0-13-15,0 0-21 0,0 0-15 0,0 0-31 16,0 0-31-16,0 0-38 0,27-10-34 0,-15 6-51 16,4-4-58-16,0 1-52 0,-5 1-106 0,2-2-262 15,1-2 116-15</inkml:trace>
  <inkml:trace contextRef="#ctx0" brushRef="#br0" timeOffset="-95505.92">26924 9565 92 0,'-9'-1'111'0,"9"1"-3"0,0 0-3 0,0 0-6 16,0 0-1-16,0 0-10 0,0 0-4 15,0 0-11-15,0 0 1 0,0 0-8 0,0 0 0 0,0 0-11 16,0 0-4-16,0 0-8 0,0 0 6 0,0 0-14 15,0 0 1-15,0 0-7 0,0 0 5 0,0 0-10 16,0 0 5-16,40-1-9 0,-19-1 6 0,-1 2-1 16,-1-3-4-16,2 3 2 0,9-3 1 0,-3 0-5 15,2 1 1-15,0-1-3 0,2 2 0 0,1-1-9 16,2 0 5-16,6-1 4 0,12-3-5 0,1 1 2 16,3 3-1-16,4-1-6 0,-3 2 4 0,0-3-6 15,-1 4 1-15,5-4-2 0,2 1 2 0,-5 0 6 16,2 1-8-16,1-1-10 0,-3 0 3 0,2 0-6 15,-1 0-8-15,1 0 7 0,-4-3-7 0,-1 5 8 16,-1-2-4-16,-3-1-4 0,1-1-3 0,-16 1 2 16,-2 1 5-16,1 1-3 0,-2 0-8 0,-5-1-3 15,3 0-15-15,-10-1-4 0,1 2 4 0,-4 0-23 16,1-2-6-16,0 2-9 0,-2-3-15 0,-3 2-14 16,-1 2-62-16,-2-2-185 0,-3 2 82 0</inkml:trace>
  <inkml:trace contextRef="#ctx0" brushRef="#br0" timeOffset="-85248.81">28577 9464 25 0,'-2'-10'62'0,"2"10"6"0,0 0-1 0,-3-7 6 0,3 7-2 15,0 0-11-15,-2-8-10 0,2 8 8 0,0 0-5 16,0 0-7-16,-7-6-1 0,7 6-3 0,0 0-8 16,0 0 3-16,-7-4-4 0,7 4-1 15,0 0 1-15,0 0-5 0,-9 0-7 0,9 0 2 0,0 0 0 16,0 0-2-16,0 0-12 0,0 0 2 0,-8-3 6 16,8 3-5-16,0 0 6 0,0 0-6 0,0 0 1 15,0 0 7-15,0 0 0 0,0 0 3 16,24 5 0-16,-12-5-1 0,1 0 6 0,7 0 0 0,1 0-4 15,-1 0 3-15,3-2-2 0,-1 2-1 0,6 0 5 16,0 0-6-16,3-1 2 0,-5-1-4 0,2 2-4 16,4 0-1-16,-3-2 4 0,2 2-8 15,1 0 4-15,0 0-5 0,1 0 6 0,1 2-7 16,-3-4 0-16,1 2-2 0,-2 0 2 0,-3 0-3 0,0 0-5 16,-5 0 9-16,-2 0-8 0,-2-1-2 0,1 1 1 15,-1 0-1-15,-5-1 7 0,0 2-5 0,1-1 3 16,-3-1-8-16,0-1 5 0,-1 1-5 0,0 1 7 15,-10 0 0-15,14-2-1 0,-14 2 0 0,10 0-1 16,-10 0 1-16,8-3-5 0,-8 3 1 0,0 0-4 16,9 0 7-16,-9 0-7 0,0 0-6 0,0 0 0 15,9-1-4-15,-9 1-10 0,0 0-6 16,0 0 2-16,0 0-9 0,0 0 3 0,0 0-2 0,0 0 4 16,0 0-1-16,0 0 1 0,0 0 7 0,0 0-5 15,0 0 5-15,0 0 6 0,0 0 5 0,0 0 1 16,0 0-2-16,0 0 1 0,0 0 3 0,0 0 3 15,0 0-1-15,0 0 3 0,0 0-4 0,0 0 9 16,0 0-3-16,0 0-6 0,0 0 19 0,-26-4 5 16,26 4-9-16,0 0 7 0,-10 0-2 0,10 0-6 15,0 0 10-15,0 0 0 0,-9-2-3 0,9 2-16 16,0 0 9-16,0 0 3 0,-9 6 1 0,9-6 2 16,-6 4 3-16,6-4 4 0,-5 6-12 0,5-6 12 15,-8 6 9-15,8-6-3 0,-4 10-3 0,2-6 3 16,2-4 1-16,-3 8-3 0,3-8-4 0,-4 9 8 15,4-9-6-15,-1 5 6 0,1-5 0 0,0 0-5 16,4 14-3-16,0-11 1 0,1 0 3 0,-5-3 2 16,10 6 4-16,-4-4-3 0,0 1 10 0,-6-3 1 15,12 4-1-15,-4-4-6 0,-8 0 0 0,14-1-4 16,-4-1 1-16,0-3 2 0,-2 4-4 0,-8 1-3 16,17-6 1-16,-8 3 1 0,0-2-3 0,-4 0-2 0,5-2-1 15,-2 0-4-15,-2 0 5 0,1 3-1 0,-1-4-1 16,-2 2 2-16,-2-1 1 0,1 1 0 0,-1 0 3 15,-2 6 6-15,3-13-11 0,-4 5 0 16,1 1 0-16,0 7 4 0,-6-17-9 0,3 11 0 16,-4 0-5-16,4 1 2 0,-3 0-3 0,1 0 0 15,5 5-1-15,-11-6-2 0,4 5-1 0,7 1-2 0,-15 1-9 16,6 2-11-16,-2 0-23 0,0 2-18 16,0 2-33-16,1 0-27 0,-1 4-32 0,-3 1-155 15,2 1-333-15,0 0 149 0</inkml:trace>
  <inkml:trace contextRef="#ctx0" brushRef="#br0" timeOffset="-82056.74">27195 15179 8 0,'3'4'34'0,"-3"-4"1"0,0 0 0 16,0 0-1-16,0 0 1 0,0 0-1 0,0 0-7 15,10 0 9-15,-10 0-4 0,12-1-13 0,-12 1 17 16,16-1-7-16,-4 0 4 0,0 0 2 0,2-1-9 16,4 0 7-16,0 0-3 0,4-1 13 0,7 0-4 15,1-1-5-15,1 1 5 0,4 0 6 16,3-2-13-16,-3 0-2 0,1-1 1 0,0 3-4 16,0-1-4-16,1-1-2 0,-2 2 7 0,1-1-3 0,-1 0-3 15,0 3 1-15,-2 0-9 0,1-2 1 0,-1 1 2 16,2 0-2-16,0 1 3 0,-1 1 1 0,2 0 4 15,0 0-9-15,0 0-6 0,2 0 0 0,-2 0 2 16,0 0-2-16,2-1 9 0,0 2-9 0,1-1-11 16,-5 0 12-16,3 0-2 0,-3 0 1 0,-1-1-7 15,-3 1 8-15,-1-2-9 0,-2 1 0 0,-3 1 3 16,-3-1-8-16,-1 1 11 0,4 0-2 16,-4 0 3-16,7 0-9 0,-5-2 2 0,5 0-4 0,-7 1 4 15,1 0-3-15,-2-1 2 0,-1 2-4 0,2 0 11 16,-1-1-12-16,1 2 13 0,1-1-5 0,0 0-2 15,-2 2 5-15,0-4-2 0,1 1 9 0,1 0-9 16,-1-1-6-16,1 2 1 0,-2-1 6 0,1 0-1 16,1 0-10-16,-2 1 10 0,0-2-8 0,-3 1 6 15,3-1-3-15,-5 1 4 0,4-2-3 16,-1 1 1-16,0 1 4 0,-2 0-2 0,-2-1 12 0,0 1-14 16,1-2-2-16,-2 0 2 0,0 3 5 0,0-2-7 15,-4 1 7-15,4 1-5 0,-3-1 1 0,2 1-2 16,-11 0-6-16,15 0 21 0,-8 0-17 0,-7 0 3 15,17 0-3-15,-11-2 4 0,5 2-4 16,-4-1 0-16,5 1 8 0,-3 0-9 0,1 1 3 16,0-1-11-16,0 0 14 0,2 3-6 0,1-4 0 15,-3 2 1-15,3 0 8 0,-3-1-2 0,0 2 3 0,2-2-1 16,-5 0-2-16,2 0-3 0,-1 0 4 0,3 0-12 16,0 0 21-16,3 0 0 0,2-2 2 0,3 0-1 15,0 0 3-15,1 0 0 0,-1 0 1 0,0 0-11 16,2 1 13-16,-1-2-5 0,-3 0-2 0,2 1 4 15,-2 1-5-15,-2-2-2 0,0 0 2 16,3 1 1-16,0 0-1 0,1-1 22 0,2 1 2 0,-3 0-7 16,2 0-3-16,-1-1 0 0,0 2 0 15,-1-1 5-15,-1 1-5 0,-3 1-5 0,4-1 0 0,-6-1-1 16,1 0-1-16,-1 2-1 0,-2-1-2 16,-1 1 1-16,-1-1-5 0,-8 1 13 0,15-3-12 15,-10 2-1-15,-5 1-2 0,12-4 0 0,-6 3 1 16,-6 1-2-16,12-5-3 0,-6 3-1 0,0-1 2 15,3 2 0-15,-9 1-2 0,12-3 2 0,-5 0-4 16,1 2-2-16,2-3 5 0,-2 3-5 0,0-1 3 16,3 0-2-16,-3 0-2 0,-8 2 2 0,14-1-1 15,-8-1-2-15,-6 2 0 0,10-1 2 0,-10 1-3 16,8 0-1-16,-8 0 8 0,0 0-3 0,15 0 1 16,-15 0-1-16,12 0-3 0,-12 0 6 0,14 0-7 15,-8 1-4-15,-6-1 1 0,11 0-16 0,-11 0-10 0,6 2-4 16,-6-2-5-16,0 0-9 0,0 0-19 15,0 0-2-15,0 0-8 0,0 0-12 0,0 0-6 16,0 0-8-16,0 0-9 0,0 0-3 0,0 0-73 16,-13 16-204-16,13-16 90 0</inkml:trace>
  <inkml:trace contextRef="#ctx0" brushRef="#br0" timeOffset="-81835.24">30364 14969 7 0,'0'0'141'0,"0"-8"-16"0,0 8-2 0,0 0-15 16,0 0-2-16,0 0-13 0,0 0 1 0,0 0-9 16,-9-3-6-16,9 3-1 0,0 0-8 0,0 0-3 15,-10 0-14-15,10 0 1 0,0 0-3 0,0 0-7 16,-15 5 2-16,10-4-1 0,5-1 0 0,-10 8-4 15,4-5-3-15,1 1-3 0,5-4 0 0</inkml:trace>
  <inkml:trace contextRef="#ctx0" brushRef="#br0">30276 15077 1093 0,'4'3'124'0,"-3"-1"-235"0,3 0 375 0,-3-1-487 0,4 0 334 0,0-1-49 0,-1 0-57 0,2 0 28 0,0 0 2 16,0 0-34-16,-6 0-8 0,16-1-3 0,-6-1 51 15,0-1-43-15,-4 0 38 0,5 1-26 16,-5 0-7-16,2-2-54 0,-2 1 147 0,4-4-117 0,-2 2 14 16,-2-1 47-16,1-1-40 0,-1 1-10 0,-2 1 16 15,1-6 7-15,-1 4-18 0,1-3-11 16,-2 1 33-16,-1-1-35 0,-1 0 21 0,-1 1 3 16,0 0-10-16,0-2-57 0,-2 3 77 0,-1-2-74 15,-3 1-23-15,5 1 40 0,-7 0-47 0,3 3-10 16,-3-1-28-16,-2 2 19 0,0 0-39 0,-1 1-65 15,-1 0 62-15,-1 3 40 0</inkml:trace>
  <inkml:trace contextRef="#ctx0" brushRef="#br0" timeOffset="-80542.69">30339 14998 33 0,'2'-6'71'15,"-2"6"-1"-15,0 0 5 0,3-8 19 0,-3 8-18 16,0 0-1-16,0-9-10 0,0 9-1 0,0 0-7 0,0 0 0 16,-4-9-9-16,4 9 3 0,0 0 11 0,-5-6-21 15,5 6-2-15,0 0 7 0,-8-3-15 16,8 3 4-16,0 0-8 0,-10-2 3 0,10 2 8 16,0 0-21-16,-10-1 3 0,10 1 2 0,0 0-7 15,-12 6 4-15,12-6-9 0,-11 4-1 0,7 1 0 16,-2-1 0-16,2 0-2 0,-1 2 1 0,2 1 5 0,-2-2-5 15,0 4 6-15,1-2-4 0,0-2-5 16,2 2 2-16,-1 1 1 0,0-3 2 0,1 2-10 16,-1 0 8-16,3-7-5 0,0 10 2 0,-1-4-1 15,1-6-1-15,0 0 9 0,5 11-2 0,0-6 0 16,-5-5 3-16,12 4 2 0,-3-4 0 0,0 0-3 16,2 0 2-16,1 0-3 0,1-2 2 0,-2-2-2 15,0 0 3-15,1 1-2 0,2-1-1 0,-5-1-3 16,3-1 5-16,-1 2 0 0,-1-3 2 0,-1 0 0 15,1 1 9-15,-3 1-2 0,2-2 6 0,-4 1-8 16,4-1 7-16,-5 1 3 0,-2-2 1 0,1 1-9 16,-1 1-1-16,1-4-2 0,-2 2-3 0,0-1 2 15,-1 2-2-15,0 7-3 0,-5-18 1 0,4 10 1 16,0 3 0-16,1 5-1 0,-8-12 3 0,2 6-6 16,-1 0-3-16,1 1 3 0,-2 0-1 0,-1 2-4 15,0 2-1-15,-1-2-1 0,-3 3 8 0,2 0-10 16,-1 0 0-16,0 1-3 0,-1 1 0 0,-1 2 6 15,1 1-4-15,1 0 2 0,1 0-4 0,1 2-8 16,-1-3-11-16,3 3-12 0,0-1-9 0,1 2-12 16,1-1-22-16,2-1-35 0,2 1-40 0,2-7-123 15,-1 11-295-15,1-11 131 0</inkml:trace>
  <inkml:trace contextRef="#ctx0" brushRef="#br0" timeOffset="-79395.84">29670 10046 86 0,'-2'-7'99'0,"2"7"3"0,0 0-4 15,0 0-6-15,0-10-12 0,0 10 2 0,0 0-14 16,0 0 2-16,0 0-6 0,0 0-16 0,0 0-11 0,0 0 8 16,0 0-15-16,0 0 9 0,0 0-3 15,0 0-5-15,0 0 2 0,0 0-5 0,0 0-3 16,-8 20-6-16,4-11 5 0,3 4 2 0,-3-1 3 16,2 5-6-16,0 2 15 0,0-1-2 0,2 6 0 15,-5 2-8-15,2 3 6 0,2-3-10 0,-2 1 5 0,3-1-6 16,2 2-1-16,-4-1 1 0,2 0 1 15,2 0-3-15,1 2 1 0,-3 0 1 0,2-1-6 0,3 0 5 16,-5 0 0-16,0 3-1 0,2 0-3 0,0 0 0 16,0 1-3-16,1 0 0 0,-3 0-5 0,4-2 7 15,-1 1-6-15,1-1 3 0,0-2 0 16,-1-1-3-16,-1 0-1 0,2-2 5 0,0 1-8 0,1-6 4 16,-2-2-3-16,2 2-2 0,-1-2 7 0,-1-3-4 15,1 0 0-15,-3-2-3 0,-1-1 2 0,3-2-2 16,-2 0 0-16,0-1 2 0,-1-2-3 0,0 0 0 15,0-7-3-15,2 13 7 0,-2-7 0 0,0-6-5 16,-2 10 5-16,2-10-2 0,-1 11 0 0,1-11 2 16,-1 10-3-16,0-3 0 0,1-7-5 0,-4 10-18 15,4-10-17-15,1 10-17 0,-1-2-34 16,-1 0-33-16,-2 1-30 0,0 1-131 0,0 0-302 0,-3 0 135 16</inkml:trace>
  <inkml:trace contextRef="#ctx0" brushRef="#br0" timeOffset="-78778.93">29517 12126 17 0,'0'0'122'16,"0"0"-11"-16,0 0-11 0,0 0-16 0,0 0 2 15,0 0 2-15,0 0-11 0,0 0-4 0,0 0 5 16,0 0 10-16,0 0-12 0,20 15 2 0,-13-7-2 16,0 2-3-16,-3-1-11 0,3 2-3 0,0 0-6 15,-1-1-3-15,2 4-9 0,1-1 4 0,0 0 0 16,-2-2-5-16,0 0-4 0,1 0 1 0,-3-2-10 15,0 1 4-15,2-2-5 0,0 1-2 0,0-1 0 16,-1 1-4-16,1-5 1 0,0 1-3 0,-3 0-1 16,0-2-1-16,1 1-4 0,-5-4 3 0,5 3 20 15,-5-3 11-15,0 0-1 0,9 2-5 0,-9-2-1 16,0 0-7-16,10-12 0 0,-6 5 1 0,4-2-4 16,-4-1 0-16,0-3-1 0,4-1-4 0,-1-1-1 15,0-1-2-15,1-1 1 0,0-1-9 0,-2 0 1 16,2 0 0-16,-2 0 1 0,7-5-4 0,-7 5 15 0,2 0-3 15,-1 1-1-15,0-1-1 0,-3 7-7 16,0-1-1-16,0 2 3 0,-1 3-6 0,1 0-8 16,-1 2-29-16,-3 5-26 0,4-7-17 0,-4 7-42 15,0 0-22-15,0 0-35 0,0 0-32 0,0 0-111 0,-9 21-338 16,4-13 149-16</inkml:trace>
  <inkml:trace contextRef="#ctx0" brushRef="#br0" timeOffset="-78432.75">29896 12333 126 0,'0'0'138'0,"0"0"4"0,0 10-8 16,0-10-7-16,2 7-20 0,-2-7-3 0,1 12-11 0,0-6-7 15,1 1-3-15,-1 0 0 0,2 0-6 0,0-1-7 16,3-3-4-16,0 4-7 0,-1-2 6 0,5-1-1 15,-1 1-2-15,1-2-4 0,1 1-3 16,-1-4 3-16,2 1-4 0,0-1 0 0,1-1-4 0,-2-3-2 16,1-1 3-16,1 1-6 0,-2-1 3 15,-1-2 5-15,0 0-7 0,0-1-5 0,-1-2-1 16,-2 2-3-16,-2-2-1 0,-1 1-2 0,0-3 1 0,-3 1-2 16,0 2-4-16,-1-1-5 0,0-2 2 0,-1 2-7 15,0 3-2-15,0-3-3 0,-3 3-1 0,-1-1-3 16,-3 1 0-16,0 4 0 0,2 0-11 0,-6 2-11 15,1-1-9-15,-2 4-18 0,-3 3-13 0,-4 4-22 16,-3 1-40-16,-2 5-20 0,-2 1-38 0,0 3-181 16,-1 1-382-16,4 0 169 0</inkml:trace>
  <inkml:trace contextRef="#ctx0" brushRef="#br0" timeOffset="-77317.31">29912 13350 29 0,'0'0'108'16,"0"-9"8"-16,0 9 1 0,-1-9-9 0,1 9-4 15,0 0-13-15,0-9-5 0,0 9-15 0,0 0-3 16,0 0-15-16,0 0-7 0,0 0 7 0,0 0-22 16,0 0 25-16,0 0-11 0,0 0 0 0,10 20-3 15,-8-9 4-15,2 1-2 0,-1 1-3 0,1 3-1 16,-2 2 1-16,1-1-2 0,1 8 2 15,-2-7 4-15,-1 1-2 0,2 6-4 0,1-5-6 0,-2 5 1 16,0-5 1-16,-1-1-2 0,3 6-2 0,0 0-7 16,-2 3 4-16,2-2 2 0,-1 1-7 0,0-1-1 15,4 1 1-15,-5-1-1 0,1 0-2 0,-1-5-8 16,0 4 8-16,0 1-2 0,0-8 1 0,-2 2-4 16,1 5-6-16,-1 1 0 0,2-6 3 0,0-1-4 15,-1 0-1-15,-2 1 1 0,2-2 2 0,0 2-10 16,-2-3 10-16,2 2-6 0,-2 0 6 0,-2-2-9 0,2 2 5 15,1-1-4-15,0 0 3 0,0-2-11 16,-2-5 5-16,2 5 4 0,-2-5 3 0,1 2 2 16,1-1-8-16,-1 0 5 0,2-1-4 0,-1 0 3 15,1 1-5-15,1-2-6 0,-1 0 15 0,-1-1-4 16,2 4-1-16,0-4 1 0,-1 0-4 0,3 1-1 16,-3 1 3-16,3-2-2 0,-2 0 3 0,1-5-3 15,-2 4-4-15,3-3 5 0,-3 1-1 0,2 0 1 16,-1 0 0-16,1 1 0 0,1-3-1 0,-4-4 0 15,5 10-2-15,0-4 4 0,-2-1 0 0,-1 4 1 16,-1 0-6-16,2-1 6 0,-2-3-4 0,2 5 1 16,-3-10-2-16,2 9 3 0,0-4 0 0,-2-5 1 15,2 11 3-15,-2-11-7 0,2 9 5 0,-2-9-2 16,1 6-3-16,-1-6 8 0,0 8-7 0,0-8 2 16,0 0-3-16,1 9 3 0,-1-9 0 0,1 7 1 15,-1-7-1-15,0 10-4 0,0-10 5 0,-1 9-4 16,1-9 2-16,0 10 1 0,0-10 1 0,0 11-5 15,0-11 5-15,0 10-12 0,0-10 14 0,0 11-3 16,0-11 0-16,0 6 2 0,0-6-2 0,0 0 0 16,0 0-3-16,0 0 2 0,0 8-1 0,0-8-3 15,0 0 5-15,0 0 0 0,1 8-2 0,-1-8 5 16,0 0-5-16,0 0 1 0,0 0-5 0,0 0 5 16,0 0 4-16,4 6 0 0,-4-6 5 0,0 0 5 15,0 0 5-15,0 0 0 0,0 0-1 0,0 0 3 16,0 0-4-16,12-14 2 0,-8 10-4 0,-1-2 5 15,1 0-3-15,0-1-7 0,4-3-3 0,-2 3 4 16,2-3-1-16,1-2-1 0,-2 1-1 0,4-2 0 16,0 0 1-16,1-1-2 0,-1-1 0 0,1 2-5 15,0 0 8-15,1-1-6 0,0 1 3 0,1 0-5 16,0 2 3-16,-2-1 6 0,-2 1-12 0,0 3 7 16,-2 1-2-16,-1 1-7 0,0 1 4 0,-2 1-5 15,-5 4 1-15,7-7-1 0,-3 5 0 0,-4 2-2 16,0 0 3-16,0 0-6 0,0 0-20 0,0 0-16 15,0 0-29-15,0 0-23 0,0 0-40 0,-23 20-31 16,14-13-32-16,-3 5-105 0,0-6-329 0,2 2 146 16</inkml:trace>
  <inkml:trace contextRef="#ctx0" brushRef="#br0" timeOffset="-77104.76">30056 14643 42 0,'0'0'184'0,"-7"-7"-4"16,0 1-2-16,1 1-4 0,-2-2-11 0,0 1-13 16,2 5-8-16,-3-5-8 0,0 1-3 0,-1-1-15 15,0-2-7-15,-2 3-13 0,3-1-8 0,0 0-11 16,-1 2-6-16,1-2-7 0,-1 0-5 0,2 0-7 16,1 0-4-16,-2 4-21 0,1-5-32 0,2 2-20 15,1 1-27-15,-1-4-52 0,3 1-46 0,-1-4-176 16,-3 0-351-16,5 0 156 0</inkml:trace>
  <inkml:trace contextRef="#ctx0" brushRef="#br0" timeOffset="-76156.75">29669 9988 11 0,'0'0'58'0,"0"0"-1"0,0 0-5 0,0 0-7 15,0 0 2-15,0 0-16 0,0 0 4 0,0 0 5 16,0 0-15-16,0 0 6 0,0 0-5 0,0 0 3 15,0 0 7-15,0 0 1 0,0 0 5 0,0 0-2 16,0 0 10-16,0 0 0 0,0 0-27 0,0 0 30 16,0 0 1-16,0 0-12 0,0 0 1 0,0 0-7 15,-13 0-2-15,13 0 1 0,0 0-4 0,-2 6 5 16,2-6-5-16,-7 7-3 0,5-1 10 0,-3 0 0 0,0 3-2 16,-2-2-2-16,1 3 3 0,-8-1-1 15,1 1-1-15,-2 1 1 0,2 2-6 0,0-3-1 16,-1 1 1-16,4-5-6 0,-2 3 3 0,2-2-12 15,1 1 7-15,0-2-10 0,-1 0 5 0,2-1 2 0,3 1-5 16,0-3-2-16,0 2 2 0,0 0-19 16,5-5-17-16,-7 6-23 0,7-6-21 0,-3 6-16 0,3-6-25 15,0 0-23-15,0 9-85 0,0-9-232 16,0 0 103-16</inkml:trace>
  <inkml:trace contextRef="#ctx0" brushRef="#br0" timeOffset="-75957.66">29600 10071 114 0,'0'0'119'0,"0"0"2"0,17 4-11 16,-8 0-8-16,2-1-15 0,1 1-3 0,0 2-12 15,4 2 0-15,-2 0-16 0,5 1 4 0,-4-1-13 0,4 2-6 16,6 2-5-16,3 0-23 0,-1-2-36 0,2 1-36 15,2-1-117-15,-4-1-189 0,5-1 83 0</inkml:trace>
  <inkml:trace contextRef="#ctx0" brushRef="#br0" timeOffset="-58409.33">30339 15097 79 0,'1'-8'143'0,"-1"8"-5"16,0 0-19-16,0 0-6 0,3-6-8 0,-3 6-10 16,0 0-12-16,1-8 2 0,-1 8-13 0,0 0-3 15,4-8-9-15,-4 8 1 0,0 0-9 0,1-5-4 16,-1 5-5-16,0 0-4 0,0 0-4 0,0 0-2 15,0 0-5-15,5-8-2 0,-5 8-1 0,0 0-9 16,0 0-15-16,0 0-18 0,0 0-14 0,0 0-5 16,0 0-28-16,0 0-8 0,0 0-20 0,3-7-8 15,-3 7-14-15,1-7-60 0,-1 7-188 0,0-14 83 16</inkml:trace>
  <inkml:trace contextRef="#ctx0" brushRef="#br0" timeOffset="-56853.97">30391 14913 28 0,'0'0'29'0,"7"4"-5"0,-7-4-1 0,0 0 2 16,0 0-9-16,0 0 2 0,0 0-4 0,1 8-2 15,-1-8-12-15,0 0-6 0,0 0-9 0,-8 10-13 16,8-10-31-16,-5 5 14 0</inkml:trace>
  <inkml:trace contextRef="#ctx0" brushRef="#br0" timeOffset="-52361.69">26836 8482 7 0,'0'0'37'0,"0"0"-11"16,0 0-3-16,0 0-4 0,0 0-9 0,0 0-9 15,0 0-4-15,0 0-17 0,0 0-22 0,0 0 9 16</inkml:trace>
  <inkml:trace contextRef="#ctx0" brushRef="#br0" timeOffset="-42157.27">21839 13869 50 0,'0'0'46'0,"3"-6"-3"0,-3 6 1 0,0 0 2 15,0 0 0-15,0 0 3 0,0 0 1 0,0 0-3 16,0 0-4-16,0 0-3 0,0 0 1 0,0 0-1 15,0 0-1-15,0 0 4 0,0 0-7 0,0 0-3 16,0 0-3-16,0 0-2 0,0 0 12 0,0 0-7 16,0 0-1-16,0 0 0 0,0 0-6 0,0 0-4 15,0 0 0-15,0 0-1 0,-17-1-2 0,17 1 12 16,0 0-5-16,0 0 2 0,-10-2 0 0,10 2-11 16,0 0 8-16,0 0 1 0,-14 2-1 0,14-2 3 15,0 0 3-15,-9 3 6 0,9-3 0 0,0 0-2 16,0 0-4-16,-8 1-5 0,8-1 2 0,0 0-9 15,0 0 0-15,0 0-6 0,0 0 1 0,0 0 1 16,0 0 4-16,0 0-2 0,0 0-3 0,0 0-7 16,30 0 1-16,-11-1 2 0,0-2 4 0,0-1-5 15,3 0 2-15,-1 2-2 0,9-3 7 0,-11 2-7 16,1-1 3-16,0 1-2 0,0 2 7 0,-5-1-11 16,-3 1 11-16,-1-2-9 0,-2 3 1 0,-1 0 8 15,-2-3 2-15,-6 3 0 0,11 0 9 0,-11 0-1 16,10-4 5-16,-10 4 8 0,0 0-6 0,6-1 0 15,-6 1-4-15,0 0-4 0,0 0 0 0,0 0-3 16,0 0-1-16,0 0-10 0,0 0-2 0,0 0-23 16,0 0-12-16,0 0-25 0,0 0-25 0,0 0-18 15,0 0-40-15,0 0-28 0,0 0-115 0,0 0-298 16,0 0 133-16</inkml:trace>
  <inkml:trace contextRef="#ctx0" brushRef="#br0" timeOffset="-21221.39">23789 14051 70 0,'-6'-3'146'15,"6"3"-16"-15,-13-11 8 0,7 8-1 0,-2 0-7 16,3-2-17-16,-3 0-3 0,3 2-4 0,5 3-2 16,-11-7 1-16,7 4-1 0,4 3-11 0,-9-9-5 15,6 5-7-15,3 4-5 0,-7-5-8 0,7 5-2 16,-7-5-13-16,7 5-3 0,0 0-11 0,0 0 2 16,-7-3-6-16,7 3-1 0,0 0-8 0,0 0-6 15,0 0-2-15,0 0 2 0,16 25-3 0,-8-15 1 16,2 4-5-16,1 2-3 0,0-1 3 0,2 6-1 15,-3-4-1-15,1 1-2 0,-2-1-2 0,3 0 1 16,4 3-4-16,-2-4 2 0,-3 0-1 0,1-1-2 16,0 1 6-16,-3-2-4 0,1 1-4 0,-1-6 0 15,-3 0-1-15,2 1 2 0,-3 0 1 0,3-3-1 16,-3 1 2-16,0-4 1 0,-1 1-6 0,0-1 3 16,-4-4 1-16,4 7-1 0,-4-7 5 0,6 4 5 15,-6-4 4-15,0 0-5 0,0 0 0 0,0 0 3 16,0 0-1-16,6-20-3 0,-6 11 1 0,0-4-2 15,-1 0 6-15,0-3 0 0,-1-3-6 0,1 0 5 16,-1-8-5-16,-3 1 0 0,2 1-2 0,1 1-1 16,0-4-1-16,-3 3-1 0,4 6 1 0,1 2 0 15,-1 0-2-15,-1 6 1 0,2 2-2 0,-2-3 1 16,0 6-3-16,2 6 2 0,-1-11-24 16,1 11-17-16,0 0-8 0,3-8 1 0,-3 8-6 0,0 0-23 15,0 0-18-15,13 14-11 0,-7-8-28 0,1 3-23 16,3 0-16-16,-1 4-108 0,1 3-302 0,2-4 135 15</inkml:trace>
  <inkml:trace contextRef="#ctx0" brushRef="#br0" timeOffset="-20755.29">24248 14176 30 0,'-8'6'147'16,"5"-2"-6"-16,-1 2-9 0,-1 3-7 0,-2-3-11 16,3 4-3-16,1 0-8 0,-3 2-5 0,3-1-4 15,-1 1-10-15,1 5-5 0,1-6-8 0,0 1-5 0,1-1-10 16,1 1-2-16,1-1-5 0,1 0-5 16,-1-1-1-16,1 2-9 0,1-4-3 0,1 1 2 15,0-2-7-15,0-1-2 0,-1-1-1 0,4 2-5 16,-1-4-8-16,-1 0 8 0,0-1 1 0,-5-2-2 15,12 3-1-15,-12-3-2 0,14-3 2 0,-8 3-3 0,-6 0-2 16,13-4-2-16,-5-3-2 0,-2 2 3 0,-2 0 0 16,2-3 0-16,-2 0 0 0,3-1-3 15,-4-1-2-15,-1 1-1 0,0-2-1 0,0 2 4 16,-1-4-2-16,-1 4 3 0,0-1-1 0,1 2 2 16,0-2 1-16,-1 10-3 0,2-12 1 0,-2 12-3 15,0-11-1-15,0 11-1 0,0-7-1 0,0 7-2 16,0 0 4-16,0 0-5 0,6-3 1 0,-6 3 0 15,0 0 4-15,13 13-7 0,-9-8-1 0,2 3 1 16,-1 1 5-16,1-3-6 0,1 4 4 0,0-1 2 16,-1 1-5-16,-1 0 3 0,1-1 1 0,-1 2-8 15,0 0 8-15,-1 0-1 0,0 0-9 16,1-2-20-16,-3 1-14 0,0-4-38 0,1 1-22 0,-1 0-26 0,1 0-28 16,-3-7-102-16,0 0-280 0,5 10 123 15</inkml:trace>
  <inkml:trace contextRef="#ctx0" brushRef="#br0" timeOffset="-20342.47">24548 14134 53 0,'0'0'159'0,"0"0"-11"0,-9-3-15 16,9 3-9-16,0 0-8 0,-14 16 0 0,8-8-17 15,0 7 0-15,-1 1-16 0,1 0 0 16,1 1-2-16,1 0-9 0,0-2-5 0,1-2-5 0,0 2-7 16,2-2 2-16,-1-1-5 0,4 1-8 0,-2-2-5 15,2 1 0-15,-1-1-3 0,0-1-6 0,2-1-7 16,1-3 3-16,-3 2-2 0,3-3-4 0,0-1 2 16,1 2-2-16,-1-2-8 0,-4-4 5 0,9 5 1 15,-3-4-3-15,2 1-1 0,-8-2 0 0,0 0 2 16,16-6-7-16,-12 4 0 0,3-1 0 0,-7 3-1 15,11-7-2-15,-8 3 4 0,2-1-1 0,-5 5-3 16,8-11 1-16,-6 4-7 0,3 1 11 0,-1 0-8 16,0 1 4-16,-4 5-9 0,4-9 6 0,-4 9-1 15,3-6-10-15,-3 6 6 0,7-2 1 0,-7 2-1 16,0 0 0-16,13 5 6 0,-8-2-5 0,-1 4-1 16,1-1-2-16,1 2 4 0,2 0-1 0,-4 3 1 15,2 0-7-15,-1 0-12 0,-1 1-35 0,0 0-22 16,0-1-36-16,0 2-37 0,-3 3-148 0,-4-5-318 15,1 0 140-15</inkml:trace>
  <inkml:trace contextRef="#ctx0" brushRef="#br0" timeOffset="-4072.84">26886 9523 7 0,'0'0'22'0,"0"0"2"16,-3-6-5-16,3 6-3 0,0 0-2 15,0 0 3-15,0 0-3 0,-4-9-1 0,4 9-2 16,0 0-5-16,0 0 2 0,0 0 4 0,-2-7-4 16,2 7-2-16,0 0-1 0,0 0 3 0,0 0-2 15,0 0-4-15,-4-9-1 0,4 9 1 0,0 0-1 0,0 0 7 16,-4-6-2-16,4 6-6 0,0 0-1 16,0 0 5-16,0 0-1 0,-2-5-1 0,2 5-2 15,0 0-1-15,0 0 3 0,0 0 2 0,-4-7-3 16,4 7-2-16,0 0 2 0,0 0 0 0,-4-7 6 15,4 7 0-15,0 0-2 0,0 0-2 0,0 0 5 0,-5-6 1 16,5 6 2-16,0 0-3 0,0 0 1 0,-4-6-1 16,4 6-1-16,0 0 5 0,0 0-3 15,-7-6-1-15,7 6-3 0,-5-3 2 0,5 3-2 16,0 0 7-16,-5-5 4 0,5 5-3 0,0 0 0 16,0 0 0-16,-6-5 1 0,6 5-8 0,0 0 0 0,-9-3 3 15,9 3 2-15,0 0-5 0,-6-4 0 0,6 4-1 16,0 0 6-16,0 0 1 0,-8-1-1 15,8 1-4-15,0 0 0 0,0 0 1 0,0 0-2 16,0 0 2-16,0 0 3 0,0 0-4 0,-8-2-2 16,8 2 1-16,0 0-5 0,0 0 1 0,0 0 1 0,0 0 4 15,-11 3-1-15,11-3-4 0,-4 4-4 0,4-4 3 16,0 0 4-16,-8 8-2 0,8-8-2 16,-5 5 0-16,5-5-2 0,0 0 0 0,-6 7 6 15,6-7 2-15,-4 3-9 0,4-3 3 0,0 0-4 16,-5 9 3-16,1-6-4 0,4-3 6 0,-5 9 2 0,5-9-2 15,-3 8-3-15,1-3 1 0,2-5-3 0,-4 7 7 16,4-7-7-16,0 10 2 0,0-10 3 0,-2 8-1 16,2-8 3-16,-2 10-1 0,2-10-2 15,0 10 8-15,0-10-9 0,0 9 6 0,0-9-1 16,0 10-2-16,0-10 4 0,2 7-4 0,-2-7-2 0,2 6 1 16,-2-6 0-16,0 0 2 0,4 10 0 0,-4-10-4 15,0 0 5-15,3 5 0 0,-3-5-3 0,4 4-2 16,-4-4 6-16,0 0-5 0,7 4 5 15,-7-4-5-15,0 0 0 0,9 0 2 0,-9 0 0 16,0 0-5-16,11-3 6 0,-11 3 0 0,12-5-4 16,-8 3-2-16,-4 2 7 0,11-7 1 0,-5 3-8 0,-2-1 6 15,2-1-1-15,-2 2 0 0,3-4 0 0,-3 3 2 16,-1-1-2-16,1-1-3 0,-1 1 4 16,2-3 0-16,-1 2-3 0,-2 0 3 0,0 0-6 15,0 0 6-15,1 0 1 0,-3 7-2 0,4-13-6 0,-4 6 6 16,4-1-4-16,-4 8 5 0,0-14-4 0,0 7 0 15,0 7 11-15,0-12-9 0,0 12-1 0,0-10 2 16,-2 2-3-16,2 8 4 0,-2-9-1 0,2 9 4 16,-4-11-3-16,4 11 2 0,-5-8 0 15,5 8-2-15,-4-8 4 0,0 3-4 0,4 5 0 0,-8-7-1 16,4 3 3-16,4 4-3 0,-11-6 0 0,6 3 1 16,5 3-2-16,-8-3-1 0,8 3-3 0,-10 0-5 15,10 0 5-15,0 0-9 0,-13 0-6 16,13 0 1-16,-6 1-7 0,6-1-7 0,-10 6-4 15,7-2-5-15,3-4-7 0,-6 8-4 0,6-8-8 0,-2 9-34 16,2-9-98-16,0 9 43 0</inkml:trace>
  <inkml:trace contextRef="#ctx0" brushRef="#br0" timeOffset="-3467.12">26984 9500 10 0,'0'0'51'0,"0"0"-6"15,0 0 1-15,-9 0-10 0,9 0 0 16,0 0 0-16,0 0-9 0,-10-3 7 0,10 3-4 0,0 0-4 16,-10-1 2-16,10 1 1 0,0 0-9 0,-13-2-1 15,13 2-2-15,-9 0 5 0,9 0-5 0,0 0-6 16,-12 0 3-16,12 0 2 0,-10 0-3 16,10 0-2-16,0 0-3 0,-9 0-3 0,9 0 1 0,0 0 2 15,0 0-2-15,-14 0 2 0,14 0-6 0,0 0 3 16,0 0 9-16,0 0-13 0,0 0 0 15,-9 0 3-15,9 0-5 0,0 0 6 0,0 0-4 16,0 0-2-16,0 0 0 0,0 0 9 0,-2 7-8 0,2-7 3 16,0 0 5-16,0 0 6 0,0 0-8 0,0 0 4 15,0 0-5-15,0 0 8 0,11 12-5 0,-11-12 1 16,9 4 5-16,-9-4-5 0,11 2-3 0,-4-2 2 16,-7 0-1-16,13 3 5 0,-6-3-6 15,0 0 0-15,-7 0 7 0,19 0-13 0,-9 3 4 16,-1-3 7-16,0 0-12 0,3 0-2 0,-6 1 3 15,-6-1 4-15,13 1-3 0,-13-1 0 0,12 0 2 0,-6 1 5 16,-6-1-3-16,9 1-4 0,-9-1 5 0,10 2-5 16,-10-2-1-16,0 0-1 0,13-2 6 0,-13 2-11 15,6-1-5-15,-6 1-3 0,9-1 6 16,-9 1-4-16,12-4-5 0,-12 4-2 0,13-1 2 16,-4-2-8-16,-2 2 2 0,0-2-3 0,3 1 0 0,-10 2 2 15,13-3-7-15,-7 1 1 0,-6 2-3 0,13-1 1 16,-8-2-5-16,-5 3-1 0,11 0-37 0,-11 0-81 15,0 0 37-15</inkml:trace>
  <inkml:trace contextRef="#ctx0" brushRef="#br0" timeOffset="2756.91">13562 11539 39 0,'-11'-2'98'0,"11"2"-3"15,0 0-3-15,-9 0-3 0,9 0-10 0,0 0-7 16,-16-2-4-16,16 2-5 0,-9 0-2 0,9 0 5 16,-14 0-11-16,5 0-11 0,9 0 0 0,-17 0 0 15,7 2-6-15,0 1-4 0,-3-2 7 0,3-1-4 16,1 2-5-16,-2 0 7 0,-1-1-1 0,2 1 7 15,-2 0-5-15,5 1 0 0,7-3-2 0,-15 3-2 16,5 0-3-16,4-2 2 0,-1 1-4 0,7-2-3 16,-11 3-1-16,6 0-4 0,5-3-1 0,-7 5 10 15,7-5 5-15,0 0 1 0,-2 9 1 0,2-9 1 16,0 0 5-16,15 8-1 0,-5-4 5 0,11-4 3 16,-4 3-5-16,4-2 1 0,10-1 0 0,-2 0 2 0,3-2-5 15,4 0 0-15,1-1-5 0,13-1 5 0,-12 1-5 16,17 0-5-16,1 0-1 0,4-2-6 0,-3 1 4 15,0 0-2-15,4 1-3 0,0-1-6 0,0 0 0 16,3 1-2-16,2-2 2 0,0-1-5 0,1 2 0 16,-2 4-1-16,27-1-3 0,-30-1 0 0,1-1-3 15,3-3 3-15,-2 1-2 0,-2 3-5 0,5-5 2 16,-1 4-1-16,26-7 3 0,-31 1-2 0,1 0 2 16,0 3-6-16,0-2 8 0,-1 1-9 0,-3 0-1 15,3 1 1-15,-6 4 2 0,-1-6-2 0,-16 3 1 16,13-2-3-16,-15 2 1 0,1 1 1 0,-1 1 1 15,1-1-4-15,-5 1 4 0,1 3 1 0,0-3-1 16,-2 2-3-16,-11 1 2 0,1 0-4 0,0-1 4 16,-1-1-5-16,-8 2-8 0,0-2-5 0,1 2-7 15,-6-1-14-15,-7 1-8 0,12 0-9 0,-12 0-14 16,10 0-3-16,-10 0-21 0,0 0-25 0,0 0-29 16,0 0-26-16,0 0-29 0,-28-8-108 0,5 7-335 15,-10-3 148-15</inkml:trace>
  <inkml:trace contextRef="#ctx0" brushRef="#br0" timeOffset="3576.81">13417 10894 31 0,'-10'-4'72'0,"5"-1"-3"0,-3-1 2 0,4 2-8 15,-1 0-11-15,0-2 0 0,5 6 5 0,-11-8-1 16,7 3 6-16,4 5-11 0,-7-10-1 0,1 7 4 15,0-3-6-15,2-1-1 0,4 7-4 0,-7-10-2 16,5 3 2-16,0 1 5 0,-2-1-4 0,4 7 0 16,-5-13-5-16,2 7 5 0,-1-4 2 0,1 1 10 15,1 4-7-15,0-3 6 0,-2 0-2 0,2-1-4 0,0 2-9 16,-1-1 2-16,1-2 0 0,2 10 3 0,-2-13 7 16,2 13 4-16,-2-9-2 0,-1 3-6 15,3 6 0-15,-2-13-2 0,2 13 2 0,0-8 2 0,0 8 0 16,0-9 1-16,0 9 3 0,0 0-3 15,-1-10 1-15,1 10-5 0,0 0-3 0,0 0-4 16,0 0-8-16,-4-8 0 0,4 8-6 0,0 0-3 0,0 0-4 16,0 0-2-16,0 0-5 0,0 0 2 0,0 0 2 15,0 0-1-15,2 24 2 0,0-7-1 0,-4 1 1 16,2 9 3-16,-4 2-1 0,0 0-1 0,1 4-5 16,-3-1 0-16,1 19 1 0,-2-3 3 0,3 1 2 15,2-3-5-15,-3 5 4 0,3 1 0 0,2-2-6 16,-2 3 9-16,2-2-6 0,2 6 1 0,-2 2 2 15,2-4 0-15,0 1 3 0,1-2-4 0,-1 1 3 16,-2 0-1-16,0-3-1 0,2 0 1 0,0-2-5 16,-2 0 1-16,-2-4 0 0,2 1 0 0,0 1 1 15,2-2-5-15,0 2 9 0,6 0-6 0,-8-2-3 16,2-12-2-16,-2 15-1 0,2-15 0 0,0 0-1 16,-2 2-1-16,2-3-5 0,-2 1 10 0,1 1-8 15,-1-5-1-15,2-1-2 0,-2-1-4 0,0-1 1 16,-2-2-9-16,2 0-6 0,-3-6-2 0,1-2-5 15,-2 0-7-15,4-5-7 0,-2 0-10 0,-4-4-13 16,6-1-9-16,-6 0-28 0,3-2-27 0,3-5-24 0,-6 4-31 16,6-4-25-16,0 0-160 0,-18-10-395 15,11 1 175-15</inkml:trace>
  <inkml:trace contextRef="#ctx0" brushRef="#br0" timeOffset="5502.63">13398 11618 44 0,'0'0'77'0,"0"0"-10"0,0 0 4 0,0 0 1 0,0 0-14 16,0 0 3-16,0 0-5 0,0 0-7 0,0 0 4 16,0 0-6-16,2-10-4 0,-2 10 0 0,0 0-1 15,0 0 7-15,0 0-7 0,0 0 3 0,0 0-2 16,0 0 5-16,0 0-2 0,0 0 3 0,0 0 4 15,0 0-1-15,0 0-9 0,0 0-9 16,0 0-9-16,0 0 4 0,0 0-1 0,0 0 2 16,0 0 4-16,0 0-9 0,0 0-9 0,-4-16 4 0,4 16-2 15,0 0-3-15,-2-10 6 0,2 10 0 0,0 0-1 16,0 0-5-16,2-18 2 0,-2 18 0 0,0-9-7 16,0 9 3-16,0 0-5 0,0-14 3 0,0 14-1 15,0-11 5-15,0 11 1 0,0 0 3 0,0-13 2 16,0 13-2-16,0 0-7 0,2-10 4 0,-2 10-4 15,0 0 3-15,0 0-6 0,0-12 5 0,0 12 1 16,0 0 4-16,0 0-5 0,0-14 1 16,0 14-2-16,0 0 3 0,0-13-1 0,0 13-2 0,4-10 0 15,-4 10 3-15,1-9 2 0,-1 9-8 0,6-12 0 16,-6 12 2-16,7-11 0 0,-4 4 4 0,3-1 0 16,-4-2-3-16,3 3 1 0,-1-4-3 0,0 1 2 15,0 0-5-15,0 0 9 0,2-1-8 0,3-4-4 16,-4 5 5-16,2-6 2 0,-1 5-6 0,1-4 2 15,0 2-5-15,-3 0 2 0,0 4 3 0,2-2 1 16,0 0 0-16,-1 0 2 0,1 0 0 0,-2 1 0 16,2-3-1-16,0 4 0 0,1-3 4 0,-3 3 5 0,3-1 0 15,0 0-1-15,0 1 2 0,1 0 0 16,-3-1-2-16,1 0 0 0,2 2-3 0,-4-4 1 16,3 5 1-16,1-2-3 0,-4 0 0 0,4-1 2 15,-1 3 3-15,-3 1 0 0,3-2-1 0,-1 3-3 0,-1 1-1 16,0 0-2-16,-5 4-1 0,8-7 3 15,-5 3-8-15,-3 4 5 0,6-3-6 0,-6 3-1 16,7-4 4-16,-7 4-3 0,0 0-1 0,7-5 2 16,-7 5-3-16,0 0 2 0,0 0-8 0,5-4 7 0,-5 4 2 15,0 0-1-15,10 0 2 0,-10 0 5 0,0 0-4 16,15 4 4-16,-15-4-4 0,8 4 1 16,-3-2 3-16,-5-2-3 0,13 5-1 0,-8-2 2 15,4 2 2-15,-3-1-2 0,1 1 1 0,2 2 1 0,-4-2-6 16,5 1 0-16,-3 0-3 0,3 1 10 0,-6-2-6 15,5 2 1-15,2 2 8 0,-2-3-1 0,-2 3-1 16,1 1-2-16,0-2-4 0,1 1 1 16,2 3 0-16,-2-1-1 0,-2-1 0 0,-3 1 0 15,5 2-1-15,0-3-3 0,-4 1 1 0,4 3 1 0,-1 0 2 16,-1-1 0-16,2-1-1 0,-4-1 8 0,5 2-12 16,-3 1 2-16,3-3 5 0,-1 0-2 0,1 3 2 15,-2-5 3-15,5 3-4 0,-6-3 0 16,-1 0-2-16,4 1 3 0,-4 0-2 0,3 0 0 0,-3-1-2 15,2 1 1-15,1-1-1 0,-1 1 3 0,-3 0-4 16,6 3 7-16,-6-2-11 0,4-1 12 16,0-3-10-16,-2 4 2 0,0-2-3 0,3 4 4 0,-3-1 0 15,-4-2-6-15,4 1 2 0,-3-3 1 0,0 3-1 16,0-1 0-16,1-1-2 0,-2 1 4 0,2 2-4 16,1-2 4-16,-2 0-4 0,2 0 6 0,-1 2-8 15,1-1 1-15,0-1-4 0,-2-1 7 0,3 2 0 16,-3 0 2-16,0-2-5 0,-1 1 4 0,4 2-1 15,-1-2 1-15,-3 1 0 0,3 0-2 0,-2-1 2 16,4-1-1-16,-3 0 4 0,3 0-8 0,-3 1 4 16,-1-2-2-16,3 1 0 0,-2 0 3 0,2 1-5 15,-3-1 4-15,2 1 1 0,1-2-5 0,0 3 1 0,-2-4 1 16,1 3 0-16,3-2-1 0,0-1 1 16,-2 2 1-16,2-1-1 0,-5-4 2 0,2 1 2 15,0 1-1-15,2-2-3 0,-3-1 2 0,2 3-2 16,0-4 3-16,-1 3-3 0,1-1 2 0,-1 0-6 15,1-2 9-15,2-1-5 0,-2 0 0 0,4 2 3 16,1-3-2-16,-1 1 0 0,2-1 5 0,1-1-1 16,1 2 1-16,3-2-3 0,-6 1 3 0,6-3 2 15,1 2-2-15,-6 0-3 0,1-2 1 0,0-1 0 0,2 0 6 16,2-1-9-16,-7 1 2 0,3 0-2 0,3-2-1 16,-3 1 0-16,-1 2 3 0,-1-2-1 15,-1-1 0-15,0 0 1 0,1-1-2 0,-1-1 0 16,1 4-1-16,-2-3-3 0,-1 0 6 0,-2 1-2 15,5-2 0-15,-3 0 1 0,-1-1-3 0,0 1 1 0,0-2 4 16,-1 2-4-16,0 0-2 0,-1-4 4 0,3 6 1 16,-4-6 0-16,3 3-2 0,-1-1-3 15,0-1-1-15,0-2 5 0,0 1 0 0,-1 1-5 16,0-4 1-16,0 1-1 0,-2 3 2 0,3 0 4 0,-2 0-1 16,1-6-3-16,-1 3 5 0,3-3-5 0,-3 5 3 15,-1 2-5-15,1-6 1 0,0 3 2 16,1 3 1-16,-1 0 0 0,-2-1-2 0,1 0-1 15,-2 1 5-15,0-1-5 0,-2 11 3 0,4-15-3 0,-2 4 2 16,-2 11 0-16,3-14 4 0,-2 4-8 16,-1 10 7-16,4-12-3 0,-4 12-1 0,4-14 1 0,-4 4 2 15,2 4-5-15,-1-4 0 0,2 2 5 16,-2-2-1-16,1 2 0 0,0 2-1 0,-2 6-1 0,1-10 1 16,-1 10-1-16,3-9 1 0,-3 9-1 0,0 0-2 15,0-8 1-15,0 8 2 0,0 0 11 0,0 0-11 16,0 0-2-16,3-8 1 0,-3 8 2 15,0 0-1-15,0 0 0 0,0 0 1 0,4-4-4 0,-4 4 5 16,0 0-1-16,0 0-3 0,0 0 0 0,0 0 2 16,0 0-1-16,0 0 4 0,0 0-5 0,6-6 2 15,-6 6 3-15,0 0-3 0,0 0 0 0,0 0 0 16,0 0 1-16,0 0-2 0,0 0-1 0,0 0 1 16,1-7 0-16,-1 7 2 0,0 0-1 0,0 0 2 15,0 0-6-15,0 0 6 0,0 0-2 0,0 0-5 16,0 0 1-16,0 0 3 0,0 0-2 0,0 0 2 15,0 0-2-15,0 0 9 0,0 0-8 0,0 0 2 16,0 0 4-16,0 0-4 0,0 0-2 0,0 0 3 16,0 0-2-16,0 0 5 0,0 0-8 0,0 0 6 15,0 0-7-15,0 0 2 0,0 0-6 0,0 0-3 16,0 0-9-16,0 0-13 0,0 0-22 0,0 0-23 16,0 0-38-16,0 0-39 0,0 0-50 0,0 0-248 15,0 0-491-15,0 0 216 0</inkml:trace>
  <inkml:trace contextRef="#ctx0" brushRef="#br0" timeOffset="11914.77">13540 11418 8 0,'0'0'55'15,"0"0"-6"-15,0 0 1 0,-4-4-1 0,4 4-1 16,0 0-1-16,0 0-3 0,0 0-3 0,-6-5-7 16,6 5-5-16,0 0 4 0,0 0-4 0,0 0-4 15,0 0-3-15,0 0 1 0,0 0-4 0,0 0 1 16,0 0-9-16,0 0 12 0,-8-4-18 0,8 4-2 15,0 0-1-15,0 0-2 0,0 0 2 0,-5-5-6 16,5 5 5-16,0 0-3 0,-8-3 1 0,8 3-3 16,0 0 3-16,-10-2 1 0,10 2-2 0,0 0 2 15,-7-1 0-15,7 1-5 0,0 0 2 0,-10-2 3 16,10 2 2-16,0 0-4 0,0 0 1 0,-10-2 1 16,10 2 1-16,0 0 0 0,0 0-7 0,-4-7 11 15,4 7-8-15,0 0 2 0,0 0 4 0,-3-5-5 16,3 5 1-16,0 0-1 0,0 0 2 0,0 0 1 15,0 0-3-15,2-11 2 0,-2 11 1 0,0 0 1 16,0 0 3-16,0 0-6 0,0 0 8 0,0 0-1 0,1-11 0 16,-1 11 5-16,0 0-2 0,0 0 2 15,0 0-3-15,0 0 4 0,7-5 0 0,-7 5 0 16,0 0 12-16,0 0-7 0,0 0 1 0,0 0 8 16,0 0 0-16,2-7 0 0,-2 7-9 0,0 0 5 0,0 0-3 15,0 0-10-15,0 0 9 0,0 0-2 16,0 0-5-16,0 0 1 0,0 0-4 0,0 0 4 15,0 0 4-15,0 0-13 0,0 0 2 0,0 0 9 0,0 0-10 16,0 0 8-16,0 0-9 0,0 0 1 0,0 0 9 16,0 0 0-16,0 0-1 0,0 0 0 0,0 0-2 15,0 0 10-15,-9 20-4 0,9-20 2 0,-5 11 6 16,3-6-10-16,2-5 9 0,-4 10-5 0,1-3 6 16,-1-1-9-16,4-6 10 0,-6 11-9 0,2-4 2 15,2-1-3-15,-2 0 9 0,2 2-10 0,0 0 12 16,-1-2-12-16,-1 1 9 0,4-7-13 0,-6 13 5 15,3-6-5-15,0 0 2 0,-1-1-7 0,4 2 2 16,0-8 1-16,-4 10 6 0,3-4-6 0,-3 1 3 16,2-2-3-16,2-5-2 0,-4 12-2 0,1-9 2 15,3-3 2-15,-6 10 2 0,1-4-7 0,2-1 3 16,3-5 0-16,-8 10 6 0,6-6-7 0,2-4 3 16,-7 6-1-16,5-3-3 0,2-3 0 0,-4 7 3 15,4-7-6-15,-6 4 4 0,6-4 3 0,-8 9-5 0,5-5-10 16,3-4 8-16,-4 8 0 0,2-2 2 15,2-6-4-15,-7 8 6 0,2-5-3 0,5-3 0 16,-4 7 7-16,1-2-8 0,3-5 2 0,-4 7 4 16,4-7-4-16,-4 9 0 0,1-4 9 0,3-5-9 0,-4 6 4 15,4-6-4-15,0 0-2 0,-7 7 3 16,7-7 1-16,0 0-5 0,-3 7 1 0,3-7-1 16,0 0-1-16,-2 7 3 0,2-7-5 0,0 0 10 15,-4 5-3-15,4-5 1 0,0 0-2 0,0 0 2 0,0 0-9 16,0 0 4-16,0 0 2 0,0 0 1 0,0 0-4 15,0 0 0-15,0 0-1 0,0 9-2 0,0-9 3 16,0 0 6-16,0 0-7 0,0 0 4 0,0 0-4 16,0 0 6-16,0 0-2 0,0 0 3 0,0 0 6 15,0 0-6-15,0 0-4 0,0 0 3 0,0 0-2 16,0 0-1-16,0 0 7 0,0 0-5 0,0 0 1 16,0 0-4-16,0 0 3 0,7-19 3 0,-7 19-7 15,7-11 5-15,-5 6-4 0,-2 5 3 0,4-10 2 16,-1 4-2-16,1-2-3 0,-4 8 0 0,6-14 3 15,-5 10-5-15,-1 4 4 0,4-9 0 0,-2 4-2 16,3 0 0-16,-5 5 0 0,3-12 1 0,-1 7 0 16,0-3-2-16,-2 8-4 0,6-10 9 0,-5 5-2 15,-1 5-1-15,4-12-1 0,-4 12 5 16,4-6-3-16,-4 6-1 0,2-6-1 0,-2 6 1 0,4-10 0 16,-4 10-5-16,4-8 5 0,-4 8 0 0,0 0 1 15,0-8-3-15,0 8 1 0,0 0 0 0,0 0 2 16,2-6 1-16,-2 6 0 0,0 0-3 0,0 0 2 15,4-7-4-15,-4 7 1 0,0 0 3 0,0 0-1 16,0 0-6-16,0 0 3 0,0 0 3 0,0 0 2 0,0 0-4 16,0 0 3-16,0 0-2 0,0 0 8 15,0 0-11-15,0 0-2 0,0 0 5 0,0 0-1 16,0 0-4-16,0 0-4 0,0 0 5 0,0 0-15 16,0 0-1-16,0 0-6 0,3-7-9 0,-3 7-6 15,0 0 0-15,0 0-14 0,0 0-1 0,0 0-10 0,0 0-9 16,0 0-12-16,0 0-1 0,0 0-10 15,0 0-98-15,0 0-211 0,0 0 94 0</inkml:trace>
  <inkml:trace contextRef="#ctx0" brushRef="#br0" timeOffset="12365.99">13308 11669 39 0,'0'0'48'0,"0"0"-10"0,-2 9-9 0,2-9 11 0,0 0-14 16,0 10-5-16,0-10-9 0,0 7 0 0,0-7-7 15,0 0 5-15,0 0-6 0,0 0 6 16,0 12-9-16,0-12 6 0,0 0-7 0,0 0 12 0,0 0-4 15,0 0 0-15,0 0 6 0,0 0-4 0,0 0 2 16,0 0-11-16,0 0 9 0,0 0-4 0,0 0 3 16,0 0 0-16,0 0-10 0,0 0 5 0,-4 4-2 15,4-4 8-15,0 0-5 0,0 0-4 0,0 0 2 16,0 0 5-16,0 0-4 0,0 0 0 0,0 0-5 16,0 0 3-16,0 0 2 0,0 0-3 0,-14 0-1 15,14 0 0-15,0 0-1 0,0 0 0 0,0 0 1 16,0 0 1-16,0 0-2 0,0 0-3 0,0 0 2 15,0 0 4-15,0 0-10 0,0 0 7 0,0 0 0 16,0 0-8-16,0 0 6 0,0 0 1 0,0 0 3 16,0 0-2-16,0 0 0 0,0 0-7 0,0 0 2 15,0 0-4-15,0 0 0 0,0 0-6 0,0 0 2 16,0 0-4-16,0 0-8 0,0 0 2 0,0 0-24 16,0 0-51-16,0 0 23 0</inkml:trace>
  <inkml:trace contextRef="#ctx0" brushRef="#br0" timeOffset="12663.25">13288 11711 8 0,'0'0'76'0,"0"0"1"0,0 0-10 0,0 0 1 16,0 0-10-16,-3-14-8 0,3 14-7 0,0 0-10 15,0 0-4-15,0 0-9 0,0 0-6 16,0 0-3-16,0 0-2 0,1-11-7 0,-1 11-6 15,0 0 2-15,0 0-5 0,0 0-5 0,0 0 6 16,0 0-8-16,0 0-8 0,0 0 4 0,7-8-4 0,-7 8 3 16,0 0-9-16,0 0 2 0,0 0 1 0,0 0 0 15,0 0 4-15,0 0 2 0,0 0 2 16,0 0 6-16,7 0 5 0,-7 0 1 0,0 0 4 16,0 0 0-16,0 0-3 0,0 0 0 0,0 0 2 15,0 0 2-15,0 0-3 0,0 0 2 0,0 0-6 0,0 0 5 16,0 0-10-16,0 0 0 0,0 0-4 15,0 0-17-15,0 0-34 0,0 0 16 0</inkml:trace>
  <inkml:trace contextRef="#ctx0" brushRef="#br0" timeOffset="20899.56">13348 11639 2 0,'0'0'19'0,"0"0"-7"15,0 0-1-15,0 0-2 0,0 0 10 0,0 0-11 0,0 0-3 16,0 0 3-16,0 0 1 0,0 0 0 0,0 0-8 15,0 0-1-15,0 0 0 0,0 0 3 0,0 0 3 16,0 0 1-16,0 0-6 0,0 0 4 16,0 0 2-16,0 0-5 0,0 0 1 0,0 0 5 0,0 0 0 15,0 0-2-15,0 0 6 0,10 0-4 0,-10 0 2 16,0 0 3-16,0 0-5 0,0 0 3 0,0 0-1 16,0 0 2-16,0 0 0 0,0 0-3 15,0 0 5-15,0 0-3 0,0 0 2 0,0 0-9 0,0 0 2 16,0 0 1-16,0 0 1 0,0 0-1 0,0 0 2 15,0 0-2-15,0 0-3 0,0 0 1 0,0 0-2 16,0 0 2-16,0 0 4 0,0 0-1 0,0 0-2 16,0 0 2-16,0 0 5 0,0 0-4 0,0 0 1 15,0 0 1-15,0 0-5 0,0 0 2 0,0 0 2 16,0 0-4-16,0 0 6 0,0 0-6 0,0 0-3 16,0 0 5-16,0 0 1 0,0 0-1 0,0 0 0 15,0 0 2-15,0 0-8 0,0 0 7 0,0 0-3 16,0 0-3-16,0 0-2 0,0 0 3 0,0 0 4 15,0 0-5-15,0 0 0 0,0 0 5 0,0 0-11 16,0 0 3-16,0 0 5 0,4-9-4 0,-4 9 1 16,0 0-4-16,0 0 3 0,0 0 0 0,5-7 3 15,-5 7 1-15,0 0-5 0,0 0 3 0,0 0-3 16,0 0 2-16,4-5-3 0,-4 5 0 0,0 0 5 16,0 0-4-16,0 0-1 0,0-9-1 0,0 9 5 15,0 0 2-15,0 0 0 0,0 0-6 0,0 0 4 16,0 0 3-16,0-8-6 0,0 8-2 0,0 0 2 15,0 0-1-15,4-5 4 0,-4 5-3 0,0 0 2 16,0 0-4-16,0 0 0 0,0 0 1 0,0 0-1 16,0 0 3-16,0 0-1 0,0 0 2 0,0 0-2 15,0 0-2-15,0 0-2 0,0 0 0 0,2-7 2 16,-2 7 2-16,0 0 0 0,0 0 1 0,0 0 1 16,0 0-3-16,0 0 3 0,0 0 0 0,0 0-1 15,0 0-4-15,0 0 5 0,0 0-5 0,0 0 9 16,0 0-9-16,0 0 6 0,0 0-8 0,0 0 5 15,3-7 5-15,-3 7-5 0,0 0-6 0,0 0 2 0,0 0 5 16,7-4 0-16,-7 4 1 0,0 0-5 16,0 0-2-16,3-5 3 0,-3 5 1 0,0 0 4 0,0 0-2 15,0 0-3-15,0 0 6 0,4-5-7 16,-4 5 7-16,0 0-7 0,0 0-7 0,0 0 10 16,2-6 1-16,-2 6 2 0,0 0-4 0,0 0 2 0,0 0 1 15,0 0 6-15,0 0-12 0,0 0 3 0,2-8 0 16,-2 8 4-16,0 0 3 0,0 0-8 15,0 0 1-15,0 0 2 0,5-6-3 0,-5 6 1 16,0 0-1-16,0 0 5 0,0 0-11 0,0 0 9 0,0 0 2 16,0 0-1-16,2-7-2 0,-2 7 0 0,0 0 3 15,0 0 0-15,0 0 0 0,2-6-7 0,-2 6 8 16,0 0-3-16,0 0 1 0,7-6-1 0,-7 6-5 16,0 0 2-16,0 0-6 0,2-6 14 0,-2 6-4 15,0 0-3-15,5-4 1 0,-5 4-2 0,0 0-2 16,0 0 0-16,0 0 4 0,0-7-1 0,0 7-3 15,0 0 6-15,0 0-1 0,4-5-2 0,-4 5 6 16,0 0-4-16,0 0 2 0,2-7 0 0,-2 7-8 16,0 0 3-16,0 0 2 0,0 0 3 0,3-7 2 15,-3 7-4-15,0 0 0 0,0 0 4 0,0 0-6 16,0 0-2-16,0 0 3 0,4-8 6 0,-4 8-7 16,0 0 4-16,0 0-3 0,0 0 3 15,0 0-4-15,0-9 0 0,0 9-3 0,0 0 4 0,0 0-1 16,0 0 5-16,4-7-1 0,-4 7-4 0,0 0 0 15,0 0-8-15,0 0 9 0,0 0 6 0,0-7-7 16,0 7 1-16,0 0 2 0,0 0-4 16,0 0 0-16,2-8-2 0,-2 8 5 0,0 0 4 0,0 0-4 15,4-7-1-15,-4 7-2 0,0 0 2 0,0 0-2 16,0 0 5-16,0 0-3 0,2-7-2 0,-2 7 4 16,0 0-1-16,0 0 0 0,0 0 0 0,2-7-5 15,-2 7 3-15,0 0-1 0,0 0-4 0,0 0 10 16,0 0-2-16,0 0-3 0,0 0 1 0,0 0 8 15,0 0-11-15,0-7 1 0,0 7 2 0,0 0 6 16,0 0-4-16,0 0-5 0,0 0-2 0,0 0 5 16,0 0-3-16,0 0 2 0,0 0 5 0,0 0-7 0,0 0 6 15,0 0 1-15,2-8-3 0,-2 8-4 0,0 0 6 16,0 0-8-16,0 0 6 0,0 0-2 16,0 0 3-16,0 0-4 0,0-9-2 0,0 9 3 15,0 0 3-15,0 0-3 0,0-8-4 0,0 8 6 16,0 0-5-16,0 0 5 0,7-6 1 0,-7 6 4 15,0 0-9-15,0 0 2 0,2-7-3 0,-2 7 1 16,0 0 5-16,0 0 1 0,2-8 6 0,-2 8-9 16,0 0 2-16,0 0 2 0,2-5-2 0,-2 5 4 15,0 0-9-15,0 0 6 0,5-7 1 0,-5 7-6 0,0 0 4 16,0 0 3-16,0 0 1 0,4-9-8 0,-4 9 0 16,3-4 1-16,-3 4-6 0,0 0 9 0,6-4-2 15,-6 4 4-15,0 0-8 0,3-6 2 16,-3 6 3-16,4-5-1 0,-4 5 6 0,0 0-11 15,4-4 4-15,-4 4 3 0,0 0 2 0,0 0-1 0,3-6-1 16,-3 6 2-16,0 0-9 0,4-7 3 0,-4 7-6 16,0 0 11-16,0 0-4 0,0 0 6 15,4-5-11-15,-4 5 6 0,0 0 5 0,0 0-7 16,0 0 2-16,5-7 5 0,-5 7-1 0,0 0-2 0,0 0 4 16,5-4-19-16,-5 4 5 0,0 0 11 0,4-6 0 15,-4 6-6-15,0 0 4 0,0 0-7 0,3-5 8 16,-3 5-5-16,0 0 2 0,0 0-2 15,0 0 3-15,4-7 2 0,-4 7-4 0,0 0 5 0,2-7-1 16,-2 7-4-16,0 0 2 0,0 0 2 0,4-4 1 16,-4 4-1-16,0 0 3 0,0 0-9 15,0 0 11-15,0 0-9 0,6-6 0 0,-6 6-1 0,0 0 3 16,0 0-2-16,4-5 1 0,-4 5 8 0,0 0-7 16,0 0 2-16,0 0-5 0,2-7 7 0,-2 7-7 15,0 0 1-15,0 0 0 0,7-4 7 0,-7 4-7 16,0 0 5-16,0 0 7 0,0 0-15 0,2-6 1 15,-2 6 6-15,0 0-2 0,0 0 1 0,0 0-3 16,0 0 2-16,4-5-2 0,-4 5 1 0,0 0-1 16,0 0 5-16,0 0-4 0,0 0 8 0,4-6-5 15,-4 6-4-15,0 0 9 0,0 0-1 16,0 0-15-16,0 0 10 0,0 0 2 0,0 0 0 0,0 0-8 16,0 0 9-16,0 0-7 0,5-7 7 0,-5 7-9 15,0 0 3-15,0 0 5 0,3-6 1 0,-3 6-4 16,0 0 0-16,0 0 2 0,0 0-4 0,0 0 10 15,5-6-7-15,-5 6 0 0,0 0 1 0,0 0-6 0,0 0 11 16,0 0-1-16,0 0-5 0,0 0 4 16,0 0-10-16,0-8 4 0,0 8-4 0,0 0 6 15,0 0 1-15,0 0 1 0,0 0-4 0,0 0 7 16,0 0-1-16,0 0 2 0,0 0-7 0,4-7 1 16,-4 7-2-16,0 0 5 0,0 0 0 0,0 0-3 15,0 0-1-15,0 0-3 0,2-8 6 0,-2 8-3 16,0 0 6-16,0 0-7 0,0 0 4 0,0 0 1 15,2-8 0-15,-2 8-1 0,0 0-10 0,0 0 9 16,0 0 3-16,2-7-2 0,-2 7 1 0,0 0 2 0,0 0-10 16,0 0 5-16,0 0 3 0,0-10-3 15,0 10 1-15,0 0-8 0,0 0 7 0,0 0 1 16,2-5-2-16,-2 5 6 0,0 0-6 0,0 0-5 16,0 0 10-16,3-8-2 0,-3 8-7 0,0 0 2 0,0 0-2 15,0 0 5-15,2-6-1 0,-2 6-10 0,0 0 10 16,0 0-3-16,2-8 1 0,-2 8-2 0,0 0-1 15,4-5 1-15,-4 5 0 0,0 0 4 0,6-7-9 16,-6 7-5-16,0 0 16 0,2-5-5 0,-2 5 0 16,0 0 0-16,4-5-3 0,-4 5 10 0,0 0-11 15,0 0 5-15,2-9-4 0,-2 9-1 0,0 0 3 16,0 0-1-16,5-7-1 0,-5 7 0 16,0 0 3-16,0 0-1 0,0 0 0 0,0-8 7 15,0 8-2-15,0 0-3 0,0 0 2 0,4-5 4 0,-4 5-5 16,0 0 2-16,4-6-9 0,-4 6 10 0,0 0-6 15,0 0 5-15,0 0-3 0,5-7 1 0,-5 7-5 16,0 0 10-16,0-6-5 0,0 6-7 16,0 0 6-16,3-7 0 0,-3 7-1 0,0 0 2 0,0 0 0 15,2-7-3-15,-2 7 1 0,0 0-1 0,0 0 0 16,2-10 3-16,-2 10-5 0,0 0 8 0,0 0-4 16,3-7 5-16,-3 7-9 0,0 0 4 15,0 0-2-15,4-5 8 0,-4 5-9 0,0 0 6 0,0 0-3 16,0 0 2-16,2-10 2 0,-2 10-6 0,0 0 0 15,0 0 4-15,4-4 2 0,-4 4-1 0,0 0 1 16,0 0 1-16,0 0-4 0,0 0 9 16,3-7-7-16,-3 7 2 0,0 0-2 0,0 0 2 0,0 0 0 15,0 0-1-15,0 0 0 0,0 0-4 0,2-9 0 16,-2 9 1-16,0 0 1 0,0 0 0 0,4-6-1 16,-4 6 0-16,0 0-2 0,0 0 1 0,8-4 1 15,-8 4 7-15,0 0-8 0,0 0 4 0,4-5-5 16,-4 5 0-16,0 0 0 0,0 0 8 0,0 0-1 15,0 0-8-15,6-7 1 0,-6 7-1 0,0 0 4 16,0 0 2-16,0 0-3 0,0 0 0 0,5-4 2 16,-5 4 4-16,0 0-4 0,0 0 0 0,8-4-4 15,-8 4 3-15,0 0 0 0,0 0-9 0,0 0 10 16,0 0 2-16,0 0 2 0,0 0-5 0,0 0 0 16,0 0 1-16,8-1 4 0,-8 1-2 0,0 0-2 15,0 0 3-15,0 0-5 0,0 0 2 0,0 0-10 16,0 0 14-16,0 0 1 0,0 0-2 0,0 0 0 15,0 0 3-15,0 0-5 0,0 0 2 0,0 0-13 0,0 0 13 16,0 0 0-16,0 0-4 0,11 3-1 16,-11-3 10-16,0 0-5 0,0 0 4 0,0 0-9 15,8 2 5-15,-8-2 6 0,0 0-6 0,0 0 1 16,0 0 3-16,0 0-3 0,0 0 1 0,0 0 4 16,0 0-7-16,0 0 1 0,5 4-3 0,-5-4 2 15,0 0 3-15,0 0-1 0,0 0 1 0,0 0 3 16,5 4 2-16,-5-4-3 0,0 0-5 0,0 0 9 0,0 0-6 15,5 3 2-15,-5-3 1 0,0 0 0 0,0 0-2 16,0 0-1-16,0 0 0 0,4 6 2 16,-4-6-4-16,0 0 3 0,0 0-5 0,0 0 2 15,4 4 0-15,-4-4 0 0,0 0-7 0,0 0 6 0,0 0-2 16,0 0 6-16,0 0-1 0,0 0 0 0,0 0 0 16,0 0-11-16,0 0 5 0,5 4-3 0,-5-4 7 15,0 0-14-15,0 0 7 0,0 0 6 16,0 0 4-16,0 0-5 0,0 0-2 0,6 5 5 0,-6-5-6 15,0 0 7-15,0 0 1 0,0 0-7 0,6 5 4 16,-6-5-3-16,0 0 2 0,0 0-2 0,0 0-3 16,4 4-11-16,-4-4 15 0,0 0-2 15,0 0-3-15,0 0 8 0,4 5-2 0,-4-5-5 16,0 0 4-16,0 0-7 0,5 3 5 0,-5-3 6 0,0 0-6 16,0 0 2-16,0 0-1 0,8 5-6 0,-8-5 0 15,0 0 9-15,5 2-10 0,-5-2 4 0,0 0 10 16,0 0-11-16,9 3 6 0,-9-3 1 15,0 0-8-15,0 0 2 0,5 3-2 0,-5-3 5 0,0 0 0 16,0 0-1-16,0 0-6 0,0 0 14 0,8 2-6 16,-8-2 2-16,0 0-3 0,0 0-1 0,0 0-5 15,5 2 2-15,-5-2 9 0,0 0-6 0,0 0-2 16,0 0 1-16,9 4-1 0,-9-4 11 0,0 0-14 16,0 0 3-16,0 0 12 0,0 0-11 0,5 3 1 15,-5-3 5-15,0 0-8 0,0 0-2 0,0 0-2 16,0 0 7-16,0 0-2 0,0 0-1 0,0 0 1 15,0 0 3-15,0 0-6 0,6 4 10 0,-6-4 1 16,0 0-5-16,0 0-1 0,0 0-4 0,4 5 16 16,-4-5-3-16,0 0-7 0,0 0-2 0,0 0-3 15,3 5 8-15,-3-5-5 0,0 0 9 0,0 0-7 16,0 0-1-16,0 0-1 0,0 0 3 0,0 0 0 16,0 0-4-16,6 4 2 0,-6-4-1 0,0 0 7 15,0 0-2-15,5 5 2 0,-5-5-4 0,0 0-5 16,0 0 13-16,0 0-5 0,3 5 2 0,-3-5-9 15,0 0 5-15,2 5-3 0,-2-5 12 0,0 0-12 16,0 0 2-16,4 5-3 0,-4-5 6 0,0 0-6 0,0 0 0 16,5 3 1-16,-5-3 8 0,0 0-8 15,0 0 1-15,0 0 3 0,6 4-7 0,-6-4-4 16,0 0 11-16,0 0-1 0,0 0-2 0,6 5 1 16,-6-5 3-16,0 0-9 0,0 0-3 0,0 0 4 15,0 0 5-15,0 0-1 0,1 6 2 0,-1-6-8 0,0 0 9 16,0 0-10-16,0 0 10 0,5 4-2 0,-5-4-6 15,0 0 1-15,0 0 12 0,0 0-9 16,6 4 2-16,-6-4-3 0,0 0 5 0,3 5-5 16,-3-5-1-16,0 0 0 0,0 0-4 0,0 0 12 0,4 5-9 15,-4-5 12-15,0 0-8 0,0 0 4 0,0 0 1 16,5 5-3-16,-5-5 2 0,0 0-10 0,0 0 3 16,4 4 1-16,-4-4-2 0,0 0 2 15,0 0 3-15,0 0-9 0,4 6 3 0,-4-6 3 0,0 0 8 16,0 0-5-16,0 0-3 0,0 0-4 0,6 4 4 15,-6-4 2-15,0 0 6 0,0 0 0 0,4 5-5 16,-4-5-3-16,0 0-3 0,0 0-1 16,4 5 5-16,-4-5-2 0,0 0 8 0,0 0 0 0,0 0-5 15,0 0-4-15,4 5 9 0,-4-5-12 0,0 0 1 16,0 0 1-16,0 0 8 0,2 6-8 0,-2-6 9 16,0 0-7-16,0 0 1 0,0 0-2 0,5 4-5 15,-5-4 10-15,0 0-4 0,0 0 4 0,4 5-8 16,-4-5 9-16,0 0 3 0,0 0-6 0,3 5 3 15,-3-5-5-15,0 0-1 0,0 0 6 0,0 0-2 16,7 4 2-16,-7-4-7 0,0 0 4 0,0 0-2 16,4 4 7-16,-4-4-6 0,0 0-3 0,5 5 3 15,-5-5-3-15,0 0 10 0,0 0-4 0,0 0-3 16,4 5-2-16,-4-5 5 0,0 0-8 0,0 0 7 16,0 0-2-16,0 0 1 0,0 0 4 0,4 5-8 15,-4-5 2-15,0 0-1 0,0 0-4 0,3 5 7 16,-3-5 1-16,0 0-4 0,0 0 10 0,2 5-8 15,-2-5 2-15,0 0-6 0,7 5 8 0,-7-5-7 16,0 0 1-16,0 0 2 0,3 6 0 0,-3-6 5 16,0 0 2-16,0 0-4 0,4 4-4 0,-4-4 7 15,0 0 0-15,0 0-9 0,0 0-3 0,4 6 8 16,-4-6-1-16,0 0-2 0,0 0 5 0,0 0-4 16,0 0 2-16,0 0-4 0,0 0 5 0,0 0-4 15,5 4-5-15,-5-4 6 0,0 0 0 0,0 0-18 0,0 0 24 16,0 0-9-16,0 0 5 0,0 0 3 15,2 6-2-15,-2-6-5 0,0 0 8 0,0 0-5 16,0 0 3-16,2 5-1 0,-2-5-6 0,0 0 9 16,0 0-17-16,0 0 14 0,0 0-2 0,0 0 6 0,4 7-15 15,-4-7 11-15,0 0-7 0,0 0-4 16,0 0 10-16,0 0-2 0,5 6-20 0,-5-6 32 16,0 0-12-16,0 0 1 0,0 0-4 0,0 0 2 15,0 0 2-15,0 0 4 0,0 0-8 0,3 5 7 0,-3-5 3 16,0 0-7-16,0 0-2 0,0 0-1 0,0 0 3 15,0 0 2-15,0 0 4 0,0 0-2 0,0 0 0 16,0 0 0-16,2 6-1 0,-2-6-5 0,0 0 3 16,0 0-3-16,0 0 1 0,0 0 4 0,0 0-4 15,0 0-5-15,0 0 5 0,4 6 6 0,-4-6-1 16,0 0 1-16,0 0-2 0,0 0 7 0,0 0-4 16,0 0-4-16,0 0 3 0,0 0-3 15,0 0-1-15,0 0 0 0,0 0 0 0,5 5-1 0,-5-5-1 16,0 0-1-16,0 0 4 0,0 0-4 0,0 0 1 15,0 0 0-15,0 0 3 0,0 0-2 0,0 0 5 16,0 0-1-16,0 0-9 0,0 8 3 0,0-8 3 16,0 0-2-16,0 0-4 0,0 0 8 0,0 0-6 15,0 0 7-15,0 0-6 0,0 0-2 0,0 0 6 16,0 0 2-16,4 4-10 0,-4-4 5 0,0 0 8 16,0 0-1-16,0 0 12 0,0 0-15 0,4 5 0 15,-4-5 1-15,0 0 0 0,0 0 1 0,0 0 1 16,0 0-5-16,0 0-1 0,3 6 6 0,-3-6-6 15,0 0-2-15,0 0 5 0,0 0 7 0,0 0-8 16,5 5 2-16,-5-5-5 0,0 0 6 0,0 0-4 16,0 0 8-16,6 4-13 0,-6-4 4 0,0 0-1 0,0 0-1 15,0 0 4-15,0 0-2 0,0 0 4 16,0 0-5-16,0 0 8 0,5 4-5 0,-5-4-8 16,0 0 13-16,0 0-7 0,0 0 2 0,0 0-8 15,0 0 10-15,0 0 1 0,0 0 4 0,0 0-15 0,0 0 9 16,0 0 1-16,0 0-1 0,0 0-5 0,0 0 5 15,0 0 3-15,0 0-3 0,0 0-1 16,0 0 10-16,0 0-4 0,0 0-4 0,0 0 1 16,0 0 4-16,0 0-11 0,0 0 7 0,0 0 1 0,0 0-3 15,0 0-11-15,0 0 11 0,0 0-2 0,0 0-1 16,0 0 8-16,0 0-14 0,0 0 7 16,0 0-1-16,0 0 2 0,0 0 1 0,0 0 0 15,0 0 5-15,0 0-1 0,0 0-4 0,0 0 2 0,0 0 3 16,0 0 3-16,0 0-2 0,0 0 2 0,0 0 1 15,0 0 1-15,0 0-2 0,0 0-8 16,0 0 6-16,0 0-1 0,0 0-3 0,0 0 0 0,0 0-1 16,0 0 2-16,0 0-4 0,0 0 3 0,0 0-4 15,0 0 5-15,0 0 0 0,0 0-5 0,0 0 3 16,0 0-3-16,0 0-1 0,0 0-6 0,0 0 6 16,0 0 1-16,0 0 4 0,0 0-5 0,2 6 8 15,-2-6 3-15,0 0-11 0,0 0 4 0,0 0-3 16,0 0 2-16,0 0-6 0,0 0 6 0,0 0-4 15,0 0 0-15,0 0-8 0,0 0 10 0,0 0-9 16,0 0 9-16,0 0-3 0,0 0 13 0,0 0-4 16,0 0-3-16,0 0-3 0,0 0-2 0,0 0 4 15,0 0-2-15,0 0-1 0,0 0 5 0,0 0-1 16,0 0 3-16,0 0-12 0,0 0 7 0,0 0 4 16,0 0-4-16,0 0-1 0,0 0 8 0,0 0 1 15,0 0-4-15,0 0 2 0,0 0-5 0,0 0-7 16,0 0 10-16,0 0-2 0,0 0 1 0,0 0 1 15,0 0-7-15,0 0 7 0,0 0-7 0,0 0 3 16,0 0-1-16,0 0-2 0,0 0 2 0,0 0 8 0,0 0-5 16,0 0-2-16,0 0-4 0,0 0 1 15,0 0 2-15,0 0 3 0,0 0-5 0,0 0-8 16,0 0 1-16,0 0 5 0,0 0-13 0,0 0 2 16,0 0-10-16,0 0 4 0,0 0-17 0,0 0-7 0,0 0-14 15,0 0-15-15,0 0-23 0,0 0-9 0,0 0-89 16,0 0-208-16,0 0 93 0</inkml:trace>
  <inkml:trace contextRef="#ctx0" brushRef="#br0" timeOffset="37525.01">25138 10847 5 0,'0'0'11'0,"0"0"2"0,0 0-3 16,0 0-1-16,0 0-3 0,0 0-3 0,0 0-1 15,0 0 6-15,-2 7-12 0,2-7 3 0,0 0-3 16,0 0-6-16,0 0-10 0,0 0 4 0</inkml:trace>
  <inkml:trace contextRef="#ctx0" brushRef="#br0" timeOffset="56729.65">13187 10679 2 0,'0'0'29'16,"0"0"-4"-16,0 0-1 0,0 0-1 0,0 0-5 15,-9-1-3-15,9 1 3 0,0 0 1 0,0 0-8 0,0 0-1 16,0 0 3-16,0 0-1 0,0 0-8 0,0 0 0 16,-14 1 1-16,14-1 0 0,0 0 0 15,-6 4 4-15,6-4 4 0,0 0-4 0,-3 7 3 16,3-7-3-16,0 0 7 0,0 0-3 0,0 0 4 15,-6 2 4-15,6-2-5 0,0 0 6 0,0 0-1 0,0 0-5 16,0 0-2-16,0 0 7 0,0 0-3 0,0 0 3 16,0 0 4-16,0 0-1 0,0 0 2 0,0 0 0 15,0 0 10-15,0 0-2 0,0 0-17 0,0 0-4 16,0 0 2-16,0 0 2 0,0 0 0 16,0 0-3-16,0 0 1 0,0 0-8 0,0 0 2 15,0 0-6-15,0 0 9 0,0 0-7 0,0 0-3 0,0 0 4 16,0 0-3-16,0 0 2 0,0 0 1 0,0 0-7 15,0 0 3-15,0 0 1 0,6-19-2 16,-6 19-2-16,0 0-3 0,7-8 1 0,-7 8-1 16,5-5 1-16,-5 5 7 0,2-6-12 0,-2 6 14 0,3-8-15 15,-3 8 9-15,4-4-3 0,-4 4 1 16,6-5 5-16,-6 5-9 0,0 0 4 0,0 0 4 16,1-6 1-16,-1 6-10 0,0 0 2 0,4-8 2 15,-4 8-1-15,2-6 0 0,-2 6 4 0,0 0-4 0,6-5 3 16,-6 5 0-16,0 0 1 0,6-5-1 0,-6 5-3 15,0 0 10-15,0 0-6 0,0 0-2 0,0 0-1 16,0 0 2-16,0 0 0 0,0 0 2 16,0 0 6-16,0 0-8 0,0 0 6 0,2-6 7 15,-2 6-1-15,0 0 0 0,0 0 6 0,0 0-7 16,0 0 4-16,0 0 1 0,0 0-6 0,0 0 1 0,0 0 1 16,0 0 1-16,0 0-10 0,-8 22 4 0,2-13 1 15,4 1 4-15,-3-1-9 0,1 2 3 16,0-2 5-16,2 2-3 0,-6-1-6 0,6 2 2 15,-2 1-4-15,1-3 7 0,-3 2-5 0,4 3 6 0,-3-5-3 16,3 1 0-16,-2-5-5 0,4 4-1 0,-5-4 4 16,5-6-3-16,-1 12-15 0,-1-7 1 0,2-5-6 15,0 12-5-15,0-12-14 0,0 10-16 0,0-10-15 16,2 10-56-16,1-6-139 0,-3-4 62 0</inkml:trace>
  <inkml:trace contextRef="#ctx0" brushRef="#br0" timeOffset="57024.67">13333 10514 72 0,'-4'-7'120'0,"4"7"-2"0,0 0-11 15,0 0-8-15,-5-6-10 0,5 6-12 16,0 0-13-16,0 0-5 0,0 0-6 0,0 0-5 0,0 0-6 16,0 0 1-16,0 0 0 0,0 0-6 0,0 0-4 15,13 15 1-15,-6-8-2 0,1 0-7 0,-4 0-4 16,5 1 11-16,-1-2-13 0,2 1 3 0,1-1-8 16,0 1 10-16,7-2-9 0,-5 0-19 0,3 1-26 15,0 0-15-15,4 0-20 0,-2-2-25 0,0 0-16 16,-4 2-61-16,-5-2-182 0,-1 1 81 0</inkml:trace>
  <inkml:trace contextRef="#ctx0" brushRef="#br0" timeOffset="57590.68">12544 10819 17 0,'-4'-5'94'0,"-2"1"-2"16,6 4-2-16,-5-9-5 0,5 9-1 0,-6-7-6 16,6 7-12-16,-3-3-8 0,3 3-2 0,0 0-6 15,0 0-7-15,0 0-9 0,0 0 3 0,0 0-7 16,0 0 2-16,0 0-6 0,0 0-4 0,0 0-2 16,14 16 5-16,-10-10-11 0,2 4 5 0,2 0-5 15,-4-1-2-15,1 2-2 0,1 1-3 0,-2-1 1 16,1 0 5-16,2-1 4 0,-4 1-15 0,5-1-2 15,-3-2 10-15,-1 1-5 0,0 1 9 0,1-5-12 16,0 1 6-16,-1 0-8 0,-2-3 8 0,1 3-5 16,-3-6 3-16,4 4 0 0,-4-4-1 0,4 7 1 15,-4-7 9-15,0 0 9 0,0 0 12 0,4 4-3 16,-4-4-1-16,0 0-7 0,0 0 0 0,1-21-4 16,-2 10-1-16,1 0-2 0,-4-8-6 0,4 2 0 15,0-2 7-15,0 0-11 0,2-7-1 0,-4 1 14 16,2 1-18-16,2 7 4 0,-2-2 1 0,-2 3-6 15,2 1 3-15,0 5-5 0,-2-2 4 0,2 7-15 16,0 5-13-16,0-13-25 0,0 13-20 0,2-8-14 16,-2 8 1-16,2-4 4 0,-2 4 3 0,0 0-7 0,0 0-12 15,0 0-63-15,21 11-169 0,-19-3 75 16</inkml:trace>
  <inkml:trace contextRef="#ctx0" brushRef="#br0" timeOffset="57963.89">12805 10927 109 0,'0'0'113'0,"0"0"-3"0,0 0-19 16,0 0-7-16,-6-23-8 0,6 12-1 0,0 1-13 0,0 1-3 15,2-1-5-15,-4 0 2 0,2 10-5 16,0-17-3-16,-2 10-14 0,2-4 0 0,0 2 1 15,0-2-1-15,0 0-8 0,0 0-1 0,2-1-3 16,-4 3 2-16,2 0-8 0,0 9-3 0,0-11 3 0,0 11-2 16,0-13-3-16,0 13 1 0,0-8-7 15,0 8 1-15,0 0 4 0,0-8-7 0,0 8 1 16,0 0 7-16,0 0-8 0,0 0 4 0,0 0-5 16,-10 26-5-16,4-14 3 0,1 6 5 0,-3 6-8 15,4-4 9-15,-5 5-1 0,3-2-2 0,2 1-3 16,1-6 4-16,2-1 0 0,1 0 2 0,-1 0-6 15,1-5 6-15,1 0-4 0,0-1-1 0,2-2 5 0,1 0 2 16,0-2 1-16,1-2-2 0,4 1-6 16,0-3-11-16,2 1-23 0,-1-3-32 0,3-1-19 0,-2-1-23 15,5-2-81-15,-5 0-203 0,1-3 91 0</inkml:trace>
  <inkml:trace contextRef="#ctx0" brushRef="#br0" timeOffset="58156.06">12852 10442 90 0,'-6'0'84'0,"6"0"-5"15,0 0-7-15,0 0-17 0,0 0-13 0,0 0-20 0,0 0-27 16,0 0-26-16,0 0-37 0,0 0-74 0,18 16 32 15</inkml:trace>
  <inkml:trace contextRef="#ctx0" brushRef="#br0" timeOffset="58910.96">12808 10859 25 0,'-5'-6'36'0,"5"6"-1"16,-9-6-8-16,6 1 4 0,3 5 0 15,-6-9-5-15,2 4-1 0,4 5 2 0,-5-9 12 16,3 4 2-16,2 5-5 0,-6-7 0 0,6 7-3 16,-6-6 1-16,6 6-4 0,-4-4-8 0,4 4-1 15,0 0 7-15,0 0-9 0,-7-5-2 0,7 5 5 16,0 0-7-16,0 0-5 0,0 0-1 0,0 0 0 15,0 0-1-15,0 0-5 0,-6 15 3 0,6-4 1 16,0 7 4-16,-3 6-1 0,1 2-1 0,2-2 4 16,0 3 3-16,1 1-4 0,-1-1 0 0,4 0 2 0,-8-1 0 15,3 2 1-15,-1 0-9 0,0-1 4 16,-3-3-2-16,3-4 6 0,-3-2-5 0,3-1 2 16,-2-1-8-16,2-4 5 0,0-1-4 0,1-1 8 15,1-1-3-15,-2 1 1 0,2-1-11 0,0-9-16 16,0 13-16-16,0-13-21 0,-2 10-15 0,2-10-59 15,0 7-137-15,0-7 60 0</inkml:trace>
  <inkml:trace contextRef="#ctx0" brushRef="#br0" timeOffset="59159.98">12841 10469 34 0,'0'0'61'0,"0"0"-21"16,0 0-16-16,0 0-11 0,0 0-28 0,0 0-12 15,0 0-28-15,0 0 13 0</inkml:trace>
  <inkml:trace contextRef="#ctx0" brushRef="#br0" timeOffset="95798.77">14133 11918 15 0,'0'-14'22'0,"2"4"-1"0,0-2-2 16,0 3 0-16,-2-2 5 0,0 5-7 0,0 6-5 16,3-13-4-16,-3 13-2 0,1-11-1 15,-1 11-6-15,1-6-1 0,-1 6-5 0,0 0-2 0,2-8 2 16,-2 8-5-16,0 0 5 0,0 0-2 0,0 0 3 15,0 0-4-15,0-8 2 0,0 8-7 0,0 0-17 16,0 0 7-16</inkml:trace>
  <inkml:trace contextRef="#ctx0" brushRef="#br0" timeOffset="96334.84">13530 11587 6 0,'0'0'26'0,"-4"-5"-2"0,4 5-15 0,0 0 2 16,-7-7-3-16,7 7-4 0,0 0 0 0,0 0 2 15,-8-2-3-15,8 2 0 0,0 0-3 0,0 0-3 16,-8-4-3-16,8 4 1 0,0 0 2 0,-8-4-3 16,8 4 5-16,0 0-3 0,0 0-2 0,0 0 0 15,0 0-5-15,0 0-12 0,0 0 6 0</inkml:trace>
  <inkml:trace contextRef="#ctx0" brushRef="#br0" timeOffset="99235.09">25127 10847 31 0,'0'0'77'0,"3"5"-7"0,-3-5-10 0,0 0-2 16,0 0-3-16,0 0-15 0,0 0-1 0,0 0-2 16,0 0-14-16,0 0-9 0,0 0-9 0,0 0-12 15,0 0-3-15,0 0-6 0,0 0-9 0,-17 3-10 16,17-3-1-16,-7 3-28 0,7-3-68 0,0 0 30 16</inkml:trace>
  <inkml:trace contextRef="#ctx0" brushRef="#br0" timeOffset="-104142.64">24955 11021 50 0,'0'0'109'0,"0"0"0"0,5-4-14 16,-5 4-4-16,0 0-11 0,0 0-6 0,0 0-9 16,0 0-4-16,0 0-2 0,0 0-7 0,0 0 3 15,0 0-13-15,0 0-4 0,0 0-3 0,0 0-6 16,0 0 3-16,0 0 1 0,0 0 9 0,0 0-5 16,6 18 2-16,-6-9-2 0,1 1 9 0,-1 0-21 15,3 1 2-15,-1 0-1 0,0 2 1 0,2-1-6 16,3 1-5-16,-4 0 3 0,3 2-1 0,-1-3-1 15,-1 3 1-15,1-3-9 0,1 1 4 0,-1-3 5 16,2 2-2-16,-2-2-6 0,3 0-1 0,-3 2 2 0,1-3-2 16,1 3 5-16,1 1-6 0,-2-2 1 15,1 0 1-15,0 0-5 0,-1 0 3 0,3 3-4 16,-1-3 2-16,1 0 3 0,-3-2 3 0,5 4-7 16,-3-3 1-16,0 0 0 0,0 0 3 0,4 3-5 15,1 1 1-15,-1-3-2 0,-4-1 6 0,8 1-9 0,-7 1 3 16,5 0 3-16,-1 0 2 0,-3 0-3 0,4 0-3 15,0-2-1-15,0 2 2 0,-1-2-1 16,3 1 0-16,-3 0 3 0,1-3-3 0,0 5 4 0,2-3 0 16,-2 1 0-16,0-1-4 0,4-1 2 0,-2 1 1 15,-1 0 2-15,1-1-1 0,2-2-3 0,-2 3 6 16,-1-1-4-16,4-3-1 0,-4 2 1 16,-3-3 1-16,5 3-4 0,-5-2 7 0,4 0-4 15,-5 0-1-15,6 0 5 0,-3-1-5 0,-3 1 3 0,7-2-5 16,-2 2 6-16,0-2-4 0,2 1-2 0,0-2 6 15,-3 3 0-15,4-2-2 0,-2 0-2 0,1 0 0 16,0-1-2-16,1 1 6 0,-1-2-3 0,-1 0-2 16,0-1 4-16,-4 1-7 0,3 0 5 15,-5 0-1-15,2 1-1 0,1 0 0 0,-2-1-2 0,0 0 5 16,1 1-4-16,1-3-2 0,-3 3 0 0,0 1 2 16,1-2-2-16,-1-1 5 0,0 3-1 0,-1-2-5 15,2-1 1-15,-1 1 1 0,1 0-1 0,-5 0 3 16,1 1-2-16,4 0 1 0,-7-3 0 0,1 2-2 15,3 0 6-15,-1 0-2 0,-8-2-5 0,13 1 6 16,-7 2-6-16,-6-3-2 0,14 1 5 0,-10 0-4 16,-4-1 6-16,9 0-2 0,-9 0 1 0,11 0-2 15,-11 0 1-15,7 2 1 0,-7-2-5 0,0 0 2 16,11-3 3-16,-11 3 0 0,9-1-3 0,-9 1 2 16,12-3-4-16,-6 3 3 0,-6 0 3 0,13-3-2 15,-5 1 0-15,-8 2 3 0,11-2-8 0,-3 0 4 16,-8 2-1-16,13-2 1 0,-7 0 2 0,-6 2-3 15,11-2-5-15,-11 2 4 0,8-2-3 0,-8 2 6 16,8-2 1-16,-8 2-4 0,0 0 2 0,0 0-2 16,9 0 1-16,-9 0-2 0,0 0 3 0,0 0 1 15,0 0-2-15,0 0 0 0,0 0 5 0,0 0-5 16,0 0-4-16,0 0 2 0,0 0-3 0,0 0 7 16,4 8-1-16,-4-8-1 0,0 0 9 0,-11 14-1 15,5-5 0-15,-4 0 4 0,-3 2-1 0,4 1-2 16,-5 1 2-16,3-1-2 0,-1 0 1 0,-1 0-1 15,2-1 2-15,-3 0 0 0,6-1-3 0,-1-1-1 16,-1 2-1-16,2-2-4 0,-1 1 3 0,0-2 0 16,4 0-1-16,-2-1-13 0,1-1-14 0,2 0-20 15,1 0-26-15,1-2-26 0,2-4-35 0,-5 7-34 16,5-7-116-16,-5 6-303 0,5-6 134 0</inkml:trace>
  <inkml:trace contextRef="#ctx0" brushRef="#br0" timeOffset="-103924.71">26432 11735 104 0,'-9'-5'185'16,"3"-3"-9"-16,-4 0-9 0,-1 1-6 0,0-1-2 15,-1 1-10-15,3 0-11 0,-6 0-1 0,1 4-19 16,3-3-12-16,-3 1-11 0,6 0-11 0,-1 4-7 15,-3-2-15-15,6 1-29 0,6 2-26 16,-13-4-36-16,13 4-28 0,0 0-28 0,-10-6-19 0,5 5-45 16,5 1-107-16,0 0-277 0,0 0 123 0</inkml:trace>
  <inkml:trace contextRef="#ctx0" brushRef="#br0" timeOffset="-103208.81">24952 11111 90 0,'0'-7'120'0,"0"7"-3"16,0 0 6-16,0 0-9 0,0 0-3 0,-1-10-9 16,1 10-13-16,0 0-6 0,0 0-2 0,0 0-6 15,0 0-3-15,0 0-3 0,0 0-2 0,-22 23-5 16,11-11-6-16,0 5-2 0,-9 2-5 0,1 2-8 16,2 0-3-16,-2-2-4 0,2 0 1 0,3-4-8 15,3-2 0-15,-2 3-7 0,-1-1-5 0,3-1-20 16,0-2-21-16,5 0-37 0,1-4-32 0,0 1-23 15,1 1-126-15,0-3-265 0,4-7 117 0</inkml:trace>
  <inkml:trace contextRef="#ctx0" brushRef="#br0" timeOffset="-103010.68">24960 11090 60 0,'6'-3'122'0,"-6"3"2"0,0 0-5 16,0 0-3-16,17 5-10 0,-11-3-10 0,4 1-10 0,-1 3-9 16,2 0-6-16,5-1-10 0,0 3-5 15,0 0-10-15,0-1-32 0,1 3-24 0,1 0-28 16,-2 1-33-16,-1-2-24 0,-1 3-62 0,-1-1-170 16,-3 1 76-16</inkml:trace>
  <inkml:trace contextRef="#ctx0" brushRef="#br0" timeOffset="-102546.68">24630 11807 49 0,'0'0'129'0,"0"0"-10"15,0 7 2-15,0-7 3 0,8 13 1 0,-3-4-1 16,1 1-3-16,7 4-3 0,-8 3-11 0,3 0-7 16,2 0-6-16,-2 2-7 0,5 5-10 0,-2-2-7 0,-3-4-2 15,3 4-6-15,1-5 0 0,-5-1-7 0,1-3-4 16,-3 0-3-16,4-2-5 0,-5-2-4 15,1 0-1-15,-1-1-4 0,0-2-3 0,0 0 0 16,-1-1-5-16,-3-5 0 0,4 8 8 0,-4-8 12 16,4 7 6-16,-4-7 7 0,0 0-4 0,0 0-5 0,0 0-5 15,14-12-5-15,-9 4-3 0,2-4-2 16,0 1-5-16,-2-5-1 0,3-1-5 0,0-1-1 16,2-6-2-16,0-3-1 0,0 0-5 0,-1 0 1 15,0 0-2-15,0-2 0 0,-1 2 1 0,0 0-8 0,-1 2 2 16,0 8 1-16,-3 0-4 0,0 6-1 0,-2 1-1 15,3 2-1-15,-4 1-14 0,3 0-24 0,-4 7-29 16,0-6-16-16,0 6-15 0,0 0-30 16,0 0-30-16,0 0-29 0,4 23-174 0,-12-8-389 0,2 2 172 15</inkml:trace>
  <inkml:trace contextRef="#ctx0" brushRef="#br0" timeOffset="-102082.57">25251 11901 42 0,'0'0'164'0,"0"0"2"0,0 0 2 0,0 0-6 16,-27 4-10-16,18 4-2 0,-3 4-18 0,1 2-10 16,-8 3-15-16,3 3-3 0,-1 1-12 0,-1-1-6 15,4 4-9-15,1-3-8 0,3-4-8 0,0 0-4 16,2 0-5-16,3-1-6 0,-1 1-2 0,2-4-5 15,2 5-6-15,2-8-1 0,1 4-2 0,1-4-2 16,3-1 0-16,1-2-2 0,-1 2-1 0,-1-5-1 16,1 2-1-16,4-2-2 0,-3 0-1 0,5-4 16 15,-2 1-16-15,-9-1 2 0,18-2-7 0,-11-2 3 16,3-1-4-16,-4 1 1 0,-1 1-1 0,3-2 0 16,-3-1-2-16,4-1 3 0,-4-1-4 0,1 1 2 15,-3-1-4-15,2-2-1 0,-2 2-2 0,-1-2-1 16,2 4 4-16,-1 0-2 0,-2-1 1 0,3 1-3 15,-4 6 1-15,4-10-1 0,-4 10-1 0,2-6-2 16,-2 6 2-16,4-4-8 0,-4 4 3 0,0 0-3 16,0 0 2-16,0 0 0 0,0 0-2 0,0 0 5 15,0 0-1-15,15 14-3 0,-13-8 4 0,-2 1-2 16,2 3 3-16,-2-2-3 0,1 3-2 0,1 0 3 16,-1 0 0-16,0-1 5 0,1 1-5 0,0 2 3 15,-2-4-13-15,0 1-22 0,2 0-21 0,-2-1-24 16,0 1-31-16,2-2-28 0,-1-4-37 0,-1-4-30 15,3 13-110-15,-3-13-338 0,0 0 150 0</inkml:trace>
  <inkml:trace contextRef="#ctx0" brushRef="#br0" timeOffset="-101753.69">25675 11966 3 0,'0'0'180'0,"-10"-10"-9"15,4 10-7-15,6 0-7 0,-19 2-5 0,6 3-8 16,-2 3-9-16,-1-1-10 0,1 3-10 0,-1 1-10 16,0 3-11-16,0-4-9 0,4 2-9 0,1-1 0 15,3 0-13-15,0-2-8 0,5 0-4 16,1 2-4-16,2-4-7 0,2 0-1 0,1 1-6 0,5-1-3 16,-2 1 3-16,7-1-5 0,-1-1-2 0,-1 1-4 15,3-4-3-15,-1 1-4 0,1 2-1 0,-3 0 0 16,-2-3-4-16,1 0 0 0,1 2-1 0,-5 0 2 15,2 2-3-15,-4-1-1 0,0-1-1 0,-2 2 4 16,-2 1-6-16,0 2 3 0,-4-1-3 0,-5 4 3 16,2-3-3-16,-4 0 2 0,-3 2-1 0,1-2 0 15,-4 2-3-15,3-1-4 0,-3-2-17 0,0 1-17 16,-2-2-35-16,2 0-17 0,5-1-50 0,1 0-33 16,-5-2-147-16,3 1-343 0,2-5 153 0</inkml:trace>
  <inkml:trace contextRef="#ctx0" brushRef="#br0" timeOffset="-101290.01">24545 12779 28 0,'-4'3'146'16,"4"-3"-1"-16,0 0 1 0,23 4-1 0,4-5-9 0,11 0-8 15,23-6-5-15,30-3-9 0,2-4-1 16,-1-3-11-16,1 4-2 0,2-3-8 0,-3-2 0 16,1 2-4-16,-1 0-10 0,-29 5-1 0,4 0-6 15,-2 2-8-15,-3-1-6 0,-1 3-3 0,-9-2-7 0,-14 3 6 16,-5 4-6-16,-1-3 2 0,-3 1-7 16,-12 3-6-16,-4 0 0 0,-3 0 2 0,0 0 2 15,-4 1 8-15,-6 0 4 0,11-1 3 0,-11 1 0 16,0 0-6-16,0 0-3 0,0 0-5 0,0 0-7 15,0 0 0-15,0 0-5 0,0 0-22 0,0 0-3 0,0 0-13 16,-27 4-22-16,27-4-26 0,-11 5-36 16,3-2-49-16,3-1-48 0,-2 1-49 0,-4 0-125 0,2 0-393 15,-2 0 174-15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16:47.1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13367 12292 14 0,'-9'-2'50'0,"9"2"-1"15,0 0-2-15,0 0-9 0,-14 1-3 16,14-1 5-16,0 0-1 0,0 0 7 0,-11-1-6 16,11 1-9-16,0 0 12 0,0 0-9 0,0 0-14 15,0 0 4-15,0 0 8 0,0 0-1 0,0 0-6 0,0 0 0 16,0 0-10-16,0 0-1 0,0 0 0 16,38-4 0-16,0 0 2 0,28-3-1 0,33-6-45 15,6 0-91-15,5-6-129 0,0 4 57 0</inkml:trace>
  <inkml:trace contextRef="#ctx0" brushRef="#br0" timeOffset="199733.48">13234 14227 41 0,'0'0'72'0,"-11"-3"-5"15,11 3 7-15,-7-3-7 0,7 3 1 0,-9-3 4 16,9 3-8-16,-11-3-4 0,11 3-6 0,-9-3-4 0,9 3 6 16,-9 0-17-16,9 0 2 0,-6-3-8 0,6 3 6 15,0 0-10-15,-12-2-1 0,12 2 2 16,0 0-2-16,0 0-1 0,-9-2 1 0,9 2-7 16,0 0 10-16,0 0-10 0,0 0-7 0,-9-1 3 15,9 1 4-15,0 0-3 0,0 0-2 0,0 0-8 0,0 0 9 16,0 0-12-16,0 0 7 0,0 0-2 0,0 0-4 15,0 0-4-15,0 0 0 0,0 0 2 16,0 0 0-16,0 0-6 0,0 0 22 0,0 0-10 16,0 0-3-16,0 0-2 0,0 0 8 0,0 0-2 0,0 0 0 15,22 11 1-15,-22-11-5 0,14 4-5 0,-5-1 8 16,0-1 1-16,5-1 0 0,-1 0 3 16,7 3 2-16,1-4-3 0,-4 1-1 0,4-1-2 15,8 0 2-15,-2 0-3 0,2 0 1 0,1-1-4 16,-1 0 5-16,2 1 8 0,0-2-4 0,1-1-5 15,-3 2-1-15,5-1 2 0,-3-1-8 0,1 2 0 0,-1 1 5 16,3-1 1-16,-1 0-3 0,1 0 5 0,-1-2-3 16,1 1 1-16,-2 1 2 0,3 1 0 15,-3 0-3-15,2-1-1 0,0-1 7 0,-2 2-8 0,1-1 7 16,0-1 1-16,1 2-2 0,0-1 7 0,-1 2-5 16,3-1 0-16,0-1 3 0,1-4-4 0,-4 4-3 15,1 0 7-15,0 0-3 0,-3 1-3 0,2-3 4 16,-1 3-2-16,1-1-2 0,-4 0-2 15,3-1 0-15,-4 1 0 0,2 1 1 0,-2-3 2 0,1 2-7 16,0 1 4-16,3-2 1 0,-5-1-2 0,2 0-1 16,2 2 8-16,-3-1 1 0,0 1 2 0,1-2-4 15,-2 3-1-15,1-4 0 0,0 4 3 0,0-4-6 16,1 3 2-16,-2-2-4 0,-4 2-1 0,-2 0 3 16,2-1 3-16,-2 2-6 0,0-2 6 15,-1-1-2-15,2 2 4 0,-3-2-3 0,4 2 1 0,-3 0-1 16,0-2 0-16,0 2-4 0,1 1 3 0,-3 0 1 15,2-1-2-15,0-2 4 0,-2 2-4 0,3 1-4 16,-2-2 4-16,3 1 1 0,-1-1 2 0,-3 2-1 16,3-3 0-16,-2 3-1 0,-1-1 2 0,2 1-5 15,-3-1-1-15,-1-1 1 0,2 2 1 0,-5-1 0 16,0 1 1-16,1-1-1 0,-2 1 7 0,0 0-3 16,0 0 4-16,-2 1-7 0,3-2 3 15,-3 1 0-15,-1-1 4 0,4 1-5 0,-6 0 1 16,2 0-2-16,0 1 3 0,0-1 0 0,-9 0 0 0,18 1-1 15,-10 0 0-15,-8-1-2 0,13 0 4 0,-13 0-5 16,11-1 0-16,-11 1-2 0,8 1 3 0,-8-1 0 16,6 2 3-16,-6-2-1 0,0 0 1 0,0 0-2 15,9 1 2-15,-9-1 1 0,0 0-1 16,0 0-3-16,0 0 3 0,9 1-1 0,-9-1 4 0,0 0-4 16,0 0 2-16,0 0 4 0,0 0-5 0,0 0 4 15,0 0-5-15,0 0 2 0,0 0 0 0,0 0-4 16,0 0-2-16,0 0 2 0,0 0 0 0,0 0-4 15,0 0 6-15,0 0-5 0,0 0 0 0,0 0-2 16,0 0 1-16,0 0-3 0,0 0 5 0,0 0-6 16,0 0-3-16,0 0-1 0,0 0-13 0,0 0-13 15,0 0-16-15,0 0-21 0,0 0-30 0,0 0-48 16,0 0-47-16,0 0-35 0,-19-11-167 0,0 7-423 16,-1-2 186-16</inkml:trace>
  <inkml:trace contextRef="#ctx0" brushRef="#br0" timeOffset="201937.42">7195 14105 10 0,'-8'-4'75'16,"8"4"-2"-16,-8-3-7 0,8 3-1 0,-7-6-3 16,7 6 6-16,-7-5-6 0,7 5-11 0,-9-5 4 15,9 5-7-15,-6-2 4 0,6 2-11 0,-6-4 4 16,6 4 7-16,0 0-5 0,0 0 1 0,-7-4-10 15,7 4 5-15,0 0-13 0,0 0-6 0,0 0 2 16,-6-3 2-16,6 3-8 0,0 0-2 0,0 0-1 16,0 0-3-16,0 0-7 0,0 0 3 0,0 0-13 15,0 0 15-15,0 0-4 0,0 0 2 0,0 0 2 16,30 8-5-16,-21-6 7 0,3-1 3 0,2 0 3 16,1 0 0-16,3 2 0 0,1-2 5 0,1 0 6 15,1 2-11-15,-2-2 10 0,10 0 4 0,-8 1-13 16,7-3-3-16,0 1 7 0,4 1 3 0,-4 0 1 15,4-1-2-15,-1-1 1 0,1 1 4 0,-1 0-1 16,-1 0 6-16,1 0-6 0,1-1-3 0,-1 1-5 16,1-1 7-16,1 3-4 0,-1-3-1 0,0 2-6 15,1-1 7-15,0-1-3 0,-1 0 1 0,2-1-2 16,-4 1 1-16,3 1-5 0,-1 1 2 0,5-1-1 16,-5-1-1-16,0 1 2 0,-1-2-2 0,2 2-1 15,-2 0 2-15,3-2-4 0,1 0 0 0,-3 1-3 16,1-1 4-16,-4 2-2 0,2-1 3 0,-1-1 0 15,-1-2-1-15,2 2-4 0,-2 0 4 0,0-1-1 16,-1 3-3-16,-1-2 1 0,1 1 3 0,1 1-5 16,-8 0 4-16,6-2-3 0,1 3-3 0,-6-1 0 15,-2 1 2-15,3-1-2 0,-2 0 2 0,-1 1-1 16,9 1 1-16,-1-2-5 0,-7 0 5 0,2 2-7 16,-2-2 5-16,7 3-2 0,0-2 1 0,-6-1 2 15,7 1-4-15,-7-1-2 0,0 2 4 0,6-2 0 16,-5 2 2-16,5-2-4 0,1 0 1 0,-2 3 2 15,1-1-3-15,-1-3 4 0,2 1-4 0,-7 0-1 16,7-1 4-16,-2 2-2 0,-5-1 3 0,7-1-3 16,-8 1 3-16,8-1 0 0,-1-1 1 0,0 4-2 15,1-4 3-15,-1 2-3 0,0 0 0 0,-8 2 5 16,8-4-2-16,-6 2-2 0,6 0-2 0,-1 0 3 16,-6 0 1-16,7 0-3 0,-7 0-1 0,7 2 2 15,2-2-5-15,-10 0 4 0,10 0 1 0,-11-2-4 16,10 4 3-16,-1-2-2 0,-1 0-1 0,0 0 2 15,1 1-2-15,0-2 1 0,0 1-1 0,-1-2 1 16,0 2-2-16,-5-2 4 0,6 0-1 0,-6 2-1 16,-1-1 2-16,6-3-1 0,1 2-1 0,0 2-3 15,-1-2 0-15,-5 0 2 0,0 1-2 0,6 1 1 16,0-2 0-16,-6 1 1 0,-1-1 1 0,8 1-3 16,-8-1 0-16,7 0 0 0,-1 0 8 0,-5 1-8 15,0 1 4-15,7-2-3 0,2 2 0 0,-11-2 0 16,2 2-2-16,7-1-2 0,-1-2 1 0,-7 2-1 15,7-1 0-15,-6 2 0 0,1 0 1 0,-3-3-2 16,2 3 5-16,1 0 0 0,-4-1-4 0,4 1 1 16,-3-3 1-16,2 1-1 0,0 2 2 0,5-1-3 15,-7 2 0-15,1-1 0 0,-1-1 0 0,3 1 1 16,4-1 2-16,-9 1-5 0,4 0 2 16,-1 0 2-16,0 1-2 0,1 0 2 0,0-2-1 0,-2 1 0 15,0 0 0-15,3 1-1 0,-4-2-1 0,4 1 2 16,0 0 2-16,-5 0-4 0,4 0 0 0,-3 0-1 15,2-1 2-15,7 1 2 0,-8 0 0 0,9 0-3 16,-8-1 0-16,0 1 3 0,7 0 3 16,-6 0-5-16,-1-1 0 0,0 1 10 0,7-3-11 0,0 0 3 15,2 3-2-15,-3-1 1 0,1-1 0 0,0 2 2 16,2 0-2-16,-3 0-2 0,2 0 2 0,-3-2 2 16,3 4-1-16,-3-4-2 0,-2 2-3 0,1 0 3 15,4 2 3-15,-9-2-4 0,9-2 1 0,-2 0 7 16,1 2-8-16,-1 0-1 0,1-2 1 0,0 1-3 15,-6 1 6-15,0 0-3 0,-1 0 3 0,6-1-2 16,4-1 0-16,-11 2 0 0,2-1 1 0,6 1-1 16,-6 1-1-16,-2-2 0 0,1 1 4 0,1 0-5 15,-1 0 4-15,0 0 4 0,0 1-6 0,-1 1-3 16,0-2 3-16,1 0-1 0,1 1 3 0,-2 0-4 16,-2 1 1-16,0 0 1 0,0-2 2 15,1-2-1-15,-2 2 1 0,-1 0-4 0,1 4 2 0,-4-4-1 16,4 2 2-16,-1-1-2 0,-3 1 0 0,1-1 0 15,-1 0 2-15,0 2-1 0,-3-2 4 0,3-1-5 16,1 1 2-16,-3 0-3 0,0 1 4 16,3-2 3-16,-3 1 1 0,2 1-1 0,-4-2-6 0,4 1-1 15,-3 1 1-15,1-2 5 0,0 1-6 0,-2-1 0 16,0 2 4-16,0-1 0 0,5-1-3 0,-5 1 9 16,1 1-12-16,0-1 1 0,-1 2 1 0,-1-4 6 15,4 2-5-15,-1-1 1 0,-2 2 1 0,3-1 1 16,-1-1 3-16,-3 0 0 0,4 3-4 0,-5-3 1 15,4 1 1-15,0 1 0 0,0-3-1 0,-2 3 1 16,3-1-2-16,-1-1-2 0,-3 1 3 0,-8-1 0 16,15 0 4-16,-5 2-3 0,1-2-3 0,1 1 1 15,-3 0 7-15,2-1-6 0,1 0 2 0,-4 0 1 16,3 0-3-16,-3 1-4 0,3-1 4 0,-3 2-1 16,4-2 0-16,-1 0 1 0,-3 0 0 0,0 2 2 15,-8-2 2-15,15 1-6 0,-6-1 4 0,1 0 6 16,-4 0-10-16,3 2-1 0,-9-2 4 0,14 0 0 15,-5 1-6-15,-9-1 7 0,12 0-2 0,-7 0 0 16,-5 0-2-16,12 1 3 0,-12-1-1 16,8 0 0-16,-8 0-2 0,0 0-3 0,9 2 3 0,-9-2 4 15,0 0-3-15,0 0-1 0,0 0 0 0,10 0 0 16,-10 0 2-16,0 0-2 0,0 0 2 0,0 0-2 16,0 0 5-16,0 0-4 0,0 0-1 0,0 0-3 15,0 0 5-15,0 0-3 0,0 0-12 0,0 0-7 16,0 0-11-16,0 0-19 0,0 0-17 0,0 0-26 15,0 0-23-15,0 0-32 0,0 0-16 0,0 0-27 16,0 0-11-16,9 0 2 0,-9 0 1 0,0 0-134 16,13 0-360-16,-4 1 160 0</inkml:trace>
  <inkml:trace contextRef="#ctx0" brushRef="#br0" timeOffset="202370.04">15468 14175 46 0,'0'0'62'0,"0"0"1"0,0 0 4 0,0 0-7 16,0 0-9-16,0 0-4 0,0 0 1 0,0 0-5 16,0 0-2-16,0 0-8 0,0 0-11 0,0 0-2 15,0 0-11-15,0 0-14 0,0 0-5 0,0 0 1 16,0 0-7-16,0 0-3 0,0 10-8 0,0-10-16 0,12 1-38 16,-5-1-87-16,2 0 38 0</inkml:trace>
  <inkml:trace contextRef="#ctx0" brushRef="#br0" timeOffset="204187.58">19237 13972 21 0,'0'0'73'16,"0"0"-10"-16,0 0-4 0,0 0-4 0,0 0-5 16,0 0-3-16,-8-12-13 0,8 12 5 0,-6-3-7 0,6 3 4 15,-10-3-14-15,10 3 4 0,-16-4-11 16,7 3 7-16,-1-1-3 0,-4 2-6 0,1-1 1 15,1 1 3-15,-5 0-6 0,-2 0 0 0,2-2-5 16,-2 4 1-16,2 0-2 0,-2-1 1 0,0 0-1 0,2 2-3 16,-3-2 0-16,0 3 2 0,0 0-10 0,0-4 5 15,2 4 0-15,-2-3 0 0,-1 3 2 0,1-2-3 16,-2 0 2-16,2-1 0 0,-2 2 0 16,1-1-2-16,2-1 4 0,0-1-2 0,0 4 8 0,0-3 6 15,2 1-2-15,-2-1-2 0,9 0-4 0,-3 0 7 16,5 1-5-16,-2-4-6 0,4 5 10 0,6-3-1 15,-13 3-12-15,13-3 5 0,-8 0 2 16,8 0 0-16,-6 3-7 0,6-3 5 0,0 0-2 16,0 0 8-16,0 0 4 0,1 10 7 0,-1-10 1 0,0 0 4 15,10 9-3-15,-5-5-4 0,3-2-5 0,2-1 3 16,1 2-6-16,1 0 8 0,0-2-3 0,1 2 3 16,4-1-5-16,3 0 5 0,-1 1 1 0,1-1 3 15,7-2 2-15,-4 2-6 0,4 0 0 16,0-1-1-16,1 2 2 0,-1-3 7 0,3 0-2 0,0 1-5 15,-1-2-5-15,1 1 5 0,-1 1-6 0,-1 0 6 16,3 0-5-16,-2-1 3 0,2 0-1 0,-1 2 1 16,-1-4 3-16,-3 3-3 0,3-1-4 0,-1 0 4 15,2-2 0-15,1 2-1 0,-1 1 3 0,-1-2 8 16,2 1-4-16,-11 0-2 0,9 0-3 0,-1 1 1 16,0-1-1-16,1 1-2 0,-4-3-5 0,5 3 2 15,-1 0 3-15,2 0-3 0,-1 1-3 0,0-2 3 16,1 2-2-16,-2-1-1 0,2-1 3 0,-1 2 0 15,1-2-3-15,-2-2 3 0,2 4 3 0,-2-2-5 16,1-2-4-16,-3 0 3 0,-5 2-8 0,7-1 2 16,1-1-1-16,-2 0 3 0,-7 2-3 0,8 0 4 15,-1-1-3-15,-6 0 1 0,6-3-2 0,-10 4 3 16,1-1 0-16,-2 1-1 0,-3 1 6 0,3-3-6 16,-3 2-4-16,-3-1 1 0,3-1-5 0,-4 2 3 15,1-2-3-15,0 2 3 0,-1-1-1 0,-2-1 4 16,-8 2-1-16,14-2 4 0,-7 0-3 0,-7 2 1 15,11-1 4-15,-3-1 1 0,-8 2 6 0,12-1 1 16,-5-2-2-16,2 1 0 0,-2 0 1 0,4 0 1 16,-4-1 0-16,2 0-6 0,2 2 3 0,-1-1 1 15,1 2-4-15,1-4-1 0,-2 1 1 0,3 0 1 16,0 0-3-16,4-1 1 0,-1 0 0 0,2 0-2 0,1 1-2 16,-1-2 2-16,2 4 3 0,1-4-5 0,0 0 0 15,0 0-2-15,2 4-1 0,-3-2 3 16,2 1-2-16,1 0-2 0,-2-1-1 0,7 2 4 15,-8-3-3-15,0 3-1 0,1 0-1 0,2 1 3 0,-3-2-1 16,11 2 2-16,-12-2 0 0,9 1 3 0,-7 1 1 16,-3 0 0-16,2 0 4 0,2 0-4 15,-2 0-1-15,2-2 2 0,1 4 2 0,0-2-1 16,4-2-1-16,-7 4 1 0,8-2 0 0,-6 0-3 16,0-2 4-16,5 4 0 0,-4-2 1 0,-2 0 8 0,7 0 1 15,1-2-8-15,-10 0 6 0,4 2-1 16,-2-2-2-16,8-1 2 0,-10 3 0 0,9-2 2 15,-1 1-3-15,-6 0 0 0,0-3-1 0,1 5 1 16,-1-1 3-16,-3-1-5 0,4 2 5 0,0-2-1 0,-4 0-1 16,9 3 1-16,-5 1 0 0,-1-3-4 0,-3 0 2 15,2 0-2-15,-1 1 0 0,-2 0-3 16,1-1-1-16,-1 2 0 0,2-2 1 0,-3 0-4 0,-2 0 2 16,3 0 0-16,2 0 2 0,2 0-1 0,-2 0 0 15,-1 0 0-15,2-3 1 0,1 2 0 0,-1 2 6 16,2-2-4-16,-4-2 6 0,1 3-6 0,1 0-2 15,-1 0-2-15,-1 0-2 0,0 3 4 0,-1-6-1 16,0 6 1-16,-2-6-3 0,-2 3 1 0,2-1-1 16,3 1-1-16,-4 1 0 0,5-2 1 0,-5 0-2 15,-1 3 6-15,2-3-5 0,-2 1 2 0,6 1 3 16,-7-1-5-16,2 0 1 0,0 3 0 0,0-3 4 16,2-3-3-16,-4 2 0 0,2 2 0 0,0 2-5 15,3-6 2-15,-4 3 3 0,8-1 2 0,-8 1-3 16,7-1 1-16,-2 1-3 0,-1 0-1 0,3 0 6 15,-2 0-7-15,0-1-2 0,-5 1 6 0,6 1-2 16,0 0 2-16,-2 0 2 0,-3 2-6 16,0-3 4-16,0 0 2 0,-1 2-5 0,-3 0 1 0,4-2-2 15,-2 0 5-15,2 3 3 0,-2-1-6 0,0-2 3 16,-1 0-1-16,1 1-2 0,1-1 1 0,-3 0-3 16,-2 0 1-16,-1 0-4 0,-7 0-1 0,13 0 2 15,-13 0 1-15,9 0 1 0,-9 0 0 0,0 0-8 16,10 0-7-16,-10 0-7 0,0 0-13 0,0 0-10 15,0 0-20-15,9 0-27 0,-9 0-27 0,0 0-34 16,7 3-24-16,-7-3-34 0,9 3-22 0,-6 0-194 16,0 3-455-16,5-2 202 0</inkml:trace>
  <inkml:trace contextRef="#ctx0" brushRef="#br0" timeOffset="206059.5">25134 13976 26 0,'0'0'64'0,"0"0"-11"0,0 0-4 0,0 0-4 16,-13-18-2-16,13 18 0 0,0 0-3 0,0 0-5 16,-10-1 10-16,10 1-1 0,0 0-3 0,0 0-7 15,-11-2 2-15,11 2 3 0,0 0 2 0,-13 0-11 16,13 0 2-16,-12 2-1 0,4-1-5 0,0 1-1 15,-1 0 6-15,-1-2-10 0,3 1-6 0,-2 1 7 16,-3 0-6-16,2 0 5 0,1 1 5 16,-1-2 5-16,-1 1-16 0,-1 0 10 0,3 0-5 0,-1-2-1 15,3 2 6-15,7-2 0 0,-14 1 4 0,8 1-4 16,6-2 3-16,-9 1-3 0,9-1 1 16,-9 2-3-16,9-2 13 0,0 0-13 0,0 0 0 0,-8 2-2 15,8-2 9-15,0 0-5 0,0 0 1 0,0 0-1 16,0 0 2-16,-5 3-4 0,5-3 6 0,0 0 2 15,0 0-1-15,0 0-2 0,0 0 0 0,24 6-2 16,-17-6 1-16,1 1-3 0,4 2-2 0,-1-1 0 16,-1 1 2-16,1-1 0 0,2 0 0 0,1 0 1 15,3 0 2-15,-1 0-4 0,0 1-1 0,4 1 0 16,-1-3-1-16,2 2 0 0,-1 0 2 0,8 0 2 16,1 0-4-16,-10-1 5 0,4 2-2 0,3 0 2 15,-5-3 3-15,1 2 3 0,-1 1-4 0,7-1-3 16,-1 2 5-16,1-2-6 0,-7 0 4 0,-1-1 1 15,1 2 2-15,-2-2-5 0,3 2-2 0,6 0-2 16,-8-2 1-16,7 3-4 0,-5-4 4 0,-3 0 0 16,0 3-4-16,-1-2 4 0,3 0-2 0,-4 0-20 15,0-1 5-15,-4 1-4 0,1-2 0 0,5 1 2 16,-1 0 5-16,-5-1 2 0,2 0 11 0,-3 2-7 16,-1-2 1-16,3-2 2 0,-2 2 2 0,2 2 6 15,-3-2-11-15,-1 0 0 0,4 0-1 0,-3 0 5 16,1 0-4-16,1 0 0 0,-2 0-1 0,1 0-2 15,1 0 0-15,1 0-4 0,1 0-1 0,-4 0 2 16,3 0-2-16,-1 0 4 0,-1 1-7 0,1-1 2 16,1-1 1-16,-1 1-4 0,-2-2 2 0,3 1 0 15,3 1 4-15,-3-1-1 0,-1 1-2 0,1-2 4 16,-3 1-2-16,6-2 4 0,-4 1-5 0,0 1 2 16,1-2 4-16,1 1 1 0,1 1-2 0,-5 1 2 15,1-2-2-15,-1 2 2 0,0-1-6 0,2-1 2 16,-4 1-4-16,5 0 4 0,-5 1 6 0,0-2-2 15,1 1-5-15,0 0 3 0,-1 2-7 0,-9-1 0 16,20-2-1-16,-13 2 2 0,0-3-1 0,-7 3-4 16,16 0 6-16,-8-1 0 0,1 0 3 0,1-1-4 15,-1 1 2-15,1-2 0 0,2 3-3 0,-3-1 0 16,2-1 3-16,1 2 0 0,-2 0 0 0,-1 0 2 16,3 0-1-16,-3-2 0 0,2 2 3 0,0 0-1 15,-2-1 0-15,0 2-5 0,-9-1 1 0,18-1 6 16,-11 0-8-16,1 0 2 0,-8 1-2 0,17 0 3 15,-6-2-3-15,-3 2 7 0,6 0-10 0,-5 0 10 16,3 0-10-16,-1 0 1 0,0 0 4 0,0-1 10 16,0 0-12-16,-2 0-2 0,3 2 13 0,-3-2-11 15,-9 1 8-15,16 0-8 0,-8 0-2 0,1-1 8 16,-2 0-4-16,-7 1 3 0,20 1 1 0,-13-1 4 16,1 0-5-16,-8 0-2 0,14-1 3 0,-5 0-4 15,1-1 4-15,-10 2 0 0,13-1-6 0,-2 0 4 16,1 2-3-16,-1-1 0 0,-1 0-4 0,2 0 0 15,-1 0 5-15,0 0-2 0,-1 1 1 0,2 1 5 16,-3-2-8-16,1 0 4 0,-10 0 1 0,13 0-2 0,-3-2 0 16,0 2 3-16,-1 0-8 0,5 2 3 0,-3-2 3 15,2 0-3-15,-1-2-1 0,1 4 2 16,1-1-3-16,-5 0 7 0,4-1-4 0,-1 1 0 16,-2-1-4-16,-1 0 2 0,3 1 4 0,-3-2-6 15,-9 1 4-15,16 0-4 0,-9 1 3 0,-1 0 2 16,-6-1-5-16,13 0-1 0,-1 1 7 0,-3-1-6 15,2 0-1-15,3-1 6 0,-4 1-4 0,2 0-2 0,-3 1 3 16,2-1 0-16,-2 0 3 0,-9 0-3 16,14-1 3-16,-5 1 10 0,0 0-12 0,-9 0 0 15,13 0 2-15,-6 0 2 0,-7 0-4 0,16-1 4 0,-10 1-5 16,3 1 6-16,-1-1-5 0,-8 0 0 0,15 0 2 16,-15 0 1-16,11-1 5 0,-11 1-12 15,11 1 8-15,-11-1-4 0,9-1 4 0,-9 1 0 16,13 1-1-16,-13-1 0 0,15 0-4 0,-9 0 6 15,1 1 2-15,-7-1 1 0,14 2-3 0,-14-2-2 16,8-2 2-16,-8 2 2 0,9 2-6 0,-9-2 2 16,0 0-2-16,0 0 0 0,12 1 6 0,-12-1-5 15,0 0-3-15,8 0 3 0,-8 0-3 0,0 0 2 16,9 1 9-16,-9-1-11 0,7 3-3 0,-7-3 5 16,0 0 0-16,0 0-4 0,9 0 4 0,-9 0-1 0,0 0-2 15,0 0-1-15,0 0-18 0,0 0-15 0,9 0-14 16,-9 0-11-16,0 0-19 0,0 0-20 0,0 0-17 15,0 0-21-15,0 0-12 0,0 0-7 16,0 0-14-16,0 0-37 0,0 0-30 0,0 0-223 16,-23 15-495-16,12-13 219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18:37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30455 5257 49 0,'0'0'64'0,"0"0"0"0,0 0-8 0,-10-1 8 16,10 1-7-16,0 0-2 0,-9 1-12 0,9-1 4 16,0 0 3-16,0 0-5 0,-9-3-1 0,9 3-1 15,0 0-17-15,0 0 18 0,-12 0-8 0,12 0 0 16,0 0-5-16,-8 2 5 0,8-2 0 0,0 0-5 15,0 0-2-15,-9 0 4 0,9 0-10 0,0 0 4 16,0 0 0-16,-10 0-6 0,10 0-1 0,0 0-3 16,0 0 5-16,0 0-1 0,0 0 5 0,0 0-2 15,-11-2-1-15,11 2 4 0,0 0-2 0,0 0-7 16,0 0-9-16,0 0 22 0,0 0-11 0,0 0 3 16,0 0-20-16,0 0 17 0,0 0 1 0,0 0 0 0,-9-2-8 15,9 2 4-15,0 0-1 0,0 0 5 16,0 0-4-16,0 0 2 0,0 0 3 0,0 0-2 15,-10 1-1-15,10-1-2 0,0 0 4 0,0 0-7 16,0 0 5-16,0 0-3 0,0 0 3 0,-10 1-8 16,10-1 2-16,0 0-4 0,0 0 3 0,0 0-4 15,0 0 0-15,0 0 3 0,0 0-2 0,0 0 2 16,0 0-6-16,-11-1-3 0,11 1 3 0,0 0-4 16,0 0 6-16,0 0-3 0,0 0 1 0,0 0 2 15,0 0-3-15,0 0 3 0,0 0 1 0,0 0-1 0,0 0 5 16,0 0 2-16,0 0-1 0,0 0 0 15,0 0-2-15,-9-1 4 0,9 1 0 0,0 0-2 16,0 0 1-16,0 0-3 0,0 0 1 0,0 0-1 16,0 0-2-16,0 0-1 0,0 0 6 0,0 0-8 15,0 0 2-15,0 0-5 0,0 0-3 0,0 0 3 16,0 0 3-16,0 0 2 0,0 0-5 0,0 0 0 0,0 0 3 16,0 0-3-16,0 0-1 0,0 0-3 15,0 0 5-15,0 0-4 0,0 0 5 0,0 0-5 16,0 0 2-16,0 0-1 0,0 0 2 0,0 0-3 15,0 0 3-15,0 0 0 0,0 0 0 0,0 0-4 16,0 0 0-16,0 0-3 0,0 0 5 0,0 0 2 16,0 0-4-16,0 0 5 0,0 0-3 0,0 0 1 15,0 0-1-15,0 0 2 0,0 0-3 0,0 0 3 16,0 0-1-16,0 0-4 0,0 0 5 0,0 0-5 16,0 0 0-16,0 0 2 0,0 0 2 0,0 0-2 15,0 0 1-15,0 0 2 0,0 0-3 0,0 0 3 16,0 0 1-16,0 0-1 0,0 0 4 0,0 0-12 15,0 0 6-15,0 0 4 0,0 0-6 0,0 0 7 16,0 0-3-16,0 0-3 0,0 0-2 0,0 0 6 16,0 0-3-16,0 0 2 0,0 0-4 0,0 0 4 15,0 0-1-15,0 0-1 0,0 0 4 0,0 0-8 16,0 0 2-16,0 0 2 0,0 0 4 0,0 0-4 16,0 0 1-16,0 0-1 0,0 0 2 0,0 0 2 15,0 0-5-15,0 0 1 0,0 0 0 0,0 0-3 16,0 0 5-16,0 0-8 0,0 0 5 0,0 0 0 15,0 0 4-15,0 0-1 0,0 0 0 0,0 0-2 16,0 0 0-16,0 0-2 0,0 0 1 0,0 0 3 16,0 0-6-16,0 0 3 0,0 0 2 0,0 0-1 15,0 0 2-15,0 0-4 0,0 0 5 0,0 0-4 16,0 0 3-16,0 0-1 0,0 0 1 0,0 0-4 16,0 0 5-16,0 0 0 0,0 0 0 0,0 0-1 15,0 0 1-15,0 0 0 0,0 0 2 0,0 0-1 16,0 0-1-16,0 0 0 0,0 0 3 0,0 0-8 0,0 0 1 15,0 0 1-15,0 0 4 0,0 0-5 16,0 0 0-16,0 0 0 0,0 0 1 0,0 0 0 16,0 0 3-16,0 0-4 0,0 0 0 0,0 0 3 15,0 0 0-15,0 0 5 0,0 0-4 0,29 4 2 16,-29-4-2-16,11-2 1 0,-11 2-1 0,17 0 3 16,-10 0-3-16,4 0-3 0,1-1 4 0,0 1-2 15,-2-1 0-15,3 1 0 0,0 0-1 0,5 0 0 16,-7-1 2-16,1 0-2 0,3 1 2 0,-3 1-2 15,3-2 1-15,-4 0 2 0,3 1 6 0,0 0-8 16,-3 0-2-16,0-2 3 0,2 2 3 0,0-1-9 16,-3 1 1-16,2-1 0 0,-1-1 2 0,-1 1 5 15,0 0-4-15,2 2 4 0,-2-1-3 0,-2-1-2 16,4 1 2-16,-1-1-4 0,-3-1 4 0,2 2-1 16,0 0 1-16,-1 0-1 0,2 0 2 0,1-1-7 15,-2 2 0-15,1-2 4 0,-3-1-1 0,3 1 3 16,-11 1-4-16,17 0 4 0,-9-1-3 0,3 2 0 15,-2-1 0-15,-9 0 0 0,18-1-1 0,-8 0-1 16,1 1 8-16,-2 0-8 0,-9 0 6 0,16 0-6 16,-9-1 4-16,2 1 1 0,1 0 0 0,-10 0 0 15,17 0 0-15,-9 0-1 0,0 0 6 0,4-2-4 16,-5 2 29-16,5 3-7 0,-2-4-1 0,-1 2 0 16,1-1-4-16,0 0-1 0,1 1-1 0,0-1-4 15,-1 0-1-15,-1 0-2 0,-9 0 0 0,16 0-1 16,-5 1-2-16,-2-1 5 0,0 0-4 0,4 0 2 15,-2 0-3-15,0 0 2 0,-2 1-6 0,-9-1-2 16,19 0 4-16,-13 0-2 0,1 3 1 0,3-4-5 16,-10 1 3-16,14 1 1 0,-8-1 3 0,-6 0-2 15,18-1 0-15,-8 1 2 0,-10 0-5 0,14 0 8 16,-2 1 2-16,-3-1 0 0,3 0-4 0,-1 0 3 16,-3 0-4-16,2 0 0 0,0 0-1 0,-1 0 1 15,2-1-1-15,-3 2-4 0,2-2 5 0,-10 1-5 16,18 1 0-16,-10-2-1 0,1 1 0 0,-9 0 3 15,19 0-1-15,-9 1 0 0,-1-1-2 16,-3 2-2-16,-6-2 3 0,15 0-5 0,-7 0 5 0,-8 0-1 16,13 0-1-16,-5 0 7 0,-8 0-1 0,15 0-1 15,-7 0 7-15,-2 1-2 0,2 0 5 0,-8-1-2 16,14-1 1-16,-14 1 0 0,13-1-2 0,-6 1 1 16,-7 0-3-16,11 0 2 0,-11 0-1 0,10 1-6 15,-10-1 3-15,11-1-1 0,-11 1-2 0,0 0-1 16,13 1-2-16,-13-1 3 0,8-1-4 0,-8 1 2 15,0 0-1-15,10 0 2 0,-10 0 0 0,0 0-2 16,0 0 0-16,0 0-8 0,9 0-15 0,-9 0-17 16,0 0-21-16,0 0-22 0,0 0-36 0,0 0-37 15,0 0-56-15,0 0-219 0,0 0-463 0,0 0 205 16</inkml:trace>
  <inkml:trace contextRef="#ctx0" brushRef="#br0" timeOffset="1977.12">31595 4050 45 0,'0'0'110'15,"0"0"-12"-15,-1-8 12 0,1 8-16 0,0 0 9 16,0-10-7-16,0 10 2 0,0 0-4 0,0-9-3 0,0 9-5 16,0 0-2-16,0 0-9 0,0 0 1 0,0 0 0 15,-2-8-7-15,2 8-6 0,0 0 0 0,0 0-15 16,0 0 7-16,0 0-9 0,0 0-2 15,0 0 0-15,0 0-9 0,0 0-5 0,0 0-3 16,0 0-4-16,0 0-3 0,0 0-4 0,0 0 0 16,0 0 0-16,0 0-2 0,0 0-7 0,0 0-1 0,0 0 1 15,0 0 0-15,0 0-3 0,0 0 0 0,0 0 2 16,0 0-15-16,0 0 16 0,0 0-4 0,4 26 0 16,-2-21 0-16,-1 4 2 0,-1-2-5 15,0-7-5-15,1 13 5 0,-1-6 3 0,0 3-3 16,1-1-2-16,-1 2 6 0,0-2-1 0,0 3 0 15,2-2 4-15,-2 0-2 0,0 3 1 0,1-1 1 16,0-1 2-16,1 1-2 0,-2-2-2 0,0 6 8 16,-2-4-5-16,5-1 1 0,-3 0-1 0,2 1 4 15,-2 0-5-15,0-1-1 0,0 2 3 0,0-1 3 16,2-2 4-16,-2 1-1 0,3 2 1 0,-1-2-4 16,-2-1 6-16,1 1 3 0,-1 0-6 0,1 0 2 0,0-1 2 15,1-2-7-15,-1 1 3 0,0 1 0 0,1 0 2 16,-1 0-6-16,2-2 1 0,-3 3-1 15,1-3 2-15,0 0-4 0,-1-8 0 0,1 13-3 16,1-6 4-16,-2 3-4 0,1-2 2 0,0 0-7 16,1 0 1-16,-1 0 5 0,0 1-2 0,-1-1-1 15,0 1 3-15,1 1-4 0,2-3 0 0,-3-7 1 16,2 17 0-16,-2-8-3 0,2-2 7 0,-1 1-3 16,0 0-2-16,0-2 5 0,-1-6-6 0,0 17 3 15,2-10 0-15,-2 0 3 0,0-7-5 0,2 13 6 16,0-6-4-16,-1 0 5 0,0 1-2 0,-1-8 3 15,3 11-5-15,-2-3 0 0,-1-3 0 0,0-5-1 16,1 12 3-16,1-6-1 0,-2-6-3 0,1 12-3 16,-1-7 3-16,0-5 1 0,1 13-2 0,1-9 0 15,0 2-3-15,-2-6 4 0,1 12-3 0,2-6 3 16,-3-6-4-16,2 11 5 0,-2-5-3 0,2 1 2 16,-1 1-1-16,1-1 6 0,-2-7-1 0,3 13 3 15,-3-7-1-15,0-6 1 0,3 11-5 0,-3-11 4 16,1 9-4-16,-1-9 2 0,0 10-3 0,0-10 3 15,1 10-2-15,0-4 3 0,-1-6-4 0,3 10 4 16,-2-4-2-16,2 0 3 0,-3-6-3 0,2 10 3 16,-2-10-4-16,2 10 2 0,-2-10 0 0,1 6 3 15,-1-6-6-15,0 9 2 0,0-9 0 0,2 8-1 16,-2-8-2-16,2 8 1 0,-2-8 0 0,4 6 2 16,-4-6 3-16,0 8-5 0,0-8-2 0,0 0-1 15,1 10 2-15,-1-10 2 0,1 6-2 0,-1-6-1 16,0 0 2-16,1 9 0 0,-1-9-2 0,0 8 6 15,0-8-4-15,3 8 1 0,-3-8-3 0,1 6 8 16,-1-6-9-16,0 0 0 0,3 9 2 0,-3-9-4 16,0 0 4-16,0 8-2 0,0-8 0 0,1 7-2 0,-1-7 1 15,0 0 1-15,0 9-1 0,0-9-2 16,0 0 1-16,3 8 5 0,-3-8-5 0,0 7 3 16,0-7-2-16,0 0 5 0,0 8-3 0,0-8 2 15,2 7-2-15,-2-7 6 0,2 8-4 0,-2-8-4 16,1 6 2-16,-1-6 4 0,0 0-4 0,-1 11 3 15,1-11 2-15,0 8 1 0,0-8 0 0,1 9-1 16,-1-9 1-16,1 10-1 0,-1-10 1 0,1 9 1 16,-1-9-2-16,4 6 0 0,-4-6-3 0,0 7 3 15,0-7-6-15,0 0 4 0,1 13-5 0,-1-13 5 16,2 6-4-16,-2-6 6 0,0 0-5 0,0 12 2 16,0-12-4-16,0 5 4 0,0-5-4 0,0 0 3 15,1 11 2-15,-1-11-3 0,0 7 6 0,0-7-8 16,2 5 2-16,-2-5 0 0,0 0-1 0,2 9-2 15,-2-9 3-15,0 7 0 0,0-7-4 0,0 0 3 16,2 10-1-16,-2-10 2 0,0 6-1 0,0-6-4 16,0 0 6-16,2 9-2 0,-2-9 0 0,0 0-2 15,2 9-3-15,-2-9 7 0,0 0-5 0,0 0 4 16,0 13-4-16,0-13 6 0,0 0-8 0,0 12 3 16,0-12 2-16,0 0-2 0,0 0 4 0,1 11-4 15,-1-11-1-15,0 0 3 0,0 0 2 0,-1 10 3 16,1-10-4-16,0 0 0 0,1 10-2 0,-1-10-2 15,0 0 4-15,0 0 0 0,-1 9-4 0,1-9 1 16,0 0 4-16,0 0-2 0,0 8-3 0,0-8 4 16,0 0-5-16,1 7 8 0,-1-7-7 0,0 0 2 15,0 0 4-15,2 9-5 0,-2-9 2 0,0 0-2 16,0 0 0-16,0 9 1 0,0-9 5 0,0 0-4 16,1 6-2-16,-1-6 6 0,0 0-8 0,0 0 3 15,0 10 0-15,0-10-1 0,0 0 0 0,1 6 0 16,-1-6 2-16,0 0 0 0,0 0-6 0,-1 10 8 15,1-10-3-15,0 0 1 0,1 6-4 0,-1-6 6 16,0 0-3-16,0 0-2 0,0 0 2 0,0 12 1 16,0-12 0-16,2 5-5 0,-2-5 6 0,0 0-3 15,0 0 0-15,0 10 2 0,0-10 0 0,0 0-2 16,-2 8-1-16,2-8 4 0,0 0-5 0,0 0 5 16,0 10-1-16,0-10 2 0,0 0-4 0,0 0 4 15,0 9-3-15,0-9 0 0,0 0-3 0,0 0 5 16,0 9 0-16,0-9-6 0,0 0 5 0,0 0-4 15,0 0 7-15,0 9-5 0,0-9 0 0,0 0 1 16,0 0 1-16,0 0 1 0,2 8-6 0,-2-8 12 16,0 0-7-16,0 0 0 0,0 0-1 0,0 0-1 15,0 0 0-15,0 0 2 0,0 0-4 0,0 0 4 16,0 0-1-16,0 0 2 0,0 0-3 0,0 0 0 16,0 0 5-16,0 0-3 0,0 0 2 0,0 0 1 15,0 0 2-15,0 0-2 0,0 0 1 0,0 0 2 16,0 0-3-16,0 0 4 0,0 0-1 0,0 0-14 15,0 0-17-15,0 0-29 0,0 0-39 16,0 0-43-16,0 0-55 0,0 0-64 0,0 0-197 16,0 0-488-16,0 0 216 0</inkml:trace>
  <inkml:trace contextRef="#ctx0" brushRef="#br0" timeOffset="3655.26">31494 5166 6 0,'0'0'103'0,"0"0"2"0,0 0-11 16,0 0 4-16,0 0 5 0,0 0-12 16,0 0-1-16,0 0-6 0,0 0-1 0,0 0 2 15,0 0-8-15,-6-6-1 0,6 6-4 0,0 0 0 16,0 0-5-16,0 0 0 0,0 0-10 0,0 0-3 0,-7-5 2 16,7 5-9-16,0 0 2 0,0 0-6 15,0 0 0-15,-7-5-1 0,7 5-7 0,0 0 0 16,0 0-9-16,-7-4 1 0,7 4-3 0,0 0 6 15,0 0-10-15,-6-4-2 0,6 4-4 0,0 0 4 16,-8-5-5-16,8 5 0 0,0 0 3 0,-5-5-1 16,5 5-3-16,0 0 7 0,-6-4-7 0,6 4 5 15,0 0-4-15,-6-4 4 0,6 4 1 0,0 0-4 16,0 0 4-16,-6-6-2 0,6 6 1 0,0 0 2 16,0 0-8-16,0 0 4 0,0 0-4 0,-9-3-3 15,9 3 0-15,0 0 4 0,0 0-9 0,0 0 6 0,0 0-4 16,0 0 0-16,0 0-2 0,0 0-2 15,0 0 1-15,0 0 0 0,0 0-1 0,0 0-1 16,0 0-1-16,0 0-1 0,0 0 3 0,0 0-1 16,0 0-2-16,0 0 3 0,0 0 0 0,0 0 1 0,0 0 0 15,0 0 0-15,0 0 6 0,0 0-1 0,0 0 2 16,0 0 11-16,15 16-3 0,-15-16 3 16,6 6 4-16,-6-6 0 0,9 6 3 0,-7-4-8 15,6 2 4-15,-8-4-6 0,10 4 5 0,-6-1-1 16,1 1-1-16,1-1-3 0,3 0 3 0,-9-3-4 15,12 4-1-15,-6-2 1 0,1 0-2 0,3 3-1 16,-4-4 0-16,-1 1-2 0,1 2-1 0,-6-4-1 16,10 3-3-16,-10-3 2 0,11 6-3 0,-8-5-1 15,-3-1 2-15,10 5-3 0,-6-4 1 0,-4-1 0 16,6 3-1-16,-6-3 1 0,7 3 3 0,-7-3-1 0,7 3-1 16,-7-3-2-16,9 3 2 0,-9-3 2 15,6 4-5-15,-6-4 4 0,7 3-2 0,-7-3 0 0,8 4 5 16,-4-1-5-16,2 1-1 0,-6-4-1 15,6 6 5-15,-6-6-4 0,7 3 3 0,-7-3-2 16,7 5-3-16,-3-1 3 0,-4-4-2 0,5 4-1 0,-5-4 4 16,9 3-5-16,-9-3 3 0,7 6 0 15,-7-6-1-15,6 5 0 0,-6-5 3 0,5 5-1 16,-5-5-3-16,4 4-3 0,-4-4 3 0,0 0 0 16,8 5 0-16,-8-5-1 0,5 5 2 0,-5-5-2 15,0 0 2-15,4 5-2 0,-4-5 1 0,0 0 1 16,3 4-3-16,-3-4-2 0,0 0 4 0,0 0-2 15,6 4 0-15,-6-4 0 0,0 0 2 0,0 0 2 0,5 4-7 16,-5-4 4-16,0 0-3 0,0 0 3 16,0 0-2-16,0 0 3 0,0 0 1 0,0 0-2 15,0 0 3-15,0 0-4 0,0 0 0 0,0 0 3 16,0 0-5-16,0 0 5 0,0 0 0 0,0 0 2 0,0 0 2 16,0 0 5-16,0 0-1 0,0 0 3 0,0 0-1 15,-4 11 6-15,4-11-3 0,0 0 6 0,-7 6 2 16,7-6 0-16,-2 11-8 0,2-11 2 15,-8 6-2-15,4 1-3 0,-2-2 3 0,3 1-1 16,-2-1 0-16,0 3 0 0,-1-1-2 0,-1 1 1 0,0-1 2 16,-2 1-1-16,0 1 1 0,1 0-2 0,-2-2 3 15,1 3-10-15,0-1 5 0,0-1 0 16,-1 1-22-16,-2 1-34 0,1-1-50 0,-1 1-74 16,3 2-105-16,-7-3-188 0,-1 0-499 0,-3-1 221 15</inkml:trace>
  <inkml:trace contextRef="#ctx0" brushRef="#br0" timeOffset="7800.35">31807 5302 27 0,'0'0'43'0,"0"0"-7"15,0 0 0-15,0 0-4 0,0 0 2 0,0 0-7 16,0 0 3-16,0 0-3 0,0 0-4 0,0 0 0 16,0 0 10-16,0 0-10 0,-5-4-6 0,5 4 3 15,0 0 2-15,0 0-2 0,0 0-1 0,0 0-3 16,0 0-6-16,0 0 7 0,0 0-6 0,0 0 5 15,0 0 4-15,0 0-6 0,0 0 0 0,0 0 1 16,0 0 1-16,0 0 2 0,0 0-2 0,0 0-3 16,0 0 3-16,0 0-5 0,0 0 2 0,0 0-4 15,0 0-1-15,0 0 1 0,0 0 0 0,0 0 1 16,0 0-1-16,0 0-5 0,0 0 6 0,0 0-9 16,0 0 9-16,-8-3-1 0,8 3 5 0,0 0-4 15,0 0 2-15,0 0-3 0,0 0 11 16,0 0-14-16,0 0 8 0,0 0-2 0,0 0-5 0,0 0-6 15,0 0 4-15,0 0-5 0,0 0 2 0,0 0 6 16,0 0 0-16,0 0-8 0,0 0 8 0,0 0-7 16,0 0 0-16,0 0 9 0,0 0-6 0,0 0 3 15,0 0-1-15,0 0-9 0,0 0-2 0,0 0 9 16,0 0-3-16,0 0-3 0,0 0 0 0,0 0-3 16,0 0-2-16,0 0-15 0,0 0-11 0,0 0-15 15,0 0-13-15,0 0-72 0,0 0-145 0,0 0 64 16</inkml:trace>
  <inkml:trace contextRef="#ctx0" brushRef="#br0" timeOffset="9069.94">31779 5379 51 0,'-1'-9'61'0,"1"9"-3"15,0 0-11-15,0 0 0 0,0 0-5 0,0 0-5 16,0 0 0-16,0 0-4 0,0 0 3 0,2-9-10 15,-2 9 5-15,0 0-3 0,0 0 5 0,0 0-6 16,0 0 6-16,0 0-10 0,0 0 0 0,0 0 2 16,0 0-1-16,0 0 6 0,0 0 0 0,0 0-4 15,0 0 2-15,-1-11 1 0,1 11-5 0,0 0 2 16,0 0 6-16,0 0-6 0,0 0 5 0,0 0-3 16,-1-8 9-16,1 8 3 0,0 0-1 0,0 0-9 15,0 0 9-15,0 0-1 0,0 0 7 0,-4-8-5 16,4 8 7-16,0 0 2 0,0 0 2 0,0 0-7 15,0 0-1-15,0 0-7 0,0 0 8 0,0 0-11 16,0 0 1-16,0 0-3 0,0 0-5 0,0 0-4 16,0 0 6-16,0 0-5 0,0 0 1 0,0 0-5 15,0 0-1-15,0 0-1 0,0 0-4 0,0 0 0 16,0 0 1-16,0 0-4 0,0 0 0 0,0 0-4 16,0 0 2-16,0 0-7 0,0 0 0 0,0 0-1 15,0 0 8-15,0 0-7 0,0 0 1 0,0 0-3 16,0 0 12-16,0 0-10 0,0 0-1 0,0 0-3 15,0 0 9-15,0 0-7 0,0 0 3 16,0 0-1-16,0 0-1 0,0 0-1 0,0 0 0 0,4 27 3 16,-4-27-2-16,1 8 5 0,-1-8 1 0,1 9-3 15,-1-9 2-15,2 8-2 0,-2-8 2 0,0 10 1 16,0-10 1-16,1 10 1 0,-1-10-2 0,0 9 2 16,1-3 5-16,2 0-4 0,-3-6 0 0,1 9 6 15,0-3 0-15,-1-6-2 0,0 9 6 0,0-9-6 16,0 12 2-16,3-9 1 0,-3-3-1 0,0 0-4 15,0 13 1-15,0-13 4 0,1 10-3 0,-1-10 4 16,0 0-3-16,-1 12 5 0,1-12-6 16,0 8 2-16,0-8-1 0,1 7-1 0,-1-7 2 0,0 8 0 15,0-8 1-15,0 0-5 0,-1 10 2 16,1-10-1-16,1 7-1 0,-1-7-2 0,0 0 0 16,-1 10 2-16,1-10-4 0,0 0 3 0,0 0-6 15,0 0 2-15,0 8-1 0,0-8 1 0,0 0-1 16,0 0 3-16,0 0-2 0,0 0-1 0,0 0-2 0,0 0 1 15,0 0 0-15,0 0-2 0,0 0 2 0,0 0-2 16,0 0-1-16,0 0 0 0,0 0-1 16,0 0 3-16,-3 7-1 0,3-7-2 0,0 0 0 15,0 0 1-15,0 0 3 0,0 0-3 0,0 0 1 16,0 0-2-16,0 0 3 0,0 0-6 0,0 0-10 0,0 0-9 16,0 0-11-16,0 0-9 0,0 0-14 0,0 0-15 15,0 0-9-15,0 0-17 0,0 0-23 0,0 0-14 16,0 0-14-16,0 0-31 0,0 0-92 15,0 0-295-15,0 0 131 0</inkml:trace>
  <inkml:trace contextRef="#ctx0" brushRef="#br0" timeOffset="10592.08">31877 5334 22 0,'0'0'52'16,"0"0"-5"-16,0 0-1 0,0 0 0 0,0 0 1 16,0 0-6-16,-3 9-4 0,3-9 6 15,0 0-9-15,0 0-1 0,0 0-4 0,0 0-11 16,0 0 13-16,0 0-11 0,-13 2 3 0,13-2 10 15,0 0-5-15,0 0-4 0,-12 2-1 0,12-2 5 0,0 0-13 16,0 0 8-16,0 0 3 0,-11 1-4 16,11-1-3-16,0 0 5 0,0 0-5 0,0 0-2 15,-8 5 2-15,8-5-2 0,0 0 5 0,0 0-5 16,0 0 0-16,0 0 6 0,0 0-5 0,-10 3 5 16,10-3-2-16,0 0-5 0,0 0 2 0,0 0-1 15,0 0 6-15,0 0-1 0,0 0 7 0,0 0-7 16,0 0 1-16,0 0 1 0,0 0-2 0,0 0-1 15,0 0 4-15,0 0-3 0,0 0 7 0,0 0-4 16,0 0 0-16,0 0-2 0,0 0-1 0,0 0 1 16,0 0 0-16,0 0-2 0,0 0 0 0,0 0-2 15,0 0 0-15,0 0 8 0,0 0-6 0,0 0-3 16,0 0 0-16,0 0-2 0,0 0 0 0,0 0 7 16,0 0-6-16,0 0-3 0,0 0 4 15,0 0 3-15,0 0 3 0,0 0-5 0,0 0 0 0,0 0-1 16,0 0 0-16,0 0 0 0,0 0-9 0,0 0 5 15,0 0-2-15,35-5-2 0,-35 5 1 0,20-1-1 16,-8-1-1-16,5 1-3 0,-3-1 0 0,0-1 0 16,3 1 2-16,-3-1-7 0,4 2 4 0,1-3 3 15,-1 3-4-15,-5-1-3 0,2 1 1 16,-3 1 0-16,2-1 6 0,-2-2-10 0,0 2 6 0,-1-1-4 16,1 0 1-16,0 1 1 0,-12 1-1 0,21-4 1 15,-10 4-2-15,-11 0-1 0,19 0 0 0,-19 0 2 16,13-3 1-16,-13 3-1 0,10 0 3 0,-10 0 2 15,0 0-3-15,12-1-3 0,-12 1 4 0,0 0 0 16,0 0 0-16,14-1-3 0,-14 1 4 0,0 0-2 16,0 0 3-16,17 0 0 0,-17 0-1 0,0 0-2 15,14 0 3-15,-14 0-3 0,0 0 2 16,10-3 2-16,-10 3 3 0,0 0 3 0,13 0-2 0,-13 0 2 16,0 0-2-16,14-1-1 0,-14 1 0 0,0 0-1 15,13 1-1-15,-13-1 1 0,0 0-1 0,0 0 0 16,0 0-2-16,17-1-4 0,-17 1 1 15,0 0 0-15,0 0-2 0,0 0 0 0,0 0 5 0,9 2-2 16,-9-2 0-16,0 0 0 0,0 0-4 16,0 0 6-16,0 0-2 0,0 0-2 0,0 0 1 15,0 0 2-15,0 0-4 0,0 0 4 0,0 0-4 0,0 0 0 16,0 0 0-16,0 0 0 0,0 0 0 0,0 0 2 16,0 0-3-16,0 0 3 0,0 0-5 0,0 0 3 15,0 0 0-15,0 0 4 0,0 0 1 0,0 0 6 16,0 0 3-16,5 10-2 0,-5-10 6 15,0 0-4-15,0 11 3 0,0-11 1 0,1 9 1 16,-1-9-5-16,1 13-1 0,1-10 3 0,-2-3-5 16,1 13 1-16,-1-7-1 0,0-6 1 0,0 12-2 0,1-5-1 15,0 1-1-15,1-1 2 0,0 0 1 16,-1 1 6-16,-1-8-7 0,2 17 6 0,-4-8-2 16,2 0 3-16,2 1-2 0,-4-2 2 0,4 1 0 15,-2 1 0-15,1 1 1 0,-1 0-1 0,2-1 2 16,0-1 1-16,-1 0-4 0,0 1 0 0,1 1-26 15,-5-1-2-15,4-1 4 0,1 3 0 0,-1-3 6 16,-2-1-3-16,2 1 5 0,-1 2-3 0,1 0 3 16,0-1-2-16,1 4 4 0,-1-4 3 0,-1 1 3 15,0 0-3-15,3-1 2 0,-5 1-2 0,2-2 0 16,-1 1 1-16,1 0 3 0,1 1-3 0,-2-1-1 16,1 2-2-16,0-3 2 0,0 1 3 0,-1-1-2 15,1 2-3-15,0-1 8 0,0-3-4 0,0 5 1 16,-2-5 3-16,1 4 0 0,0-4-2 0,1 3-1 15,-1 0 1-15,1-3 2 0,-3 4-3 0,3-3 0 16,-3 2-2-16,1-1 1 0,2 1 3 0,0-10 0 16,-1 17 0-16,2-6-3 0,-2 0 5 0,1-11-2 15,-2 21-3-15,1-11 10 0,-3-2-8 0,4-8 1 16,0 21 1-16,-2-10-3 0,2 1 2 0,-1-2-1 16,1-10-3-16,0 18 1 0,-2-7 1 0,4-1 5 15,-2-10-8-15,-6 19 1 0,5-12 0 0,1-7 0 16,-1 14 0-16,1-14 6 0,0 13-4 0,0-13-4 15,-1 13 3-15,1-13-2 0,0 0-5 0,0 12 4 16,0-12-2-16,0 0 3 0,1 10-3 0,-1-10 1 16,0 0-3-16,0 0 3 0,0 0-3 0,0 0 3 15,-4 12-1-15,4-12-1 0,0 0 3 0,0 0-1 16,0 0-1-16,0 0 2 0,0 0-2 0,0 0 3 16,0 0 1-16,0 0-3 0,0 0 0 15,0 0 2-15,0 0 1 0,0 0-5 0,0 0 4 16,0 0-2-16,0 0-16 0,0 0-16 0,0 0-20 0,0 0-28 15,0 0-31-15,0 0-39 0,0 0-52 0,0 0-65 16,0 0-163-16,0 0-460 0,0 0 205 0</inkml:trace>
  <inkml:trace contextRef="#ctx0" brushRef="#br0" timeOffset="12046.3">32372 6079 72 0,'0'0'85'0,"0"0"-10"0,0 0-9 16,0 0-2-16,0 0-11 0,0 0-8 0,0 0-5 15,0 0-3-15,0 0-5 0,0 0-4 0,0 0-4 16,0 0-5-16,0 0-3 0,0 0-2 0,0 0 4 16,0 0-7-16,0 0-2 0,0 0 10 0,0 0-8 15,0 0 8-15,0 0 10 0,0 0 5 0,0 0 3 16,0 0-8-16,0 0-6 0,0 0 0 15,0 0-5-15,0 0 9 0,-15 17-4 0,15-17 7 0,0 0 10 16,0 0-2-16,-3 13 7 0,3-13-4 0,-2 9 8 16,2-9-4-16,-2 10 5 0,2-10-2 0,-1 10-4 15,1-10-1-15,0 0 5 0,1 16-1 0,-1-16-5 16,0 0 3-16,0 10-4 0,0-10 2 16,0 0-7-16,0 13 2 0,0-13 0 0,0 0 0 15,0 0 0-15,4 10 4 0,-4-10-2 0,0 0 1 16,0 0-5-16,0 0 0 0,0 0-2 0,0 0-2 15,0 0-2-15,0 0 1 0,0 0 4 0,0 0-2 0,0 0-4 16,0 0-2-16,0 0 2 0,0 0-4 0,0 0 5 16,0 0-1-16,0 0-1 0,0 0 6 0,0 0-3 15,0 0 1-15,0 0-2 0,0 0-1 16,0 0-1-16,0 0-5 0,0 0-1 0,0 0-2 16,0 0 1-16,5-30-4 0,-5 30-3 0,0 0-1 15,0 0-3-15,0 0 1 0,0 0-5 0,0 0 1 16,0 0-6-16,0 0 1 0,0 0-1 0,0 0-1 0,0 0-6 15,0 0 7-15,0 0-2 0,0 0 3 16,0 0-2-16,0 0-3 0,0 0 1 0,0 0 2 16,0 0-2-16,0 0 2 0,0 0-1 0,0 0 1 15,0 0-1-15,0 0 5 0,0 0-4 0,0 0 5 16,0 0-3-16,0 0 0 0,0 0 6 0,0 0-2 16,0 0-3-16,0 0 6 0,0 0-5 0,0 0 5 15,0 0-3-15,0 0 8 0,0-12-8 0,0 12 1 0,0 0-2 16,1-13 0-16,-1 13-1 0,0 0 5 15,-1-14-3-15,1 14 5 0,0 0-5 0,-1-12 3 16,1 12-3-16,-4-9 4 0,4 9-1 0,0 0 8 16,-4-12-3-16,4 12 1 0,0 0-2 0,0 0 2 15,-1-12-3-15,1 12 2 0,0 0-1 0,0 0 2 16,0 0 1-16,0 0-5 0,0 0-4 0,-2-10-3 16,2 10-1-16,0 0-3 0,0 0 0 0,0 0-1 15,0 0 0-15,0 0-4 0,0 0 2 0,0 0-4 16,0 0 4-16,0 0 3 0,7 33-3 0,-7-33 3 15,3 17-4-15,-2-9 3 0,1 3 2 0,1-3 6 16,0 2-1-16,-1 0 2 0,-2-10 0 0,0 22-2 16,3-12 4-16,-2 0 0 0,2-1 2 0,-2 2-5 15,2-2 8-15,-2-2-1 0,1 0 3 0,-2-1-3 16,4 0 1-16,-4-6 1 0,3 12-1 16,-2-7-1-16,0 2-2 0,-1-7-2 0,0 0-2 0,3 8 0 15,-3-8 6-15,0 0-4 0,1 7 1 0,-1-7 5 16,0 0-1-16,0 0 0 0,0 0 6 0,0 0 5 15,0 0 1-15,0 0 10 0,0 0 2 0,0 0 10 16,0 0 3-16,0 0-5 0,0 0 2 0,0 0-11 16,0 0 0-16,0 0-7 0,0 0 3 15,0 0-6-15,0 0-4 0,0 0 0 0,-4-33-4 16,4 33 5-16,-1-13-10 0,1 13-2 0,-3-12-1 16,3 12-9-16,-1-13 6 0,1 13 1 0,-4-10 1 0,4 10-5 15,0 0 6-15,-3-11-7 0,3 11-1 0,0 0-2 16,0 0 0-16,0 0-3 0,0 0-3 0,-2-12-2 15,2 12 6-15,0 0-5 0,0 0-4 16,0 0 7-16,0 0-4 0,0 0-2 0,0 0-2 16,0 0 8-16,0 0-5 0,0 0 2 0,0 0-3 15,0 0-1-15,0 0 8 0,0 0-14 0,0 0-9 16,0 0-8-16,0 0-11 0,0 0-16 0,0 0-25 0,0 0-29 16,0 0-31-16,4 35-36 0,-4-35-49 0,0 0-43 15,-2 11-213-15,2-11-526 0,0 0 234 0</inkml:trace>
  <inkml:trace contextRef="#ctx0" brushRef="#br0" timeOffset="12593.8">32418 6251 112 0,'0'0'154'0,"0"0"-11"0,0 0-14 15,0 0-6-15,0 0 4 0,0 0-17 0,0 0-5 16,0 0-5-16,0 0-11 0,0 0-2 15,0 0-6-15,0 0 0 0,-26 16-6 0,26-16-5 0,-3 11 2 16,0-3-6-16,3-8 0 0,-4 14-5 0,4-14-9 16,-6 13 4-16,2-7-5 0,4-6 0 0,-3 12-4 15,3-6 5-15,-1 1-8 0,1-7-2 0,0 10 1 16,0-10-1-16,0 12-7 0,0-12 1 0,0 8-3 16,0-8 4-16,4 9-6 0,-1-6 2 15,-3-3 0-15,5 6-2 0,-5-6 0 0,7 5-2 16,-7-5 3-16,8 2 5 0,-8-2-4 0,9 1 1 0,-9-1 4 15,0 0 1-15,13-1-3 0,-13 1 5 0,7-3-4 16,-7 3 1-16,8-9-9 0,-4 5 2 16,0-1-8-16,0 0 0 0,-4 5-2 0,6-12-2 15,-2 5 0-15,-3-3-5 0,0 3-2 0,-1-2-1 16,2 0-3-16,-1 0 0 0,0 1 3 0,-1-2-1 16,0 10-4-16,-2-13 1 0,2 13-5 0,0 0 2 15,-4-15-5-15,1 8 2 0,3 7-4 0,-4-7-11 0,4 7-13 16,-5-3-14-16,5 3-15 0,0 0-18 15,-14-6-24-15,14 6-25 0,0 0-33 0,-23 4-37 16,23-4-54-16,-16 6-129 0,16-6-406 0,-16 6 180 16</inkml:trace>
  <inkml:trace contextRef="#ctx0" brushRef="#br0" timeOffset="13191.98">32747 6378 163 0,'0'0'229'0,"0"0"-8"16,0 0-14-16,0 0-9 0,0 0-11 0,0 0-9 15,0 0-11-15,0 0-8 0,0 0-18 0,0 0-5 16,0 0-14-16,0 0-9 0,0 0-9 15,0 0-11-15,0 0-10 0,0 0-7 0,0 0-12 16,0 0-2-16,0 0-11 0,0 0-4 0,0 0-3 0,0 0-8 16,0 0-1-16,0 0-5 0,-44 4-3 0,39-1-3 15,0 1-1-15,0 0-4 0,1 2 0 0,-1-3-5 16,5-3 2-16,-9 10-2 0,5-6-4 16,1 1 1-16,3-5-1 0,-7 8-1 0,6-2 0 15,1-6-5-15,-4 9 0 0,4-9 3 0,0 10 1 16,0-10-3-16,0 12 0 0,0-12-1 0,0 9 2 15,2-5-6-15,-2-4 4 0,5 11 2 0,-1-6-2 16,0 0 3-16,0 0-4 0,1-1 0 0,-5-4 2 0,0 0-2 16,0 0-1-16,0 0 0 0,0 0 0 0,37 29-2 15,-37-29 3-15,0 0-4 0,0 0 0 16,27 15 2-16,-27-15-1 0,0 0 3 0,0 0-2 16,23 14 1-16,-23-14 1 0,0 0-3 0,0 0 0 15,0 0 0-15,0 0 1 0,23 16-1 0,-23-16 0 16,0 0-1-16,0 0 3 0,0 0-4 0,0 0 2 15,0 0 0-15,0 0 2 0,0 0 2 0,0 0 3 16,0 0 8-16,9 26 5 0,-9-26 0 0,0 0 2 16,0 0-1-16,-31 13-2 0,20-11 0 0,-1-1-4 15,-1 2 1-15,1-2 7 0,0-2-14 0,-2 2 4 16,2 2-2-16,0-3-2 0,-1 2 2 0,0-2-8 16,2 0-8-16,0 0-10 0,1-2-9 0,10 2-18 15,-14 0-16-15,14 0-33 0,-13-4-35 0,13 4-42 16,0 0-52-16,-9-4-50 0,9 4-145 0,0 0-449 15,-5-10 199-15</inkml:trace>
  <inkml:trace contextRef="#ctx0" brushRef="#br0" timeOffset="13375.57">32817 6567 58 0,'0'0'195'0,"0"0"-14"16,0 0-16-16,0 0-21 0,0 0-26 0,0 0-38 16,0 0-50-16,0 0-44 0,0 0-54 0,0 0-81 0,0 0-160 15,0 0 71-15</inkml:trace>
  <inkml:trace contextRef="#ctx0" brushRef="#br0" timeOffset="15152.04">31652 4401 52 0,'0'0'69'15,"0"0"-9"-15,0 0-1 0,0 0 5 0,0 0 2 16,0 0 0-16,-17 8-4 0,17-8-7 0,0 0-3 16,0 0 0-16,0 0 2 0,-8 0 4 0,8 0-13 15,0 0 2-15,0 0-7 0,0 0 4 0,0 0-6 16,0 0-1-16,0 0 3 0,0 0 3 0,0 0-6 15,0 0 1-15,0 0 0 0,0 0 0 0,0 0 3 16,0 0-3-16,0 0 0 0,0 0-4 0,0 0 5 16,0 0-5-16,0 0 6 0,0 0-7 0,0 0-4 15,20 2-1-15,-20-2 0 0,14 0 0 0,-6 0-8 16,-8 0 0-16,19-1 2 0,-11 1 2 16,3-3 1-16,0 5-7 0,-1-5-2 0,5 3-1 0,-6-1 5 15,3 0 1-15,2-1 6 0,-3 2-9 0,3-1 3 16,3-2 0-16,-4 3-3 0,3 0-2 0,2-2 3 15,-5 1-7-15,1 1 1 0,-2 0-3 16,0-2 7-16,0 0 3 0,-2 0 1 0,3 1-4 0,-2-2 1 16,1 3-1-16,-1 0 1 0,0-2 4 0,0 1-2 15,1-2-6-15,-3 2 3 0,1 1-4 0,-1-1 2 16,-9 1 1-16,18-2-1 0,-13 2-2 0,4-1-1 16,-9 1 5-16,14-1-2 0,-14 1-4 0,9-2-3 15,-9 2 5-15,11-1-4 0,-11 1 0 0,8 1-3 16,-8-1-2-16,0 0 0 0,0 0-9 15,10-2 10-15,-10 2-4 0,9 1 3 0,-9-1-1 16,0 0 1-16,12 0-3 0,-12 0 3 0,0 0-4 16,7-2-1-16,-7 2 5 0,0 0-5 0,0 0-15 0,12 0-10 15,-12 0-19-15,0 0-22 0,0 0-20 0,0 0-18 16,0 0-26-16,0 0-16 0,10-2-25 16,-10 2-102-16,0 0-298 0,0 0 132 0</inkml:trace>
  <inkml:trace contextRef="#ctx0" brushRef="#br0" timeOffset="15858.83">32082 3915 57 0,'-3'-7'134'0,"3"7"9"0,-2-10-19 0,2 10 8 15,-4-10 1-15,4 10-9 0,-4-7 3 0,4 7-9 16,0 0-3-16,-1-10-5 0,1 10-6 0,-3-8-7 16,3 8-2-16,-2-8-7 0,2 8-4 0,0 0-8 15,-2-9-1-15,2 9-10 0,-2-6 3 0,2 6-6 16,0 0-2-16,0 0-1 0,0 0-5 0,0 0-5 16,0-11-3-16,0 11-8 0,0 0-3 0,0 0-10 15,0 0 0-15,-3-8-6 0,3 8 1 0,0 0-6 16,0 0 1-16,0 0-2 0,0 0-4 0,0 0-3 15,0 0 2-15,0 0-2 0,0 0-1 0,0 0 0 16,0 0-1-16,0 0-2 0,0 0 2 0,0 0-2 16,8 21-4-16,-8-21 8 0,1 10-6 15,1-3 0-15,0-1 2 0,1 3-1 0,-1 2 2 0,1-1-1 16,-2 2 3-16,2 4-3 0,-2-1 6 0,3 0 0 16,-4 1 3-16,2 0 4 0,-2 0-2 15,2 1 4-15,-2 2-2 0,2-4 4 0,-2 3 0 0,1-3 3 16,1 2-3-16,-2 0 2 0,1-2 1 0,-1 1 2 15,0-2-2-15,1-3-2 0,-1 3 2 16,2-2 0-16,-2-2 3 0,0 2-6 0,1-3 0 16,-2 1-3-16,2-2 4 0,-1-1-4 0,0-7-1 15,0 11-2-15,0-11-3 0,0 11 8 0,0-11-10 0,0 8 2 16,0-8-4-16,2 9 3 0,-2-9 0 0,0 6-4 16,0-6 3-16,0 0-2 0,0 0-1 0,2 8 3 15,-2-8-8-15,0 0 8 0,0 0-4 16,0 0 0-16,0 0 0 0,0 0-6 0,0 10-11 15,0-10-17-15,0 0-20 0,0 0-19 0,0 0-26 16,0 0-32-16,0 0-31 0,0 0-35 0,0 0-27 16,10 1-164-16,-10-1-415 0,0 0 184 0</inkml:trace>
  <inkml:trace contextRef="#ctx0" brushRef="#br0" timeOffset="16698.18">32088 3845 141 0,'0'0'152'16,"0"0"-5"-16,0 0-7 0,-5-9-8 0,5 9-7 15,0 0-5-15,0 0-16 0,0 0 8 0,0 0-8 16,-5-8-1-16,5 8-11 0,0 0-7 0,0 0-4 16,-4-13-1-16,3 8 3 0,1 5-4 0,-4-9-5 15,4 9-3-15,-4-8-1 0,4 8 0 0,-4-8-1 16,4 8-5-16,-3-7 3 0,3 7-10 0,-6-9-4 16,6 9 0-16,-2-10-5 0,-1 4 0 0,3 6-9 15,-5-13 1-15,3 7 3 0,-1-1-2 16,1 1-1-16,2 6-7 0,-5-17 0 0,2 9 25 15,0-3-4-15,1 3-10 0,-1-3-1 0,2 0-6 0,0-5-3 16,-1 4-4-16,-1 2 3 0,1-1-4 0,2 11-2 16,-2-23-3-16,-1 13 0 0,1-3 1 0,0 2 0 15,1 0-4-15,-1 0-9 0,2-2 2 16,-3 1 3-16,2 2-2 0,-1-3 0 0,0 3 4 16,1-2-16-16,-2 1 12 0,3-1-1 0,-1-1-4 15,1 13 2-15,-4-19-6 0,4 9 11 0,-1 0 0 16,1 10 0-16,0-17-4 0,0 17 2 0,-3-16 5 15,3 16-3-15,-1-13 6 0,0 4-6 0,1 9-1 16,1-14 0-16,-1 14-2 0,-1-13 4 0,1 13 1 16,-3-13-6-16,3 13-4 0,-1-12 12 0,1 12-4 15,0 0 2-15,0-15-2 0,0 15 4 0,0-12-18 16,0 12 12-16,0 0 2 0,-3-14 0 0,3 14 9 16,-1-9-4-16,1 9-4 0,0 0-2 0,0-11 1 15,0 11 2-15,0 0-13 0,0 0 14 0,0-17-12 16,0 17 3-16,0 0-1 0,-3-12 0 15,3 12 2-15,0 0-3 0,0 0 6 0,0-10-2 0,0 10-3 16,0 0 7-16,0 0-8 0,0 0 0 0,0 0-1 16,-2-11 4-16,2 11-6 0,0 0 1 0,0 0 2 15,0 0 4-15,0 0-7 0,0 0-2 16,0 0 6-16,0 0-7 0,0 0 0 0,0 0-9 0,0 0-8 16,0 0-1-16,0 0-15 0,0 0-16 15,0 0-18-15,2-9-18 0,-2 9-24 0,0 0-27 16,0 0-22-16,0 0-28 0,0 0-39 0,0 0-52 0,0 0-225 15,0 0-539-15,11-12 239 0</inkml:trace>
  <inkml:trace contextRef="#ctx0" brushRef="#br0" timeOffset="17431.03">32142 2749 194 0,'0'0'202'15,"0"-12"-8"-15,0 12-20 0,0 0-6 0,0 0-14 16,0 0-10-16,0-10-12 0,0 10-16 0,0 0-13 16,0 0-14-16,0 0-6 0,0 0-12 0,0 0-6 15,0 0-10-15,0 0-8 0,0 0-4 0,0 0-8 16,0 0 0-16,0 0-5 0,0 0-6 16,0 0-3-16,0 0 0 0,0 0 0 0,5 29-1 15,-5-29-5-15,1 10 2 0,-1-10-8 0,2 11 2 16,-2-11 3-16,4 8-2 0,-4-8-3 0,2 10-3 0,-2-10 8 15,3 8-7-15,-3-8-2 0,2 8 3 16,-2-8-3-16,0 0 1 0,3 10-3 0,-3-10-1 16,0 0 4-16,1 11 0 0,-1-11-1 0,0 0 1 15,4 8-2-15,-4-8 0 0,0 0-2 0,0 0 2 16,1 12 1-16,-1-12-7 0,0 0-4 0,0 0-15 16,1 12-11-16,-1-12-16 0,0 0-25 0,0 0-15 15,0 18-21-15,0-18-32 0,3 13-20 0,-3-13-131 16,0 0-314-16,-3 19 139 0</inkml:trace>
  <inkml:trace contextRef="#ctx0" brushRef="#br0" timeOffset="17775.27">32131 2725 128 0,'0'0'127'0,"5"-8"-5"16,-5 8-13-16,10-6-11 0,-10 6-15 0,15-5 3 15,-15 5-6-15,18 0-1 0,-9 0-5 0,-9 0-12 16,24 5-7-16,-13-1-4 0,-1 0-1 0,0 2-7 16,0 1 1-16,-1 0-4 0,-1 0 3 0,1 2 0 15,-3-2-2-15,2 2 0 0,-2 0-6 0,-1 0 3 16,-1 3 3-16,-1-3-3 0,-1-2 0 0,1 3 3 15,-3-10-1-15,-1 19-6 0,-2-8 3 16,3-11 4-16,-5 14-4 0,-2-4 3 0,0-3-7 16,-1 2 2-16,-2 0-4 0,0-3-5 0,-4 5-14 15,3-6-22-15,2 1-24 0,-2-2-17 0,11-4-26 16,-19 11-25-16,9-7-28 0,-1 0-27 0,11-4-100 16,-20 10-276-16,10-7 123 0</inkml:trace>
  <inkml:trace contextRef="#ctx0" brushRef="#br0" timeOffset="18248.57">31907 3130 67 0,'0'0'88'0,"0"0"-11"0,6 11 3 15,-6-11-10-15,4 10 6 0,-4-10-4 0,0 0-5 16,10 14-5-16,-10-14-2 0,5 10-6 0,-5-10 0 15,12 8 4-15,-12-8-9 0,11 6 2 0,-11-6 7 16,12 6-7-16,-6-4 8 0,-6-2 2 0,18 1 0 16,-10 2-13-16,-8-3 8 0,14-1 2 0,-14 1 2 15,15-2-3-15,-15 2 0 0,13-3 6 0,-5 0-3 16,-8 3 4-16,11-7-4 0,-4 4 1 16,-7 3-1-16,5-8 3 0,-5 8-13 0,2-12-2 15,-2 12-2-15,0-13-5 0,0 13-4 0,-2-16 0 16,-2 8-10-16,4 8-3 0,-8-16-3 0,3 10-1 15,-1 0-1-15,6 6-4 0,-16-12-2 0,7 9-7 16,0 0-8-16,9 3-19 0,-24 1-8 0,6 1-20 16,2 5-27-16,-3 3-30 0,-1 0-39 0,-3 2-192 15,-2 6-364-15,2-4 162 0</inkml:trace>
  <inkml:trace contextRef="#ctx0" brushRef="#br0" timeOffset="19389.64">30391 5189 45 0,'0'0'118'0,"0"0"-8"0,0 0-11 0,0 0-3 16,0 0-7-16,0 0-8 0,-18 16-3 16,13-8-1-16,-1 0-7 0,1 2 1 0,-2-1-14 15,2 0-3-15,3 1 5 0,-4-1 6 0,4 0-4 16,1 2-4-16,-1-3 1 0,0-2-4 0,2-6-6 0,-2 15-1 15,4-9 2-15,-2-6-7 0,2 11 8 16,1-4-2-16,-3-7 0 0,5 9 0 0,-2-6-1 16,2 0-4-16,-5-3 5 0,7 3-2 0,-7-3-1 15,12 2 8-15,-12-2-2 0,10-1 6 0,-10 1-8 16,11-5-4-16,-11 5 1 0,12-5-4 0,-7 0-5 16,-2 0 2-16,3-1-7 0,-2 0 2 0,-2-1-3 0,1-2 0 15,-2 1-2-15,2-1-3 0,-4-1-7 0,1-1 0 16,0 0 2-16,-2 0-4 0,1 1-6 15,-2 0 2-15,0 1-3 0,0 2-2 0,2-3-1 16,-4 3-4-16,1 1-8 0,0-1-14 0,4 7-9 16,-6-6-21-16,6 6-17 0,-8-2-6 0,8 2 0 0,-14 4-18 15,6 1-32-15,-2 3-10 0,-1-1-19 16,-1 4-35-16,-3 1-105 0,-1 1-316 0,0 0 140 16</inkml:trace>
  <inkml:trace contextRef="#ctx0" brushRef="#br0" timeOffset="19926.41">29883 5391 153 0,'-7'4'150'0,"-1"2"-10"15,1 3-14-15,-1 0-8 0,0 0-6 0,1 1-5 16,0 5 0-16,1 1-5 0,1 1-6 0,-2 1-5 16,5-1-8-16,-2 0-2 0,3 2-11 0,-2-3-11 15,2-4-1-15,2 3-3 0,2-3 7 0,-1 0-3 16,2 0-2-16,1-1-2 0,-1-2-9 0,4 2 1 15,-3-5 0-15,0-1-4 0,0 1-2 0,0-2-1 16,2 0-1-16,2-1-4 0,-3 0 3 0,2-1-3 16,-2-1-6-16,-6-1 3 0,11 2 4 0,-11-2 2 15,10 0-3-15,-10 0-4 0,9-2 0 0,-9 2-2 16,0 0 4-16,7-6-1 0,-7 6-3 0,3-9-3 16,-3 9-6-16,1-10 0 0,-1 10 4 0,0-13-9 15,0 6-3-15,0 7-3 0,0-13-1 0,1 6 0 16,-1 7 0-16,4-12-5 0,-1 7-1 0,-1 0 1 15,-2 5 1-15,8-10-6 0,-6 6 1 0,-2 4-1 16,12-5 0-16,-12 5-6 0,11 0 3 0,-11 0 3 16,13 3-4-16,-7 1 4 0,1 0-1 0,1 1-1 15,-1 1 0-15,1 1-1 0,-3 0 0 0,1 3 2 16,0-1 3-16,-1 0 0 0,0 1-3 0,-1-1-13 16,-1 2-17-16,-1 0-26 0,0-2-21 0,-2 1-34 15,3-2-33-15,-1-1-31 0,0 1-187 0,-2-8-394 16,0 0 175-16</inkml:trace>
  <inkml:trace contextRef="#ctx0" brushRef="#br0" timeOffset="21104.55">31534 5182 5 0,'-12'10'47'0,"12"-10"-23"0,0 0-20 0,-6 4-18 16,6-4-14-16,0 0 6 0</inkml:trace>
  <inkml:trace contextRef="#ctx0" brushRef="#br0" timeOffset="22647.31">31457 5169 6 0,'0'0'9'0,"0"0"0"0,0 0-3 0,0 0-1 16,0 0 7-16,0 0-6 0,0 0 2 0,0 0 2 16,0 0-3-16,0 0 1 0,0 0-1 0,0 0-2 15,0 0 3-15,0 0-3 0,0 0 0 0,0 0-5 16,0 0 5-16,0 0-12 0,0 0-12 0,0 0-22 16,0 0 10-16</inkml:trace>
  <inkml:trace contextRef="#ctx0" brushRef="#br0" timeOffset="28676.6">31525 5260 79 0,'-10'6'75'0,"10"-6"-11"16,0 0-1-16,0 0-12 0,0 0-11 16,0 0-8-16,0 0-19 0,0 0-1 0,0 0-20 15,0 0-9-15,0 0-13 0,0 0-33 0,0 0-68 16,0 0 32-16</inkml:trace>
  <inkml:trace contextRef="#ctx0" brushRef="#br0" timeOffset="28860.48">31515 5266 54 0,'0'0'59'0,"0"0"-25"0,0 0-20 16,0 0-29-16,0 0-10 0,0 0-26 0,0 0 12 15</inkml:trace>
  <inkml:trace contextRef="#ctx0" brushRef="#br0" timeOffset="42969.88">30341 6793 84 0,'0'0'143'16,"-11"12"-13"-16,3-3-15 0,-3 2-2 0,-1 2-6 16,1 0-3-16,0 3-7 0,1 2-11 0,-1-3-5 15,3 1-10-15,-1 0-8 0,0 1 5 0,3 1-11 16,2-3-3-16,0 0-6 0,2-2 0 0,0-2 2 16,2 2-1-16,2-6-4 0,-1 2 1 0,0-2-5 15,-1-7 0-15,5 11-5 0,-1-6 3 0,2 0-3 0,-1-4-3 16,-5-1 8-16,11 4-1 0,-11-4 4 0,12-1 4 15,-12 1 5-15,13-5-3 0,-6-1-4 16,0-1-2-16,1 0-1 0,0-1-7 0,-3-3-1 16,0 4-1-16,1-6-5 0,-2 1-2 0,-1-5 0 0,-2 1-6 15,-2 0 3-15,-1 4-4 0,0-4-2 0,-1 3 1 16,0 2 0-16,0-2-4 0,-2 6 2 16,0-2-3-16,-2 0-3 0,0 5-2 0,3 0-6 15,4 4 2-15,-13-5 2 0,7 5-4 0,6 0-1 16,-16 0-4-16,16 0 1 0,-10 3 0 0,10-3-3 0,-8 8-3 15,3-5-6-15,5-3 0 0,-3 11-1 16,3-5 3-16,0-6 4 0,7 11-4 0,-3-7 4 0,5 2 2 16,1-3-4-16,4-3 3 0,4 0 0 15,1-3 2-15,-1 0-2 0,0-3 4 0,1 1-1 0,-2-1-2 16,-1-2 3-16,-3 0 3 0,-1 1-2 0,0-5 4 16,-4 5 9-16,4-6 1 0,-7 2-4 15,2-3 4-15,-1 1 0 0,-1-2 4 0,0 7 8 0,0-5 5 16,-3 6 2-16,1-4 0 0,-2 5 6 15,2-2-4-15,-3 8-2 0,4-10-8 0,-4 10 0 0,0 0-6 16,2-7-6-16,-2 7-7 0,0 0-2 0,0 0-2 16,0 0 1-16,4 29 3 0,-5-10-4 0,1 11 3 15,-1 1 0-15,-2 16-1 0,2 1 5 0,-2-13 5 16,-2 11 7-16,2-11-2 0,0 1 0 0,-3 9-2 16,3-11 1-16,0 0 0 0,-1-3-1 0,0 2 2 15,-2-4-2-15,2 0 2 0,-1-1-3 16,1-3-2-16,3 0 3 0,-4-7-19 0,4 1-14 0,-5-1-16 15,3-4-28-15,-1 1-39 0,0-3-45 0,1-4-40 16,1-1-39-16,-2 0-181 0,4-7-439 0,-6 6 194 16</inkml:trace>
  <inkml:trace contextRef="#ctx0" brushRef="#br0" timeOffset="43353.58">30382 7199 64 0,'0'0'135'0,"9"-12"-13"0,-2 7-13 16,3-3-7-16,4-1-9 0,0 0-11 0,2-1-4 15,2 0-16-15,7-1 0 0,0-3-13 0,-7 3-8 16,4-2-7-16,-4 1-5 0,-3 1-16 0,2 0 6 16,-4-2-8-16,-1-2 9 0,1-1-5 0,0-7 2 15,-6 6 5-15,4-8 6 0,-6 6 9 0,2 3 11 16,-3-2 10-16,0 1 9 0,-1 2 11 0,-2 3 4 15,0 2 7-15,1 1 4 0,-2 3-5 0,0 6-1 16,0-13-8-16,0 13-12 0,0-8-10 0,0 8-7 16,0 0-7-16,0 0-6 0,0 0-6 0,0 0-4 15,0 0 2-15,-4 27 7 0,1-2 1 0,-1 1-4 16,-1 5 7-16,0-2 2 0,-1 4 3 0,2-3-5 16,0-1-21-16,0-3 6 0,3 3 1 0,-4-2 3 15,0 1 1-15,1-4-5 0,1 1 1 0,1-7-1 16,0-1-5-16,2 1 1 0,0-1-1 0,-1-4-5 15,0 0-18-15,1-3-23 0,1 2-25 0,-2-1-22 16,1 1-47-16,1-4-43 0,0 1-46 0,-1-3-169 16,0-6-408-16,0 0 180 0</inkml:trace>
  <inkml:trace contextRef="#ctx0" brushRef="#br0" timeOffset="43522.08">30587 7125 149 0,'4'-7'152'16,"3"0"-13"-16,1-1-11 0,0-2-15 0,3 4-10 15,6-3-21-15,-1 4-23 0,5-3-41 0,-1 0-28 16,-1 4-29-16,2 0-25 0,-2 1-75 0,-1 4-150 16,-5-1 67-16</inkml:trace>
  <inkml:trace contextRef="#ctx0" brushRef="#br0" timeOffset="44121.97">30869 7078 104 0,'12'-11'165'0,"-11"7"-1"0,-1 4 2 0,8-13-11 15,-3 4-8-15,0 3-9 0,4-4-12 0,0-2-10 16,1-4-12-16,3 2-6 0,-2 1-8 0,2-1-6 16,1-1-5-16,-2-2-6 0,1 3-5 0,-1-1-2 15,-2-3-5-15,0 4 4 0,-1 1-2 0,-1 1-8 16,-3 5 0-16,2 0-4 0,-5 3 6 0,1-1-16 15,-3 5-3-15,4-9-7 0,-4 9-3 0,0 0-8 16,0 0-2-16,0 0-3 0,0 0 1 0,0 0-6 16,-25 18 4-16,16-7-9 0,-1 1 7 0,-1 2-14 15,3 1-10-15,3-4 1 0,0 1 3 0,3-1-1 16,1 3 2-16,2-1 0 0,2-3 1 0,1 3 0 16,2 1 4-16,3 0-3 0,-1-3 2 0,3 2 2 15,0-1 2-15,1-1-4 0,-3-2-2 0,0 1 1 16,3-1-4-16,-5-1 6 0,0 0 1 0,-1 0-3 15,-1-2 3-15,-1 3 0 0,-3-3 5 0,-1 0 4 16,0-6-7-16,-5 11-10 0,2-5 4 0,-5 1-5 16,-2 0 0-16,-1-3-2 0,1 0 2 0,-1 0-1 15,-1-2-1-15,4 0 2 0,1 2 5 0,7-4 1 16,-12 2-2-16,12-2 1 0,0 0 0 0,0 0-1 16,-9-7-1-16,9 7 1 0,0 0 2 0,0 0-6 15,17-22 4-15,-8 13 2 0,1 1-4 0,4-3 0 16,0 1 2-16,2-2 3 0,-2 1 0 0,1-2 0 15,-2 0 3-15,-2 0 1 0,2-1 7 0,-1 1 5 16,-2-1 11-16,0 0-3 0,-2 1 3 0,-2 3 1 16,0-1 12-16,-2 0 1 0,1-2 8 0,-1 6 2 15,-1-1 13-15,-2 3 5 0,-1 5-1 0,3-9-1 16,-3 9-2-16,0 0-5 0,4-10-7 0,-4 10-5 16,0-7-13-16,0 7-2 0,0 0-6 15,0 0-3-15,0 0 3 0,0 0-3 0,-15 23 2 0,9-11 0 16,0-1-8-16,1-1 1 0,-1 1 2 0,4 2-6 15,-1-2 0-15,2 2-4 0,-2-1-13 0,5-1-19 16,-4 1-14-16,6-2-16 0,0 0-18 0,3-1-25 16,0-1-30-16,2-3-42 0,4 2-36 0,1-4-39 15,-1 1-143-15,6-3-417 0,-6-1 185 0</inkml:trace>
  <inkml:trace contextRef="#ctx0" brushRef="#br0" timeOffset="44333.51">31500 6805 152 0,'0'-12'202'0,"3"5"9"0,-2-1-6 0,-1 8-16 16,0-11-19-16,0 11-25 0,3-6-17 0,-3 6-17 15,0 0 0-15,0 0 7 0,0 0 0 0,-4 31-5 16,0-13 3-16,-1 7-7 0,0-7-6 0,1 11-14 16,-2-1-5-16,1-1-7 0,-1-3-6 0,3 4-7 15,-1-3-6-15,0-5-2 0,-1-3-20 0,4 2-31 16,1-2-12-16,-4-1-28 0,4-4-24 0,-2 1-54 15,2-3-48-15,0-2-54 0,0 3-161 0,0-11-406 16,-5 10 180-16</inkml:trace>
  <inkml:trace contextRef="#ctx0" brushRef="#br0" timeOffset="44485.08">31385 6986 147 0,'3'-11'193'0,"-3"11"-19"15,3-10-11-15,-3 10-20 0,5-8-15 0,0 5-9 16,5-1-17-16,-2 1-30 0,6-1-41 0,6-1-62 16,8 1-81-16,3 1-77 0,-2-1-203 15,-1-1 90-15</inkml:trace>
  <inkml:trace contextRef="#ctx0" brushRef="#br0" timeOffset="44916.03">32188 6823 2297 0,'-5'-8'68'0,"0"0"23"0,-2 2-53 15,0-3-15-15,0 5-1 0,0-3 6 16,-2 0 15-16,-1 6-4 0,-1-2-5 0,0 3 2 0,-2 3 4 16,-2 2-3-16,-3 5-6 0,-5 9-5 0,0 5 4 15,1 2-2-15,2-1-3 0,0 5-4 0,3 0 9 16,1-2-10-16,3-2-3 0,6-4-6 0,-2 2-2 15,4-7 3-15,2 2 29 0,2-4-5 0,1 2 1 16,4-2-6-16,-3-2-6 0,5-4 1 0,-2 0 3 16,1-1-3-16,0-2 0 0,-1-2-7 0,1 2 1 15,0-2 3-15,3-2-3 0,-8-2 0 0,9 3-2 16,-9-3-3-16,13 0 1 0,-13 0-1 0,13-6-6 16,-7 2 4-16,2-2-9 0,3-3-1 0,3-4 9 15,-1 2-3-15,-1 0-2 0,-1-1-4 0,-1 4-1 16,-1-1-5-16,0 1 0 0,1 2-3 0,-2-2 3 15,-2 5-4-15,0-2-1 0,-1 3-3 0,-5 2 1 16,10-1-2-16,-10 1-1 0,0 0 4 16,14 6-4-16,-10-1 3 0,-2 3 1 0,0-1 3 0,0 2 1 15,2 1 1-15,-3 0 1 0,0 0-2 0,-1 1-2 16,-1 0-22-16,1-1-22 0,0 3-18 0,0-4-34 16,0-9-30-16,-1 19-30 0,1-19-60 0,1 12-218 15,-1-12-477-15,1 7 211 0</inkml:trace>
  <inkml:trace contextRef="#ctx0" brushRef="#br0" timeOffset="45694.08">32410 7074 21 0,'0'-10'240'16,"-2"-1"7"-16,1 2 5 0,-3 0-13 0,-1 5-17 16,-2-2-24-16,7 6-21 0,-14-4-16 0,3 2-12 15,-3 7-12-15,2 2-12 0,-5 0-10 0,0 2-7 16,0 3-13-16,3 0-9 0,1 3-9 0,3-8-7 15,0 6-9-15,4-5-7 0,-2 3-2 0,5-2-7 16,1 0-3-16,2 1-2 0,2 0-3 0,3-2-1 16,3 0-3-16,1-1-4 0,2-3-1 0,2-1-7 15,4 3 0-15,-6-6-2 0,3 1-1 0,4-2-4 16,-5-3 0-16,1 2 1 0,-3-1-2 0,-1-1 0 16,1-1-4-16,-2-2 1 0,-3 2 0 0,2-4 2 15,0 2-4-15,-2-1 3 0,-2-3-4 0,-2 2-2 16,2 1 0-16,-2 1-1 0,0 2-2 0,3-1 2 15,-5 6-3-15,3-11 0 0,-3 11-5 16,2-5-2-16,-2 5-5 0,0 0 3 0,0 0 2 0,0 0-4 16,0 0 1-16,0 0 3 0,3 23 2 0,-5-16-2 15,2-7 5-15,0 18-4 0,-1-11 0 0,1 2 1 16,3 3 2-16,-2-4 0 0,2 2 3 0,2-3 2 16,1 2-1-16,-1-2 4 0,5-1-3 0,-4-2 8 15,3 0-6-15,2-1 4 0,2-1 0 0,2-2-1 16,1-4 0-16,1 2 4 0,0-2-5 0,0-2 0 15,-3-2 0-15,-4-1 9 0,-10 9-2 0,0 0 2 16,36-35 6-16,-36 35-2 0,14-26 1 0,-14 26-2 16,10-33 1-16,-10 33 2 0,8-45-2 0,-6 17-6 15,-2 28 0-15,1-50 6 0,-1 25 3 16,2-1 5-16,-2 9 2 0,-2 1 1 0,2 3 4 0,0 1 7 16,0 12 5-16,-1-17-5 0,2 11-2 0,-1 6-9 15,-1-9-4-15,1 9-23 0,0 0 10 0,0 0-4 16,0 0-1-16,0 0 0 0,-9 29 3 0,7-9-4 15,-3 6-1-15,-1 2-6 0,4-2 5 0,-2 0 4 16,3 1 0-16,2-9-5 0,-1 8 0 0,0-10 2 16,4 2-2-16,1-1 4 0,-5-17-8 0,0 0 2 15,20 44-4-15,-20-44 10 0,17 20-4 0,-17-20 3 16,24 17-5-16,-24-17 9 0,30 7-3 0,-30-7-2 16,0 0-2-16,55 0-1 0,-55 0 4 0,0 0 1 15,52-11-4-15,-52 11 0 0,31-13 4 16,-31 13-1-16,22-16-6 0,-22 16 1 0,17-18 1 0,-17 18 5 15,13-25-12-15,-13 25 6 0,0 0-9 0,13-32 1 16,-13 32-4-16,0 0 2 0,0 0-18 0,8-24 14 16,-8 24-1-16,0 0-1 0,0 0-3 0,0 0 0 15,0 0 3-15,0 0 1 0,0 0 2 16,0 0-13-16,0 0 15 0,-62 68 5 0,62-68-3 0,-14 29-2 16,14-29 13-16,-7 23-5 0,7-23-16 0,0 0-56 15,-3 32-15-15,3-32-28 0,0 0-34 0,0 0-40 16,0 0-67-16,33 35-53 0,-33-35-176 0,0 0-523 15,0 0 232-15</inkml:trace>
  <inkml:trace contextRef="#ctx0" brushRef="#br0" timeOffset="45851.38">32729 6989 184 0,'-6'-3'224'0,"1"-1"-13"0,5 4-22 0,-6-7-22 15,6 7-18-15,0 0-20 0,0 0-21 0,0 0-28 16,0 0-47-16,0 0-62 0,0 0-70 0,73-12-126 0,-73 12-243 16,37-2 108-16</inkml:trace>
  <inkml:trace contextRef="#ctx0" brushRef="#br0" timeOffset="46385.81">30472 8250 39 0,'19'-24'188'0,"4"-1"-15"0,2-2 2 0,9-8-12 16,-13 10-10-16,10-12-8 0,-4 11-12 0,-4-3-16 16,0 0-23-16,7-8-5 0,-11 8-1 15,0-5-9-15,6-5-11 0,-8 9-6 0,-2 2 3 16,1-17-7-16,-5 19 6 0,-2 1 7 0,-5 6 11 0,0 2-6 15,-1 2 2-15,-1 4-7 0,-1 1-6 0,-1-2-5 16,-3 7-5-16,1-3-2 0,2 8-12 16,-9-8-6-16,2 8 2 0,7 0-12 0,-21 8-2 15,5 0-3-15,2 5-1 0,0-1-3 0,3 5 0 16,3-1-9-16,3 2 1 0,1 1 0 0,4 0 0 0,0-3-1 16,4 2-3-16,-1 0-1 0,3-2 5 0,2-1-2 15,-1 1 0-15,4 1-2 0,-1-3 0 0,1 4-2 16,0-4-4-16,-2 1 2 0,1-2 3 15,-3-1-1-15,1 2 10 0,-2-4-14 0,-1 2 4 16,-1-2 3-16,-1-1-2 0,-1 2-3 0,0 0 0 0,-4-2-18 16,1 1 4-16,1-10-19 0,-5 15-33 0,-1-8-39 15,1 2-44-15,-2-5-35 0,3-1-38 0,-1 1-129 16,5-4-379-16,0 0 167 0</inkml:trace>
  <inkml:trace contextRef="#ctx0" brushRef="#br0" timeOffset="46746.2">31039 7787 149 0,'0'0'166'0,"0"0"4"0,0 0 0 0,13 15 1 16,-9-7-9-16,-2 1-12 0,5 7-19 0,-4-5-8 16,3 4-12-16,0 0-4 0,2 1-16 0,-1-6-10 0,0 5-7 15,0-7-6-15,2-1-5 0,3 0-6 0,-2 1-6 16,0-5-2-16,2 1-1 0,-3-4-4 15,1-2-5-15,1 2-2 0,-11 0 15 0,13-4 6 16,-3 1 6-16,-5-3 8 0,2 2-5 0,-3-4-1 16,1-1-4-16,-2 0 7 0,0 0-11 0,1 1 5 0,-3-2-8 15,1 2-6-15,-1-1-6 0,0 2 0 16,-1 7-3-16,4-11-6 0,-4 11-5 0,0-7-11 16,0 7-2-16,0 0-4 0,0 0-1 0,0 0-2 15,5 18 1-15,-6-2 6 0,0 5 0 0,1 3 8 16,-2 3-8-16,1 0 1 0,0 0-2 0,-2 0 0 15,2-2-5-15,0-4 1 0,1-3 1 0,1 2 0 16,-1 0 2-16,2-3-19 0,0-2-31 0,-1 1-33 16,2-4-41-16,-3 0-58 0,0-2-62 0,0-1-56 15,0-9-145-15,-2 16-468 0,2-16 208 0</inkml:trace>
  <inkml:trace contextRef="#ctx0" brushRef="#br0" timeOffset="47271.78">31346 7982 64 0,'1'-5'204'0,"-1"5"-14"16,3-10-26-16,-3 10-7 0,0 0 1 0,0 0-3 15,0 0-7-15,0 0-12 0,0 0-9 0,10 24-7 0,-9-15-14 16,2-3-5-16,2 2-12 0,-4 0-1 16,3-3-6-16,-4-5-1 0,2 11 2 0,0-5 1 15,-2-6 10-15,2 7 17 0,-2-7 10 0,0 0 15 16,0 0 13-16,0 0-6 0,0 0-8 0,0 0-7 15,0 0-8-15,0 0-16 0,0 0-14 0,0 0-8 16,-11-26-3-16,11 16-12 0,0-1-10 0,2-4-7 16,1-3-7-16,1 1-9 0,-2 0 1 0,7-1-21 15,1 1-4-15,2 1-2 0,-3 3-5 0,5 0-5 16,-6 7 6-16,1-2-10 0,-2 5 1 0,2 1 0 16,-1 1 1-16,-8 1-5 0,18 6 3 0,-9 0-3 0,-2 2 2 15,2 3 2-15,1 1-1 0,-3 0 4 0,2 1 1 16,0 1-4-16,-4-1 4 0,0-1 0 15,-1-2-3-15,0 0-2 0,0 0 7 0,-3-5 2 16,2 2 2-16,-3-7-3 0,2 6 6 0,-2-6 6 16,1 8-9-16,-1-8 15 0,0 0-13 0,0 0 2 15,0 0-6-15,0 0 3 0,0 0-7 0,0 0-7 16,-2-30-1-16,3 20-7 0,0-2 8 0,3 0-11 16,1-2-1-16,2-2-1 0,-2 6 2 0,2 1-1 15,3-5 0-15,-2 7 5 0,0 1-1 0,1-1-5 0,-4 5 0 16,3 0-2-16,-1 0 1 0,-7 2 1 0,18 4 1 15,-13 0 5-15,3 3 0 0,-2 1-2 16,1 1 2-16,-1 2 3 0,1-1 4 0,-2 2 1 16,0 4 0-16,2 0 0 0,-4-5-10 0,1 4-11 0,0 1-15 15,-2-5-18-15,1 3-18 0,1-5-24 0,-2 3-36 16,1-5-54-16,-1 1-48 0,2-2-230 0,-3-1-511 16,4 1 226-16</inkml:trace>
  <inkml:trace contextRef="#ctx0" brushRef="#br0" timeOffset="47665.85">31932 7790 116 0,'-1'-25'238'0,"0"11"4"15,1 1 9-15,-3 4-3 0,1-1-9 0,0 4-22 16,2 6-23-16,-1-10-26 0,1 10-22 0,-2-6-17 16,2 6-11-16,0 0-12 0,0 0-10 0,3 28-9 15,-1-11-10-15,-2 2-3 0,2 8-2 0,-1-9-7 16,-2 8-4-16,4-1-6 0,-2-6 15 0,-2-2 11 15,2 1-7-15,0-5-9 0,-1-2-5 0,0 1 0 16,2-2-12-16,-4 1 8 0,4-5-8 0,-2-6 8 16,0 12-6-16,0-12 1 0,0 6 9 0,0-6 4 15,0 0-12-15,0 0-9 0,0 0-4 0,0 0 1 16,0 0-10-16,0 0-4 0,0 0-10 0,10-19-1 16,-6 13-5-16,6-1-4 0,-2 1-12 0,2-1-1 15,3 1 3-15,-3 2-4 0,3 2-6 0,-1 0-3 16,0 4 6-16,-1 0 1 0,-2 2 5 0,2 1-3 15,-1 0 1-15,-4 2 5 0,-1 2-4 0,-1 1 4 16,0-3 0-16,-1 2-2 0,-2 0 13 0,-4 2-1 16,-1-2-2-16,-1 1-1 0,-1-1 0 0,-2 0-6 15,-1-1 0-15,0-1-18 0,-1 1-1 0,-1-5-26 16,2 1-27-16,-2-1-18 0,3 0-23 0,-3-2-23 16,11-1-39-16,-11-1-38 0,11 1-41 0,-9-4-227 15,9 4-523-15,-4-9 232 0</inkml:trace>
  <inkml:trace contextRef="#ctx0" brushRef="#br0" timeOffset="47918.06">32127 7928 123 0,'0'0'194'15,"0"0"-22"-15,0 0 5 0,11-1-10 0,-11 1-4 16,0 0-6-16,5 6-6 0,-5-6-7 0,8 6-8 16,-5-2-6-16,0 2-6 0,3-3-5 0,1 0-1 15,-1-1 10-15,5 1-5 0,-1 0 5 0,3-2 0 16,-2 0-7-16,3-1-17 0,-2-1 8 0,2-2-1 15,-3 0 1-15,-3 1 16 0,-1 0-3 0,0-2-4 16,1-1 0-16,-2 1-17 0,-2-5-7 0,-1 1-15 16,-2 1-11-16,-1 7 4 0,-3-18-11 0,-2 11-6 15,0-2-10-15,-3 2-8 0,-7-2-12 0,0 0-24 16,3 5-19-16,-2 2-26 0,1 0-35 0,-3-1-33 16,1 2-31-16,4 0-40 0,-2 2-49 0,2-1-57 15,1 5-253-15,2-2-584 0,8-3 259 0</inkml:trace>
  <inkml:trace contextRef="#ctx0" brushRef="#br0" timeOffset="48133.99">32408 7681 148 0,'2'-12'322'0,"0"3"1"16,-1 2-2-16,1 0-7 0,-2 7-31 0,2-10-28 15,-2 10-22-15,0 0-22 0,0 0-23 0,0 0-13 16,7 18-12-16,-5 0 1 0,0 9-1 0,0 3-15 15,0 0-14-15,-3 4-10 0,0-2-14 0,1 0-8 16,-3 1-9-16,3-6-12 0,-3 2-21 0,2-2-32 16,1 0-43-16,0-3-38 0,-1-6-45 0,1 1-39 15,-3-4-47-15,1 2-60 0,2-6-60 0,-4 2-214 16,1-5-562-16,1 2 249 0</inkml:trace>
  <inkml:trace contextRef="#ctx0" brushRef="#br0" timeOffset="48335.91">31581 8325 2719 0,'-34'4'260'0,"5"5"-126"0,11-5-69 16,1-2-38-16,8 1-17 0,3 0-3 0,6-3 11 16,0 0 6-16,23 3 5 0,9-5-4 0,24-7-1 15,38 2-2-15,6-3-1 0,7-4-2 0,5 6-4 16,9-5-11-16,0 1-29 0,5 7-33 0,1-5-25 15,-3 0-42-15,0-1-82 0,-5 1-72 0,-8-2-162 16,-6 1-478-16,-8-7 211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20:13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11337 11309 16 0,'0'0'62'0,"0"0"-3"16,0 0-10-16,0 0 1 0,0 0-5 0,0 0-2 16,0 0-8-16,0 0-7 0,0 0 3 0,0 0-6 0,0 0-3 15,0 0-4-15,0 0 0 0,0 0-8 16,0 0-1-16,0 0-15 0,0 0 1 0,0 0 3 16,0 0-16-16,0 0-4 0,0 0-5 0,0 0-14 15,0 0-26-15,0 0-72 0,0 0 32 0</inkml:trace>
  <inkml:trace contextRef="#ctx0" brushRef="#br0" timeOffset="669.4">9944 11512 45 0,'0'0'45'15,"0"0"-3"-15,0 0-11 0,0 0 2 0,0 0-10 16,-6-4 0-16,6 4-11 0,0 0-9 0,0 0-4 15,0 0-11-15,0 0-10 0,0 0-15 0,0 0-41 16,0 0 18-16</inkml:trace>
  <inkml:trace contextRef="#ctx0" brushRef="#br0" timeOffset="1308.54">8640 11430 39 0,'0'0'39'0,"0"0"-10"0,0 0-3 0,0 0-5 15,0 0 7-15,0 0-11 0,0 0-6 0,0 0-8 0,0 0-6 16,0 0-7-16,0 0-5 0,0 0-17 0,0 0-32 16,0 0 14-16</inkml:trace>
  <inkml:trace contextRef="#ctx0" brushRef="#br0" timeOffset="5566.21">9071 12395 4 0,'0'0'10'0,"0"0"4"16,0 0-8-16,0 0 2 0,0 0 1 0,0 0 0 16,0 0-8-16,0 0 3 0,0 0-3 0,0 0 1 15,0 0 3-15,0 0-2 0,0 0 1 0,0 0-3 0,0 0 3 16,0 0-4-16,0 0 3 0,0 0-1 0,0 0 0 15,0 0 1-15,0 0-6 0,0 0 3 16,0 0 1-16,0 0-7 0,0 0-2 0,0 0 2 16,0 0-7-16,0 0-12 0,0 0 5 0</inkml:trace>
  <inkml:trace contextRef="#ctx0" brushRef="#br0" timeOffset="6110.59">11001 12254 15 0,'0'0'53'15,"0"0"-4"-15,0 0-16 0,0 0 0 0,0 0-15 16,0 0-7-16,0 0-7 0,0 0-9 0,0 0-31 16,0 0-38-16,0 0 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A404B-E22A-46AF-9148-E3201E13795F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D5E5B-248E-4021-9667-A9D88477AD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30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6397B-D437-4DE4-BA7A-F8E15BBD059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6397B-D437-4DE4-BA7A-F8E15BBD059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6397B-D437-4DE4-BA7A-F8E15BBD059E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AAAA-D28B-4D90-A894-7A3B32241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08E87-D847-453E-8DA5-D9231A01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6409-7058-49DF-8950-76921374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5A143-CEB7-4079-9A41-7A6F24AD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9FE2D-3544-4DCB-B0A6-FB8AE3CE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24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3D7D-07EF-4544-9C4A-D1E07D5F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5C74-46FC-418A-818C-1263CF25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BCEA7-5755-41A4-BFE4-2CC89B2B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8C0FB-A452-43B1-A469-010CD0ABD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D85D9-A687-4D81-BEA6-A951CEFA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8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8739-4C42-44C6-A8CE-ECD5CFFF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E8EA0-D2A5-428A-BDF6-F76F96267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DA683-00B7-48C2-A91C-083F77B1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BC0C8-B737-4E68-9690-2161779D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87383-7074-4325-8409-0249B539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01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FE20-4F24-46CC-A177-63848858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0CDA8-EA38-4440-915A-0B2B52C2F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DA0E6-D6E4-4414-AACA-BF1877F90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B156-34F5-476A-9B5E-CA193AFA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05E01-3CE7-4C77-AD39-693F467AA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FAAD4-9F0A-4C03-8BC0-D31CBD2CB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6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0051-F807-4A4C-B1DB-9D0EC479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482B1-5AEF-432D-A6ED-7CE6F2507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FF727-5B95-43DF-B29C-638F194C1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8498C-20C5-4830-B22D-79C461A20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42629-69DF-4942-984C-906A25E84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83649-5988-4C18-B113-9A9AEB61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616D0-E9A9-4326-8195-B56D7794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DA691-7F57-4EDD-9281-68EFEA3D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0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EC60B-C96F-4F7D-BD2F-9BB232A6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12654-8F0B-49A1-A2B2-5E72B0FBB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FE0A3-304E-4186-8123-32BB6901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4C6E0-EAA2-40C5-802E-920C17DA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04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73CCB-024A-4190-94F9-E42A855F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4B5CA-227D-47FD-BCFD-09C0E84F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68670-4BFE-403D-9314-A69A18A3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6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0DDE-FD3B-4EC9-9FA1-29B47F5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48C26-E0AD-4344-9C95-040D0C741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EADBC-C1E7-4399-AAE9-5F346CB03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F1170-813D-401A-9F1A-47DF8F22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D13B2-AB48-4F90-AB49-7D8F1758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8EC03-2EE3-4075-89C7-75445374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27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378C-524A-4942-B821-3CF288FD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851F85-109F-4FE6-8E96-BD010274A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65F6C-5D51-46C9-98F6-0953C327C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7A8CE-9923-43C9-BBB6-C3CA8D56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0D95C-F706-44CC-9CB8-46E5E416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CE06A-9107-42D9-999D-9AFB5123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37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1AC7-60FE-44FF-9427-13ED7BB5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D8D35-F763-4A97-9531-4552303D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4129-44CC-4A07-9CE7-E5A1A18D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902C3-E475-410F-A94C-48CD56731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B0BE7-1353-4B5F-93C3-F495D391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14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EB60B-AA45-486B-8E69-B21F32E22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DAE46-0C20-47B4-9E00-001826C1E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44204-B3FA-4322-A10B-02D2DF54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BC432-20E7-421E-98CA-66B096F53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085ED-5480-4706-8F1E-833A5042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72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4241C5-1274-499B-85DE-45B741D0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7BB6D-612D-4CB5-BF6B-BD3E90C29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232B8-D141-471D-9514-3827698F6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D5AA0-8A19-46D4-8AFA-6296C4AE8CE2}" type="datetimeFigureOut">
              <a:rPr lang="en-IN" smtClean="0"/>
              <a:t>23-02-2022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A9BD0-607D-40D3-BDB6-198988B41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A871-93BE-4193-AE39-A867856DD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47675-D945-4046-BE57-5C3EFA9B5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78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1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6.png"/><Relationship Id="rId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7.png"/><Relationship Id="rId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8.png"/><Relationship Id="rId4" Type="http://schemas.openxmlformats.org/officeDocument/2006/relationships/customXml" Target="../ink/ink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9.png"/><Relationship Id="rId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81.png"/><Relationship Id="rId4" Type="http://schemas.openxmlformats.org/officeDocument/2006/relationships/customXml" Target="../ink/ink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0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customXml" Target="../ink/ink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90.png"/><Relationship Id="rId5" Type="http://schemas.openxmlformats.org/officeDocument/2006/relationships/customXml" Target="../ink/ink20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4.png"/><Relationship Id="rId5" Type="http://schemas.openxmlformats.org/officeDocument/2006/relationships/customXml" Target="../ink/ink23.xml"/><Relationship Id="rId4" Type="http://schemas.openxmlformats.org/officeDocument/2006/relationships/image" Target="../media/image31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6.png"/><Relationship Id="rId4" Type="http://schemas.openxmlformats.org/officeDocument/2006/relationships/customXml" Target="../ink/ink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28.xml"/><Relationship Id="rId4" Type="http://schemas.openxmlformats.org/officeDocument/2006/relationships/image" Target="../media/image31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30.xml"/><Relationship Id="rId4" Type="http://schemas.openxmlformats.org/officeDocument/2006/relationships/image" Target="../media/image32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3" Type="http://schemas.openxmlformats.org/officeDocument/2006/relationships/image" Target="../media/image14.png"/><Relationship Id="rId7" Type="http://schemas.openxmlformats.org/officeDocument/2006/relationships/image" Target="../media/image3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.xml"/><Relationship Id="rId5" Type="http://schemas.openxmlformats.org/officeDocument/2006/relationships/image" Target="../media/image324.png"/><Relationship Id="rId4" Type="http://schemas.openxmlformats.org/officeDocument/2006/relationships/customXml" Target="../ink/ink31.xml"/><Relationship Id="rId9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332.png"/><Relationship Id="rId3" Type="http://schemas.openxmlformats.org/officeDocument/2006/relationships/image" Target="../media/image18.png"/><Relationship Id="rId7" Type="http://schemas.openxmlformats.org/officeDocument/2006/relationships/image" Target="../media/image3290.png"/><Relationship Id="rId12" Type="http://schemas.openxmlformats.org/officeDocument/2006/relationships/customXml" Target="../ink/ink4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.xml"/><Relationship Id="rId11" Type="http://schemas.openxmlformats.org/officeDocument/2006/relationships/image" Target="../media/image331.png"/><Relationship Id="rId5" Type="http://schemas.openxmlformats.org/officeDocument/2006/relationships/image" Target="../media/image3230.png"/><Relationship Id="rId10" Type="http://schemas.openxmlformats.org/officeDocument/2006/relationships/customXml" Target="../ink/ink39.xml"/><Relationship Id="rId4" Type="http://schemas.openxmlformats.org/officeDocument/2006/relationships/customXml" Target="../ink/ink36.xml"/><Relationship Id="rId9" Type="http://schemas.openxmlformats.org/officeDocument/2006/relationships/image" Target="../media/image3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0.png"/><Relationship Id="rId7" Type="http://schemas.openxmlformats.org/officeDocument/2006/relationships/image" Target="../media/image333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.xml"/><Relationship Id="rId5" Type="http://schemas.openxmlformats.org/officeDocument/2006/relationships/image" Target="../media/image3300.png"/><Relationship Id="rId4" Type="http://schemas.openxmlformats.org/officeDocument/2006/relationships/customXml" Target="../ink/ink4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0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20.png"/><Relationship Id="rId4" Type="http://schemas.openxmlformats.org/officeDocument/2006/relationships/customXml" Target="../ink/ink4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0.png"/><Relationship Id="rId7" Type="http://schemas.openxmlformats.org/officeDocument/2006/relationships/image" Target="../media/image334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.xml"/><Relationship Id="rId5" Type="http://schemas.openxmlformats.org/officeDocument/2006/relationships/image" Target="../media/image3330.png"/><Relationship Id="rId4" Type="http://schemas.openxmlformats.org/officeDocument/2006/relationships/customXml" Target="../ink/ink4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0.png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7.png"/><Relationship Id="rId4" Type="http://schemas.openxmlformats.org/officeDocument/2006/relationships/customXml" Target="../ink/ink5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png"/><Relationship Id="rId3" Type="http://schemas.openxmlformats.org/officeDocument/2006/relationships/image" Target="../media/image23.png"/><Relationship Id="rId7" Type="http://schemas.openxmlformats.org/officeDocument/2006/relationships/customXml" Target="../ink/ink55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9BA491-0AA3-42EE-8B5B-71F2ED1F9DC6}"/>
                  </a:ext>
                </a:extLst>
              </p14:cNvPr>
              <p14:cNvContentPartPr/>
              <p14:nvPr/>
            </p14:nvContentPartPr>
            <p14:xfrm>
              <a:off x="827640" y="484200"/>
              <a:ext cx="10461240" cy="545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9BA491-0AA3-42EE-8B5B-71F2ED1F9D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8280" y="474840"/>
                <a:ext cx="10479960" cy="547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053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F61DB3-F1A1-4B78-A6F5-F43C186315FF}"/>
                  </a:ext>
                </a:extLst>
              </p14:cNvPr>
              <p14:cNvContentPartPr/>
              <p14:nvPr/>
            </p14:nvContentPartPr>
            <p14:xfrm>
              <a:off x="2331000" y="673560"/>
              <a:ext cx="8638560" cy="558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F61DB3-F1A1-4B78-A6F5-F43C186315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1640" y="664200"/>
                <a:ext cx="8657280" cy="56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43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F06727-CBF9-4214-BA32-C5B908859AF0}"/>
                  </a:ext>
                </a:extLst>
              </p14:cNvPr>
              <p14:cNvContentPartPr/>
              <p14:nvPr/>
            </p14:nvContentPartPr>
            <p14:xfrm>
              <a:off x="1766160" y="367560"/>
              <a:ext cx="8335080" cy="5805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F06727-CBF9-4214-BA32-C5B908859A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6800" y="358200"/>
                <a:ext cx="8353800" cy="58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F4798C-C6F8-4998-96E4-30ED6DF77775}"/>
                  </a:ext>
                </a:extLst>
              </p14:cNvPr>
              <p14:cNvContentPartPr/>
              <p14:nvPr/>
            </p14:nvContentPartPr>
            <p14:xfrm>
              <a:off x="6960240" y="3252960"/>
              <a:ext cx="18720" cy="38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F4798C-C6F8-4998-96E4-30ED6DF777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50880" y="3243600"/>
                <a:ext cx="3744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512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76BAFB-5569-4A5B-B47F-2C6EB7F99045}"/>
                  </a:ext>
                </a:extLst>
              </p14:cNvPr>
              <p14:cNvContentPartPr/>
              <p14:nvPr/>
            </p14:nvContentPartPr>
            <p14:xfrm>
              <a:off x="276840" y="593640"/>
              <a:ext cx="10680120" cy="546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76BAFB-5569-4A5B-B47F-2C6EB7F990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480" y="584280"/>
                <a:ext cx="10698840" cy="548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083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8AB851-2941-45D9-87E0-E54ACBB5688D}"/>
                  </a:ext>
                </a:extLst>
              </p14:cNvPr>
              <p14:cNvContentPartPr/>
              <p14:nvPr/>
            </p14:nvContentPartPr>
            <p14:xfrm>
              <a:off x="672480" y="830520"/>
              <a:ext cx="9470880" cy="5621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8AB851-2941-45D9-87E0-E54ACBB568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3120" y="821160"/>
                <a:ext cx="9489600" cy="56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6F5C54-93A2-4B27-BCFC-2CFDEDD6A183}"/>
                  </a:ext>
                </a:extLst>
              </p14:cNvPr>
              <p14:cNvContentPartPr/>
              <p14:nvPr/>
            </p14:nvContentPartPr>
            <p14:xfrm>
              <a:off x="4165200" y="2154960"/>
              <a:ext cx="7365240" cy="413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6F5C54-93A2-4B27-BCFC-2CFDEDD6A1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55840" y="2145600"/>
                <a:ext cx="7383960" cy="415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1739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951473-6BC8-408D-8743-113D7515FA63}"/>
                  </a:ext>
                </a:extLst>
              </p14:cNvPr>
              <p14:cNvContentPartPr/>
              <p14:nvPr/>
            </p14:nvContentPartPr>
            <p14:xfrm>
              <a:off x="1654200" y="514080"/>
              <a:ext cx="10243080" cy="5526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951473-6BC8-408D-8743-113D7515FA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4840" y="504720"/>
                <a:ext cx="10261800" cy="55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1DA264-5776-426B-9816-5D42287300D1}"/>
                  </a:ext>
                </a:extLst>
              </p14:cNvPr>
              <p14:cNvContentPartPr/>
              <p14:nvPr/>
            </p14:nvContentPartPr>
            <p14:xfrm>
              <a:off x="9238320" y="4372560"/>
              <a:ext cx="230760" cy="46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1DA264-5776-426B-9816-5D42287300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28960" y="4363200"/>
                <a:ext cx="249480" cy="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9494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32C2DE-2E14-47C5-9EE7-EFF5608EC20C}"/>
                  </a:ext>
                </a:extLst>
              </p14:cNvPr>
              <p14:cNvContentPartPr/>
              <p14:nvPr/>
            </p14:nvContentPartPr>
            <p14:xfrm>
              <a:off x="1041120" y="225360"/>
              <a:ext cx="11062080" cy="6057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32C2DE-2E14-47C5-9EE7-EFF5608EC2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1760" y="216000"/>
                <a:ext cx="11080800" cy="60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B6595B-6FB6-4320-AB0D-84E23A74227B}"/>
                  </a:ext>
                </a:extLst>
              </p14:cNvPr>
              <p14:cNvContentPartPr/>
              <p14:nvPr/>
            </p14:nvContentPartPr>
            <p14:xfrm>
              <a:off x="11779560" y="2607480"/>
              <a:ext cx="173880" cy="5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B6595B-6FB6-4320-AB0D-84E23A7422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70200" y="2598120"/>
                <a:ext cx="192600" cy="7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9941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162835-74B6-4737-846F-058D4C62F121}"/>
                  </a:ext>
                </a:extLst>
              </p14:cNvPr>
              <p14:cNvContentPartPr/>
              <p14:nvPr/>
            </p14:nvContentPartPr>
            <p14:xfrm>
              <a:off x="383400" y="396720"/>
              <a:ext cx="11507400" cy="6096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162835-74B6-4737-846F-058D4C62F1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040" y="387360"/>
                <a:ext cx="11526120" cy="61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081978-BE01-46B5-93B9-42962518F8BE}"/>
                  </a:ext>
                </a:extLst>
              </p14:cNvPr>
              <p14:cNvContentPartPr/>
              <p14:nvPr/>
            </p14:nvContentPartPr>
            <p14:xfrm>
              <a:off x="1506600" y="1941480"/>
              <a:ext cx="6266880" cy="73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081978-BE01-46B5-93B9-42962518F8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7240" y="1932120"/>
                <a:ext cx="6285600" cy="75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2427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9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BA0FE3-1666-4D8D-8349-A4603243BA4A}"/>
                  </a:ext>
                </a:extLst>
              </p14:cNvPr>
              <p14:cNvContentPartPr/>
              <p14:nvPr/>
            </p14:nvContentPartPr>
            <p14:xfrm>
              <a:off x="262440" y="168840"/>
              <a:ext cx="11833200" cy="6293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BA0FE3-1666-4D8D-8349-A4603243BA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080" y="159480"/>
                <a:ext cx="11851920" cy="63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10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10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CA6737-0F74-4403-983B-BCE4DEC493FB}"/>
                  </a:ext>
                </a:extLst>
              </p14:cNvPr>
              <p14:cNvContentPartPr/>
              <p14:nvPr/>
            </p14:nvContentPartPr>
            <p14:xfrm>
              <a:off x="447480" y="227880"/>
              <a:ext cx="11542320" cy="5204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CA6737-0F74-4403-983B-BCE4DEC493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120" y="218520"/>
                <a:ext cx="11561040" cy="52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01C390-C9F1-482D-9B79-0F41137B199E}"/>
                  </a:ext>
                </a:extLst>
              </p14:cNvPr>
              <p14:cNvContentPartPr/>
              <p14:nvPr/>
            </p14:nvContentPartPr>
            <p14:xfrm>
              <a:off x="3237840" y="1096920"/>
              <a:ext cx="1949040" cy="479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01C390-C9F1-482D-9B79-0F41137B19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8480" y="1087560"/>
                <a:ext cx="1967760" cy="49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22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11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088C44-9715-44DD-A0AD-E92020252E6A}"/>
                  </a:ext>
                </a:extLst>
              </p14:cNvPr>
              <p14:cNvContentPartPr/>
              <p14:nvPr/>
            </p14:nvContentPartPr>
            <p14:xfrm>
              <a:off x="369360" y="49680"/>
              <a:ext cx="11463840" cy="6163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088C44-9715-44DD-A0AD-E92020252E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000" y="40320"/>
                <a:ext cx="11482560" cy="618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8F69D6-7AC3-4F99-82C5-9EE85EB32889}"/>
                  </a:ext>
                </a:extLst>
              </p14:cNvPr>
              <p14:cNvContentPartPr/>
              <p14:nvPr/>
            </p14:nvContentPartPr>
            <p14:xfrm>
              <a:off x="347760" y="272880"/>
              <a:ext cx="11539440" cy="5508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8F69D6-7AC3-4F99-82C5-9EE85EB328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400" y="263520"/>
                <a:ext cx="11558160" cy="552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3006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AA2A-A18F-430A-8C21-9F54569E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53B6-4481-4B80-9E88-8336E36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D959B-CA68-4994-AF1B-D344217B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12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6E7416-3019-4C72-9E18-C20C03D2CF71}"/>
                  </a:ext>
                </a:extLst>
              </p14:cNvPr>
              <p14:cNvContentPartPr/>
              <p14:nvPr/>
            </p14:nvContentPartPr>
            <p14:xfrm>
              <a:off x="2768040" y="576720"/>
              <a:ext cx="9068040" cy="1283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6E7416-3019-4C72-9E18-C20C03D2CF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8680" y="567360"/>
                <a:ext cx="9086760" cy="130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6208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38600" y="0"/>
            <a:ext cx="4114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rgbClr val="FF0000"/>
                </a:solidFill>
              </a:rPr>
              <a:t>Junction Field-effect Transistor (JFET)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752600" y="482054"/>
            <a:ext cx="8640580" cy="4379757"/>
            <a:chOff x="351020" y="740688"/>
            <a:chExt cx="8640580" cy="4838533"/>
          </a:xfrm>
        </p:grpSpPr>
        <p:pic>
          <p:nvPicPr>
            <p:cNvPr id="39937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29200" y="2514600"/>
              <a:ext cx="1981200" cy="304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938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058025" y="2590800"/>
              <a:ext cx="1933575" cy="2895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Rectangle 3"/>
            <p:cNvSpPr/>
            <p:nvPr/>
          </p:nvSpPr>
          <p:spPr>
            <a:xfrm>
              <a:off x="381000" y="740688"/>
              <a:ext cx="8534400" cy="2244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5425" indent="-225425" algn="just">
                <a:buFont typeface="Wingdings" pitchFamily="2" charset="2"/>
                <a:buChar char="§"/>
              </a:pPr>
              <a:r>
                <a:rPr lang="en-US" dirty="0">
                  <a:solidFill>
                    <a:srgbClr val="2805BB"/>
                  </a:solidFill>
                </a:rPr>
                <a:t>The </a:t>
              </a:r>
              <a:r>
                <a:rPr lang="en-US" dirty="0">
                  <a:solidFill>
                    <a:srgbClr val="FF0000"/>
                  </a:solidFill>
                </a:rPr>
                <a:t>field-effect transistor (FET) </a:t>
              </a:r>
              <a:r>
                <a:rPr lang="en-US" dirty="0">
                  <a:solidFill>
                    <a:srgbClr val="2805BB"/>
                  </a:solidFill>
                </a:rPr>
                <a:t>is a </a:t>
              </a:r>
              <a:r>
                <a:rPr lang="en-US" dirty="0">
                  <a:solidFill>
                    <a:srgbClr val="C00000"/>
                  </a:solidFill>
                </a:rPr>
                <a:t>three-terminal device </a:t>
              </a:r>
              <a:r>
                <a:rPr lang="en-US" dirty="0">
                  <a:solidFill>
                    <a:srgbClr val="2805BB"/>
                  </a:solidFill>
                </a:rPr>
                <a:t>used for a variety of application just like BJT. </a:t>
              </a:r>
            </a:p>
            <a:p>
              <a:pPr marL="225425" indent="-225425" algn="just">
                <a:buFont typeface="Wingdings" pitchFamily="2" charset="2"/>
                <a:buChar char="§"/>
              </a:pPr>
              <a:r>
                <a:rPr lang="en-US" dirty="0">
                  <a:solidFill>
                    <a:srgbClr val="2805BB"/>
                  </a:solidFill>
                </a:rPr>
                <a:t>Although there are some important differences between the FET and BJT, together with many similarities.</a:t>
              </a:r>
            </a:p>
            <a:p>
              <a:pPr marL="225425" indent="-225425" algn="just">
                <a:buFont typeface="Wingdings" pitchFamily="2" charset="2"/>
                <a:buChar char="§"/>
              </a:pPr>
              <a:r>
                <a:rPr lang="en-US" dirty="0">
                  <a:solidFill>
                    <a:srgbClr val="2805BB"/>
                  </a:solidFill>
                </a:rPr>
                <a:t>The </a:t>
              </a:r>
              <a:r>
                <a:rPr lang="en-US" dirty="0">
                  <a:solidFill>
                    <a:srgbClr val="C00000"/>
                  </a:solidFill>
                </a:rPr>
                <a:t>primary difference </a:t>
              </a:r>
              <a:r>
                <a:rPr lang="en-US" dirty="0">
                  <a:solidFill>
                    <a:srgbClr val="2805BB"/>
                  </a:solidFill>
                </a:rPr>
                <a:t>between the two types of transistors is the fact that </a:t>
              </a:r>
            </a:p>
            <a:p>
              <a:pPr marL="225425" indent="-225425" algn="just">
                <a:buFont typeface="Wingdings" pitchFamily="2" charset="2"/>
                <a:buChar char="§"/>
              </a:pPr>
              <a:r>
                <a:rPr lang="en-US" dirty="0">
                  <a:solidFill>
                    <a:srgbClr val="2805BB"/>
                  </a:solidFill>
                </a:rPr>
                <a:t>The </a:t>
              </a:r>
              <a:r>
                <a:rPr lang="en-US" b="1" dirty="0">
                  <a:solidFill>
                    <a:srgbClr val="C00000"/>
                  </a:solidFill>
                </a:rPr>
                <a:t>BJT transistor is a </a:t>
              </a:r>
              <a:r>
                <a:rPr lang="en-US" b="1" i="1" dirty="0">
                  <a:solidFill>
                    <a:srgbClr val="C00000"/>
                  </a:solidFill>
                </a:rPr>
                <a:t>current-controlled device</a:t>
              </a:r>
              <a:r>
                <a:rPr lang="en-US" i="1" dirty="0">
                  <a:solidFill>
                    <a:srgbClr val="2805BB"/>
                  </a:solidFill>
                </a:rPr>
                <a:t>, while the </a:t>
              </a:r>
              <a:r>
                <a:rPr lang="en-US" b="1" dirty="0">
                  <a:solidFill>
                    <a:srgbClr val="FF0000"/>
                  </a:solidFill>
                </a:rPr>
                <a:t>JFET transistor is a voltage-controlled device</a:t>
              </a:r>
              <a:r>
                <a:rPr lang="en-US" i="1" dirty="0">
                  <a:solidFill>
                    <a:srgbClr val="2805BB"/>
                  </a:solidFill>
                </a:rPr>
                <a:t>. 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1020" y="2893095"/>
              <a:ext cx="4572000" cy="2686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225425" indent="-225425" algn="just">
                <a:buFont typeface="Wingdings" pitchFamily="2" charset="2"/>
                <a:buChar char="§"/>
              </a:pPr>
              <a:r>
                <a:rPr lang="en-US" i="1" dirty="0">
                  <a:solidFill>
                    <a:srgbClr val="2805BB"/>
                  </a:solidFill>
                </a:rPr>
                <a:t>In other words, </a:t>
              </a:r>
              <a:r>
                <a:rPr lang="en-US" i="1" dirty="0">
                  <a:solidFill>
                    <a:srgbClr val="C00000"/>
                  </a:solidFill>
                </a:rPr>
                <a:t>In BJT the current </a:t>
              </a:r>
              <a:r>
                <a:rPr lang="en-US" b="1" i="1" dirty="0">
                  <a:solidFill>
                    <a:srgbClr val="2805BB"/>
                  </a:solidFill>
                </a:rPr>
                <a:t>I</a:t>
              </a:r>
              <a:r>
                <a:rPr lang="en-US" b="1" i="1" baseline="-25000" dirty="0">
                  <a:solidFill>
                    <a:srgbClr val="2805BB"/>
                  </a:solidFill>
                </a:rPr>
                <a:t>C</a:t>
              </a:r>
              <a:r>
                <a:rPr lang="en-US" b="1" i="1" dirty="0">
                  <a:solidFill>
                    <a:srgbClr val="2805BB"/>
                  </a:solidFill>
                </a:rPr>
                <a:t> is a direct function of the level of I</a:t>
              </a:r>
              <a:r>
                <a:rPr lang="en-US" b="1" i="1" baseline="-25000" dirty="0">
                  <a:solidFill>
                    <a:srgbClr val="2805BB"/>
                  </a:solidFill>
                </a:rPr>
                <a:t>B</a:t>
              </a:r>
              <a:r>
                <a:rPr lang="en-US" i="1" dirty="0">
                  <a:solidFill>
                    <a:srgbClr val="2805BB"/>
                  </a:solidFill>
                </a:rPr>
                <a:t>. </a:t>
              </a:r>
            </a:p>
            <a:p>
              <a:pPr marL="225425" indent="-225425" algn="just">
                <a:buFont typeface="Wingdings" pitchFamily="2" charset="2"/>
                <a:buChar char="§"/>
              </a:pPr>
              <a:r>
                <a:rPr lang="en-US" i="1" dirty="0">
                  <a:solidFill>
                    <a:srgbClr val="C00000"/>
                  </a:solidFill>
                </a:rPr>
                <a:t>For the FET </a:t>
              </a:r>
              <a:r>
                <a:rPr lang="en-US" i="1" dirty="0">
                  <a:solidFill>
                    <a:srgbClr val="2805BB"/>
                  </a:solidFill>
                </a:rPr>
                <a:t>the current </a:t>
              </a:r>
              <a:r>
                <a:rPr lang="en-US" b="1" i="1" dirty="0">
                  <a:solidFill>
                    <a:srgbClr val="2805BB"/>
                  </a:solidFill>
                </a:rPr>
                <a:t>I</a:t>
              </a:r>
              <a:r>
                <a:rPr lang="en-US" b="1" i="1" baseline="-25000" dirty="0">
                  <a:solidFill>
                    <a:srgbClr val="2805BB"/>
                  </a:solidFill>
                </a:rPr>
                <a:t>D</a:t>
              </a:r>
              <a:r>
                <a:rPr lang="en-US" b="1" i="1" dirty="0">
                  <a:solidFill>
                    <a:srgbClr val="2805BB"/>
                  </a:solidFill>
                </a:rPr>
                <a:t> </a:t>
              </a:r>
              <a:r>
                <a:rPr lang="en-US" b="1" dirty="0">
                  <a:solidFill>
                    <a:srgbClr val="2805BB"/>
                  </a:solidFill>
                </a:rPr>
                <a:t>will be a function of the voltage </a:t>
              </a:r>
              <a:r>
                <a:rPr lang="en-US" b="1" i="1" dirty="0">
                  <a:solidFill>
                    <a:srgbClr val="2805BB"/>
                  </a:solidFill>
                </a:rPr>
                <a:t>V</a:t>
              </a:r>
              <a:r>
                <a:rPr lang="en-US" b="1" i="1" baseline="-25000" dirty="0">
                  <a:solidFill>
                    <a:srgbClr val="2805BB"/>
                  </a:solidFill>
                </a:rPr>
                <a:t>GS</a:t>
              </a:r>
              <a:r>
                <a:rPr lang="en-US" i="1" dirty="0">
                  <a:solidFill>
                    <a:srgbClr val="2805BB"/>
                  </a:solidFill>
                </a:rPr>
                <a:t> applied to the input circuit </a:t>
              </a:r>
            </a:p>
            <a:p>
              <a:pPr marL="225425" indent="-225425" algn="just"/>
              <a:endParaRPr lang="en-US" sz="800" i="1" dirty="0">
                <a:solidFill>
                  <a:srgbClr val="2805BB"/>
                </a:solidFill>
              </a:endParaRPr>
            </a:p>
            <a:p>
              <a:pPr marL="225425" indent="-225425" algn="just">
                <a:buFont typeface="Wingdings" pitchFamily="2" charset="2"/>
                <a:buChar char="§"/>
              </a:pPr>
              <a:r>
                <a:rPr lang="en-US" dirty="0">
                  <a:solidFill>
                    <a:srgbClr val="2805BB"/>
                  </a:solidFill>
                </a:rPr>
                <a:t>In each case</a:t>
              </a:r>
              <a:r>
                <a:rPr lang="en-US" b="1" dirty="0">
                  <a:solidFill>
                    <a:srgbClr val="2805BB"/>
                  </a:solidFill>
                </a:rPr>
                <a:t> the current of the output circuit is being controlled by a parameter of the input circuit—in </a:t>
              </a:r>
              <a:r>
                <a:rPr lang="en-US" dirty="0">
                  <a:solidFill>
                    <a:srgbClr val="2805BB"/>
                  </a:solidFill>
                </a:rPr>
                <a:t>one case a current level and in the other an applied voltage.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752600" y="4745712"/>
            <a:ext cx="8763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Field-effect transistor amplifiers </a:t>
            </a:r>
            <a:r>
              <a:rPr lang="en-US" dirty="0">
                <a:solidFill>
                  <a:srgbClr val="FF0000"/>
                </a:solidFill>
              </a:rPr>
              <a:t>provide an excellent voltage gain </a:t>
            </a:r>
            <a:r>
              <a:rPr lang="en-US" dirty="0">
                <a:solidFill>
                  <a:srgbClr val="2805BB"/>
                </a:solidFill>
              </a:rPr>
              <a:t>with the </a:t>
            </a:r>
            <a:r>
              <a:rPr lang="en-US" b="1" dirty="0">
                <a:solidFill>
                  <a:srgbClr val="2805BB"/>
                </a:solidFill>
              </a:rPr>
              <a:t>added feature </a:t>
            </a:r>
            <a:r>
              <a:rPr lang="en-US" dirty="0">
                <a:solidFill>
                  <a:srgbClr val="2805BB"/>
                </a:solidFill>
              </a:rPr>
              <a:t>of a </a:t>
            </a:r>
            <a:r>
              <a:rPr lang="en-US" dirty="0">
                <a:solidFill>
                  <a:srgbClr val="FF0000"/>
                </a:solidFill>
              </a:rPr>
              <a:t>high input impedance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They are also considered </a:t>
            </a:r>
            <a:r>
              <a:rPr lang="en-US" dirty="0">
                <a:solidFill>
                  <a:srgbClr val="FF0000"/>
                </a:solidFill>
              </a:rPr>
              <a:t>low-power consumption configurations</a:t>
            </a:r>
            <a:r>
              <a:rPr lang="en-US" dirty="0">
                <a:solidFill>
                  <a:srgbClr val="2805BB"/>
                </a:solidFill>
              </a:rPr>
              <a:t> with </a:t>
            </a:r>
            <a:r>
              <a:rPr lang="en-US" dirty="0">
                <a:solidFill>
                  <a:srgbClr val="FF0000"/>
                </a:solidFill>
              </a:rPr>
              <a:t>good frequency range and minimal size and weight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For </a:t>
            </a:r>
            <a:r>
              <a:rPr lang="en-US" dirty="0">
                <a:solidFill>
                  <a:srgbClr val="FF0000"/>
                </a:solidFill>
              </a:rPr>
              <a:t>FET ac equivalent model is somewhat simpler </a:t>
            </a:r>
            <a:r>
              <a:rPr lang="en-US" b="1" dirty="0">
                <a:solidFill>
                  <a:srgbClr val="2805BB"/>
                </a:solidFill>
              </a:rPr>
              <a:t>than that employed for BJTs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BJT had an </a:t>
            </a:r>
            <a:r>
              <a:rPr lang="en-US" b="1" dirty="0">
                <a:solidFill>
                  <a:srgbClr val="2805BB"/>
                </a:solidFill>
              </a:rPr>
              <a:t>amplification factor (beta)</a:t>
            </a:r>
            <a:r>
              <a:rPr lang="en-US" dirty="0">
                <a:solidFill>
                  <a:srgbClr val="2805BB"/>
                </a:solidFill>
              </a:rPr>
              <a:t>, the </a:t>
            </a:r>
            <a:r>
              <a:rPr lang="en-US" dirty="0">
                <a:solidFill>
                  <a:srgbClr val="FF0000"/>
                </a:solidFill>
              </a:rPr>
              <a:t>FET has a </a:t>
            </a:r>
            <a:r>
              <a:rPr lang="en-US" dirty="0" err="1">
                <a:solidFill>
                  <a:srgbClr val="FF0000"/>
                </a:solidFill>
              </a:rPr>
              <a:t>transconductance</a:t>
            </a:r>
            <a:r>
              <a:rPr lang="en-US" dirty="0">
                <a:solidFill>
                  <a:srgbClr val="FF0000"/>
                </a:solidFill>
              </a:rPr>
              <a:t> factor, </a:t>
            </a:r>
            <a:r>
              <a:rPr lang="en-US" i="1" dirty="0">
                <a:solidFill>
                  <a:srgbClr val="FF0000"/>
                </a:solidFill>
              </a:rPr>
              <a:t>gm</a:t>
            </a:r>
            <a:r>
              <a:rPr lang="en-US" i="1" dirty="0"/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CDE4569-0798-4AAC-959D-481F888ADC0C}"/>
                  </a:ext>
                </a:extLst>
              </p14:cNvPr>
              <p14:cNvContentPartPr/>
              <p14:nvPr/>
            </p14:nvContentPartPr>
            <p14:xfrm>
              <a:off x="2011320" y="2647440"/>
              <a:ext cx="8027280" cy="3279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CDE4569-0798-4AAC-959D-481F888ADC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1960" y="2638080"/>
                <a:ext cx="8046000" cy="329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381000"/>
            <a:ext cx="84582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Just as there are </a:t>
            </a:r>
            <a:r>
              <a:rPr lang="en-US" b="1" i="1" dirty="0" err="1">
                <a:solidFill>
                  <a:srgbClr val="C00000"/>
                </a:solidFill>
              </a:rPr>
              <a:t>npn</a:t>
            </a:r>
            <a:r>
              <a:rPr lang="en-US" b="1" i="1" dirty="0">
                <a:solidFill>
                  <a:srgbClr val="C00000"/>
                </a:solidFill>
              </a:rPr>
              <a:t> and </a:t>
            </a:r>
            <a:r>
              <a:rPr lang="en-US" b="1" i="1" dirty="0" err="1">
                <a:solidFill>
                  <a:srgbClr val="C00000"/>
                </a:solidFill>
              </a:rPr>
              <a:t>pnp</a:t>
            </a:r>
            <a:r>
              <a:rPr lang="en-US" b="1" i="1" dirty="0">
                <a:solidFill>
                  <a:srgbClr val="C00000"/>
                </a:solidFill>
              </a:rPr>
              <a:t> bipolar transistors</a:t>
            </a:r>
            <a:r>
              <a:rPr lang="en-US" i="1" dirty="0">
                <a:solidFill>
                  <a:srgbClr val="9751CB"/>
                </a:solidFill>
              </a:rPr>
              <a:t>, </a:t>
            </a:r>
            <a:r>
              <a:rPr lang="en-US" b="1" i="1" dirty="0">
                <a:solidFill>
                  <a:srgbClr val="FF0000"/>
                </a:solidFill>
              </a:rPr>
              <a:t>there are n-channel and p-channel</a:t>
            </a:r>
          </a:p>
          <a:p>
            <a:pPr marL="225425" indent="-225425" algn="just"/>
            <a:r>
              <a:rPr lang="en-US" b="1" dirty="0">
                <a:solidFill>
                  <a:srgbClr val="FF0000"/>
                </a:solidFill>
              </a:rPr>
              <a:t>     field-effect transistors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However, the </a:t>
            </a:r>
            <a:r>
              <a:rPr lang="en-US" b="1" dirty="0">
                <a:solidFill>
                  <a:srgbClr val="C00000"/>
                </a:solidFill>
              </a:rPr>
              <a:t>BJT transistor is a </a:t>
            </a:r>
            <a:r>
              <a:rPr lang="en-US" b="1" i="1" dirty="0">
                <a:solidFill>
                  <a:srgbClr val="C00000"/>
                </a:solidFill>
              </a:rPr>
              <a:t>bipolar device </a:t>
            </a:r>
            <a:r>
              <a:rPr lang="en-US" i="1" dirty="0">
                <a:solidFill>
                  <a:srgbClr val="2805BB"/>
                </a:solidFill>
              </a:rPr>
              <a:t>whereas t</a:t>
            </a:r>
            <a:r>
              <a:rPr lang="en-US" dirty="0">
                <a:solidFill>
                  <a:srgbClr val="2805BB"/>
                </a:solidFill>
              </a:rPr>
              <a:t>he </a:t>
            </a:r>
            <a:r>
              <a:rPr lang="en-US" b="1" dirty="0">
                <a:solidFill>
                  <a:srgbClr val="FF0000"/>
                </a:solidFill>
              </a:rPr>
              <a:t>FET is a </a:t>
            </a:r>
            <a:r>
              <a:rPr lang="en-US" b="1" i="1" dirty="0" err="1">
                <a:solidFill>
                  <a:srgbClr val="FF0000"/>
                </a:solidFill>
              </a:rPr>
              <a:t>unipolar</a:t>
            </a:r>
            <a:r>
              <a:rPr lang="en-US" b="1" i="1" dirty="0">
                <a:solidFill>
                  <a:srgbClr val="FF0000"/>
                </a:solidFill>
              </a:rPr>
              <a:t> device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9751CB"/>
                </a:solidFill>
              </a:rPr>
              <a:t>depending solely on either electron (</a:t>
            </a:r>
            <a:r>
              <a:rPr lang="en-US" i="1" dirty="0">
                <a:solidFill>
                  <a:srgbClr val="9751CB"/>
                </a:solidFill>
              </a:rPr>
              <a:t>n-channel) or hole (p-channel) conduction</a:t>
            </a:r>
            <a:r>
              <a:rPr lang="en-US" i="1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For the </a:t>
            </a:r>
            <a:r>
              <a:rPr lang="en-US" b="1" dirty="0">
                <a:solidFill>
                  <a:srgbClr val="FF0000"/>
                </a:solidFill>
              </a:rPr>
              <a:t>FET an </a:t>
            </a:r>
            <a:r>
              <a:rPr lang="en-US" b="1" i="1" dirty="0">
                <a:solidFill>
                  <a:srgbClr val="FF0000"/>
                </a:solidFill>
              </a:rPr>
              <a:t>electric field is </a:t>
            </a:r>
            <a:r>
              <a:rPr lang="en-US" b="1" dirty="0">
                <a:solidFill>
                  <a:srgbClr val="FF0000"/>
                </a:solidFill>
              </a:rPr>
              <a:t>established by the charges present that will control the conduction path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2805BB"/>
                </a:solidFill>
              </a:rPr>
              <a:t>of the output circuit </a:t>
            </a:r>
            <a:r>
              <a:rPr lang="en-US" dirty="0">
                <a:solidFill>
                  <a:srgbClr val="9751CB"/>
                </a:solidFill>
              </a:rPr>
              <a:t>without the need for direct contact between the controlling and controlled quantities.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One of the </a:t>
            </a:r>
            <a:r>
              <a:rPr lang="en-US" b="1" dirty="0">
                <a:solidFill>
                  <a:srgbClr val="FF0000"/>
                </a:solidFill>
              </a:rPr>
              <a:t>most important characteristics of the FET is its </a:t>
            </a:r>
            <a:r>
              <a:rPr lang="en-US" b="1" i="1" dirty="0">
                <a:solidFill>
                  <a:srgbClr val="FF0000"/>
                </a:solidFill>
              </a:rPr>
              <a:t>high input impedance</a:t>
            </a:r>
            <a:r>
              <a:rPr lang="en-US" i="1" dirty="0">
                <a:solidFill>
                  <a:srgbClr val="2805BB"/>
                </a:solidFill>
              </a:rPr>
              <a:t>. At a level of </a:t>
            </a:r>
            <a:r>
              <a:rPr lang="en-US" i="1" dirty="0">
                <a:solidFill>
                  <a:srgbClr val="FF0000"/>
                </a:solidFill>
              </a:rPr>
              <a:t>1M</a:t>
            </a:r>
            <a:r>
              <a:rPr lang="en-US" i="1" dirty="0">
                <a:solidFill>
                  <a:srgbClr val="FF0000"/>
                </a:solidFill>
                <a:sym typeface="Symbol"/>
              </a:rPr>
              <a:t></a:t>
            </a:r>
            <a:r>
              <a:rPr lang="en-US" i="1" dirty="0">
                <a:solidFill>
                  <a:srgbClr val="FF0000"/>
                </a:solidFill>
              </a:rPr>
              <a:t> to several hundred </a:t>
            </a:r>
            <a:r>
              <a:rPr lang="en-US" i="1" dirty="0" err="1">
                <a:solidFill>
                  <a:srgbClr val="FF0000"/>
                </a:solidFill>
              </a:rPr>
              <a:t>megohms</a:t>
            </a:r>
            <a:r>
              <a:rPr lang="en-US" i="1" dirty="0">
                <a:solidFill>
                  <a:srgbClr val="FF0000"/>
                </a:solidFill>
              </a:rPr>
              <a:t>. </a:t>
            </a:r>
            <a:r>
              <a:rPr lang="en-US" i="1" dirty="0">
                <a:solidFill>
                  <a:srgbClr val="2805BB"/>
                </a:solidFill>
              </a:rPr>
              <a:t>it </a:t>
            </a:r>
            <a:r>
              <a:rPr lang="en-US" b="1" i="1" dirty="0">
                <a:solidFill>
                  <a:srgbClr val="C00000"/>
                </a:solidFill>
              </a:rPr>
              <a:t>far exceeds </a:t>
            </a:r>
            <a:r>
              <a:rPr lang="en-US" b="1" dirty="0">
                <a:solidFill>
                  <a:srgbClr val="C00000"/>
                </a:solidFill>
              </a:rPr>
              <a:t>the typical input resistance levels of the BJT transistor </a:t>
            </a:r>
            <a:r>
              <a:rPr lang="en-US" dirty="0">
                <a:solidFill>
                  <a:srgbClr val="C00000"/>
                </a:solidFill>
              </a:rPr>
              <a:t>configurations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Although the </a:t>
            </a:r>
            <a:r>
              <a:rPr lang="en-US" b="1" dirty="0">
                <a:solidFill>
                  <a:srgbClr val="C00000"/>
                </a:solidFill>
              </a:rPr>
              <a:t>BJT transistor has a much higher sensitivity to changes in the applied signal than FET</a:t>
            </a:r>
            <a:r>
              <a:rPr lang="en-US" b="1" dirty="0">
                <a:solidFill>
                  <a:srgbClr val="2805BB"/>
                </a:solidFill>
              </a:rPr>
              <a:t>.</a:t>
            </a:r>
          </a:p>
          <a:p>
            <a:pPr marL="465138" indent="-239713" algn="just">
              <a:buFont typeface="Arial" pitchFamily="34" charset="0"/>
              <a:buChar char="•"/>
            </a:pPr>
            <a:r>
              <a:rPr lang="en-US" dirty="0">
                <a:solidFill>
                  <a:srgbClr val="2805BB"/>
                </a:solidFill>
              </a:rPr>
              <a:t>In other words, </a:t>
            </a:r>
            <a:r>
              <a:rPr lang="en-US" dirty="0">
                <a:solidFill>
                  <a:srgbClr val="C00000"/>
                </a:solidFill>
              </a:rPr>
              <a:t>the variation in output current is typically a great deal more for BJTs</a:t>
            </a:r>
          </a:p>
          <a:p>
            <a:pPr marL="465138" indent="-239713" algn="just"/>
            <a:r>
              <a:rPr lang="en-US" dirty="0">
                <a:solidFill>
                  <a:srgbClr val="C00000"/>
                </a:solidFill>
              </a:rPr>
              <a:t>     than FETs </a:t>
            </a:r>
            <a:r>
              <a:rPr lang="en-US" dirty="0">
                <a:solidFill>
                  <a:srgbClr val="2805BB"/>
                </a:solidFill>
              </a:rPr>
              <a:t>for the same change in applied voltage. </a:t>
            </a:r>
          </a:p>
          <a:p>
            <a:pPr marL="465138" indent="-239713" algn="just">
              <a:buFont typeface="Arial" pitchFamily="34" charset="0"/>
              <a:buChar char="•"/>
            </a:pPr>
            <a:r>
              <a:rPr lang="en-US" dirty="0">
                <a:solidFill>
                  <a:srgbClr val="2805BB"/>
                </a:solidFill>
              </a:rPr>
              <a:t>For this reason, </a:t>
            </a:r>
            <a:r>
              <a:rPr lang="en-US" dirty="0">
                <a:solidFill>
                  <a:srgbClr val="C00000"/>
                </a:solidFill>
              </a:rPr>
              <a:t>typical ac voltage gains for BJT amplifiers are a great deal more than for FETs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FETs are more temperature stable than BJTs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FETs are usually smaller in construction and easy to fabricate in IC than BJTs</a:t>
            </a:r>
            <a:r>
              <a:rPr lang="en-US" dirty="0">
                <a:solidFill>
                  <a:srgbClr val="2805BB"/>
                </a:solidFill>
              </a:rPr>
              <a:t>,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So </a:t>
            </a:r>
            <a:r>
              <a:rPr lang="en-US" b="1" dirty="0">
                <a:solidFill>
                  <a:srgbClr val="FF0000"/>
                </a:solidFill>
              </a:rPr>
              <a:t>FET’s are particularly useful in </a:t>
            </a:r>
            <a:r>
              <a:rPr lang="en-US" b="1" i="1" dirty="0">
                <a:solidFill>
                  <a:srgbClr val="FF0000"/>
                </a:solidFill>
              </a:rPr>
              <a:t>integrated-circuit (IC) chips</a:t>
            </a:r>
            <a:r>
              <a:rPr lang="en-US" i="1" dirty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1" y="11668"/>
            <a:ext cx="2765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Comparison of BJT and FET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133600" y="5706071"/>
            <a:ext cx="3276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There are two types of FETs</a:t>
            </a:r>
            <a:r>
              <a:rPr lang="en-US" b="1" dirty="0">
                <a:solidFill>
                  <a:srgbClr val="7030A0"/>
                </a:solidFill>
              </a:rPr>
              <a:t>:</a:t>
            </a:r>
            <a:r>
              <a:rPr lang="en-US" dirty="0">
                <a:solidFill>
                  <a:srgbClr val="7030A0"/>
                </a:solidFill>
              </a:rPr>
              <a:t>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JFETs and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MOSFETs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5BD731-D897-4875-A3FE-7D725BFC789D}"/>
                  </a:ext>
                </a:extLst>
              </p14:cNvPr>
              <p14:cNvContentPartPr/>
              <p14:nvPr/>
            </p14:nvContentPartPr>
            <p14:xfrm>
              <a:off x="2756160" y="2635560"/>
              <a:ext cx="7132320" cy="2965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5BD731-D897-4875-A3FE-7D725BFC78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6800" y="2626200"/>
                <a:ext cx="7151040" cy="298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1828800"/>
            <a:ext cx="3200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3962400" y="29980"/>
            <a:ext cx="4727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BASIC CONSTRUCTION OF THE </a:t>
            </a:r>
            <a:r>
              <a:rPr lang="en-US" b="1" i="1" dirty="0">
                <a:solidFill>
                  <a:srgbClr val="FF0000"/>
                </a:solidFill>
              </a:rPr>
              <a:t>N-CHANNEL JFET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76400" y="1676401"/>
            <a:ext cx="578995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C00000"/>
                </a:solidFill>
              </a:rPr>
              <a:t>FET is a three terminal device </a:t>
            </a:r>
            <a:r>
              <a:rPr lang="en-US" i="1" dirty="0">
                <a:solidFill>
                  <a:srgbClr val="C00000"/>
                </a:solidFill>
              </a:rPr>
              <a:t>(Source S, Drain D, Gate G)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In RHS Figure the top of the </a:t>
            </a:r>
            <a:r>
              <a:rPr lang="en-US" b="1" i="1" dirty="0">
                <a:solidFill>
                  <a:srgbClr val="2805BB"/>
                </a:solidFill>
              </a:rPr>
              <a:t>n-type channel is connected through </a:t>
            </a:r>
            <a:r>
              <a:rPr lang="en-US" b="1" dirty="0">
                <a:solidFill>
                  <a:srgbClr val="2805BB"/>
                </a:solidFill>
              </a:rPr>
              <a:t>an </a:t>
            </a:r>
            <a:r>
              <a:rPr lang="en-US" b="1" dirty="0" err="1">
                <a:solidFill>
                  <a:srgbClr val="2805BB"/>
                </a:solidFill>
              </a:rPr>
              <a:t>ohmic</a:t>
            </a:r>
            <a:r>
              <a:rPr lang="en-US" b="1" dirty="0">
                <a:solidFill>
                  <a:srgbClr val="2805BB"/>
                </a:solidFill>
              </a:rPr>
              <a:t> contact to a terminal</a:t>
            </a:r>
            <a:r>
              <a:rPr lang="en-US" dirty="0">
                <a:solidFill>
                  <a:srgbClr val="2805BB"/>
                </a:solidFill>
              </a:rPr>
              <a:t> referred to as the </a:t>
            </a:r>
            <a:r>
              <a:rPr lang="en-US" b="1" i="1" dirty="0">
                <a:solidFill>
                  <a:srgbClr val="C00000"/>
                </a:solidFill>
              </a:rPr>
              <a:t>drain (D)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while the </a:t>
            </a:r>
            <a:r>
              <a:rPr lang="en-US" b="1" i="1" dirty="0">
                <a:solidFill>
                  <a:srgbClr val="2805BB"/>
                </a:solidFill>
              </a:rPr>
              <a:t>lower end of </a:t>
            </a:r>
            <a:r>
              <a:rPr lang="en-US" b="1" dirty="0">
                <a:solidFill>
                  <a:srgbClr val="2805BB"/>
                </a:solidFill>
              </a:rPr>
              <a:t>the same material is connected through an </a:t>
            </a:r>
            <a:r>
              <a:rPr lang="en-US" b="1" dirty="0" err="1">
                <a:solidFill>
                  <a:srgbClr val="2805BB"/>
                </a:solidFill>
              </a:rPr>
              <a:t>ohmic</a:t>
            </a:r>
            <a:r>
              <a:rPr lang="en-US" b="1" dirty="0">
                <a:solidFill>
                  <a:srgbClr val="2805BB"/>
                </a:solidFill>
              </a:rPr>
              <a:t> contact to a terminal </a:t>
            </a:r>
            <a:r>
              <a:rPr lang="en-US" dirty="0">
                <a:solidFill>
                  <a:srgbClr val="2805BB"/>
                </a:solidFill>
              </a:rPr>
              <a:t>referred to as</a:t>
            </a:r>
          </a:p>
          <a:p>
            <a:pPr marL="225425" indent="-225425"/>
            <a:r>
              <a:rPr lang="en-US" dirty="0">
                <a:solidFill>
                  <a:srgbClr val="2805BB"/>
                </a:solidFill>
              </a:rPr>
              <a:t>     the </a:t>
            </a:r>
            <a:r>
              <a:rPr lang="en-US" b="1" i="1" dirty="0">
                <a:solidFill>
                  <a:srgbClr val="C00000"/>
                </a:solidFill>
              </a:rPr>
              <a:t>source (S).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2805BB"/>
                </a:solidFill>
              </a:rPr>
              <a:t>two embedded p-type materials are connected </a:t>
            </a:r>
            <a:r>
              <a:rPr lang="en-US" b="1" i="1" dirty="0" err="1">
                <a:solidFill>
                  <a:srgbClr val="2805BB"/>
                </a:solidFill>
              </a:rPr>
              <a:t>toge-ther</a:t>
            </a:r>
            <a:r>
              <a:rPr lang="en-US" b="1" i="1" dirty="0">
                <a:solidFill>
                  <a:srgbClr val="2805BB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</a:rPr>
              <a:t>and to the </a:t>
            </a:r>
            <a:r>
              <a:rPr lang="en-US" b="1" dirty="0">
                <a:solidFill>
                  <a:srgbClr val="2805BB"/>
                </a:solidFill>
              </a:rPr>
              <a:t>an </a:t>
            </a:r>
            <a:r>
              <a:rPr lang="en-US" b="1" dirty="0" err="1">
                <a:solidFill>
                  <a:srgbClr val="2805BB"/>
                </a:solidFill>
              </a:rPr>
              <a:t>ohmic</a:t>
            </a:r>
            <a:r>
              <a:rPr lang="en-US" b="1" dirty="0">
                <a:solidFill>
                  <a:srgbClr val="2805BB"/>
                </a:solidFill>
              </a:rPr>
              <a:t> contact </a:t>
            </a:r>
            <a:r>
              <a:rPr lang="en-US" dirty="0">
                <a:solidFill>
                  <a:srgbClr val="2805BB"/>
                </a:solidFill>
              </a:rPr>
              <a:t>referred to as </a:t>
            </a:r>
            <a:r>
              <a:rPr lang="en-US" b="1" i="1" dirty="0">
                <a:solidFill>
                  <a:srgbClr val="C00000"/>
                </a:solidFill>
              </a:rPr>
              <a:t>gate (G) </a:t>
            </a:r>
            <a:r>
              <a:rPr lang="en-US" dirty="0">
                <a:solidFill>
                  <a:srgbClr val="2805BB"/>
                </a:solidFill>
              </a:rPr>
              <a:t>terminal.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Therefore, the </a:t>
            </a:r>
            <a:r>
              <a:rPr lang="en-US" b="1" dirty="0">
                <a:solidFill>
                  <a:srgbClr val="2805BB"/>
                </a:solidFill>
              </a:rPr>
              <a:t>drain and source are connected to the ends of the </a:t>
            </a:r>
            <a:r>
              <a:rPr lang="en-US" b="1" i="1" dirty="0">
                <a:solidFill>
                  <a:srgbClr val="2805BB"/>
                </a:solidFill>
              </a:rPr>
              <a:t>n-type channel</a:t>
            </a:r>
            <a:r>
              <a:rPr lang="en-US" i="1" dirty="0">
                <a:solidFill>
                  <a:srgbClr val="2805BB"/>
                </a:solidFill>
              </a:rPr>
              <a:t> and </a:t>
            </a:r>
            <a:r>
              <a:rPr lang="en-US" b="1" i="1" dirty="0">
                <a:solidFill>
                  <a:srgbClr val="2805BB"/>
                </a:solidFill>
              </a:rPr>
              <a:t>the gate to the two layers of p-type material.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2620" y="381001"/>
            <a:ext cx="84119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basic construction of the </a:t>
            </a:r>
            <a:r>
              <a:rPr lang="en-US" i="1" dirty="0">
                <a:solidFill>
                  <a:srgbClr val="C00000"/>
                </a:solidFill>
              </a:rPr>
              <a:t>n-channel JFET </a:t>
            </a:r>
            <a:r>
              <a:rPr lang="en-US" i="1" dirty="0">
                <a:solidFill>
                  <a:srgbClr val="2805BB"/>
                </a:solidFill>
              </a:rPr>
              <a:t>is shown in Fig.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major part of the structure is the </a:t>
            </a:r>
            <a:r>
              <a:rPr lang="en-US" b="1" i="1" dirty="0">
                <a:solidFill>
                  <a:srgbClr val="2805BB"/>
                </a:solidFill>
              </a:rPr>
              <a:t>n-type material (referred as substrate)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within substrate </a:t>
            </a:r>
            <a:r>
              <a:rPr lang="en-US" b="1" i="1" dirty="0">
                <a:solidFill>
                  <a:srgbClr val="2805BB"/>
                </a:solidFill>
              </a:rPr>
              <a:t>a </a:t>
            </a:r>
            <a:r>
              <a:rPr lang="en-US" b="1" i="1" dirty="0">
                <a:solidFill>
                  <a:srgbClr val="C00000"/>
                </a:solidFill>
              </a:rPr>
              <a:t>channel of majority charge carrier, electron </a:t>
            </a:r>
            <a:r>
              <a:rPr lang="en-US" b="1" i="1" dirty="0">
                <a:solidFill>
                  <a:srgbClr val="2805BB"/>
                </a:solidFill>
              </a:rPr>
              <a:t>forms between the </a:t>
            </a:r>
            <a:r>
              <a:rPr lang="en-US" b="1" dirty="0">
                <a:solidFill>
                  <a:srgbClr val="2805BB"/>
                </a:solidFill>
              </a:rPr>
              <a:t>embedded layers of </a:t>
            </a:r>
            <a:r>
              <a:rPr lang="en-US" b="1" i="1" dirty="0">
                <a:solidFill>
                  <a:srgbClr val="2805BB"/>
                </a:solidFill>
              </a:rPr>
              <a:t>p-type material</a:t>
            </a:r>
            <a:r>
              <a:rPr lang="en-US" i="1" dirty="0">
                <a:solidFill>
                  <a:srgbClr val="2805BB"/>
                </a:solidFill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6014EC-B301-4F41-AA26-9716F3C84C90}"/>
                  </a:ext>
                </a:extLst>
              </p14:cNvPr>
              <p14:cNvContentPartPr/>
              <p14:nvPr/>
            </p14:nvContentPartPr>
            <p14:xfrm>
              <a:off x="9235080" y="6410520"/>
              <a:ext cx="720" cy="7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6014EC-B301-4F41-AA26-9716F3C84C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25720" y="6401160"/>
                <a:ext cx="194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97232D-D79A-495C-966C-DD98F0915108}"/>
                  </a:ext>
                </a:extLst>
              </p14:cNvPr>
              <p14:cNvContentPartPr/>
              <p14:nvPr/>
            </p14:nvContentPartPr>
            <p14:xfrm>
              <a:off x="7581240" y="3893760"/>
              <a:ext cx="1971000" cy="521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97232D-D79A-495C-966C-DD98F09151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71880" y="3884400"/>
                <a:ext cx="198972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44743CA-8919-4A85-BE32-D0ED6BAD2BA0}"/>
                  </a:ext>
                </a:extLst>
              </p14:cNvPr>
              <p14:cNvContentPartPr/>
              <p14:nvPr/>
            </p14:nvContentPartPr>
            <p14:xfrm>
              <a:off x="8143920" y="4185000"/>
              <a:ext cx="1697760" cy="53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44743CA-8919-4A85-BE32-D0ED6BAD2B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34560" y="4175640"/>
                <a:ext cx="1716480" cy="7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0" y="1219200"/>
            <a:ext cx="2895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828800" y="490479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C00000"/>
                </a:solidFill>
              </a:rPr>
              <a:t>As shown in Prev. fig, in the absence of </a:t>
            </a:r>
            <a:r>
              <a:rPr lang="en-US" dirty="0">
                <a:solidFill>
                  <a:srgbClr val="C00000"/>
                </a:solidFill>
              </a:rPr>
              <a:t>any applied potentials the JFET has two </a:t>
            </a:r>
            <a:r>
              <a:rPr lang="en-US" i="1" dirty="0">
                <a:solidFill>
                  <a:srgbClr val="C00000"/>
                </a:solidFill>
              </a:rPr>
              <a:t>p-n junctions under no-bias conditions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result is a depletion region at each junction </a:t>
            </a:r>
            <a:r>
              <a:rPr lang="en-US" dirty="0">
                <a:solidFill>
                  <a:srgbClr val="2805BB"/>
                </a:solidFill>
              </a:rPr>
              <a:t>that </a:t>
            </a:r>
            <a:r>
              <a:rPr lang="en-US" b="1" dirty="0">
                <a:solidFill>
                  <a:srgbClr val="2805BB"/>
                </a:solidFill>
              </a:rPr>
              <a:t>resembles the same region of a diode under no-bias conditions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4648200" y="44970"/>
            <a:ext cx="2717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CHARACTERISTICS OF JFETs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76401"/>
            <a:ext cx="5562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Recall also that a </a:t>
            </a:r>
            <a:r>
              <a:rPr lang="en-US" dirty="0">
                <a:solidFill>
                  <a:srgbClr val="C00000"/>
                </a:solidFill>
              </a:rPr>
              <a:t>depletion region is that region void of free carriers and therefore unable to support conduction </a:t>
            </a:r>
            <a:r>
              <a:rPr lang="en-US" dirty="0">
                <a:solidFill>
                  <a:srgbClr val="2805BB"/>
                </a:solidFill>
              </a:rPr>
              <a:t>through the region.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water analogy </a:t>
            </a:r>
            <a:r>
              <a:rPr lang="en-US" dirty="0">
                <a:solidFill>
                  <a:srgbClr val="2805BB"/>
                </a:solidFill>
              </a:rPr>
              <a:t>of Fig RHS </a:t>
            </a:r>
            <a:r>
              <a:rPr lang="en-US" b="1" dirty="0">
                <a:solidFill>
                  <a:srgbClr val="FF0000"/>
                </a:solidFill>
              </a:rPr>
              <a:t>is appropriate and </a:t>
            </a:r>
            <a:r>
              <a:rPr lang="en-US" b="1" dirty="0">
                <a:solidFill>
                  <a:srgbClr val="C00000"/>
                </a:solidFill>
              </a:rPr>
              <a:t>does provide a sense for the JFET control</a:t>
            </a:r>
            <a:r>
              <a:rPr lang="en-US" dirty="0">
                <a:solidFill>
                  <a:srgbClr val="2805BB"/>
                </a:solidFill>
              </a:rPr>
              <a:t> at the gate terminal </a:t>
            </a:r>
            <a:r>
              <a:rPr lang="en-US" b="1" dirty="0">
                <a:solidFill>
                  <a:srgbClr val="2805BB"/>
                </a:solidFill>
              </a:rPr>
              <a:t>and</a:t>
            </a:r>
            <a:r>
              <a:rPr lang="en-US" dirty="0">
                <a:solidFill>
                  <a:srgbClr val="2805BB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the appropriateness of the terminology applied to the terminals</a:t>
            </a:r>
            <a:r>
              <a:rPr lang="en-US" dirty="0">
                <a:solidFill>
                  <a:srgbClr val="2805BB"/>
                </a:solidFill>
              </a:rPr>
              <a:t> of the device.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source of water pressure can be likened to the applied voltage from drain to source </a:t>
            </a:r>
            <a:r>
              <a:rPr lang="en-US" dirty="0">
                <a:solidFill>
                  <a:srgbClr val="2805BB"/>
                </a:solidFill>
              </a:rPr>
              <a:t>that</a:t>
            </a:r>
            <a:r>
              <a:rPr lang="en-US" b="1" dirty="0">
                <a:solidFill>
                  <a:srgbClr val="2805BB"/>
                </a:solidFill>
              </a:rPr>
              <a:t> will establish a flow of water (electrons) from the spigot (source).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“gate,” through an applied signal </a:t>
            </a:r>
            <a:r>
              <a:rPr lang="en-US" dirty="0">
                <a:solidFill>
                  <a:srgbClr val="2805BB"/>
                </a:solidFill>
              </a:rPr>
              <a:t>(potential), </a:t>
            </a:r>
            <a:r>
              <a:rPr lang="en-US" b="1" dirty="0">
                <a:solidFill>
                  <a:srgbClr val="2805BB"/>
                </a:solidFill>
              </a:rPr>
              <a:t>controls the flow of water (charge) to the “drain.”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drain and source terminals are at opposite ends of the </a:t>
            </a:r>
            <a:r>
              <a:rPr lang="en-US" b="1" i="1" dirty="0">
                <a:solidFill>
                  <a:srgbClr val="2805BB"/>
                </a:solidFill>
              </a:rPr>
              <a:t>n-channel </a:t>
            </a:r>
            <a:r>
              <a:rPr lang="en-US" i="1" dirty="0">
                <a:solidFill>
                  <a:srgbClr val="2805BB"/>
                </a:solidFill>
              </a:rPr>
              <a:t>as introduced in Prev. Fig. </a:t>
            </a:r>
            <a:r>
              <a:rPr lang="en-US" b="1" dirty="0">
                <a:solidFill>
                  <a:srgbClr val="2805BB"/>
                </a:solidFill>
              </a:rPr>
              <a:t>because the terminology is defined for electron flow</a:t>
            </a:r>
            <a:r>
              <a:rPr lang="en-US" dirty="0"/>
              <a:t>.</a:t>
            </a: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10600" y="4800600"/>
            <a:ext cx="152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092914-258E-464E-9408-2D576DB30D19}"/>
                  </a:ext>
                </a:extLst>
              </p14:cNvPr>
              <p14:cNvContentPartPr/>
              <p14:nvPr/>
            </p14:nvContentPartPr>
            <p14:xfrm>
              <a:off x="8318520" y="5248800"/>
              <a:ext cx="1051560" cy="961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092914-258E-464E-9408-2D576DB30D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9160" y="5239440"/>
                <a:ext cx="1070280" cy="97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82024" y="838200"/>
            <a:ext cx="4038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4800600" y="59960"/>
            <a:ext cx="2372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JFET CHARACTERISTICS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85210" y="457200"/>
            <a:ext cx="51054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 algn="just"/>
            <a:r>
              <a:rPr lang="en-US" sz="2000" b="1" i="1" u="sng" dirty="0">
                <a:solidFill>
                  <a:srgbClr val="7030A0"/>
                </a:solidFill>
              </a:rPr>
              <a:t>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GS</a:t>
            </a:r>
            <a:r>
              <a:rPr lang="en-US" sz="2000" b="1" i="1" u="sng" dirty="0">
                <a:solidFill>
                  <a:srgbClr val="7030A0"/>
                </a:solidFill>
              </a:rPr>
              <a:t>  = 0 V, </a:t>
            </a:r>
          </a:p>
          <a:p>
            <a:pPr marL="120650" indent="-120650" algn="just"/>
            <a:r>
              <a:rPr lang="en-US" sz="2000" b="1" i="1" dirty="0">
                <a:solidFill>
                  <a:srgbClr val="7030A0"/>
                </a:solidFill>
              </a:rPr>
              <a:t>(</a:t>
            </a:r>
            <a:r>
              <a:rPr lang="en-US" sz="2000" b="1" i="1" dirty="0" err="1">
                <a:solidFill>
                  <a:srgbClr val="7030A0"/>
                </a:solidFill>
              </a:rPr>
              <a:t>i</a:t>
            </a:r>
            <a:r>
              <a:rPr lang="en-US" sz="2000" b="1" i="1" dirty="0">
                <a:solidFill>
                  <a:srgbClr val="7030A0"/>
                </a:solidFill>
              </a:rPr>
              <a:t>) </a:t>
            </a:r>
            <a:r>
              <a:rPr lang="en-US" sz="2000" b="1" i="1" u="sng" dirty="0">
                <a:solidFill>
                  <a:srgbClr val="7030A0"/>
                </a:solidFill>
              </a:rPr>
              <a:t>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DS</a:t>
            </a:r>
            <a:r>
              <a:rPr lang="en-US" sz="2000" b="1" i="1" u="sng" dirty="0">
                <a:solidFill>
                  <a:srgbClr val="7030A0"/>
                </a:solidFill>
              </a:rPr>
              <a:t> Some Positive Value</a:t>
            </a:r>
            <a:endParaRPr lang="en-US" sz="2000" b="1" u="sng" dirty="0">
              <a:solidFill>
                <a:srgbClr val="7030A0"/>
              </a:solidFill>
            </a:endParaRP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In Fig., a </a:t>
            </a:r>
            <a:r>
              <a:rPr lang="en-US" dirty="0">
                <a:solidFill>
                  <a:srgbClr val="FF0000"/>
                </a:solidFill>
              </a:rPr>
              <a:t>positive voltage </a:t>
            </a:r>
            <a:r>
              <a:rPr lang="en-US" i="1" dirty="0">
                <a:solidFill>
                  <a:srgbClr val="FF0000"/>
                </a:solidFill>
              </a:rPr>
              <a:t>V</a:t>
            </a:r>
            <a:r>
              <a:rPr lang="en-US" i="1" baseline="-25000" dirty="0">
                <a:solidFill>
                  <a:srgbClr val="FF0000"/>
                </a:solidFill>
              </a:rPr>
              <a:t>DS</a:t>
            </a:r>
            <a:r>
              <a:rPr lang="en-US" i="1" dirty="0">
                <a:solidFill>
                  <a:srgbClr val="FF0000"/>
                </a:solidFill>
              </a:rPr>
              <a:t> has been applied across the channel </a:t>
            </a:r>
            <a:r>
              <a:rPr lang="en-US" i="1" dirty="0">
                <a:solidFill>
                  <a:srgbClr val="2805BB"/>
                </a:solidFill>
              </a:rPr>
              <a:t>and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FF0000"/>
                </a:solidFill>
              </a:rPr>
              <a:t>gate h</a:t>
            </a:r>
            <a:r>
              <a:rPr lang="en-US" b="1" dirty="0">
                <a:solidFill>
                  <a:srgbClr val="FF0000"/>
                </a:solidFill>
              </a:rPr>
              <a:t>as been connected directly to the source </a:t>
            </a:r>
            <a:r>
              <a:rPr lang="en-US" b="1" dirty="0">
                <a:solidFill>
                  <a:srgbClr val="2805BB"/>
                </a:solidFill>
              </a:rPr>
              <a:t>to establish the condition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= 0 V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165100" indent="-165100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 The </a:t>
            </a:r>
            <a:r>
              <a:rPr lang="en-US" dirty="0">
                <a:solidFill>
                  <a:srgbClr val="C00000"/>
                </a:solidFill>
              </a:rPr>
              <a:t>result is a gate and source terminal at the same potential</a:t>
            </a:r>
            <a:r>
              <a:rPr lang="en-US" dirty="0">
                <a:solidFill>
                  <a:srgbClr val="2805BB"/>
                </a:solidFill>
              </a:rPr>
              <a:t> and</a:t>
            </a:r>
          </a:p>
          <a:p>
            <a:pPr marL="165100" indent="-165100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 </a:t>
            </a:r>
            <a:r>
              <a:rPr lang="en-US" b="1" dirty="0">
                <a:solidFill>
                  <a:srgbClr val="C00000"/>
                </a:solidFill>
              </a:rPr>
              <a:t>depletion region exists in the low end of each </a:t>
            </a:r>
            <a:r>
              <a:rPr lang="en-US" b="1" i="1" dirty="0">
                <a:solidFill>
                  <a:srgbClr val="C00000"/>
                </a:solidFill>
              </a:rPr>
              <a:t>p-material</a:t>
            </a:r>
            <a:r>
              <a:rPr lang="en-US" i="1" dirty="0">
                <a:solidFill>
                  <a:srgbClr val="2805BB"/>
                </a:solidFill>
              </a:rPr>
              <a:t> similar to the distribution of the no-bias conditions of Fig.</a:t>
            </a:r>
          </a:p>
          <a:p>
            <a:pPr marL="165100" indent="-165100" algn="just">
              <a:buFont typeface="Wingdings" pitchFamily="2" charset="2"/>
              <a:buChar char="§"/>
            </a:pPr>
            <a:endParaRPr lang="en-US" sz="800" i="1" dirty="0">
              <a:solidFill>
                <a:srgbClr val="2805BB"/>
              </a:solidFill>
            </a:endParaRPr>
          </a:p>
          <a:p>
            <a:pPr algn="just"/>
            <a:r>
              <a:rPr lang="en-US" sz="2000" b="1" u="sng" dirty="0">
                <a:solidFill>
                  <a:srgbClr val="7030A0"/>
                </a:solidFill>
              </a:rPr>
              <a:t>(ii) The instant the Drain voltage </a:t>
            </a:r>
            <a:r>
              <a:rPr lang="en-US" sz="2000" b="1" i="1" u="sng" dirty="0">
                <a:solidFill>
                  <a:srgbClr val="7030A0"/>
                </a:solidFill>
              </a:rPr>
              <a:t>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DD </a:t>
            </a:r>
            <a:r>
              <a:rPr lang="en-US" sz="2000" b="1" i="1" u="sng" dirty="0">
                <a:solidFill>
                  <a:srgbClr val="7030A0"/>
                </a:solidFill>
              </a:rPr>
              <a:t>( 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DS</a:t>
            </a:r>
            <a:r>
              <a:rPr lang="en-US" sz="2000" b="1" i="1" u="sng" dirty="0">
                <a:solidFill>
                  <a:srgbClr val="7030A0"/>
                </a:solidFill>
              </a:rPr>
              <a:t>) is applied: </a:t>
            </a:r>
            <a:r>
              <a:rPr lang="en-US" sz="2000" b="1" i="1" dirty="0">
                <a:solidFill>
                  <a:srgbClr val="7030A0"/>
                </a:solidFill>
              </a:rPr>
              <a:t>T</a:t>
            </a:r>
            <a:r>
              <a:rPr lang="en-US" i="1" dirty="0">
                <a:solidFill>
                  <a:srgbClr val="2805BB"/>
                </a:solidFill>
              </a:rPr>
              <a:t>he </a:t>
            </a:r>
            <a:r>
              <a:rPr lang="en-US" i="1" dirty="0">
                <a:solidFill>
                  <a:srgbClr val="C00000"/>
                </a:solidFill>
              </a:rPr>
              <a:t>electrons will be drawn to </a:t>
            </a:r>
            <a:r>
              <a:rPr lang="en-US" dirty="0">
                <a:solidFill>
                  <a:srgbClr val="C00000"/>
                </a:solidFill>
              </a:rPr>
              <a:t>the drain  terminal</a:t>
            </a:r>
            <a:r>
              <a:rPr lang="en-US" dirty="0">
                <a:solidFill>
                  <a:srgbClr val="2805BB"/>
                </a:solidFill>
              </a:rPr>
              <a:t>, establishing the conventional current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 </a:t>
            </a:r>
            <a:r>
              <a:rPr lang="en-US" i="1" dirty="0">
                <a:solidFill>
                  <a:srgbClr val="2805BB"/>
                </a:solidFill>
              </a:rPr>
              <a:t>with the defined direction </a:t>
            </a:r>
            <a:r>
              <a:rPr lang="en-US" dirty="0">
                <a:solidFill>
                  <a:srgbClr val="2805BB"/>
                </a:solidFill>
              </a:rPr>
              <a:t>of Fig</a:t>
            </a:r>
          </a:p>
          <a:p>
            <a:pPr marL="165100" indent="-165100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path of charge flow clearly reveals that the </a:t>
            </a:r>
            <a:r>
              <a:rPr lang="en-US" b="1" dirty="0">
                <a:solidFill>
                  <a:srgbClr val="2805BB"/>
                </a:solidFill>
              </a:rPr>
              <a:t>drain and source currents are equivalent </a:t>
            </a:r>
            <a:r>
              <a:rPr lang="en-US" dirty="0">
                <a:solidFill>
                  <a:srgbClr val="2805BB"/>
                </a:solidFill>
              </a:rPr>
              <a:t>(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 </a:t>
            </a:r>
            <a:r>
              <a:rPr lang="en-US" i="1" dirty="0">
                <a:solidFill>
                  <a:srgbClr val="2805BB"/>
                </a:solidFill>
              </a:rPr>
              <a:t>= I</a:t>
            </a:r>
            <a:r>
              <a:rPr lang="en-US" i="1" baseline="-25000" dirty="0">
                <a:solidFill>
                  <a:srgbClr val="2805BB"/>
                </a:solidFill>
              </a:rPr>
              <a:t>S</a:t>
            </a:r>
            <a:r>
              <a:rPr lang="en-US" i="1" dirty="0">
                <a:solidFill>
                  <a:srgbClr val="2805BB"/>
                </a:solidFill>
              </a:rPr>
              <a:t>). Under the conditions appearing in Fig. RHS,</a:t>
            </a:r>
          </a:p>
          <a:p>
            <a:pPr marL="165100" indent="-165100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 the </a:t>
            </a:r>
            <a:r>
              <a:rPr lang="en-US" b="1" i="1" dirty="0">
                <a:solidFill>
                  <a:srgbClr val="2805BB"/>
                </a:solidFill>
              </a:rPr>
              <a:t>flow of charge </a:t>
            </a:r>
            <a:r>
              <a:rPr lang="en-US" b="1" dirty="0">
                <a:solidFill>
                  <a:srgbClr val="2805BB"/>
                </a:solidFill>
              </a:rPr>
              <a:t>is relatively uninhibited and limited solely by the resistance of the </a:t>
            </a:r>
            <a:r>
              <a:rPr lang="en-US" b="1" i="1" dirty="0">
                <a:solidFill>
                  <a:srgbClr val="2805BB"/>
                </a:solidFill>
              </a:rPr>
              <a:t>n-channel </a:t>
            </a:r>
            <a:r>
              <a:rPr lang="en-US" i="1" dirty="0">
                <a:solidFill>
                  <a:srgbClr val="2805BB"/>
                </a:solidFill>
              </a:rPr>
              <a:t>between </a:t>
            </a:r>
            <a:r>
              <a:rPr lang="en-US" dirty="0">
                <a:solidFill>
                  <a:srgbClr val="2805BB"/>
                </a:solidFill>
              </a:rPr>
              <a:t>drain and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30998" y="6076507"/>
            <a:ext cx="36315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Construction and Characteristics of JFETs</a:t>
            </a:r>
            <a:endParaRPr lang="en-US" sz="1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70ABF9-4246-49E0-9022-FBD3B58B1E6B}"/>
                  </a:ext>
                </a:extLst>
              </p14:cNvPr>
              <p14:cNvContentPartPr/>
              <p14:nvPr/>
            </p14:nvContentPartPr>
            <p14:xfrm>
              <a:off x="7967880" y="101880"/>
              <a:ext cx="3410280" cy="2877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70ABF9-4246-49E0-9022-FBD3B58B1E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8520" y="92520"/>
                <a:ext cx="3429000" cy="289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1434060"/>
            <a:ext cx="29718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616440" y="1447800"/>
            <a:ext cx="624840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9588" indent="-225425">
              <a:buFont typeface="Arial" pitchFamily="34" charset="0"/>
              <a:buChar char="•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current </a:t>
            </a:r>
            <a:r>
              <a:rPr lang="en-US" i="1" dirty="0">
                <a:solidFill>
                  <a:srgbClr val="C00000"/>
                </a:solidFill>
              </a:rPr>
              <a:t>I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 will establish the voltage levels through the channel</a:t>
            </a:r>
            <a:r>
              <a:rPr lang="en-US" i="1" dirty="0">
                <a:solidFill>
                  <a:srgbClr val="2805BB"/>
                </a:solidFill>
              </a:rPr>
              <a:t> as indicated in the </a:t>
            </a:r>
            <a:r>
              <a:rPr lang="en-US" dirty="0">
                <a:solidFill>
                  <a:srgbClr val="2805BB"/>
                </a:solidFill>
              </a:rPr>
              <a:t>figure. </a:t>
            </a:r>
          </a:p>
          <a:p>
            <a:pPr marL="284163" indent="-223838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result is that the </a:t>
            </a:r>
            <a:r>
              <a:rPr lang="en-US" b="1" dirty="0">
                <a:solidFill>
                  <a:srgbClr val="FF0000"/>
                </a:solidFill>
              </a:rPr>
              <a:t>upper region of the </a:t>
            </a:r>
            <a:r>
              <a:rPr lang="en-US" b="1" i="1" dirty="0">
                <a:solidFill>
                  <a:srgbClr val="FF0000"/>
                </a:solidFill>
              </a:rPr>
              <a:t>p-type material will be reverse biased </a:t>
            </a:r>
            <a:r>
              <a:rPr lang="en-US" b="1" dirty="0">
                <a:solidFill>
                  <a:srgbClr val="FF0000"/>
                </a:solidFill>
              </a:rPr>
              <a:t>by about 1.5 V</a:t>
            </a:r>
            <a:r>
              <a:rPr lang="en-US" dirty="0">
                <a:solidFill>
                  <a:srgbClr val="2805BB"/>
                </a:solidFill>
              </a:rPr>
              <a:t>,  with </a:t>
            </a:r>
            <a:r>
              <a:rPr lang="en-US" b="1" dirty="0">
                <a:solidFill>
                  <a:srgbClr val="FF0000"/>
                </a:solidFill>
              </a:rPr>
              <a:t>the lower region only reverse-biased by 0.5 V.</a:t>
            </a:r>
            <a:r>
              <a:rPr lang="en-US" dirty="0">
                <a:solidFill>
                  <a:srgbClr val="2805BB"/>
                </a:solidFill>
              </a:rPr>
              <a:t> </a:t>
            </a:r>
          </a:p>
          <a:p>
            <a:pPr marL="284163" indent="-223838"/>
            <a:r>
              <a:rPr lang="en-US" b="1" dirty="0">
                <a:solidFill>
                  <a:srgbClr val="7030A0"/>
                </a:solidFill>
              </a:rPr>
              <a:t>(iii) Greater the applied reverse bias: </a:t>
            </a:r>
            <a:r>
              <a:rPr lang="en-US" sz="2000" b="1" dirty="0">
                <a:solidFill>
                  <a:srgbClr val="7030A0"/>
                </a:solidFill>
              </a:rPr>
              <a:t>T</a:t>
            </a:r>
            <a:r>
              <a:rPr lang="en-US" dirty="0">
                <a:solidFill>
                  <a:srgbClr val="2805BB"/>
                </a:solidFill>
              </a:rPr>
              <a:t>he </a:t>
            </a:r>
            <a:r>
              <a:rPr lang="en-US" dirty="0">
                <a:solidFill>
                  <a:srgbClr val="C00000"/>
                </a:solidFill>
              </a:rPr>
              <a:t>wider the depletion region</a:t>
            </a:r>
            <a:r>
              <a:rPr lang="en-US" dirty="0">
                <a:solidFill>
                  <a:srgbClr val="2805BB"/>
                </a:solidFill>
              </a:rPr>
              <a:t>—</a:t>
            </a:r>
            <a:r>
              <a:rPr lang="en-US" dirty="0">
                <a:solidFill>
                  <a:srgbClr val="FF0000"/>
                </a:solidFill>
              </a:rPr>
              <a:t>hence the distribution of the depletion region as shown in Fig. </a:t>
            </a:r>
          </a:p>
          <a:p>
            <a:pPr marL="284163" indent="-223838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fact that the </a:t>
            </a:r>
            <a:r>
              <a:rPr lang="en-US" b="1" dirty="0">
                <a:solidFill>
                  <a:srgbClr val="2805BB"/>
                </a:solidFill>
              </a:rPr>
              <a:t>p-n junction is reverse-biased for the </a:t>
            </a:r>
          </a:p>
          <a:p>
            <a:pPr marL="284163" indent="-223838"/>
            <a:r>
              <a:rPr lang="en-US" b="1" dirty="0">
                <a:solidFill>
                  <a:srgbClr val="2805BB"/>
                </a:solidFill>
              </a:rPr>
              <a:t>     length of the channel results in a gate current of zero amperes </a:t>
            </a:r>
            <a:r>
              <a:rPr lang="en-US" dirty="0">
                <a:solidFill>
                  <a:srgbClr val="2805BB"/>
                </a:solidFill>
              </a:rPr>
              <a:t>as shown in the same figure. </a:t>
            </a:r>
          </a:p>
          <a:p>
            <a:pPr marL="284163" indent="-223838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Fact that  I</a:t>
            </a:r>
            <a:r>
              <a:rPr lang="en-US" b="1" i="1" baseline="-25000" dirty="0">
                <a:solidFill>
                  <a:srgbClr val="FF0000"/>
                </a:solidFill>
              </a:rPr>
              <a:t>G</a:t>
            </a:r>
            <a:r>
              <a:rPr lang="en-US" b="1" i="1" dirty="0">
                <a:solidFill>
                  <a:srgbClr val="FF0000"/>
                </a:solidFill>
              </a:rPr>
              <a:t> = 0 A is an important characteristic of the JFET</a:t>
            </a:r>
            <a:r>
              <a:rPr lang="en-US" i="1" dirty="0">
                <a:solidFill>
                  <a:srgbClr val="2805BB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76200"/>
            <a:ext cx="8458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It is important to note that </a:t>
            </a: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depletion region is wider near the top of both </a:t>
            </a:r>
            <a:r>
              <a:rPr lang="en-US" i="1" dirty="0">
                <a:solidFill>
                  <a:srgbClr val="C00000"/>
                </a:solidFill>
              </a:rPr>
              <a:t>p type </a:t>
            </a:r>
            <a:r>
              <a:rPr lang="en-US" dirty="0">
                <a:solidFill>
                  <a:srgbClr val="C00000"/>
                </a:solidFill>
              </a:rPr>
              <a:t>materials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To understand the reason for the change in width of the depletion region </a:t>
            </a:r>
            <a:endParaRPr lang="en-US" dirty="0">
              <a:solidFill>
                <a:srgbClr val="2805BB"/>
              </a:solidFill>
            </a:endParaRPr>
          </a:p>
          <a:p>
            <a:pPr marL="465138" indent="-239713">
              <a:buFont typeface="Arial" pitchFamily="34" charset="0"/>
              <a:buChar char="•"/>
            </a:pPr>
            <a:r>
              <a:rPr lang="en-US" dirty="0">
                <a:solidFill>
                  <a:srgbClr val="2805BB"/>
                </a:solidFill>
              </a:rPr>
              <a:t>Assuming </a:t>
            </a:r>
            <a:r>
              <a:rPr lang="en-US" b="1" dirty="0">
                <a:solidFill>
                  <a:srgbClr val="2805BB"/>
                </a:solidFill>
              </a:rPr>
              <a:t>a uniform resistance in the </a:t>
            </a:r>
            <a:r>
              <a:rPr lang="en-US" b="1" i="1" dirty="0">
                <a:solidFill>
                  <a:srgbClr val="2805BB"/>
                </a:solidFill>
              </a:rPr>
              <a:t>n-channel</a:t>
            </a:r>
            <a:r>
              <a:rPr lang="en-US" i="1" dirty="0">
                <a:solidFill>
                  <a:srgbClr val="2805BB"/>
                </a:solidFill>
              </a:rPr>
              <a:t>, the </a:t>
            </a:r>
            <a:r>
              <a:rPr lang="en-US" i="1" dirty="0">
                <a:solidFill>
                  <a:srgbClr val="C00000"/>
                </a:solidFill>
              </a:rPr>
              <a:t>resistance </a:t>
            </a:r>
            <a:r>
              <a:rPr lang="en-US" dirty="0">
                <a:solidFill>
                  <a:srgbClr val="C00000"/>
                </a:solidFill>
              </a:rPr>
              <a:t>of the channel can be broken down to the divisions appearing </a:t>
            </a:r>
            <a:r>
              <a:rPr lang="en-US" dirty="0">
                <a:solidFill>
                  <a:srgbClr val="2805BB"/>
                </a:solidFill>
              </a:rPr>
              <a:t>in Fig.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7650" y="4815591"/>
            <a:ext cx="8686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7030A0"/>
                </a:solidFill>
              </a:rPr>
              <a:t>As the voltage </a:t>
            </a:r>
            <a:r>
              <a:rPr lang="en-US" b="1" i="1" dirty="0">
                <a:solidFill>
                  <a:srgbClr val="7030A0"/>
                </a:solidFill>
              </a:rPr>
              <a:t>V</a:t>
            </a:r>
            <a:r>
              <a:rPr lang="en-US" b="1" i="1" baseline="-25000" dirty="0">
                <a:solidFill>
                  <a:srgbClr val="7030A0"/>
                </a:solidFill>
              </a:rPr>
              <a:t>DS</a:t>
            </a:r>
            <a:r>
              <a:rPr lang="en-US" b="1" i="1" dirty="0">
                <a:solidFill>
                  <a:srgbClr val="7030A0"/>
                </a:solidFill>
              </a:rPr>
              <a:t> is increased from 0 to a few volts</a:t>
            </a:r>
            <a:r>
              <a:rPr lang="en-US" i="1" dirty="0">
                <a:solidFill>
                  <a:srgbClr val="2805BB"/>
                </a:solidFill>
              </a:rPr>
              <a:t>: the current will increase as </a:t>
            </a:r>
            <a:r>
              <a:rPr lang="en-US" dirty="0">
                <a:solidFill>
                  <a:srgbClr val="2805BB"/>
                </a:solidFill>
              </a:rPr>
              <a:t>determined by Ohm’s law and the plot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</a:t>
            </a:r>
            <a:r>
              <a:rPr lang="en-US" i="1" dirty="0">
                <a:solidFill>
                  <a:srgbClr val="2805BB"/>
                </a:solidFill>
              </a:rPr>
              <a:t> versus V</a:t>
            </a:r>
            <a:r>
              <a:rPr lang="en-US" i="1" baseline="-25000" dirty="0">
                <a:solidFill>
                  <a:srgbClr val="2805BB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 is shown in RHS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relative straightness of the plot reveals that for the region of low values of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, the resistance is essentially constant. </a:t>
            </a:r>
          </a:p>
          <a:p>
            <a:pPr algn="just"/>
            <a:r>
              <a:rPr lang="en-US" b="1" i="1" dirty="0">
                <a:solidFill>
                  <a:srgbClr val="FF0000"/>
                </a:solidFill>
              </a:rPr>
              <a:t>    As V</a:t>
            </a:r>
            <a:r>
              <a:rPr lang="en-US" b="1" i="1" baseline="-25000" dirty="0">
                <a:solidFill>
                  <a:srgbClr val="FF0000"/>
                </a:solidFill>
              </a:rPr>
              <a:t>DS</a:t>
            </a:r>
            <a:r>
              <a:rPr lang="en-US" b="1" i="1" dirty="0">
                <a:solidFill>
                  <a:srgbClr val="FF0000"/>
                </a:solidFill>
              </a:rPr>
              <a:t> increases and approaches a level </a:t>
            </a:r>
            <a:r>
              <a:rPr lang="en-US" b="1" dirty="0">
                <a:solidFill>
                  <a:srgbClr val="FF0000"/>
                </a:solidFill>
              </a:rPr>
              <a:t>referred to as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P</a:t>
            </a:r>
            <a:r>
              <a:rPr lang="en-US" b="1" i="1" dirty="0">
                <a:solidFill>
                  <a:srgbClr val="FF0000"/>
                </a:solidFill>
              </a:rPr>
              <a:t> in plot the depletion regions</a:t>
            </a:r>
          </a:p>
          <a:p>
            <a:pPr algn="just"/>
            <a:r>
              <a:rPr lang="en-US" b="1" i="1" dirty="0">
                <a:solidFill>
                  <a:srgbClr val="FF0000"/>
                </a:solidFill>
              </a:rPr>
              <a:t>    will widen </a:t>
            </a:r>
            <a:r>
              <a:rPr lang="en-US" i="1" dirty="0">
                <a:solidFill>
                  <a:srgbClr val="2805BB"/>
                </a:solidFill>
                <a:sym typeface="Wingdings" pitchFamily="2" charset="2"/>
              </a:rPr>
              <a:t> </a:t>
            </a:r>
            <a:r>
              <a:rPr lang="en-US" i="1" dirty="0">
                <a:solidFill>
                  <a:srgbClr val="2805BB"/>
                </a:solidFill>
              </a:rPr>
              <a:t>causing a </a:t>
            </a:r>
            <a:r>
              <a:rPr lang="en-US" dirty="0">
                <a:solidFill>
                  <a:srgbClr val="2805BB"/>
                </a:solidFill>
              </a:rPr>
              <a:t>noticeable reduction in the channel width.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reduced path of conduction causes the resistance to increase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7B2D98-341B-4FCC-AA78-07DE853BE0F6}"/>
                  </a:ext>
                </a:extLst>
              </p14:cNvPr>
              <p14:cNvContentPartPr/>
              <p14:nvPr/>
            </p14:nvContentPartPr>
            <p14:xfrm>
              <a:off x="9284760" y="3895920"/>
              <a:ext cx="4680" cy="1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7B2D98-341B-4FCC-AA78-07DE853BE0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5400" y="3886560"/>
                <a:ext cx="234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CDDBB3-6F72-4B82-933C-54CC07B619B6}"/>
                  </a:ext>
                </a:extLst>
              </p14:cNvPr>
              <p14:cNvContentPartPr/>
              <p14:nvPr/>
            </p14:nvContentPartPr>
            <p14:xfrm>
              <a:off x="9235440" y="459720"/>
              <a:ext cx="2952000" cy="4849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CDDBB3-6F72-4B82-933C-54CC07B619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26080" y="450360"/>
                <a:ext cx="2970720" cy="486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1" y="838200"/>
            <a:ext cx="3733800" cy="4709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524000" y="137411"/>
            <a:ext cx="8610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algn="just"/>
            <a:r>
              <a:rPr lang="en-US" dirty="0">
                <a:solidFill>
                  <a:srgbClr val="2805BB"/>
                </a:solidFill>
              </a:rPr>
              <a:t>The more horizontal the curve, the higher the resistance, suggesting that the </a:t>
            </a:r>
            <a:r>
              <a:rPr lang="en-US" dirty="0">
                <a:solidFill>
                  <a:srgbClr val="C00000"/>
                </a:solidFill>
              </a:rPr>
              <a:t>resistance is approaching “infinite</a:t>
            </a:r>
            <a:r>
              <a:rPr lang="en-US" dirty="0">
                <a:solidFill>
                  <a:srgbClr val="2805BB"/>
                </a:solidFill>
              </a:rPr>
              <a:t>” ohms in the horizontal region. </a:t>
            </a:r>
          </a:p>
          <a:p>
            <a:pPr marL="225425" indent="-225425" algn="just"/>
            <a:endParaRPr lang="en-US" sz="800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00200" y="5073694"/>
            <a:ext cx="8686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This fact that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</a:t>
            </a:r>
            <a:r>
              <a:rPr lang="en-US" i="1" dirty="0">
                <a:solidFill>
                  <a:srgbClr val="2805BB"/>
                </a:solidFill>
              </a:rPr>
              <a:t> does </a:t>
            </a:r>
            <a:r>
              <a:rPr lang="en-US" dirty="0">
                <a:solidFill>
                  <a:srgbClr val="2805BB"/>
                </a:solidFill>
              </a:rPr>
              <a:t>not drop off at pinch-off and 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maintains the saturation level  </a:t>
            </a:r>
            <a:r>
              <a:rPr lang="en-US" b="1" dirty="0">
                <a:solidFill>
                  <a:srgbClr val="FF0000"/>
                </a:solidFill>
              </a:rPr>
              <a:t>is verified by the following fact: </a:t>
            </a:r>
          </a:p>
          <a:p>
            <a:pPr marL="225425" indent="-225425" algn="just"/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C00000"/>
                </a:solidFill>
              </a:rPr>
              <a:t>absence of a drain current would remove the possibility of different potential levels </a:t>
            </a:r>
            <a:r>
              <a:rPr lang="en-US" dirty="0">
                <a:solidFill>
                  <a:srgbClr val="2805BB"/>
                </a:solidFill>
              </a:rPr>
              <a:t>through the </a:t>
            </a:r>
            <a:r>
              <a:rPr lang="en-US" i="1" dirty="0">
                <a:solidFill>
                  <a:srgbClr val="2805BB"/>
                </a:solidFill>
              </a:rPr>
              <a:t>n-channel material </a:t>
            </a:r>
            <a:r>
              <a:rPr lang="en-US" i="1" dirty="0">
                <a:solidFill>
                  <a:srgbClr val="C00000"/>
                </a:solidFill>
              </a:rPr>
              <a:t>to establish the </a:t>
            </a:r>
            <a:r>
              <a:rPr lang="en-US" dirty="0">
                <a:solidFill>
                  <a:srgbClr val="C00000"/>
                </a:solidFill>
              </a:rPr>
              <a:t>varying levels of reverse bias along the </a:t>
            </a:r>
            <a:r>
              <a:rPr lang="en-US" i="1" dirty="0">
                <a:solidFill>
                  <a:srgbClr val="C00000"/>
                </a:solidFill>
              </a:rPr>
              <a:t>p-n junction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/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 </a:t>
            </a: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7030A0"/>
                </a:solidFill>
              </a:rPr>
              <a:t>result would be a loss of </a:t>
            </a:r>
            <a:r>
              <a:rPr lang="en-US" b="1" dirty="0">
                <a:solidFill>
                  <a:srgbClr val="7030A0"/>
                </a:solidFill>
              </a:rPr>
              <a:t>the depletion region distribution that caused pinch-off</a:t>
            </a:r>
            <a:endParaRPr lang="en-US" dirty="0">
              <a:solidFill>
                <a:srgbClr val="2805BB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76400" y="733271"/>
            <a:ext cx="52578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7030A0"/>
                </a:solidFill>
              </a:rPr>
              <a:t>If </a:t>
            </a:r>
            <a:r>
              <a:rPr lang="en-US" sz="2000" b="1" i="1" dirty="0">
                <a:solidFill>
                  <a:srgbClr val="7030A0"/>
                </a:solidFill>
              </a:rPr>
              <a:t>V</a:t>
            </a:r>
            <a:r>
              <a:rPr lang="en-US" sz="2000" b="1" i="1" baseline="-25000" dirty="0">
                <a:solidFill>
                  <a:srgbClr val="7030A0"/>
                </a:solidFill>
              </a:rPr>
              <a:t>DS</a:t>
            </a:r>
            <a:r>
              <a:rPr lang="en-US" sz="2000" b="1" i="1" dirty="0">
                <a:solidFill>
                  <a:srgbClr val="7030A0"/>
                </a:solidFill>
              </a:rPr>
              <a:t> is increased to a level where </a:t>
            </a:r>
            <a:r>
              <a:rPr lang="en-US" sz="2000" b="1" dirty="0">
                <a:solidFill>
                  <a:srgbClr val="7030A0"/>
                </a:solidFill>
              </a:rPr>
              <a:t>it appears that the two depletion regions would “touch” </a:t>
            </a:r>
            <a:r>
              <a:rPr lang="en-US" dirty="0">
                <a:solidFill>
                  <a:srgbClr val="2805BB"/>
                </a:solidFill>
              </a:rPr>
              <a:t>as shown in Fig. </a:t>
            </a:r>
            <a:r>
              <a:rPr lang="en-US" b="1" dirty="0">
                <a:solidFill>
                  <a:srgbClr val="FF0000"/>
                </a:solidFill>
              </a:rPr>
              <a:t>a condition referred to as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pinch-off </a:t>
            </a:r>
            <a:r>
              <a:rPr lang="en-US" b="1" i="1" dirty="0">
                <a:solidFill>
                  <a:srgbClr val="FF0000"/>
                </a:solidFill>
              </a:rPr>
              <a:t>will result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level of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DS</a:t>
            </a:r>
            <a:r>
              <a:rPr lang="en-US" i="1" dirty="0">
                <a:solidFill>
                  <a:srgbClr val="C00000"/>
                </a:solidFill>
              </a:rPr>
              <a:t> that establishes this condition </a:t>
            </a:r>
            <a:r>
              <a:rPr lang="en-US" dirty="0">
                <a:solidFill>
                  <a:srgbClr val="C00000"/>
                </a:solidFill>
              </a:rPr>
              <a:t>is referred to as the </a:t>
            </a:r>
            <a:r>
              <a:rPr lang="en-US" b="1" i="1" dirty="0">
                <a:solidFill>
                  <a:srgbClr val="C00000"/>
                </a:solidFill>
              </a:rPr>
              <a:t>pinch-off voltage </a:t>
            </a:r>
            <a:r>
              <a:rPr lang="en-US" i="1" dirty="0">
                <a:solidFill>
                  <a:srgbClr val="2805BB"/>
                </a:solidFill>
              </a:rPr>
              <a:t>and is denoted by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P</a:t>
            </a:r>
            <a:r>
              <a:rPr lang="en-US" i="1" dirty="0">
                <a:solidFill>
                  <a:srgbClr val="2805BB"/>
                </a:solidFill>
              </a:rPr>
              <a:t> </a:t>
            </a:r>
            <a:endParaRPr lang="en-US" dirty="0">
              <a:solidFill>
                <a:srgbClr val="2805BB"/>
              </a:solidFill>
            </a:endParaRP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In actuality, the </a:t>
            </a:r>
            <a:r>
              <a:rPr lang="en-US" b="1" dirty="0">
                <a:solidFill>
                  <a:srgbClr val="FF0000"/>
                </a:solidFill>
              </a:rPr>
              <a:t>term </a:t>
            </a:r>
            <a:r>
              <a:rPr lang="en-US" b="1" i="1" dirty="0">
                <a:solidFill>
                  <a:srgbClr val="FF0000"/>
                </a:solidFill>
              </a:rPr>
              <a:t>pinch-off is a misnomer</a:t>
            </a:r>
            <a:r>
              <a:rPr lang="en-US" i="1" dirty="0">
                <a:solidFill>
                  <a:srgbClr val="2805BB"/>
                </a:solidFill>
              </a:rPr>
              <a:t> in </a:t>
            </a:r>
            <a:r>
              <a:rPr lang="en-US" i="1" dirty="0">
                <a:solidFill>
                  <a:srgbClr val="C00000"/>
                </a:solidFill>
              </a:rPr>
              <a:t>that it suggests the current I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 is </a:t>
            </a:r>
            <a:r>
              <a:rPr lang="en-US" dirty="0">
                <a:solidFill>
                  <a:srgbClr val="C00000"/>
                </a:solidFill>
              </a:rPr>
              <a:t>pinched off and drops to 0 A </a:t>
            </a:r>
            <a:r>
              <a:rPr lang="en-US" dirty="0">
                <a:solidFill>
                  <a:srgbClr val="2805BB"/>
                </a:solidFill>
              </a:rPr>
              <a:t>As shown in Fig.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however, this is hardly the case</a:t>
            </a:r>
            <a:r>
              <a:rPr lang="en-US" dirty="0">
                <a:solidFill>
                  <a:srgbClr val="2805BB"/>
                </a:solidFill>
              </a:rPr>
              <a:t>— </a:t>
            </a:r>
            <a:r>
              <a:rPr lang="en-US" sz="2000" b="1" u="sng" dirty="0">
                <a:solidFill>
                  <a:srgbClr val="7030A0"/>
                </a:solidFill>
              </a:rPr>
              <a:t>actually at and after pinch off </a:t>
            </a:r>
            <a:r>
              <a:rPr lang="en-US" sz="2000" b="1" i="1" u="sng" dirty="0">
                <a:solidFill>
                  <a:srgbClr val="7030A0"/>
                </a:solidFill>
              </a:rPr>
              <a:t>I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D</a:t>
            </a:r>
            <a:r>
              <a:rPr lang="en-US" sz="2000" b="1" i="1" u="sng" dirty="0">
                <a:solidFill>
                  <a:srgbClr val="7030A0"/>
                </a:solidFill>
              </a:rPr>
              <a:t> maintains a saturation level defined as I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DSS</a:t>
            </a:r>
            <a:r>
              <a:rPr lang="en-US" sz="2000" b="1" i="1" dirty="0">
                <a:solidFill>
                  <a:srgbClr val="7030A0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</a:rPr>
              <a:t>in Fig.</a:t>
            </a:r>
          </a:p>
          <a:p>
            <a:pPr marL="225425" indent="-225425"/>
            <a:r>
              <a:rPr lang="en-US" b="1" u="sng" dirty="0">
                <a:solidFill>
                  <a:srgbClr val="006600"/>
                </a:solidFill>
              </a:rPr>
              <a:t>In reality a very small channel still exists at and after </a:t>
            </a:r>
          </a:p>
          <a:p>
            <a:pPr marL="225425" indent="-225425"/>
            <a:r>
              <a:rPr lang="en-US" b="1" dirty="0">
                <a:solidFill>
                  <a:srgbClr val="006600"/>
                </a:solidFill>
              </a:rPr>
              <a:t>     </a:t>
            </a:r>
            <a:r>
              <a:rPr lang="en-US" b="1" u="sng" dirty="0">
                <a:solidFill>
                  <a:srgbClr val="006600"/>
                </a:solidFill>
              </a:rPr>
              <a:t>pinch off with a current of very high density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AB1D20-036A-4909-9547-ACA4C3A8A565}"/>
                  </a:ext>
                </a:extLst>
              </p14:cNvPr>
              <p14:cNvContentPartPr/>
              <p14:nvPr/>
            </p14:nvContentPartPr>
            <p14:xfrm>
              <a:off x="1935720" y="1823760"/>
              <a:ext cx="10187280" cy="4664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AB1D20-036A-4909-9547-ACA4C3A8A5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6360" y="1814400"/>
                <a:ext cx="10206000" cy="46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78A5AF-DAC5-4082-BD50-7A7E53EBD5F8}"/>
                  </a:ext>
                </a:extLst>
              </p14:cNvPr>
              <p14:cNvContentPartPr/>
              <p14:nvPr/>
            </p14:nvContentPartPr>
            <p14:xfrm>
              <a:off x="1251720" y="3381480"/>
              <a:ext cx="5578200" cy="2017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78A5AF-DAC5-4082-BD50-7A7E53EBD5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42360" y="3372120"/>
                <a:ext cx="5596920" cy="203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066800"/>
            <a:ext cx="4038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914400"/>
            <a:ext cx="5410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148024" y="228600"/>
            <a:ext cx="35569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JFET CHARACTERISTICS:  </a:t>
            </a:r>
            <a:r>
              <a:rPr lang="en-US" sz="2000" b="1" i="1" u="sng" dirty="0">
                <a:solidFill>
                  <a:srgbClr val="7030A0"/>
                </a:solidFill>
              </a:rPr>
              <a:t>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GS </a:t>
            </a:r>
            <a:r>
              <a:rPr lang="en-US" sz="2000" b="1" i="1" u="sng" dirty="0">
                <a:solidFill>
                  <a:srgbClr val="7030A0"/>
                </a:solidFill>
              </a:rPr>
              <a:t> = 0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EC5430-19E6-486F-8221-16823C8F0C33}"/>
                  </a:ext>
                </a:extLst>
              </p14:cNvPr>
              <p14:cNvContentPartPr/>
              <p14:nvPr/>
            </p14:nvContentPartPr>
            <p14:xfrm>
              <a:off x="713520" y="1171800"/>
              <a:ext cx="11212200" cy="4896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EC5430-19E6-486F-8221-16823C8F0C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4160" y="1162440"/>
                <a:ext cx="11230920" cy="49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748F6D-82D1-4C5A-B99A-EB5AB338C139}"/>
                  </a:ext>
                </a:extLst>
              </p14:cNvPr>
              <p14:cNvContentPartPr/>
              <p14:nvPr/>
            </p14:nvContentPartPr>
            <p14:xfrm>
              <a:off x="3423240" y="1695600"/>
              <a:ext cx="903240" cy="119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748F6D-82D1-4C5A-B99A-EB5AB338C1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13880" y="1686240"/>
                <a:ext cx="9219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CE953C-B8E7-4DB6-85BD-02D4FC7A908E}"/>
                  </a:ext>
                </a:extLst>
              </p14:cNvPr>
              <p14:cNvContentPartPr/>
              <p14:nvPr/>
            </p14:nvContentPartPr>
            <p14:xfrm>
              <a:off x="925200" y="844200"/>
              <a:ext cx="10538280" cy="5640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CE953C-B8E7-4DB6-85BD-02D4FC7A90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5840" y="834840"/>
                <a:ext cx="10557000" cy="565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381001"/>
            <a:ext cx="84582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/>
            <a:r>
              <a:rPr lang="en-US" sz="2000" b="1" u="sng" dirty="0">
                <a:solidFill>
                  <a:srgbClr val="7030A0"/>
                </a:solidFill>
              </a:rPr>
              <a:t>As </a:t>
            </a:r>
            <a:r>
              <a:rPr lang="en-US" sz="2000" b="1" i="1" u="sng" dirty="0">
                <a:solidFill>
                  <a:srgbClr val="7030A0"/>
                </a:solidFill>
              </a:rPr>
              <a:t>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DS</a:t>
            </a:r>
            <a:r>
              <a:rPr lang="en-US" sz="2000" b="1" i="1" u="sng" dirty="0">
                <a:solidFill>
                  <a:srgbClr val="7030A0"/>
                </a:solidFill>
              </a:rPr>
              <a:t> is increased beyond 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P </a:t>
            </a:r>
            <a:r>
              <a:rPr lang="en-US" sz="2000" b="1" i="1" u="sng" dirty="0">
                <a:solidFill>
                  <a:srgbClr val="7030A0"/>
                </a:solidFill>
              </a:rPr>
              <a:t>,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C00000"/>
                </a:solidFill>
              </a:rPr>
              <a:t>the </a:t>
            </a:r>
            <a:r>
              <a:rPr lang="en-US" b="1" i="1" dirty="0">
                <a:solidFill>
                  <a:srgbClr val="C00000"/>
                </a:solidFill>
              </a:rPr>
              <a:t>“close channel region” </a:t>
            </a:r>
            <a:r>
              <a:rPr lang="en-US" i="1" dirty="0">
                <a:solidFill>
                  <a:srgbClr val="2805BB"/>
                </a:solidFill>
              </a:rPr>
              <a:t>encounter between the two </a:t>
            </a:r>
            <a:r>
              <a:rPr lang="en-US" dirty="0">
                <a:solidFill>
                  <a:srgbClr val="2805BB"/>
                </a:solidFill>
              </a:rPr>
              <a:t>depletion regions </a:t>
            </a:r>
            <a:r>
              <a:rPr lang="en-US" b="1" dirty="0">
                <a:solidFill>
                  <a:srgbClr val="C00000"/>
                </a:solidFill>
              </a:rPr>
              <a:t>will increase in length along the channel</a:t>
            </a:r>
            <a:r>
              <a:rPr lang="en-US" dirty="0">
                <a:solidFill>
                  <a:srgbClr val="2805BB"/>
                </a:solidFill>
              </a:rPr>
              <a:t>,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7030A0"/>
                </a:solidFill>
              </a:rPr>
              <a:t>but the level of </a:t>
            </a:r>
            <a:r>
              <a:rPr lang="en-US" b="1" i="1" dirty="0">
                <a:solidFill>
                  <a:srgbClr val="7030A0"/>
                </a:solidFill>
              </a:rPr>
              <a:t>I</a:t>
            </a:r>
            <a:r>
              <a:rPr lang="en-US" b="1" i="1" baseline="-25000" dirty="0">
                <a:solidFill>
                  <a:srgbClr val="7030A0"/>
                </a:solidFill>
              </a:rPr>
              <a:t>D</a:t>
            </a:r>
            <a:r>
              <a:rPr lang="en-US" b="1" i="1" dirty="0">
                <a:solidFill>
                  <a:srgbClr val="7030A0"/>
                </a:solidFill>
              </a:rPr>
              <a:t> remains </a:t>
            </a:r>
            <a:r>
              <a:rPr lang="en-US" b="1" dirty="0">
                <a:solidFill>
                  <a:srgbClr val="7030A0"/>
                </a:solidFill>
              </a:rPr>
              <a:t>essentially the same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/>
            <a:endParaRPr lang="en-US" sz="800" dirty="0">
              <a:solidFill>
                <a:srgbClr val="2805BB"/>
              </a:solidFill>
            </a:endParaRPr>
          </a:p>
          <a:p>
            <a:pPr marL="225425" indent="-225425" algn="just"/>
            <a:r>
              <a:rPr lang="en-US" b="1" u="sng" dirty="0">
                <a:solidFill>
                  <a:srgbClr val="FF0000"/>
                </a:solidFill>
              </a:rPr>
              <a:t>In essence, therefore, once </a:t>
            </a:r>
            <a:r>
              <a:rPr lang="en-US" b="1" i="1" u="sng" dirty="0">
                <a:solidFill>
                  <a:srgbClr val="FF0000"/>
                </a:solidFill>
              </a:rPr>
              <a:t>V</a:t>
            </a:r>
            <a:r>
              <a:rPr lang="en-US" b="1" i="1" u="sng" baseline="-25000" dirty="0">
                <a:solidFill>
                  <a:srgbClr val="FF0000"/>
                </a:solidFill>
              </a:rPr>
              <a:t>DS </a:t>
            </a:r>
            <a:r>
              <a:rPr lang="en-US" b="1" i="1" u="sng" dirty="0">
                <a:solidFill>
                  <a:srgbClr val="FF0000"/>
                </a:solidFill>
              </a:rPr>
              <a:t>&gt; V</a:t>
            </a:r>
            <a:r>
              <a:rPr lang="en-US" b="1" i="1" u="sng" baseline="-25000" dirty="0">
                <a:solidFill>
                  <a:srgbClr val="FF0000"/>
                </a:solidFill>
              </a:rPr>
              <a:t>P</a:t>
            </a:r>
            <a:r>
              <a:rPr lang="en-US" b="1" i="1" u="sng" dirty="0">
                <a:solidFill>
                  <a:srgbClr val="FF0000"/>
                </a:solidFill>
              </a:rPr>
              <a:t> the JFET has the characteristic </a:t>
            </a:r>
            <a:r>
              <a:rPr lang="en-US" b="1" u="sng" dirty="0">
                <a:solidFill>
                  <a:srgbClr val="FF0000"/>
                </a:solidFill>
              </a:rPr>
              <a:t>of a current source</a:t>
            </a:r>
            <a:r>
              <a:rPr lang="en-US" u="sng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 the </a:t>
            </a:r>
            <a:r>
              <a:rPr lang="en-US" b="1" dirty="0">
                <a:solidFill>
                  <a:srgbClr val="2805BB"/>
                </a:solidFill>
              </a:rPr>
              <a:t>current is fixed at </a:t>
            </a:r>
            <a:r>
              <a:rPr lang="en-US" b="1" i="1" dirty="0">
                <a:solidFill>
                  <a:srgbClr val="2805BB"/>
                </a:solidFill>
              </a:rPr>
              <a:t>I</a:t>
            </a:r>
            <a:r>
              <a:rPr lang="en-US" b="1" i="1" baseline="-25000" dirty="0">
                <a:solidFill>
                  <a:srgbClr val="2805BB"/>
                </a:solidFill>
              </a:rPr>
              <a:t>D</a:t>
            </a:r>
            <a:r>
              <a:rPr lang="en-US" b="1" i="1" dirty="0">
                <a:solidFill>
                  <a:srgbClr val="2805BB"/>
                </a:solidFill>
              </a:rPr>
              <a:t> = I</a:t>
            </a:r>
            <a:r>
              <a:rPr lang="en-US" b="1" i="1" baseline="-25000" dirty="0">
                <a:solidFill>
                  <a:srgbClr val="2805BB"/>
                </a:solidFill>
              </a:rPr>
              <a:t>DSS</a:t>
            </a:r>
            <a:r>
              <a:rPr lang="en-US" b="1" i="1" dirty="0">
                <a:solidFill>
                  <a:srgbClr val="2805BB"/>
                </a:solidFill>
              </a:rPr>
              <a:t>, </a:t>
            </a:r>
            <a:r>
              <a:rPr lang="en-US" b="1" dirty="0">
                <a:solidFill>
                  <a:srgbClr val="2805BB"/>
                </a:solidFill>
              </a:rPr>
              <a:t>but the voltage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DS</a:t>
            </a:r>
            <a:r>
              <a:rPr lang="en-US" b="1" i="1" dirty="0">
                <a:solidFill>
                  <a:srgbClr val="2805BB"/>
                </a:solidFill>
              </a:rPr>
              <a:t> (for levels  V</a:t>
            </a:r>
            <a:r>
              <a:rPr lang="en-US" b="1" i="1" baseline="-25000" dirty="0">
                <a:solidFill>
                  <a:srgbClr val="2805BB"/>
                </a:solidFill>
              </a:rPr>
              <a:t>P</a:t>
            </a:r>
            <a:r>
              <a:rPr lang="en-US" b="1" i="1" dirty="0">
                <a:solidFill>
                  <a:srgbClr val="2805BB"/>
                </a:solidFill>
              </a:rPr>
              <a:t>) is determined by the applied load</a:t>
            </a:r>
            <a:r>
              <a:rPr lang="en-US" i="1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2805BB"/>
                </a:solidFill>
              </a:rPr>
              <a:t>I</a:t>
            </a:r>
            <a:r>
              <a:rPr lang="en-US" b="1" i="1" baseline="-25000" dirty="0">
                <a:solidFill>
                  <a:srgbClr val="2805BB"/>
                </a:solidFill>
              </a:rPr>
              <a:t>DSS</a:t>
            </a:r>
            <a:r>
              <a:rPr lang="en-US" b="1" i="1" dirty="0">
                <a:solidFill>
                  <a:srgbClr val="2805BB"/>
                </a:solidFill>
              </a:rPr>
              <a:t> term is </a:t>
            </a:r>
            <a:r>
              <a:rPr lang="en-US" i="1" dirty="0">
                <a:solidFill>
                  <a:srgbClr val="2805BB"/>
                </a:solidFill>
              </a:rPr>
              <a:t>derived from the fact that it is the </a:t>
            </a:r>
            <a:r>
              <a:rPr lang="en-US" b="1" i="1" dirty="0">
                <a:solidFill>
                  <a:srgbClr val="2805BB"/>
                </a:solidFill>
              </a:rPr>
              <a:t>Drain-to-Source </a:t>
            </a:r>
            <a:r>
              <a:rPr lang="en-US" b="1" dirty="0">
                <a:solidFill>
                  <a:srgbClr val="2805BB"/>
                </a:solidFill>
              </a:rPr>
              <a:t>current with a </a:t>
            </a:r>
            <a:r>
              <a:rPr lang="en-US" b="1" i="1" dirty="0">
                <a:solidFill>
                  <a:srgbClr val="2805BB"/>
                </a:solidFill>
              </a:rPr>
              <a:t>Short-circuit connection from gate to source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I</a:t>
            </a:r>
            <a:r>
              <a:rPr lang="en-US" sz="2000" b="1" i="1" baseline="-25000" dirty="0">
                <a:solidFill>
                  <a:srgbClr val="FF0000"/>
                </a:solidFill>
              </a:rPr>
              <a:t>DSS</a:t>
            </a:r>
            <a:r>
              <a:rPr lang="en-US" sz="2000" b="1" i="1" dirty="0">
                <a:solidFill>
                  <a:srgbClr val="FF0000"/>
                </a:solidFill>
              </a:rPr>
              <a:t> is the maximum drain current for a JFET and is defined </a:t>
            </a:r>
          </a:p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by the conditions V</a:t>
            </a:r>
            <a:r>
              <a:rPr lang="en-US" sz="2000" b="1" i="1" baseline="-25000" dirty="0">
                <a:solidFill>
                  <a:srgbClr val="FF0000"/>
                </a:solidFill>
              </a:rPr>
              <a:t>GS </a:t>
            </a:r>
            <a:r>
              <a:rPr lang="en-US" sz="2000" b="1" i="1" dirty="0">
                <a:solidFill>
                  <a:srgbClr val="FF0000"/>
                </a:solidFill>
              </a:rPr>
              <a:t> &gt; 0 V and V</a:t>
            </a:r>
            <a:r>
              <a:rPr lang="en-US" sz="2000" b="1" i="1" baseline="-25000" dirty="0">
                <a:solidFill>
                  <a:srgbClr val="FF0000"/>
                </a:solidFill>
              </a:rPr>
              <a:t>DS</a:t>
            </a:r>
            <a:r>
              <a:rPr lang="en-US" sz="2000" b="1" i="1" dirty="0">
                <a:solidFill>
                  <a:srgbClr val="FF0000"/>
                </a:solidFill>
              </a:rPr>
              <a:t> &gt; |V</a:t>
            </a:r>
            <a:r>
              <a:rPr lang="en-US" sz="2000" b="1" i="1" baseline="-25000" dirty="0">
                <a:solidFill>
                  <a:srgbClr val="FF0000"/>
                </a:solidFill>
              </a:rPr>
              <a:t>P</a:t>
            </a:r>
            <a:r>
              <a:rPr lang="en-US" sz="2000" b="1" i="1" dirty="0">
                <a:solidFill>
                  <a:srgbClr val="FF0000"/>
                </a:solidFill>
              </a:rPr>
              <a:t>|.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962400"/>
            <a:ext cx="3429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ACFD8A-93C7-45FC-9CFC-521444CBFCF9}"/>
                  </a:ext>
                </a:extLst>
              </p14:cNvPr>
              <p14:cNvContentPartPr/>
              <p14:nvPr/>
            </p14:nvContentPartPr>
            <p14:xfrm>
              <a:off x="2166840" y="1577160"/>
              <a:ext cx="6114240" cy="4321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ACFD8A-93C7-45FC-9CFC-521444CBFC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7480" y="1567800"/>
                <a:ext cx="6132960" cy="433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67526" y="2148590"/>
            <a:ext cx="3724275" cy="4709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676400" y="82476"/>
            <a:ext cx="89916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i="1" u="sng" dirty="0">
                <a:solidFill>
                  <a:srgbClr val="7030A0"/>
                </a:solidFill>
              </a:rPr>
              <a:t>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GS </a:t>
            </a:r>
            <a:r>
              <a:rPr lang="en-US" sz="2000" b="1" i="1" u="sng" dirty="0">
                <a:solidFill>
                  <a:srgbClr val="7030A0"/>
                </a:solidFill>
              </a:rPr>
              <a:t> &lt; 0 V: </a:t>
            </a:r>
            <a:r>
              <a:rPr lang="en-US" sz="1900" b="1" dirty="0">
                <a:solidFill>
                  <a:srgbClr val="FF0000"/>
                </a:solidFill>
              </a:rPr>
              <a:t>The voltage from gate to source, </a:t>
            </a:r>
            <a:r>
              <a:rPr lang="en-US" sz="1900" b="1" i="1" dirty="0">
                <a:solidFill>
                  <a:srgbClr val="FF0000"/>
                </a:solidFill>
              </a:rPr>
              <a:t>V</a:t>
            </a:r>
            <a:r>
              <a:rPr lang="en-US" sz="1900" b="1" i="1" baseline="-25000" dirty="0">
                <a:solidFill>
                  <a:srgbClr val="FF0000"/>
                </a:solidFill>
              </a:rPr>
              <a:t>GS   </a:t>
            </a:r>
            <a:r>
              <a:rPr lang="en-US" sz="1900" b="1" i="1" dirty="0">
                <a:solidFill>
                  <a:srgbClr val="FF0000"/>
                </a:solidFill>
              </a:rPr>
              <a:t>is the </a:t>
            </a:r>
            <a:r>
              <a:rPr lang="en-US" sz="2000" b="1" i="1" dirty="0">
                <a:solidFill>
                  <a:srgbClr val="FF0000"/>
                </a:solidFill>
              </a:rPr>
              <a:t>Controlling Voltage </a:t>
            </a:r>
            <a:r>
              <a:rPr lang="en-US" sz="1900" b="1" i="1" dirty="0">
                <a:solidFill>
                  <a:srgbClr val="FF0000"/>
                </a:solidFill>
              </a:rPr>
              <a:t>of the JFET.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Family of curves of </a:t>
            </a:r>
            <a:r>
              <a:rPr lang="en-US" b="1" i="1" u="sng" dirty="0">
                <a:solidFill>
                  <a:srgbClr val="7030A0"/>
                </a:solidFill>
              </a:rPr>
              <a:t>I</a:t>
            </a:r>
            <a:r>
              <a:rPr lang="en-US" b="1" i="1" u="sng" baseline="-25000" dirty="0">
                <a:solidFill>
                  <a:srgbClr val="7030A0"/>
                </a:solidFill>
              </a:rPr>
              <a:t>D</a:t>
            </a:r>
            <a:r>
              <a:rPr lang="en-US" b="1" i="1" u="sng" dirty="0">
                <a:solidFill>
                  <a:srgbClr val="7030A0"/>
                </a:solidFill>
              </a:rPr>
              <a:t> - V</a:t>
            </a:r>
            <a:r>
              <a:rPr lang="en-US" b="1" i="1" u="sng" baseline="-25000" dirty="0">
                <a:solidFill>
                  <a:srgbClr val="7030A0"/>
                </a:solidFill>
              </a:rPr>
              <a:t>DS</a:t>
            </a:r>
            <a:r>
              <a:rPr lang="en-US" b="1" i="1" u="sng" dirty="0">
                <a:solidFill>
                  <a:srgbClr val="7030A0"/>
                </a:solidFill>
              </a:rPr>
              <a:t> for various levels of V</a:t>
            </a:r>
            <a:r>
              <a:rPr lang="en-US" b="1" i="1" u="sng" baseline="-25000" dirty="0">
                <a:solidFill>
                  <a:srgbClr val="7030A0"/>
                </a:solidFill>
              </a:rPr>
              <a:t>GS</a:t>
            </a:r>
            <a:r>
              <a:rPr lang="en-US" b="1" i="1" u="sng" dirty="0">
                <a:solidFill>
                  <a:srgbClr val="7030A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can be obtained </a:t>
            </a:r>
            <a:r>
              <a:rPr lang="en-US" b="1" dirty="0">
                <a:solidFill>
                  <a:srgbClr val="C00000"/>
                </a:solidFill>
              </a:rPr>
              <a:t>for the JFET, </a:t>
            </a:r>
            <a:r>
              <a:rPr lang="en-US" dirty="0">
                <a:solidFill>
                  <a:srgbClr val="2805BB"/>
                </a:solidFill>
              </a:rPr>
              <a:t>just as </a:t>
            </a:r>
            <a:r>
              <a:rPr lang="en-US" i="1" dirty="0">
                <a:solidFill>
                  <a:srgbClr val="2805BB"/>
                </a:solidFill>
              </a:rPr>
              <a:t>for </a:t>
            </a:r>
            <a:r>
              <a:rPr lang="en-US" dirty="0">
                <a:solidFill>
                  <a:srgbClr val="2805BB"/>
                </a:solidFill>
              </a:rPr>
              <a:t>the BJT for </a:t>
            </a:r>
            <a:r>
              <a:rPr lang="en-US" b="1" i="1" dirty="0">
                <a:solidFill>
                  <a:srgbClr val="2805BB"/>
                </a:solidFill>
              </a:rPr>
              <a:t>I</a:t>
            </a:r>
            <a:r>
              <a:rPr lang="en-US" b="1" i="1" baseline="-25000" dirty="0">
                <a:solidFill>
                  <a:srgbClr val="2805BB"/>
                </a:solidFill>
              </a:rPr>
              <a:t>C</a:t>
            </a:r>
            <a:r>
              <a:rPr lang="en-US" b="1" i="1" dirty="0">
                <a:solidFill>
                  <a:srgbClr val="2805BB"/>
                </a:solidFill>
              </a:rPr>
              <a:t> versus V</a:t>
            </a:r>
            <a:r>
              <a:rPr lang="en-US" b="1" i="1" baseline="-25000" dirty="0">
                <a:solidFill>
                  <a:srgbClr val="2805BB"/>
                </a:solidFill>
              </a:rPr>
              <a:t>CE</a:t>
            </a:r>
            <a:r>
              <a:rPr lang="en-US" i="1" dirty="0">
                <a:solidFill>
                  <a:srgbClr val="2805BB"/>
                </a:solidFill>
              </a:rPr>
              <a:t>  for different levels of I</a:t>
            </a:r>
            <a:r>
              <a:rPr lang="en-US" i="1" baseline="-25000" dirty="0">
                <a:solidFill>
                  <a:srgbClr val="2805BB"/>
                </a:solidFill>
              </a:rPr>
              <a:t>B</a:t>
            </a:r>
            <a:r>
              <a:rPr lang="en-US" i="1" dirty="0">
                <a:solidFill>
                  <a:srgbClr val="2805BB"/>
                </a:solidFill>
              </a:rPr>
              <a:t> obtained for </a:t>
            </a:r>
            <a:r>
              <a:rPr lang="en-US" dirty="0">
                <a:solidFill>
                  <a:srgbClr val="2805BB"/>
                </a:solidFill>
              </a:rPr>
              <a:t>the BJT </a:t>
            </a:r>
            <a:r>
              <a:rPr lang="en-US" b="1" dirty="0">
                <a:solidFill>
                  <a:srgbClr val="C00000"/>
                </a:solidFill>
              </a:rPr>
              <a:t>. </a:t>
            </a:r>
            <a:endParaRPr lang="en-US" sz="800" b="1" dirty="0">
              <a:solidFill>
                <a:srgbClr val="7030A0"/>
              </a:solidFill>
            </a:endParaRPr>
          </a:p>
          <a:p>
            <a:pPr algn="just"/>
            <a:r>
              <a:rPr lang="en-US" sz="2000" b="1" dirty="0">
                <a:solidFill>
                  <a:srgbClr val="7030A0"/>
                </a:solidFill>
              </a:rPr>
              <a:t>For the </a:t>
            </a:r>
            <a:r>
              <a:rPr lang="en-US" sz="2000" b="1" i="1" dirty="0">
                <a:solidFill>
                  <a:srgbClr val="7030A0"/>
                </a:solidFill>
              </a:rPr>
              <a:t>n-channel device the controlling voltage V</a:t>
            </a:r>
            <a:r>
              <a:rPr lang="en-US" sz="2000" b="1" i="1" baseline="-25000" dirty="0">
                <a:solidFill>
                  <a:srgbClr val="7030A0"/>
                </a:solidFill>
              </a:rPr>
              <a:t>GS </a:t>
            </a:r>
            <a:r>
              <a:rPr lang="en-US" sz="2000" b="1" i="1" dirty="0">
                <a:solidFill>
                  <a:srgbClr val="7030A0"/>
                </a:solidFill>
              </a:rPr>
              <a:t>is made more and </a:t>
            </a:r>
            <a:r>
              <a:rPr lang="en-US" sz="2000" b="1" dirty="0">
                <a:solidFill>
                  <a:srgbClr val="7030A0"/>
                </a:solidFill>
              </a:rPr>
              <a:t>more negative from its </a:t>
            </a:r>
            <a:r>
              <a:rPr lang="en-US" sz="2000" b="1" i="1" dirty="0">
                <a:solidFill>
                  <a:srgbClr val="7030A0"/>
                </a:solidFill>
              </a:rPr>
              <a:t>V</a:t>
            </a:r>
            <a:r>
              <a:rPr lang="en-US" sz="2000" b="1" i="1" baseline="-25000" dirty="0">
                <a:solidFill>
                  <a:srgbClr val="7030A0"/>
                </a:solidFill>
              </a:rPr>
              <a:t>GS</a:t>
            </a:r>
            <a:r>
              <a:rPr lang="en-US" sz="2000" b="1" i="1" dirty="0">
                <a:solidFill>
                  <a:srgbClr val="7030A0"/>
                </a:solidFill>
              </a:rPr>
              <a:t> = 0 V level.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M</a:t>
            </a:r>
            <a:r>
              <a:rPr lang="en-US" b="1" i="1" dirty="0">
                <a:solidFill>
                  <a:srgbClr val="C00000"/>
                </a:solidFill>
                <a:sym typeface="Wingdings" pitchFamily="2" charset="2"/>
              </a:rPr>
              <a:t>eans</a:t>
            </a:r>
            <a:r>
              <a:rPr lang="en-US" i="1" dirty="0">
                <a:solidFill>
                  <a:srgbClr val="2805BB"/>
                </a:solidFill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gate terminal will be set </a:t>
            </a:r>
            <a:r>
              <a:rPr lang="en-US" b="1" dirty="0">
                <a:solidFill>
                  <a:srgbClr val="C00000"/>
                </a:solidFill>
              </a:rPr>
              <a:t>at lower &amp; lower potential levels as compared to source</a:t>
            </a:r>
            <a:endParaRPr lang="en-US" sz="800" dirty="0">
              <a:solidFill>
                <a:srgbClr val="2805BB"/>
              </a:solidFill>
            </a:endParaRPr>
          </a:p>
          <a:p>
            <a:pPr algn="just"/>
            <a:r>
              <a:rPr lang="en-US" dirty="0">
                <a:solidFill>
                  <a:srgbClr val="2805BB"/>
                </a:solidFill>
              </a:rPr>
              <a:t>In Fig. </a:t>
            </a:r>
            <a:r>
              <a:rPr lang="en-US" b="1" dirty="0">
                <a:solidFill>
                  <a:srgbClr val="7030A0"/>
                </a:solidFill>
              </a:rPr>
              <a:t>negative voltage of -1 V has been applied </a:t>
            </a:r>
            <a:r>
              <a:rPr lang="en-US" dirty="0">
                <a:solidFill>
                  <a:srgbClr val="2805BB"/>
                </a:solidFill>
              </a:rPr>
              <a:t>between the gate and source terminals for a low level 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.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5250" y="2286774"/>
            <a:ext cx="533275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2805BB"/>
                </a:solidFill>
              </a:rPr>
              <a:t>effect of the applied negative-bias 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</a:t>
            </a:r>
            <a:r>
              <a:rPr lang="en-US" b="1" dirty="0">
                <a:solidFill>
                  <a:srgbClr val="2805BB"/>
                </a:solidFill>
              </a:rPr>
              <a:t>is to establish depletion regions similar to those obtained with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= 0 V </a:t>
            </a:r>
            <a:r>
              <a:rPr lang="en-US" b="1" i="1" dirty="0">
                <a:solidFill>
                  <a:srgbClr val="C00000"/>
                </a:solidFill>
              </a:rPr>
              <a:t>but at lower </a:t>
            </a:r>
            <a:r>
              <a:rPr lang="en-US" dirty="0">
                <a:solidFill>
                  <a:srgbClr val="2805BB"/>
                </a:solidFill>
              </a:rPr>
              <a:t>levels 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FF0000"/>
                </a:solidFill>
              </a:rPr>
              <a:t>result of applying a negative bias to the gate is </a:t>
            </a:r>
          </a:p>
          <a:p>
            <a:pPr marL="225425" indent="-225425" algn="just"/>
            <a:r>
              <a:rPr lang="en-US" i="1" dirty="0">
                <a:solidFill>
                  <a:srgbClr val="C00000"/>
                </a:solidFill>
              </a:rPr>
              <a:t>     to reach </a:t>
            </a:r>
            <a:r>
              <a:rPr lang="en-US" dirty="0">
                <a:solidFill>
                  <a:srgbClr val="C00000"/>
                </a:solidFill>
              </a:rPr>
              <a:t>the saturation level at a lower level of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DS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</a:rPr>
              <a:t>as shown in Fig. for 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= 1 V.</a:t>
            </a:r>
          </a:p>
          <a:p>
            <a:pPr marL="225425" indent="-225425" algn="just"/>
            <a:endParaRPr lang="en-US" sz="800" i="1" dirty="0">
              <a:solidFill>
                <a:srgbClr val="2805BB"/>
              </a:solidFill>
            </a:endParaRP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resulting saturation level for </a:t>
            </a:r>
            <a:r>
              <a:rPr lang="en-US" i="1" dirty="0">
                <a:solidFill>
                  <a:srgbClr val="C00000"/>
                </a:solidFill>
              </a:rPr>
              <a:t>I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 has been reduced </a:t>
            </a:r>
            <a:endParaRPr lang="en-US" i="1" dirty="0">
              <a:solidFill>
                <a:srgbClr val="2805BB"/>
              </a:solidFill>
            </a:endParaRP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And </a:t>
            </a:r>
            <a:r>
              <a:rPr lang="en-US" b="1" i="1" dirty="0">
                <a:solidFill>
                  <a:srgbClr val="C00000"/>
                </a:solidFill>
              </a:rPr>
              <a:t>will continue to decrease </a:t>
            </a:r>
            <a:r>
              <a:rPr lang="en-US" b="1" dirty="0">
                <a:solidFill>
                  <a:srgbClr val="C00000"/>
                </a:solidFill>
              </a:rPr>
              <a:t>as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 </a:t>
            </a:r>
            <a:r>
              <a:rPr lang="en-US" b="1" i="1" dirty="0">
                <a:solidFill>
                  <a:srgbClr val="C00000"/>
                </a:solidFill>
              </a:rPr>
              <a:t>is made more and more negative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C00000"/>
                </a:solidFill>
              </a:rPr>
              <a:t>pinch-off v</a:t>
            </a:r>
            <a:r>
              <a:rPr lang="en-US" b="1" dirty="0">
                <a:solidFill>
                  <a:srgbClr val="C00000"/>
                </a:solidFill>
              </a:rPr>
              <a:t>oltage continues to drop in a parabolic manner as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becomes more and more </a:t>
            </a:r>
            <a:r>
              <a:rPr lang="en-US" b="1" dirty="0">
                <a:solidFill>
                  <a:srgbClr val="C00000"/>
                </a:solidFill>
              </a:rPr>
              <a:t>negative.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2805BB"/>
                </a:solidFill>
              </a:rPr>
              <a:t>When 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= - V</a:t>
            </a:r>
            <a:r>
              <a:rPr lang="en-US" b="1" i="1" baseline="-25000" dirty="0">
                <a:solidFill>
                  <a:srgbClr val="2805BB"/>
                </a:solidFill>
              </a:rPr>
              <a:t>P</a:t>
            </a:r>
            <a:r>
              <a:rPr lang="en-US" b="1" i="1" dirty="0">
                <a:solidFill>
                  <a:srgbClr val="2805BB"/>
                </a:solidFill>
              </a:rPr>
              <a:t> it will be sufficiently negative to establish </a:t>
            </a:r>
            <a:r>
              <a:rPr lang="en-US" b="1" dirty="0">
                <a:solidFill>
                  <a:srgbClr val="2805BB"/>
                </a:solidFill>
              </a:rPr>
              <a:t>a saturation level that is essentially 0 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5230" y="6336268"/>
            <a:ext cx="71315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In this case for all practical purposes the device has been “turned off.”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E88118-400F-49F5-9720-1B85BE60D3CE}"/>
                  </a:ext>
                </a:extLst>
              </p14:cNvPr>
              <p14:cNvContentPartPr/>
              <p14:nvPr/>
            </p14:nvContentPartPr>
            <p14:xfrm>
              <a:off x="8821800" y="3376080"/>
              <a:ext cx="18720" cy="22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E88118-400F-49F5-9720-1B85BE60D3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12440" y="3366720"/>
                <a:ext cx="37440" cy="24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9388" y="1219201"/>
            <a:ext cx="4138613" cy="484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1262063"/>
            <a:ext cx="4876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148024" y="228600"/>
            <a:ext cx="35569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JFET CHARACTERISTICS:  </a:t>
            </a:r>
            <a:r>
              <a:rPr lang="en-US" sz="2000" b="1" i="1" u="sng" dirty="0">
                <a:solidFill>
                  <a:srgbClr val="7030A0"/>
                </a:solidFill>
              </a:rPr>
              <a:t>V</a:t>
            </a:r>
            <a:r>
              <a:rPr lang="en-US" sz="2000" b="1" i="1" u="sng" baseline="-25000" dirty="0">
                <a:solidFill>
                  <a:srgbClr val="7030A0"/>
                </a:solidFill>
              </a:rPr>
              <a:t>GS </a:t>
            </a:r>
            <a:r>
              <a:rPr lang="en-US" sz="2000" b="1" i="1" u="sng" dirty="0">
                <a:solidFill>
                  <a:srgbClr val="7030A0"/>
                </a:solidFill>
              </a:rPr>
              <a:t> &lt; 0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FF884C-0EEF-4397-AC01-46AB44E169FC}"/>
                  </a:ext>
                </a:extLst>
              </p14:cNvPr>
              <p14:cNvContentPartPr/>
              <p14:nvPr/>
            </p14:nvContentPartPr>
            <p14:xfrm>
              <a:off x="463680" y="143640"/>
              <a:ext cx="11106360" cy="5991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FF884C-0EEF-4397-AC01-46AB44E169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320" y="134280"/>
                <a:ext cx="11125080" cy="60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082D7ED-FF36-40F8-A6CB-D9A448908297}"/>
                  </a:ext>
                </a:extLst>
              </p14:cNvPr>
              <p14:cNvContentPartPr/>
              <p14:nvPr/>
            </p14:nvContentPartPr>
            <p14:xfrm>
              <a:off x="1886040" y="2414160"/>
              <a:ext cx="6889320" cy="387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082D7ED-FF36-40F8-A6CB-D9A4489082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76680" y="2404800"/>
                <a:ext cx="6908040" cy="38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E5A9A30-6946-4A6E-97B0-805DE5351025}"/>
                  </a:ext>
                </a:extLst>
              </p14:cNvPr>
              <p14:cNvContentPartPr/>
              <p14:nvPr/>
            </p14:nvContentPartPr>
            <p14:xfrm>
              <a:off x="46080" y="348480"/>
              <a:ext cx="11197800" cy="5912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E5A9A30-6946-4A6E-97B0-805DE53510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720" y="339120"/>
                <a:ext cx="11216520" cy="59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935F7A-0CD6-459D-B34E-3BF2A981540E}"/>
                  </a:ext>
                </a:extLst>
              </p14:cNvPr>
              <p14:cNvContentPartPr/>
              <p14:nvPr/>
            </p14:nvContentPartPr>
            <p14:xfrm>
              <a:off x="909360" y="3276000"/>
              <a:ext cx="5208480" cy="311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935F7A-0CD6-459D-B34E-3BF2A98154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0000" y="3266640"/>
                <a:ext cx="5227200" cy="31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78F8E9B-5BB2-4BB2-849A-F7200A8663EE}"/>
                  </a:ext>
                </a:extLst>
              </p14:cNvPr>
              <p14:cNvContentPartPr/>
              <p14:nvPr/>
            </p14:nvContentPartPr>
            <p14:xfrm>
              <a:off x="5562000" y="3339000"/>
              <a:ext cx="6561720" cy="2015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78F8E9B-5BB2-4BB2-849A-F7200A8663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52640" y="3329640"/>
                <a:ext cx="6580440" cy="203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6400" y="228601"/>
            <a:ext cx="845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2805BB"/>
                </a:solidFill>
              </a:rPr>
              <a:t>The level of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 </a:t>
            </a:r>
            <a:r>
              <a:rPr lang="en-US" b="1" i="1" dirty="0">
                <a:solidFill>
                  <a:srgbClr val="C00000"/>
                </a:solidFill>
              </a:rPr>
              <a:t>that results in I</a:t>
            </a:r>
            <a:r>
              <a:rPr lang="en-US" b="1" i="1" baseline="-25000" dirty="0">
                <a:solidFill>
                  <a:srgbClr val="C00000"/>
                </a:solidFill>
              </a:rPr>
              <a:t>D</a:t>
            </a:r>
            <a:r>
              <a:rPr lang="en-US" b="1" i="1" dirty="0">
                <a:solidFill>
                  <a:srgbClr val="C00000"/>
                </a:solidFill>
              </a:rPr>
              <a:t> = 0 </a:t>
            </a:r>
            <a:r>
              <a:rPr lang="en-US" b="1" i="1" dirty="0" err="1">
                <a:solidFill>
                  <a:srgbClr val="C00000"/>
                </a:solidFill>
              </a:rPr>
              <a:t>mA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2805BB"/>
                </a:solidFill>
              </a:rPr>
              <a:t>is defined by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= V</a:t>
            </a:r>
            <a:r>
              <a:rPr lang="en-US" b="1" i="1" baseline="-25000" dirty="0">
                <a:solidFill>
                  <a:srgbClr val="C00000"/>
                </a:solidFill>
              </a:rPr>
              <a:t>P</a:t>
            </a:r>
            <a:r>
              <a:rPr lang="en-US" b="1" i="1" dirty="0">
                <a:solidFill>
                  <a:srgbClr val="2805BB"/>
                </a:solidFill>
              </a:rPr>
              <a:t>, with V</a:t>
            </a:r>
            <a:r>
              <a:rPr lang="en-US" b="1" i="1" baseline="-25000" dirty="0">
                <a:solidFill>
                  <a:srgbClr val="2805BB"/>
                </a:solidFill>
              </a:rPr>
              <a:t>P   </a:t>
            </a:r>
            <a:r>
              <a:rPr lang="en-US" b="1" i="1" dirty="0">
                <a:solidFill>
                  <a:srgbClr val="2805BB"/>
                </a:solidFill>
              </a:rPr>
              <a:t>being a </a:t>
            </a:r>
          </a:p>
          <a:p>
            <a:pPr marL="225425" indent="-225425"/>
            <a:r>
              <a:rPr lang="en-US" b="1" i="1" dirty="0">
                <a:solidFill>
                  <a:srgbClr val="2805BB"/>
                </a:solidFill>
              </a:rPr>
              <a:t>     </a:t>
            </a:r>
            <a:r>
              <a:rPr lang="en-US" b="1" i="1" dirty="0">
                <a:solidFill>
                  <a:srgbClr val="FF0000"/>
                </a:solidFill>
              </a:rPr>
              <a:t>negative voltage for n-channel devices </a:t>
            </a:r>
            <a:r>
              <a:rPr lang="en-US" b="1" i="1" dirty="0">
                <a:solidFill>
                  <a:srgbClr val="2805BB"/>
                </a:solidFill>
              </a:rPr>
              <a:t>and a </a:t>
            </a:r>
            <a:r>
              <a:rPr lang="en-US" b="1" i="1" dirty="0">
                <a:solidFill>
                  <a:srgbClr val="FF0000"/>
                </a:solidFill>
              </a:rPr>
              <a:t>positive voltage for p-channel JFETs</a:t>
            </a:r>
            <a:r>
              <a:rPr lang="en-US" b="1" i="1" dirty="0">
                <a:solidFill>
                  <a:srgbClr val="2805BB"/>
                </a:solidFill>
              </a:rPr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76400" y="838201"/>
            <a:ext cx="8839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7030A0"/>
                </a:solidFill>
              </a:rPr>
              <a:t>On most specification sheets the pinch-off voltage is specified as </a:t>
            </a:r>
            <a:r>
              <a:rPr lang="en-US" b="1" i="1" dirty="0">
                <a:solidFill>
                  <a:srgbClr val="7030A0"/>
                </a:solidFill>
              </a:rPr>
              <a:t>V</a:t>
            </a:r>
            <a:r>
              <a:rPr lang="en-US" b="1" i="1" baseline="-25000" dirty="0">
                <a:solidFill>
                  <a:srgbClr val="7030A0"/>
                </a:solidFill>
              </a:rPr>
              <a:t>GS</a:t>
            </a:r>
            <a:r>
              <a:rPr lang="en-US" b="1" i="1" dirty="0">
                <a:solidFill>
                  <a:srgbClr val="7030A0"/>
                </a:solidFill>
              </a:rPr>
              <a:t>(off) rather </a:t>
            </a:r>
            <a:r>
              <a:rPr lang="en-US" b="1" dirty="0">
                <a:solidFill>
                  <a:srgbClr val="7030A0"/>
                </a:solidFill>
              </a:rPr>
              <a:t>than </a:t>
            </a:r>
            <a:r>
              <a:rPr lang="en-US" b="1" i="1" dirty="0">
                <a:solidFill>
                  <a:srgbClr val="7030A0"/>
                </a:solidFill>
              </a:rPr>
              <a:t>V</a:t>
            </a:r>
            <a:r>
              <a:rPr lang="en-US" b="1" i="1" baseline="-25000" dirty="0">
                <a:solidFill>
                  <a:srgbClr val="7030A0"/>
                </a:solidFill>
              </a:rPr>
              <a:t>P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endParaRPr lang="en-US" sz="800" i="1" dirty="0">
              <a:solidFill>
                <a:srgbClr val="2805BB"/>
              </a:solidFill>
            </a:endParaRP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u="sng" dirty="0">
                <a:solidFill>
                  <a:srgbClr val="FF0000"/>
                </a:solidFill>
              </a:rPr>
              <a:t>region to the right of the pinch-off locus</a:t>
            </a:r>
            <a:r>
              <a:rPr lang="en-US" dirty="0">
                <a:solidFill>
                  <a:srgbClr val="2805BB"/>
                </a:solidFill>
              </a:rPr>
              <a:t> is the region typically </a:t>
            </a:r>
            <a:r>
              <a:rPr lang="en-US" b="1" dirty="0">
                <a:solidFill>
                  <a:srgbClr val="FF0000"/>
                </a:solidFill>
              </a:rPr>
              <a:t>employed in linear amplifiers</a:t>
            </a:r>
            <a:r>
              <a:rPr lang="en-US" dirty="0">
                <a:solidFill>
                  <a:srgbClr val="2805BB"/>
                </a:solidFill>
              </a:rPr>
              <a:t> (amplifiers with minimum distortion of the applied signal) </a:t>
            </a:r>
            <a:r>
              <a:rPr lang="en-US" b="1" dirty="0">
                <a:solidFill>
                  <a:srgbClr val="C00000"/>
                </a:solidFill>
              </a:rPr>
              <a:t>and is </a:t>
            </a:r>
            <a:r>
              <a:rPr lang="en-US" b="1" dirty="0">
                <a:solidFill>
                  <a:srgbClr val="7030A0"/>
                </a:solidFill>
              </a:rPr>
              <a:t>commonly referred to as </a:t>
            </a:r>
            <a:r>
              <a:rPr lang="en-US" b="1" dirty="0">
                <a:solidFill>
                  <a:srgbClr val="C00000"/>
                </a:solidFill>
              </a:rPr>
              <a:t>the  </a:t>
            </a:r>
            <a:r>
              <a:rPr lang="en-US" b="1" i="1" u="sng" dirty="0">
                <a:solidFill>
                  <a:srgbClr val="7030A0"/>
                </a:solidFill>
              </a:rPr>
              <a:t>constant-current, saturation, or linear amplification region</a:t>
            </a:r>
            <a:r>
              <a:rPr lang="en-US" i="1" dirty="0">
                <a:solidFill>
                  <a:srgbClr val="2805BB"/>
                </a:solidFill>
              </a:rPr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5C2907-6655-44E8-86F9-8FBF77C78D83}"/>
                  </a:ext>
                </a:extLst>
              </p14:cNvPr>
              <p14:cNvContentPartPr/>
              <p14:nvPr/>
            </p14:nvContentPartPr>
            <p14:xfrm>
              <a:off x="1289520" y="2310480"/>
              <a:ext cx="8698680" cy="4065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5C2907-6655-44E8-86F9-8FBF77C78D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160" y="2301120"/>
                <a:ext cx="8717400" cy="40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3E1299-D680-445A-9D7C-1C486F31CF58}"/>
                  </a:ext>
                </a:extLst>
              </p14:cNvPr>
              <p14:cNvContentPartPr/>
              <p14:nvPr/>
            </p14:nvContentPartPr>
            <p14:xfrm>
              <a:off x="3000960" y="3188880"/>
              <a:ext cx="4842000" cy="3247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3E1299-D680-445A-9D7C-1C486F31CF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1600" y="3179520"/>
                <a:ext cx="4860720" cy="32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E4E053-B897-431C-9DE6-9DD5D03F342F}"/>
                  </a:ext>
                </a:extLst>
              </p14:cNvPr>
              <p14:cNvContentPartPr/>
              <p14:nvPr/>
            </p14:nvContentPartPr>
            <p14:xfrm>
              <a:off x="3525840" y="284760"/>
              <a:ext cx="8523720" cy="86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E4E053-B897-431C-9DE6-9DD5D03F34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16480" y="275400"/>
                <a:ext cx="8542440" cy="88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CFFF7A-C605-4AC4-8CA1-9E6D45469E62}"/>
                  </a:ext>
                </a:extLst>
              </p14:cNvPr>
              <p14:cNvContentPartPr/>
              <p14:nvPr/>
            </p14:nvContentPartPr>
            <p14:xfrm>
              <a:off x="2542320" y="478800"/>
              <a:ext cx="3312720" cy="52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CFFF7A-C605-4AC4-8CA1-9E6D45469E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2960" y="469440"/>
                <a:ext cx="333144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571972-C828-475C-AA4B-A75F3A8158C9}"/>
                  </a:ext>
                </a:extLst>
              </p14:cNvPr>
              <p14:cNvContentPartPr/>
              <p14:nvPr/>
            </p14:nvContentPartPr>
            <p14:xfrm>
              <a:off x="2128320" y="1216440"/>
              <a:ext cx="8619480" cy="5441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571972-C828-475C-AA4B-A75F3A8158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8960" y="1207080"/>
                <a:ext cx="8638200" cy="545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8960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CFFF7A-C605-4AC4-8CA1-9E6D45469E62}"/>
                  </a:ext>
                </a:extLst>
              </p14:cNvPr>
              <p14:cNvContentPartPr/>
              <p14:nvPr/>
            </p14:nvContentPartPr>
            <p14:xfrm>
              <a:off x="2542320" y="478800"/>
              <a:ext cx="3312720" cy="52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CFFF7A-C605-4AC4-8CA1-9E6D45469E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2960" y="469440"/>
                <a:ext cx="333144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0C3216-2EB3-45FF-A367-D2C4483B891F}"/>
                  </a:ext>
                </a:extLst>
              </p14:cNvPr>
              <p14:cNvContentPartPr/>
              <p14:nvPr/>
            </p14:nvContentPartPr>
            <p14:xfrm>
              <a:off x="2357280" y="1134720"/>
              <a:ext cx="6825960" cy="3692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0C3216-2EB3-45FF-A367-D2C4483B89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7920" y="1125360"/>
                <a:ext cx="6844680" cy="37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038F73-3E93-4589-B0DA-B79F04ABD367}"/>
                  </a:ext>
                </a:extLst>
              </p14:cNvPr>
              <p14:cNvContentPartPr/>
              <p14:nvPr/>
            </p14:nvContentPartPr>
            <p14:xfrm>
              <a:off x="7580520" y="1672920"/>
              <a:ext cx="243360" cy="5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038F73-3E93-4589-B0DA-B79F04ABD3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71160" y="1663560"/>
                <a:ext cx="262080" cy="7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0903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CA569C-D41C-4A68-9C15-B8DE650205B0}"/>
                  </a:ext>
                </a:extLst>
              </p14:cNvPr>
              <p14:cNvContentPartPr/>
              <p14:nvPr/>
            </p14:nvContentPartPr>
            <p14:xfrm>
              <a:off x="655920" y="623160"/>
              <a:ext cx="11135160" cy="5799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CA569C-D41C-4A68-9C15-B8DE650205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6560" y="613800"/>
                <a:ext cx="11153880" cy="58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7576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F7BE35-1CFB-44FC-8AEF-17DFB254F73C}"/>
                  </a:ext>
                </a:extLst>
              </p14:cNvPr>
              <p14:cNvContentPartPr/>
              <p14:nvPr/>
            </p14:nvContentPartPr>
            <p14:xfrm>
              <a:off x="1744560" y="853200"/>
              <a:ext cx="6244200" cy="3417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F7BE35-1CFB-44FC-8AEF-17DFB254F7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5200" y="843840"/>
                <a:ext cx="6262920" cy="343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9795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CFFF7A-C605-4AC4-8CA1-9E6D45469E62}"/>
                  </a:ext>
                </a:extLst>
              </p14:cNvPr>
              <p14:cNvContentPartPr/>
              <p14:nvPr/>
            </p14:nvContentPartPr>
            <p14:xfrm>
              <a:off x="2542320" y="478800"/>
              <a:ext cx="3312720" cy="525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CFFF7A-C605-4AC4-8CA1-9E6D45469E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2960" y="469440"/>
                <a:ext cx="333144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AFC4A3-19A1-4AD8-8EB2-BD2A7E59F163}"/>
                  </a:ext>
                </a:extLst>
              </p14:cNvPr>
              <p14:cNvContentPartPr/>
              <p14:nvPr/>
            </p14:nvContentPartPr>
            <p14:xfrm>
              <a:off x="2504160" y="649080"/>
              <a:ext cx="7279920" cy="3378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AFC4A3-19A1-4AD8-8EB2-BD2A7E59F1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4800" y="639720"/>
                <a:ext cx="7298640" cy="339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6886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53EC71-7DC5-4B5C-93A8-5D9F585D7893}"/>
                  </a:ext>
                </a:extLst>
              </p14:cNvPr>
              <p14:cNvContentPartPr/>
              <p14:nvPr/>
            </p14:nvContentPartPr>
            <p14:xfrm>
              <a:off x="932040" y="1434600"/>
              <a:ext cx="10454400" cy="4236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53EC71-7DC5-4B5C-93A8-5D9F585D78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2680" y="1425240"/>
                <a:ext cx="10473120" cy="42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52856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1" y="76200"/>
            <a:ext cx="3299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VOLTAGE-CONTROLLED RESISTOR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5000" y="457200"/>
            <a:ext cx="838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region to the left of the pinch-off locus </a:t>
            </a:r>
            <a:r>
              <a:rPr lang="en-US" dirty="0">
                <a:solidFill>
                  <a:srgbClr val="2805BB"/>
                </a:solidFill>
              </a:rPr>
              <a:t>of  is </a:t>
            </a:r>
            <a:r>
              <a:rPr lang="en-US" b="1" dirty="0">
                <a:solidFill>
                  <a:srgbClr val="2805BB"/>
                </a:solidFill>
              </a:rPr>
              <a:t>referred to as </a:t>
            </a: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i="1" dirty="0" err="1">
                <a:solidFill>
                  <a:srgbClr val="FF0000"/>
                </a:solidFill>
              </a:rPr>
              <a:t>ohmic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or </a:t>
            </a:r>
            <a:r>
              <a:rPr lang="en-US" b="1" i="1" dirty="0">
                <a:solidFill>
                  <a:srgbClr val="FF0000"/>
                </a:solidFill>
              </a:rPr>
              <a:t>voltage-controlled resistance region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In this region the JFET can actually be </a:t>
            </a:r>
            <a:r>
              <a:rPr lang="en-US" b="1" u="sng" dirty="0">
                <a:solidFill>
                  <a:srgbClr val="C00000"/>
                </a:solidFill>
              </a:rPr>
              <a:t>employed as a variable resistor </a:t>
            </a:r>
            <a:r>
              <a:rPr lang="en-US" dirty="0">
                <a:solidFill>
                  <a:srgbClr val="2805BB"/>
                </a:solidFill>
              </a:rPr>
              <a:t>(possibly for an automatic gain control system) 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Whose </a:t>
            </a:r>
            <a:r>
              <a:rPr lang="en-US" b="1" dirty="0">
                <a:solidFill>
                  <a:srgbClr val="C00000"/>
                </a:solidFill>
              </a:rPr>
              <a:t>resistance is controlled by the applied gate-to-source voltage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slope of each curve and therefore the resistance of the device between drain and source for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DS</a:t>
            </a:r>
            <a:r>
              <a:rPr lang="en-US" b="1" i="1" dirty="0">
                <a:solidFill>
                  <a:srgbClr val="2805BB"/>
                </a:solidFill>
              </a:rPr>
              <a:t> &lt; V</a:t>
            </a:r>
            <a:r>
              <a:rPr lang="en-US" b="1" i="1" baseline="-25000" dirty="0">
                <a:solidFill>
                  <a:srgbClr val="2805BB"/>
                </a:solidFill>
              </a:rPr>
              <a:t>P</a:t>
            </a:r>
            <a:r>
              <a:rPr lang="en-US" b="1" i="1" dirty="0">
                <a:solidFill>
                  <a:srgbClr val="2805BB"/>
                </a:solidFill>
              </a:rPr>
              <a:t> is a function of the applied voltage 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i="1" baseline="-25000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As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becomes more </a:t>
            </a:r>
            <a:r>
              <a:rPr lang="en-US" b="1" dirty="0">
                <a:solidFill>
                  <a:srgbClr val="FF0000"/>
                </a:solidFill>
              </a:rPr>
              <a:t>and more negative</a:t>
            </a:r>
            <a:r>
              <a:rPr lang="en-US" dirty="0">
                <a:solidFill>
                  <a:srgbClr val="2805BB"/>
                </a:solidFill>
              </a:rPr>
              <a:t>,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slope of each curve becomes more and more horizontal</a:t>
            </a:r>
            <a:r>
              <a:rPr lang="en-US" dirty="0">
                <a:solidFill>
                  <a:srgbClr val="2805BB"/>
                </a:solidFill>
              </a:rPr>
              <a:t>, corresponding with an increasing resistance level.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following equation will provide a good first approximation to the resistance level in terms of the applied voltage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.</a:t>
            </a:r>
            <a:endParaRPr lang="en-US" b="1" dirty="0">
              <a:solidFill>
                <a:srgbClr val="2805BB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3886200"/>
            <a:ext cx="16192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981200" y="445907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Where</a:t>
            </a:r>
          </a:p>
          <a:p>
            <a:r>
              <a:rPr lang="en-US" dirty="0">
                <a:solidFill>
                  <a:srgbClr val="C00000"/>
                </a:solidFill>
              </a:rPr>
              <a:t>          </a:t>
            </a:r>
            <a:r>
              <a:rPr lang="en-US" dirty="0"/>
              <a:t> </a:t>
            </a:r>
            <a:r>
              <a:rPr lang="en-US" i="1" dirty="0" err="1">
                <a:solidFill>
                  <a:srgbClr val="2805BB"/>
                </a:solidFill>
              </a:rPr>
              <a:t>r</a:t>
            </a:r>
            <a:r>
              <a:rPr lang="en-US" i="1" baseline="-25000" dirty="0" err="1">
                <a:solidFill>
                  <a:srgbClr val="2805BB"/>
                </a:solidFill>
              </a:rPr>
              <a:t>o</a:t>
            </a:r>
            <a:r>
              <a:rPr lang="en-US" i="1" dirty="0">
                <a:solidFill>
                  <a:srgbClr val="2805BB"/>
                </a:solidFill>
              </a:rPr>
              <a:t> is the resistance with 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= 0 V and r</a:t>
            </a:r>
            <a:r>
              <a:rPr lang="en-US" i="1" baseline="-25000" dirty="0">
                <a:solidFill>
                  <a:srgbClr val="2805BB"/>
                </a:solidFill>
              </a:rPr>
              <a:t>d</a:t>
            </a:r>
            <a:r>
              <a:rPr lang="en-US" i="1" dirty="0">
                <a:solidFill>
                  <a:srgbClr val="2805BB"/>
                </a:solidFill>
              </a:rPr>
              <a:t> the resistance at a particular level </a:t>
            </a:r>
            <a:r>
              <a:rPr lang="en-US" dirty="0">
                <a:solidFill>
                  <a:srgbClr val="2805BB"/>
                </a:solidFill>
              </a:rPr>
              <a:t>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1200" y="5334000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For an </a:t>
            </a:r>
            <a:r>
              <a:rPr lang="en-US" i="1" dirty="0">
                <a:solidFill>
                  <a:srgbClr val="2805BB"/>
                </a:solidFill>
              </a:rPr>
              <a:t>n-channel JFET with </a:t>
            </a:r>
            <a:r>
              <a:rPr lang="en-US" b="1" i="1" u="sng" dirty="0" err="1">
                <a:solidFill>
                  <a:srgbClr val="2805BB"/>
                </a:solidFill>
              </a:rPr>
              <a:t>r</a:t>
            </a:r>
            <a:r>
              <a:rPr lang="en-US" b="1" i="1" u="sng" baseline="-25000" dirty="0" err="1">
                <a:solidFill>
                  <a:srgbClr val="2805BB"/>
                </a:solidFill>
              </a:rPr>
              <a:t>o</a:t>
            </a:r>
            <a:r>
              <a:rPr lang="en-US" b="1" i="1" u="sng" dirty="0">
                <a:solidFill>
                  <a:srgbClr val="2805BB"/>
                </a:solidFill>
              </a:rPr>
              <a:t> equal to 10 k</a:t>
            </a:r>
            <a:r>
              <a:rPr lang="en-US" b="1" i="1" u="sng" dirty="0">
                <a:solidFill>
                  <a:srgbClr val="2805BB"/>
                </a:solidFill>
                <a:sym typeface="Symbol"/>
              </a:rPr>
              <a:t></a:t>
            </a:r>
            <a:r>
              <a:rPr lang="en-US" b="1" i="1" u="sng" dirty="0">
                <a:solidFill>
                  <a:srgbClr val="2805BB"/>
                </a:solidFill>
              </a:rPr>
              <a:t> (V</a:t>
            </a:r>
            <a:r>
              <a:rPr lang="en-US" b="1" i="1" u="sng" baseline="-25000" dirty="0">
                <a:solidFill>
                  <a:srgbClr val="2805BB"/>
                </a:solidFill>
              </a:rPr>
              <a:t>GS</a:t>
            </a:r>
            <a:r>
              <a:rPr lang="en-US" b="1" i="1" u="sng" dirty="0">
                <a:solidFill>
                  <a:srgbClr val="2805BB"/>
                </a:solidFill>
              </a:rPr>
              <a:t> = 0 V, V</a:t>
            </a:r>
            <a:r>
              <a:rPr lang="en-US" b="1" i="1" u="sng" baseline="-25000" dirty="0">
                <a:solidFill>
                  <a:srgbClr val="2805BB"/>
                </a:solidFill>
              </a:rPr>
              <a:t>P</a:t>
            </a:r>
            <a:r>
              <a:rPr lang="en-US" b="1" i="1" u="sng" dirty="0">
                <a:solidFill>
                  <a:srgbClr val="2805BB"/>
                </a:solidFill>
              </a:rPr>
              <a:t> =6 V), r</a:t>
            </a:r>
            <a:r>
              <a:rPr lang="en-US" b="1" i="1" u="sng" baseline="-25000" dirty="0">
                <a:solidFill>
                  <a:srgbClr val="2805BB"/>
                </a:solidFill>
              </a:rPr>
              <a:t>d</a:t>
            </a:r>
            <a:r>
              <a:rPr lang="en-US" b="1" i="1" u="sng" dirty="0">
                <a:solidFill>
                  <a:srgbClr val="2805BB"/>
                </a:solidFill>
              </a:rPr>
              <a:t> = </a:t>
            </a:r>
            <a:r>
              <a:rPr lang="en-US" b="1" u="sng" dirty="0">
                <a:solidFill>
                  <a:srgbClr val="2805BB"/>
                </a:solidFill>
              </a:rPr>
              <a:t>40k</a:t>
            </a:r>
            <a:r>
              <a:rPr lang="en-US" b="1" i="1" u="sng" dirty="0">
                <a:solidFill>
                  <a:srgbClr val="2805BB"/>
                </a:solidFill>
                <a:sym typeface="Symbol"/>
              </a:rPr>
              <a:t> </a:t>
            </a:r>
            <a:r>
              <a:rPr lang="en-US" b="1" u="sng" dirty="0">
                <a:solidFill>
                  <a:srgbClr val="2805BB"/>
                </a:solidFill>
              </a:rPr>
              <a:t> at </a:t>
            </a:r>
            <a:r>
              <a:rPr lang="en-US" b="1" i="1" u="sng" dirty="0">
                <a:solidFill>
                  <a:srgbClr val="2805BB"/>
                </a:solidFill>
              </a:rPr>
              <a:t>V</a:t>
            </a:r>
            <a:r>
              <a:rPr lang="en-US" b="1" i="1" u="sng" baseline="-25000" dirty="0">
                <a:solidFill>
                  <a:srgbClr val="2805BB"/>
                </a:solidFill>
              </a:rPr>
              <a:t>GS</a:t>
            </a:r>
            <a:r>
              <a:rPr lang="en-US" b="1" i="1" u="sng" dirty="0">
                <a:solidFill>
                  <a:srgbClr val="2805BB"/>
                </a:solidFill>
              </a:rPr>
              <a:t> =3 V.</a:t>
            </a:r>
            <a:endParaRPr lang="en-US" b="1" u="sng" dirty="0">
              <a:solidFill>
                <a:srgbClr val="2805B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4B5D0A-A1E7-4797-BDD8-C7E862136BBE}"/>
                  </a:ext>
                </a:extLst>
              </p14:cNvPr>
              <p14:cNvContentPartPr/>
              <p14:nvPr/>
            </p14:nvContentPartPr>
            <p14:xfrm>
              <a:off x="2567160" y="4397400"/>
              <a:ext cx="7379640" cy="726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4B5D0A-A1E7-4797-BDD8-C7E862136B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7800" y="4388040"/>
                <a:ext cx="7398360" cy="74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40380" y="838200"/>
            <a:ext cx="358265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4724401" y="0"/>
            <a:ext cx="2610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P-CHANNEL JFET DEVICES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5000" y="304801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p-channel JFET is constructed in exactly the same manner as the n-channel device of Fig.</a:t>
            </a:r>
            <a:r>
              <a:rPr lang="en-US" dirty="0">
                <a:solidFill>
                  <a:srgbClr val="2805BB"/>
                </a:solidFill>
              </a:rPr>
              <a:t>, </a:t>
            </a:r>
            <a:r>
              <a:rPr lang="en-US" dirty="0">
                <a:solidFill>
                  <a:srgbClr val="006600"/>
                </a:solidFill>
              </a:rPr>
              <a:t>but with a reversal of the p- and n-type materials </a:t>
            </a:r>
            <a:r>
              <a:rPr lang="en-US" dirty="0">
                <a:solidFill>
                  <a:srgbClr val="2805BB"/>
                </a:solidFill>
              </a:rPr>
              <a:t>as shown in Fig.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8840" y="990601"/>
            <a:ext cx="53177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defined current directions are reversed</a:t>
            </a:r>
            <a:r>
              <a:rPr lang="en-US" dirty="0">
                <a:solidFill>
                  <a:srgbClr val="2805BB"/>
                </a:solidFill>
              </a:rPr>
              <a:t>, as are the actual polarities for the voltages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and V</a:t>
            </a:r>
            <a:r>
              <a:rPr lang="en-US" i="1" baseline="-25000" dirty="0">
                <a:solidFill>
                  <a:srgbClr val="2805BB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For the p-channel device, the channel will be constricted by increasing </a:t>
            </a:r>
            <a:r>
              <a:rPr lang="en-US" dirty="0">
                <a:solidFill>
                  <a:srgbClr val="2805BB"/>
                </a:solidFill>
              </a:rPr>
              <a:t>positive voltages from gate to source and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DS</a:t>
            </a:r>
            <a:r>
              <a:rPr lang="en-US" b="1" i="1" dirty="0">
                <a:solidFill>
                  <a:srgbClr val="2805BB"/>
                </a:solidFill>
              </a:rPr>
              <a:t> will result in negative voltages </a:t>
            </a:r>
            <a:r>
              <a:rPr lang="en-US" i="1" dirty="0">
                <a:solidFill>
                  <a:srgbClr val="2805BB"/>
                </a:solidFill>
              </a:rPr>
              <a:t>on the characteristics of Fig shown in next slide.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Which </a:t>
            </a:r>
            <a:r>
              <a:rPr lang="en-US" dirty="0">
                <a:solidFill>
                  <a:srgbClr val="2805BB"/>
                </a:solidFill>
              </a:rPr>
              <a:t>has an</a:t>
            </a:r>
            <a:r>
              <a:rPr lang="en-US" b="1" dirty="0">
                <a:solidFill>
                  <a:srgbClr val="2805BB"/>
                </a:solidFill>
              </a:rPr>
              <a:t> </a:t>
            </a:r>
            <a:r>
              <a:rPr lang="en-US" b="1" i="1" dirty="0">
                <a:solidFill>
                  <a:srgbClr val="2805BB"/>
                </a:solidFill>
              </a:rPr>
              <a:t>I</a:t>
            </a:r>
            <a:r>
              <a:rPr lang="en-US" b="1" i="1" baseline="-25000" dirty="0">
                <a:solidFill>
                  <a:srgbClr val="2805BB"/>
                </a:solidFill>
              </a:rPr>
              <a:t>DSS</a:t>
            </a:r>
            <a:r>
              <a:rPr lang="en-US" b="1" i="1" dirty="0">
                <a:solidFill>
                  <a:srgbClr val="2805BB"/>
                </a:solidFill>
              </a:rPr>
              <a:t> of 6 </a:t>
            </a:r>
            <a:r>
              <a:rPr lang="en-US" b="1" i="1" dirty="0" err="1">
                <a:solidFill>
                  <a:srgbClr val="2805BB"/>
                </a:solidFill>
              </a:rPr>
              <a:t>mA</a:t>
            </a:r>
            <a:r>
              <a:rPr lang="en-US" b="1" i="1" dirty="0">
                <a:solidFill>
                  <a:srgbClr val="2805BB"/>
                </a:solidFill>
              </a:rPr>
              <a:t> and a pinch-off voltage of 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= +6 V.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C00000"/>
                </a:solidFill>
              </a:rPr>
              <a:t>Minus </a:t>
            </a:r>
            <a:r>
              <a:rPr lang="en-US" dirty="0">
                <a:solidFill>
                  <a:srgbClr val="C00000"/>
                </a:solidFill>
              </a:rPr>
              <a:t>signs for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DS</a:t>
            </a:r>
            <a:r>
              <a:rPr lang="en-US" i="1" dirty="0">
                <a:solidFill>
                  <a:srgbClr val="C00000"/>
                </a:solidFill>
              </a:rPr>
              <a:t> simply indicate that the source is at a higher potential </a:t>
            </a:r>
            <a:r>
              <a:rPr lang="en-US" dirty="0">
                <a:solidFill>
                  <a:srgbClr val="C00000"/>
                </a:solidFill>
              </a:rPr>
              <a:t>than the drain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600" y="4114801"/>
            <a:ext cx="8686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Note </a:t>
            </a:r>
            <a:r>
              <a:rPr lang="en-US" dirty="0">
                <a:solidFill>
                  <a:srgbClr val="FF0000"/>
                </a:solidFill>
              </a:rPr>
              <a:t>at high levels of </a:t>
            </a:r>
            <a:r>
              <a:rPr lang="en-US" i="1" dirty="0">
                <a:solidFill>
                  <a:srgbClr val="FF0000"/>
                </a:solidFill>
              </a:rPr>
              <a:t>V</a:t>
            </a:r>
            <a:r>
              <a:rPr lang="en-US" i="1" baseline="-25000" dirty="0">
                <a:solidFill>
                  <a:srgbClr val="FF0000"/>
                </a:solidFill>
              </a:rPr>
              <a:t>DS ,</a:t>
            </a:r>
            <a:r>
              <a:rPr lang="en-US" i="1" dirty="0">
                <a:solidFill>
                  <a:srgbClr val="FF0000"/>
                </a:solidFill>
              </a:rPr>
              <a:t> the curves suddenly rise to levels that seem unbounded</a:t>
            </a:r>
            <a:r>
              <a:rPr lang="en-US" i="1" dirty="0">
                <a:solidFill>
                  <a:srgbClr val="2805BB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vertical rise is an indication that </a:t>
            </a:r>
            <a:r>
              <a:rPr lang="en-US" b="1" dirty="0">
                <a:solidFill>
                  <a:srgbClr val="C00000"/>
                </a:solidFill>
              </a:rPr>
              <a:t>breakdown</a:t>
            </a:r>
            <a:r>
              <a:rPr lang="en-US" dirty="0">
                <a:solidFill>
                  <a:srgbClr val="C00000"/>
                </a:solidFill>
              </a:rPr>
              <a:t> has occurred </a:t>
            </a:r>
            <a:r>
              <a:rPr lang="en-US" dirty="0">
                <a:solidFill>
                  <a:srgbClr val="2805BB"/>
                </a:solidFill>
              </a:rPr>
              <a:t>and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 the </a:t>
            </a:r>
            <a:r>
              <a:rPr lang="en-US" b="1" dirty="0">
                <a:solidFill>
                  <a:srgbClr val="2805BB"/>
                </a:solidFill>
              </a:rPr>
              <a:t>current through the channel </a:t>
            </a:r>
            <a:r>
              <a:rPr lang="en-US" dirty="0">
                <a:solidFill>
                  <a:srgbClr val="2805BB"/>
                </a:solidFill>
              </a:rPr>
              <a:t>is </a:t>
            </a:r>
            <a:r>
              <a:rPr lang="en-US" b="1" dirty="0">
                <a:solidFill>
                  <a:srgbClr val="2805BB"/>
                </a:solidFill>
              </a:rPr>
              <a:t>now limited solely by the external circuit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Although not appearing in Fig. for the </a:t>
            </a:r>
            <a:r>
              <a:rPr lang="en-US" i="1" dirty="0">
                <a:solidFill>
                  <a:srgbClr val="C00000"/>
                </a:solidFill>
              </a:rPr>
              <a:t>n-channel device, they do occur for the n-channel device if sufficient voltage is applied</a:t>
            </a:r>
            <a:r>
              <a:rPr lang="en-US" i="1" dirty="0">
                <a:solidFill>
                  <a:srgbClr val="2805BB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This region can be avoided if the level of </a:t>
            </a:r>
            <a:r>
              <a:rPr lang="en-US" i="1" dirty="0" err="1">
                <a:solidFill>
                  <a:srgbClr val="FF0000"/>
                </a:solidFill>
              </a:rPr>
              <a:t>VDS</a:t>
            </a:r>
            <a:r>
              <a:rPr lang="en-US" i="1" baseline="-25000" dirty="0" err="1">
                <a:solidFill>
                  <a:srgbClr val="FF0000"/>
                </a:solidFill>
              </a:rPr>
              <a:t>max</a:t>
            </a:r>
            <a:r>
              <a:rPr lang="en-US" i="1" dirty="0">
                <a:solidFill>
                  <a:srgbClr val="FF0000"/>
                </a:solidFill>
              </a:rPr>
              <a:t> is noted on the </a:t>
            </a:r>
            <a:r>
              <a:rPr lang="en-US" i="1" dirty="0" err="1">
                <a:solidFill>
                  <a:srgbClr val="FF0000"/>
                </a:solidFill>
              </a:rPr>
              <a:t>specification</a:t>
            </a:r>
            <a:r>
              <a:rPr lang="en-US" dirty="0" err="1">
                <a:solidFill>
                  <a:srgbClr val="FF0000"/>
                </a:solidFill>
              </a:rPr>
              <a:t>sheet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2805BB"/>
                </a:solidFill>
              </a:rPr>
              <a:t>and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design is such that </a:t>
            </a:r>
            <a:r>
              <a:rPr lang="en-US" b="1" dirty="0">
                <a:solidFill>
                  <a:srgbClr val="2805BB"/>
                </a:solidFill>
              </a:rPr>
              <a:t>the actual level of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DS</a:t>
            </a:r>
            <a:r>
              <a:rPr lang="en-US" b="1" i="1" dirty="0">
                <a:solidFill>
                  <a:srgbClr val="2805BB"/>
                </a:solidFill>
              </a:rPr>
              <a:t> is less than this value for all </a:t>
            </a:r>
            <a:r>
              <a:rPr lang="en-US" b="1" dirty="0">
                <a:solidFill>
                  <a:srgbClr val="2805BB"/>
                </a:solidFill>
              </a:rPr>
              <a:t>values of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685800"/>
            <a:ext cx="74676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810000" y="102858"/>
            <a:ext cx="4663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err="1">
                <a:solidFill>
                  <a:srgbClr val="FF0000"/>
                </a:solidFill>
              </a:rPr>
              <a:t>Charcteristic</a:t>
            </a:r>
            <a:r>
              <a:rPr lang="en-US" b="1" u="sng" dirty="0">
                <a:solidFill>
                  <a:srgbClr val="FF0000"/>
                </a:solidFill>
              </a:rPr>
              <a:t> curve for P-CHANNEL JFET Devices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3050" y="4419600"/>
            <a:ext cx="32575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4465820"/>
            <a:ext cx="3124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5029201" y="0"/>
            <a:ext cx="1618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JFET  SYMBOLS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81001"/>
            <a:ext cx="6553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The graphic symbols for the </a:t>
            </a:r>
            <a:r>
              <a:rPr lang="en-US" b="1" i="1" dirty="0">
                <a:solidFill>
                  <a:srgbClr val="FF0000"/>
                </a:solidFill>
              </a:rPr>
              <a:t>n-channel and p-channel JFETs </a:t>
            </a:r>
            <a:r>
              <a:rPr lang="en-US" i="1" dirty="0">
                <a:solidFill>
                  <a:srgbClr val="2805BB"/>
                </a:solidFill>
              </a:rPr>
              <a:t>are provided in Fig. RHS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C00000"/>
                </a:solidFill>
              </a:rPr>
              <a:t>arrow is pointing in for the </a:t>
            </a:r>
            <a:r>
              <a:rPr lang="en-US" b="1" i="1" dirty="0">
                <a:solidFill>
                  <a:srgbClr val="C00000"/>
                </a:solidFill>
              </a:rPr>
              <a:t>n-channel device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</a:rPr>
              <a:t>of Fig. a to represent </a:t>
            </a: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C00000"/>
                </a:solidFill>
              </a:rPr>
              <a:t>direction in which </a:t>
            </a:r>
            <a:r>
              <a:rPr lang="en-US" b="1" i="1" dirty="0">
                <a:solidFill>
                  <a:srgbClr val="C00000"/>
                </a:solidFill>
              </a:rPr>
              <a:t>I</a:t>
            </a:r>
            <a:r>
              <a:rPr lang="en-US" b="1" i="1" baseline="-25000" dirty="0">
                <a:solidFill>
                  <a:srgbClr val="C00000"/>
                </a:solidFill>
              </a:rPr>
              <a:t>G</a:t>
            </a:r>
            <a:r>
              <a:rPr lang="en-US" b="1" i="1" dirty="0">
                <a:solidFill>
                  <a:srgbClr val="C00000"/>
                </a:solidFill>
              </a:rPr>
              <a:t> would flow if the p-n junction were forward-biased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For the p-channel device (</a:t>
            </a:r>
            <a:r>
              <a:rPr lang="en-US" i="1" dirty="0" err="1">
                <a:solidFill>
                  <a:srgbClr val="2805BB"/>
                </a:solidFill>
              </a:rPr>
              <a:t>Fig.b</a:t>
            </a:r>
            <a:r>
              <a:rPr lang="en-US" i="1" dirty="0">
                <a:solidFill>
                  <a:srgbClr val="2805BB"/>
                </a:solidFill>
              </a:rPr>
              <a:t>) the only difference in the symbol is the direction of the </a:t>
            </a:r>
            <a:r>
              <a:rPr lang="en-US" dirty="0">
                <a:solidFill>
                  <a:srgbClr val="2805BB"/>
                </a:solidFill>
              </a:rPr>
              <a:t>arrow.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600" y="2317230"/>
            <a:ext cx="67818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Important Points:-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C00000"/>
                </a:solidFill>
              </a:rPr>
              <a:t>maximum current is defined as I</a:t>
            </a:r>
            <a:r>
              <a:rPr lang="en-US" b="1" i="1" baseline="-25000" dirty="0">
                <a:solidFill>
                  <a:srgbClr val="C00000"/>
                </a:solidFill>
              </a:rPr>
              <a:t>DSS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2805BB"/>
                </a:solidFill>
              </a:rPr>
              <a:t>and </a:t>
            </a:r>
            <a:r>
              <a:rPr lang="en-US" b="1" i="1" dirty="0">
                <a:solidFill>
                  <a:srgbClr val="FF0000"/>
                </a:solidFill>
              </a:rPr>
              <a:t>occurs when 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= 0 V </a:t>
            </a:r>
            <a:r>
              <a:rPr lang="en-US" b="1" i="1" dirty="0">
                <a:solidFill>
                  <a:srgbClr val="2805BB"/>
                </a:solidFill>
              </a:rPr>
              <a:t>and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DS</a:t>
            </a:r>
            <a:r>
              <a:rPr lang="en-US" b="1" i="1" dirty="0">
                <a:solidFill>
                  <a:srgbClr val="FF0000"/>
                </a:solidFill>
              </a:rPr>
              <a:t> ≥ |V</a:t>
            </a:r>
            <a:r>
              <a:rPr lang="en-US" b="1" i="1" baseline="-25000" dirty="0">
                <a:solidFill>
                  <a:srgbClr val="FF0000"/>
                </a:solidFill>
              </a:rPr>
              <a:t>P</a:t>
            </a:r>
            <a:r>
              <a:rPr lang="en-US" b="1" i="1" dirty="0">
                <a:solidFill>
                  <a:srgbClr val="FF0000"/>
                </a:solidFill>
              </a:rPr>
              <a:t>| </a:t>
            </a:r>
            <a:r>
              <a:rPr lang="en-US" b="1" i="1" dirty="0">
                <a:solidFill>
                  <a:srgbClr val="2805BB"/>
                </a:solidFill>
              </a:rPr>
              <a:t>as shown in Fig. a.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i="1" dirty="0">
                <a:solidFill>
                  <a:srgbClr val="C00000"/>
                </a:solidFill>
              </a:rPr>
              <a:t>For</a:t>
            </a:r>
            <a:r>
              <a:rPr lang="en-US" b="1" i="1" dirty="0">
                <a:solidFill>
                  <a:srgbClr val="2805BB"/>
                </a:solidFill>
              </a:rPr>
              <a:t> gate-to-source voltages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less than (more negative than) the pinch-off level</a:t>
            </a:r>
            <a:r>
              <a:rPr lang="en-US" b="1" i="1" dirty="0">
                <a:solidFill>
                  <a:srgbClr val="2805BB"/>
                </a:solidFill>
              </a:rPr>
              <a:t>, the </a:t>
            </a:r>
            <a:r>
              <a:rPr lang="en-US" b="1" i="1" dirty="0">
                <a:solidFill>
                  <a:srgbClr val="FF0000"/>
                </a:solidFill>
              </a:rPr>
              <a:t>drain current I</a:t>
            </a:r>
            <a:r>
              <a:rPr lang="en-US" b="1" i="1" baseline="-25000" dirty="0">
                <a:solidFill>
                  <a:srgbClr val="FF0000"/>
                </a:solidFill>
              </a:rPr>
              <a:t>D</a:t>
            </a:r>
            <a:r>
              <a:rPr lang="en-US" b="1" i="1" dirty="0">
                <a:solidFill>
                  <a:srgbClr val="FF0000"/>
                </a:solidFill>
              </a:rPr>
              <a:t> = 0 A FET is cutoff </a:t>
            </a:r>
            <a:r>
              <a:rPr lang="en-US" b="1" i="1" dirty="0">
                <a:solidFill>
                  <a:srgbClr val="2805BB"/>
                </a:solidFill>
              </a:rPr>
              <a:t>Fig. b</a:t>
            </a:r>
            <a:endParaRPr lang="en-US" b="1" i="1" dirty="0">
              <a:solidFill>
                <a:srgbClr val="FF0000"/>
              </a:solidFill>
            </a:endParaRPr>
          </a:p>
          <a:p>
            <a:pPr marL="225425" indent="-225425">
              <a:buFont typeface="Wingdings" pitchFamily="2" charset="2"/>
              <a:buChar char="§"/>
            </a:pPr>
            <a:r>
              <a:rPr lang="en-US" b="1" i="1" dirty="0">
                <a:solidFill>
                  <a:srgbClr val="2805BB"/>
                </a:solidFill>
              </a:rPr>
              <a:t>For all levels of 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between 0 V and the pinch-off level, the current I</a:t>
            </a:r>
            <a:r>
              <a:rPr lang="en-US" b="1" i="1" baseline="-25000" dirty="0">
                <a:solidFill>
                  <a:srgbClr val="2805BB"/>
                </a:solidFill>
              </a:rPr>
              <a:t>D</a:t>
            </a:r>
            <a:r>
              <a:rPr lang="en-US" b="1" i="1" dirty="0">
                <a:solidFill>
                  <a:srgbClr val="2805BB"/>
                </a:solidFill>
              </a:rPr>
              <a:t> will range between I</a:t>
            </a:r>
            <a:r>
              <a:rPr lang="en-US" b="1" i="1" baseline="-25000" dirty="0">
                <a:solidFill>
                  <a:srgbClr val="2805BB"/>
                </a:solidFill>
              </a:rPr>
              <a:t>DSS</a:t>
            </a:r>
            <a:r>
              <a:rPr lang="en-US" b="1" i="1" dirty="0">
                <a:solidFill>
                  <a:srgbClr val="2805BB"/>
                </a:solidFill>
              </a:rPr>
              <a:t> and 0 A, respectively, Fig. c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i="1" dirty="0">
                <a:solidFill>
                  <a:srgbClr val="2805BB"/>
                </a:solidFill>
              </a:rPr>
              <a:t>For p-channel JFETs a similar list can be developed.</a:t>
            </a:r>
            <a:endParaRPr lang="en-US" dirty="0">
              <a:solidFill>
                <a:srgbClr val="2805BB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05800" y="0"/>
            <a:ext cx="2362200" cy="2652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58202" y="2209800"/>
            <a:ext cx="220979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905001" y="4800600"/>
            <a:ext cx="704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2805BB"/>
                </a:solidFill>
              </a:rPr>
              <a:t>Fig. a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334001" y="4708160"/>
            <a:ext cx="704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2805BB"/>
                </a:solidFill>
              </a:rPr>
              <a:t>Fig. b</a:t>
            </a:r>
            <a:endParaRPr lang="en-US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772400" y="4495800"/>
            <a:ext cx="2895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8001000" y="4876800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2805BB"/>
                </a:solidFill>
              </a:rPr>
              <a:t>Fig. c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467727" y="11668"/>
            <a:ext cx="1128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n-channel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722BFA-657F-4840-AA0A-BAEF675156F3}"/>
                  </a:ext>
                </a:extLst>
              </p14:cNvPr>
              <p14:cNvContentPartPr/>
              <p14:nvPr/>
            </p14:nvContentPartPr>
            <p14:xfrm>
              <a:off x="10728720" y="974160"/>
              <a:ext cx="1211760" cy="2033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722BFA-657F-4840-AA0A-BAEF675156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19360" y="964800"/>
                <a:ext cx="1230480" cy="20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7200" y="87868"/>
            <a:ext cx="3731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TRANSFER CHARACTERISTICS OF JFET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559476"/>
            <a:ext cx="822960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In </a:t>
            </a:r>
            <a:r>
              <a:rPr lang="en-US" dirty="0">
                <a:solidFill>
                  <a:srgbClr val="C00000"/>
                </a:solidFill>
              </a:rPr>
              <a:t>BJT, a linear relationship exists </a:t>
            </a:r>
            <a:r>
              <a:rPr lang="en-US" dirty="0">
                <a:solidFill>
                  <a:srgbClr val="2805BB"/>
                </a:solidFill>
              </a:rPr>
              <a:t>between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C</a:t>
            </a:r>
            <a:r>
              <a:rPr lang="en-US" i="1" dirty="0">
                <a:solidFill>
                  <a:srgbClr val="2805BB"/>
                </a:solidFill>
              </a:rPr>
              <a:t> and I</a:t>
            </a:r>
            <a:r>
              <a:rPr lang="en-US" i="1" baseline="-25000" dirty="0">
                <a:solidFill>
                  <a:srgbClr val="2805BB"/>
                </a:solidFill>
              </a:rPr>
              <a:t>B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  <a:r>
              <a:rPr lang="en-US" dirty="0">
                <a:solidFill>
                  <a:srgbClr val="2805BB"/>
                </a:solidFill>
              </a:rPr>
              <a:t>output current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C</a:t>
            </a:r>
            <a:r>
              <a:rPr lang="en-US" i="1" dirty="0">
                <a:solidFill>
                  <a:srgbClr val="2805BB"/>
                </a:solidFill>
              </a:rPr>
              <a:t> and input controlling current I</a:t>
            </a:r>
            <a:r>
              <a:rPr lang="en-US" i="1" baseline="-25000" dirty="0">
                <a:solidFill>
                  <a:srgbClr val="2805BB"/>
                </a:solidFill>
              </a:rPr>
              <a:t>B</a:t>
            </a:r>
            <a:r>
              <a:rPr lang="en-US" i="1" dirty="0">
                <a:solidFill>
                  <a:srgbClr val="2805BB"/>
                </a:solidFill>
              </a:rPr>
              <a:t> were related </a:t>
            </a:r>
            <a:r>
              <a:rPr lang="en-US" dirty="0">
                <a:solidFill>
                  <a:srgbClr val="2805BB"/>
                </a:solidFill>
              </a:rPr>
              <a:t>by beta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/>
            <a:endParaRPr lang="en-US" i="1" dirty="0">
              <a:solidFill>
                <a:srgbClr val="2805BB"/>
              </a:solidFill>
            </a:endParaRPr>
          </a:p>
          <a:p>
            <a:pPr marL="225425" indent="-225425"/>
            <a:endParaRPr lang="en-US" sz="1000" i="1" dirty="0">
              <a:solidFill>
                <a:srgbClr val="2805BB"/>
              </a:solidFill>
            </a:endParaRP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But unfortunately, </a:t>
            </a:r>
            <a:r>
              <a:rPr lang="en-US" b="1" dirty="0">
                <a:solidFill>
                  <a:srgbClr val="FF0000"/>
                </a:solidFill>
              </a:rPr>
              <a:t>this linear relationship does not exist between the output and input quantities of a JFET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7030A0"/>
                </a:solidFill>
              </a:rPr>
              <a:t>relationship between </a:t>
            </a:r>
            <a:r>
              <a:rPr lang="en-US" b="1" i="1" dirty="0">
                <a:solidFill>
                  <a:srgbClr val="7030A0"/>
                </a:solidFill>
              </a:rPr>
              <a:t>I</a:t>
            </a:r>
            <a:r>
              <a:rPr lang="en-US" b="1" i="1" baseline="-25000" dirty="0">
                <a:solidFill>
                  <a:srgbClr val="7030A0"/>
                </a:solidFill>
              </a:rPr>
              <a:t>D</a:t>
            </a:r>
            <a:r>
              <a:rPr lang="en-US" b="1" i="1" dirty="0">
                <a:solidFill>
                  <a:srgbClr val="7030A0"/>
                </a:solidFill>
              </a:rPr>
              <a:t> and V</a:t>
            </a:r>
            <a:r>
              <a:rPr lang="en-US" b="1" i="1" baseline="-25000" dirty="0">
                <a:solidFill>
                  <a:srgbClr val="7030A0"/>
                </a:solidFill>
              </a:rPr>
              <a:t>GS</a:t>
            </a:r>
            <a:r>
              <a:rPr lang="en-US" b="1" i="1" dirty="0">
                <a:solidFill>
                  <a:srgbClr val="7030A0"/>
                </a:solidFill>
              </a:rPr>
              <a:t> in JFET is defined by Shockley’s equation</a:t>
            </a:r>
            <a:r>
              <a:rPr lang="en-US" i="1" dirty="0">
                <a:solidFill>
                  <a:srgbClr val="2805BB"/>
                </a:solidFill>
              </a:rPr>
              <a:t>:</a:t>
            </a:r>
            <a:endParaRPr lang="en-US" dirty="0">
              <a:solidFill>
                <a:srgbClr val="2805BB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1" y="2530840"/>
            <a:ext cx="22955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1" y="1143000"/>
            <a:ext cx="17049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752600" y="3200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squared term of the equation will result in a nonlinear relationship between </a:t>
            </a:r>
            <a:r>
              <a:rPr lang="en-US" i="1" dirty="0">
                <a:solidFill>
                  <a:srgbClr val="C00000"/>
                </a:solidFill>
              </a:rPr>
              <a:t>I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 and 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endParaRPr lang="en-US" baseline="-25000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81200" y="3544670"/>
            <a:ext cx="845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Above equation produce a curve that grows exponentially with decreasing magnitudes 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36230" y="4192251"/>
            <a:ext cx="8458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 </a:t>
            </a:r>
            <a:r>
              <a:rPr lang="en-US" b="1" dirty="0">
                <a:solidFill>
                  <a:srgbClr val="C00000"/>
                </a:solidFill>
              </a:rPr>
              <a:t>graphical rather than mathematical approach </a:t>
            </a:r>
            <a:r>
              <a:rPr lang="en-US" b="1" dirty="0">
                <a:solidFill>
                  <a:srgbClr val="2805BB"/>
                </a:solidFill>
              </a:rPr>
              <a:t>will</a:t>
            </a:r>
            <a:r>
              <a:rPr lang="en-US" dirty="0">
                <a:solidFill>
                  <a:srgbClr val="2805BB"/>
                </a:solidFill>
              </a:rPr>
              <a:t> in general </a:t>
            </a:r>
            <a:r>
              <a:rPr lang="en-US" b="1" dirty="0">
                <a:solidFill>
                  <a:srgbClr val="2805BB"/>
                </a:solidFill>
              </a:rPr>
              <a:t>be</a:t>
            </a:r>
            <a:r>
              <a:rPr lang="en-US" dirty="0">
                <a:solidFill>
                  <a:srgbClr val="2805BB"/>
                </a:solidFill>
              </a:rPr>
              <a:t> </a:t>
            </a:r>
            <a:r>
              <a:rPr lang="en-US" b="1" dirty="0">
                <a:solidFill>
                  <a:srgbClr val="2805BB"/>
                </a:solidFill>
              </a:rPr>
              <a:t>more direct and easier to apply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 The </a:t>
            </a:r>
            <a:r>
              <a:rPr lang="en-US" b="1" dirty="0">
                <a:solidFill>
                  <a:srgbClr val="2805BB"/>
                </a:solidFill>
              </a:rPr>
              <a:t>graphical approach</a:t>
            </a:r>
            <a:r>
              <a:rPr lang="en-US" dirty="0">
                <a:solidFill>
                  <a:srgbClr val="2805BB"/>
                </a:solidFill>
              </a:rPr>
              <a:t>, however, </a:t>
            </a:r>
            <a:r>
              <a:rPr lang="en-US" b="1" dirty="0">
                <a:solidFill>
                  <a:srgbClr val="2805BB"/>
                </a:solidFill>
              </a:rPr>
              <a:t>will require 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)a plot of above Eq.</a:t>
            </a:r>
            <a:r>
              <a:rPr lang="en-US" dirty="0">
                <a:solidFill>
                  <a:srgbClr val="2805BB"/>
                </a:solidFill>
              </a:rPr>
              <a:t> to represent the device and a ii) </a:t>
            </a:r>
            <a:r>
              <a:rPr lang="en-US" dirty="0">
                <a:solidFill>
                  <a:srgbClr val="C00000"/>
                </a:solidFill>
              </a:rPr>
              <a:t>plot of the network equation relating the same variables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C00000"/>
                </a:solidFill>
              </a:rPr>
              <a:t>solution is defined by the point of intersection of the two curves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It is important to keep in mind </a:t>
            </a:r>
            <a:r>
              <a:rPr lang="en-US" b="1" dirty="0">
                <a:solidFill>
                  <a:srgbClr val="2805BB"/>
                </a:solidFill>
              </a:rPr>
              <a:t>when applying the graphical approach that the device characteristics will be </a:t>
            </a:r>
            <a:r>
              <a:rPr lang="en-US" b="1" i="1" dirty="0">
                <a:solidFill>
                  <a:srgbClr val="2805BB"/>
                </a:solidFill>
              </a:rPr>
              <a:t>unaffected by the network</a:t>
            </a:r>
            <a:r>
              <a:rPr lang="en-US" i="1" dirty="0">
                <a:solidFill>
                  <a:srgbClr val="2805BB"/>
                </a:solidFill>
              </a:rPr>
              <a:t> </a:t>
            </a:r>
            <a:r>
              <a:rPr lang="en-US" dirty="0">
                <a:solidFill>
                  <a:srgbClr val="2805BB"/>
                </a:solidFill>
              </a:rPr>
              <a:t>in which the device is employed.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network equation may change along with the intersection </a:t>
            </a:r>
            <a:r>
              <a:rPr lang="en-US" dirty="0">
                <a:solidFill>
                  <a:srgbClr val="2805BB"/>
                </a:solidFill>
              </a:rPr>
              <a:t>between the two curves, but the transfer curve defined by Eq. is unaffected.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29000" y="152400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Transfer curve (obtained using Shockley’s equation)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r="1031"/>
          <a:stretch>
            <a:fillRect/>
          </a:stretch>
        </p:blipFill>
        <p:spPr bwMode="auto">
          <a:xfrm>
            <a:off x="1981200" y="533400"/>
            <a:ext cx="7315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981200" y="4826676"/>
            <a:ext cx="8458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In Fig. two graphs are provided</a:t>
            </a:r>
            <a:r>
              <a:rPr lang="en-US" dirty="0">
                <a:solidFill>
                  <a:srgbClr val="2805BB"/>
                </a:solidFill>
              </a:rPr>
              <a:t>, with the vertical scaling in </a:t>
            </a:r>
            <a:r>
              <a:rPr lang="en-US" dirty="0" err="1">
                <a:solidFill>
                  <a:srgbClr val="2805BB"/>
                </a:solidFill>
              </a:rPr>
              <a:t>millamperes</a:t>
            </a:r>
            <a:r>
              <a:rPr lang="en-US" dirty="0">
                <a:solidFill>
                  <a:srgbClr val="2805BB"/>
                </a:solidFill>
              </a:rPr>
              <a:t> for each graph.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One is a plot of </a:t>
            </a:r>
            <a:r>
              <a:rPr lang="en-US" i="1" dirty="0">
                <a:solidFill>
                  <a:srgbClr val="C00000"/>
                </a:solidFill>
              </a:rPr>
              <a:t>I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 versus V</a:t>
            </a:r>
            <a:r>
              <a:rPr lang="en-US" i="1" baseline="-25000" dirty="0">
                <a:solidFill>
                  <a:srgbClr val="C00000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, while the </a:t>
            </a:r>
            <a:r>
              <a:rPr lang="en-US" i="1" dirty="0">
                <a:solidFill>
                  <a:srgbClr val="C00000"/>
                </a:solidFill>
              </a:rPr>
              <a:t>other </a:t>
            </a:r>
            <a:r>
              <a:rPr lang="en-US" dirty="0">
                <a:solidFill>
                  <a:srgbClr val="C00000"/>
                </a:solidFill>
              </a:rPr>
              <a:t>is </a:t>
            </a:r>
            <a:r>
              <a:rPr lang="en-US" i="1" dirty="0">
                <a:solidFill>
                  <a:srgbClr val="C00000"/>
                </a:solidFill>
              </a:rPr>
              <a:t>I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 versus 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C00000"/>
                </a:solidFill>
              </a:rPr>
              <a:t>Using the drain characteristics on the right of the “y” axis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  <a:r>
              <a:rPr lang="en-US" b="1" i="1" dirty="0">
                <a:solidFill>
                  <a:srgbClr val="7030A0"/>
                </a:solidFill>
              </a:rPr>
              <a:t>a horizontal </a:t>
            </a:r>
            <a:r>
              <a:rPr lang="en-US" b="1" dirty="0">
                <a:solidFill>
                  <a:srgbClr val="7030A0"/>
                </a:solidFill>
              </a:rPr>
              <a:t>line can be drawn from the saturation region</a:t>
            </a:r>
            <a:r>
              <a:rPr lang="en-US" dirty="0">
                <a:solidFill>
                  <a:srgbClr val="2805BB"/>
                </a:solidFill>
              </a:rPr>
              <a:t> of the curve </a:t>
            </a:r>
            <a:r>
              <a:rPr lang="en-US" b="1" dirty="0">
                <a:solidFill>
                  <a:srgbClr val="C00000"/>
                </a:solidFill>
              </a:rPr>
              <a:t>denoted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=0 V </a:t>
            </a:r>
            <a:r>
              <a:rPr lang="en-US" b="1" dirty="0">
                <a:solidFill>
                  <a:srgbClr val="C00000"/>
                </a:solidFill>
              </a:rPr>
              <a:t>to the </a:t>
            </a:r>
            <a:r>
              <a:rPr lang="en-US" b="1" i="1" dirty="0">
                <a:solidFill>
                  <a:srgbClr val="C00000"/>
                </a:solidFill>
              </a:rPr>
              <a:t>I</a:t>
            </a:r>
            <a:r>
              <a:rPr lang="en-US" b="1" i="1" baseline="-25000" dirty="0">
                <a:solidFill>
                  <a:srgbClr val="C00000"/>
                </a:solidFill>
              </a:rPr>
              <a:t>D </a:t>
            </a:r>
            <a:r>
              <a:rPr lang="en-US" b="1" i="1" dirty="0">
                <a:solidFill>
                  <a:srgbClr val="C00000"/>
                </a:solidFill>
              </a:rPr>
              <a:t>axis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C00000"/>
                </a:solidFill>
              </a:rPr>
              <a:t>resulting current level </a:t>
            </a:r>
            <a:r>
              <a:rPr lang="en-US" i="1" dirty="0">
                <a:solidFill>
                  <a:srgbClr val="2805BB"/>
                </a:solidFill>
              </a:rPr>
              <a:t>for both graphs is </a:t>
            </a:r>
            <a:r>
              <a:rPr lang="en-US" b="1" i="1" dirty="0">
                <a:solidFill>
                  <a:srgbClr val="C00000"/>
                </a:solidFill>
              </a:rPr>
              <a:t>I</a:t>
            </a:r>
            <a:r>
              <a:rPr lang="en-US" b="1" i="1" baseline="-25000" dirty="0">
                <a:solidFill>
                  <a:srgbClr val="C00000"/>
                </a:solidFill>
              </a:rPr>
              <a:t>DSS</a:t>
            </a:r>
            <a:r>
              <a:rPr lang="en-US" b="1" i="1" dirty="0">
                <a:solidFill>
                  <a:srgbClr val="C00000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FF0000"/>
                </a:solidFill>
              </a:rPr>
              <a:t>point of intersection </a:t>
            </a:r>
            <a:r>
              <a:rPr lang="en-US" b="1" dirty="0">
                <a:solidFill>
                  <a:srgbClr val="FF0000"/>
                </a:solidFill>
              </a:rPr>
              <a:t>on the </a:t>
            </a:r>
            <a:r>
              <a:rPr lang="en-US" b="1" i="1" dirty="0">
                <a:solidFill>
                  <a:srgbClr val="FF0000"/>
                </a:solidFill>
              </a:rPr>
              <a:t>I</a:t>
            </a:r>
            <a:r>
              <a:rPr lang="en-US" b="1" i="1" baseline="-25000" dirty="0">
                <a:solidFill>
                  <a:srgbClr val="FF0000"/>
                </a:solidFill>
              </a:rPr>
              <a:t>D</a:t>
            </a:r>
            <a:r>
              <a:rPr lang="en-US" b="1" i="1" dirty="0">
                <a:solidFill>
                  <a:srgbClr val="FF0000"/>
                </a:solidFill>
              </a:rPr>
              <a:t> versus 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curve </a:t>
            </a:r>
            <a:r>
              <a:rPr lang="en-US" i="1" dirty="0">
                <a:solidFill>
                  <a:srgbClr val="2805BB"/>
                </a:solidFill>
              </a:rPr>
              <a:t>will be as shown </a:t>
            </a:r>
            <a:r>
              <a:rPr lang="en-US" b="1" i="1" dirty="0">
                <a:solidFill>
                  <a:srgbClr val="FF0000"/>
                </a:solidFill>
              </a:rPr>
              <a:t>since the vertical axis is defined </a:t>
            </a:r>
            <a:r>
              <a:rPr lang="en-US" b="1" dirty="0">
                <a:solidFill>
                  <a:srgbClr val="FF0000"/>
                </a:solidFill>
              </a:rPr>
              <a:t>as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= 0 V.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62601" y="1230868"/>
            <a:ext cx="2472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When 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= 0 V, I</a:t>
            </a:r>
            <a:r>
              <a:rPr lang="en-US" b="1" i="1" baseline="-25000" dirty="0">
                <a:solidFill>
                  <a:srgbClr val="FF0000"/>
                </a:solidFill>
              </a:rPr>
              <a:t>D</a:t>
            </a:r>
            <a:r>
              <a:rPr lang="en-US" b="1" i="1" dirty="0">
                <a:solidFill>
                  <a:srgbClr val="FF0000"/>
                </a:solidFill>
              </a:rPr>
              <a:t> = I</a:t>
            </a:r>
            <a:r>
              <a:rPr lang="en-US" b="1" i="1" baseline="-25000" dirty="0">
                <a:solidFill>
                  <a:srgbClr val="FF0000"/>
                </a:solidFill>
              </a:rPr>
              <a:t>DSS</a:t>
            </a:r>
            <a:r>
              <a:rPr lang="en-US" b="1" i="1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67401" y="4114800"/>
            <a:ext cx="2837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When 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= V</a:t>
            </a:r>
            <a:r>
              <a:rPr lang="en-US" b="1" i="1" baseline="-25000" dirty="0">
                <a:solidFill>
                  <a:srgbClr val="FF0000"/>
                </a:solidFill>
              </a:rPr>
              <a:t>P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en-US" b="1" i="1" dirty="0">
                <a:solidFill>
                  <a:srgbClr val="FF0000"/>
                </a:solidFill>
              </a:rPr>
              <a:t> I</a:t>
            </a:r>
            <a:r>
              <a:rPr lang="en-US" b="1" i="1" baseline="-25000" dirty="0">
                <a:solidFill>
                  <a:srgbClr val="FF0000"/>
                </a:solidFill>
              </a:rPr>
              <a:t>D</a:t>
            </a:r>
            <a:r>
              <a:rPr lang="en-US" b="1" i="1" dirty="0">
                <a:solidFill>
                  <a:srgbClr val="FF0000"/>
                </a:solidFill>
              </a:rPr>
              <a:t> = 0 </a:t>
            </a:r>
            <a:r>
              <a:rPr lang="en-US" b="1" i="1" dirty="0" err="1">
                <a:solidFill>
                  <a:srgbClr val="FF0000"/>
                </a:solidFill>
              </a:rPr>
              <a:t>mA</a:t>
            </a:r>
            <a:r>
              <a:rPr lang="en-US" b="1" i="1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A235CC-639B-4C31-A1CD-A0341185F37D}"/>
                  </a:ext>
                </a:extLst>
              </p14:cNvPr>
              <p14:cNvContentPartPr/>
              <p14:nvPr/>
            </p14:nvContentPartPr>
            <p14:xfrm>
              <a:off x="3110400" y="4071240"/>
              <a:ext cx="971280" cy="391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A235CC-639B-4C31-A1CD-A0341185F3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1040" y="4061880"/>
                <a:ext cx="990000" cy="41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533401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transfer characteristics </a:t>
            </a:r>
            <a:r>
              <a:rPr lang="en-US" dirty="0">
                <a:solidFill>
                  <a:srgbClr val="2805BB"/>
                </a:solidFill>
              </a:rPr>
              <a:t>are a </a:t>
            </a:r>
            <a:r>
              <a:rPr lang="en-US" dirty="0">
                <a:solidFill>
                  <a:srgbClr val="C00000"/>
                </a:solidFill>
              </a:rPr>
              <a:t>plot of an output (or drain) current versus an input-controlling quantity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There is therefore </a:t>
            </a:r>
            <a:r>
              <a:rPr lang="en-US" dirty="0">
                <a:solidFill>
                  <a:srgbClr val="C00000"/>
                </a:solidFill>
              </a:rPr>
              <a:t>a direct “transfer” from input to output variables </a:t>
            </a:r>
            <a:r>
              <a:rPr lang="en-US" dirty="0">
                <a:solidFill>
                  <a:srgbClr val="2805BB"/>
                </a:solidFill>
              </a:rPr>
              <a:t>when employing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the curve to the left of prev. plot.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 If the relationship were linear, the plot of </a:t>
            </a:r>
            <a:r>
              <a:rPr lang="en-US" b="1" i="1" dirty="0">
                <a:solidFill>
                  <a:srgbClr val="2805BB"/>
                </a:solidFill>
              </a:rPr>
              <a:t>I</a:t>
            </a:r>
            <a:r>
              <a:rPr lang="en-US" b="1" i="1" baseline="-25000" dirty="0">
                <a:solidFill>
                  <a:srgbClr val="2805BB"/>
                </a:solidFill>
              </a:rPr>
              <a:t>D</a:t>
            </a:r>
            <a:r>
              <a:rPr lang="en-US" b="1" i="1" dirty="0">
                <a:solidFill>
                  <a:srgbClr val="2805BB"/>
                </a:solidFill>
              </a:rPr>
              <a:t> versus 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would result in a straight line </a:t>
            </a:r>
            <a:r>
              <a:rPr lang="en-US" i="1" dirty="0">
                <a:solidFill>
                  <a:srgbClr val="2805BB"/>
                </a:solidFill>
              </a:rPr>
              <a:t>between I</a:t>
            </a:r>
            <a:r>
              <a:rPr lang="en-US" i="1" baseline="-25000" dirty="0">
                <a:solidFill>
                  <a:srgbClr val="2805BB"/>
                </a:solidFill>
              </a:rPr>
              <a:t>DSS</a:t>
            </a:r>
            <a:r>
              <a:rPr lang="en-US" i="1" dirty="0">
                <a:solidFill>
                  <a:srgbClr val="2805BB"/>
                </a:solidFill>
              </a:rPr>
              <a:t> and V</a:t>
            </a:r>
            <a:r>
              <a:rPr lang="en-US" i="1" baseline="-25000" dirty="0">
                <a:solidFill>
                  <a:srgbClr val="2805BB"/>
                </a:solidFill>
              </a:rPr>
              <a:t>P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However, </a:t>
            </a:r>
            <a:r>
              <a:rPr lang="en-US" b="1" i="1" dirty="0">
                <a:solidFill>
                  <a:srgbClr val="2805BB"/>
                </a:solidFill>
              </a:rPr>
              <a:t>a parabolic </a:t>
            </a:r>
            <a:r>
              <a:rPr lang="en-US" b="1" dirty="0">
                <a:solidFill>
                  <a:srgbClr val="2805BB"/>
                </a:solidFill>
              </a:rPr>
              <a:t>curve will result because the vertical spacing between steps of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</a:rPr>
              <a:t>on the drain </a:t>
            </a:r>
            <a:r>
              <a:rPr lang="en-US" dirty="0">
                <a:solidFill>
                  <a:srgbClr val="2805BB"/>
                </a:solidFill>
              </a:rPr>
              <a:t>characteristics of Fig.  decreases noticeably as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becomes more and more negative.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Compare spacing between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= 0 V and 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= 1 V to that between 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=3 V and pinch-off. The change in 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is the same, but the resulting change </a:t>
            </a:r>
            <a:r>
              <a:rPr lang="en-US" dirty="0">
                <a:solidFill>
                  <a:srgbClr val="2805BB"/>
                </a:solidFill>
              </a:rPr>
              <a:t>in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</a:t>
            </a:r>
            <a:r>
              <a:rPr lang="en-US" i="1" dirty="0">
                <a:solidFill>
                  <a:srgbClr val="2805BB"/>
                </a:solidFill>
              </a:rPr>
              <a:t> is quite different</a:t>
            </a:r>
            <a:endParaRPr lang="en-US" dirty="0">
              <a:solidFill>
                <a:srgbClr val="2805B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776048-C91A-4813-AA4D-B60C8575E1D4}"/>
</file>

<file path=customXml/itemProps2.xml><?xml version="1.0" encoding="utf-8"?>
<ds:datastoreItem xmlns:ds="http://schemas.openxmlformats.org/officeDocument/2006/customXml" ds:itemID="{2E040512-28A8-414F-B877-D3EEA34BC33F}"/>
</file>

<file path=customXml/itemProps3.xml><?xml version="1.0" encoding="utf-8"?>
<ds:datastoreItem xmlns:ds="http://schemas.openxmlformats.org/officeDocument/2006/customXml" ds:itemID="{6C717723-0B64-4E1E-8165-4A599F41DEF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3186</Words>
  <Application>Microsoft Office PowerPoint</Application>
  <PresentationFormat>Widescreen</PresentationFormat>
  <Paragraphs>218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2022-02-23T11:00:53Z</dcterms:created>
  <dcterms:modified xsi:type="dcterms:W3CDTF">2022-02-23T11:01:59Z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